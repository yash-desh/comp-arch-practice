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7"/>
  </p:notesMasterIdLst>
  <p:handoutMasterIdLst>
    <p:handoutMasterId r:id="rId8"/>
  </p:handoutMasterIdLst>
  <p:sldIdLst>
    <p:sldId id="540" r:id="rId2"/>
    <p:sldId id="719" r:id="rId3"/>
    <p:sldId id="722" r:id="rId4"/>
    <p:sldId id="796" r:id="rId5"/>
    <p:sldId id="797" r:id="rId6"/>
  </p:sldIdLst>
  <p:sldSz cx="9144000" cy="6858000" type="screen4x3"/>
  <p:notesSz cx="7010400" cy="9296400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9456" autoAdjust="0"/>
  </p:normalViewPr>
  <p:slideViewPr>
    <p:cSldViewPr>
      <p:cViewPr varScale="1">
        <p:scale>
          <a:sx n="114" d="100"/>
          <a:sy n="114" d="100"/>
        </p:scale>
        <p:origin x="210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4"/>
    </p:cViewPr>
  </p:sorterViewPr>
  <p:notesViewPr>
    <p:cSldViewPr>
      <p:cViewPr varScale="1">
        <p:scale>
          <a:sx n="81" d="100"/>
          <a:sy n="81" d="100"/>
        </p:scale>
        <p:origin x="-2328" y="-90"/>
      </p:cViewPr>
      <p:guideLst>
        <p:guide orient="horz" pos="2927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D67089AC-6390-844C-821C-06170C70B52C}"/>
    <pc:docChg chg="modSld">
      <pc:chgData name="Boone Severson" userId="1d942a2b-e0b5-491a-b49e-d500fa0ad426" providerId="ADAL" clId="{D67089AC-6390-844C-821C-06170C70B52C}" dt="2024-11-13T02:13:30.182" v="24" actId="20577"/>
      <pc:docMkLst>
        <pc:docMk/>
      </pc:docMkLst>
      <pc:sldChg chg="modSp mod">
        <pc:chgData name="Boone Severson" userId="1d942a2b-e0b5-491a-b49e-d500fa0ad426" providerId="ADAL" clId="{D67089AC-6390-844C-821C-06170C70B52C}" dt="2024-11-13T02:13:30.182" v="24" actId="20577"/>
        <pc:sldMkLst>
          <pc:docMk/>
          <pc:sldMk cId="0" sldId="540"/>
        </pc:sldMkLst>
        <pc:spChg chg="mod">
          <ac:chgData name="Boone Severson" userId="1d942a2b-e0b5-491a-b49e-d500fa0ad426" providerId="ADAL" clId="{D67089AC-6390-844C-821C-06170C70B52C}" dt="2024-11-13T02:13:30.182" v="24" actId="20577"/>
          <ac:spMkLst>
            <pc:docMk/>
            <pc:sldMk cId="0" sldId="540"/>
            <ac:spMk id="3" creationId="{60F7F15D-B052-485D-B6FA-83AEEE3C0B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665FA8B-063C-4D70-BF01-AD0778FA20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81FE4E2-881C-4313-87BA-6EB7DC60D8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FA8BEDA1-EB4C-4538-9E12-EDCEC5087B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6512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r>
              <a:rPr lang="en-US" alt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7D2229AB-7F22-4EAE-9E68-F8036B5AA73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6E3B70C2-F2C1-4DBA-B664-C5E183E928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869F52-A67D-4BE8-90AA-DC69B48EC0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5618605-9DAD-4183-B061-A2735A4755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7AC9D20D-EEF7-406F-AA29-994FF2FA17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6117B0A0-5D60-4A6E-806A-31902779346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3191D9D-81AA-4235-A278-F824689DF9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071B1B9-83C4-4654-958F-69B2CDDDC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3412D5C1-D0DC-40F7-BDD3-DD827C056E8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92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0372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432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668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447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F8789D68-DF1E-45B3-A6C0-77A5EB005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71ED43BD-67BE-440C-9864-F25EBC75E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7DFC483-F5BF-4539-96D2-E99714B02B7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3CF486E-B4FC-4C96-8CB1-945F4BA1A0D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FABDED-DC68-4356-9B69-6A27D6D86E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F26D53C3-94B4-4E25-868F-FDCC830F1813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01315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58DF54A-2963-4066-855D-BE4BF006F8C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82FE2C-A1EE-4380-817A-5988FD0EE0F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B472F8-3BEF-4271-B8F6-C8512E515E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z="1400"/>
            </a:lvl2pPr>
          </a:lstStyle>
          <a:p>
            <a:pPr lvl="1"/>
            <a:fld id="{B7E7A024-158A-42C6-8EE4-794CA031091A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2170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8F5570D-AF20-4116-9732-9EB433FF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5A42796-B95F-4E56-8309-BCB5EAFE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F911B6-C369-49A9-A1C1-DE305D68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BA02BA93-FC22-4768-97AD-81B6FD26661F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96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609600"/>
            <a:ext cx="808037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203BB7-8619-4698-8C86-AB3895D96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F6D0A7-8F5A-4739-98BC-F6AB11F6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92EA5A7-7B44-4C5D-8930-15F48A19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58B94F4-A469-442A-A38B-D59DA896557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80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162EC40-6D83-46D2-84B7-479A8F0D633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3BDD8D4-E695-492F-9065-EDA1992142BE}"/>
              </a:ext>
            </a:extLst>
          </p:cNvPr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0FE4E-B9B0-436E-9272-1202EAFD46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7D937-A571-46B2-8B29-D8E6557E412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0E1F-60C3-42F4-9240-6EB48215B9C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7E04EAAA-BCAE-4A81-8F71-B5EE1EE34BC4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1" r:id="rId3"/>
    <p:sldLayoutId id="2147483682" r:id="rId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image" Target="../media/image4.emf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image" Target="../media/image3.emf"/><Relationship Id="rId2" Type="http://schemas.openxmlformats.org/officeDocument/2006/relationships/tags" Target="../tags/tag21.xml"/><Relationship Id="rId16" Type="http://schemas.openxmlformats.org/officeDocument/2006/relationships/image" Target="../media/image2.emf"/><Relationship Id="rId20" Type="http://schemas.openxmlformats.org/officeDocument/2006/relationships/image" Target="../media/image6.emf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29.xml"/><Relationship Id="rId19" Type="http://schemas.openxmlformats.org/officeDocument/2006/relationships/image" Target="../media/image5.emf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0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9.png"/><Relationship Id="rId5" Type="http://schemas.openxmlformats.org/officeDocument/2006/relationships/tags" Target="../tags/tag37.xml"/><Relationship Id="rId10" Type="http://schemas.openxmlformats.org/officeDocument/2006/relationships/image" Target="../media/image8.png"/><Relationship Id="rId4" Type="http://schemas.openxmlformats.org/officeDocument/2006/relationships/tags" Target="../tags/tag36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F831BF55-F706-4EA0-ADB2-762E59B97EC4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4955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Parallel Processors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7F15D-B052-485D-B6FA-83AEEE3C0BC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/>
              <a:t>Boone Severson</a:t>
            </a: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62E5D-8AA7-4075-8068-CFE05588A8B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6200" y="2069174"/>
            <a:ext cx="827895" cy="3334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737C1-8612-449D-A45F-FFE205590DA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14400" y="2075155"/>
            <a:ext cx="827895" cy="3305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2002FF-B797-481C-BD80-FDDCAB07C85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905000" y="2069179"/>
            <a:ext cx="2665821" cy="3301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8881A4-AA89-4D21-B3E6-84D339A97CB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724400" y="2111856"/>
            <a:ext cx="1241842" cy="3234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24E406-4679-42C2-9F66-C2D1F8265D3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6087379" y="2015391"/>
            <a:ext cx="2980421" cy="34456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F815C1-E514-40F7-9A4B-4B3B593C5D6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974939" y="1447800"/>
            <a:ext cx="19018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latin typeface="+mn-lt"/>
              </a:rPr>
              <a:t>context-switching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DE07B-FE00-49B1-8A30-AB79DC41C29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22739" y="1386535"/>
            <a:ext cx="1901861" cy="70398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latin typeface="+mn-lt"/>
              </a:rPr>
              <a:t>simultaneous multithreading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F350C-27CD-40BF-A054-FF2EF546CBF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629400" y="1371600"/>
            <a:ext cx="1901861" cy="70398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latin typeface="+mn-lt"/>
              </a:rPr>
              <a:t>chip multiprocessor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64D3C-BBE8-4F10-AF31-B00097A8624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-513824" y="5490113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parallelism/throughput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B630DE-2EB6-4743-9309-C5C52A2ADCE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-149261" y="5831089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area/complexity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013EE7-4306-49FC-B68B-F32CF166D7B1}"/>
              </a:ext>
            </a:extLst>
          </p:cNvPr>
          <p:cNvCxnSpPr>
            <a:cxnSpLocks/>
          </p:cNvCxnSpPr>
          <p:nvPr/>
        </p:nvCxnSpPr>
        <p:spPr>
          <a:xfrm>
            <a:off x="2667000" y="5770471"/>
            <a:ext cx="64008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ADA55C-8D4B-4565-BD11-67CD975A039F}"/>
              </a:ext>
            </a:extLst>
          </p:cNvPr>
          <p:cNvCxnSpPr>
            <a:cxnSpLocks/>
          </p:cNvCxnSpPr>
          <p:nvPr/>
        </p:nvCxnSpPr>
        <p:spPr>
          <a:xfrm>
            <a:off x="2667000" y="6132048"/>
            <a:ext cx="64008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785456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C73BD1-B7D6-4F37-95B7-A447599B3A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0089" y="1761190"/>
            <a:ext cx="1620110" cy="44184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DF2905-813F-4000-BA93-755155676F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7541" y="1761189"/>
            <a:ext cx="1620110" cy="4418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486649-23F0-4681-B91E-C84965F516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5315" y="1759695"/>
            <a:ext cx="1620110" cy="44184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6A69B7-A0B8-4C6D-8E24-1C067E6B6F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150" y="1759695"/>
            <a:ext cx="1620110" cy="4418481"/>
          </a:xfrm>
          <a:prstGeom prst="rect">
            <a:avLst/>
          </a:prstGeom>
        </p:spPr>
      </p:pic>
      <p:pic>
        <p:nvPicPr>
          <p:cNvPr id="22" name="Picture 2" descr="Car clipart overhead #1094">
            <a:extLst>
              <a:ext uri="{FF2B5EF4-FFF2-40B4-BE49-F238E27FC236}">
                <a16:creationId xmlns:a16="http://schemas.microsoft.com/office/drawing/2014/main" id="{BF40F404-8350-4008-A4D6-6F74F5CEF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70" y="2139693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Car clipart overhead #1093">
            <a:extLst>
              <a:ext uri="{FF2B5EF4-FFF2-40B4-BE49-F238E27FC236}">
                <a16:creationId xmlns:a16="http://schemas.microsoft.com/office/drawing/2014/main" id="{E319B47D-520C-4E35-977F-8CE59889A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596" y="4317392"/>
            <a:ext cx="457200" cy="95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Car clipart overhead #1090">
            <a:extLst>
              <a:ext uri="{FF2B5EF4-FFF2-40B4-BE49-F238E27FC236}">
                <a16:creationId xmlns:a16="http://schemas.microsoft.com/office/drawing/2014/main" id="{47F71E1E-9B94-4BBE-9D95-46AB2106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30" y="5103906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Car clipart overhead #1090">
            <a:extLst>
              <a:ext uri="{FF2B5EF4-FFF2-40B4-BE49-F238E27FC236}">
                <a16:creationId xmlns:a16="http://schemas.microsoft.com/office/drawing/2014/main" id="{1ECC573B-A8CB-4C07-8BE9-CA53065CA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651" y="5181918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Car clipart overhead #1094">
            <a:extLst>
              <a:ext uri="{FF2B5EF4-FFF2-40B4-BE49-F238E27FC236}">
                <a16:creationId xmlns:a16="http://schemas.microsoft.com/office/drawing/2014/main" id="{C6D30461-AA99-457A-83FC-055D841C8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52" y="4050366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ar clipart overhead #1094">
            <a:extLst>
              <a:ext uri="{FF2B5EF4-FFF2-40B4-BE49-F238E27FC236}">
                <a16:creationId xmlns:a16="http://schemas.microsoft.com/office/drawing/2014/main" id="{D27655C8-D41E-40A3-9AA2-55806C7FD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910" y="2197475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ar clipart overhead #1094">
            <a:extLst>
              <a:ext uri="{FF2B5EF4-FFF2-40B4-BE49-F238E27FC236}">
                <a16:creationId xmlns:a16="http://schemas.microsoft.com/office/drawing/2014/main" id="{B9DCBE50-8882-43D4-A838-5FEF11D59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910" y="3194609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ar clipart overhead #1094">
            <a:extLst>
              <a:ext uri="{FF2B5EF4-FFF2-40B4-BE49-F238E27FC236}">
                <a16:creationId xmlns:a16="http://schemas.microsoft.com/office/drawing/2014/main" id="{A4FCCECA-1D66-4826-A04D-F1A909C84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77" y="4177781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ar clipart overhead #1094">
            <a:extLst>
              <a:ext uri="{FF2B5EF4-FFF2-40B4-BE49-F238E27FC236}">
                <a16:creationId xmlns:a16="http://schemas.microsoft.com/office/drawing/2014/main" id="{7061AB80-0A08-4D4E-BB65-A7B071EEF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90" y="3111874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ar clipart overhead #1094">
            <a:extLst>
              <a:ext uri="{FF2B5EF4-FFF2-40B4-BE49-F238E27FC236}">
                <a16:creationId xmlns:a16="http://schemas.microsoft.com/office/drawing/2014/main" id="{B50AE1F1-B08F-4C19-9F0D-451F7CD24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110" y="2139692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ar clipart overhead #1094">
            <a:extLst>
              <a:ext uri="{FF2B5EF4-FFF2-40B4-BE49-F238E27FC236}">
                <a16:creationId xmlns:a16="http://schemas.microsoft.com/office/drawing/2014/main" id="{BFA8B095-6F6D-4540-8C47-90CC89218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99" y="2197474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Car clipart overhead #1090">
            <a:extLst>
              <a:ext uri="{FF2B5EF4-FFF2-40B4-BE49-F238E27FC236}">
                <a16:creationId xmlns:a16="http://schemas.microsoft.com/office/drawing/2014/main" id="{B5441C09-E7A5-4D7A-B1C7-61285F2FD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206" y="2201712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Car clipart overhead #1090">
            <a:extLst>
              <a:ext uri="{FF2B5EF4-FFF2-40B4-BE49-F238E27FC236}">
                <a16:creationId xmlns:a16="http://schemas.microsoft.com/office/drawing/2014/main" id="{66409280-4033-4B7F-85F2-340CF78C4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206" y="3251878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ar clipart overhead #1094">
            <a:extLst>
              <a:ext uri="{FF2B5EF4-FFF2-40B4-BE49-F238E27FC236}">
                <a16:creationId xmlns:a16="http://schemas.microsoft.com/office/drawing/2014/main" id="{5E1C27CF-8E1A-431A-A472-F4359D092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132" y="3236399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ar clipart overhead #1094">
            <a:extLst>
              <a:ext uri="{FF2B5EF4-FFF2-40B4-BE49-F238E27FC236}">
                <a16:creationId xmlns:a16="http://schemas.microsoft.com/office/drawing/2014/main" id="{65480EFD-12A0-4530-9818-5E16E6D25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97" y="4177781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Car clipart overhead #1093">
            <a:extLst>
              <a:ext uri="{FF2B5EF4-FFF2-40B4-BE49-F238E27FC236}">
                <a16:creationId xmlns:a16="http://schemas.microsoft.com/office/drawing/2014/main" id="{3436F8A8-5D65-4037-89BB-9DE0714CA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023" y="3236399"/>
            <a:ext cx="457200" cy="95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Car clipart overhead #1090">
            <a:extLst>
              <a:ext uri="{FF2B5EF4-FFF2-40B4-BE49-F238E27FC236}">
                <a16:creationId xmlns:a16="http://schemas.microsoft.com/office/drawing/2014/main" id="{A1963FC0-3444-4A5A-B181-9C32C3977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470" y="5190735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Car clipart overhead #1093">
            <a:extLst>
              <a:ext uri="{FF2B5EF4-FFF2-40B4-BE49-F238E27FC236}">
                <a16:creationId xmlns:a16="http://schemas.microsoft.com/office/drawing/2014/main" id="{52DF5B73-963E-4229-BB38-DC365690A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596" y="5288675"/>
            <a:ext cx="457200" cy="95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Car clipart overhead #1094">
            <a:extLst>
              <a:ext uri="{FF2B5EF4-FFF2-40B4-BE49-F238E27FC236}">
                <a16:creationId xmlns:a16="http://schemas.microsoft.com/office/drawing/2014/main" id="{F5EBDA27-77C7-45DC-8362-DAA1982B2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663" y="2279697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Car clipart overhead #1094">
            <a:extLst>
              <a:ext uri="{FF2B5EF4-FFF2-40B4-BE49-F238E27FC236}">
                <a16:creationId xmlns:a16="http://schemas.microsoft.com/office/drawing/2014/main" id="{A1B5544A-C536-4E82-812E-AD88B68EE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745" y="4190370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Car clipart overhead #1094">
            <a:extLst>
              <a:ext uri="{FF2B5EF4-FFF2-40B4-BE49-F238E27FC236}">
                <a16:creationId xmlns:a16="http://schemas.microsoft.com/office/drawing/2014/main" id="{E5C47CF2-6B37-4A3F-A86A-477BDA014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603" y="2337479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Car clipart overhead #1094">
            <a:extLst>
              <a:ext uri="{FF2B5EF4-FFF2-40B4-BE49-F238E27FC236}">
                <a16:creationId xmlns:a16="http://schemas.microsoft.com/office/drawing/2014/main" id="{335721F7-6864-4937-B1E2-9F2A73B7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603" y="3334613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Car clipart overhead #1094">
            <a:extLst>
              <a:ext uri="{FF2B5EF4-FFF2-40B4-BE49-F238E27FC236}">
                <a16:creationId xmlns:a16="http://schemas.microsoft.com/office/drawing/2014/main" id="{B9A7548A-BF03-4535-B39A-F11F46DF3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70" y="4317785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Car clipart overhead #1094">
            <a:extLst>
              <a:ext uri="{FF2B5EF4-FFF2-40B4-BE49-F238E27FC236}">
                <a16:creationId xmlns:a16="http://schemas.microsoft.com/office/drawing/2014/main" id="{5D6D37F2-32E3-4363-A15C-1F778A349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883" y="3251878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Car clipart overhead #1094">
            <a:extLst>
              <a:ext uri="{FF2B5EF4-FFF2-40B4-BE49-F238E27FC236}">
                <a16:creationId xmlns:a16="http://schemas.microsoft.com/office/drawing/2014/main" id="{DCA0EC75-8833-4298-8129-65AC45C91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775" y="5166076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Car clipart overhead #1094">
            <a:extLst>
              <a:ext uri="{FF2B5EF4-FFF2-40B4-BE49-F238E27FC236}">
                <a16:creationId xmlns:a16="http://schemas.microsoft.com/office/drawing/2014/main" id="{69CAA404-696C-4969-A030-A9B8EA2BA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942" y="5227545"/>
            <a:ext cx="4572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8" descr="Car clipart overhead #1090">
            <a:extLst>
              <a:ext uri="{FF2B5EF4-FFF2-40B4-BE49-F238E27FC236}">
                <a16:creationId xmlns:a16="http://schemas.microsoft.com/office/drawing/2014/main" id="{F241803E-89DC-4393-8337-7062F0B4A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154" y="2119853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Car clipart overhead #1090">
            <a:extLst>
              <a:ext uri="{FF2B5EF4-FFF2-40B4-BE49-F238E27FC236}">
                <a16:creationId xmlns:a16="http://schemas.microsoft.com/office/drawing/2014/main" id="{3D77106C-02F7-4E32-B7C3-5D3F83818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532" y="3172127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8" descr="Car clipart overhead #1090">
            <a:extLst>
              <a:ext uri="{FF2B5EF4-FFF2-40B4-BE49-F238E27FC236}">
                <a16:creationId xmlns:a16="http://schemas.microsoft.com/office/drawing/2014/main" id="{96CB4AA4-88A7-4F95-86E3-F75427DA5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123" y="4126511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Car clipart overhead #1090">
            <a:extLst>
              <a:ext uri="{FF2B5EF4-FFF2-40B4-BE49-F238E27FC236}">
                <a16:creationId xmlns:a16="http://schemas.microsoft.com/office/drawing/2014/main" id="{6C7F017F-5CD9-4D85-B2B4-1DB4DC02A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413" y="5211099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8" descr="Car clipart overhead #1090">
            <a:extLst>
              <a:ext uri="{FF2B5EF4-FFF2-40B4-BE49-F238E27FC236}">
                <a16:creationId xmlns:a16="http://schemas.microsoft.com/office/drawing/2014/main" id="{66CB7482-F14A-4B31-BC49-D60374E04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061" y="5074821"/>
            <a:ext cx="457200" cy="100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42D7465-5C98-4F8C-ACDB-743773244F8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682661" y="1259437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latin typeface="+mn-lt"/>
              </a:rPr>
              <a:t>convoying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A84F2D-EBD8-43AE-A216-E15078EFAEE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08139" y="1262970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latin typeface="+mn-lt"/>
              </a:rPr>
              <a:t>self-navigating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BC3976-B5F7-41E8-AA40-0CEFA98C78C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260939" y="1269290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latin typeface="+mn-lt"/>
              </a:rPr>
              <a:t>separate roads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82558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4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2760018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/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1096408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&amp; Free 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15263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00963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06703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46477" y="4715768"/>
            <a:ext cx="0" cy="31546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146214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Multithreading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5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19643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19643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198120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/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657722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036445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1922145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127885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101840" y="5744468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4490CDE-1E8D-34C3-41E3-4F93C3F4D378}"/>
              </a:ext>
            </a:extLst>
          </p:cNvPr>
          <p:cNvSpPr/>
          <p:nvPr/>
        </p:nvSpPr>
        <p:spPr>
          <a:xfrm>
            <a:off x="1240641" y="28025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BF007-193C-81B3-6BC2-35B5C7D2A6FB}"/>
              </a:ext>
            </a:extLst>
          </p:cNvPr>
          <p:cNvSpPr/>
          <p:nvPr/>
        </p:nvSpPr>
        <p:spPr>
          <a:xfrm>
            <a:off x="2155041" y="28025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133664-9209-3830-4726-48225BF9783F}"/>
              </a:ext>
            </a:extLst>
          </p:cNvPr>
          <p:cNvSpPr/>
          <p:nvPr/>
        </p:nvSpPr>
        <p:spPr>
          <a:xfrm>
            <a:off x="457200" y="281940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ED7D5E-8C1A-07CC-534D-4B5AFF1EF088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74645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A0EB4A-6757-929C-BBD6-A98C109EFE33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60345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90EA80-20F9-3C0E-5A6A-7A878B4F6B94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66085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A2C4F08-ADD8-E123-21DE-1C1B70FC3F2D}"/>
              </a:ext>
            </a:extLst>
          </p:cNvPr>
          <p:cNvSpPr/>
          <p:nvPr/>
        </p:nvSpPr>
        <p:spPr>
          <a:xfrm>
            <a:off x="1240641" y="36407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C7411F-80E8-94B9-5621-50285F11E633}"/>
              </a:ext>
            </a:extLst>
          </p:cNvPr>
          <p:cNvSpPr/>
          <p:nvPr/>
        </p:nvSpPr>
        <p:spPr>
          <a:xfrm>
            <a:off x="2155041" y="36407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3F9CDA5-82DE-BDAA-0E37-3D4D70776923}"/>
              </a:ext>
            </a:extLst>
          </p:cNvPr>
          <p:cNvSpPr/>
          <p:nvPr/>
        </p:nvSpPr>
        <p:spPr>
          <a:xfrm>
            <a:off x="457200" y="365760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2052" name="Straight Connector 2051">
            <a:extLst>
              <a:ext uri="{FF2B5EF4-FFF2-40B4-BE49-F238E27FC236}">
                <a16:creationId xmlns:a16="http://schemas.microsoft.com/office/drawing/2014/main" id="{CE858725-004C-42AD-3B4A-9FEB07CE4E77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3712845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94B417C9-6096-FC6B-2887-DD0E8F661089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3598545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80DE8159-941D-04CA-8CE6-6033CB76CFE2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3804285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ED19A64C-B3EA-8D12-6602-A3113ADE7220}"/>
              </a:ext>
            </a:extLst>
          </p:cNvPr>
          <p:cNvSpPr/>
          <p:nvPr/>
        </p:nvSpPr>
        <p:spPr>
          <a:xfrm>
            <a:off x="1240641" y="44789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13FDEF72-7783-F5A2-2966-FB30C6301B9F}"/>
              </a:ext>
            </a:extLst>
          </p:cNvPr>
          <p:cNvSpPr/>
          <p:nvPr/>
        </p:nvSpPr>
        <p:spPr>
          <a:xfrm>
            <a:off x="2155041" y="4478982"/>
            <a:ext cx="762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FB4A4168-5BB9-ADDB-E9D4-327045ACDCE6}"/>
              </a:ext>
            </a:extLst>
          </p:cNvPr>
          <p:cNvSpPr/>
          <p:nvPr/>
        </p:nvSpPr>
        <p:spPr>
          <a:xfrm>
            <a:off x="457200" y="449580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D0CF73C6-D993-5359-60A7-F13D6C1652A3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4551045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Straight Connector 2069">
            <a:extLst>
              <a:ext uri="{FF2B5EF4-FFF2-40B4-BE49-F238E27FC236}">
                <a16:creationId xmlns:a16="http://schemas.microsoft.com/office/drawing/2014/main" id="{E87B3C86-353E-E37C-7D6B-8132A267238A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4436745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8A830AA6-AB5C-5437-9EA6-AF0B771E8AAE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4642485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B26D9F06-C4FB-D4F7-6A3C-093D2FCA8313}"/>
              </a:ext>
            </a:extLst>
          </p:cNvPr>
          <p:cNvCxnSpPr>
            <a:cxnSpLocks/>
          </p:cNvCxnSpPr>
          <p:nvPr/>
        </p:nvCxnSpPr>
        <p:spPr>
          <a:xfrm rot="5400000" flipV="1">
            <a:off x="7474237" y="960438"/>
            <a:ext cx="0" cy="9144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Connector 2073">
            <a:extLst>
              <a:ext uri="{FF2B5EF4-FFF2-40B4-BE49-F238E27FC236}">
                <a16:creationId xmlns:a16="http://schemas.microsoft.com/office/drawing/2014/main" id="{725B1663-4868-E032-78B6-5D09923E92DE}"/>
              </a:ext>
            </a:extLst>
          </p:cNvPr>
          <p:cNvCxnSpPr>
            <a:cxnSpLocks/>
          </p:cNvCxnSpPr>
          <p:nvPr/>
        </p:nvCxnSpPr>
        <p:spPr>
          <a:xfrm rot="5400000" flipV="1">
            <a:off x="7353300" y="815501"/>
            <a:ext cx="0" cy="1143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Straight Connector 2074">
            <a:extLst>
              <a:ext uri="{FF2B5EF4-FFF2-40B4-BE49-F238E27FC236}">
                <a16:creationId xmlns:a16="http://schemas.microsoft.com/office/drawing/2014/main" id="{D43CC180-40F7-FE5D-D273-5AA0FE810B48}"/>
              </a:ext>
            </a:extLst>
          </p:cNvPr>
          <p:cNvCxnSpPr>
            <a:cxnSpLocks/>
          </p:cNvCxnSpPr>
          <p:nvPr/>
        </p:nvCxnSpPr>
        <p:spPr>
          <a:xfrm rot="5400000" flipV="1">
            <a:off x="7239000" y="671039"/>
            <a:ext cx="0" cy="13716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91697298-A103-8AB3-F513-289891D6877D}"/>
              </a:ext>
            </a:extLst>
          </p:cNvPr>
          <p:cNvSpPr/>
          <p:nvPr/>
        </p:nvSpPr>
        <p:spPr>
          <a:xfrm>
            <a:off x="5979845" y="6037858"/>
            <a:ext cx="573355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Free List</a:t>
            </a:r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EA42DAE5-48F8-5089-5759-304BE2308015}"/>
              </a:ext>
            </a:extLst>
          </p:cNvPr>
          <p:cNvSpPr/>
          <p:nvPr/>
        </p:nvSpPr>
        <p:spPr>
          <a:xfrm>
            <a:off x="4013525" y="6037858"/>
            <a:ext cx="657722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F2E2CA33-605C-6A05-5FB4-DA3A190A7F44}"/>
              </a:ext>
            </a:extLst>
          </p:cNvPr>
          <p:cNvSpPr/>
          <p:nvPr/>
        </p:nvSpPr>
        <p:spPr>
          <a:xfrm>
            <a:off x="4674141" y="6031469"/>
            <a:ext cx="657722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33E881F6-9CEF-9B98-33D4-E0F5B92B19C7}"/>
              </a:ext>
            </a:extLst>
          </p:cNvPr>
          <p:cNvSpPr/>
          <p:nvPr/>
        </p:nvSpPr>
        <p:spPr>
          <a:xfrm>
            <a:off x="5328229" y="6031469"/>
            <a:ext cx="657722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20159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3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Parallel Processor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ParallelProcessor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2&quot; unique_id=&quot;20554&quot;&gt;&lt;object type=&quot;3&quot; unique_id=&quot;20705&quot;&gt;&lt;property id=&quot;20148&quot; value=&quot;5&quot;/&gt;&lt;property id=&quot;20300&quot; value=&quot;Slide 1 - &amp;quot;ECE/CS 552: Parallel Processors&amp;quot;&quot;/&gt;&lt;property id=&quot;20307&quot; value=&quot;540&quot;/&gt;&lt;property id=&quot;20309&quot; value=&quot;-1&quot;/&gt;&lt;/object&gt;&lt;object type=&quot;3&quot; unique_id=&quot;21841&quot;&gt;&lt;property id=&quot;20148&quot; value=&quot;5&quot;/&gt;&lt;property id=&quot;20300&quot; value=&quot;Slide 2 - &amp;quot;Concurrency and Parallelism&amp;quot;&quot;/&gt;&lt;property id=&quot;20307&quot; value=&quot;670&quot;/&gt;&lt;property id=&quot;20309&quot; value=&quot;-1&quot;/&gt;&lt;/object&gt;&lt;object type=&quot;3&quot; unique_id=&quot;24381&quot;&gt;&lt;property id=&quot;20148&quot; value=&quot;5&quot;/&gt;&lt;property id=&quot;20300&quot; value=&quot;Slide 11 - &amp;quot;Multithreading&amp;quot;&quot;/&gt;&lt;property id=&quot;20307&quot; value=&quot;719&quot;/&gt;&lt;property id=&quot;20309&quot; value=&quot;-1&quot;/&gt;&lt;/object&gt;&lt;object type=&quot;3&quot; unique_id=&quot;24384&quot;&gt;&lt;property id=&quot;20148&quot; value=&quot;5&quot;/&gt;&lt;property id=&quot;20300&quot; value=&quot;Slide 12 - &amp;quot;Multithreading&amp;quot;&quot;/&gt;&lt;property id=&quot;20307&quot; value=&quot;722&quot;/&gt;&lt;property id=&quot;20309&quot; value=&quot;-1&quot;/&gt;&lt;/object&gt;&lt;object type=&quot;3&quot; unique_id=&quot;24387&quot;&gt;&lt;property id=&quot;20148&quot; value=&quot;5&quot;/&gt;&lt;property id=&quot;20300&quot; value=&quot;Slide 13 - &amp;quot;Simultaneous Multithreading&amp;quot;&quot;/&gt;&lt;property id=&quot;20307&quot; value=&quot;725&quot;/&gt;&lt;property id=&quot;20309&quot; value=&quot;-1&quot;/&gt;&lt;/object&gt;&lt;object type=&quot;3&quot; unique_id=&quot;24388&quot;&gt;&lt;property id=&quot;20148&quot; value=&quot;5&quot;/&gt;&lt;property id=&quot;20300&quot; value=&quot;Slide 14 - &amp;quot;Simultaneous Multithreading&amp;quot;&quot;/&gt;&lt;property id=&quot;20307&quot; value=&quot;726&quot;/&gt;&lt;property id=&quot;20309&quot; value=&quot;-1&quot;/&gt;&lt;/object&gt;&lt;object type=&quot;3&quot; unique_id=&quot;27550&quot;&gt;&lt;property id=&quot;20148&quot; value=&quot;5&quot;/&gt;&lt;property id=&quot;20300&quot; value=&quot;Slide 3 - &amp;quot;Concurrency and Parallelism&amp;quot;&quot;/&gt;&lt;property id=&quot;20307&quot; value=&quot;734&quot;/&gt;&lt;/object&gt;&lt;object type=&quot;3&quot; unique_id=&quot;27551&quot;&gt;&lt;property id=&quot;20148&quot; value=&quot;5&quot;/&gt;&lt;property id=&quot;20300&quot; value=&quot;Slide 4 - &amp;quot;Concurrency and Parallelism&amp;quot;&quot;/&gt;&lt;property id=&quot;20307&quot; value=&quot;735&quot;/&gt;&lt;/object&gt;&lt;object type=&quot;3&quot; unique_id=&quot;27552&quot;&gt;&lt;property id=&quot;20148&quot; value=&quot;5&quot;/&gt;&lt;property id=&quot;20300&quot; value=&quot;Slide 5 - &amp;quot;Concurrency and Parallelism&amp;quot;&quot;/&gt;&lt;property id=&quot;20307&quot; value=&quot;737&quot;/&gt;&lt;/object&gt;&lt;object type=&quot;3&quot; unique_id=&quot;27553&quot;&gt;&lt;property id=&quot;20148&quot; value=&quot;5&quot;/&gt;&lt;property id=&quot;20300&quot; value=&quot;Slide 6 - &amp;quot;Concurrency and Parallelism&amp;quot;&quot;/&gt;&lt;property id=&quot;20307&quot; value=&quot;738&quot;/&gt;&lt;/object&gt;&lt;object type=&quot;3&quot; unique_id=&quot;27554&quot;&gt;&lt;property id=&quot;20148&quot; value=&quot;5&quot;/&gt;&lt;property id=&quot;20300&quot; value=&quot;Slide 7 - &amp;quot;Concurrency and Parallelism&amp;quot;&quot;/&gt;&lt;property id=&quot;20307&quot; value=&quot;739&quot;/&gt;&lt;/object&gt;&lt;object type=&quot;3&quot; unique_id=&quot;27555&quot;&gt;&lt;property id=&quot;20148&quot; value=&quot;5&quot;/&gt;&lt;property id=&quot;20300&quot; value=&quot;Slide 8 - &amp;quot;Concurrency and Parallelism&amp;quot;&quot;/&gt;&lt;property id=&quot;20307&quot; value=&quot;740&quot;/&gt;&lt;/object&gt;&lt;object type=&quot;3&quot; unique_id=&quot;27556&quot;&gt;&lt;property id=&quot;20148&quot; value=&quot;5&quot;/&gt;&lt;property id=&quot;20300&quot; value=&quot;Slide 9 - &amp;quot;Concurrency and Parallelism&amp;quot;&quot;/&gt;&lt;property id=&quot;20307&quot; value=&quot;741&quot;/&gt;&lt;/object&gt;&lt;object type=&quot;3&quot; unique_id=&quot;27557&quot;&gt;&lt;property id=&quot;20148&quot; value=&quot;5&quot;/&gt;&lt;property id=&quot;20300&quot; value=&quot;Slide 10 - &amp;quot;Concurrency and Parallelism&amp;quot;&quot;/&gt;&lt;property id=&quot;20307&quot; value=&quot;742&quot;/&gt;&lt;/object&gt;&lt;/object&gt;&lt;object type=&quot;8&quot; unique_id=&quot;20628&quot;&gt;&lt;/object&gt;&lt;object type=&quot;10&quot; unique_id=&quot;21256&quot;&gt;&lt;object type=&quot;11&quot; unique_id=&quot;21257&quot;&gt;&lt;property id=&quot;20180&quot; value=&quot;0&quot;/&gt;&lt;property id=&quot;20181&quot; value=&quot;1&quot;/&gt;&lt;property id=&quot;20183&quot; value=&quot;1&quot;/&gt;&lt;/object&gt;&lt;object type=&quot;12&quot; unique_id=&quot;27044&quot;&gt;&lt;/object&gt;&lt;/object&gt;&lt;object type=&quot;4&quot; unique_id=&quot;21258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DA727FE4-C3EB-4482-A830-A62B408CE1E1}_1.png&quot;/&gt;&lt;left val=&quot;35&quot;/&gt;&lt;top val=&quot;195&quot;/&gt;&lt;width val=&quot;648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879321E5-2A43-4646-98B8-F53F4F532CC3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37796768-6AAE-49C8-B940-D50E7581554D}_3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9B3040B4-8F5C-496B-929A-EBD3C8DB638E}_30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B7AF488-64FF-4355-A210-2D1EBE5A2EC3}&quot;/&gt;&lt;isInvalidForFieldText val=&quot;0&quot;/&gt;&lt;Image&gt;&lt;filename val=&quot;C:\Users\sanmi\Documents\My Adobe Presentations\ece552-ParallelProcessors\data\asimages\{8B7AF488-64FF-4355-A210-2D1EBE5A2EC3}.png&quot;/&gt;&lt;left val=&quot;5&quot;/&gt;&lt;top val=&quot;162&quot;/&gt;&lt;width val=&quot;66&quot;/&gt;&lt;height val=&quot;263&quot;/&gt;&lt;hasText val=&quot;1&quot;/&gt;&lt;/Image&gt;&lt;/ThreeDShape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F945E01-56F2-4FC5-AE65-09E78D3C2AB3}&quot;/&gt;&lt;isInvalidForFieldText val=&quot;0&quot;/&gt;&lt;Image&gt;&lt;filename val=&quot;C:\Users\sanmi\Documents\My Adobe Presentations\ece552-ParallelProcessors\data\asimages\{1F945E01-56F2-4FC5-AE65-09E78D3C2AB3}.png&quot;/&gt;&lt;left val=&quot;71&quot;/&gt;&lt;top val=&quot;162&quot;/&gt;&lt;width val=&quot;66&quot;/&gt;&lt;height val=&quot;261&quot;/&gt;&lt;hasText val=&quot;1&quot;/&gt;&lt;/Image&gt;&lt;/ThreeDShape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9AFF0CC-6E09-4168-9E44-3D1FFA17195D}&quot;/&gt;&lt;isInvalidForFieldText val=&quot;0&quot;/&gt;&lt;Image&gt;&lt;filename val=&quot;C:\Users\sanmi\Documents\My Adobe Presentations\ece552-ParallelProcessors\data\asimages\{39AFF0CC-6E09-4168-9E44-3D1FFA17195D}.png&quot;/&gt;&lt;left val=&quot;149&quot;/&gt;&lt;top val=&quot;162&quot;/&gt;&lt;width val=&quot;210&quot;/&gt;&lt;height val=&quot;261&quot;/&gt;&lt;hasText val=&quot;1&quot;/&gt;&lt;/Image&gt;&lt;/ThreeDShape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C16CD39-8A12-4F54-89F6-D0916008D497}&quot;/&gt;&lt;isInvalidForFieldText val=&quot;0&quot;/&gt;&lt;Image&gt;&lt;filename val=&quot;C:\Users\sanmi\Documents\My Adobe Presentations\ece552-ParallelProcessors\data\asimages\{6C16CD39-8A12-4F54-89F6-D0916008D497}.png&quot;/&gt;&lt;left val=&quot;371&quot;/&gt;&lt;top val=&quot;165&quot;/&gt;&lt;width val=&quot;98&quot;/&gt;&lt;height val=&quot;255&quot;/&gt;&lt;hasText val=&quot;1&quot;/&gt;&lt;/Image&gt;&lt;/ThreeDShape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AC0C034-F39E-428E-BD8E-126F9A6725FF}&quot;/&gt;&lt;isInvalidForFieldText val=&quot;0&quot;/&gt;&lt;Image&gt;&lt;filename val=&quot;C:\Users\sanmi\Documents\My Adobe Presentations\ece552-ParallelProcessors\data\asimages\{7AC0C034-F39E-428E-BD8E-126F9A6725FF}.png&quot;/&gt;&lt;left val=&quot;478&quot;/&gt;&lt;top val=&quot;158&quot;/&gt;&lt;width val=&quot;235&quot;/&gt;&lt;height val=&quot;272&quot;/&gt;&lt;hasText val=&quot;1&quot;/&gt;&lt;/Image&gt;&lt;/ThreeDShape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EE9A19EB-A4EF-48D2-B0AA-D5261ADD49C2}_30.png&quot;/&gt;&lt;left val=&quot;233&quot;/&gt;&lt;top val=&quot;105&quot;/&gt;&lt;width val=&quot;150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9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A584D386-E6CE-481C-879D-11D9FBC4AAD9}_30.png&quot;/&gt;&lt;left val=&quot;347&quot;/&gt;&lt;top val=&quot;106&quot;/&gt;&lt;width val=&quot;150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3&quot;/&gt;&lt;lineCharCount val=&quot;14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F522EB98-ACBD-4E58-9F19-23B2E5DFF6AD}_30.png&quot;/&gt;&lt;left val=&quot;521&quot;/&gt;&lt;top val=&quot;105&quot;/&gt;&lt;width val=&quot;150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5&quot;/&gt;&lt;lineCharCount val=&quot;14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16EDDAFE-7728-4B70-A573-1D3D32716005}_30.png&quot;/&gt;&lt;left val=&quot;-41&quot;/&gt;&lt;top val=&quot;431&quot;/&gt;&lt;width val=&quot;288&quot;/&gt;&lt;height val=&quot;47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346DA023-7914-4557-8541-265CCA4517AE}_30.png&quot;/&gt;&lt;left val=&quot;-12&quot;/&gt;&lt;top val=&quot;458&quot;/&gt;&lt;width val=&quot;288&quot;/&gt;&lt;height val=&quot;47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2DBC7CEA-A854-41A9-9AD7-A5D89E7C9C41}_3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D136A106-DF02-4881-A100-FDD5357E7E8B}_31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91A42DC5-D613-49BD-8D60-549DBF10C813}_31.png&quot;/&gt;&lt;left val=&quot;-54&quot;/&gt;&lt;top val=&quot;98&quot;/&gt;&lt;width val=&quot;28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6D50AFD9-6FCC-4640-A291-478F0F0F4249}_31.png&quot;/&gt;&lt;left val=&quot;149&quot;/&gt;&lt;top val=&quot;99&quot;/&gt;&lt;width val=&quot;28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ParallelProcessors\data\asimages\{6977A9F9-78FF-42CD-9295-CC700E94A574}_31.png&quot;/&gt;&lt;left val=&quot;413&quot;/&gt;&lt;top val=&quot;99&quot;/&gt;&lt;width val=&quot;28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7326</TotalTime>
  <Words>119</Words>
  <Application>Microsoft Macintosh PowerPoint</Application>
  <PresentationFormat>On-screen Show (4:3)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Lecture Notes 552</vt:lpstr>
      <vt:lpstr>ECE/CS 552: Parallel Processors</vt:lpstr>
      <vt:lpstr>Multithreading</vt:lpstr>
      <vt:lpstr>Multithreading</vt:lpstr>
      <vt:lpstr>MIPS R10K</vt:lpstr>
      <vt:lpstr>Multithreading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Parallel Processors</dc:title>
  <dc:creator/>
  <cp:lastModifiedBy>Boone Severson</cp:lastModifiedBy>
  <cp:revision>424</cp:revision>
  <cp:lastPrinted>1601-01-01T00:00:00Z</cp:lastPrinted>
  <dcterms:created xsi:type="dcterms:W3CDTF">1601-01-01T00:00:00Z</dcterms:created>
  <dcterms:modified xsi:type="dcterms:W3CDTF">2024-11-13T02:13:31Z</dcterms:modified>
</cp:coreProperties>
</file>