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2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3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4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5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6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notesSlides/notesSlide7.xml" ContentType="application/vnd.openxmlformats-officedocument.presentationml.notesSlide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notesSlides/notesSlide8.xml" ContentType="application/vnd.openxmlformats-officedocument.presentationml.notesSlide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notesSlides/notesSlide9.xml" ContentType="application/vnd.openxmlformats-officedocument.presentationml.notesSlide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notesSlides/notesSlide10.xml" ContentType="application/vnd.openxmlformats-officedocument.presentationml.notesSlide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notesSlides/notesSlide11.xml" ContentType="application/vnd.openxmlformats-officedocument.presentationml.notesSlide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notesSlides/notesSlide12.xml" ContentType="application/vnd.openxmlformats-officedocument.presentationml.notesSlide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notesSlides/notesSlide13.xml" ContentType="application/vnd.openxmlformats-officedocument.presentationml.notesSlide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notesSlides/notesSlide14.xml" ContentType="application/vnd.openxmlformats-officedocument.presentationml.notesSlide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notesSlides/notesSlide15.xml" ContentType="application/vnd.openxmlformats-officedocument.presentationml.notesSlide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notesSlides/notesSlide16.xml" ContentType="application/vnd.openxmlformats-officedocument.presentationml.notesSlide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notesSlides/notesSlide17.xml" ContentType="application/vnd.openxmlformats-officedocument.presentationml.notesSlide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notesSlides/notesSlide18.xml" ContentType="application/vnd.openxmlformats-officedocument.presentationml.notesSlide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notesSlides/notesSlide19.xml" ContentType="application/vnd.openxmlformats-officedocument.presentationml.notesSlide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notesSlides/notesSlide20.xml" ContentType="application/vnd.openxmlformats-officedocument.presentationml.notesSlide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notesSlides/notesSlide21.xml" ContentType="application/vnd.openxmlformats-officedocument.presentationml.notesSlide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notesSlides/notesSlide22.xml" ContentType="application/vnd.openxmlformats-officedocument.presentationml.notesSlide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notesSlides/notesSlide23.xml" ContentType="application/vnd.openxmlformats-officedocument.presentationml.notesSlide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notesSlides/notesSlide24.xml" ContentType="application/vnd.openxmlformats-officedocument.presentationml.notesSlide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notesSlides/notesSlide25.xml" ContentType="application/vnd.openxmlformats-officedocument.presentationml.notesSlide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notesSlides/notesSlide26.xml" ContentType="application/vnd.openxmlformats-officedocument.presentationml.notesSlide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notesSlides/notesSlide27.xml" ContentType="application/vnd.openxmlformats-officedocument.presentationml.notesSlide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notesSlides/notesSlide28.xml" ContentType="application/vnd.openxmlformats-officedocument.presentationml.notesSlide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notesSlides/notesSlide29.xml" ContentType="application/vnd.openxmlformats-officedocument.presentationml.notesSlide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notesSlides/notesSlide30.xml" ContentType="application/vnd.openxmlformats-officedocument.presentationml.notesSlide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notesSlides/notesSlide31.xml" ContentType="application/vnd.openxmlformats-officedocument.presentationml.notesSlide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notesSlides/notesSlide32.xml" ContentType="application/vnd.openxmlformats-officedocument.presentationml.notesSlide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notesSlides/notesSlide33.xml" ContentType="application/vnd.openxmlformats-officedocument.presentationml.notesSlide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notesSlides/notesSlide34.xml" ContentType="application/vnd.openxmlformats-officedocument.presentationml.notesSlide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notesSlides/notesSlide35.xml" ContentType="application/vnd.openxmlformats-officedocument.presentationml.notesSlide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2" r:id="rId1"/>
  </p:sldMasterIdLst>
  <p:notesMasterIdLst>
    <p:notesMasterId r:id="rId38"/>
  </p:notesMasterIdLst>
  <p:handoutMasterIdLst>
    <p:handoutMasterId r:id="rId39"/>
  </p:handoutMasterIdLst>
  <p:sldIdLst>
    <p:sldId id="540" r:id="rId2"/>
    <p:sldId id="505" r:id="rId3"/>
    <p:sldId id="1004" r:id="rId4"/>
    <p:sldId id="1005" r:id="rId5"/>
    <p:sldId id="1010" r:id="rId6"/>
    <p:sldId id="1078" r:id="rId7"/>
    <p:sldId id="1017" r:id="rId8"/>
    <p:sldId id="1018" r:id="rId9"/>
    <p:sldId id="1022" r:id="rId10"/>
    <p:sldId id="1027" r:id="rId11"/>
    <p:sldId id="1030" r:id="rId12"/>
    <p:sldId id="1031" r:id="rId13"/>
    <p:sldId id="1036" r:id="rId14"/>
    <p:sldId id="1042" r:id="rId15"/>
    <p:sldId id="1065" r:id="rId16"/>
    <p:sldId id="1066" r:id="rId17"/>
    <p:sldId id="1082" r:id="rId18"/>
    <p:sldId id="1071" r:id="rId19"/>
    <p:sldId id="1085" r:id="rId20"/>
    <p:sldId id="1086" r:id="rId21"/>
    <p:sldId id="1072" r:id="rId22"/>
    <p:sldId id="1073" r:id="rId23"/>
    <p:sldId id="1075" r:id="rId24"/>
    <p:sldId id="699" r:id="rId25"/>
    <p:sldId id="700" r:id="rId26"/>
    <p:sldId id="701" r:id="rId27"/>
    <p:sldId id="703" r:id="rId28"/>
    <p:sldId id="705" r:id="rId29"/>
    <p:sldId id="706" r:id="rId30"/>
    <p:sldId id="707" r:id="rId31"/>
    <p:sldId id="709" r:id="rId32"/>
    <p:sldId id="711" r:id="rId33"/>
    <p:sldId id="713" r:id="rId34"/>
    <p:sldId id="714" r:id="rId35"/>
    <p:sldId id="1084" r:id="rId36"/>
    <p:sldId id="1083" r:id="rId37"/>
  </p:sldIdLst>
  <p:sldSz cx="9144000" cy="6858000" type="screen4x3"/>
  <p:notesSz cx="7010400" cy="9296400"/>
  <p:custDataLst>
    <p:tags r:id="rId40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7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  <a:srgbClr val="FF3300"/>
    <a:srgbClr val="000000"/>
    <a:srgbClr val="006600"/>
    <a:srgbClr val="FFFF66"/>
    <a:srgbClr val="FFCC00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72" autoAdjust="0"/>
    <p:restoredTop sz="73043" autoAdjust="0"/>
  </p:normalViewPr>
  <p:slideViewPr>
    <p:cSldViewPr>
      <p:cViewPr varScale="1">
        <p:scale>
          <a:sx n="179" d="100"/>
          <a:sy n="179" d="100"/>
        </p:scale>
        <p:origin x="3272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5" d="100"/>
        <a:sy n="155" d="100"/>
      </p:scale>
      <p:origin x="0" y="0"/>
    </p:cViewPr>
  </p:notesTextViewPr>
  <p:sorterViewPr>
    <p:cViewPr>
      <p:scale>
        <a:sx n="66" d="100"/>
        <a:sy n="66" d="100"/>
      </p:scale>
      <p:origin x="0" y="324"/>
    </p:cViewPr>
  </p:sorterViewPr>
  <p:notesViewPr>
    <p:cSldViewPr>
      <p:cViewPr varScale="1">
        <p:scale>
          <a:sx n="81" d="100"/>
          <a:sy n="81" d="100"/>
        </p:scale>
        <p:origin x="-2328" y="-90"/>
      </p:cViewPr>
      <p:guideLst>
        <p:guide orient="horz" pos="2927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8665FA8B-063C-4D70-BF01-AD0778FA207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541" tIns="46770" rIns="93541" bIns="46770" numCol="1" anchor="t" anchorCtr="0" compatLnSpc="1">
            <a:prstTxWarp prst="textNoShape">
              <a:avLst/>
            </a:prstTxWarp>
          </a:bodyPr>
          <a:lstStyle>
            <a:lvl1pPr defTabSz="935038" eaLnBrk="0" hangingPunct="0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381FE4E2-881C-4313-87BA-6EB7DC60D8F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0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541" tIns="46770" rIns="93541" bIns="46770" numCol="1" anchor="t" anchorCtr="0" compatLnSpc="1">
            <a:prstTxWarp prst="textNoShape">
              <a:avLst/>
            </a:prstTxWarp>
          </a:bodyPr>
          <a:lstStyle>
            <a:lvl1pPr algn="r" defTabSz="935038" eaLnBrk="0" hangingPunct="0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FA8BEDA1-EB4C-4538-9E12-EDCEC5087BC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2850"/>
            <a:ext cx="365125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541" tIns="46770" rIns="93541" bIns="46770" numCol="1" anchor="b" anchorCtr="0" compatLnSpc="1">
            <a:prstTxWarp prst="textNoShape">
              <a:avLst/>
            </a:prstTxWarp>
          </a:bodyPr>
          <a:lstStyle>
            <a:lvl1pPr defTabSz="935038" eaLnBrk="0" hangingPunct="0">
              <a:defRPr sz="1200"/>
            </a:lvl1pPr>
          </a:lstStyle>
          <a:p>
            <a:pPr>
              <a:defRPr/>
            </a:pPr>
            <a:r>
              <a:rPr lang="en-US" altLang="en-US"/>
              <a:t>ECE/CS 552: Introduction To Computer Architecture</a:t>
            </a:r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7D2229AB-7F22-4EAE-9E68-F8036B5AA73B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832850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541" tIns="46770" rIns="93541" bIns="46770" numCol="1" anchor="b" anchorCtr="0" compatLnSpc="1">
            <a:prstTxWarp prst="textNoShape">
              <a:avLst/>
            </a:prstTxWarp>
          </a:bodyPr>
          <a:lstStyle>
            <a:lvl1pPr algn="r" defTabSz="935038" eaLnBrk="0" hangingPunct="0">
              <a:defRPr sz="1200"/>
            </a:lvl1pPr>
          </a:lstStyle>
          <a:p>
            <a:fld id="{6E3B70C2-F2C1-4DBA-B664-C5E183E9288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C869F52-A67D-4BE8-90AA-DC69B48EC09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541" tIns="46770" rIns="93541" bIns="46770" numCol="1" anchor="t" anchorCtr="0" compatLnSpc="1">
            <a:prstTxWarp prst="textNoShape">
              <a:avLst/>
            </a:prstTxWarp>
          </a:bodyPr>
          <a:lstStyle>
            <a:lvl1pPr defTabSz="935038" eaLnBrk="0" hangingPunct="0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75618605-9DAD-4183-B061-A2735A4755C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541" tIns="46770" rIns="93541" bIns="46770" numCol="1" anchor="t" anchorCtr="0" compatLnSpc="1">
            <a:prstTxWarp prst="textNoShape">
              <a:avLst/>
            </a:prstTxWarp>
          </a:bodyPr>
          <a:lstStyle>
            <a:lvl1pPr algn="r" defTabSz="935038" eaLnBrk="0" hangingPunct="0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5844" name="Rectangle 4">
            <a:extLst>
              <a:ext uri="{FF2B5EF4-FFF2-40B4-BE49-F238E27FC236}">
                <a16:creationId xmlns:a16="http://schemas.microsoft.com/office/drawing/2014/main" id="{7AC9D20D-EEF7-406F-AA29-994FF2FA17A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6612" cy="34845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6117B0A0-5D60-4A6E-806A-31902779346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3450" y="4416425"/>
            <a:ext cx="5143500" cy="418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541" tIns="46770" rIns="93541" bIns="4677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17414" name="Rectangle 6">
            <a:extLst>
              <a:ext uri="{FF2B5EF4-FFF2-40B4-BE49-F238E27FC236}">
                <a16:creationId xmlns:a16="http://schemas.microsoft.com/office/drawing/2014/main" id="{33191D9D-81AA-4235-A278-F824689DF9F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541" tIns="46770" rIns="93541" bIns="46770" numCol="1" anchor="b" anchorCtr="0" compatLnSpc="1">
            <a:prstTxWarp prst="textNoShape">
              <a:avLst/>
            </a:prstTxWarp>
          </a:bodyPr>
          <a:lstStyle>
            <a:lvl1pPr defTabSz="935038" eaLnBrk="0" hangingPunct="0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7415" name="Rectangle 7">
            <a:extLst>
              <a:ext uri="{FF2B5EF4-FFF2-40B4-BE49-F238E27FC236}">
                <a16:creationId xmlns:a16="http://schemas.microsoft.com/office/drawing/2014/main" id="{2071B1B9-83C4-4654-958F-69B2CDDDCE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32850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541" tIns="46770" rIns="93541" bIns="46770" numCol="1" anchor="b" anchorCtr="0" compatLnSpc="1">
            <a:prstTxWarp prst="textNoShape">
              <a:avLst/>
            </a:prstTxWarp>
          </a:bodyPr>
          <a:lstStyle>
            <a:lvl1pPr algn="r" defTabSz="935038" eaLnBrk="0" hangingPunct="0">
              <a:defRPr sz="1200"/>
            </a:lvl1pPr>
          </a:lstStyle>
          <a:p>
            <a:fld id="{3412D5C1-D0DC-40F7-BDD3-DD827C056E8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12D5C1-D0DC-40F7-BDD3-DD827C056E83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6504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12D5C1-D0DC-40F7-BDD3-DD827C056E83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97199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12D5C1-D0DC-40F7-BDD3-DD827C056E83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5818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12D5C1-D0DC-40F7-BDD3-DD827C056E83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99655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12D5C1-D0DC-40F7-BDD3-DD827C056E83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21329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12D5C1-D0DC-40F7-BDD3-DD827C056E83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52300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12D5C1-D0DC-40F7-BDD3-DD827C056E83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51039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12D5C1-D0DC-40F7-BDD3-DD827C056E83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68327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12D5C1-D0DC-40F7-BDD3-DD827C056E83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36310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12D5C1-D0DC-40F7-BDD3-DD827C056E83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49216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12D5C1-D0DC-40F7-BDD3-DD827C056E83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86844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12D5C1-D0DC-40F7-BDD3-DD827C056E83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50560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12D5C1-D0DC-40F7-BDD3-DD827C056E83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84231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12D5C1-D0DC-40F7-BDD3-DD827C056E83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22473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12D5C1-D0DC-40F7-BDD3-DD827C056E83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26891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12D5C1-D0DC-40F7-BDD3-DD827C056E83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32468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12D5C1-D0DC-40F7-BDD3-DD827C056E83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56432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12D5C1-D0DC-40F7-BDD3-DD827C056E83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5360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12D5C1-D0DC-40F7-BDD3-DD827C056E83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77197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12D5C1-D0DC-40F7-BDD3-DD827C056E83}" type="slidenum">
              <a:rPr lang="en-US" altLang="en-US" smtClean="0"/>
              <a:pPr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47907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12D5C1-D0DC-40F7-BDD3-DD827C056E83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89490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12D5C1-D0DC-40F7-BDD3-DD827C056E83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9020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12D5C1-D0DC-40F7-BDD3-DD827C056E83}" type="slidenum">
              <a:rPr lang="en-US" altLang="en-US" smtClean="0"/>
              <a:pPr/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36221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12D5C1-D0DC-40F7-BDD3-DD827C056E83}" type="slidenum">
              <a:rPr lang="en-US" altLang="en-US" smtClean="0"/>
              <a:pPr/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25746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12D5C1-D0DC-40F7-BDD3-DD827C056E83}" type="slidenum">
              <a:rPr lang="en-US" altLang="en-US" smtClean="0"/>
              <a:pPr/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08224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12D5C1-D0DC-40F7-BDD3-DD827C056E83}" type="slidenum">
              <a:rPr lang="en-US" altLang="en-US" smtClean="0"/>
              <a:pPr/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409322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12D5C1-D0DC-40F7-BDD3-DD827C056E83}" type="slidenum">
              <a:rPr lang="en-US" altLang="en-US" smtClean="0"/>
              <a:pPr/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21068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12D5C1-D0DC-40F7-BDD3-DD827C056E83}" type="slidenum">
              <a:rPr lang="en-US" altLang="en-US" smtClean="0"/>
              <a:pPr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889276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12D5C1-D0DC-40F7-BDD3-DD827C056E83}" type="slidenum">
              <a:rPr lang="en-US" altLang="en-US" smtClean="0"/>
              <a:pPr/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930615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12D5C1-D0DC-40F7-BDD3-DD827C056E83}" type="slidenum">
              <a:rPr lang="en-US" altLang="en-US" smtClean="0"/>
              <a:pPr/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538945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12D5C1-D0DC-40F7-BDD3-DD827C056E83}" type="slidenum">
              <a:rPr lang="en-US" altLang="en-US" smtClean="0"/>
              <a:pPr/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053118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12D5C1-D0DC-40F7-BDD3-DD827C056E83}" type="slidenum">
              <a:rPr lang="en-US" altLang="en-US" smtClean="0"/>
              <a:pPr/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515605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12D5C1-D0DC-40F7-BDD3-DD827C056E83}" type="slidenum">
              <a:rPr lang="en-US" altLang="en-US" smtClean="0"/>
              <a:pPr/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030600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12D5C1-D0DC-40F7-BDD3-DD827C056E83}" type="slidenum">
              <a:rPr lang="en-US" altLang="en-US" smtClean="0"/>
              <a:pPr/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067054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12D5C1-D0DC-40F7-BDD3-DD827C056E83}" type="slidenum">
              <a:rPr lang="en-US" altLang="en-US" smtClean="0"/>
              <a:pPr/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630635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12D5C1-D0DC-40F7-BDD3-DD827C056E83}" type="slidenum">
              <a:rPr lang="en-US" altLang="en-US" smtClean="0"/>
              <a:pPr/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0158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7" Type="http://schemas.openxmlformats.org/officeDocument/2006/relationships/image" Target="../media/image1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LOGO_200">
            <a:extLst>
              <a:ext uri="{FF2B5EF4-FFF2-40B4-BE49-F238E27FC236}">
                <a16:creationId xmlns:a16="http://schemas.microsoft.com/office/drawing/2014/main" id="{F8789D68-DF1E-45B3-A6C0-77A5EB0055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286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 descr="LOGO_200">
            <a:extLst>
              <a:ext uri="{FF2B5EF4-FFF2-40B4-BE49-F238E27FC236}">
                <a16:creationId xmlns:a16="http://schemas.microsoft.com/office/drawing/2014/main" id="{71ED43BD-67BE-440C-9864-F25EBC75E0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286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685800" y="2362200"/>
            <a:ext cx="7772400" cy="1238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77DFC483-F5BF-4539-96D2-E99714B02B7D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E3CF486E-B4FC-4C96-8CB1-945F4BA1A0D7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© Hill, Lipasti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5FABDED-DC68-4356-9B69-6A27D6D86E8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F26D53C3-94B4-4E25-868F-FDCC830F1813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5013153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F58DF54A-2963-4066-855D-BE4BF006F8C4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E82FE2C-A1EE-4380-817A-5988FD0EE0FA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© Hill, Lipasti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1B472F8-3BEF-4271-B8F6-C8512E515ED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2pPr lvl="1">
              <a:defRPr sz="1400"/>
            </a:lvl2pPr>
          </a:lstStyle>
          <a:p>
            <a:pPr lvl="1"/>
            <a:fld id="{B7E7A024-158A-42C6-8EE4-794CA031091A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121708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8F5570D-AF20-4116-9732-9EB433FF6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5A42796-B95F-4E56-8309-BCB5EAFE3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© Hill, Lipasti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AF911B6-C369-49A9-A1C1-DE305D680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BA02BA93-FC22-4768-97AD-81B6FD26661F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5968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625" y="609600"/>
            <a:ext cx="8080375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2625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5025" y="1981200"/>
            <a:ext cx="3810000" cy="4114800"/>
          </a:xfrm>
        </p:spPr>
        <p:txBody>
          <a:bodyPr/>
          <a:lstStyle/>
          <a:p>
            <a:pPr lvl="0"/>
            <a:r>
              <a:rPr lang="en-US" noProof="0"/>
              <a:t>Click icon to add clip art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4203BB7-8619-4698-8C86-AB3895D96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9F6D0A7-8F5A-4739-98BC-F6AB11F63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© Hill, Lipasti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92EA5A7-7B44-4C5D-8930-15F48A197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D58B94F4-A469-442A-A38B-D59DA896557B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2805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4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2.xml"/><Relationship Id="rId5" Type="http://schemas.openxmlformats.org/officeDocument/2006/relationships/theme" Target="../theme/theme1.xml"/><Relationship Id="rId10" Type="http://schemas.openxmlformats.org/officeDocument/2006/relationships/tags" Target="../tags/tag6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6162EC40-6D83-46D2-84B7-479A8F0D6330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 bwMode="auto">
          <a:xfrm>
            <a:off x="457200" y="274638"/>
            <a:ext cx="7467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23BDD8D4-E695-492F-9065-EDA1992142BE}"/>
              </a:ext>
            </a:extLst>
          </p:cNvPr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0FE4E-B9B0-436E-9272-1202EAFD4606}"/>
              </a:ext>
            </a:extLst>
          </p:cNvPr>
          <p:cNvSpPr>
            <a:spLocks noGrp="1"/>
          </p:cNvSpPr>
          <p:nvPr>
            <p:ph type="dt" sz="half" idx="2"/>
            <p:custDataLst>
              <p:tags r:id="rId8"/>
            </p:custDataLst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7D937-A571-46B2-8B29-D8E6557E4123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9"/>
            </p:custDataLst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altLang="en-US"/>
              <a:t>© Hill, Lipasti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80E1F-60C3-42F4-9240-6EB48215B9C0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0"/>
            </p:custDataLst>
          </p:nvPr>
        </p:nvSpPr>
        <p:spPr>
          <a:xfrm>
            <a:off x="7620000" y="6356350"/>
            <a:ext cx="1066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2pPr lvl="1" algn="r">
              <a:defRPr>
                <a:latin typeface="Calibri" panose="020F0502020204030204" pitchFamily="34" charset="0"/>
              </a:defRPr>
            </a:lvl2pPr>
          </a:lstStyle>
          <a:p>
            <a:pPr lvl="1"/>
            <a:fld id="{7E04EAAA-BCAE-4A81-8F71-B5EE1EE34BC4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1" r:id="rId3"/>
    <p:sldLayoutId id="2147483682" r:id="rId4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13" Type="http://schemas.openxmlformats.org/officeDocument/2006/relationships/tags" Target="../tags/tag40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12" Type="http://schemas.openxmlformats.org/officeDocument/2006/relationships/tags" Target="../tags/tag39.xml"/><Relationship Id="rId2" Type="http://schemas.openxmlformats.org/officeDocument/2006/relationships/tags" Target="../tags/tag29.xml"/><Relationship Id="rId16" Type="http://schemas.openxmlformats.org/officeDocument/2006/relationships/image" Target="../media/image2.emf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tags" Target="../tags/tag38.xml"/><Relationship Id="rId5" Type="http://schemas.openxmlformats.org/officeDocument/2006/relationships/tags" Target="../tags/tag32.xml"/><Relationship Id="rId15" Type="http://schemas.openxmlformats.org/officeDocument/2006/relationships/notesSlide" Target="../notesSlides/notesSlide4.xml"/><Relationship Id="rId10" Type="http://schemas.openxmlformats.org/officeDocument/2006/relationships/tags" Target="../tags/tag37.xml"/><Relationship Id="rId4" Type="http://schemas.openxmlformats.org/officeDocument/2006/relationships/tags" Target="../tags/tag31.xml"/><Relationship Id="rId9" Type="http://schemas.openxmlformats.org/officeDocument/2006/relationships/tags" Target="../tags/tag36.xml"/><Relationship Id="rId1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43.xml"/><Relationship Id="rId7" Type="http://schemas.openxmlformats.org/officeDocument/2006/relationships/tags" Target="../tags/tag47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55.xml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12" Type="http://schemas.openxmlformats.org/officeDocument/2006/relationships/notesSlide" Target="../notesSlides/notesSlide6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52.xml"/><Relationship Id="rId10" Type="http://schemas.openxmlformats.org/officeDocument/2006/relationships/tags" Target="../tags/tag57.xml"/><Relationship Id="rId4" Type="http://schemas.openxmlformats.org/officeDocument/2006/relationships/tags" Target="../tags/tag51.xml"/><Relationship Id="rId9" Type="http://schemas.openxmlformats.org/officeDocument/2006/relationships/tags" Target="../tags/tag5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60.xml"/><Relationship Id="rId7" Type="http://schemas.openxmlformats.org/officeDocument/2006/relationships/tags" Target="../tags/tag64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72.xml"/><Relationship Id="rId13" Type="http://schemas.openxmlformats.org/officeDocument/2006/relationships/notesSlide" Target="../notesSlides/notesSlide8.xml"/><Relationship Id="rId3" Type="http://schemas.openxmlformats.org/officeDocument/2006/relationships/tags" Target="../tags/tag67.xml"/><Relationship Id="rId7" Type="http://schemas.openxmlformats.org/officeDocument/2006/relationships/tags" Target="../tags/tag71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tags" Target="../tags/tag70.xml"/><Relationship Id="rId11" Type="http://schemas.openxmlformats.org/officeDocument/2006/relationships/tags" Target="../tags/tag75.xml"/><Relationship Id="rId5" Type="http://schemas.openxmlformats.org/officeDocument/2006/relationships/tags" Target="../tags/tag69.xml"/><Relationship Id="rId10" Type="http://schemas.openxmlformats.org/officeDocument/2006/relationships/tags" Target="../tags/tag74.xml"/><Relationship Id="rId4" Type="http://schemas.openxmlformats.org/officeDocument/2006/relationships/tags" Target="../tags/tag68.xml"/><Relationship Id="rId9" Type="http://schemas.openxmlformats.org/officeDocument/2006/relationships/tags" Target="../tags/tag7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83.xml"/><Relationship Id="rId3" Type="http://schemas.openxmlformats.org/officeDocument/2006/relationships/tags" Target="../tags/tag78.xml"/><Relationship Id="rId7" Type="http://schemas.openxmlformats.org/officeDocument/2006/relationships/tags" Target="../tags/tag82.xml"/><Relationship Id="rId12" Type="http://schemas.openxmlformats.org/officeDocument/2006/relationships/notesSlide" Target="../notesSlides/notesSlide9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tags" Target="../tags/tag81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80.xml"/><Relationship Id="rId10" Type="http://schemas.openxmlformats.org/officeDocument/2006/relationships/tags" Target="../tags/tag85.xml"/><Relationship Id="rId4" Type="http://schemas.openxmlformats.org/officeDocument/2006/relationships/tags" Target="../tags/tag79.xml"/><Relationship Id="rId9" Type="http://schemas.openxmlformats.org/officeDocument/2006/relationships/tags" Target="../tags/tag8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93.xml"/><Relationship Id="rId13" Type="http://schemas.openxmlformats.org/officeDocument/2006/relationships/notesSlide" Target="../notesSlides/notesSlide10.xml"/><Relationship Id="rId3" Type="http://schemas.openxmlformats.org/officeDocument/2006/relationships/tags" Target="../tags/tag88.xml"/><Relationship Id="rId7" Type="http://schemas.openxmlformats.org/officeDocument/2006/relationships/tags" Target="../tags/tag92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11" Type="http://schemas.openxmlformats.org/officeDocument/2006/relationships/tags" Target="../tags/tag96.xml"/><Relationship Id="rId5" Type="http://schemas.openxmlformats.org/officeDocument/2006/relationships/tags" Target="../tags/tag90.xml"/><Relationship Id="rId10" Type="http://schemas.openxmlformats.org/officeDocument/2006/relationships/tags" Target="../tags/tag95.xml"/><Relationship Id="rId4" Type="http://schemas.openxmlformats.org/officeDocument/2006/relationships/tags" Target="../tags/tag89.xml"/><Relationship Id="rId9" Type="http://schemas.openxmlformats.org/officeDocument/2006/relationships/tags" Target="../tags/tag9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04.xml"/><Relationship Id="rId3" Type="http://schemas.openxmlformats.org/officeDocument/2006/relationships/tags" Target="../tags/tag99.xml"/><Relationship Id="rId7" Type="http://schemas.openxmlformats.org/officeDocument/2006/relationships/tags" Target="../tags/tag103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tags" Target="../tags/tag102.xml"/><Relationship Id="rId5" Type="http://schemas.openxmlformats.org/officeDocument/2006/relationships/tags" Target="../tags/tag101.xml"/><Relationship Id="rId10" Type="http://schemas.openxmlformats.org/officeDocument/2006/relationships/notesSlide" Target="../notesSlides/notesSlide11.xml"/><Relationship Id="rId4" Type="http://schemas.openxmlformats.org/officeDocument/2006/relationships/tags" Target="../tags/tag100.xml"/><Relationship Id="rId9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tags" Target="../tags/tag117.xml"/><Relationship Id="rId18" Type="http://schemas.openxmlformats.org/officeDocument/2006/relationships/tags" Target="../tags/tag122.xml"/><Relationship Id="rId26" Type="http://schemas.openxmlformats.org/officeDocument/2006/relationships/tags" Target="../tags/tag130.xml"/><Relationship Id="rId21" Type="http://schemas.openxmlformats.org/officeDocument/2006/relationships/tags" Target="../tags/tag125.xml"/><Relationship Id="rId34" Type="http://schemas.openxmlformats.org/officeDocument/2006/relationships/tags" Target="../tags/tag138.xml"/><Relationship Id="rId7" Type="http://schemas.openxmlformats.org/officeDocument/2006/relationships/tags" Target="../tags/tag111.xml"/><Relationship Id="rId12" Type="http://schemas.openxmlformats.org/officeDocument/2006/relationships/tags" Target="../tags/tag116.xml"/><Relationship Id="rId17" Type="http://schemas.openxmlformats.org/officeDocument/2006/relationships/tags" Target="../tags/tag121.xml"/><Relationship Id="rId25" Type="http://schemas.openxmlformats.org/officeDocument/2006/relationships/tags" Target="../tags/tag129.xml"/><Relationship Id="rId33" Type="http://schemas.openxmlformats.org/officeDocument/2006/relationships/tags" Target="../tags/tag137.xml"/><Relationship Id="rId38" Type="http://schemas.openxmlformats.org/officeDocument/2006/relationships/notesSlide" Target="../notesSlides/notesSlide12.xml"/><Relationship Id="rId2" Type="http://schemas.openxmlformats.org/officeDocument/2006/relationships/tags" Target="../tags/tag106.xml"/><Relationship Id="rId16" Type="http://schemas.openxmlformats.org/officeDocument/2006/relationships/tags" Target="../tags/tag120.xml"/><Relationship Id="rId20" Type="http://schemas.openxmlformats.org/officeDocument/2006/relationships/tags" Target="../tags/tag124.xml"/><Relationship Id="rId29" Type="http://schemas.openxmlformats.org/officeDocument/2006/relationships/tags" Target="../tags/tag133.xml"/><Relationship Id="rId1" Type="http://schemas.openxmlformats.org/officeDocument/2006/relationships/tags" Target="../tags/tag105.xml"/><Relationship Id="rId6" Type="http://schemas.openxmlformats.org/officeDocument/2006/relationships/tags" Target="../tags/tag110.xml"/><Relationship Id="rId11" Type="http://schemas.openxmlformats.org/officeDocument/2006/relationships/tags" Target="../tags/tag115.xml"/><Relationship Id="rId24" Type="http://schemas.openxmlformats.org/officeDocument/2006/relationships/tags" Target="../tags/tag128.xml"/><Relationship Id="rId32" Type="http://schemas.openxmlformats.org/officeDocument/2006/relationships/tags" Target="../tags/tag136.xml"/><Relationship Id="rId37" Type="http://schemas.openxmlformats.org/officeDocument/2006/relationships/slideLayout" Target="../slideLayouts/slideLayout2.xml"/><Relationship Id="rId5" Type="http://schemas.openxmlformats.org/officeDocument/2006/relationships/tags" Target="../tags/tag109.xml"/><Relationship Id="rId15" Type="http://schemas.openxmlformats.org/officeDocument/2006/relationships/tags" Target="../tags/tag119.xml"/><Relationship Id="rId23" Type="http://schemas.openxmlformats.org/officeDocument/2006/relationships/tags" Target="../tags/tag127.xml"/><Relationship Id="rId28" Type="http://schemas.openxmlformats.org/officeDocument/2006/relationships/tags" Target="../tags/tag132.xml"/><Relationship Id="rId36" Type="http://schemas.openxmlformats.org/officeDocument/2006/relationships/tags" Target="../tags/tag140.xml"/><Relationship Id="rId10" Type="http://schemas.openxmlformats.org/officeDocument/2006/relationships/tags" Target="../tags/tag114.xml"/><Relationship Id="rId19" Type="http://schemas.openxmlformats.org/officeDocument/2006/relationships/tags" Target="../tags/tag123.xml"/><Relationship Id="rId31" Type="http://schemas.openxmlformats.org/officeDocument/2006/relationships/tags" Target="../tags/tag135.xml"/><Relationship Id="rId4" Type="http://schemas.openxmlformats.org/officeDocument/2006/relationships/tags" Target="../tags/tag108.xml"/><Relationship Id="rId9" Type="http://schemas.openxmlformats.org/officeDocument/2006/relationships/tags" Target="../tags/tag113.xml"/><Relationship Id="rId14" Type="http://schemas.openxmlformats.org/officeDocument/2006/relationships/tags" Target="../tags/tag118.xml"/><Relationship Id="rId22" Type="http://schemas.openxmlformats.org/officeDocument/2006/relationships/tags" Target="../tags/tag126.xml"/><Relationship Id="rId27" Type="http://schemas.openxmlformats.org/officeDocument/2006/relationships/tags" Target="../tags/tag131.xml"/><Relationship Id="rId30" Type="http://schemas.openxmlformats.org/officeDocument/2006/relationships/tags" Target="../tags/tag134.xml"/><Relationship Id="rId35" Type="http://schemas.openxmlformats.org/officeDocument/2006/relationships/tags" Target="../tags/tag139.xml"/><Relationship Id="rId8" Type="http://schemas.openxmlformats.org/officeDocument/2006/relationships/tags" Target="../tags/tag112.xml"/><Relationship Id="rId3" Type="http://schemas.openxmlformats.org/officeDocument/2006/relationships/tags" Target="../tags/tag107.xml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tags" Target="../tags/tag153.xml"/><Relationship Id="rId18" Type="http://schemas.openxmlformats.org/officeDocument/2006/relationships/tags" Target="../tags/tag158.xml"/><Relationship Id="rId26" Type="http://schemas.openxmlformats.org/officeDocument/2006/relationships/tags" Target="../tags/tag166.xml"/><Relationship Id="rId39" Type="http://schemas.openxmlformats.org/officeDocument/2006/relationships/tags" Target="../tags/tag179.xml"/><Relationship Id="rId21" Type="http://schemas.openxmlformats.org/officeDocument/2006/relationships/tags" Target="../tags/tag161.xml"/><Relationship Id="rId34" Type="http://schemas.openxmlformats.org/officeDocument/2006/relationships/tags" Target="../tags/tag174.xml"/><Relationship Id="rId42" Type="http://schemas.openxmlformats.org/officeDocument/2006/relationships/tags" Target="../tags/tag182.xml"/><Relationship Id="rId47" Type="http://schemas.openxmlformats.org/officeDocument/2006/relationships/notesSlide" Target="../notesSlides/notesSlide13.xml"/><Relationship Id="rId7" Type="http://schemas.openxmlformats.org/officeDocument/2006/relationships/tags" Target="../tags/tag147.xml"/><Relationship Id="rId2" Type="http://schemas.openxmlformats.org/officeDocument/2006/relationships/tags" Target="../tags/tag142.xml"/><Relationship Id="rId16" Type="http://schemas.openxmlformats.org/officeDocument/2006/relationships/tags" Target="../tags/tag156.xml"/><Relationship Id="rId29" Type="http://schemas.openxmlformats.org/officeDocument/2006/relationships/tags" Target="../tags/tag169.xml"/><Relationship Id="rId1" Type="http://schemas.openxmlformats.org/officeDocument/2006/relationships/tags" Target="../tags/tag141.xml"/><Relationship Id="rId6" Type="http://schemas.openxmlformats.org/officeDocument/2006/relationships/tags" Target="../tags/tag146.xml"/><Relationship Id="rId11" Type="http://schemas.openxmlformats.org/officeDocument/2006/relationships/tags" Target="../tags/tag151.xml"/><Relationship Id="rId24" Type="http://schemas.openxmlformats.org/officeDocument/2006/relationships/tags" Target="../tags/tag164.xml"/><Relationship Id="rId32" Type="http://schemas.openxmlformats.org/officeDocument/2006/relationships/tags" Target="../tags/tag172.xml"/><Relationship Id="rId37" Type="http://schemas.openxmlformats.org/officeDocument/2006/relationships/tags" Target="../tags/tag177.xml"/><Relationship Id="rId40" Type="http://schemas.openxmlformats.org/officeDocument/2006/relationships/tags" Target="../tags/tag180.xml"/><Relationship Id="rId45" Type="http://schemas.openxmlformats.org/officeDocument/2006/relationships/tags" Target="../tags/tag185.xml"/><Relationship Id="rId5" Type="http://schemas.openxmlformats.org/officeDocument/2006/relationships/tags" Target="../tags/tag145.xml"/><Relationship Id="rId15" Type="http://schemas.openxmlformats.org/officeDocument/2006/relationships/tags" Target="../tags/tag155.xml"/><Relationship Id="rId23" Type="http://schemas.openxmlformats.org/officeDocument/2006/relationships/tags" Target="../tags/tag163.xml"/><Relationship Id="rId28" Type="http://schemas.openxmlformats.org/officeDocument/2006/relationships/tags" Target="../tags/tag168.xml"/><Relationship Id="rId36" Type="http://schemas.openxmlformats.org/officeDocument/2006/relationships/tags" Target="../tags/tag176.xml"/><Relationship Id="rId10" Type="http://schemas.openxmlformats.org/officeDocument/2006/relationships/tags" Target="../tags/tag150.xml"/><Relationship Id="rId19" Type="http://schemas.openxmlformats.org/officeDocument/2006/relationships/tags" Target="../tags/tag159.xml"/><Relationship Id="rId31" Type="http://schemas.openxmlformats.org/officeDocument/2006/relationships/tags" Target="../tags/tag171.xml"/><Relationship Id="rId44" Type="http://schemas.openxmlformats.org/officeDocument/2006/relationships/tags" Target="../tags/tag184.xml"/><Relationship Id="rId4" Type="http://schemas.openxmlformats.org/officeDocument/2006/relationships/tags" Target="../tags/tag144.xml"/><Relationship Id="rId9" Type="http://schemas.openxmlformats.org/officeDocument/2006/relationships/tags" Target="../tags/tag149.xml"/><Relationship Id="rId14" Type="http://schemas.openxmlformats.org/officeDocument/2006/relationships/tags" Target="../tags/tag154.xml"/><Relationship Id="rId22" Type="http://schemas.openxmlformats.org/officeDocument/2006/relationships/tags" Target="../tags/tag162.xml"/><Relationship Id="rId27" Type="http://schemas.openxmlformats.org/officeDocument/2006/relationships/tags" Target="../tags/tag167.xml"/><Relationship Id="rId30" Type="http://schemas.openxmlformats.org/officeDocument/2006/relationships/tags" Target="../tags/tag170.xml"/><Relationship Id="rId35" Type="http://schemas.openxmlformats.org/officeDocument/2006/relationships/tags" Target="../tags/tag175.xml"/><Relationship Id="rId43" Type="http://schemas.openxmlformats.org/officeDocument/2006/relationships/tags" Target="../tags/tag183.xml"/><Relationship Id="rId8" Type="http://schemas.openxmlformats.org/officeDocument/2006/relationships/tags" Target="../tags/tag148.xml"/><Relationship Id="rId3" Type="http://schemas.openxmlformats.org/officeDocument/2006/relationships/tags" Target="../tags/tag143.xml"/><Relationship Id="rId12" Type="http://schemas.openxmlformats.org/officeDocument/2006/relationships/tags" Target="../tags/tag152.xml"/><Relationship Id="rId17" Type="http://schemas.openxmlformats.org/officeDocument/2006/relationships/tags" Target="../tags/tag157.xml"/><Relationship Id="rId25" Type="http://schemas.openxmlformats.org/officeDocument/2006/relationships/tags" Target="../tags/tag165.xml"/><Relationship Id="rId33" Type="http://schemas.openxmlformats.org/officeDocument/2006/relationships/tags" Target="../tags/tag173.xml"/><Relationship Id="rId38" Type="http://schemas.openxmlformats.org/officeDocument/2006/relationships/tags" Target="../tags/tag178.xml"/><Relationship Id="rId46" Type="http://schemas.openxmlformats.org/officeDocument/2006/relationships/slideLayout" Target="../slideLayouts/slideLayout2.xml"/><Relationship Id="rId20" Type="http://schemas.openxmlformats.org/officeDocument/2006/relationships/tags" Target="../tags/tag160.xml"/><Relationship Id="rId41" Type="http://schemas.openxmlformats.org/officeDocument/2006/relationships/tags" Target="../tags/tag18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193.xml"/><Relationship Id="rId13" Type="http://schemas.openxmlformats.org/officeDocument/2006/relationships/tags" Target="../tags/tag198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188.xml"/><Relationship Id="rId7" Type="http://schemas.openxmlformats.org/officeDocument/2006/relationships/tags" Target="../tags/tag192.xml"/><Relationship Id="rId12" Type="http://schemas.openxmlformats.org/officeDocument/2006/relationships/tags" Target="../tags/tag197.xml"/><Relationship Id="rId17" Type="http://schemas.openxmlformats.org/officeDocument/2006/relationships/tags" Target="../tags/tag202.xml"/><Relationship Id="rId2" Type="http://schemas.openxmlformats.org/officeDocument/2006/relationships/tags" Target="../tags/tag187.xml"/><Relationship Id="rId16" Type="http://schemas.openxmlformats.org/officeDocument/2006/relationships/tags" Target="../tags/tag201.xml"/><Relationship Id="rId20" Type="http://schemas.openxmlformats.org/officeDocument/2006/relationships/image" Target="../media/image2.emf"/><Relationship Id="rId1" Type="http://schemas.openxmlformats.org/officeDocument/2006/relationships/tags" Target="../tags/tag186.xml"/><Relationship Id="rId6" Type="http://schemas.openxmlformats.org/officeDocument/2006/relationships/tags" Target="../tags/tag191.xml"/><Relationship Id="rId11" Type="http://schemas.openxmlformats.org/officeDocument/2006/relationships/tags" Target="../tags/tag196.xml"/><Relationship Id="rId5" Type="http://schemas.openxmlformats.org/officeDocument/2006/relationships/tags" Target="../tags/tag190.xml"/><Relationship Id="rId15" Type="http://schemas.openxmlformats.org/officeDocument/2006/relationships/tags" Target="../tags/tag200.xml"/><Relationship Id="rId10" Type="http://schemas.openxmlformats.org/officeDocument/2006/relationships/tags" Target="../tags/tag195.xml"/><Relationship Id="rId19" Type="http://schemas.openxmlformats.org/officeDocument/2006/relationships/notesSlide" Target="../notesSlides/notesSlide14.xml"/><Relationship Id="rId4" Type="http://schemas.openxmlformats.org/officeDocument/2006/relationships/tags" Target="../tags/tag189.xml"/><Relationship Id="rId9" Type="http://schemas.openxmlformats.org/officeDocument/2006/relationships/tags" Target="../tags/tag194.xml"/><Relationship Id="rId14" Type="http://schemas.openxmlformats.org/officeDocument/2006/relationships/tags" Target="../tags/tag199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5.xml"/><Relationship Id="rId3" Type="http://schemas.openxmlformats.org/officeDocument/2006/relationships/tags" Target="../tags/tag205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04.xml"/><Relationship Id="rId1" Type="http://schemas.openxmlformats.org/officeDocument/2006/relationships/tags" Target="../tags/tag203.xml"/><Relationship Id="rId6" Type="http://schemas.openxmlformats.org/officeDocument/2006/relationships/tags" Target="../tags/tag208.xml"/><Relationship Id="rId5" Type="http://schemas.openxmlformats.org/officeDocument/2006/relationships/tags" Target="../tags/tag207.xml"/><Relationship Id="rId4" Type="http://schemas.openxmlformats.org/officeDocument/2006/relationships/tags" Target="../tags/tag206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216.xml"/><Relationship Id="rId3" Type="http://schemas.openxmlformats.org/officeDocument/2006/relationships/tags" Target="../tags/tag211.xml"/><Relationship Id="rId7" Type="http://schemas.openxmlformats.org/officeDocument/2006/relationships/tags" Target="../tags/tag215.xml"/><Relationship Id="rId2" Type="http://schemas.openxmlformats.org/officeDocument/2006/relationships/tags" Target="../tags/tag210.xml"/><Relationship Id="rId1" Type="http://schemas.openxmlformats.org/officeDocument/2006/relationships/tags" Target="../tags/tag209.xml"/><Relationship Id="rId6" Type="http://schemas.openxmlformats.org/officeDocument/2006/relationships/tags" Target="../tags/tag214.xml"/><Relationship Id="rId5" Type="http://schemas.openxmlformats.org/officeDocument/2006/relationships/tags" Target="../tags/tag213.xml"/><Relationship Id="rId10" Type="http://schemas.openxmlformats.org/officeDocument/2006/relationships/notesSlide" Target="../notesSlides/notesSlide16.xml"/><Relationship Id="rId4" Type="http://schemas.openxmlformats.org/officeDocument/2006/relationships/tags" Target="../tags/tag212.xml"/><Relationship Id="rId9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224.xml"/><Relationship Id="rId13" Type="http://schemas.openxmlformats.org/officeDocument/2006/relationships/notesSlide" Target="../notesSlides/notesSlide17.xml"/><Relationship Id="rId3" Type="http://schemas.openxmlformats.org/officeDocument/2006/relationships/tags" Target="../tags/tag219.xml"/><Relationship Id="rId7" Type="http://schemas.openxmlformats.org/officeDocument/2006/relationships/tags" Target="../tags/tag223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218.xml"/><Relationship Id="rId1" Type="http://schemas.openxmlformats.org/officeDocument/2006/relationships/tags" Target="../tags/tag217.xml"/><Relationship Id="rId6" Type="http://schemas.openxmlformats.org/officeDocument/2006/relationships/tags" Target="../tags/tag222.xml"/><Relationship Id="rId11" Type="http://schemas.openxmlformats.org/officeDocument/2006/relationships/tags" Target="../tags/tag227.xml"/><Relationship Id="rId5" Type="http://schemas.openxmlformats.org/officeDocument/2006/relationships/tags" Target="../tags/tag221.xml"/><Relationship Id="rId10" Type="http://schemas.openxmlformats.org/officeDocument/2006/relationships/tags" Target="../tags/tag226.xml"/><Relationship Id="rId4" Type="http://schemas.openxmlformats.org/officeDocument/2006/relationships/tags" Target="../tags/tag220.xml"/><Relationship Id="rId9" Type="http://schemas.openxmlformats.org/officeDocument/2006/relationships/tags" Target="../tags/tag22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235.xml"/><Relationship Id="rId13" Type="http://schemas.openxmlformats.org/officeDocument/2006/relationships/notesSlide" Target="../notesSlides/notesSlide18.xml"/><Relationship Id="rId3" Type="http://schemas.openxmlformats.org/officeDocument/2006/relationships/tags" Target="../tags/tag230.xml"/><Relationship Id="rId7" Type="http://schemas.openxmlformats.org/officeDocument/2006/relationships/tags" Target="../tags/tag234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229.xml"/><Relationship Id="rId1" Type="http://schemas.openxmlformats.org/officeDocument/2006/relationships/tags" Target="../tags/tag228.xml"/><Relationship Id="rId6" Type="http://schemas.openxmlformats.org/officeDocument/2006/relationships/tags" Target="../tags/tag233.xml"/><Relationship Id="rId11" Type="http://schemas.openxmlformats.org/officeDocument/2006/relationships/tags" Target="../tags/tag238.xml"/><Relationship Id="rId5" Type="http://schemas.openxmlformats.org/officeDocument/2006/relationships/tags" Target="../tags/tag232.xml"/><Relationship Id="rId10" Type="http://schemas.openxmlformats.org/officeDocument/2006/relationships/tags" Target="../tags/tag237.xml"/><Relationship Id="rId4" Type="http://schemas.openxmlformats.org/officeDocument/2006/relationships/tags" Target="../tags/tag231.xml"/><Relationship Id="rId9" Type="http://schemas.openxmlformats.org/officeDocument/2006/relationships/tags" Target="../tags/tag23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241.xml"/><Relationship Id="rId2" Type="http://schemas.openxmlformats.org/officeDocument/2006/relationships/tags" Target="../tags/tag240.xml"/><Relationship Id="rId1" Type="http://schemas.openxmlformats.org/officeDocument/2006/relationships/tags" Target="../tags/tag239.xml"/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4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245.xml"/><Relationship Id="rId7" Type="http://schemas.openxmlformats.org/officeDocument/2006/relationships/tags" Target="../tags/tag249.xml"/><Relationship Id="rId2" Type="http://schemas.openxmlformats.org/officeDocument/2006/relationships/tags" Target="../tags/tag244.xml"/><Relationship Id="rId1" Type="http://schemas.openxmlformats.org/officeDocument/2006/relationships/tags" Target="../tags/tag243.xml"/><Relationship Id="rId6" Type="http://schemas.openxmlformats.org/officeDocument/2006/relationships/tags" Target="../tags/tag248.xml"/><Relationship Id="rId5" Type="http://schemas.openxmlformats.org/officeDocument/2006/relationships/tags" Target="../tags/tag247.xml"/><Relationship Id="rId4" Type="http://schemas.openxmlformats.org/officeDocument/2006/relationships/tags" Target="../tags/tag246.xml"/><Relationship Id="rId9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252.xml"/><Relationship Id="rId2" Type="http://schemas.openxmlformats.org/officeDocument/2006/relationships/tags" Target="../tags/tag251.xml"/><Relationship Id="rId1" Type="http://schemas.openxmlformats.org/officeDocument/2006/relationships/tags" Target="../tags/tag250.xml"/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53.xml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tags" Target="../tags/tag266.xml"/><Relationship Id="rId18" Type="http://schemas.openxmlformats.org/officeDocument/2006/relationships/tags" Target="../tags/tag271.xml"/><Relationship Id="rId26" Type="http://schemas.openxmlformats.org/officeDocument/2006/relationships/tags" Target="../tags/tag279.xml"/><Relationship Id="rId3" Type="http://schemas.openxmlformats.org/officeDocument/2006/relationships/tags" Target="../tags/tag256.xml"/><Relationship Id="rId21" Type="http://schemas.openxmlformats.org/officeDocument/2006/relationships/tags" Target="../tags/tag274.xml"/><Relationship Id="rId34" Type="http://schemas.openxmlformats.org/officeDocument/2006/relationships/slideLayout" Target="../slideLayouts/slideLayout2.xml"/><Relationship Id="rId7" Type="http://schemas.openxmlformats.org/officeDocument/2006/relationships/tags" Target="../tags/tag260.xml"/><Relationship Id="rId12" Type="http://schemas.openxmlformats.org/officeDocument/2006/relationships/tags" Target="../tags/tag265.xml"/><Relationship Id="rId17" Type="http://schemas.openxmlformats.org/officeDocument/2006/relationships/tags" Target="../tags/tag270.xml"/><Relationship Id="rId25" Type="http://schemas.openxmlformats.org/officeDocument/2006/relationships/tags" Target="../tags/tag278.xml"/><Relationship Id="rId33" Type="http://schemas.openxmlformats.org/officeDocument/2006/relationships/tags" Target="../tags/tag286.xml"/><Relationship Id="rId2" Type="http://schemas.openxmlformats.org/officeDocument/2006/relationships/tags" Target="../tags/tag255.xml"/><Relationship Id="rId16" Type="http://schemas.openxmlformats.org/officeDocument/2006/relationships/tags" Target="../tags/tag269.xml"/><Relationship Id="rId20" Type="http://schemas.openxmlformats.org/officeDocument/2006/relationships/tags" Target="../tags/tag273.xml"/><Relationship Id="rId29" Type="http://schemas.openxmlformats.org/officeDocument/2006/relationships/tags" Target="../tags/tag282.xml"/><Relationship Id="rId1" Type="http://schemas.openxmlformats.org/officeDocument/2006/relationships/tags" Target="../tags/tag254.xml"/><Relationship Id="rId6" Type="http://schemas.openxmlformats.org/officeDocument/2006/relationships/tags" Target="../tags/tag259.xml"/><Relationship Id="rId11" Type="http://schemas.openxmlformats.org/officeDocument/2006/relationships/tags" Target="../tags/tag264.xml"/><Relationship Id="rId24" Type="http://schemas.openxmlformats.org/officeDocument/2006/relationships/tags" Target="../tags/tag277.xml"/><Relationship Id="rId32" Type="http://schemas.openxmlformats.org/officeDocument/2006/relationships/tags" Target="../tags/tag285.xml"/><Relationship Id="rId5" Type="http://schemas.openxmlformats.org/officeDocument/2006/relationships/tags" Target="../tags/tag258.xml"/><Relationship Id="rId15" Type="http://schemas.openxmlformats.org/officeDocument/2006/relationships/tags" Target="../tags/tag268.xml"/><Relationship Id="rId23" Type="http://schemas.openxmlformats.org/officeDocument/2006/relationships/tags" Target="../tags/tag276.xml"/><Relationship Id="rId28" Type="http://schemas.openxmlformats.org/officeDocument/2006/relationships/tags" Target="../tags/tag281.xml"/><Relationship Id="rId10" Type="http://schemas.openxmlformats.org/officeDocument/2006/relationships/tags" Target="../tags/tag263.xml"/><Relationship Id="rId19" Type="http://schemas.openxmlformats.org/officeDocument/2006/relationships/tags" Target="../tags/tag272.xml"/><Relationship Id="rId31" Type="http://schemas.openxmlformats.org/officeDocument/2006/relationships/tags" Target="../tags/tag284.xml"/><Relationship Id="rId4" Type="http://schemas.openxmlformats.org/officeDocument/2006/relationships/tags" Target="../tags/tag257.xml"/><Relationship Id="rId9" Type="http://schemas.openxmlformats.org/officeDocument/2006/relationships/tags" Target="../tags/tag262.xml"/><Relationship Id="rId14" Type="http://schemas.openxmlformats.org/officeDocument/2006/relationships/tags" Target="../tags/tag267.xml"/><Relationship Id="rId22" Type="http://schemas.openxmlformats.org/officeDocument/2006/relationships/tags" Target="../tags/tag275.xml"/><Relationship Id="rId27" Type="http://schemas.openxmlformats.org/officeDocument/2006/relationships/tags" Target="../tags/tag280.xml"/><Relationship Id="rId30" Type="http://schemas.openxmlformats.org/officeDocument/2006/relationships/tags" Target="../tags/tag283.xml"/><Relationship Id="rId35" Type="http://schemas.openxmlformats.org/officeDocument/2006/relationships/notesSlide" Target="../notesSlides/notesSlide22.xml"/><Relationship Id="rId8" Type="http://schemas.openxmlformats.org/officeDocument/2006/relationships/tags" Target="../tags/tag26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294.xml"/><Relationship Id="rId13" Type="http://schemas.openxmlformats.org/officeDocument/2006/relationships/tags" Target="../tags/tag299.xml"/><Relationship Id="rId18" Type="http://schemas.openxmlformats.org/officeDocument/2006/relationships/tags" Target="../tags/tag304.xml"/><Relationship Id="rId26" Type="http://schemas.openxmlformats.org/officeDocument/2006/relationships/tags" Target="../tags/tag312.xml"/><Relationship Id="rId3" Type="http://schemas.openxmlformats.org/officeDocument/2006/relationships/tags" Target="../tags/tag289.xml"/><Relationship Id="rId21" Type="http://schemas.openxmlformats.org/officeDocument/2006/relationships/tags" Target="../tags/tag307.xml"/><Relationship Id="rId7" Type="http://schemas.openxmlformats.org/officeDocument/2006/relationships/tags" Target="../tags/tag293.xml"/><Relationship Id="rId12" Type="http://schemas.openxmlformats.org/officeDocument/2006/relationships/tags" Target="../tags/tag298.xml"/><Relationship Id="rId17" Type="http://schemas.openxmlformats.org/officeDocument/2006/relationships/tags" Target="../tags/tag303.xml"/><Relationship Id="rId25" Type="http://schemas.openxmlformats.org/officeDocument/2006/relationships/tags" Target="../tags/tag311.xml"/><Relationship Id="rId2" Type="http://schemas.openxmlformats.org/officeDocument/2006/relationships/tags" Target="../tags/tag288.xml"/><Relationship Id="rId16" Type="http://schemas.openxmlformats.org/officeDocument/2006/relationships/tags" Target="../tags/tag302.xml"/><Relationship Id="rId20" Type="http://schemas.openxmlformats.org/officeDocument/2006/relationships/tags" Target="../tags/tag306.xml"/><Relationship Id="rId29" Type="http://schemas.openxmlformats.org/officeDocument/2006/relationships/notesSlide" Target="../notesSlides/notesSlide23.xml"/><Relationship Id="rId1" Type="http://schemas.openxmlformats.org/officeDocument/2006/relationships/tags" Target="../tags/tag287.xml"/><Relationship Id="rId6" Type="http://schemas.openxmlformats.org/officeDocument/2006/relationships/tags" Target="../tags/tag292.xml"/><Relationship Id="rId11" Type="http://schemas.openxmlformats.org/officeDocument/2006/relationships/tags" Target="../tags/tag297.xml"/><Relationship Id="rId24" Type="http://schemas.openxmlformats.org/officeDocument/2006/relationships/tags" Target="../tags/tag310.xml"/><Relationship Id="rId5" Type="http://schemas.openxmlformats.org/officeDocument/2006/relationships/tags" Target="../tags/tag291.xml"/><Relationship Id="rId15" Type="http://schemas.openxmlformats.org/officeDocument/2006/relationships/tags" Target="../tags/tag301.xml"/><Relationship Id="rId23" Type="http://schemas.openxmlformats.org/officeDocument/2006/relationships/tags" Target="../tags/tag309.xml"/><Relationship Id="rId28" Type="http://schemas.openxmlformats.org/officeDocument/2006/relationships/slideLayout" Target="../slideLayouts/slideLayout2.xml"/><Relationship Id="rId10" Type="http://schemas.openxmlformats.org/officeDocument/2006/relationships/tags" Target="../tags/tag296.xml"/><Relationship Id="rId19" Type="http://schemas.openxmlformats.org/officeDocument/2006/relationships/tags" Target="../tags/tag305.xml"/><Relationship Id="rId4" Type="http://schemas.openxmlformats.org/officeDocument/2006/relationships/tags" Target="../tags/tag290.xml"/><Relationship Id="rId9" Type="http://schemas.openxmlformats.org/officeDocument/2006/relationships/tags" Target="../tags/tag295.xml"/><Relationship Id="rId14" Type="http://schemas.openxmlformats.org/officeDocument/2006/relationships/tags" Target="../tags/tag300.xml"/><Relationship Id="rId22" Type="http://schemas.openxmlformats.org/officeDocument/2006/relationships/tags" Target="../tags/tag308.xml"/><Relationship Id="rId27" Type="http://schemas.openxmlformats.org/officeDocument/2006/relationships/tags" Target="../tags/tag3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tags" Target="../tags/tag314.xml"/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1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5.xml"/><Relationship Id="rId3" Type="http://schemas.openxmlformats.org/officeDocument/2006/relationships/tags" Target="../tags/tag320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319.xml"/><Relationship Id="rId1" Type="http://schemas.openxmlformats.org/officeDocument/2006/relationships/tags" Target="../tags/tag318.xml"/><Relationship Id="rId6" Type="http://schemas.openxmlformats.org/officeDocument/2006/relationships/tags" Target="../tags/tag323.xml"/><Relationship Id="rId5" Type="http://schemas.openxmlformats.org/officeDocument/2006/relationships/tags" Target="../tags/tag322.xml"/><Relationship Id="rId4" Type="http://schemas.openxmlformats.org/officeDocument/2006/relationships/tags" Target="../tags/tag32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326.xml"/><Relationship Id="rId7" Type="http://schemas.openxmlformats.org/officeDocument/2006/relationships/notesSlide" Target="../notesSlides/notesSlide26.xml"/><Relationship Id="rId2" Type="http://schemas.openxmlformats.org/officeDocument/2006/relationships/tags" Target="../tags/tag325.xml"/><Relationship Id="rId1" Type="http://schemas.openxmlformats.org/officeDocument/2006/relationships/tags" Target="../tags/tag32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28.xml"/><Relationship Id="rId4" Type="http://schemas.openxmlformats.org/officeDocument/2006/relationships/tags" Target="../tags/tag32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336.xml"/><Relationship Id="rId13" Type="http://schemas.openxmlformats.org/officeDocument/2006/relationships/tags" Target="../tags/tag341.xml"/><Relationship Id="rId3" Type="http://schemas.openxmlformats.org/officeDocument/2006/relationships/tags" Target="../tags/tag331.xml"/><Relationship Id="rId7" Type="http://schemas.openxmlformats.org/officeDocument/2006/relationships/tags" Target="../tags/tag335.xml"/><Relationship Id="rId12" Type="http://schemas.openxmlformats.org/officeDocument/2006/relationships/tags" Target="../tags/tag340.xml"/><Relationship Id="rId2" Type="http://schemas.openxmlformats.org/officeDocument/2006/relationships/tags" Target="../tags/tag330.xml"/><Relationship Id="rId1" Type="http://schemas.openxmlformats.org/officeDocument/2006/relationships/tags" Target="../tags/tag329.xml"/><Relationship Id="rId6" Type="http://schemas.openxmlformats.org/officeDocument/2006/relationships/tags" Target="../tags/tag334.xml"/><Relationship Id="rId11" Type="http://schemas.openxmlformats.org/officeDocument/2006/relationships/tags" Target="../tags/tag339.xml"/><Relationship Id="rId5" Type="http://schemas.openxmlformats.org/officeDocument/2006/relationships/tags" Target="../tags/tag333.xml"/><Relationship Id="rId15" Type="http://schemas.openxmlformats.org/officeDocument/2006/relationships/notesSlide" Target="../notesSlides/notesSlide27.xml"/><Relationship Id="rId10" Type="http://schemas.openxmlformats.org/officeDocument/2006/relationships/tags" Target="../tags/tag338.xml"/><Relationship Id="rId4" Type="http://schemas.openxmlformats.org/officeDocument/2006/relationships/tags" Target="../tags/tag332.xml"/><Relationship Id="rId9" Type="http://schemas.openxmlformats.org/officeDocument/2006/relationships/tags" Target="../tags/tag337.xml"/><Relationship Id="rId14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349.xml"/><Relationship Id="rId13" Type="http://schemas.openxmlformats.org/officeDocument/2006/relationships/tags" Target="../tags/tag354.xml"/><Relationship Id="rId18" Type="http://schemas.openxmlformats.org/officeDocument/2006/relationships/tags" Target="../tags/tag359.xml"/><Relationship Id="rId3" Type="http://schemas.openxmlformats.org/officeDocument/2006/relationships/tags" Target="../tags/tag344.xml"/><Relationship Id="rId21" Type="http://schemas.openxmlformats.org/officeDocument/2006/relationships/notesSlide" Target="../notesSlides/notesSlide28.xml"/><Relationship Id="rId7" Type="http://schemas.openxmlformats.org/officeDocument/2006/relationships/tags" Target="../tags/tag348.xml"/><Relationship Id="rId12" Type="http://schemas.openxmlformats.org/officeDocument/2006/relationships/tags" Target="../tags/tag353.xml"/><Relationship Id="rId17" Type="http://schemas.openxmlformats.org/officeDocument/2006/relationships/tags" Target="../tags/tag358.xml"/><Relationship Id="rId2" Type="http://schemas.openxmlformats.org/officeDocument/2006/relationships/tags" Target="../tags/tag343.xml"/><Relationship Id="rId16" Type="http://schemas.openxmlformats.org/officeDocument/2006/relationships/tags" Target="../tags/tag357.xml"/><Relationship Id="rId20" Type="http://schemas.openxmlformats.org/officeDocument/2006/relationships/slideLayout" Target="../slideLayouts/slideLayout2.xml"/><Relationship Id="rId1" Type="http://schemas.openxmlformats.org/officeDocument/2006/relationships/tags" Target="../tags/tag342.xml"/><Relationship Id="rId6" Type="http://schemas.openxmlformats.org/officeDocument/2006/relationships/tags" Target="../tags/tag347.xml"/><Relationship Id="rId11" Type="http://schemas.openxmlformats.org/officeDocument/2006/relationships/tags" Target="../tags/tag352.xml"/><Relationship Id="rId5" Type="http://schemas.openxmlformats.org/officeDocument/2006/relationships/tags" Target="../tags/tag346.xml"/><Relationship Id="rId15" Type="http://schemas.openxmlformats.org/officeDocument/2006/relationships/tags" Target="../tags/tag356.xml"/><Relationship Id="rId10" Type="http://schemas.openxmlformats.org/officeDocument/2006/relationships/tags" Target="../tags/tag351.xml"/><Relationship Id="rId19" Type="http://schemas.openxmlformats.org/officeDocument/2006/relationships/tags" Target="../tags/tag360.xml"/><Relationship Id="rId4" Type="http://schemas.openxmlformats.org/officeDocument/2006/relationships/tags" Target="../tags/tag345.xml"/><Relationship Id="rId9" Type="http://schemas.openxmlformats.org/officeDocument/2006/relationships/tags" Target="../tags/tag350.xml"/><Relationship Id="rId14" Type="http://schemas.openxmlformats.org/officeDocument/2006/relationships/tags" Target="../tags/tag355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368.xml"/><Relationship Id="rId13" Type="http://schemas.openxmlformats.org/officeDocument/2006/relationships/tags" Target="../tags/tag373.xml"/><Relationship Id="rId18" Type="http://schemas.openxmlformats.org/officeDocument/2006/relationships/tags" Target="../tags/tag378.xml"/><Relationship Id="rId3" Type="http://schemas.openxmlformats.org/officeDocument/2006/relationships/tags" Target="../tags/tag363.xml"/><Relationship Id="rId21" Type="http://schemas.openxmlformats.org/officeDocument/2006/relationships/tags" Target="../tags/tag381.xml"/><Relationship Id="rId7" Type="http://schemas.openxmlformats.org/officeDocument/2006/relationships/tags" Target="../tags/tag367.xml"/><Relationship Id="rId12" Type="http://schemas.openxmlformats.org/officeDocument/2006/relationships/tags" Target="../tags/tag372.xml"/><Relationship Id="rId17" Type="http://schemas.openxmlformats.org/officeDocument/2006/relationships/tags" Target="../tags/tag377.xml"/><Relationship Id="rId2" Type="http://schemas.openxmlformats.org/officeDocument/2006/relationships/tags" Target="../tags/tag362.xml"/><Relationship Id="rId16" Type="http://schemas.openxmlformats.org/officeDocument/2006/relationships/tags" Target="../tags/tag376.xml"/><Relationship Id="rId20" Type="http://schemas.openxmlformats.org/officeDocument/2006/relationships/tags" Target="../tags/tag380.xml"/><Relationship Id="rId1" Type="http://schemas.openxmlformats.org/officeDocument/2006/relationships/tags" Target="../tags/tag361.xml"/><Relationship Id="rId6" Type="http://schemas.openxmlformats.org/officeDocument/2006/relationships/tags" Target="../tags/tag366.xml"/><Relationship Id="rId11" Type="http://schemas.openxmlformats.org/officeDocument/2006/relationships/tags" Target="../tags/tag371.xml"/><Relationship Id="rId5" Type="http://schemas.openxmlformats.org/officeDocument/2006/relationships/tags" Target="../tags/tag365.xml"/><Relationship Id="rId15" Type="http://schemas.openxmlformats.org/officeDocument/2006/relationships/tags" Target="../tags/tag375.xml"/><Relationship Id="rId23" Type="http://schemas.openxmlformats.org/officeDocument/2006/relationships/notesSlide" Target="../notesSlides/notesSlide29.xml"/><Relationship Id="rId10" Type="http://schemas.openxmlformats.org/officeDocument/2006/relationships/tags" Target="../tags/tag370.xml"/><Relationship Id="rId19" Type="http://schemas.openxmlformats.org/officeDocument/2006/relationships/tags" Target="../tags/tag379.xml"/><Relationship Id="rId4" Type="http://schemas.openxmlformats.org/officeDocument/2006/relationships/tags" Target="../tags/tag364.xml"/><Relationship Id="rId9" Type="http://schemas.openxmlformats.org/officeDocument/2006/relationships/tags" Target="../tags/tag369.xml"/><Relationship Id="rId14" Type="http://schemas.openxmlformats.org/officeDocument/2006/relationships/tags" Target="../tags/tag374.xml"/><Relationship Id="rId22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17" Type="http://schemas.openxmlformats.org/officeDocument/2006/relationships/tags" Target="../tags/tag498.xml"/><Relationship Id="rId21" Type="http://schemas.openxmlformats.org/officeDocument/2006/relationships/tags" Target="../tags/tag402.xml"/><Relationship Id="rId42" Type="http://schemas.openxmlformats.org/officeDocument/2006/relationships/tags" Target="../tags/tag423.xml"/><Relationship Id="rId63" Type="http://schemas.openxmlformats.org/officeDocument/2006/relationships/tags" Target="../tags/tag444.xml"/><Relationship Id="rId84" Type="http://schemas.openxmlformats.org/officeDocument/2006/relationships/tags" Target="../tags/tag465.xml"/><Relationship Id="rId138" Type="http://schemas.openxmlformats.org/officeDocument/2006/relationships/tags" Target="../tags/tag519.xml"/><Relationship Id="rId159" Type="http://schemas.openxmlformats.org/officeDocument/2006/relationships/tags" Target="../tags/tag540.xml"/><Relationship Id="rId170" Type="http://schemas.openxmlformats.org/officeDocument/2006/relationships/notesSlide" Target="../notesSlides/notesSlide30.xml"/><Relationship Id="rId107" Type="http://schemas.openxmlformats.org/officeDocument/2006/relationships/tags" Target="../tags/tag488.xml"/><Relationship Id="rId11" Type="http://schemas.openxmlformats.org/officeDocument/2006/relationships/tags" Target="../tags/tag392.xml"/><Relationship Id="rId32" Type="http://schemas.openxmlformats.org/officeDocument/2006/relationships/tags" Target="../tags/tag413.xml"/><Relationship Id="rId53" Type="http://schemas.openxmlformats.org/officeDocument/2006/relationships/tags" Target="../tags/tag434.xml"/><Relationship Id="rId74" Type="http://schemas.openxmlformats.org/officeDocument/2006/relationships/tags" Target="../tags/tag455.xml"/><Relationship Id="rId128" Type="http://schemas.openxmlformats.org/officeDocument/2006/relationships/tags" Target="../tags/tag509.xml"/><Relationship Id="rId149" Type="http://schemas.openxmlformats.org/officeDocument/2006/relationships/tags" Target="../tags/tag530.xml"/><Relationship Id="rId5" Type="http://schemas.openxmlformats.org/officeDocument/2006/relationships/tags" Target="../tags/tag386.xml"/><Relationship Id="rId95" Type="http://schemas.openxmlformats.org/officeDocument/2006/relationships/tags" Target="../tags/tag476.xml"/><Relationship Id="rId160" Type="http://schemas.openxmlformats.org/officeDocument/2006/relationships/tags" Target="../tags/tag541.xml"/><Relationship Id="rId22" Type="http://schemas.openxmlformats.org/officeDocument/2006/relationships/tags" Target="../tags/tag403.xml"/><Relationship Id="rId43" Type="http://schemas.openxmlformats.org/officeDocument/2006/relationships/tags" Target="../tags/tag424.xml"/><Relationship Id="rId64" Type="http://schemas.openxmlformats.org/officeDocument/2006/relationships/tags" Target="../tags/tag445.xml"/><Relationship Id="rId118" Type="http://schemas.openxmlformats.org/officeDocument/2006/relationships/tags" Target="../tags/tag499.xml"/><Relationship Id="rId139" Type="http://schemas.openxmlformats.org/officeDocument/2006/relationships/tags" Target="../tags/tag520.xml"/><Relationship Id="rId85" Type="http://schemas.openxmlformats.org/officeDocument/2006/relationships/tags" Target="../tags/tag466.xml"/><Relationship Id="rId150" Type="http://schemas.openxmlformats.org/officeDocument/2006/relationships/tags" Target="../tags/tag531.xml"/><Relationship Id="rId12" Type="http://schemas.openxmlformats.org/officeDocument/2006/relationships/tags" Target="../tags/tag393.xml"/><Relationship Id="rId33" Type="http://schemas.openxmlformats.org/officeDocument/2006/relationships/tags" Target="../tags/tag414.xml"/><Relationship Id="rId108" Type="http://schemas.openxmlformats.org/officeDocument/2006/relationships/tags" Target="../tags/tag489.xml"/><Relationship Id="rId129" Type="http://schemas.openxmlformats.org/officeDocument/2006/relationships/tags" Target="../tags/tag510.xml"/><Relationship Id="rId54" Type="http://schemas.openxmlformats.org/officeDocument/2006/relationships/tags" Target="../tags/tag435.xml"/><Relationship Id="rId70" Type="http://schemas.openxmlformats.org/officeDocument/2006/relationships/tags" Target="../tags/tag451.xml"/><Relationship Id="rId75" Type="http://schemas.openxmlformats.org/officeDocument/2006/relationships/tags" Target="../tags/tag456.xml"/><Relationship Id="rId91" Type="http://schemas.openxmlformats.org/officeDocument/2006/relationships/tags" Target="../tags/tag472.xml"/><Relationship Id="rId96" Type="http://schemas.openxmlformats.org/officeDocument/2006/relationships/tags" Target="../tags/tag477.xml"/><Relationship Id="rId140" Type="http://schemas.openxmlformats.org/officeDocument/2006/relationships/tags" Target="../tags/tag521.xml"/><Relationship Id="rId145" Type="http://schemas.openxmlformats.org/officeDocument/2006/relationships/tags" Target="../tags/tag526.xml"/><Relationship Id="rId161" Type="http://schemas.openxmlformats.org/officeDocument/2006/relationships/tags" Target="../tags/tag542.xml"/><Relationship Id="rId166" Type="http://schemas.openxmlformats.org/officeDocument/2006/relationships/tags" Target="../tags/tag547.xml"/><Relationship Id="rId1" Type="http://schemas.openxmlformats.org/officeDocument/2006/relationships/tags" Target="../tags/tag382.xml"/><Relationship Id="rId6" Type="http://schemas.openxmlformats.org/officeDocument/2006/relationships/tags" Target="../tags/tag387.xml"/><Relationship Id="rId23" Type="http://schemas.openxmlformats.org/officeDocument/2006/relationships/tags" Target="../tags/tag404.xml"/><Relationship Id="rId28" Type="http://schemas.openxmlformats.org/officeDocument/2006/relationships/tags" Target="../tags/tag409.xml"/><Relationship Id="rId49" Type="http://schemas.openxmlformats.org/officeDocument/2006/relationships/tags" Target="../tags/tag430.xml"/><Relationship Id="rId114" Type="http://schemas.openxmlformats.org/officeDocument/2006/relationships/tags" Target="../tags/tag495.xml"/><Relationship Id="rId119" Type="http://schemas.openxmlformats.org/officeDocument/2006/relationships/tags" Target="../tags/tag500.xml"/><Relationship Id="rId44" Type="http://schemas.openxmlformats.org/officeDocument/2006/relationships/tags" Target="../tags/tag425.xml"/><Relationship Id="rId60" Type="http://schemas.openxmlformats.org/officeDocument/2006/relationships/tags" Target="../tags/tag441.xml"/><Relationship Id="rId65" Type="http://schemas.openxmlformats.org/officeDocument/2006/relationships/tags" Target="../tags/tag446.xml"/><Relationship Id="rId81" Type="http://schemas.openxmlformats.org/officeDocument/2006/relationships/tags" Target="../tags/tag462.xml"/><Relationship Id="rId86" Type="http://schemas.openxmlformats.org/officeDocument/2006/relationships/tags" Target="../tags/tag467.xml"/><Relationship Id="rId130" Type="http://schemas.openxmlformats.org/officeDocument/2006/relationships/tags" Target="../tags/tag511.xml"/><Relationship Id="rId135" Type="http://schemas.openxmlformats.org/officeDocument/2006/relationships/tags" Target="../tags/tag516.xml"/><Relationship Id="rId151" Type="http://schemas.openxmlformats.org/officeDocument/2006/relationships/tags" Target="../tags/tag532.xml"/><Relationship Id="rId156" Type="http://schemas.openxmlformats.org/officeDocument/2006/relationships/tags" Target="../tags/tag537.xml"/><Relationship Id="rId13" Type="http://schemas.openxmlformats.org/officeDocument/2006/relationships/tags" Target="../tags/tag394.xml"/><Relationship Id="rId18" Type="http://schemas.openxmlformats.org/officeDocument/2006/relationships/tags" Target="../tags/tag399.xml"/><Relationship Id="rId39" Type="http://schemas.openxmlformats.org/officeDocument/2006/relationships/tags" Target="../tags/tag420.xml"/><Relationship Id="rId109" Type="http://schemas.openxmlformats.org/officeDocument/2006/relationships/tags" Target="../tags/tag490.xml"/><Relationship Id="rId34" Type="http://schemas.openxmlformats.org/officeDocument/2006/relationships/tags" Target="../tags/tag415.xml"/><Relationship Id="rId50" Type="http://schemas.openxmlformats.org/officeDocument/2006/relationships/tags" Target="../tags/tag431.xml"/><Relationship Id="rId55" Type="http://schemas.openxmlformats.org/officeDocument/2006/relationships/tags" Target="../tags/tag436.xml"/><Relationship Id="rId76" Type="http://schemas.openxmlformats.org/officeDocument/2006/relationships/tags" Target="../tags/tag457.xml"/><Relationship Id="rId97" Type="http://schemas.openxmlformats.org/officeDocument/2006/relationships/tags" Target="../tags/tag478.xml"/><Relationship Id="rId104" Type="http://schemas.openxmlformats.org/officeDocument/2006/relationships/tags" Target="../tags/tag485.xml"/><Relationship Id="rId120" Type="http://schemas.openxmlformats.org/officeDocument/2006/relationships/tags" Target="../tags/tag501.xml"/><Relationship Id="rId125" Type="http://schemas.openxmlformats.org/officeDocument/2006/relationships/tags" Target="../tags/tag506.xml"/><Relationship Id="rId141" Type="http://schemas.openxmlformats.org/officeDocument/2006/relationships/tags" Target="../tags/tag522.xml"/><Relationship Id="rId146" Type="http://schemas.openxmlformats.org/officeDocument/2006/relationships/tags" Target="../tags/tag527.xml"/><Relationship Id="rId167" Type="http://schemas.openxmlformats.org/officeDocument/2006/relationships/tags" Target="../tags/tag548.xml"/><Relationship Id="rId7" Type="http://schemas.openxmlformats.org/officeDocument/2006/relationships/tags" Target="../tags/tag388.xml"/><Relationship Id="rId71" Type="http://schemas.openxmlformats.org/officeDocument/2006/relationships/tags" Target="../tags/tag452.xml"/><Relationship Id="rId92" Type="http://schemas.openxmlformats.org/officeDocument/2006/relationships/tags" Target="../tags/tag473.xml"/><Relationship Id="rId162" Type="http://schemas.openxmlformats.org/officeDocument/2006/relationships/tags" Target="../tags/tag543.xml"/><Relationship Id="rId2" Type="http://schemas.openxmlformats.org/officeDocument/2006/relationships/tags" Target="../tags/tag383.xml"/><Relationship Id="rId29" Type="http://schemas.openxmlformats.org/officeDocument/2006/relationships/tags" Target="../tags/tag410.xml"/><Relationship Id="rId24" Type="http://schemas.openxmlformats.org/officeDocument/2006/relationships/tags" Target="../tags/tag405.xml"/><Relationship Id="rId40" Type="http://schemas.openxmlformats.org/officeDocument/2006/relationships/tags" Target="../tags/tag421.xml"/><Relationship Id="rId45" Type="http://schemas.openxmlformats.org/officeDocument/2006/relationships/tags" Target="../tags/tag426.xml"/><Relationship Id="rId66" Type="http://schemas.openxmlformats.org/officeDocument/2006/relationships/tags" Target="../tags/tag447.xml"/><Relationship Id="rId87" Type="http://schemas.openxmlformats.org/officeDocument/2006/relationships/tags" Target="../tags/tag468.xml"/><Relationship Id="rId110" Type="http://schemas.openxmlformats.org/officeDocument/2006/relationships/tags" Target="../tags/tag491.xml"/><Relationship Id="rId115" Type="http://schemas.openxmlformats.org/officeDocument/2006/relationships/tags" Target="../tags/tag496.xml"/><Relationship Id="rId131" Type="http://schemas.openxmlformats.org/officeDocument/2006/relationships/tags" Target="../tags/tag512.xml"/><Relationship Id="rId136" Type="http://schemas.openxmlformats.org/officeDocument/2006/relationships/tags" Target="../tags/tag517.xml"/><Relationship Id="rId157" Type="http://schemas.openxmlformats.org/officeDocument/2006/relationships/tags" Target="../tags/tag538.xml"/><Relationship Id="rId61" Type="http://schemas.openxmlformats.org/officeDocument/2006/relationships/tags" Target="../tags/tag442.xml"/><Relationship Id="rId82" Type="http://schemas.openxmlformats.org/officeDocument/2006/relationships/tags" Target="../tags/tag463.xml"/><Relationship Id="rId152" Type="http://schemas.openxmlformats.org/officeDocument/2006/relationships/tags" Target="../tags/tag533.xml"/><Relationship Id="rId19" Type="http://schemas.openxmlformats.org/officeDocument/2006/relationships/tags" Target="../tags/tag400.xml"/><Relationship Id="rId14" Type="http://schemas.openxmlformats.org/officeDocument/2006/relationships/tags" Target="../tags/tag395.xml"/><Relationship Id="rId30" Type="http://schemas.openxmlformats.org/officeDocument/2006/relationships/tags" Target="../tags/tag411.xml"/><Relationship Id="rId35" Type="http://schemas.openxmlformats.org/officeDocument/2006/relationships/tags" Target="../tags/tag416.xml"/><Relationship Id="rId56" Type="http://schemas.openxmlformats.org/officeDocument/2006/relationships/tags" Target="../tags/tag437.xml"/><Relationship Id="rId77" Type="http://schemas.openxmlformats.org/officeDocument/2006/relationships/tags" Target="../tags/tag458.xml"/><Relationship Id="rId100" Type="http://schemas.openxmlformats.org/officeDocument/2006/relationships/tags" Target="../tags/tag481.xml"/><Relationship Id="rId105" Type="http://schemas.openxmlformats.org/officeDocument/2006/relationships/tags" Target="../tags/tag486.xml"/><Relationship Id="rId126" Type="http://schemas.openxmlformats.org/officeDocument/2006/relationships/tags" Target="../tags/tag507.xml"/><Relationship Id="rId147" Type="http://schemas.openxmlformats.org/officeDocument/2006/relationships/tags" Target="../tags/tag528.xml"/><Relationship Id="rId168" Type="http://schemas.openxmlformats.org/officeDocument/2006/relationships/tags" Target="../tags/tag549.xml"/><Relationship Id="rId8" Type="http://schemas.openxmlformats.org/officeDocument/2006/relationships/tags" Target="../tags/tag389.xml"/><Relationship Id="rId51" Type="http://schemas.openxmlformats.org/officeDocument/2006/relationships/tags" Target="../tags/tag432.xml"/><Relationship Id="rId72" Type="http://schemas.openxmlformats.org/officeDocument/2006/relationships/tags" Target="../tags/tag453.xml"/><Relationship Id="rId93" Type="http://schemas.openxmlformats.org/officeDocument/2006/relationships/tags" Target="../tags/tag474.xml"/><Relationship Id="rId98" Type="http://schemas.openxmlformats.org/officeDocument/2006/relationships/tags" Target="../tags/tag479.xml"/><Relationship Id="rId121" Type="http://schemas.openxmlformats.org/officeDocument/2006/relationships/tags" Target="../tags/tag502.xml"/><Relationship Id="rId142" Type="http://schemas.openxmlformats.org/officeDocument/2006/relationships/tags" Target="../tags/tag523.xml"/><Relationship Id="rId163" Type="http://schemas.openxmlformats.org/officeDocument/2006/relationships/tags" Target="../tags/tag544.xml"/><Relationship Id="rId3" Type="http://schemas.openxmlformats.org/officeDocument/2006/relationships/tags" Target="../tags/tag384.xml"/><Relationship Id="rId25" Type="http://schemas.openxmlformats.org/officeDocument/2006/relationships/tags" Target="../tags/tag406.xml"/><Relationship Id="rId46" Type="http://schemas.openxmlformats.org/officeDocument/2006/relationships/tags" Target="../tags/tag427.xml"/><Relationship Id="rId67" Type="http://schemas.openxmlformats.org/officeDocument/2006/relationships/tags" Target="../tags/tag448.xml"/><Relationship Id="rId116" Type="http://schemas.openxmlformats.org/officeDocument/2006/relationships/tags" Target="../tags/tag497.xml"/><Relationship Id="rId137" Type="http://schemas.openxmlformats.org/officeDocument/2006/relationships/tags" Target="../tags/tag518.xml"/><Relationship Id="rId158" Type="http://schemas.openxmlformats.org/officeDocument/2006/relationships/tags" Target="../tags/tag539.xml"/><Relationship Id="rId20" Type="http://schemas.openxmlformats.org/officeDocument/2006/relationships/tags" Target="../tags/tag401.xml"/><Relationship Id="rId41" Type="http://schemas.openxmlformats.org/officeDocument/2006/relationships/tags" Target="../tags/tag422.xml"/><Relationship Id="rId62" Type="http://schemas.openxmlformats.org/officeDocument/2006/relationships/tags" Target="../tags/tag443.xml"/><Relationship Id="rId83" Type="http://schemas.openxmlformats.org/officeDocument/2006/relationships/tags" Target="../tags/tag464.xml"/><Relationship Id="rId88" Type="http://schemas.openxmlformats.org/officeDocument/2006/relationships/tags" Target="../tags/tag469.xml"/><Relationship Id="rId111" Type="http://schemas.openxmlformats.org/officeDocument/2006/relationships/tags" Target="../tags/tag492.xml"/><Relationship Id="rId132" Type="http://schemas.openxmlformats.org/officeDocument/2006/relationships/tags" Target="../tags/tag513.xml"/><Relationship Id="rId153" Type="http://schemas.openxmlformats.org/officeDocument/2006/relationships/tags" Target="../tags/tag534.xml"/><Relationship Id="rId15" Type="http://schemas.openxmlformats.org/officeDocument/2006/relationships/tags" Target="../tags/tag396.xml"/><Relationship Id="rId36" Type="http://schemas.openxmlformats.org/officeDocument/2006/relationships/tags" Target="../tags/tag417.xml"/><Relationship Id="rId57" Type="http://schemas.openxmlformats.org/officeDocument/2006/relationships/tags" Target="../tags/tag438.xml"/><Relationship Id="rId106" Type="http://schemas.openxmlformats.org/officeDocument/2006/relationships/tags" Target="../tags/tag487.xml"/><Relationship Id="rId127" Type="http://schemas.openxmlformats.org/officeDocument/2006/relationships/tags" Target="../tags/tag508.xml"/><Relationship Id="rId10" Type="http://schemas.openxmlformats.org/officeDocument/2006/relationships/tags" Target="../tags/tag391.xml"/><Relationship Id="rId31" Type="http://schemas.openxmlformats.org/officeDocument/2006/relationships/tags" Target="../tags/tag412.xml"/><Relationship Id="rId52" Type="http://schemas.openxmlformats.org/officeDocument/2006/relationships/tags" Target="../tags/tag433.xml"/><Relationship Id="rId73" Type="http://schemas.openxmlformats.org/officeDocument/2006/relationships/tags" Target="../tags/tag454.xml"/><Relationship Id="rId78" Type="http://schemas.openxmlformats.org/officeDocument/2006/relationships/tags" Target="../tags/tag459.xml"/><Relationship Id="rId94" Type="http://schemas.openxmlformats.org/officeDocument/2006/relationships/tags" Target="../tags/tag475.xml"/><Relationship Id="rId99" Type="http://schemas.openxmlformats.org/officeDocument/2006/relationships/tags" Target="../tags/tag480.xml"/><Relationship Id="rId101" Type="http://schemas.openxmlformats.org/officeDocument/2006/relationships/tags" Target="../tags/tag482.xml"/><Relationship Id="rId122" Type="http://schemas.openxmlformats.org/officeDocument/2006/relationships/tags" Target="../tags/tag503.xml"/><Relationship Id="rId143" Type="http://schemas.openxmlformats.org/officeDocument/2006/relationships/tags" Target="../tags/tag524.xml"/><Relationship Id="rId148" Type="http://schemas.openxmlformats.org/officeDocument/2006/relationships/tags" Target="../tags/tag529.xml"/><Relationship Id="rId164" Type="http://schemas.openxmlformats.org/officeDocument/2006/relationships/tags" Target="../tags/tag545.xml"/><Relationship Id="rId169" Type="http://schemas.openxmlformats.org/officeDocument/2006/relationships/slideLayout" Target="../slideLayouts/slideLayout2.xml"/><Relationship Id="rId4" Type="http://schemas.openxmlformats.org/officeDocument/2006/relationships/tags" Target="../tags/tag385.xml"/><Relationship Id="rId9" Type="http://schemas.openxmlformats.org/officeDocument/2006/relationships/tags" Target="../tags/tag390.xml"/><Relationship Id="rId26" Type="http://schemas.openxmlformats.org/officeDocument/2006/relationships/tags" Target="../tags/tag407.xml"/><Relationship Id="rId47" Type="http://schemas.openxmlformats.org/officeDocument/2006/relationships/tags" Target="../tags/tag428.xml"/><Relationship Id="rId68" Type="http://schemas.openxmlformats.org/officeDocument/2006/relationships/tags" Target="../tags/tag449.xml"/><Relationship Id="rId89" Type="http://schemas.openxmlformats.org/officeDocument/2006/relationships/tags" Target="../tags/tag470.xml"/><Relationship Id="rId112" Type="http://schemas.openxmlformats.org/officeDocument/2006/relationships/tags" Target="../tags/tag493.xml"/><Relationship Id="rId133" Type="http://schemas.openxmlformats.org/officeDocument/2006/relationships/tags" Target="../tags/tag514.xml"/><Relationship Id="rId154" Type="http://schemas.openxmlformats.org/officeDocument/2006/relationships/tags" Target="../tags/tag535.xml"/><Relationship Id="rId16" Type="http://schemas.openxmlformats.org/officeDocument/2006/relationships/tags" Target="../tags/tag397.xml"/><Relationship Id="rId37" Type="http://schemas.openxmlformats.org/officeDocument/2006/relationships/tags" Target="../tags/tag418.xml"/><Relationship Id="rId58" Type="http://schemas.openxmlformats.org/officeDocument/2006/relationships/tags" Target="../tags/tag439.xml"/><Relationship Id="rId79" Type="http://schemas.openxmlformats.org/officeDocument/2006/relationships/tags" Target="../tags/tag460.xml"/><Relationship Id="rId102" Type="http://schemas.openxmlformats.org/officeDocument/2006/relationships/tags" Target="../tags/tag483.xml"/><Relationship Id="rId123" Type="http://schemas.openxmlformats.org/officeDocument/2006/relationships/tags" Target="../tags/tag504.xml"/><Relationship Id="rId144" Type="http://schemas.openxmlformats.org/officeDocument/2006/relationships/tags" Target="../tags/tag525.xml"/><Relationship Id="rId90" Type="http://schemas.openxmlformats.org/officeDocument/2006/relationships/tags" Target="../tags/tag471.xml"/><Relationship Id="rId165" Type="http://schemas.openxmlformats.org/officeDocument/2006/relationships/tags" Target="../tags/tag546.xml"/><Relationship Id="rId27" Type="http://schemas.openxmlformats.org/officeDocument/2006/relationships/tags" Target="../tags/tag408.xml"/><Relationship Id="rId48" Type="http://schemas.openxmlformats.org/officeDocument/2006/relationships/tags" Target="../tags/tag429.xml"/><Relationship Id="rId69" Type="http://schemas.openxmlformats.org/officeDocument/2006/relationships/tags" Target="../tags/tag450.xml"/><Relationship Id="rId113" Type="http://schemas.openxmlformats.org/officeDocument/2006/relationships/tags" Target="../tags/tag494.xml"/><Relationship Id="rId134" Type="http://schemas.openxmlformats.org/officeDocument/2006/relationships/tags" Target="../tags/tag515.xml"/><Relationship Id="rId80" Type="http://schemas.openxmlformats.org/officeDocument/2006/relationships/tags" Target="../tags/tag461.xml"/><Relationship Id="rId155" Type="http://schemas.openxmlformats.org/officeDocument/2006/relationships/tags" Target="../tags/tag536.xml"/><Relationship Id="rId17" Type="http://schemas.openxmlformats.org/officeDocument/2006/relationships/tags" Target="../tags/tag398.xml"/><Relationship Id="rId38" Type="http://schemas.openxmlformats.org/officeDocument/2006/relationships/tags" Target="../tags/tag419.xml"/><Relationship Id="rId59" Type="http://schemas.openxmlformats.org/officeDocument/2006/relationships/tags" Target="../tags/tag440.xml"/><Relationship Id="rId103" Type="http://schemas.openxmlformats.org/officeDocument/2006/relationships/tags" Target="../tags/tag484.xml"/><Relationship Id="rId124" Type="http://schemas.openxmlformats.org/officeDocument/2006/relationships/tags" Target="../tags/tag505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552.xml"/><Relationship Id="rId7" Type="http://schemas.openxmlformats.org/officeDocument/2006/relationships/notesSlide" Target="../notesSlides/notesSlide31.xml"/><Relationship Id="rId2" Type="http://schemas.openxmlformats.org/officeDocument/2006/relationships/tags" Target="../tags/tag551.xml"/><Relationship Id="rId1" Type="http://schemas.openxmlformats.org/officeDocument/2006/relationships/tags" Target="../tags/tag550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554.xml"/><Relationship Id="rId4" Type="http://schemas.openxmlformats.org/officeDocument/2006/relationships/tags" Target="../tags/tag553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557.xml"/><Relationship Id="rId7" Type="http://schemas.openxmlformats.org/officeDocument/2006/relationships/notesSlide" Target="../notesSlides/notesSlide32.xml"/><Relationship Id="rId2" Type="http://schemas.openxmlformats.org/officeDocument/2006/relationships/tags" Target="../tags/tag556.xml"/><Relationship Id="rId1" Type="http://schemas.openxmlformats.org/officeDocument/2006/relationships/tags" Target="../tags/tag555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559.xml"/><Relationship Id="rId4" Type="http://schemas.openxmlformats.org/officeDocument/2006/relationships/tags" Target="../tags/tag558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562.xml"/><Relationship Id="rId7" Type="http://schemas.openxmlformats.org/officeDocument/2006/relationships/notesSlide" Target="../notesSlides/notesSlide33.xml"/><Relationship Id="rId2" Type="http://schemas.openxmlformats.org/officeDocument/2006/relationships/tags" Target="../tags/tag561.xml"/><Relationship Id="rId1" Type="http://schemas.openxmlformats.org/officeDocument/2006/relationships/tags" Target="../tags/tag560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564.xml"/><Relationship Id="rId4" Type="http://schemas.openxmlformats.org/officeDocument/2006/relationships/tags" Target="../tags/tag563.xml"/><Relationship Id="rId9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tags" Target="../tags/tag567.xml"/><Relationship Id="rId7" Type="http://schemas.openxmlformats.org/officeDocument/2006/relationships/notesSlide" Target="../notesSlides/notesSlide34.xml"/><Relationship Id="rId2" Type="http://schemas.openxmlformats.org/officeDocument/2006/relationships/tags" Target="../tags/tag566.xml"/><Relationship Id="rId1" Type="http://schemas.openxmlformats.org/officeDocument/2006/relationships/tags" Target="../tags/tag565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569.xml"/><Relationship Id="rId4" Type="http://schemas.openxmlformats.org/officeDocument/2006/relationships/tags" Target="../tags/tag568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tags" Target="../tags/tag577.xml"/><Relationship Id="rId3" Type="http://schemas.openxmlformats.org/officeDocument/2006/relationships/tags" Target="../tags/tag572.xml"/><Relationship Id="rId7" Type="http://schemas.openxmlformats.org/officeDocument/2006/relationships/tags" Target="../tags/tag576.xml"/><Relationship Id="rId2" Type="http://schemas.openxmlformats.org/officeDocument/2006/relationships/tags" Target="../tags/tag571.xml"/><Relationship Id="rId1" Type="http://schemas.openxmlformats.org/officeDocument/2006/relationships/tags" Target="../tags/tag570.xml"/><Relationship Id="rId6" Type="http://schemas.openxmlformats.org/officeDocument/2006/relationships/tags" Target="../tags/tag575.xml"/><Relationship Id="rId5" Type="http://schemas.openxmlformats.org/officeDocument/2006/relationships/tags" Target="../tags/tag574.xml"/><Relationship Id="rId10" Type="http://schemas.openxmlformats.org/officeDocument/2006/relationships/notesSlide" Target="../notesSlides/notesSlide35.xml"/><Relationship Id="rId4" Type="http://schemas.openxmlformats.org/officeDocument/2006/relationships/tags" Target="../tags/tag573.xml"/><Relationship Id="rId9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tags" Target="../tags/tag585.xml"/><Relationship Id="rId13" Type="http://schemas.openxmlformats.org/officeDocument/2006/relationships/slideLayout" Target="../slideLayouts/slideLayout2.xml"/><Relationship Id="rId3" Type="http://schemas.openxmlformats.org/officeDocument/2006/relationships/tags" Target="../tags/tag580.xml"/><Relationship Id="rId7" Type="http://schemas.openxmlformats.org/officeDocument/2006/relationships/tags" Target="../tags/tag584.xml"/><Relationship Id="rId12" Type="http://schemas.openxmlformats.org/officeDocument/2006/relationships/tags" Target="../tags/tag589.xml"/><Relationship Id="rId2" Type="http://schemas.openxmlformats.org/officeDocument/2006/relationships/tags" Target="../tags/tag579.xml"/><Relationship Id="rId1" Type="http://schemas.openxmlformats.org/officeDocument/2006/relationships/tags" Target="../tags/tag578.xml"/><Relationship Id="rId6" Type="http://schemas.openxmlformats.org/officeDocument/2006/relationships/tags" Target="../tags/tag583.xml"/><Relationship Id="rId11" Type="http://schemas.openxmlformats.org/officeDocument/2006/relationships/tags" Target="../tags/tag588.xml"/><Relationship Id="rId5" Type="http://schemas.openxmlformats.org/officeDocument/2006/relationships/tags" Target="../tags/tag582.xml"/><Relationship Id="rId10" Type="http://schemas.openxmlformats.org/officeDocument/2006/relationships/tags" Target="../tags/tag587.xml"/><Relationship Id="rId4" Type="http://schemas.openxmlformats.org/officeDocument/2006/relationships/tags" Target="../tags/tag581.xml"/><Relationship Id="rId9" Type="http://schemas.openxmlformats.org/officeDocument/2006/relationships/tags" Target="../tags/tag586.xml"/><Relationship Id="rId14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F831BF55-F706-4EA0-ADB2-762E59B97EC4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457200" y="2495550"/>
            <a:ext cx="8229600" cy="1238250"/>
          </a:xfrm>
        </p:spPr>
        <p:txBody>
          <a:bodyPr/>
          <a:lstStyle/>
          <a:p>
            <a:pPr eaLnBrk="1" hangingPunct="1"/>
            <a:r>
              <a:rPr lang="en-US" altLang="en-US" dirty="0"/>
              <a:t>ECE/CS 552: Consistency and SIMD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F7F15D-B052-485D-B6FA-83AEEE3C0BC0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371600" y="3886200"/>
            <a:ext cx="6400800" cy="1752600"/>
          </a:xfrm>
        </p:spPr>
        <p:txBody>
          <a:bodyPr>
            <a:noAutofit/>
          </a:bodyPr>
          <a:lstStyle/>
          <a:p>
            <a:pPr eaLnBrk="1" hangingPunct="1">
              <a:buFont typeface="Arial" charset="0"/>
              <a:buNone/>
              <a:defRPr/>
            </a:pPr>
            <a:r>
              <a:rPr lang="en-US" sz="2200" dirty="0"/>
              <a:t>Boone Severson</a:t>
            </a:r>
          </a:p>
          <a:p>
            <a:pPr eaLnBrk="1" hangingPunct="1">
              <a:buFont typeface="Arial" charset="0"/>
              <a:buNone/>
              <a:defRPr/>
            </a:pPr>
            <a:endParaRPr lang="en-US" sz="2200" dirty="0"/>
          </a:p>
          <a:p>
            <a:pPr eaLnBrk="1" hangingPunct="1">
              <a:buFont typeface="Arial" charset="0"/>
              <a:buNone/>
              <a:defRPr/>
            </a:pPr>
            <a:r>
              <a:rPr lang="en-US" sz="2200" dirty="0"/>
              <a:t>Lecture notes based in part on slides created by Joshua San Miguel, </a:t>
            </a:r>
            <a:r>
              <a:rPr lang="en-US" sz="2200" dirty="0" err="1"/>
              <a:t>Mikko</a:t>
            </a:r>
            <a:r>
              <a:rPr lang="en-US" sz="2200" dirty="0"/>
              <a:t> </a:t>
            </a:r>
            <a:r>
              <a:rPr lang="en-US" sz="2200" dirty="0" err="1"/>
              <a:t>Lipasti</a:t>
            </a:r>
            <a:r>
              <a:rPr lang="en-US" sz="2200" dirty="0"/>
              <a:t>, Mark Hill, David Wood, </a:t>
            </a:r>
            <a:r>
              <a:rPr lang="en-US" sz="2200" dirty="0" err="1"/>
              <a:t>Guri</a:t>
            </a:r>
            <a:r>
              <a:rPr lang="en-US" sz="2200" dirty="0"/>
              <a:t> Sohi, John Shen and Jim Smith</a:t>
            </a:r>
          </a:p>
          <a:p>
            <a:pPr eaLnBrk="1" hangingPunct="1">
              <a:buFont typeface="Arial" charset="0"/>
              <a:buNone/>
              <a:defRPr/>
            </a:pPr>
            <a:r>
              <a:rPr lang="en-US" sz="2200" dirty="0"/>
              <a:t>  </a:t>
            </a:r>
          </a:p>
          <a:p>
            <a:pPr eaLnBrk="1" hangingPunct="1">
              <a:buFont typeface="Arial" charset="0"/>
              <a:buNone/>
              <a:defRPr/>
            </a:pPr>
            <a:endParaRPr lang="en-US" sz="2200" dirty="0"/>
          </a:p>
        </p:txBody>
      </p:sp>
    </p:spTree>
    <p:custDataLst>
      <p:tags r:id="rId1"/>
    </p:custData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39307AE-3ED1-42FC-B3CA-2E7E0171E78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Forecast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EF56DE11-1CD6-4AB1-ADE4-E75FAD219132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3428999"/>
          </a:xfrm>
        </p:spPr>
        <p:txBody>
          <a:bodyPr/>
          <a:lstStyle/>
          <a:p>
            <a:pPr eaLnBrk="1" hangingPunct="1"/>
            <a:r>
              <a:rPr lang="en-US" altLang="en-US" dirty="0"/>
              <a:t>Sequential consistency</a:t>
            </a:r>
          </a:p>
          <a:p>
            <a:pPr eaLnBrk="1" hangingPunct="1"/>
            <a:r>
              <a:rPr lang="en-US" altLang="en-US" dirty="0"/>
              <a:t>SIMD</a:t>
            </a:r>
          </a:p>
          <a:p>
            <a:pPr eaLnBrk="1" hangingPunct="1"/>
            <a:r>
              <a:rPr lang="en-US" altLang="en-US" dirty="0"/>
              <a:t>MISD</a:t>
            </a:r>
          </a:p>
        </p:txBody>
      </p:sp>
      <p:sp>
        <p:nvSpPr>
          <p:cNvPr id="5124" name="Slide Number Placeholder 5">
            <a:extLst>
              <a:ext uri="{FF2B5EF4-FFF2-40B4-BE49-F238E27FC236}">
                <a16:creationId xmlns:a16="http://schemas.microsoft.com/office/drawing/2014/main" id="{A1055087-C230-4EE2-AFF5-40A64843586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53E60991-BA97-453A-8B8F-ABCF2169B25C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39307AE-3ED1-42FC-B3CA-2E7E0171E78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Coherence and Consistency</a:t>
            </a:r>
          </a:p>
        </p:txBody>
      </p:sp>
      <p:sp>
        <p:nvSpPr>
          <p:cNvPr id="5124" name="Slide Number Placeholder 5">
            <a:extLst>
              <a:ext uri="{FF2B5EF4-FFF2-40B4-BE49-F238E27FC236}">
                <a16:creationId xmlns:a16="http://schemas.microsoft.com/office/drawing/2014/main" id="{A1055087-C230-4EE2-AFF5-40A64843586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53E60991-BA97-453A-8B8F-ABCF2169B25C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DFF956-C999-4D21-8C64-3714BA2F2F6E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26930" y="1414733"/>
            <a:ext cx="8159870" cy="433463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2800" b="1" dirty="0">
                <a:latin typeface="+mn-lt"/>
              </a:rPr>
              <a:t>Coherence</a:t>
            </a:r>
            <a:r>
              <a:rPr lang="en-US" sz="2800" dirty="0">
                <a:latin typeface="+mn-lt"/>
              </a:rPr>
              <a:t>: ordering of multiple cores’ reads and writes to </a:t>
            </a:r>
            <a:r>
              <a:rPr lang="en-US" sz="2800" i="1" dirty="0">
                <a:latin typeface="+mn-lt"/>
              </a:rPr>
              <a:t>one</a:t>
            </a:r>
            <a:r>
              <a:rPr lang="en-US" sz="2800" dirty="0">
                <a:latin typeface="+mn-lt"/>
              </a:rPr>
              <a:t> memory location.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Enforces that accesses to memory location are ordered as if they were performed in some sequential order</a:t>
            </a:r>
            <a:endParaRPr lang="en-US" sz="2000" dirty="0">
              <a:latin typeface="+mn-lt"/>
            </a:endParaRPr>
          </a:p>
          <a:p>
            <a:endParaRPr lang="en-US" sz="2800" dirty="0">
              <a:latin typeface="+mn-lt"/>
            </a:endParaRPr>
          </a:p>
          <a:p>
            <a:r>
              <a:rPr lang="en-US" sz="2800" b="1" dirty="0">
                <a:latin typeface="+mn-lt"/>
              </a:rPr>
              <a:t>Consistency:</a:t>
            </a:r>
            <a:r>
              <a:rPr lang="en-US" sz="2800" dirty="0">
                <a:latin typeface="+mn-lt"/>
              </a:rPr>
              <a:t> ordering of multiple cores’ reads and writes to </a:t>
            </a:r>
            <a:r>
              <a:rPr lang="en-US" sz="2800" i="1" dirty="0">
                <a:latin typeface="+mn-lt"/>
              </a:rPr>
              <a:t>all</a:t>
            </a:r>
            <a:r>
              <a:rPr lang="en-US" sz="2800" dirty="0">
                <a:latin typeface="+mn-lt"/>
              </a:rPr>
              <a:t> memory locations.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</a:rPr>
              <a:t>Sequential consistency (SC) model</a:t>
            </a:r>
            <a:r>
              <a:rPr lang="en-US" sz="2400" dirty="0">
                <a:latin typeface="+mn-lt"/>
              </a:rPr>
              <a:t>: Enforces that accesses to all memory locations are ordered as if they were performed in some sequential order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</a:rPr>
              <a:t>Relaxed consistency models </a:t>
            </a:r>
            <a:r>
              <a:rPr lang="en-US" sz="2400" dirty="0">
                <a:latin typeface="+mn-lt"/>
              </a:rPr>
              <a:t>exist to improve performance</a:t>
            </a:r>
          </a:p>
          <a:p>
            <a:pPr algn="ctr"/>
            <a:endParaRPr lang="en-US" sz="2800" b="1" i="1" dirty="0">
              <a:latin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5968694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39307AE-3ED1-42FC-B3CA-2E7E0171E78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Sequential Consistency</a:t>
            </a:r>
          </a:p>
        </p:txBody>
      </p:sp>
      <p:sp>
        <p:nvSpPr>
          <p:cNvPr id="5124" name="Slide Number Placeholder 5">
            <a:extLst>
              <a:ext uri="{FF2B5EF4-FFF2-40B4-BE49-F238E27FC236}">
                <a16:creationId xmlns:a16="http://schemas.microsoft.com/office/drawing/2014/main" id="{A1055087-C230-4EE2-AFF5-40A64843586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53E60991-BA97-453A-8B8F-ABCF2169B25C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D34E3E-0B43-4055-9E51-081AC1BBE7CF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26930" y="1414732"/>
            <a:ext cx="8312270" cy="483366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2800" dirty="0">
                <a:latin typeface="+mn-lt"/>
              </a:rPr>
              <a:t>To achieve sequential consistency, it should appear as if: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>
                <a:latin typeface="+mn-lt"/>
              </a:rPr>
              <a:t>Intra-thread program order: </a:t>
            </a:r>
            <a:r>
              <a:rPr lang="en-US" sz="2800" dirty="0">
                <a:latin typeface="+mn-lt"/>
              </a:rPr>
              <a:t>Each individual core’s reads and writes occur in program order.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+mn-lt"/>
            </a:endParaRP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+mn-lt"/>
            </a:endParaRP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+mn-lt"/>
            </a:endParaRPr>
          </a:p>
          <a:p>
            <a:pPr marL="514350" indent="-514350">
              <a:buFont typeface="+mj-lt"/>
              <a:buAutoNum type="arabicPeriod"/>
            </a:pPr>
            <a:endParaRPr lang="en-US" sz="1200" dirty="0">
              <a:latin typeface="+mn-lt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b="1" dirty="0">
                <a:latin typeface="+mn-lt"/>
              </a:rPr>
              <a:t>Inter-thread serialization: </a:t>
            </a:r>
            <a:r>
              <a:rPr lang="en-US" sz="2800" dirty="0">
                <a:latin typeface="+mn-lt"/>
              </a:rPr>
              <a:t>All memory reads and writes from all cores are globally serialized.</a:t>
            </a:r>
          </a:p>
          <a:p>
            <a:endParaRPr lang="en-US" sz="2800" dirty="0">
              <a:latin typeface="+mn-lt"/>
            </a:endParaRPr>
          </a:p>
          <a:p>
            <a:endParaRPr lang="en-US" sz="2800" dirty="0">
              <a:latin typeface="+mn-lt"/>
            </a:endParaRPr>
          </a:p>
          <a:p>
            <a:endParaRPr lang="en-US" sz="2800" dirty="0">
              <a:latin typeface="+mn-lt"/>
            </a:endParaRPr>
          </a:p>
          <a:p>
            <a:endParaRPr lang="en-US" sz="2800" dirty="0">
              <a:latin typeface="+mn-lt"/>
            </a:endParaRPr>
          </a:p>
          <a:p>
            <a:endParaRPr lang="en-US" sz="2800" dirty="0">
              <a:latin typeface="+mn-lt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6B4B4A0-FEE4-4344-AE4A-742B45092A45}"/>
              </a:ext>
            </a:extLst>
          </p:cNvPr>
          <p:cNvCxnSpPr>
            <a:cxnSpLocks/>
          </p:cNvCxnSpPr>
          <p:nvPr/>
        </p:nvCxnSpPr>
        <p:spPr>
          <a:xfrm flipH="1">
            <a:off x="2301347" y="3124200"/>
            <a:ext cx="1" cy="575656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9783612-3078-4842-905F-5A64683307A3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295400" y="2743200"/>
            <a:ext cx="2011894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load 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16CF61-C00F-4602-8D31-0B578D3B1EFC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295400" y="3474361"/>
            <a:ext cx="2011894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load 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5DBD5D3-713A-4E5B-ADDD-6FF09FC650EE}"/>
              </a:ext>
            </a:extLst>
          </p:cNvPr>
          <p:cNvCxnSpPr>
            <a:cxnSpLocks/>
          </p:cNvCxnSpPr>
          <p:nvPr/>
        </p:nvCxnSpPr>
        <p:spPr>
          <a:xfrm flipH="1">
            <a:off x="3847374" y="3124200"/>
            <a:ext cx="1" cy="575656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2CF808C-BD3B-4126-AE42-22C419417D9B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841427" y="2743200"/>
            <a:ext cx="2011894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load 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185C61-86B0-4536-8DFE-1236EA6E6E88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2841427" y="3474361"/>
            <a:ext cx="2011894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store Y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DB4C1CD-9285-4CE5-900A-4FFE37ECB51A}"/>
              </a:ext>
            </a:extLst>
          </p:cNvPr>
          <p:cNvCxnSpPr>
            <a:cxnSpLocks/>
          </p:cNvCxnSpPr>
          <p:nvPr/>
        </p:nvCxnSpPr>
        <p:spPr>
          <a:xfrm flipH="1">
            <a:off x="5393402" y="3124200"/>
            <a:ext cx="1" cy="575656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1EA3257-10FA-4281-824F-F18E883FF5B4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4387455" y="2743200"/>
            <a:ext cx="2011894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store 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B12674-53BA-4CE3-A73E-43DD1059CB21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4387455" y="3474361"/>
            <a:ext cx="2011894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load Y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9664419-1E25-461D-9B8A-AAA75AA958B1}"/>
              </a:ext>
            </a:extLst>
          </p:cNvPr>
          <p:cNvCxnSpPr>
            <a:cxnSpLocks/>
          </p:cNvCxnSpPr>
          <p:nvPr/>
        </p:nvCxnSpPr>
        <p:spPr>
          <a:xfrm flipH="1">
            <a:off x="6939429" y="3124200"/>
            <a:ext cx="1" cy="575656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CD8A525-6157-4E02-AA68-F82BF1E9447F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933482" y="2743200"/>
            <a:ext cx="2011894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store X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914A48-213E-4C3C-9AB7-5BB1035CBE24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5933482" y="3474361"/>
            <a:ext cx="2011894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store Y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85C885F-1EE7-4C34-8118-777F607AF5B7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3189701" y="5181600"/>
            <a:ext cx="2764598" cy="151489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4077431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39307AE-3ED1-42FC-B3CA-2E7E0171E78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SC Example 1</a:t>
            </a:r>
          </a:p>
        </p:txBody>
      </p:sp>
      <p:sp>
        <p:nvSpPr>
          <p:cNvPr id="5124" name="Slide Number Placeholder 5">
            <a:extLst>
              <a:ext uri="{FF2B5EF4-FFF2-40B4-BE49-F238E27FC236}">
                <a16:creationId xmlns:a16="http://schemas.microsoft.com/office/drawing/2014/main" id="{A1055087-C230-4EE2-AFF5-40A64843586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53E60991-BA97-453A-8B8F-ABCF2169B25C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E4C050-8CC7-488D-9D46-58D11831A2A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4841254" y="4072720"/>
            <a:ext cx="3046997" cy="20053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2400" b="1" dirty="0">
                <a:latin typeface="Inconsolata" panose="00000509000000000000" pitchFamily="49" charset="0"/>
              </a:rPr>
              <a:t>// P2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B = *x * 2;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...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*y = 5;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C = *x * 2;</a:t>
            </a:r>
            <a:endParaRPr lang="en-US" sz="2400" dirty="0">
              <a:latin typeface="Inconsolata" panose="00000509000000000000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A48C77-F341-4C72-B4F6-DCE91D0905EA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163800" y="4072720"/>
            <a:ext cx="3046997" cy="149574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2400" b="1" dirty="0">
                <a:latin typeface="Inconsolata" panose="00000509000000000000" pitchFamily="49" charset="0"/>
              </a:rPr>
              <a:t>// P1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*x = 8;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A = *y;</a:t>
            </a:r>
            <a:endParaRPr lang="en-US" sz="2400" dirty="0">
              <a:latin typeface="Inconsolata" panose="00000509000000000000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9F8B2F-85D7-4A90-9081-C27531815BE7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163799" y="3038176"/>
            <a:ext cx="3046997" cy="99829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2400" b="1" dirty="0">
                <a:latin typeface="Inconsolata" panose="00000509000000000000" pitchFamily="49" charset="0"/>
              </a:rPr>
              <a:t>// init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*x = 0; *y = 0;</a:t>
            </a:r>
            <a:endParaRPr lang="en-US" sz="2400" dirty="0">
              <a:latin typeface="Inconsolata" panose="00000509000000000000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D9CB912-1E93-49AB-A862-D5FC323BE91E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526930" y="1414732"/>
            <a:ext cx="8464670" cy="116710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3200" b="1" dirty="0">
                <a:latin typeface="+mn-lt"/>
              </a:rPr>
              <a:t>Possible result with SC: (A=0, C=0)?</a:t>
            </a:r>
          </a:p>
          <a:p>
            <a:r>
              <a:rPr lang="en-US" sz="3200" dirty="0">
                <a:latin typeface="+mn-lt"/>
              </a:rPr>
              <a:t>No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1428162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39307AE-3ED1-42FC-B3CA-2E7E0171E78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SC Example 1</a:t>
            </a:r>
          </a:p>
        </p:txBody>
      </p:sp>
      <p:sp>
        <p:nvSpPr>
          <p:cNvPr id="5124" name="Slide Number Placeholder 5">
            <a:extLst>
              <a:ext uri="{FF2B5EF4-FFF2-40B4-BE49-F238E27FC236}">
                <a16:creationId xmlns:a16="http://schemas.microsoft.com/office/drawing/2014/main" id="{A1055087-C230-4EE2-AFF5-40A64843586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53E60991-BA97-453A-8B8F-ABCF2169B25C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E4C050-8CC7-488D-9D46-58D11831A2A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4841254" y="4072720"/>
            <a:ext cx="3046997" cy="20053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2400" b="1" dirty="0">
                <a:latin typeface="Inconsolata" panose="00000509000000000000" pitchFamily="49" charset="0"/>
              </a:rPr>
              <a:t>// P2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B = *x * 2;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...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*y = 5;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C = *x * 2;</a:t>
            </a:r>
            <a:endParaRPr lang="en-US" sz="2400" dirty="0">
              <a:latin typeface="Inconsolata" panose="00000509000000000000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A48C77-F341-4C72-B4F6-DCE91D0905EA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163800" y="4072720"/>
            <a:ext cx="3046997" cy="149574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2400" b="1" dirty="0">
                <a:latin typeface="Inconsolata" panose="00000509000000000000" pitchFamily="49" charset="0"/>
              </a:rPr>
              <a:t>// P1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*x = 8;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A = *y;</a:t>
            </a:r>
            <a:endParaRPr lang="en-US" sz="2400" dirty="0">
              <a:latin typeface="Inconsolata" panose="00000509000000000000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9F8B2F-85D7-4A90-9081-C27531815BE7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163799" y="3038176"/>
            <a:ext cx="3046997" cy="99829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2400" b="1" dirty="0">
                <a:latin typeface="Inconsolata" panose="00000509000000000000" pitchFamily="49" charset="0"/>
              </a:rPr>
              <a:t>// init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*x = 0; *y = 0;</a:t>
            </a:r>
            <a:endParaRPr lang="en-US" sz="2400" dirty="0">
              <a:latin typeface="Inconsolata" panose="00000509000000000000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D9CB912-1E93-49AB-A862-D5FC323BE91E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526930" y="1414732"/>
            <a:ext cx="8464670" cy="116710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3200" b="1" dirty="0">
                <a:latin typeface="+mn-lt"/>
              </a:rPr>
              <a:t>Possible result with SC: (A=0, C=0)?</a:t>
            </a:r>
          </a:p>
          <a:p>
            <a:r>
              <a:rPr lang="en-US" sz="3200" dirty="0">
                <a:latin typeface="+mn-lt"/>
              </a:rPr>
              <a:t>No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6A1213-B9C6-4DFA-8FD2-D38BE6F32EB1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4841254" y="4072720"/>
            <a:ext cx="3046997" cy="200537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lstStyle/>
          <a:p>
            <a:r>
              <a:rPr lang="pt-BR" sz="2400" b="1" dirty="0">
                <a:latin typeface="Inconsolata" panose="00000509000000000000" pitchFamily="49" charset="0"/>
              </a:rPr>
              <a:t>// P2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B = *x * 2;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...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*y = 5;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C = B;</a:t>
            </a:r>
            <a:endParaRPr lang="en-US" sz="2400" dirty="0">
              <a:latin typeface="Inconsolata" panose="00000509000000000000" pitchFamily="49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6C56763-4CEF-492A-B2B2-0122BFF7BDC1}"/>
              </a:ext>
            </a:extLst>
          </p:cNvPr>
          <p:cNvCxnSpPr>
            <a:cxnSpLocks/>
          </p:cNvCxnSpPr>
          <p:nvPr/>
        </p:nvCxnSpPr>
        <p:spPr>
          <a:xfrm flipH="1" flipV="1">
            <a:off x="6185189" y="4820591"/>
            <a:ext cx="842457" cy="327531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0EEA7DD-01E1-496B-A476-FF83863B4357}"/>
              </a:ext>
            </a:extLst>
          </p:cNvPr>
          <p:cNvCxnSpPr>
            <a:cxnSpLocks/>
          </p:cNvCxnSpPr>
          <p:nvPr/>
        </p:nvCxnSpPr>
        <p:spPr>
          <a:xfrm flipH="1">
            <a:off x="6185189" y="5319320"/>
            <a:ext cx="934635" cy="324224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8E8CA77-DC01-40B5-8C2D-078427D8E8B1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612168" y="5065989"/>
            <a:ext cx="2103915" cy="72078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compiler:</a:t>
            </a:r>
          </a:p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common subexpression elimination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841C45-C0BB-4F0E-A25F-68E04EAD18FC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2936497" y="5905232"/>
            <a:ext cx="2509006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(A=0, C=0)</a:t>
            </a:r>
          </a:p>
          <a:p>
            <a:pPr algn="ct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SC violation!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315187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39307AE-3ED1-42FC-B3CA-2E7E0171E78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SC Example 2</a:t>
            </a:r>
          </a:p>
        </p:txBody>
      </p:sp>
      <p:sp>
        <p:nvSpPr>
          <p:cNvPr id="5124" name="Slide Number Placeholder 5">
            <a:extLst>
              <a:ext uri="{FF2B5EF4-FFF2-40B4-BE49-F238E27FC236}">
                <a16:creationId xmlns:a16="http://schemas.microsoft.com/office/drawing/2014/main" id="{A1055087-C230-4EE2-AFF5-40A64843586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53E60991-BA97-453A-8B8F-ABCF2169B25C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3AF68E-F779-4FBC-8110-E9A0A0E75B8F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26930" y="1414732"/>
            <a:ext cx="8464670" cy="116710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3200" b="1" dirty="0">
                <a:latin typeface="+mn-lt"/>
              </a:rPr>
              <a:t>Possible result with SC: (A=B=C=2)?</a:t>
            </a:r>
          </a:p>
          <a:p>
            <a:r>
              <a:rPr lang="en-US" sz="3200" dirty="0">
                <a:latin typeface="+mn-lt"/>
              </a:rPr>
              <a:t>No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7DA057-7898-4469-9B2F-630AC8613455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115855" y="3902401"/>
            <a:ext cx="2199345" cy="163479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2400" b="1" dirty="0">
                <a:latin typeface="Inconsolata" panose="00000509000000000000" pitchFamily="49" charset="0"/>
              </a:rPr>
              <a:t>// P2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C = *y;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*x = C;</a:t>
            </a:r>
            <a:endParaRPr lang="en-US" sz="2400" dirty="0">
              <a:latin typeface="Inconsolata" panose="00000509000000000000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9EC92B-15CE-4D0E-8ECE-D75727C4ECA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1" y="3902401"/>
            <a:ext cx="3046997" cy="234599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2400" b="1" dirty="0">
                <a:latin typeface="Inconsolata" panose="00000509000000000000" pitchFamily="49" charset="0"/>
              </a:rPr>
              <a:t>// P1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A = *x;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B = *x;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if(A == B)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    *y = 2;</a:t>
            </a:r>
            <a:endParaRPr lang="en-US" sz="2400" dirty="0">
              <a:latin typeface="Inconsolata" panose="00000509000000000000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ECACE0-4950-46CC-9477-2BEF517063DD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438400" y="2867857"/>
            <a:ext cx="6059141" cy="99829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2400" b="1" dirty="0">
                <a:latin typeface="Inconsolata" panose="00000509000000000000" pitchFamily="49" charset="0"/>
              </a:rPr>
              <a:t>// init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A = 0; B = 0; *x = 1; *y = 0;</a:t>
            </a:r>
            <a:endParaRPr lang="en-US" sz="2400" dirty="0">
              <a:latin typeface="Inconsolata" panose="00000509000000000000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2204158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39307AE-3ED1-42FC-B3CA-2E7E0171E78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SC Example 2</a:t>
            </a:r>
          </a:p>
        </p:txBody>
      </p:sp>
      <p:sp>
        <p:nvSpPr>
          <p:cNvPr id="5124" name="Slide Number Placeholder 5">
            <a:extLst>
              <a:ext uri="{FF2B5EF4-FFF2-40B4-BE49-F238E27FC236}">
                <a16:creationId xmlns:a16="http://schemas.microsoft.com/office/drawing/2014/main" id="{A1055087-C230-4EE2-AFF5-40A64843586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53E60991-BA97-453A-8B8F-ABCF2169B25C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3AF68E-F779-4FBC-8110-E9A0A0E75B8F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26930" y="1414732"/>
            <a:ext cx="8464670" cy="116710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3200" b="1" dirty="0">
                <a:latin typeface="+mn-lt"/>
              </a:rPr>
              <a:t>Possible result with SC: (A=B=C=2)?</a:t>
            </a:r>
          </a:p>
          <a:p>
            <a:r>
              <a:rPr lang="en-US" sz="3200" dirty="0">
                <a:latin typeface="+mn-lt"/>
              </a:rPr>
              <a:t>No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9EC92B-15CE-4D0E-8ECE-D75727C4ECA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1" y="3902401"/>
            <a:ext cx="3046997" cy="234599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2400" b="1" dirty="0">
                <a:latin typeface="Inconsolata" panose="00000509000000000000" pitchFamily="49" charset="0"/>
              </a:rPr>
              <a:t>// P1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A = *x;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B = *x;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if(A == B)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    *y = 2;</a:t>
            </a:r>
            <a:endParaRPr lang="en-US" sz="2400" dirty="0">
              <a:latin typeface="Inconsolata" panose="00000509000000000000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ECACE0-4950-46CC-9477-2BEF517063D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2867857"/>
            <a:ext cx="6059141" cy="99829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2400" b="1" dirty="0">
                <a:latin typeface="Inconsolata" panose="00000509000000000000" pitchFamily="49" charset="0"/>
              </a:rPr>
              <a:t>// init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A = 0; B = 0; *x = 1; *y = 0;</a:t>
            </a:r>
            <a:endParaRPr lang="en-US" sz="2400" dirty="0">
              <a:latin typeface="Inconsolata" panose="00000509000000000000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E03D4B-6B63-4E05-97B5-E0899DB1F333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438401" y="3902401"/>
            <a:ext cx="3046997" cy="2345999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lstStyle/>
          <a:p>
            <a:r>
              <a:rPr lang="pt-BR" sz="2400" b="1" dirty="0">
                <a:latin typeface="Inconsolata" panose="00000509000000000000" pitchFamily="49" charset="0"/>
              </a:rPr>
              <a:t>// P1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A = *x;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B = A;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if(A == B)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    *y = 2;</a:t>
            </a:r>
            <a:endParaRPr lang="en-US" sz="2400" dirty="0">
              <a:latin typeface="Inconsolata" panose="00000509000000000000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0FB6F02-1160-455F-BC8F-C3D99B0F58A8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2438401" y="3902401"/>
            <a:ext cx="3046997" cy="2345999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lstStyle/>
          <a:p>
            <a:r>
              <a:rPr lang="pt-BR" sz="2400" b="1" dirty="0">
                <a:latin typeface="Inconsolata" panose="00000509000000000000" pitchFamily="49" charset="0"/>
              </a:rPr>
              <a:t>// P1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A = *x;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B = A;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*y = 2;</a:t>
            </a:r>
            <a:endParaRPr lang="en-US" sz="2400" dirty="0">
              <a:latin typeface="Inconsolata" panose="00000509000000000000" pitchFamily="49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6507E55-1F45-407D-89A0-35C095821405}"/>
              </a:ext>
            </a:extLst>
          </p:cNvPr>
          <p:cNvCxnSpPr>
            <a:cxnSpLocks/>
          </p:cNvCxnSpPr>
          <p:nvPr/>
        </p:nvCxnSpPr>
        <p:spPr>
          <a:xfrm flipH="1" flipV="1">
            <a:off x="3606918" y="4572001"/>
            <a:ext cx="2608609" cy="990599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92CED64-CB0D-4FA8-AEF1-D839AD1B09F8}"/>
              </a:ext>
            </a:extLst>
          </p:cNvPr>
          <p:cNvCxnSpPr>
            <a:cxnSpLocks/>
          </p:cNvCxnSpPr>
          <p:nvPr/>
        </p:nvCxnSpPr>
        <p:spPr>
          <a:xfrm flipH="1" flipV="1">
            <a:off x="3592901" y="5015269"/>
            <a:ext cx="2350699" cy="605911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8DA09FF-2537-45D7-BBD7-A2D324907715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115855" y="5443268"/>
            <a:ext cx="3494745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compiler:</a:t>
            </a:r>
          </a:p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common subexpression elimination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BF79FC4-6111-4A9F-AFB7-EA748D2A8051}"/>
              </a:ext>
            </a:extLst>
          </p:cNvPr>
          <p:cNvCxnSpPr>
            <a:cxnSpLocks/>
          </p:cNvCxnSpPr>
          <p:nvPr/>
        </p:nvCxnSpPr>
        <p:spPr>
          <a:xfrm flipH="1">
            <a:off x="2655424" y="5383362"/>
            <a:ext cx="630629" cy="330199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C78323C-D736-4AB6-8A91-2DCCD5C2D66F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1524000" y="5674744"/>
            <a:ext cx="1524000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compiler:</a:t>
            </a:r>
          </a:p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static true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7DA057-7898-4469-9B2F-630AC8613455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115855" y="3902401"/>
            <a:ext cx="2199345" cy="163479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2400" b="1" dirty="0">
                <a:latin typeface="Inconsolata" panose="00000509000000000000" pitchFamily="49" charset="0"/>
              </a:rPr>
              <a:t>// P2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C = *y;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*x = C;</a:t>
            </a:r>
            <a:endParaRPr lang="en-US" sz="2400" dirty="0">
              <a:latin typeface="Inconsolata" panose="00000509000000000000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4281517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5" grpId="0" animBg="1"/>
      <p:bldP spid="10" grpId="0"/>
      <p:bldP spid="20" grpId="0"/>
      <p:bldP spid="20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39307AE-3ED1-42FC-B3CA-2E7E0171E78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SC Example 2</a:t>
            </a:r>
          </a:p>
        </p:txBody>
      </p:sp>
      <p:sp>
        <p:nvSpPr>
          <p:cNvPr id="5124" name="Slide Number Placeholder 5">
            <a:extLst>
              <a:ext uri="{FF2B5EF4-FFF2-40B4-BE49-F238E27FC236}">
                <a16:creationId xmlns:a16="http://schemas.microsoft.com/office/drawing/2014/main" id="{A1055087-C230-4EE2-AFF5-40A64843586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53E60991-BA97-453A-8B8F-ABCF2169B25C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3AF68E-F779-4FBC-8110-E9A0A0E75B8F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26930" y="1414732"/>
            <a:ext cx="8464670" cy="116710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3200" b="1" dirty="0">
                <a:latin typeface="+mn-lt"/>
              </a:rPr>
              <a:t>Possible result with SC: (A=B=C=2)?</a:t>
            </a:r>
          </a:p>
          <a:p>
            <a:r>
              <a:rPr lang="en-US" sz="3200" dirty="0">
                <a:latin typeface="+mn-lt"/>
              </a:rPr>
              <a:t>No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9EC92B-15CE-4D0E-8ECE-D75727C4ECA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1" y="3902401"/>
            <a:ext cx="3046997" cy="234599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2400" b="1" dirty="0">
                <a:latin typeface="Inconsolata" panose="00000509000000000000" pitchFamily="49" charset="0"/>
              </a:rPr>
              <a:t>// P1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A = *x;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B = A;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*y = 2;</a:t>
            </a:r>
            <a:endParaRPr lang="en-US" sz="2400" dirty="0">
              <a:latin typeface="Inconsolata" panose="00000509000000000000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ECACE0-4950-46CC-9477-2BEF517063D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2867857"/>
            <a:ext cx="6059141" cy="99829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2400" b="1" dirty="0">
                <a:latin typeface="Inconsolata" panose="00000509000000000000" pitchFamily="49" charset="0"/>
              </a:rPr>
              <a:t>// init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A = 0; B = 0; *x = 1; *y = 0;</a:t>
            </a:r>
            <a:endParaRPr lang="en-US" sz="2400" dirty="0">
              <a:latin typeface="Inconsolata" panose="00000509000000000000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C063A5-85AD-4E9E-9832-0D4A63DEDB2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438401" y="3902401"/>
            <a:ext cx="3046997" cy="2345999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lstStyle/>
          <a:p>
            <a:r>
              <a:rPr lang="pt-BR" sz="2400" b="1" dirty="0">
                <a:latin typeface="Inconsolata" panose="00000509000000000000" pitchFamily="49" charset="0"/>
              </a:rPr>
              <a:t>// P1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*y = 2;</a:t>
            </a:r>
            <a:endParaRPr lang="en-US" sz="2400" dirty="0">
              <a:latin typeface="Inconsolata" panose="00000509000000000000" pitchFamily="49" charset="0"/>
            </a:endParaRPr>
          </a:p>
          <a:p>
            <a:r>
              <a:rPr lang="pt-BR" sz="2400" dirty="0">
                <a:latin typeface="Inconsolata" panose="00000509000000000000" pitchFamily="49" charset="0"/>
              </a:rPr>
              <a:t>A = *x;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B = A;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A2FCC12-C06C-414F-A163-611BB84B4426}"/>
              </a:ext>
            </a:extLst>
          </p:cNvPr>
          <p:cNvCxnSpPr>
            <a:cxnSpLocks/>
          </p:cNvCxnSpPr>
          <p:nvPr/>
        </p:nvCxnSpPr>
        <p:spPr>
          <a:xfrm flipH="1">
            <a:off x="2209800" y="5372100"/>
            <a:ext cx="402030" cy="26670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A47FC46-946E-4F5C-82B3-FBF24F591619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152400" y="5615859"/>
            <a:ext cx="3493624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compiler:</a:t>
            </a:r>
          </a:p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independent of previous instructions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7DA057-7898-4469-9B2F-630AC8613455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115855" y="3902401"/>
            <a:ext cx="2199345" cy="163479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2400" b="1" dirty="0">
                <a:latin typeface="Inconsolata" panose="00000509000000000000" pitchFamily="49" charset="0"/>
              </a:rPr>
              <a:t>// P2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C = *y;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*x = C;</a:t>
            </a:r>
            <a:endParaRPr lang="en-US" sz="2400" dirty="0">
              <a:latin typeface="Inconsolata" panose="00000509000000000000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EBACFA-ABFB-4514-9CBA-5C33C7C9E84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2936497" y="5905232"/>
            <a:ext cx="2509006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(A=B=C=2)</a:t>
            </a:r>
          </a:p>
          <a:p>
            <a:pPr algn="ct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SC violation!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728599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39307AE-3ED1-42FC-B3CA-2E7E0171E78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SC Example 3</a:t>
            </a:r>
          </a:p>
        </p:txBody>
      </p:sp>
      <p:sp>
        <p:nvSpPr>
          <p:cNvPr id="5124" name="Slide Number Placeholder 5">
            <a:extLst>
              <a:ext uri="{FF2B5EF4-FFF2-40B4-BE49-F238E27FC236}">
                <a16:creationId xmlns:a16="http://schemas.microsoft.com/office/drawing/2014/main" id="{A1055087-C230-4EE2-AFF5-40A64843586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53E60991-BA97-453A-8B8F-ABCF2169B25C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3AF68E-F779-4FBC-8110-E9A0A0E75B8F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26930" y="1414732"/>
            <a:ext cx="8464670" cy="116710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3200" b="1" dirty="0">
                <a:latin typeface="+mn-lt"/>
              </a:rPr>
              <a:t>Possible assertion fail with SC?</a:t>
            </a:r>
          </a:p>
          <a:p>
            <a:r>
              <a:rPr lang="en-US" sz="3200" dirty="0">
                <a:latin typeface="+mn-lt"/>
              </a:rPr>
              <a:t>No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0D2E6A-AA65-4A15-A0CF-D47838F2D37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506255" y="3978601"/>
            <a:ext cx="3124698" cy="204119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2400" b="1" dirty="0">
                <a:latin typeface="Inconsolata" panose="00000509000000000000" pitchFamily="49" charset="0"/>
              </a:rPr>
              <a:t>// P2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if(*y != 0) {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    A = *x;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    assert(A != 0);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}</a:t>
            </a:r>
            <a:endParaRPr lang="en-US" sz="2400" dirty="0">
              <a:latin typeface="Inconsolata" panose="00000509000000000000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38E5CD-71C8-426E-9BB0-ECE90589A32B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1" y="3978601"/>
            <a:ext cx="3046997" cy="149574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2400" b="1" dirty="0">
                <a:latin typeface="Inconsolata" panose="00000509000000000000" pitchFamily="49" charset="0"/>
              </a:rPr>
              <a:t>// P1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*x = 1;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*y = 1;</a:t>
            </a:r>
            <a:endParaRPr lang="en-US" sz="2400" dirty="0">
              <a:latin typeface="Inconsolata" panose="00000509000000000000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8EFD5D-2F07-4E88-A6D0-31313E1E6B2E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828800" y="2944057"/>
            <a:ext cx="3046997" cy="99829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2400" b="1" dirty="0">
                <a:latin typeface="Inconsolata" panose="00000509000000000000" pitchFamily="49" charset="0"/>
              </a:rPr>
              <a:t>// init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*x = 0; *y = 0;</a:t>
            </a:r>
            <a:endParaRPr lang="en-US" sz="2400" dirty="0">
              <a:latin typeface="Inconsolata" panose="00000509000000000000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1D5096-0ABC-4923-8D31-0771BB022CA7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4506255" y="3978601"/>
            <a:ext cx="3124698" cy="2041199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lstStyle/>
          <a:p>
            <a:r>
              <a:rPr lang="pt-BR" sz="2400" b="1" dirty="0">
                <a:latin typeface="Inconsolata" panose="00000509000000000000" pitchFamily="49" charset="0"/>
              </a:rPr>
              <a:t>// P2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if(*y != 0) {</a:t>
            </a:r>
          </a:p>
          <a:p>
            <a:r>
              <a:rPr lang="pt-BR" sz="2400" b="1" dirty="0">
                <a:solidFill>
                  <a:schemeClr val="accent6">
                    <a:lumMod val="75000"/>
                  </a:schemeClr>
                </a:solidFill>
                <a:latin typeface="Inconsolata" panose="00000509000000000000" pitchFamily="49" charset="0"/>
              </a:rPr>
              <a:t>    A = *x;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    assert(A != 0);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}</a:t>
            </a:r>
            <a:endParaRPr lang="en-US" sz="2400" dirty="0">
              <a:latin typeface="Inconsolata" panose="00000509000000000000" pitchFamily="49" charset="0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8DBEDBAC-A478-49BD-BF1D-497D553CBD16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5824191" y="4196083"/>
            <a:ext cx="767350" cy="794777"/>
          </a:xfrm>
          <a:prstGeom prst="arc">
            <a:avLst>
              <a:gd name="adj1" fmla="val 15068521"/>
              <a:gd name="adj2" fmla="val 4737544"/>
            </a:avLst>
          </a:prstGeom>
          <a:ln w="50800">
            <a:solidFill>
              <a:schemeClr val="accent6">
                <a:lumMod val="75000"/>
              </a:schemeClr>
            </a:solidFill>
            <a:headEnd type="triangl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5E93E6-DCD5-4EED-8B9F-468227BDAC03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317869" y="2066501"/>
            <a:ext cx="3484473" cy="877556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out-of-order execution</a:t>
            </a:r>
          </a:p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with branch prediction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07E48E3-B240-4265-A43A-7D31D14A1056}"/>
              </a:ext>
            </a:extLst>
          </p:cNvPr>
          <p:cNvCxnSpPr>
            <a:cxnSpLocks/>
          </p:cNvCxnSpPr>
          <p:nvPr/>
        </p:nvCxnSpPr>
        <p:spPr>
          <a:xfrm flipH="1">
            <a:off x="6483567" y="2742225"/>
            <a:ext cx="364278" cy="1408056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F8313E7-7397-4A7A-91FB-E8CF87B3AA70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2936497" y="5905232"/>
            <a:ext cx="2509006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(assertion fail)</a:t>
            </a:r>
          </a:p>
          <a:p>
            <a:pPr algn="ct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SC violation!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548025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4" grpId="0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39307AE-3ED1-42FC-B3CA-2E7E0171E78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SC Example 4</a:t>
            </a:r>
          </a:p>
        </p:txBody>
      </p:sp>
      <p:sp>
        <p:nvSpPr>
          <p:cNvPr id="5124" name="Slide Number Placeholder 5">
            <a:extLst>
              <a:ext uri="{FF2B5EF4-FFF2-40B4-BE49-F238E27FC236}">
                <a16:creationId xmlns:a16="http://schemas.microsoft.com/office/drawing/2014/main" id="{A1055087-C230-4EE2-AFF5-40A64843586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53E60991-BA97-453A-8B8F-ABCF2169B25C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3AF68E-F779-4FBC-8110-E9A0A0E75B8F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26930" y="1414732"/>
            <a:ext cx="8464670" cy="116710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3200" b="1" dirty="0">
                <a:latin typeface="+mn-lt"/>
              </a:rPr>
              <a:t>Possible result with SC: (A=7,B=0)?</a:t>
            </a:r>
          </a:p>
          <a:p>
            <a:r>
              <a:rPr lang="en-US" sz="3200" dirty="0">
                <a:latin typeface="+mn-lt"/>
              </a:rPr>
              <a:t>No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08D547-2A55-48AA-9D87-5372FDF7624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287055" y="4168348"/>
            <a:ext cx="2682439" cy="1443558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2400" b="1" dirty="0">
                <a:latin typeface="Inconsolata" panose="00000509000000000000" pitchFamily="49" charset="0"/>
              </a:rPr>
              <a:t>// P1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while(*y == 0);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*z = 1;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A = *x;</a:t>
            </a:r>
            <a:endParaRPr lang="en-US" sz="2400" dirty="0">
              <a:latin typeface="Inconsolata" panose="00000509000000000000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805F16-1405-48CB-B00F-212A2F1CDC70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09601" y="4168348"/>
            <a:ext cx="2102717" cy="149574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2400" b="1" dirty="0">
                <a:latin typeface="Inconsolata" panose="00000509000000000000" pitchFamily="49" charset="0"/>
              </a:rPr>
              <a:t>// P0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*x = 7;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*y = 3;</a:t>
            </a:r>
            <a:endParaRPr lang="en-US" sz="2400" dirty="0">
              <a:latin typeface="Inconsolata" panose="00000509000000000000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D4519F-814B-4425-BD80-665CF5730E31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609600" y="3068064"/>
            <a:ext cx="4128741" cy="99829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2400" b="1" dirty="0">
                <a:latin typeface="Inconsolata" panose="00000509000000000000" pitchFamily="49" charset="0"/>
              </a:rPr>
              <a:t>// init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*x = 0; *y = 0; *z = 0;</a:t>
            </a:r>
            <a:endParaRPr lang="en-US" sz="2400" dirty="0">
              <a:latin typeface="Inconsolata" panose="00000509000000000000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30E1CC-12C5-4FBB-9D9F-376CF49BDE66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185640" y="4173548"/>
            <a:ext cx="2682439" cy="1443558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2400" b="1" dirty="0">
                <a:latin typeface="Inconsolata" panose="00000509000000000000" pitchFamily="49" charset="0"/>
              </a:rPr>
              <a:t>// P5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while(*z == 0);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B = *y;</a:t>
            </a:r>
            <a:endParaRPr lang="en-US" sz="2400" dirty="0">
              <a:latin typeface="Inconsolata" panose="00000509000000000000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77885568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39307AE-3ED1-42FC-B3CA-2E7E0171E78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SC Example 4</a:t>
            </a:r>
          </a:p>
        </p:txBody>
      </p:sp>
      <p:sp>
        <p:nvSpPr>
          <p:cNvPr id="5124" name="Slide Number Placeholder 5">
            <a:extLst>
              <a:ext uri="{FF2B5EF4-FFF2-40B4-BE49-F238E27FC236}">
                <a16:creationId xmlns:a16="http://schemas.microsoft.com/office/drawing/2014/main" id="{A1055087-C230-4EE2-AFF5-40A64843586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53E60991-BA97-453A-8B8F-ABCF2169B25C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3AF68E-F779-4FBC-8110-E9A0A0E75B8F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26930" y="1414732"/>
            <a:ext cx="8464670" cy="116710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3200" b="1" dirty="0">
                <a:latin typeface="+mn-lt"/>
              </a:rPr>
              <a:t>Possible result with SC: (A=7,B=0)?</a:t>
            </a:r>
          </a:p>
          <a:p>
            <a:r>
              <a:rPr lang="en-US" sz="3200" dirty="0">
                <a:latin typeface="+mn-lt"/>
              </a:rPr>
              <a:t>No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D4519F-814B-4425-BD80-665CF5730E31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09601" y="2438401"/>
            <a:ext cx="2971800" cy="84927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1800" b="1" dirty="0">
                <a:latin typeface="Inconsolata" panose="00000509000000000000" pitchFamily="49" charset="0"/>
              </a:rPr>
              <a:t>// init</a:t>
            </a:r>
          </a:p>
          <a:p>
            <a:r>
              <a:rPr lang="pt-BR" sz="1800" dirty="0">
                <a:latin typeface="Inconsolata" panose="00000509000000000000" pitchFamily="49" charset="0"/>
              </a:rPr>
              <a:t>*x = 0; *y = 0; *z = 0;</a:t>
            </a:r>
            <a:endParaRPr lang="en-US" sz="1800" dirty="0">
              <a:latin typeface="Inconsolata" panose="00000509000000000000" pitchFamily="49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C14BF77-3E3E-47ED-B9EE-D430AED62BBF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2362200" y="4230701"/>
            <a:ext cx="914400" cy="580465"/>
            <a:chOff x="457200" y="3733802"/>
            <a:chExt cx="914400" cy="990598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21D874E1-5AA1-4708-B832-8A772728B371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457200" y="3733802"/>
              <a:ext cx="914400" cy="52015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P0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C4FA4203-387E-4728-A082-FBB8EDADB328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457200" y="4253959"/>
              <a:ext cx="914400" cy="47044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0, 0, 0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F1361CD-F552-44C4-8DE3-9FDE8FCDFD48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4191000" y="4230701"/>
            <a:ext cx="914400" cy="580465"/>
            <a:chOff x="457200" y="3733802"/>
            <a:chExt cx="914400" cy="990598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D4DF68F8-FDA0-470F-914C-FC07AEACF6F0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457200" y="3733802"/>
              <a:ext cx="914400" cy="52015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P1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90AB68D7-094C-4FA7-B3F8-AE0FE3D07942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457200" y="4253959"/>
              <a:ext cx="914400" cy="47044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0, 0, 0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CDDCB96-95AF-4E76-AC22-C54CA4E3ABFC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6019800" y="4245267"/>
            <a:ext cx="914400" cy="580465"/>
            <a:chOff x="457200" y="3733802"/>
            <a:chExt cx="914400" cy="990598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A0C8DC1D-E360-4E42-830F-A78E1446DF26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457200" y="3733802"/>
              <a:ext cx="914400" cy="52015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P2</a:t>
              </a: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0BAEB25A-3599-43A5-824F-15577B4B2345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457200" y="4253959"/>
              <a:ext cx="914400" cy="47044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B519249-2AD0-46AB-820F-05D836339540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2362200" y="5577169"/>
            <a:ext cx="914400" cy="580465"/>
            <a:chOff x="457200" y="3733802"/>
            <a:chExt cx="914400" cy="990598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E323271C-88C9-4EFA-91A0-C887D68E888E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457200" y="3733802"/>
              <a:ext cx="914400" cy="52015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P3</a:t>
              </a: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7ED7759B-D07A-4A19-A607-769CDAD05D8B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457200" y="4253959"/>
              <a:ext cx="914400" cy="47044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5952B31-C5E8-4927-B115-59B13084E720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4191000" y="5577169"/>
            <a:ext cx="914400" cy="580465"/>
            <a:chOff x="457200" y="3733802"/>
            <a:chExt cx="914400" cy="990598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6014CA6D-CB46-439F-A26D-2D789B8FD3C9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457200" y="3733802"/>
              <a:ext cx="914400" cy="52015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P4</a:t>
              </a: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E4FE2E0D-A2DE-4A64-9A3A-AE3950DEB7AC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457200" y="4253959"/>
              <a:ext cx="914400" cy="47044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0454A80-DD9D-440A-B467-16E87DB91129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6019800" y="5591735"/>
            <a:ext cx="914400" cy="580465"/>
            <a:chOff x="457200" y="3733802"/>
            <a:chExt cx="914400" cy="990598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A34A5CDD-E91B-40A0-AC7A-C18A6A98759A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457200" y="3733802"/>
              <a:ext cx="914400" cy="52015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P5</a:t>
              </a: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CFE9EB7C-431D-40D7-94BA-247E99867BA7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457200" y="4253959"/>
              <a:ext cx="914400" cy="47044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0, 0, 0</a:t>
              </a:r>
            </a:p>
          </p:txBody>
        </p:sp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A6195BA-BF45-4C06-953A-B34237D78A44}"/>
              </a:ext>
            </a:extLst>
          </p:cNvPr>
          <p:cNvCxnSpPr>
            <a:cxnSpLocks/>
          </p:cNvCxnSpPr>
          <p:nvPr/>
        </p:nvCxnSpPr>
        <p:spPr>
          <a:xfrm>
            <a:off x="3276600" y="4535500"/>
            <a:ext cx="914400" cy="0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0EBD1B6-15B4-44FA-AB48-F174DCD94195}"/>
              </a:ext>
            </a:extLst>
          </p:cNvPr>
          <p:cNvCxnSpPr>
            <a:cxnSpLocks/>
          </p:cNvCxnSpPr>
          <p:nvPr/>
        </p:nvCxnSpPr>
        <p:spPr>
          <a:xfrm>
            <a:off x="3276600" y="5881968"/>
            <a:ext cx="914400" cy="0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CF53E6E-A6F4-4DD4-A8F9-50C6D31184FD}"/>
              </a:ext>
            </a:extLst>
          </p:cNvPr>
          <p:cNvCxnSpPr>
            <a:cxnSpLocks/>
          </p:cNvCxnSpPr>
          <p:nvPr/>
        </p:nvCxnSpPr>
        <p:spPr>
          <a:xfrm>
            <a:off x="5105400" y="4535500"/>
            <a:ext cx="914400" cy="0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0542FB1-2464-452C-9DF3-E2521D74BD00}"/>
              </a:ext>
            </a:extLst>
          </p:cNvPr>
          <p:cNvCxnSpPr>
            <a:cxnSpLocks/>
          </p:cNvCxnSpPr>
          <p:nvPr/>
        </p:nvCxnSpPr>
        <p:spPr>
          <a:xfrm>
            <a:off x="5105400" y="5881968"/>
            <a:ext cx="914400" cy="0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1CBB47F-26CD-4F75-8FB3-1E44A080FBB3}"/>
              </a:ext>
            </a:extLst>
          </p:cNvPr>
          <p:cNvCxnSpPr>
            <a:cxnSpLocks/>
          </p:cNvCxnSpPr>
          <p:nvPr/>
        </p:nvCxnSpPr>
        <p:spPr>
          <a:xfrm rot="5400000">
            <a:off x="4282440" y="5176926"/>
            <a:ext cx="731520" cy="0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2635BF5-5AE1-44ED-9CCB-AFD9D2778E65}"/>
              </a:ext>
            </a:extLst>
          </p:cNvPr>
          <p:cNvCxnSpPr>
            <a:cxnSpLocks/>
          </p:cNvCxnSpPr>
          <p:nvPr/>
        </p:nvCxnSpPr>
        <p:spPr>
          <a:xfrm rot="5400000">
            <a:off x="2453640" y="5176926"/>
            <a:ext cx="731520" cy="0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04C44BC-5F9F-42A5-9C3E-01554411CE46}"/>
              </a:ext>
            </a:extLst>
          </p:cNvPr>
          <p:cNvCxnSpPr>
            <a:cxnSpLocks/>
          </p:cNvCxnSpPr>
          <p:nvPr/>
        </p:nvCxnSpPr>
        <p:spPr>
          <a:xfrm rot="5400000">
            <a:off x="6111240" y="5176926"/>
            <a:ext cx="731520" cy="0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9305ECC7-1270-4EF1-BD70-BD00F4F474F7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371601" y="4019192"/>
            <a:ext cx="1066798" cy="124185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1800" b="1" dirty="0">
                <a:latin typeface="Inconsolata" panose="00000509000000000000" pitchFamily="49" charset="0"/>
              </a:rPr>
              <a:t>// P0</a:t>
            </a:r>
          </a:p>
          <a:p>
            <a:r>
              <a:rPr lang="pt-BR" sz="1800" dirty="0">
                <a:latin typeface="Inconsolata" panose="00000509000000000000" pitchFamily="49" charset="0"/>
              </a:rPr>
              <a:t>*x = 7;</a:t>
            </a:r>
          </a:p>
          <a:p>
            <a:r>
              <a:rPr lang="pt-BR" sz="1800" dirty="0">
                <a:latin typeface="Inconsolata" panose="00000509000000000000" pitchFamily="49" charset="0"/>
              </a:rPr>
              <a:t>*y = 3;</a:t>
            </a:r>
            <a:endParaRPr lang="en-US" sz="1800" dirty="0">
              <a:latin typeface="Inconsolata" panose="00000509000000000000" pitchFamily="49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275577F-8811-4F94-9F11-4B3F58119FF7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3962400" y="3010246"/>
            <a:ext cx="2057400" cy="127870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1800" b="1" dirty="0">
                <a:latin typeface="Inconsolata" panose="00000509000000000000" pitchFamily="49" charset="0"/>
              </a:rPr>
              <a:t>// P1</a:t>
            </a:r>
          </a:p>
          <a:p>
            <a:r>
              <a:rPr lang="pt-BR" sz="1800" dirty="0">
                <a:latin typeface="Inconsolata" panose="00000509000000000000" pitchFamily="49" charset="0"/>
              </a:rPr>
              <a:t>while(*y == 0);</a:t>
            </a:r>
          </a:p>
          <a:p>
            <a:r>
              <a:rPr lang="pt-BR" sz="1800" dirty="0">
                <a:latin typeface="Inconsolata" panose="00000509000000000000" pitchFamily="49" charset="0"/>
              </a:rPr>
              <a:t>*z = 1;</a:t>
            </a:r>
          </a:p>
          <a:p>
            <a:r>
              <a:rPr lang="pt-BR" sz="1800" dirty="0">
                <a:latin typeface="Inconsolata" panose="00000509000000000000" pitchFamily="49" charset="0"/>
              </a:rPr>
              <a:t>A = *x;</a:t>
            </a:r>
            <a:endParaRPr lang="en-US" sz="1800" dirty="0">
              <a:latin typeface="Inconsolata" panose="00000509000000000000" pitchFamily="49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C668513-5120-44E6-B8BC-53959CA57527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6980208" y="5405216"/>
            <a:ext cx="1981200" cy="9826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1800" b="1" dirty="0">
                <a:latin typeface="Inconsolata" panose="00000509000000000000" pitchFamily="49" charset="0"/>
              </a:rPr>
              <a:t>// P5</a:t>
            </a:r>
          </a:p>
          <a:p>
            <a:r>
              <a:rPr lang="pt-BR" sz="1800" dirty="0">
                <a:latin typeface="Inconsolata" panose="00000509000000000000" pitchFamily="49" charset="0"/>
              </a:rPr>
              <a:t>while(*z == 0);</a:t>
            </a:r>
          </a:p>
          <a:p>
            <a:r>
              <a:rPr lang="pt-BR" sz="1800" dirty="0">
                <a:latin typeface="Inconsolata" panose="00000509000000000000" pitchFamily="49" charset="0"/>
              </a:rPr>
              <a:t>B = *y;</a:t>
            </a:r>
            <a:endParaRPr lang="en-US" sz="1800" dirty="0">
              <a:latin typeface="Inconsolata" panose="00000509000000000000" pitchFamily="49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CF803D1-0382-4B1F-AB92-A66DA351FD38}"/>
              </a:ext>
            </a:extLst>
          </p:cNvPr>
          <p:cNvGrpSpPr/>
          <p:nvPr>
            <p:custDataLst>
              <p:tags r:id="rId15"/>
            </p:custDataLst>
          </p:nvPr>
        </p:nvGrpSpPr>
        <p:grpSpPr>
          <a:xfrm>
            <a:off x="4190999" y="4230701"/>
            <a:ext cx="914400" cy="580465"/>
            <a:chOff x="457200" y="3733802"/>
            <a:chExt cx="914400" cy="990598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356024AB-9334-4D76-BBE9-1BDA43AC1743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457200" y="3733802"/>
              <a:ext cx="914400" cy="52015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P1</a:t>
              </a:r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0A57A11B-65B1-4822-AF47-7943B1705371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457200" y="4253959"/>
              <a:ext cx="914400" cy="47044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7, 0, 0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137CECC-B9D6-442E-A081-78AC06F981BF}"/>
              </a:ext>
            </a:extLst>
          </p:cNvPr>
          <p:cNvGrpSpPr/>
          <p:nvPr>
            <p:custDataLst>
              <p:tags r:id="rId16"/>
            </p:custDataLst>
          </p:nvPr>
        </p:nvGrpSpPr>
        <p:grpSpPr>
          <a:xfrm>
            <a:off x="6019799" y="5591735"/>
            <a:ext cx="914400" cy="580465"/>
            <a:chOff x="457200" y="3733802"/>
            <a:chExt cx="914400" cy="990598"/>
          </a:xfrm>
        </p:grpSpPr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6F603D2C-F561-4920-94A3-96426ED5234C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457200" y="3733802"/>
              <a:ext cx="914400" cy="52015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P5</a:t>
              </a:r>
            </a:p>
          </p:txBody>
        </p: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0258D1E0-330D-43AC-BD5F-EBFDDBD59D44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457200" y="4253959"/>
              <a:ext cx="914400" cy="47044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7, 0, 0</a:t>
              </a:r>
            </a:p>
          </p:txBody>
        </p:sp>
      </p:grp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7544000-0D9F-493E-9CEB-3117DDAE6F4F}"/>
              </a:ext>
            </a:extLst>
          </p:cNvPr>
          <p:cNvCxnSpPr>
            <a:cxnSpLocks/>
          </p:cNvCxnSpPr>
          <p:nvPr/>
        </p:nvCxnSpPr>
        <p:spPr>
          <a:xfrm>
            <a:off x="3276599" y="4535500"/>
            <a:ext cx="914400" cy="0"/>
          </a:xfrm>
          <a:prstGeom prst="straightConnector1">
            <a:avLst/>
          </a:prstGeom>
          <a:ln w="50800">
            <a:solidFill>
              <a:schemeClr val="accent6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F96DEB1-3A7F-4C40-B9E8-A88FA6B70734}"/>
              </a:ext>
            </a:extLst>
          </p:cNvPr>
          <p:cNvCxnSpPr>
            <a:cxnSpLocks/>
          </p:cNvCxnSpPr>
          <p:nvPr/>
        </p:nvCxnSpPr>
        <p:spPr>
          <a:xfrm>
            <a:off x="3276599" y="5881968"/>
            <a:ext cx="914400" cy="0"/>
          </a:xfrm>
          <a:prstGeom prst="straightConnector1">
            <a:avLst/>
          </a:prstGeom>
          <a:ln w="50800">
            <a:solidFill>
              <a:schemeClr val="accent6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F43B877-D202-45A4-8493-1D5F7C9BD6A7}"/>
              </a:ext>
            </a:extLst>
          </p:cNvPr>
          <p:cNvCxnSpPr>
            <a:cxnSpLocks/>
          </p:cNvCxnSpPr>
          <p:nvPr/>
        </p:nvCxnSpPr>
        <p:spPr>
          <a:xfrm>
            <a:off x="5105399" y="5881968"/>
            <a:ext cx="914400" cy="0"/>
          </a:xfrm>
          <a:prstGeom prst="straightConnector1">
            <a:avLst/>
          </a:prstGeom>
          <a:ln w="50800">
            <a:solidFill>
              <a:schemeClr val="accent6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BA988DB-3841-4F3E-A5A3-0675C22FBB0A}"/>
              </a:ext>
            </a:extLst>
          </p:cNvPr>
          <p:cNvCxnSpPr>
            <a:cxnSpLocks/>
          </p:cNvCxnSpPr>
          <p:nvPr/>
        </p:nvCxnSpPr>
        <p:spPr>
          <a:xfrm rot="5400000">
            <a:off x="2453639" y="5176926"/>
            <a:ext cx="731520" cy="0"/>
          </a:xfrm>
          <a:prstGeom prst="straightConnector1">
            <a:avLst/>
          </a:prstGeom>
          <a:ln w="50800">
            <a:solidFill>
              <a:schemeClr val="accent6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A67BFA05-FE13-44C0-A33F-67E9E1FAE35C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1371600" y="4019192"/>
            <a:ext cx="1066798" cy="1241852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lstStyle/>
          <a:p>
            <a:r>
              <a:rPr lang="pt-BR" sz="1800" b="1" dirty="0">
                <a:latin typeface="Inconsolata" panose="00000509000000000000" pitchFamily="49" charset="0"/>
              </a:rPr>
              <a:t>// P0</a:t>
            </a:r>
          </a:p>
          <a:p>
            <a:r>
              <a:rPr lang="pt-BR" sz="1800" b="1" dirty="0">
                <a:solidFill>
                  <a:schemeClr val="accent6">
                    <a:lumMod val="75000"/>
                  </a:schemeClr>
                </a:solidFill>
                <a:latin typeface="Inconsolata" panose="00000509000000000000" pitchFamily="49" charset="0"/>
              </a:rPr>
              <a:t>*x = 7;</a:t>
            </a:r>
          </a:p>
          <a:p>
            <a:r>
              <a:rPr lang="pt-BR" sz="1800" dirty="0">
                <a:latin typeface="Inconsolata" panose="00000509000000000000" pitchFamily="49" charset="0"/>
              </a:rPr>
              <a:t>*y = 3;</a:t>
            </a:r>
            <a:endParaRPr lang="en-US" sz="1800" dirty="0">
              <a:latin typeface="Inconsolata" panose="00000509000000000000" pitchFamily="49" charset="0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6486F69-19FB-4479-934C-9795D4CF3C3E}"/>
              </a:ext>
            </a:extLst>
          </p:cNvPr>
          <p:cNvGrpSpPr/>
          <p:nvPr>
            <p:custDataLst>
              <p:tags r:id="rId18"/>
            </p:custDataLst>
          </p:nvPr>
        </p:nvGrpSpPr>
        <p:grpSpPr>
          <a:xfrm>
            <a:off x="2362199" y="4230701"/>
            <a:ext cx="914400" cy="580465"/>
            <a:chOff x="457200" y="3733802"/>
            <a:chExt cx="914400" cy="990598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C6A465B0-E76D-4D47-8D1A-A9B41BDE1660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457200" y="3733802"/>
              <a:ext cx="914400" cy="52015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P0</a:t>
              </a:r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C53E6D91-0746-4BF9-B9DF-9C4F94C0A6B4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457200" y="4253959"/>
              <a:ext cx="914400" cy="47044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7, 0, 0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8077246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39307AE-3ED1-42FC-B3CA-2E7E0171E78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SC Example 4</a:t>
            </a:r>
          </a:p>
        </p:txBody>
      </p:sp>
      <p:sp>
        <p:nvSpPr>
          <p:cNvPr id="5124" name="Slide Number Placeholder 5">
            <a:extLst>
              <a:ext uri="{FF2B5EF4-FFF2-40B4-BE49-F238E27FC236}">
                <a16:creationId xmlns:a16="http://schemas.microsoft.com/office/drawing/2014/main" id="{A1055087-C230-4EE2-AFF5-40A64843586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53E60991-BA97-453A-8B8F-ABCF2169B25C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3AF68E-F779-4FBC-8110-E9A0A0E75B8F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26930" y="1414732"/>
            <a:ext cx="8464670" cy="116710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3200" b="1" dirty="0">
                <a:latin typeface="+mn-lt"/>
              </a:rPr>
              <a:t>Possible result with SC: (A=7,B=0)?</a:t>
            </a:r>
          </a:p>
          <a:p>
            <a:r>
              <a:rPr lang="en-US" sz="3200" dirty="0">
                <a:latin typeface="+mn-lt"/>
              </a:rPr>
              <a:t>No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D4519F-814B-4425-BD80-665CF5730E31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09601" y="2438401"/>
            <a:ext cx="2971800" cy="84927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1800" b="1" dirty="0">
                <a:latin typeface="Inconsolata" panose="00000509000000000000" pitchFamily="49" charset="0"/>
              </a:rPr>
              <a:t>// init</a:t>
            </a:r>
          </a:p>
          <a:p>
            <a:r>
              <a:rPr lang="pt-BR" sz="1800" dirty="0">
                <a:latin typeface="Inconsolata" panose="00000509000000000000" pitchFamily="49" charset="0"/>
              </a:rPr>
              <a:t>*x = 0; *y = 0; *z = 0;</a:t>
            </a:r>
            <a:endParaRPr lang="en-US" sz="1800" dirty="0">
              <a:latin typeface="Inconsolata" panose="00000509000000000000" pitchFamily="49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C14BF77-3E3E-47ED-B9EE-D430AED62BBF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2362200" y="4230701"/>
            <a:ext cx="914400" cy="580465"/>
            <a:chOff x="457200" y="3733802"/>
            <a:chExt cx="914400" cy="990598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21D874E1-5AA1-4708-B832-8A772728B371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457200" y="3733802"/>
              <a:ext cx="914400" cy="52015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P0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C4FA4203-387E-4728-A082-FBB8EDADB328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457200" y="4253959"/>
              <a:ext cx="914400" cy="47044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7, 0, 0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F1361CD-F552-44C4-8DE3-9FDE8FCDFD48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4191000" y="4230701"/>
            <a:ext cx="914400" cy="580465"/>
            <a:chOff x="457200" y="3733802"/>
            <a:chExt cx="914400" cy="990598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D4DF68F8-FDA0-470F-914C-FC07AEACF6F0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457200" y="3733802"/>
              <a:ext cx="914400" cy="52015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P1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90AB68D7-094C-4FA7-B3F8-AE0FE3D07942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457200" y="4253959"/>
              <a:ext cx="914400" cy="47044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7, 0, 0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CDDCB96-95AF-4E76-AC22-C54CA4E3ABFC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6019800" y="4245267"/>
            <a:ext cx="914400" cy="580465"/>
            <a:chOff x="457200" y="3733802"/>
            <a:chExt cx="914400" cy="990598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A0C8DC1D-E360-4E42-830F-A78E1446DF26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457200" y="3733802"/>
              <a:ext cx="914400" cy="52015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P2</a:t>
              </a: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0BAEB25A-3599-43A5-824F-15577B4B2345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457200" y="4253959"/>
              <a:ext cx="914400" cy="47044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B519249-2AD0-46AB-820F-05D836339540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2362200" y="5577169"/>
            <a:ext cx="914400" cy="580465"/>
            <a:chOff x="457200" y="3733802"/>
            <a:chExt cx="914400" cy="990598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E323271C-88C9-4EFA-91A0-C887D68E888E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457200" y="3733802"/>
              <a:ext cx="914400" cy="52015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P3</a:t>
              </a: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7ED7759B-D07A-4A19-A607-769CDAD05D8B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457200" y="4253959"/>
              <a:ext cx="914400" cy="47044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5952B31-C5E8-4927-B115-59B13084E720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4191000" y="5577169"/>
            <a:ext cx="914400" cy="580465"/>
            <a:chOff x="457200" y="3733802"/>
            <a:chExt cx="914400" cy="990598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6014CA6D-CB46-439F-A26D-2D789B8FD3C9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457200" y="3733802"/>
              <a:ext cx="914400" cy="52015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P4</a:t>
              </a: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E4FE2E0D-A2DE-4A64-9A3A-AE3950DEB7AC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457200" y="4253959"/>
              <a:ext cx="914400" cy="47044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0454A80-DD9D-440A-B467-16E87DB91129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6019800" y="5591735"/>
            <a:ext cx="914400" cy="580465"/>
            <a:chOff x="457200" y="3733802"/>
            <a:chExt cx="914400" cy="990598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A34A5CDD-E91B-40A0-AC7A-C18A6A98759A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457200" y="3733802"/>
              <a:ext cx="914400" cy="52015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P5</a:t>
              </a: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CFE9EB7C-431D-40D7-94BA-247E99867BA7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457200" y="4253959"/>
              <a:ext cx="914400" cy="47044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7, 0, 0</a:t>
              </a:r>
            </a:p>
          </p:txBody>
        </p:sp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A6195BA-BF45-4C06-953A-B34237D78A44}"/>
              </a:ext>
            </a:extLst>
          </p:cNvPr>
          <p:cNvCxnSpPr>
            <a:cxnSpLocks/>
          </p:cNvCxnSpPr>
          <p:nvPr/>
        </p:nvCxnSpPr>
        <p:spPr>
          <a:xfrm>
            <a:off x="3276600" y="4535500"/>
            <a:ext cx="914400" cy="0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0EBD1B6-15B4-44FA-AB48-F174DCD94195}"/>
              </a:ext>
            </a:extLst>
          </p:cNvPr>
          <p:cNvCxnSpPr>
            <a:cxnSpLocks/>
          </p:cNvCxnSpPr>
          <p:nvPr/>
        </p:nvCxnSpPr>
        <p:spPr>
          <a:xfrm>
            <a:off x="3276600" y="5881968"/>
            <a:ext cx="914400" cy="0"/>
          </a:xfrm>
          <a:prstGeom prst="straightConnector1">
            <a:avLst/>
          </a:prstGeom>
          <a:ln w="25400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CF53E6E-A6F4-4DD4-A8F9-50C6D31184FD}"/>
              </a:ext>
            </a:extLst>
          </p:cNvPr>
          <p:cNvCxnSpPr>
            <a:cxnSpLocks/>
          </p:cNvCxnSpPr>
          <p:nvPr/>
        </p:nvCxnSpPr>
        <p:spPr>
          <a:xfrm>
            <a:off x="5105400" y="4535500"/>
            <a:ext cx="914400" cy="0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0542FB1-2464-452C-9DF3-E2521D74BD00}"/>
              </a:ext>
            </a:extLst>
          </p:cNvPr>
          <p:cNvCxnSpPr>
            <a:cxnSpLocks/>
          </p:cNvCxnSpPr>
          <p:nvPr/>
        </p:nvCxnSpPr>
        <p:spPr>
          <a:xfrm>
            <a:off x="5105400" y="5881968"/>
            <a:ext cx="914400" cy="0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1CBB47F-26CD-4F75-8FB3-1E44A080FBB3}"/>
              </a:ext>
            </a:extLst>
          </p:cNvPr>
          <p:cNvCxnSpPr>
            <a:cxnSpLocks/>
          </p:cNvCxnSpPr>
          <p:nvPr/>
        </p:nvCxnSpPr>
        <p:spPr>
          <a:xfrm rot="5400000">
            <a:off x="4282440" y="5176926"/>
            <a:ext cx="731520" cy="0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2635BF5-5AE1-44ED-9CCB-AFD9D2778E65}"/>
              </a:ext>
            </a:extLst>
          </p:cNvPr>
          <p:cNvCxnSpPr>
            <a:cxnSpLocks/>
          </p:cNvCxnSpPr>
          <p:nvPr/>
        </p:nvCxnSpPr>
        <p:spPr>
          <a:xfrm rot="5400000">
            <a:off x="2453640" y="5176926"/>
            <a:ext cx="731520" cy="0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04C44BC-5F9F-42A5-9C3E-01554411CE46}"/>
              </a:ext>
            </a:extLst>
          </p:cNvPr>
          <p:cNvCxnSpPr>
            <a:cxnSpLocks/>
          </p:cNvCxnSpPr>
          <p:nvPr/>
        </p:nvCxnSpPr>
        <p:spPr>
          <a:xfrm rot="5400000">
            <a:off x="6111240" y="5176926"/>
            <a:ext cx="731520" cy="0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9305ECC7-1270-4EF1-BD70-BD00F4F474F7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371601" y="4019192"/>
            <a:ext cx="1066798" cy="124185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1800" b="1" dirty="0">
                <a:latin typeface="Inconsolata" panose="00000509000000000000" pitchFamily="49" charset="0"/>
              </a:rPr>
              <a:t>// P0</a:t>
            </a:r>
          </a:p>
          <a:p>
            <a:r>
              <a:rPr lang="pt-BR" sz="1800" dirty="0">
                <a:latin typeface="Inconsolata" panose="00000509000000000000" pitchFamily="49" charset="0"/>
              </a:rPr>
              <a:t>*x = 7;</a:t>
            </a:r>
          </a:p>
          <a:p>
            <a:r>
              <a:rPr lang="pt-BR" sz="1800" dirty="0">
                <a:latin typeface="Inconsolata" panose="00000509000000000000" pitchFamily="49" charset="0"/>
              </a:rPr>
              <a:t>*y = 3;</a:t>
            </a:r>
            <a:endParaRPr lang="en-US" sz="1800" dirty="0">
              <a:latin typeface="Inconsolata" panose="00000509000000000000" pitchFamily="49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275577F-8811-4F94-9F11-4B3F58119FF7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3962400" y="3010246"/>
            <a:ext cx="2057400" cy="127870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1800" b="1" dirty="0">
                <a:latin typeface="Inconsolata" panose="00000509000000000000" pitchFamily="49" charset="0"/>
              </a:rPr>
              <a:t>// P1</a:t>
            </a:r>
          </a:p>
          <a:p>
            <a:r>
              <a:rPr lang="pt-BR" sz="1800" dirty="0">
                <a:latin typeface="Inconsolata" panose="00000509000000000000" pitchFamily="49" charset="0"/>
              </a:rPr>
              <a:t>while(*y == 0);</a:t>
            </a:r>
          </a:p>
          <a:p>
            <a:r>
              <a:rPr lang="pt-BR" sz="1800" dirty="0">
                <a:latin typeface="Inconsolata" panose="00000509000000000000" pitchFamily="49" charset="0"/>
              </a:rPr>
              <a:t>*z = 1;</a:t>
            </a:r>
          </a:p>
          <a:p>
            <a:r>
              <a:rPr lang="pt-BR" sz="1800" dirty="0">
                <a:latin typeface="Inconsolata" panose="00000509000000000000" pitchFamily="49" charset="0"/>
              </a:rPr>
              <a:t>A = *x;</a:t>
            </a:r>
            <a:endParaRPr lang="en-US" sz="1800" dirty="0">
              <a:latin typeface="Inconsolata" panose="00000509000000000000" pitchFamily="49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C668513-5120-44E6-B8BC-53959CA57527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6980208" y="5405216"/>
            <a:ext cx="1981200" cy="9826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1800" b="1" dirty="0">
                <a:latin typeface="Inconsolata" panose="00000509000000000000" pitchFamily="49" charset="0"/>
              </a:rPr>
              <a:t>// P5</a:t>
            </a:r>
          </a:p>
          <a:p>
            <a:r>
              <a:rPr lang="pt-BR" sz="1800" dirty="0">
                <a:latin typeface="Inconsolata" panose="00000509000000000000" pitchFamily="49" charset="0"/>
              </a:rPr>
              <a:t>while(*z == 0);</a:t>
            </a:r>
          </a:p>
          <a:p>
            <a:r>
              <a:rPr lang="pt-BR" sz="1800" dirty="0">
                <a:latin typeface="Inconsolata" panose="00000509000000000000" pitchFamily="49" charset="0"/>
              </a:rPr>
              <a:t>B = *y;</a:t>
            </a:r>
            <a:endParaRPr lang="en-US" sz="1800" dirty="0">
              <a:latin typeface="Inconsolata" panose="00000509000000000000" pitchFamily="49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C76428D-D040-4758-A005-FC417ACEA947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3565269" y="6246344"/>
            <a:ext cx="1921131" cy="535456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network congestion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8C7ACC2-FF66-4CD3-B918-238874EF45AB}"/>
              </a:ext>
            </a:extLst>
          </p:cNvPr>
          <p:cNvCxnSpPr>
            <a:cxnSpLocks/>
          </p:cNvCxnSpPr>
          <p:nvPr/>
        </p:nvCxnSpPr>
        <p:spPr>
          <a:xfrm>
            <a:off x="3810000" y="5896533"/>
            <a:ext cx="334085" cy="491318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6ACF008-4CFD-4307-A427-6A2A2055589F}"/>
              </a:ext>
            </a:extLst>
          </p:cNvPr>
          <p:cNvGrpSpPr/>
          <p:nvPr>
            <p:custDataLst>
              <p:tags r:id="rId16"/>
            </p:custDataLst>
          </p:nvPr>
        </p:nvGrpSpPr>
        <p:grpSpPr>
          <a:xfrm>
            <a:off x="4191000" y="4230701"/>
            <a:ext cx="914400" cy="580465"/>
            <a:chOff x="457200" y="3733802"/>
            <a:chExt cx="914400" cy="990598"/>
          </a:xfrm>
        </p:grpSpPr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03AA0042-5ADF-4754-8620-8665381FD827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457200" y="3733802"/>
              <a:ext cx="914400" cy="52015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P1</a:t>
              </a:r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57CA0E07-1415-49E2-8471-D630808BC157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457200" y="4253959"/>
              <a:ext cx="914400" cy="47044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7, 3, 0</a:t>
              </a:r>
            </a:p>
          </p:txBody>
        </p:sp>
      </p:grp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ED4E6D4-79D3-4623-80EB-CA0640586178}"/>
              </a:ext>
            </a:extLst>
          </p:cNvPr>
          <p:cNvCxnSpPr>
            <a:cxnSpLocks/>
          </p:cNvCxnSpPr>
          <p:nvPr/>
        </p:nvCxnSpPr>
        <p:spPr>
          <a:xfrm>
            <a:off x="3276600" y="4535500"/>
            <a:ext cx="914400" cy="0"/>
          </a:xfrm>
          <a:prstGeom prst="straightConnector1">
            <a:avLst/>
          </a:prstGeom>
          <a:ln w="50800">
            <a:solidFill>
              <a:schemeClr val="accent6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2467F6C-7774-4D47-A12A-E9189E73A2B1}"/>
              </a:ext>
            </a:extLst>
          </p:cNvPr>
          <p:cNvCxnSpPr>
            <a:cxnSpLocks/>
          </p:cNvCxnSpPr>
          <p:nvPr/>
        </p:nvCxnSpPr>
        <p:spPr>
          <a:xfrm rot="5400000">
            <a:off x="2453640" y="5176926"/>
            <a:ext cx="731520" cy="0"/>
          </a:xfrm>
          <a:prstGeom prst="straightConnector1">
            <a:avLst/>
          </a:prstGeom>
          <a:ln w="50800">
            <a:solidFill>
              <a:schemeClr val="accent6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914E25B9-F1EC-4736-B9BF-3F83A027A7AD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1371601" y="4019192"/>
            <a:ext cx="1066798" cy="1241852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lstStyle/>
          <a:p>
            <a:r>
              <a:rPr lang="pt-BR" sz="1800" b="1" dirty="0">
                <a:latin typeface="Inconsolata" panose="00000509000000000000" pitchFamily="49" charset="0"/>
              </a:rPr>
              <a:t>// P0</a:t>
            </a:r>
          </a:p>
          <a:p>
            <a:r>
              <a:rPr lang="pt-BR" sz="1800" dirty="0">
                <a:latin typeface="Inconsolata" panose="00000509000000000000" pitchFamily="49" charset="0"/>
              </a:rPr>
              <a:t>*x = 7;</a:t>
            </a:r>
          </a:p>
          <a:p>
            <a:r>
              <a:rPr lang="pt-BR" sz="1800" b="1" dirty="0">
                <a:solidFill>
                  <a:schemeClr val="accent6">
                    <a:lumMod val="75000"/>
                  </a:schemeClr>
                </a:solidFill>
                <a:latin typeface="Inconsolata" panose="00000509000000000000" pitchFamily="49" charset="0"/>
              </a:rPr>
              <a:t>*y = 3;</a:t>
            </a:r>
            <a:endParaRPr lang="en-US" sz="1800" b="1" dirty="0">
              <a:solidFill>
                <a:schemeClr val="accent6">
                  <a:lumMod val="75000"/>
                </a:schemeClr>
              </a:solidFill>
              <a:latin typeface="Inconsolata" panose="00000509000000000000" pitchFamily="49" charset="0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E04C0A0-874E-4569-AA3F-9C7D292EB8EB}"/>
              </a:ext>
            </a:extLst>
          </p:cNvPr>
          <p:cNvCxnSpPr>
            <a:cxnSpLocks/>
          </p:cNvCxnSpPr>
          <p:nvPr/>
        </p:nvCxnSpPr>
        <p:spPr>
          <a:xfrm>
            <a:off x="3276600" y="5867400"/>
            <a:ext cx="457200" cy="0"/>
          </a:xfrm>
          <a:prstGeom prst="straightConnector1">
            <a:avLst/>
          </a:prstGeom>
          <a:ln w="50800">
            <a:solidFill>
              <a:schemeClr val="accent6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7015C3A-3EE0-48BD-A2D3-FDAE0BE51AB3}"/>
              </a:ext>
            </a:extLst>
          </p:cNvPr>
          <p:cNvGrpSpPr/>
          <p:nvPr>
            <p:custDataLst>
              <p:tags r:id="rId18"/>
            </p:custDataLst>
          </p:nvPr>
        </p:nvGrpSpPr>
        <p:grpSpPr>
          <a:xfrm>
            <a:off x="2362200" y="4230701"/>
            <a:ext cx="914400" cy="580465"/>
            <a:chOff x="457200" y="3733802"/>
            <a:chExt cx="914400" cy="990598"/>
          </a:xfrm>
        </p:grpSpPr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7672F518-0A72-479E-8A33-4EE5E1F75C2E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457200" y="3733802"/>
              <a:ext cx="914400" cy="52015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P0</a:t>
              </a:r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17D0A7E4-A75A-497B-BE4E-F6F42AF93C74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457200" y="4253959"/>
              <a:ext cx="914400" cy="47044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7, 3, 0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61357792-8E06-4DCF-BE24-D64208BE8F70}"/>
              </a:ext>
            </a:extLst>
          </p:cNvPr>
          <p:cNvGrpSpPr/>
          <p:nvPr>
            <p:custDataLst>
              <p:tags r:id="rId19"/>
            </p:custDataLst>
          </p:nvPr>
        </p:nvGrpSpPr>
        <p:grpSpPr>
          <a:xfrm>
            <a:off x="2362200" y="4230701"/>
            <a:ext cx="914400" cy="580465"/>
            <a:chOff x="457200" y="3733802"/>
            <a:chExt cx="914400" cy="990598"/>
          </a:xfrm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9735D0DE-91F5-4F70-AA75-D1E574786C96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457200" y="3733802"/>
              <a:ext cx="914400" cy="52015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P0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28E2A8F0-1CB1-4805-AEB3-1F658891464C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457200" y="4253959"/>
              <a:ext cx="914400" cy="47044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7, 3, 1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E351C88-D321-4B03-9636-9D8C5710A53D}"/>
              </a:ext>
            </a:extLst>
          </p:cNvPr>
          <p:cNvGrpSpPr/>
          <p:nvPr>
            <p:custDataLst>
              <p:tags r:id="rId20"/>
            </p:custDataLst>
          </p:nvPr>
        </p:nvGrpSpPr>
        <p:grpSpPr>
          <a:xfrm>
            <a:off x="6019800" y="5591735"/>
            <a:ext cx="914400" cy="580465"/>
            <a:chOff x="457200" y="3733802"/>
            <a:chExt cx="914400" cy="990598"/>
          </a:xfrm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4CE31CAD-EF60-4DF1-B4D1-462DE87F17C1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457200" y="3733802"/>
              <a:ext cx="914400" cy="52015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P5</a:t>
              </a:r>
            </a:p>
          </p:txBody>
        </p:sp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DE247F34-D60C-4447-A85E-6B2ED4C01A64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457200" y="4253959"/>
              <a:ext cx="914400" cy="47044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7, 0, 1</a:t>
              </a:r>
            </a:p>
          </p:txBody>
        </p:sp>
      </p:grp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6D09ABE6-D866-4DAA-AE1B-02AF849D68FF}"/>
              </a:ext>
            </a:extLst>
          </p:cNvPr>
          <p:cNvCxnSpPr>
            <a:cxnSpLocks/>
          </p:cNvCxnSpPr>
          <p:nvPr/>
        </p:nvCxnSpPr>
        <p:spPr>
          <a:xfrm>
            <a:off x="5105400" y="4535500"/>
            <a:ext cx="914400" cy="0"/>
          </a:xfrm>
          <a:prstGeom prst="straightConnector1">
            <a:avLst/>
          </a:prstGeom>
          <a:ln w="50800">
            <a:solidFill>
              <a:schemeClr val="accent5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09B9093-09F0-410B-85B2-8AC502280A32}"/>
              </a:ext>
            </a:extLst>
          </p:cNvPr>
          <p:cNvCxnSpPr>
            <a:cxnSpLocks/>
          </p:cNvCxnSpPr>
          <p:nvPr/>
        </p:nvCxnSpPr>
        <p:spPr>
          <a:xfrm rot="5400000">
            <a:off x="6111240" y="5176926"/>
            <a:ext cx="731520" cy="0"/>
          </a:xfrm>
          <a:prstGeom prst="straightConnector1">
            <a:avLst/>
          </a:prstGeom>
          <a:ln w="50800">
            <a:solidFill>
              <a:schemeClr val="accent5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46B04634-AF54-42C7-AD8F-BE01663FACC4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3962400" y="3010246"/>
            <a:ext cx="2057400" cy="1278703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lstStyle/>
          <a:p>
            <a:r>
              <a:rPr lang="pt-BR" sz="1800" b="1" dirty="0">
                <a:latin typeface="Inconsolata" panose="00000509000000000000" pitchFamily="49" charset="0"/>
              </a:rPr>
              <a:t>// P1</a:t>
            </a:r>
          </a:p>
          <a:p>
            <a:r>
              <a:rPr lang="pt-BR" sz="1800" dirty="0">
                <a:latin typeface="Inconsolata" panose="00000509000000000000" pitchFamily="49" charset="0"/>
              </a:rPr>
              <a:t>while(*y == 0);</a:t>
            </a:r>
          </a:p>
          <a:p>
            <a:r>
              <a:rPr lang="pt-BR" sz="1800" b="1" dirty="0">
                <a:solidFill>
                  <a:schemeClr val="accent5"/>
                </a:solidFill>
                <a:latin typeface="Inconsolata" panose="00000509000000000000" pitchFamily="49" charset="0"/>
              </a:rPr>
              <a:t>*z = 1;</a:t>
            </a:r>
          </a:p>
          <a:p>
            <a:r>
              <a:rPr lang="pt-BR" sz="1800" dirty="0">
                <a:latin typeface="Inconsolata" panose="00000509000000000000" pitchFamily="49" charset="0"/>
              </a:rPr>
              <a:t>A = *x;</a:t>
            </a:r>
            <a:endParaRPr lang="en-US" sz="1800" dirty="0">
              <a:latin typeface="Inconsolata" panose="00000509000000000000" pitchFamily="49" charset="0"/>
            </a:endParaRP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8B7BC7B-2052-4978-B4C6-3A5AB29256C1}"/>
              </a:ext>
            </a:extLst>
          </p:cNvPr>
          <p:cNvCxnSpPr>
            <a:cxnSpLocks/>
          </p:cNvCxnSpPr>
          <p:nvPr/>
        </p:nvCxnSpPr>
        <p:spPr>
          <a:xfrm flipH="1">
            <a:off x="3276600" y="4648200"/>
            <a:ext cx="914400" cy="0"/>
          </a:xfrm>
          <a:prstGeom prst="straightConnector1">
            <a:avLst/>
          </a:prstGeom>
          <a:ln w="50800">
            <a:solidFill>
              <a:schemeClr val="accent5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roup 61">
            <a:extLst>
              <a:ext uri="{FF2B5EF4-FFF2-40B4-BE49-F238E27FC236}">
                <a16:creationId xmlns:a16="http://schemas.microsoft.com/office/drawing/2014/main" id="{680623DD-8209-4D4F-B42D-8804180B3961}"/>
              </a:ext>
            </a:extLst>
          </p:cNvPr>
          <p:cNvGrpSpPr/>
          <p:nvPr>
            <p:custDataLst>
              <p:tags r:id="rId22"/>
            </p:custDataLst>
          </p:nvPr>
        </p:nvGrpSpPr>
        <p:grpSpPr>
          <a:xfrm>
            <a:off x="4191000" y="4230701"/>
            <a:ext cx="914400" cy="580465"/>
            <a:chOff x="457200" y="3733802"/>
            <a:chExt cx="914400" cy="990598"/>
          </a:xfrm>
        </p:grpSpPr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D7121E97-10BA-4842-A31A-8B5C89A49ED7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457200" y="3733802"/>
              <a:ext cx="914400" cy="52015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P1</a:t>
              </a:r>
            </a:p>
          </p:txBody>
        </p:sp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0DD8CCCE-BD4F-461F-85BE-0D5F092FC057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457200" y="4253959"/>
              <a:ext cx="914400" cy="47044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7, 3, 1</a:t>
              </a:r>
            </a:p>
          </p:txBody>
        </p: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BF71A769-C54A-412E-9D95-DD2416FA5353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6001109" y="2514270"/>
            <a:ext cx="2509006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(A=7, B=0)</a:t>
            </a:r>
          </a:p>
          <a:p>
            <a:pPr algn="ct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SC violation!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7208027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70" grpId="0" animBg="1"/>
      <p:bldP spid="7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39307AE-3ED1-42FC-B3CA-2E7E0171E78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Sequential Consistency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D34E3E-0B43-4055-9E51-081AC1BBE7C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26930" y="1414732"/>
            <a:ext cx="8312270" cy="483366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2800" dirty="0">
                <a:latin typeface="+mn-lt"/>
              </a:rPr>
              <a:t>To achieve sequential consistency, it should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appear</a:t>
            </a:r>
            <a:r>
              <a:rPr lang="en-US" sz="2800" dirty="0">
                <a:latin typeface="+mn-lt"/>
              </a:rPr>
              <a:t> as if: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>
                <a:latin typeface="+mn-lt"/>
              </a:rPr>
              <a:t>Intra-thread program order: </a:t>
            </a:r>
            <a:r>
              <a:rPr lang="en-US" sz="2800" dirty="0">
                <a:latin typeface="+mn-lt"/>
              </a:rPr>
              <a:t>Each individual core’s reads and writes occur in program order.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+mn-lt"/>
            </a:endParaRP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+mn-lt"/>
            </a:endParaRP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+mn-lt"/>
            </a:endParaRPr>
          </a:p>
          <a:p>
            <a:pPr marL="514350" indent="-514350">
              <a:buFont typeface="+mj-lt"/>
              <a:buAutoNum type="arabicPeriod"/>
            </a:pPr>
            <a:endParaRPr lang="en-US" sz="1200" dirty="0">
              <a:latin typeface="+mn-lt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b="1" dirty="0">
                <a:latin typeface="+mn-lt"/>
              </a:rPr>
              <a:t>Inter-thread serialization: </a:t>
            </a:r>
            <a:r>
              <a:rPr lang="en-US" sz="2800" dirty="0">
                <a:latin typeface="+mn-lt"/>
              </a:rPr>
              <a:t>All memory reads and writes from all cores are globally serialized.</a:t>
            </a:r>
          </a:p>
          <a:p>
            <a:endParaRPr lang="en-US" sz="2800" dirty="0">
              <a:latin typeface="+mn-lt"/>
            </a:endParaRPr>
          </a:p>
          <a:p>
            <a:endParaRPr lang="en-US" sz="2800" dirty="0">
              <a:latin typeface="+mn-lt"/>
            </a:endParaRPr>
          </a:p>
          <a:p>
            <a:endParaRPr lang="en-US" sz="2800" dirty="0">
              <a:latin typeface="+mn-lt"/>
            </a:endParaRPr>
          </a:p>
          <a:p>
            <a:endParaRPr lang="en-US" sz="2800" dirty="0">
              <a:latin typeface="+mn-lt"/>
            </a:endParaRPr>
          </a:p>
          <a:p>
            <a:endParaRPr lang="en-US" sz="2800" dirty="0">
              <a:latin typeface="+mn-lt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6B4B4A0-FEE4-4344-AE4A-742B45092A45}"/>
              </a:ext>
            </a:extLst>
          </p:cNvPr>
          <p:cNvCxnSpPr>
            <a:cxnSpLocks/>
          </p:cNvCxnSpPr>
          <p:nvPr/>
        </p:nvCxnSpPr>
        <p:spPr>
          <a:xfrm flipH="1">
            <a:off x="2301347" y="3124200"/>
            <a:ext cx="1" cy="575656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9783612-3078-4842-905F-5A64683307A3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295400" y="2743200"/>
            <a:ext cx="2011894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load 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16CF61-C00F-4602-8D31-0B578D3B1EF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295400" y="3474361"/>
            <a:ext cx="2011894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load 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5DBD5D3-713A-4E5B-ADDD-6FF09FC650EE}"/>
              </a:ext>
            </a:extLst>
          </p:cNvPr>
          <p:cNvCxnSpPr>
            <a:cxnSpLocks/>
          </p:cNvCxnSpPr>
          <p:nvPr/>
        </p:nvCxnSpPr>
        <p:spPr>
          <a:xfrm flipH="1">
            <a:off x="3847374" y="3124200"/>
            <a:ext cx="1" cy="575656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2CF808C-BD3B-4126-AE42-22C419417D9B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841427" y="2743200"/>
            <a:ext cx="2011894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load 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185C61-86B0-4536-8DFE-1236EA6E6E88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841427" y="3474361"/>
            <a:ext cx="2011894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store Y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DB4C1CD-9285-4CE5-900A-4FFE37ECB51A}"/>
              </a:ext>
            </a:extLst>
          </p:cNvPr>
          <p:cNvCxnSpPr>
            <a:cxnSpLocks/>
          </p:cNvCxnSpPr>
          <p:nvPr/>
        </p:nvCxnSpPr>
        <p:spPr>
          <a:xfrm flipH="1">
            <a:off x="5393402" y="3124200"/>
            <a:ext cx="1" cy="575656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1EA3257-10FA-4281-824F-F18E883FF5B4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4387455" y="2743200"/>
            <a:ext cx="2011894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store 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B12674-53BA-4CE3-A73E-43DD1059CB21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4387455" y="3474361"/>
            <a:ext cx="2011894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load Y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9664419-1E25-461D-9B8A-AAA75AA958B1}"/>
              </a:ext>
            </a:extLst>
          </p:cNvPr>
          <p:cNvCxnSpPr>
            <a:cxnSpLocks/>
          </p:cNvCxnSpPr>
          <p:nvPr/>
        </p:nvCxnSpPr>
        <p:spPr>
          <a:xfrm flipH="1">
            <a:off x="6939429" y="3124200"/>
            <a:ext cx="1" cy="575656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CD8A525-6157-4E02-AA68-F82BF1E9447F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933482" y="2743200"/>
            <a:ext cx="2011894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store X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914A48-213E-4C3C-9AB7-5BB1035CBE24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933482" y="3474361"/>
            <a:ext cx="2011894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store Y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85C885F-1EE7-4C34-8118-777F607AF5B7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3189701" y="5181600"/>
            <a:ext cx="2764598" cy="1514899"/>
          </a:xfrm>
          <a:prstGeom prst="rect">
            <a:avLst/>
          </a:prstGeom>
        </p:spPr>
      </p:pic>
      <p:sp>
        <p:nvSpPr>
          <p:cNvPr id="20" name="Oval 19">
            <a:extLst>
              <a:ext uri="{FF2B5EF4-FFF2-40B4-BE49-F238E27FC236}">
                <a16:creationId xmlns:a16="http://schemas.microsoft.com/office/drawing/2014/main" id="{A5FF23D0-12CF-4AA9-94D3-5B6C7191DE57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6629400" y="1371600"/>
            <a:ext cx="1600200" cy="606078"/>
          </a:xfrm>
          <a:prstGeom prst="ellipse">
            <a:avLst/>
          </a:prstGeom>
          <a:noFill/>
          <a:ln w="508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F4F751F-954C-4CAF-9C63-FB720B25C855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381000" y="5867400"/>
            <a:ext cx="3383494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only writes have to be serialized;</a:t>
            </a:r>
          </a:p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reads can happen in parallel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76C16D-4446-4EE9-8072-9ACA0B05B012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526930" y="4175125"/>
            <a:ext cx="8312270" cy="253047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US" sz="2800" b="1" dirty="0">
                <a:latin typeface="+mn-lt"/>
              </a:rPr>
              <a:t>Inter-thread write atomicity: </a:t>
            </a:r>
            <a:r>
              <a:rPr lang="en-US" sz="2800" dirty="0">
                <a:latin typeface="+mn-lt"/>
              </a:rPr>
              <a:t>All memory writes are globally serialized and all cores agree on the order.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If a core writes a new value, all cores must acknowledge the write before any core is allowed to read it (</a:t>
            </a:r>
            <a:r>
              <a:rPr lang="en-US" sz="2400" i="1" dirty="0">
                <a:latin typeface="+mn-lt"/>
              </a:rPr>
              <a:t>coherence acknowledgements</a:t>
            </a:r>
            <a:r>
              <a:rPr lang="en-US" sz="2400" dirty="0">
                <a:latin typeface="+mn-lt"/>
              </a:rPr>
              <a:t>)</a:t>
            </a:r>
          </a:p>
          <a:p>
            <a:endParaRPr lang="en-US" sz="2800" dirty="0">
              <a:latin typeface="+mn-lt"/>
            </a:endParaRPr>
          </a:p>
          <a:p>
            <a:endParaRPr lang="en-US" sz="2800" dirty="0">
              <a:latin typeface="+mn-lt"/>
            </a:endParaRPr>
          </a:p>
          <a:p>
            <a:endParaRPr lang="en-US" sz="2800" dirty="0">
              <a:latin typeface="+mn-lt"/>
            </a:endParaRPr>
          </a:p>
          <a:p>
            <a:endParaRPr lang="en-US" sz="2800" dirty="0">
              <a:latin typeface="+mn-lt"/>
            </a:endParaRPr>
          </a:p>
          <a:p>
            <a:endParaRPr lang="en-US" sz="2800" dirty="0">
              <a:latin typeface="+mn-lt"/>
            </a:endParaRPr>
          </a:p>
        </p:txBody>
      </p:sp>
      <p:sp>
        <p:nvSpPr>
          <p:cNvPr id="5124" name="Slide Number Placeholder 5">
            <a:extLst>
              <a:ext uri="{FF2B5EF4-FFF2-40B4-BE49-F238E27FC236}">
                <a16:creationId xmlns:a16="http://schemas.microsoft.com/office/drawing/2014/main" id="{A1055087-C230-4EE2-AFF5-40A64843586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53E60991-BA97-453A-8B8F-ABCF2169B25C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46C46D-0D6A-4666-AB45-112C5C824CCC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526930" y="2728853"/>
            <a:ext cx="8312270" cy="130974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Tell compiler not to reorder loads/stores (</a:t>
            </a:r>
            <a:r>
              <a:rPr lang="en-US" sz="2400" i="1" dirty="0">
                <a:latin typeface="+mn-lt"/>
              </a:rPr>
              <a:t>volatile</a:t>
            </a:r>
            <a:r>
              <a:rPr lang="en-US" sz="2400" dirty="0">
                <a:latin typeface="+mn-lt"/>
              </a:rPr>
              <a:t>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Allow for out-of-order execution, but double-check loads at retire stage (</a:t>
            </a:r>
            <a:r>
              <a:rPr lang="en-US" sz="2400" i="1" dirty="0">
                <a:latin typeface="+mn-lt"/>
              </a:rPr>
              <a:t>replay</a:t>
            </a:r>
            <a:r>
              <a:rPr lang="en-US" sz="2400" dirty="0">
                <a:latin typeface="+mn-lt"/>
              </a:rPr>
              <a:t>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Stall younger memory operations (</a:t>
            </a:r>
            <a:r>
              <a:rPr lang="en-US" sz="2400" i="1" dirty="0">
                <a:latin typeface="+mn-lt"/>
              </a:rPr>
              <a:t>fences</a:t>
            </a:r>
            <a:r>
              <a:rPr lang="en-US" sz="2400" dirty="0">
                <a:latin typeface="+mn-lt"/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endParaRPr lang="en-US" sz="1100" dirty="0">
              <a:latin typeface="+mn-lt"/>
            </a:endParaRPr>
          </a:p>
          <a:p>
            <a:endParaRPr lang="en-US" sz="2400" dirty="0">
              <a:latin typeface="+mn-lt"/>
            </a:endParaRPr>
          </a:p>
          <a:p>
            <a:endParaRPr lang="en-US" sz="2400" dirty="0">
              <a:latin typeface="+mn-lt"/>
            </a:endParaRPr>
          </a:p>
          <a:p>
            <a:endParaRPr lang="en-US" sz="2400" dirty="0">
              <a:latin typeface="+mn-lt"/>
            </a:endParaRPr>
          </a:p>
          <a:p>
            <a:endParaRPr lang="en-US" sz="2400" dirty="0">
              <a:latin typeface="+mn-lt"/>
            </a:endParaRPr>
          </a:p>
          <a:p>
            <a:endParaRPr lang="en-US" sz="2400" dirty="0">
              <a:latin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2979611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 animBg="1"/>
      <p:bldP spid="2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39307AE-3ED1-42FC-B3CA-2E7E0171E78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Volatile</a:t>
            </a:r>
          </a:p>
        </p:txBody>
      </p:sp>
      <p:sp>
        <p:nvSpPr>
          <p:cNvPr id="5124" name="Slide Number Placeholder 5">
            <a:extLst>
              <a:ext uri="{FF2B5EF4-FFF2-40B4-BE49-F238E27FC236}">
                <a16:creationId xmlns:a16="http://schemas.microsoft.com/office/drawing/2014/main" id="{A1055087-C230-4EE2-AFF5-40A64843586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53E60991-BA97-453A-8B8F-ABCF2169B25C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8F47AA-7A98-4F1A-A2D6-CFA139DF0CC7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26931" y="1414732"/>
            <a:ext cx="8464670" cy="154959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2800" dirty="0">
                <a:latin typeface="+mn-lt"/>
              </a:rPr>
              <a:t>Language declaration that allows the programmer to tell the compiler that an external entity (e.g., another thread, I/O device) may modify the memory location, so must be conservative and limit optimizations.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05D1F1-AEA1-43A8-B3AC-97031F761EB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837706" y="3516908"/>
            <a:ext cx="6495423" cy="288389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3200" b="1" dirty="0">
                <a:solidFill>
                  <a:schemeClr val="accent6">
                    <a:lumMod val="75000"/>
                  </a:schemeClr>
                </a:solidFill>
                <a:latin typeface="Inconsolata" panose="00000509000000000000" pitchFamily="49" charset="0"/>
              </a:rPr>
              <a:t>volatile</a:t>
            </a:r>
            <a:r>
              <a:rPr lang="pt-BR" sz="3200" dirty="0">
                <a:latin typeface="Inconsolata" panose="00000509000000000000" pitchFamily="49" charset="0"/>
              </a:rPr>
              <a:t> int *x = ...;</a:t>
            </a:r>
          </a:p>
          <a:p>
            <a:endParaRPr lang="pt-BR" sz="3200" dirty="0">
              <a:latin typeface="Inconsolata" panose="00000509000000000000" pitchFamily="49" charset="0"/>
            </a:endParaRPr>
          </a:p>
          <a:p>
            <a:r>
              <a:rPr lang="pt-BR" sz="3200" dirty="0">
                <a:latin typeface="Inconsolata" panose="00000509000000000000" pitchFamily="49" charset="0"/>
              </a:rPr>
              <a:t>*x = A;</a:t>
            </a:r>
          </a:p>
          <a:p>
            <a:r>
              <a:rPr lang="pt-BR" sz="3200" dirty="0">
                <a:latin typeface="Inconsolata" panose="00000509000000000000" pitchFamily="49" charset="0"/>
              </a:rPr>
              <a:t>...</a:t>
            </a:r>
          </a:p>
          <a:p>
            <a:r>
              <a:rPr lang="pt-BR" sz="3200" dirty="0">
                <a:latin typeface="Inconsolata" panose="00000509000000000000" pitchFamily="49" charset="0"/>
              </a:rPr>
              <a:t>B = *x;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051D61-58B0-472C-943D-E29B8EDA4EB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576860" y="4678495"/>
            <a:ext cx="4068975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compiler must assume that *x can be modified by someone else anytime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95868A-CF0F-492F-926E-391071BEC3B1}"/>
              </a:ext>
            </a:extLst>
          </p:cNvPr>
          <p:cNvCxnSpPr>
            <a:cxnSpLocks/>
          </p:cNvCxnSpPr>
          <p:nvPr/>
        </p:nvCxnSpPr>
        <p:spPr>
          <a:xfrm flipH="1" flipV="1">
            <a:off x="2171854" y="4097701"/>
            <a:ext cx="1019581" cy="626454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923289173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39307AE-3ED1-42FC-B3CA-2E7E0171E78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SC Example 2 – Fixed</a:t>
            </a:r>
          </a:p>
        </p:txBody>
      </p:sp>
      <p:sp>
        <p:nvSpPr>
          <p:cNvPr id="5124" name="Slide Number Placeholder 5">
            <a:extLst>
              <a:ext uri="{FF2B5EF4-FFF2-40B4-BE49-F238E27FC236}">
                <a16:creationId xmlns:a16="http://schemas.microsoft.com/office/drawing/2014/main" id="{A1055087-C230-4EE2-AFF5-40A64843586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53E60991-BA97-453A-8B8F-ABCF2169B25C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3AF68E-F779-4FBC-8110-E9A0A0E75B8F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26930" y="1414732"/>
            <a:ext cx="8464670" cy="116710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3200" b="1" dirty="0">
                <a:latin typeface="+mn-lt"/>
              </a:rPr>
              <a:t>Possible result with SC: (A=B=C=2)?</a:t>
            </a:r>
          </a:p>
          <a:p>
            <a:r>
              <a:rPr lang="en-US" sz="3200" dirty="0">
                <a:latin typeface="+mn-lt"/>
              </a:rPr>
              <a:t>No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7DA057-7898-4469-9B2F-630AC8613455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115855" y="3902401"/>
            <a:ext cx="2199345" cy="163479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2400" b="1" dirty="0">
                <a:latin typeface="Inconsolata" panose="00000509000000000000" pitchFamily="49" charset="0"/>
              </a:rPr>
              <a:t>// P2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C = *y;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*x = C;</a:t>
            </a:r>
            <a:endParaRPr lang="en-US" sz="2400" dirty="0">
              <a:latin typeface="Inconsolata" panose="00000509000000000000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ECACE0-4950-46CC-9477-2BEF517063D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2438400"/>
            <a:ext cx="6059141" cy="99829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2400" b="1" dirty="0">
                <a:latin typeface="Inconsolata" panose="00000509000000000000" pitchFamily="49" charset="0"/>
              </a:rPr>
              <a:t>// init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A = 0; B = 0;</a:t>
            </a:r>
          </a:p>
          <a:p>
            <a:r>
              <a:rPr lang="pt-BR" sz="2400" b="1" dirty="0">
                <a:solidFill>
                  <a:schemeClr val="accent6">
                    <a:lumMod val="75000"/>
                  </a:schemeClr>
                </a:solidFill>
                <a:latin typeface="Inconsolata" panose="00000509000000000000" pitchFamily="49" charset="0"/>
              </a:rPr>
              <a:t>volatile</a:t>
            </a:r>
            <a:r>
              <a:rPr lang="pt-BR" sz="2400" dirty="0">
                <a:latin typeface="Inconsolata" panose="00000509000000000000" pitchFamily="49" charset="0"/>
              </a:rPr>
              <a:t> *x = 1; </a:t>
            </a:r>
            <a:r>
              <a:rPr lang="pt-BR" sz="2400" b="1" dirty="0">
                <a:solidFill>
                  <a:schemeClr val="accent6">
                    <a:lumMod val="75000"/>
                  </a:schemeClr>
                </a:solidFill>
                <a:latin typeface="Inconsolata" panose="00000509000000000000" pitchFamily="49" charset="0"/>
              </a:rPr>
              <a:t>volatile</a:t>
            </a:r>
            <a:r>
              <a:rPr lang="pt-BR" sz="2400" dirty="0">
                <a:latin typeface="Inconsolata" panose="00000509000000000000" pitchFamily="49" charset="0"/>
              </a:rPr>
              <a:t> *y = 0;</a:t>
            </a:r>
            <a:endParaRPr lang="en-US" sz="2400" dirty="0">
              <a:latin typeface="Inconsolata" panose="00000509000000000000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4F9F44-2610-46C3-9803-126984BFB2A8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5791200" y="2253970"/>
            <a:ext cx="2509006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no more SC violation!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01D737-72F5-4F13-9496-831096358BAE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2438401" y="3902401"/>
            <a:ext cx="3046997" cy="234599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2400" b="1" dirty="0">
                <a:latin typeface="Inconsolata" panose="00000509000000000000" pitchFamily="49" charset="0"/>
              </a:rPr>
              <a:t>// P1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A = *x;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B = *x;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if(A == B)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    *y = 2;</a:t>
            </a:r>
            <a:endParaRPr lang="en-US" sz="2400" dirty="0">
              <a:latin typeface="Inconsolata" panose="00000509000000000000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32952590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39307AE-3ED1-42FC-B3CA-2E7E0171E78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Replay</a:t>
            </a:r>
          </a:p>
        </p:txBody>
      </p:sp>
      <p:sp>
        <p:nvSpPr>
          <p:cNvPr id="5124" name="Slide Number Placeholder 5">
            <a:extLst>
              <a:ext uri="{FF2B5EF4-FFF2-40B4-BE49-F238E27FC236}">
                <a16:creationId xmlns:a16="http://schemas.microsoft.com/office/drawing/2014/main" id="{A1055087-C230-4EE2-AFF5-40A64843586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53E60991-BA97-453A-8B8F-ABCF2169B25C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8F47AA-7A98-4F1A-A2D6-CFA139DF0CC7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26931" y="1414732"/>
            <a:ext cx="8464670" cy="2395268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2800" dirty="0">
                <a:latin typeface="+mn-lt"/>
              </a:rPr>
              <a:t>MIPS R10K performs stores in-order at retire (R). Allow loads to be performed out-of-order at execute (X), but must replay them in-order at retire (R) to make sure their values have not changed since then. If the value has changed, flush and re-execute dependent instructions.</a:t>
            </a:r>
          </a:p>
        </p:txBody>
      </p:sp>
      <p:graphicFrame>
        <p:nvGraphicFramePr>
          <p:cNvPr id="11" name="Group 4">
            <a:extLst>
              <a:ext uri="{FF2B5EF4-FFF2-40B4-BE49-F238E27FC236}">
                <a16:creationId xmlns:a16="http://schemas.microsoft.com/office/drawing/2014/main" id="{78F85D89-26F1-4E8F-A5B8-0D094385E9FF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1122405" y="3962400"/>
          <a:ext cx="6899191" cy="1292280"/>
        </p:xfrm>
        <a:graphic>
          <a:graphicData uri="http://schemas.openxmlformats.org/drawingml/2006/table">
            <a:tbl>
              <a:tblPr/>
              <a:tblGrid>
                <a:gridCol w="16175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0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01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01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01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013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40136">
                  <a:extLst>
                    <a:ext uri="{9D8B030D-6E8A-4147-A177-3AD203B41FA5}">
                      <a16:colId xmlns:a16="http://schemas.microsoft.com/office/drawing/2014/main" val="369226169"/>
                    </a:ext>
                  </a:extLst>
                </a:gridCol>
                <a:gridCol w="440136">
                  <a:extLst>
                    <a:ext uri="{9D8B030D-6E8A-4147-A177-3AD203B41FA5}">
                      <a16:colId xmlns:a16="http://schemas.microsoft.com/office/drawing/2014/main" val="3874941554"/>
                    </a:ext>
                  </a:extLst>
                </a:gridCol>
                <a:gridCol w="440136">
                  <a:extLst>
                    <a:ext uri="{9D8B030D-6E8A-4147-A177-3AD203B41FA5}">
                      <a16:colId xmlns:a16="http://schemas.microsoft.com/office/drawing/2014/main" val="2795754104"/>
                    </a:ext>
                  </a:extLst>
                </a:gridCol>
                <a:gridCol w="440136">
                  <a:extLst>
                    <a:ext uri="{9D8B030D-6E8A-4147-A177-3AD203B41FA5}">
                      <a16:colId xmlns:a16="http://schemas.microsoft.com/office/drawing/2014/main" val="1270223877"/>
                    </a:ext>
                  </a:extLst>
                </a:gridCol>
                <a:gridCol w="440136">
                  <a:extLst>
                    <a:ext uri="{9D8B030D-6E8A-4147-A177-3AD203B41FA5}">
                      <a16:colId xmlns:a16="http://schemas.microsoft.com/office/drawing/2014/main" val="1089408793"/>
                    </a:ext>
                  </a:extLst>
                </a:gridCol>
              </a:tblGrid>
              <a:tr h="2165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insn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\ cycle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5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lw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$t0, 0($s0)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lw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$t1, 0($s1)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add $t2, $t1, $t0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967591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42F6BF6-D4EB-401D-8154-505E4D8AB059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962400" y="5162909"/>
            <a:ext cx="2286000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(1) perform load 0($s1)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05905EE-F63C-4F71-8D3D-79B0A4CA110B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927121" y="4533211"/>
            <a:ext cx="457200" cy="454294"/>
          </a:xfrm>
          <a:prstGeom prst="ellipse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276E212-E76D-47CC-8AAC-E7DE8051E956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5791200" y="4191000"/>
            <a:ext cx="457200" cy="454294"/>
          </a:xfrm>
          <a:prstGeom prst="ellipse">
            <a:avLst/>
          </a:prstGeom>
          <a:noFill/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187D77-1FB8-4171-BC32-E6CC13B645AD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4918495" y="3515983"/>
            <a:ext cx="2286000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600" b="1" dirty="0">
                <a:solidFill>
                  <a:schemeClr val="accent3">
                    <a:lumMod val="75000"/>
                  </a:schemeClr>
                </a:solidFill>
                <a:latin typeface="+mn-lt"/>
              </a:rPr>
              <a:t>(2) perform load 0($s0)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0C5CE25-2053-4A5C-A6CB-ABC54BA6D820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7162800" y="4533211"/>
            <a:ext cx="457200" cy="454294"/>
          </a:xfrm>
          <a:prstGeom prst="ellipse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D62BFF-DBDE-4377-BF51-C84541F5B67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6172200" y="5160337"/>
            <a:ext cx="2286000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(3) </a:t>
            </a:r>
            <a:r>
              <a:rPr lang="en-US" sz="1600" b="1" i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replay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 load 0($s1)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727539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 animBg="1"/>
      <p:bldP spid="8" grpId="0" animBg="1"/>
      <p:bldP spid="9" grpId="0"/>
      <p:bldP spid="10" grpId="0" animBg="1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39307AE-3ED1-42FC-B3CA-2E7E0171E78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SC Example 3 – Fixed</a:t>
            </a:r>
          </a:p>
        </p:txBody>
      </p:sp>
      <p:sp>
        <p:nvSpPr>
          <p:cNvPr id="5124" name="Slide Number Placeholder 5">
            <a:extLst>
              <a:ext uri="{FF2B5EF4-FFF2-40B4-BE49-F238E27FC236}">
                <a16:creationId xmlns:a16="http://schemas.microsoft.com/office/drawing/2014/main" id="{A1055087-C230-4EE2-AFF5-40A64843586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53E60991-BA97-453A-8B8F-ABCF2169B25C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3AF68E-F779-4FBC-8110-E9A0A0E75B8F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26930" y="1414732"/>
            <a:ext cx="8464670" cy="116710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3200" b="1" dirty="0">
                <a:latin typeface="+mn-lt"/>
              </a:rPr>
              <a:t>Possible assertion fail with SC?</a:t>
            </a:r>
          </a:p>
          <a:p>
            <a:r>
              <a:rPr lang="en-US" sz="3200" dirty="0">
                <a:latin typeface="+mn-lt"/>
              </a:rPr>
              <a:t>No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0D2E6A-AA65-4A15-A0CF-D47838F2D37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506255" y="3978601"/>
            <a:ext cx="3124698" cy="204119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2400" b="1" dirty="0">
                <a:latin typeface="Inconsolata" panose="00000509000000000000" pitchFamily="49" charset="0"/>
              </a:rPr>
              <a:t>// P2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if(*y != 0) {</a:t>
            </a:r>
          </a:p>
          <a:p>
            <a:r>
              <a:rPr lang="pt-BR" sz="2400" b="1" dirty="0">
                <a:solidFill>
                  <a:schemeClr val="accent6">
                    <a:lumMod val="75000"/>
                  </a:schemeClr>
                </a:solidFill>
                <a:latin typeface="Inconsolata" panose="00000509000000000000" pitchFamily="49" charset="0"/>
              </a:rPr>
              <a:t>    A = *x;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    assert(A != 0);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}</a:t>
            </a:r>
            <a:endParaRPr lang="en-US" sz="2400" dirty="0">
              <a:latin typeface="Inconsolata" panose="00000509000000000000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38E5CD-71C8-426E-9BB0-ECE90589A32B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1" y="3978601"/>
            <a:ext cx="3046997" cy="149574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2400" b="1" dirty="0">
                <a:latin typeface="Inconsolata" panose="00000509000000000000" pitchFamily="49" charset="0"/>
              </a:rPr>
              <a:t>// P1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*x = 1;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*y = 1;</a:t>
            </a:r>
            <a:endParaRPr lang="en-US" sz="2400" dirty="0">
              <a:latin typeface="Inconsolata" panose="00000509000000000000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8EFD5D-2F07-4E88-A6D0-31313E1E6B2E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828800" y="2944057"/>
            <a:ext cx="3046997" cy="99829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2400" b="1" dirty="0">
                <a:latin typeface="Inconsolata" panose="00000509000000000000" pitchFamily="49" charset="0"/>
              </a:rPr>
              <a:t>// init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*x = 0; *y = 0;</a:t>
            </a:r>
            <a:endParaRPr lang="en-US" sz="2400" dirty="0">
              <a:latin typeface="Inconsolata" panose="00000509000000000000" pitchFamily="49" charset="0"/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BE5FF440-A0D9-4B93-963C-0889D957EA5D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5824191" y="4196083"/>
            <a:ext cx="767350" cy="794777"/>
          </a:xfrm>
          <a:prstGeom prst="arc">
            <a:avLst>
              <a:gd name="adj1" fmla="val 15068521"/>
              <a:gd name="adj2" fmla="val 4737544"/>
            </a:avLst>
          </a:prstGeom>
          <a:ln w="50800">
            <a:solidFill>
              <a:schemeClr val="accent6">
                <a:lumMod val="75000"/>
              </a:schemeClr>
            </a:solidFill>
            <a:headEnd type="triangl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CD589D-3526-4F43-9387-21599BE2D2CF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317869" y="2066501"/>
            <a:ext cx="3484473" cy="877556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out-of-order execution</a:t>
            </a:r>
          </a:p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with branch prediction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BC6153E-F713-4259-8188-FD44681A85AA}"/>
              </a:ext>
            </a:extLst>
          </p:cNvPr>
          <p:cNvCxnSpPr>
            <a:cxnSpLocks/>
          </p:cNvCxnSpPr>
          <p:nvPr/>
        </p:nvCxnSpPr>
        <p:spPr>
          <a:xfrm flipH="1">
            <a:off x="6483567" y="2742225"/>
            <a:ext cx="364278" cy="1408056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0A5FE1D-AEE5-4595-A2B9-7491D25D1A2B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7031127" y="4572000"/>
            <a:ext cx="1960473" cy="570179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replay load (A=1)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01D1649-27A4-46F9-9772-5A9F5E436CE5}"/>
              </a:ext>
            </a:extLst>
          </p:cNvPr>
          <p:cNvCxnSpPr>
            <a:cxnSpLocks/>
          </p:cNvCxnSpPr>
          <p:nvPr/>
        </p:nvCxnSpPr>
        <p:spPr>
          <a:xfrm flipH="1">
            <a:off x="6292654" y="4907063"/>
            <a:ext cx="946346" cy="115521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07E159B-C257-4EBA-B0B5-C37A239DF567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3315185" y="5891902"/>
            <a:ext cx="2509006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no more SC violation!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08974538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lang="en-US" altLang="en-US" dirty="0"/>
              <a:t>Memory Fences/Barriers</a:t>
            </a:r>
          </a:p>
        </p:txBody>
      </p:sp>
      <p:sp>
        <p:nvSpPr>
          <p:cNvPr id="2054" name="Slide Number Placeholder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CBC38AAC-2024-4792-9CC7-FB44A3777575}" type="slidenum">
              <a:rPr lang="en-US" altLang="en-US"/>
              <a:pPr lvl="1" eaLnBrk="1" hangingPunct="1"/>
              <a:t>19</a:t>
            </a:fld>
            <a:endParaRPr lang="en-US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2F2AD05-CF11-4340-B2A1-84C7E802DEA7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26931" y="1414732"/>
            <a:ext cx="8388469" cy="4941618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2800" dirty="0">
                <a:latin typeface="+mn-lt"/>
              </a:rPr>
              <a:t>Special instructions to manually enforce intra-thread ordering of loads/stores, in case we do not want to change our </a:t>
            </a:r>
            <a:r>
              <a:rPr lang="en-US" sz="2800" dirty="0" err="1">
                <a:latin typeface="+mn-lt"/>
              </a:rPr>
              <a:t>OoO</a:t>
            </a:r>
            <a:r>
              <a:rPr lang="en-US" sz="2800" dirty="0">
                <a:latin typeface="+mn-lt"/>
              </a:rPr>
              <a:t> hardware implementation.</a:t>
            </a:r>
          </a:p>
          <a:p>
            <a:endParaRPr lang="en-US" sz="2400" dirty="0">
              <a:latin typeface="+mn-lt"/>
            </a:endParaRPr>
          </a:p>
          <a:p>
            <a:r>
              <a:rPr lang="en-US" sz="2400" b="1" dirty="0" err="1">
                <a:latin typeface="+mn-lt"/>
              </a:rPr>
              <a:t>mfence</a:t>
            </a:r>
            <a:r>
              <a:rPr lang="en-US" sz="2400" dirty="0">
                <a:latin typeface="+mn-lt"/>
              </a:rPr>
              <a:t>: All prior loads and stores in this thread (in program order) must be globally acknowledged before proceeding.</a:t>
            </a:r>
          </a:p>
          <a:p>
            <a:endParaRPr lang="en-US" sz="2400" dirty="0">
              <a:latin typeface="+mn-lt"/>
            </a:endParaRPr>
          </a:p>
          <a:p>
            <a:r>
              <a:rPr lang="en-US" sz="2400" b="1" dirty="0" err="1">
                <a:latin typeface="+mn-lt"/>
              </a:rPr>
              <a:t>lfence</a:t>
            </a:r>
            <a:r>
              <a:rPr lang="en-US" sz="2400" dirty="0">
                <a:latin typeface="+mn-lt"/>
              </a:rPr>
              <a:t>: All prior loads in this thread (in program order) must be globally acknowledged before proceeding.</a:t>
            </a:r>
          </a:p>
          <a:p>
            <a:endParaRPr lang="en-US" sz="2400" dirty="0">
              <a:latin typeface="+mn-lt"/>
            </a:endParaRPr>
          </a:p>
          <a:p>
            <a:r>
              <a:rPr lang="en-US" sz="2400" b="1" dirty="0" err="1">
                <a:latin typeface="+mn-lt"/>
              </a:rPr>
              <a:t>sfence</a:t>
            </a:r>
            <a:r>
              <a:rPr lang="en-US" sz="2400" dirty="0">
                <a:latin typeface="+mn-lt"/>
              </a:rPr>
              <a:t>: All prior stores in this thread (in program order) must be globally acknowledged before proceeding.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76881649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39307AE-3ED1-42FC-B3CA-2E7E0171E78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SC Example 3 – Fences</a:t>
            </a:r>
          </a:p>
        </p:txBody>
      </p:sp>
      <p:sp>
        <p:nvSpPr>
          <p:cNvPr id="5124" name="Slide Number Placeholder 5">
            <a:extLst>
              <a:ext uri="{FF2B5EF4-FFF2-40B4-BE49-F238E27FC236}">
                <a16:creationId xmlns:a16="http://schemas.microsoft.com/office/drawing/2014/main" id="{A1055087-C230-4EE2-AFF5-40A64843586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53E60991-BA97-453A-8B8F-ABCF2169B25C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3AF68E-F779-4FBC-8110-E9A0A0E75B8F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26930" y="1414732"/>
            <a:ext cx="8464670" cy="116710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3200" b="1" dirty="0">
                <a:latin typeface="+mn-lt"/>
              </a:rPr>
              <a:t>Possible assertion fail with SC?</a:t>
            </a:r>
          </a:p>
          <a:p>
            <a:r>
              <a:rPr lang="en-US" sz="3200" dirty="0">
                <a:latin typeface="+mn-lt"/>
              </a:rPr>
              <a:t>No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0D2E6A-AA65-4A15-A0CF-D47838F2D37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506255" y="3978601"/>
            <a:ext cx="3124698" cy="204119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2400" b="1" dirty="0">
                <a:latin typeface="Inconsolata" panose="00000509000000000000" pitchFamily="49" charset="0"/>
              </a:rPr>
              <a:t>// P2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if(*y != 0) {</a:t>
            </a:r>
          </a:p>
          <a:p>
            <a:r>
              <a:rPr lang="pt-BR" sz="2400" b="1" dirty="0">
                <a:solidFill>
                  <a:schemeClr val="accent6">
                    <a:lumMod val="75000"/>
                  </a:schemeClr>
                </a:solidFill>
                <a:latin typeface="Inconsolata" panose="00000509000000000000" pitchFamily="49" charset="0"/>
              </a:rPr>
              <a:t>    lfence;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    A = *x;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    assert(A != 0);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}</a:t>
            </a:r>
            <a:endParaRPr lang="en-US" sz="2400" dirty="0">
              <a:latin typeface="Inconsolata" panose="00000509000000000000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38E5CD-71C8-426E-9BB0-ECE90589A32B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1" y="3978601"/>
            <a:ext cx="3046997" cy="149574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2400" b="1" dirty="0">
                <a:latin typeface="Inconsolata" panose="00000509000000000000" pitchFamily="49" charset="0"/>
              </a:rPr>
              <a:t>// P1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*x = 1;</a:t>
            </a:r>
          </a:p>
          <a:p>
            <a:r>
              <a:rPr lang="pt-BR" sz="2400" b="1" dirty="0">
                <a:solidFill>
                  <a:schemeClr val="accent6">
                    <a:lumMod val="75000"/>
                  </a:schemeClr>
                </a:solidFill>
                <a:latin typeface="Inconsolata" panose="00000509000000000000" pitchFamily="49" charset="0"/>
              </a:rPr>
              <a:t>sfence;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*y = 1;</a:t>
            </a:r>
            <a:endParaRPr lang="en-US" sz="2400" dirty="0">
              <a:latin typeface="Inconsolata" panose="00000509000000000000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8EFD5D-2F07-4E88-A6D0-31313E1E6B2E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828800" y="2944057"/>
            <a:ext cx="3046997" cy="99829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2400" b="1" dirty="0">
                <a:latin typeface="Inconsolata" panose="00000509000000000000" pitchFamily="49" charset="0"/>
              </a:rPr>
              <a:t>// init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*x = 0; *y = 0;</a:t>
            </a:r>
            <a:endParaRPr lang="en-US" sz="2400" dirty="0">
              <a:latin typeface="Inconsolata" panose="00000509000000000000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31713843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39307AE-3ED1-42FC-B3CA-2E7E0171E78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Coherence Acknowledgements</a:t>
            </a:r>
          </a:p>
        </p:txBody>
      </p:sp>
      <p:sp>
        <p:nvSpPr>
          <p:cNvPr id="5124" name="Slide Number Placeholder 5">
            <a:extLst>
              <a:ext uri="{FF2B5EF4-FFF2-40B4-BE49-F238E27FC236}">
                <a16:creationId xmlns:a16="http://schemas.microsoft.com/office/drawing/2014/main" id="{A1055087-C230-4EE2-AFF5-40A64843586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53E60991-BA97-453A-8B8F-ABCF2169B25C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8F47AA-7A98-4F1A-A2D6-CFA139DF0CC7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26931" y="1414732"/>
            <a:ext cx="8464670" cy="2395268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2800" dirty="0">
                <a:latin typeface="+mn-lt"/>
              </a:rPr>
              <a:t>When a core modifies a value and transitions to the modified (M) state, all other cores must first acknowledge that they have been invalidated before any of them are allowed to read the new value.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For snooping-based coherence, acknowledgements are implied since it is assumed that all cores are watching the common bus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38151005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39307AE-3ED1-42FC-B3CA-2E7E0171E78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SC Example 4 – Fixed</a:t>
            </a:r>
          </a:p>
        </p:txBody>
      </p:sp>
      <p:sp>
        <p:nvSpPr>
          <p:cNvPr id="5124" name="Slide Number Placeholder 5">
            <a:extLst>
              <a:ext uri="{FF2B5EF4-FFF2-40B4-BE49-F238E27FC236}">
                <a16:creationId xmlns:a16="http://schemas.microsoft.com/office/drawing/2014/main" id="{A1055087-C230-4EE2-AFF5-40A64843586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53E60991-BA97-453A-8B8F-ABCF2169B25C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3AF68E-F779-4FBC-8110-E9A0A0E75B8F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26930" y="1414732"/>
            <a:ext cx="8464670" cy="116710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3200" b="1" dirty="0">
                <a:latin typeface="+mn-lt"/>
              </a:rPr>
              <a:t>Possible result with SC: (A=7,B=0)?</a:t>
            </a:r>
          </a:p>
          <a:p>
            <a:r>
              <a:rPr lang="en-US" sz="3200" dirty="0">
                <a:latin typeface="+mn-lt"/>
              </a:rPr>
              <a:t>No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D4519F-814B-4425-BD80-665CF5730E31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09601" y="2438401"/>
            <a:ext cx="2971800" cy="84927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1800" b="1" dirty="0">
                <a:latin typeface="Inconsolata" panose="00000509000000000000" pitchFamily="49" charset="0"/>
              </a:rPr>
              <a:t>// init</a:t>
            </a:r>
          </a:p>
          <a:p>
            <a:r>
              <a:rPr lang="pt-BR" sz="1800" dirty="0">
                <a:latin typeface="Inconsolata" panose="00000509000000000000" pitchFamily="49" charset="0"/>
              </a:rPr>
              <a:t>*x = 0; *y = 0; *z = 0;</a:t>
            </a:r>
            <a:endParaRPr lang="en-US" sz="1800" dirty="0">
              <a:latin typeface="Inconsolata" panose="00000509000000000000" pitchFamily="49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C14BF77-3E3E-47ED-B9EE-D430AED62BBF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2362200" y="4230701"/>
            <a:ext cx="914400" cy="580465"/>
            <a:chOff x="457200" y="3733802"/>
            <a:chExt cx="914400" cy="990598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21D874E1-5AA1-4708-B832-8A772728B371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457200" y="3733802"/>
              <a:ext cx="914400" cy="52015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P0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C4FA4203-387E-4728-A082-FBB8EDADB328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457200" y="4253959"/>
              <a:ext cx="914400" cy="47044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7, 3, 0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CDDCB96-95AF-4E76-AC22-C54CA4E3ABFC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6019800" y="4245267"/>
            <a:ext cx="914400" cy="580465"/>
            <a:chOff x="457200" y="3733802"/>
            <a:chExt cx="914400" cy="990598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A0C8DC1D-E360-4E42-830F-A78E1446DF26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457200" y="3733802"/>
              <a:ext cx="914400" cy="52015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P2</a:t>
              </a: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0BAEB25A-3599-43A5-824F-15577B4B2345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457200" y="4253959"/>
              <a:ext cx="914400" cy="47044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B519249-2AD0-46AB-820F-05D836339540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2362200" y="5577169"/>
            <a:ext cx="914400" cy="580465"/>
            <a:chOff x="457200" y="3733802"/>
            <a:chExt cx="914400" cy="990598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E323271C-88C9-4EFA-91A0-C887D68E888E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457200" y="3733802"/>
              <a:ext cx="914400" cy="52015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P3</a:t>
              </a: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7ED7759B-D07A-4A19-A607-769CDAD05D8B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457200" y="4253959"/>
              <a:ext cx="914400" cy="47044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5952B31-C5E8-4927-B115-59B13084E720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4191000" y="5577169"/>
            <a:ext cx="914400" cy="580465"/>
            <a:chOff x="457200" y="3733802"/>
            <a:chExt cx="914400" cy="990598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6014CA6D-CB46-439F-A26D-2D789B8FD3C9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457200" y="3733802"/>
              <a:ext cx="914400" cy="52015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P4</a:t>
              </a: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E4FE2E0D-A2DE-4A64-9A3A-AE3950DEB7AC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457200" y="4253959"/>
              <a:ext cx="914400" cy="47044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0454A80-DD9D-440A-B467-16E87DB91129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6019800" y="5591735"/>
            <a:ext cx="914400" cy="580465"/>
            <a:chOff x="457200" y="3733802"/>
            <a:chExt cx="914400" cy="990598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A34A5CDD-E91B-40A0-AC7A-C18A6A98759A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457200" y="3733802"/>
              <a:ext cx="914400" cy="52015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P5</a:t>
              </a: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CFE9EB7C-431D-40D7-94BA-247E99867BA7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457200" y="4253959"/>
              <a:ext cx="914400" cy="47044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7, 0, 0</a:t>
              </a:r>
            </a:p>
          </p:txBody>
        </p:sp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A6195BA-BF45-4C06-953A-B34237D78A44}"/>
              </a:ext>
            </a:extLst>
          </p:cNvPr>
          <p:cNvCxnSpPr>
            <a:cxnSpLocks/>
          </p:cNvCxnSpPr>
          <p:nvPr/>
        </p:nvCxnSpPr>
        <p:spPr>
          <a:xfrm>
            <a:off x="3276600" y="4535500"/>
            <a:ext cx="914400" cy="0"/>
          </a:xfrm>
          <a:prstGeom prst="straightConnector1">
            <a:avLst/>
          </a:prstGeom>
          <a:ln w="50800">
            <a:solidFill>
              <a:schemeClr val="accent6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0EBD1B6-15B4-44FA-AB48-F174DCD94195}"/>
              </a:ext>
            </a:extLst>
          </p:cNvPr>
          <p:cNvCxnSpPr>
            <a:cxnSpLocks/>
          </p:cNvCxnSpPr>
          <p:nvPr/>
        </p:nvCxnSpPr>
        <p:spPr>
          <a:xfrm>
            <a:off x="3276600" y="5881968"/>
            <a:ext cx="914400" cy="0"/>
          </a:xfrm>
          <a:prstGeom prst="straightConnector1">
            <a:avLst/>
          </a:prstGeom>
          <a:ln w="25400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CF53E6E-A6F4-4DD4-A8F9-50C6D31184FD}"/>
              </a:ext>
            </a:extLst>
          </p:cNvPr>
          <p:cNvCxnSpPr>
            <a:cxnSpLocks/>
          </p:cNvCxnSpPr>
          <p:nvPr/>
        </p:nvCxnSpPr>
        <p:spPr>
          <a:xfrm>
            <a:off x="5105400" y="4535500"/>
            <a:ext cx="914400" cy="0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0542FB1-2464-452C-9DF3-E2521D74BD00}"/>
              </a:ext>
            </a:extLst>
          </p:cNvPr>
          <p:cNvCxnSpPr>
            <a:cxnSpLocks/>
          </p:cNvCxnSpPr>
          <p:nvPr/>
        </p:nvCxnSpPr>
        <p:spPr>
          <a:xfrm>
            <a:off x="5105400" y="5881968"/>
            <a:ext cx="914400" cy="0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1CBB47F-26CD-4F75-8FB3-1E44A080FBB3}"/>
              </a:ext>
            </a:extLst>
          </p:cNvPr>
          <p:cNvCxnSpPr>
            <a:cxnSpLocks/>
          </p:cNvCxnSpPr>
          <p:nvPr/>
        </p:nvCxnSpPr>
        <p:spPr>
          <a:xfrm rot="5400000">
            <a:off x="4282440" y="5176926"/>
            <a:ext cx="731520" cy="0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2635BF5-5AE1-44ED-9CCB-AFD9D2778E65}"/>
              </a:ext>
            </a:extLst>
          </p:cNvPr>
          <p:cNvCxnSpPr>
            <a:cxnSpLocks/>
          </p:cNvCxnSpPr>
          <p:nvPr/>
        </p:nvCxnSpPr>
        <p:spPr>
          <a:xfrm rot="5400000">
            <a:off x="2453640" y="5176926"/>
            <a:ext cx="731520" cy="0"/>
          </a:xfrm>
          <a:prstGeom prst="straightConnector1">
            <a:avLst/>
          </a:prstGeom>
          <a:ln w="50800">
            <a:solidFill>
              <a:schemeClr val="accent6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04C44BC-5F9F-42A5-9C3E-01554411CE46}"/>
              </a:ext>
            </a:extLst>
          </p:cNvPr>
          <p:cNvCxnSpPr>
            <a:cxnSpLocks/>
          </p:cNvCxnSpPr>
          <p:nvPr/>
        </p:nvCxnSpPr>
        <p:spPr>
          <a:xfrm rot="5400000">
            <a:off x="6111240" y="5176926"/>
            <a:ext cx="731520" cy="0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9305ECC7-1270-4EF1-BD70-BD00F4F474F7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1371601" y="4019192"/>
            <a:ext cx="1066798" cy="124185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1800" b="1" dirty="0">
                <a:latin typeface="Inconsolata" panose="00000509000000000000" pitchFamily="49" charset="0"/>
              </a:rPr>
              <a:t>// P0</a:t>
            </a:r>
          </a:p>
          <a:p>
            <a:r>
              <a:rPr lang="pt-BR" sz="1800" dirty="0">
                <a:latin typeface="Inconsolata" panose="00000509000000000000" pitchFamily="49" charset="0"/>
              </a:rPr>
              <a:t>*x = 7;</a:t>
            </a:r>
          </a:p>
          <a:p>
            <a:r>
              <a:rPr lang="pt-BR" sz="1800" b="1" dirty="0">
                <a:solidFill>
                  <a:schemeClr val="accent6">
                    <a:lumMod val="75000"/>
                  </a:schemeClr>
                </a:solidFill>
                <a:latin typeface="Inconsolata" panose="00000509000000000000" pitchFamily="49" charset="0"/>
              </a:rPr>
              <a:t>*y = 3;</a:t>
            </a:r>
            <a:endParaRPr lang="en-US" sz="1800" b="1" dirty="0">
              <a:solidFill>
                <a:schemeClr val="accent6">
                  <a:lumMod val="75000"/>
                </a:schemeClr>
              </a:solidFill>
              <a:latin typeface="Inconsolata" panose="00000509000000000000" pitchFamily="49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275577F-8811-4F94-9F11-4B3F58119FF7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3962400" y="3010246"/>
            <a:ext cx="2057400" cy="127870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1800" b="1" dirty="0">
                <a:latin typeface="Inconsolata" panose="00000509000000000000" pitchFamily="49" charset="0"/>
              </a:rPr>
              <a:t>// P1</a:t>
            </a:r>
          </a:p>
          <a:p>
            <a:r>
              <a:rPr lang="pt-BR" sz="1800" dirty="0">
                <a:latin typeface="Inconsolata" panose="00000509000000000000" pitchFamily="49" charset="0"/>
              </a:rPr>
              <a:t>while(*y == 0);</a:t>
            </a:r>
          </a:p>
          <a:p>
            <a:r>
              <a:rPr lang="pt-BR" sz="1800" dirty="0">
                <a:latin typeface="Inconsolata" panose="00000509000000000000" pitchFamily="49" charset="0"/>
              </a:rPr>
              <a:t>*z = 1;</a:t>
            </a:r>
          </a:p>
          <a:p>
            <a:r>
              <a:rPr lang="pt-BR" sz="1800" dirty="0">
                <a:latin typeface="Inconsolata" panose="00000509000000000000" pitchFamily="49" charset="0"/>
              </a:rPr>
              <a:t>A = *x;</a:t>
            </a:r>
            <a:endParaRPr lang="en-US" sz="1800" dirty="0">
              <a:latin typeface="Inconsolata" panose="00000509000000000000" pitchFamily="49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C668513-5120-44E6-B8BC-53959CA57527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6980208" y="5405216"/>
            <a:ext cx="1981200" cy="9826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1800" b="1" dirty="0">
                <a:latin typeface="Inconsolata" panose="00000509000000000000" pitchFamily="49" charset="0"/>
              </a:rPr>
              <a:t>// P5</a:t>
            </a:r>
          </a:p>
          <a:p>
            <a:r>
              <a:rPr lang="pt-BR" sz="1800" dirty="0">
                <a:latin typeface="Inconsolata" panose="00000509000000000000" pitchFamily="49" charset="0"/>
              </a:rPr>
              <a:t>while(*z == 0);</a:t>
            </a:r>
          </a:p>
          <a:p>
            <a:r>
              <a:rPr lang="pt-BR" sz="1800" dirty="0">
                <a:latin typeface="Inconsolata" panose="00000509000000000000" pitchFamily="49" charset="0"/>
              </a:rPr>
              <a:t>B = *y;</a:t>
            </a:r>
            <a:endParaRPr lang="en-US" sz="1800" dirty="0">
              <a:latin typeface="Inconsolata" panose="00000509000000000000" pitchFamily="49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198DBC8-C6CB-4685-81F9-DA33232DC2EF}"/>
              </a:ext>
            </a:extLst>
          </p:cNvPr>
          <p:cNvCxnSpPr>
            <a:cxnSpLocks/>
          </p:cNvCxnSpPr>
          <p:nvPr/>
        </p:nvCxnSpPr>
        <p:spPr>
          <a:xfrm flipH="1">
            <a:off x="3962400" y="3657600"/>
            <a:ext cx="1974633" cy="0"/>
          </a:xfrm>
          <a:prstGeom prst="line">
            <a:avLst/>
          </a:prstGeom>
          <a:ln w="38100">
            <a:solidFill>
              <a:schemeClr val="accent5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605C8859-BDDB-42A3-BD56-CD90CF7D8213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5715000" y="3426944"/>
            <a:ext cx="3064131" cy="535456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600" b="1" dirty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stalls here until all cores have acknowledged the new value of y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BB18628-1D17-4CDB-8681-E497201CA93D}"/>
              </a:ext>
            </a:extLst>
          </p:cNvPr>
          <p:cNvCxnSpPr>
            <a:cxnSpLocks/>
          </p:cNvCxnSpPr>
          <p:nvPr/>
        </p:nvCxnSpPr>
        <p:spPr>
          <a:xfrm>
            <a:off x="3276600" y="5867400"/>
            <a:ext cx="457200" cy="0"/>
          </a:xfrm>
          <a:prstGeom prst="straightConnector1">
            <a:avLst/>
          </a:prstGeom>
          <a:ln w="50800">
            <a:solidFill>
              <a:schemeClr val="accent6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6D6294D-C9F1-4FE7-B9C2-044A0900BBFC}"/>
              </a:ext>
            </a:extLst>
          </p:cNvPr>
          <p:cNvGrpSpPr/>
          <p:nvPr>
            <p:custDataLst>
              <p:tags r:id="rId15"/>
            </p:custDataLst>
          </p:nvPr>
        </p:nvGrpSpPr>
        <p:grpSpPr>
          <a:xfrm>
            <a:off x="6019800" y="5591735"/>
            <a:ext cx="914400" cy="580465"/>
            <a:chOff x="457200" y="3733802"/>
            <a:chExt cx="914400" cy="990598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13E5038F-FDDB-4601-9C59-1FFA47BB032F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457200" y="3733802"/>
              <a:ext cx="914400" cy="52015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P5</a:t>
              </a:r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BEC5F9E-5E7B-4EED-BD97-F6C526067370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457200" y="4253959"/>
              <a:ext cx="914400" cy="47044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7, 3, 0</a:t>
              </a:r>
            </a:p>
          </p:txBody>
        </p:sp>
      </p:grp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4877730-CD14-49AD-9F9A-759DFABB3992}"/>
              </a:ext>
            </a:extLst>
          </p:cNvPr>
          <p:cNvCxnSpPr>
            <a:cxnSpLocks/>
          </p:cNvCxnSpPr>
          <p:nvPr/>
        </p:nvCxnSpPr>
        <p:spPr>
          <a:xfrm>
            <a:off x="3276600" y="5881968"/>
            <a:ext cx="914400" cy="0"/>
          </a:xfrm>
          <a:prstGeom prst="straightConnector1">
            <a:avLst/>
          </a:prstGeom>
          <a:ln w="50800">
            <a:solidFill>
              <a:schemeClr val="accent6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03047DC-432B-48AD-8E3F-AEA92C5DC159}"/>
              </a:ext>
            </a:extLst>
          </p:cNvPr>
          <p:cNvCxnSpPr>
            <a:cxnSpLocks/>
          </p:cNvCxnSpPr>
          <p:nvPr/>
        </p:nvCxnSpPr>
        <p:spPr>
          <a:xfrm>
            <a:off x="5105400" y="5881968"/>
            <a:ext cx="914400" cy="0"/>
          </a:xfrm>
          <a:prstGeom prst="straightConnector1">
            <a:avLst/>
          </a:prstGeom>
          <a:ln w="50800">
            <a:solidFill>
              <a:schemeClr val="accent6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F1361CD-F552-44C4-8DE3-9FDE8FCDFD48}"/>
              </a:ext>
            </a:extLst>
          </p:cNvPr>
          <p:cNvGrpSpPr/>
          <p:nvPr>
            <p:custDataLst>
              <p:tags r:id="rId16"/>
            </p:custDataLst>
          </p:nvPr>
        </p:nvGrpSpPr>
        <p:grpSpPr>
          <a:xfrm>
            <a:off x="4191000" y="4230701"/>
            <a:ext cx="914400" cy="580465"/>
            <a:chOff x="457200" y="3733802"/>
            <a:chExt cx="914400" cy="990598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D4DF68F8-FDA0-470F-914C-FC07AEACF6F0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457200" y="3733802"/>
              <a:ext cx="914400" cy="52015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P1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90AB68D7-094C-4FA7-B3F8-AE0FE3D07942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457200" y="4253959"/>
              <a:ext cx="914400" cy="47044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7, 0, 0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58B42DA-46F6-4A2D-926C-462244570312}"/>
              </a:ext>
            </a:extLst>
          </p:cNvPr>
          <p:cNvGrpSpPr/>
          <p:nvPr>
            <p:custDataLst>
              <p:tags r:id="rId17"/>
            </p:custDataLst>
          </p:nvPr>
        </p:nvGrpSpPr>
        <p:grpSpPr>
          <a:xfrm>
            <a:off x="4191000" y="4230701"/>
            <a:ext cx="914400" cy="580465"/>
            <a:chOff x="457200" y="3733802"/>
            <a:chExt cx="914400" cy="990598"/>
          </a:xfrm>
        </p:grpSpPr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93AB4878-CC72-43A3-992E-34A6383EE32E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457200" y="3733802"/>
              <a:ext cx="914400" cy="52015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P1</a:t>
              </a:r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3DB7FE58-381C-459E-9E9E-819D57ABCA29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457200" y="4253959"/>
              <a:ext cx="914400" cy="47044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7, 3, 0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6620614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991821B-E1AC-47DB-90C7-A6719F497B8B}"/>
              </a:ext>
            </a:extLst>
          </p:cNvPr>
          <p:cNvCxnSpPr>
            <a:cxnSpLocks/>
          </p:cNvCxnSpPr>
          <p:nvPr/>
        </p:nvCxnSpPr>
        <p:spPr>
          <a:xfrm>
            <a:off x="3276600" y="5896534"/>
            <a:ext cx="914400" cy="0"/>
          </a:xfrm>
          <a:prstGeom prst="straightConnector1">
            <a:avLst/>
          </a:prstGeom>
          <a:ln w="25400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2" name="Rectangle 2">
            <a:extLst>
              <a:ext uri="{FF2B5EF4-FFF2-40B4-BE49-F238E27FC236}">
                <a16:creationId xmlns:a16="http://schemas.microsoft.com/office/drawing/2014/main" id="{C39307AE-3ED1-42FC-B3CA-2E7E0171E78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SC Example 4 – Fixed</a:t>
            </a:r>
          </a:p>
        </p:txBody>
      </p:sp>
      <p:sp>
        <p:nvSpPr>
          <p:cNvPr id="5124" name="Slide Number Placeholder 5">
            <a:extLst>
              <a:ext uri="{FF2B5EF4-FFF2-40B4-BE49-F238E27FC236}">
                <a16:creationId xmlns:a16="http://schemas.microsoft.com/office/drawing/2014/main" id="{A1055087-C230-4EE2-AFF5-40A64843586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53E60991-BA97-453A-8B8F-ABCF2169B25C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3AF68E-F779-4FBC-8110-E9A0A0E75B8F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26930" y="1414732"/>
            <a:ext cx="8464670" cy="116710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3200" b="1" dirty="0">
                <a:latin typeface="+mn-lt"/>
              </a:rPr>
              <a:t>Possible result with SC: (A=7,B=0)?</a:t>
            </a:r>
          </a:p>
          <a:p>
            <a:r>
              <a:rPr lang="en-US" sz="3200" dirty="0">
                <a:latin typeface="+mn-lt"/>
              </a:rPr>
              <a:t>No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D4519F-814B-4425-BD80-665CF5730E31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09601" y="2438401"/>
            <a:ext cx="2971800" cy="84927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1800" b="1" dirty="0">
                <a:latin typeface="Inconsolata" panose="00000509000000000000" pitchFamily="49" charset="0"/>
              </a:rPr>
              <a:t>// init</a:t>
            </a:r>
          </a:p>
          <a:p>
            <a:r>
              <a:rPr lang="pt-BR" sz="1800" dirty="0">
                <a:latin typeface="Inconsolata" panose="00000509000000000000" pitchFamily="49" charset="0"/>
              </a:rPr>
              <a:t>*x = 0; *y = 0; *z = 0;</a:t>
            </a:r>
            <a:endParaRPr lang="en-US" sz="1800" dirty="0">
              <a:latin typeface="Inconsolata" panose="00000509000000000000" pitchFamily="49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C14BF77-3E3E-47ED-B9EE-D430AED62BBF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2362200" y="4230701"/>
            <a:ext cx="914400" cy="580465"/>
            <a:chOff x="457200" y="3733802"/>
            <a:chExt cx="914400" cy="990598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21D874E1-5AA1-4708-B832-8A772728B371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457200" y="3733802"/>
              <a:ext cx="914400" cy="52015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P0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C4FA4203-387E-4728-A082-FBB8EDADB328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457200" y="4253959"/>
              <a:ext cx="914400" cy="47044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7, 3, 1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F1361CD-F552-44C4-8DE3-9FDE8FCDFD48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4191000" y="4230701"/>
            <a:ext cx="914400" cy="580465"/>
            <a:chOff x="457200" y="3733802"/>
            <a:chExt cx="914400" cy="990598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D4DF68F8-FDA0-470F-914C-FC07AEACF6F0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457200" y="3733802"/>
              <a:ext cx="914400" cy="52015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P1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90AB68D7-094C-4FA7-B3F8-AE0FE3D07942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457200" y="4253959"/>
              <a:ext cx="914400" cy="47044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7, 3, 1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CDDCB96-95AF-4E76-AC22-C54CA4E3ABFC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6019800" y="4245267"/>
            <a:ext cx="914400" cy="580465"/>
            <a:chOff x="457200" y="3733802"/>
            <a:chExt cx="914400" cy="990598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A0C8DC1D-E360-4E42-830F-A78E1446DF26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457200" y="3733802"/>
              <a:ext cx="914400" cy="52015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P2</a:t>
              </a: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0BAEB25A-3599-43A5-824F-15577B4B2345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457200" y="4253959"/>
              <a:ext cx="914400" cy="47044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B519249-2AD0-46AB-820F-05D836339540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2362200" y="5577169"/>
            <a:ext cx="914400" cy="580465"/>
            <a:chOff x="457200" y="3733802"/>
            <a:chExt cx="914400" cy="990598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E323271C-88C9-4EFA-91A0-C887D68E888E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457200" y="3733802"/>
              <a:ext cx="914400" cy="52015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P3</a:t>
              </a: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7ED7759B-D07A-4A19-A607-769CDAD05D8B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457200" y="4253959"/>
              <a:ext cx="914400" cy="47044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5952B31-C5E8-4927-B115-59B13084E720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4191000" y="5577169"/>
            <a:ext cx="914400" cy="580465"/>
            <a:chOff x="457200" y="3733802"/>
            <a:chExt cx="914400" cy="990598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6014CA6D-CB46-439F-A26D-2D789B8FD3C9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457200" y="3733802"/>
              <a:ext cx="914400" cy="52015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P4</a:t>
              </a: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E4FE2E0D-A2DE-4A64-9A3A-AE3950DEB7AC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457200" y="4253959"/>
              <a:ext cx="914400" cy="47044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0454A80-DD9D-440A-B467-16E87DB91129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6019800" y="5591735"/>
            <a:ext cx="914400" cy="580465"/>
            <a:chOff x="457200" y="3733802"/>
            <a:chExt cx="914400" cy="990598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A34A5CDD-E91B-40A0-AC7A-C18A6A98759A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457200" y="3733802"/>
              <a:ext cx="914400" cy="52015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P5</a:t>
              </a: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CFE9EB7C-431D-40D7-94BA-247E99867BA7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457200" y="4253959"/>
              <a:ext cx="914400" cy="47044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7, 3, 1</a:t>
              </a:r>
            </a:p>
          </p:txBody>
        </p:sp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A6195BA-BF45-4C06-953A-B34237D78A44}"/>
              </a:ext>
            </a:extLst>
          </p:cNvPr>
          <p:cNvCxnSpPr>
            <a:cxnSpLocks/>
          </p:cNvCxnSpPr>
          <p:nvPr/>
        </p:nvCxnSpPr>
        <p:spPr>
          <a:xfrm>
            <a:off x="3276600" y="4535500"/>
            <a:ext cx="914400" cy="0"/>
          </a:xfrm>
          <a:prstGeom prst="straightConnector1">
            <a:avLst/>
          </a:prstGeom>
          <a:ln w="50800">
            <a:solidFill>
              <a:schemeClr val="accent6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CF53E6E-A6F4-4DD4-A8F9-50C6D31184FD}"/>
              </a:ext>
            </a:extLst>
          </p:cNvPr>
          <p:cNvCxnSpPr>
            <a:cxnSpLocks/>
          </p:cNvCxnSpPr>
          <p:nvPr/>
        </p:nvCxnSpPr>
        <p:spPr>
          <a:xfrm>
            <a:off x="5105400" y="4535500"/>
            <a:ext cx="914400" cy="0"/>
          </a:xfrm>
          <a:prstGeom prst="straightConnector1">
            <a:avLst/>
          </a:prstGeom>
          <a:ln w="50800">
            <a:solidFill>
              <a:schemeClr val="accent5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1CBB47F-26CD-4F75-8FB3-1E44A080FBB3}"/>
              </a:ext>
            </a:extLst>
          </p:cNvPr>
          <p:cNvCxnSpPr>
            <a:cxnSpLocks/>
          </p:cNvCxnSpPr>
          <p:nvPr/>
        </p:nvCxnSpPr>
        <p:spPr>
          <a:xfrm rot="5400000">
            <a:off x="4282440" y="5176926"/>
            <a:ext cx="731520" cy="0"/>
          </a:xfrm>
          <a:prstGeom prst="straightConnector1">
            <a:avLst/>
          </a:prstGeom>
          <a:ln w="5080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2635BF5-5AE1-44ED-9CCB-AFD9D2778E65}"/>
              </a:ext>
            </a:extLst>
          </p:cNvPr>
          <p:cNvCxnSpPr>
            <a:cxnSpLocks/>
          </p:cNvCxnSpPr>
          <p:nvPr/>
        </p:nvCxnSpPr>
        <p:spPr>
          <a:xfrm rot="5400000">
            <a:off x="2453640" y="5176926"/>
            <a:ext cx="731520" cy="0"/>
          </a:xfrm>
          <a:prstGeom prst="straightConnector1">
            <a:avLst/>
          </a:prstGeom>
          <a:ln w="50800">
            <a:solidFill>
              <a:schemeClr val="accent6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04C44BC-5F9F-42A5-9C3E-01554411CE46}"/>
              </a:ext>
            </a:extLst>
          </p:cNvPr>
          <p:cNvCxnSpPr>
            <a:cxnSpLocks/>
          </p:cNvCxnSpPr>
          <p:nvPr/>
        </p:nvCxnSpPr>
        <p:spPr>
          <a:xfrm rot="5400000">
            <a:off x="6111240" y="5176926"/>
            <a:ext cx="731520" cy="0"/>
          </a:xfrm>
          <a:prstGeom prst="straightConnector1">
            <a:avLst/>
          </a:prstGeom>
          <a:ln w="50800">
            <a:solidFill>
              <a:schemeClr val="accent5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9305ECC7-1270-4EF1-BD70-BD00F4F474F7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371601" y="4019192"/>
            <a:ext cx="1066798" cy="124185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1800" b="1" dirty="0">
                <a:latin typeface="Inconsolata" panose="00000509000000000000" pitchFamily="49" charset="0"/>
              </a:rPr>
              <a:t>// P0</a:t>
            </a:r>
          </a:p>
          <a:p>
            <a:r>
              <a:rPr lang="pt-BR" sz="1800" dirty="0">
                <a:latin typeface="Inconsolata" panose="00000509000000000000" pitchFamily="49" charset="0"/>
              </a:rPr>
              <a:t>*x = 7;</a:t>
            </a:r>
          </a:p>
          <a:p>
            <a:r>
              <a:rPr lang="pt-BR" sz="1800" b="1" dirty="0">
                <a:solidFill>
                  <a:schemeClr val="accent6">
                    <a:lumMod val="75000"/>
                  </a:schemeClr>
                </a:solidFill>
                <a:latin typeface="Inconsolata" panose="00000509000000000000" pitchFamily="49" charset="0"/>
              </a:rPr>
              <a:t>*y = 3;</a:t>
            </a:r>
            <a:endParaRPr lang="en-US" sz="1800" b="1" dirty="0">
              <a:solidFill>
                <a:schemeClr val="accent6">
                  <a:lumMod val="75000"/>
                </a:schemeClr>
              </a:solidFill>
              <a:latin typeface="Inconsolata" panose="00000509000000000000" pitchFamily="49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275577F-8811-4F94-9F11-4B3F58119FF7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3962400" y="3010246"/>
            <a:ext cx="2057400" cy="127870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1800" b="1" dirty="0">
                <a:latin typeface="Inconsolata" panose="00000509000000000000" pitchFamily="49" charset="0"/>
              </a:rPr>
              <a:t>// P1</a:t>
            </a:r>
          </a:p>
          <a:p>
            <a:r>
              <a:rPr lang="pt-BR" sz="1800" dirty="0">
                <a:latin typeface="Inconsolata" panose="00000509000000000000" pitchFamily="49" charset="0"/>
              </a:rPr>
              <a:t>while(*y == 0);</a:t>
            </a:r>
          </a:p>
          <a:p>
            <a:r>
              <a:rPr lang="pt-BR" sz="1800" b="1" dirty="0">
                <a:solidFill>
                  <a:schemeClr val="accent5"/>
                </a:solidFill>
                <a:latin typeface="Inconsolata" panose="00000509000000000000" pitchFamily="49" charset="0"/>
              </a:rPr>
              <a:t>*z = 1;</a:t>
            </a:r>
          </a:p>
          <a:p>
            <a:r>
              <a:rPr lang="pt-BR" sz="1800" dirty="0">
                <a:latin typeface="Inconsolata" panose="00000509000000000000" pitchFamily="49" charset="0"/>
              </a:rPr>
              <a:t>A = *x;</a:t>
            </a:r>
            <a:endParaRPr lang="en-US" sz="1800" dirty="0">
              <a:latin typeface="Inconsolata" panose="00000509000000000000" pitchFamily="49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C668513-5120-44E6-B8BC-53959CA57527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6980208" y="5405216"/>
            <a:ext cx="1981200" cy="9826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1800" b="1" dirty="0">
                <a:latin typeface="Inconsolata" panose="00000509000000000000" pitchFamily="49" charset="0"/>
              </a:rPr>
              <a:t>// P5</a:t>
            </a:r>
          </a:p>
          <a:p>
            <a:r>
              <a:rPr lang="pt-BR" sz="1800" dirty="0">
                <a:latin typeface="Inconsolata" panose="00000509000000000000" pitchFamily="49" charset="0"/>
              </a:rPr>
              <a:t>while(*z == 0);</a:t>
            </a:r>
          </a:p>
          <a:p>
            <a:r>
              <a:rPr lang="pt-BR" sz="1800" dirty="0">
                <a:latin typeface="Inconsolata" panose="00000509000000000000" pitchFamily="49" charset="0"/>
              </a:rPr>
              <a:t>B = *y;</a:t>
            </a:r>
            <a:endParaRPr lang="en-US" sz="1800" dirty="0">
              <a:latin typeface="Inconsolata" panose="00000509000000000000" pitchFamily="49" charset="0"/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C699452-DED2-4659-B150-74B4B81724D9}"/>
              </a:ext>
            </a:extLst>
          </p:cNvPr>
          <p:cNvCxnSpPr>
            <a:cxnSpLocks/>
          </p:cNvCxnSpPr>
          <p:nvPr/>
        </p:nvCxnSpPr>
        <p:spPr>
          <a:xfrm>
            <a:off x="3276600" y="5881968"/>
            <a:ext cx="914400" cy="0"/>
          </a:xfrm>
          <a:prstGeom prst="straightConnector1">
            <a:avLst/>
          </a:prstGeom>
          <a:ln w="50800">
            <a:solidFill>
              <a:schemeClr val="accent6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9BE5236-3E58-4CF7-8D58-ED1D57D7F762}"/>
              </a:ext>
            </a:extLst>
          </p:cNvPr>
          <p:cNvCxnSpPr>
            <a:cxnSpLocks/>
          </p:cNvCxnSpPr>
          <p:nvPr/>
        </p:nvCxnSpPr>
        <p:spPr>
          <a:xfrm>
            <a:off x="5105400" y="5881968"/>
            <a:ext cx="914400" cy="0"/>
          </a:xfrm>
          <a:prstGeom prst="straightConnector1">
            <a:avLst/>
          </a:prstGeom>
          <a:ln w="50800">
            <a:solidFill>
              <a:schemeClr val="accent6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0EEDE966-13BD-46AD-A3DC-59C59D15CC70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5791200" y="2350525"/>
            <a:ext cx="2509006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no more SC violation!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120383C-8B0A-4B63-9E02-2ADCB068DFA1}"/>
              </a:ext>
            </a:extLst>
          </p:cNvPr>
          <p:cNvCxnSpPr>
            <a:cxnSpLocks/>
          </p:cNvCxnSpPr>
          <p:nvPr/>
        </p:nvCxnSpPr>
        <p:spPr>
          <a:xfrm flipH="1">
            <a:off x="3276600" y="4648200"/>
            <a:ext cx="914400" cy="0"/>
          </a:xfrm>
          <a:prstGeom prst="straightConnector1">
            <a:avLst/>
          </a:prstGeom>
          <a:ln w="50800">
            <a:solidFill>
              <a:schemeClr val="accent5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809777705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39307AE-3ED1-42FC-B3CA-2E7E0171E78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Flynn’s Taxonomy</a:t>
            </a:r>
          </a:p>
        </p:txBody>
      </p:sp>
      <p:sp>
        <p:nvSpPr>
          <p:cNvPr id="5124" name="Slide Number Placeholder 5">
            <a:extLst>
              <a:ext uri="{FF2B5EF4-FFF2-40B4-BE49-F238E27FC236}">
                <a16:creationId xmlns:a16="http://schemas.microsoft.com/office/drawing/2014/main" id="{A1055087-C230-4EE2-AFF5-40A64843586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53E60991-BA97-453A-8B8F-ABCF2169B25C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BB2F64-390E-4D6B-B36F-860B6A3DF98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472440" y="1414732"/>
            <a:ext cx="8519160" cy="503782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2400" dirty="0">
                <a:latin typeface="+mn-lt"/>
              </a:rPr>
              <a:t>Michael J. Flynn, </a:t>
            </a:r>
            <a:r>
              <a:rPr lang="en-US" sz="2400" i="1" dirty="0">
                <a:latin typeface="+mn-lt"/>
              </a:rPr>
              <a:t>Very High-Speed Computing Systems</a:t>
            </a:r>
            <a:r>
              <a:rPr lang="en-US" sz="2400" dirty="0">
                <a:latin typeface="+mn-lt"/>
              </a:rPr>
              <a:t>, Proc. IEEE, 1966.</a:t>
            </a:r>
          </a:p>
          <a:p>
            <a:endParaRPr lang="en-US" sz="2400" dirty="0">
              <a:latin typeface="+mn-lt"/>
            </a:endParaRPr>
          </a:p>
          <a:p>
            <a:r>
              <a:rPr lang="en-US" sz="2800" b="1" dirty="0">
                <a:latin typeface="+mn-lt"/>
              </a:rPr>
              <a:t>SISD</a:t>
            </a:r>
            <a:r>
              <a:rPr lang="en-US" sz="2800" dirty="0">
                <a:latin typeface="+mn-lt"/>
              </a:rPr>
              <a:t> (Single Instruction – Single Data)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>
                <a:latin typeface="+mn-lt"/>
              </a:rPr>
              <a:t>One instruction operating on one data location</a:t>
            </a:r>
          </a:p>
          <a:p>
            <a:r>
              <a:rPr lang="en-US" sz="2800" b="1" dirty="0">
                <a:latin typeface="+mn-lt"/>
              </a:rPr>
              <a:t>SIMD</a:t>
            </a:r>
            <a:r>
              <a:rPr lang="en-US" sz="2800" dirty="0">
                <a:latin typeface="+mn-lt"/>
              </a:rPr>
              <a:t> (Single Instruction – Multiple Data)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>
                <a:latin typeface="+mn-lt"/>
              </a:rPr>
              <a:t>One instruction operating on multiple data locations </a:t>
            </a:r>
          </a:p>
          <a:p>
            <a:r>
              <a:rPr lang="en-US" sz="2800" b="1" dirty="0">
                <a:latin typeface="+mn-lt"/>
              </a:rPr>
              <a:t>MISD</a:t>
            </a:r>
            <a:r>
              <a:rPr lang="en-US" sz="2800" dirty="0">
                <a:latin typeface="+mn-lt"/>
              </a:rPr>
              <a:t> (Multiple Instruction – Single Data)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>
                <a:latin typeface="+mn-lt"/>
              </a:rPr>
              <a:t>Multiple instructions operating on one data location</a:t>
            </a:r>
          </a:p>
          <a:p>
            <a:r>
              <a:rPr lang="en-US" sz="2800" b="1" dirty="0">
                <a:latin typeface="+mn-lt"/>
              </a:rPr>
              <a:t>MIMD</a:t>
            </a:r>
            <a:r>
              <a:rPr lang="en-US" sz="2800" dirty="0">
                <a:latin typeface="+mn-lt"/>
              </a:rPr>
              <a:t> (Multiple Instruction – Multiple Data)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>
                <a:latin typeface="+mn-lt"/>
              </a:rPr>
              <a:t>Multiple instructions operating on multiple data locations</a:t>
            </a:r>
          </a:p>
          <a:p>
            <a:endParaRPr lang="en-US" sz="2400" dirty="0">
              <a:latin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1722355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39307AE-3ED1-42FC-B3CA-2E7E0171E78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SIMD</a:t>
            </a:r>
          </a:p>
        </p:txBody>
      </p:sp>
      <p:sp>
        <p:nvSpPr>
          <p:cNvPr id="5124" name="Slide Number Placeholder 5">
            <a:extLst>
              <a:ext uri="{FF2B5EF4-FFF2-40B4-BE49-F238E27FC236}">
                <a16:creationId xmlns:a16="http://schemas.microsoft.com/office/drawing/2014/main" id="{A1055087-C230-4EE2-AFF5-40A64843586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53E60991-BA97-453A-8B8F-ABCF2169B25C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9A392E-1531-4934-A9DE-50C99B3829E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472440" y="1414732"/>
            <a:ext cx="8442960" cy="503782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2800" b="1" dirty="0">
                <a:latin typeface="+mn-lt"/>
              </a:rPr>
              <a:t>Vector (</a:t>
            </a:r>
            <a:r>
              <a:rPr lang="en-US" sz="2800" b="1" dirty="0" err="1">
                <a:latin typeface="+mn-lt"/>
              </a:rPr>
              <a:t>Superword</a:t>
            </a:r>
            <a:r>
              <a:rPr lang="en-US" sz="2800" b="1" dirty="0">
                <a:latin typeface="+mn-lt"/>
              </a:rPr>
              <a:t>) Instructions:</a:t>
            </a:r>
          </a:p>
          <a:p>
            <a:endParaRPr lang="en-US" sz="2800" dirty="0">
              <a:latin typeface="+mn-lt"/>
            </a:endParaRPr>
          </a:p>
          <a:p>
            <a:endParaRPr lang="en-US" sz="2800" dirty="0">
              <a:latin typeface="+mn-lt"/>
            </a:endParaRPr>
          </a:p>
          <a:p>
            <a:r>
              <a:rPr lang="en-US" sz="2400" dirty="0">
                <a:latin typeface="+mn-lt"/>
              </a:rPr>
              <a:t>conventional add r1, r2, r3</a:t>
            </a:r>
          </a:p>
          <a:p>
            <a:endParaRPr lang="en-US" sz="2800" dirty="0">
              <a:latin typeface="+mn-lt"/>
            </a:endParaRPr>
          </a:p>
          <a:p>
            <a:endParaRPr lang="en-US" sz="2800" dirty="0">
              <a:latin typeface="+mn-lt"/>
            </a:endParaRPr>
          </a:p>
          <a:p>
            <a:endParaRPr lang="en-US" sz="2800" dirty="0">
              <a:latin typeface="+mn-lt"/>
            </a:endParaRPr>
          </a:p>
          <a:p>
            <a:r>
              <a:rPr lang="en-US" sz="2400" dirty="0">
                <a:latin typeface="+mn-lt"/>
              </a:rPr>
              <a:t>vector add </a:t>
            </a:r>
            <a:r>
              <a:rPr lang="en-US" sz="2400" dirty="0" err="1">
                <a:latin typeface="+mn-lt"/>
              </a:rPr>
              <a:t>vrA</a:t>
            </a:r>
            <a:r>
              <a:rPr lang="en-US" sz="2400" dirty="0">
                <a:latin typeface="+mn-lt"/>
              </a:rPr>
              <a:t>, </a:t>
            </a:r>
            <a:r>
              <a:rPr lang="en-US" sz="2400" dirty="0" err="1">
                <a:latin typeface="+mn-lt"/>
              </a:rPr>
              <a:t>vrB</a:t>
            </a:r>
            <a:r>
              <a:rPr lang="en-US" sz="2400" dirty="0">
                <a:latin typeface="+mn-lt"/>
              </a:rPr>
              <a:t>, </a:t>
            </a:r>
            <a:r>
              <a:rPr lang="en-US" sz="2400" dirty="0" err="1">
                <a:latin typeface="+mn-lt"/>
              </a:rPr>
              <a:t>vrC</a:t>
            </a:r>
            <a:endParaRPr lang="en-US" sz="2400" dirty="0">
              <a:latin typeface="+mn-lt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9A87E78-2FBB-4E49-800A-FC00D93FFE58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3962400" y="3933645"/>
          <a:ext cx="4572000" cy="148336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Inconsolata" panose="00000509000000000000" pitchFamily="49" charset="0"/>
                          <a:cs typeface="Courier New" pitchFamily="49" charset="0"/>
                        </a:rPr>
                        <a:t>vrA.1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Inconsolata" panose="00000509000000000000" pitchFamily="49" charset="0"/>
                          <a:cs typeface="Courier New" pitchFamily="49" charset="0"/>
                        </a:rPr>
                        <a:t>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Inconsolata" panose="00000509000000000000" pitchFamily="49" charset="0"/>
                          <a:cs typeface="Courier New" pitchFamily="49" charset="0"/>
                        </a:rPr>
                        <a:t>vrB.1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Inconsolata" panose="00000509000000000000" pitchFamily="49" charset="0"/>
                          <a:cs typeface="Courier New" pitchFamily="49" charset="0"/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Inconsolata" panose="00000509000000000000" pitchFamily="49" charset="0"/>
                          <a:cs typeface="Courier New" pitchFamily="49" charset="0"/>
                        </a:rPr>
                        <a:t>vrC.1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Inconsolata" panose="00000509000000000000" pitchFamily="49" charset="0"/>
                          <a:cs typeface="Courier New" pitchFamily="49" charset="0"/>
                        </a:rPr>
                        <a:t>vrA.2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Inconsolata" panose="00000509000000000000" pitchFamily="49" charset="0"/>
                          <a:cs typeface="Courier New" pitchFamily="49" charset="0"/>
                        </a:rPr>
                        <a:t>vrB.2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Inconsolata" panose="00000509000000000000" pitchFamily="49" charset="0"/>
                          <a:cs typeface="Courier New" pitchFamily="49" charset="0"/>
                        </a:rPr>
                        <a:t>vrC.2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Inconsolata" panose="00000509000000000000" pitchFamily="49" charset="0"/>
                          <a:cs typeface="Courier New" pitchFamily="49" charset="0"/>
                        </a:rPr>
                        <a:t>vrA.3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Inconsolata" panose="00000509000000000000" pitchFamily="49" charset="0"/>
                          <a:cs typeface="Courier New" pitchFamily="49" charset="0"/>
                        </a:rPr>
                        <a:t>vrB.3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Inconsolata" panose="00000509000000000000" pitchFamily="49" charset="0"/>
                          <a:cs typeface="Courier New" pitchFamily="49" charset="0"/>
                        </a:rPr>
                        <a:t>vrC.3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Inconsolata" panose="00000509000000000000" pitchFamily="49" charset="0"/>
                          <a:cs typeface="Courier New" pitchFamily="49" charset="0"/>
                        </a:rPr>
                        <a:t>vrA.4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Inconsolata" panose="00000509000000000000" pitchFamily="49" charset="0"/>
                          <a:cs typeface="Courier New" pitchFamily="49" charset="0"/>
                        </a:rPr>
                        <a:t>vrB.4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Inconsolata" panose="00000509000000000000" pitchFamily="49" charset="0"/>
                          <a:cs typeface="Courier New" pitchFamily="49" charset="0"/>
                        </a:rPr>
                        <a:t>vrC.4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519AC23-5ABF-4894-A07F-4F181754A437}"/>
              </a:ext>
            </a:extLst>
          </p:cNvPr>
          <p:cNvGraphicFramePr>
            <a:graphicFrameLocks noGrp="1"/>
          </p:cNvGraphicFramePr>
          <p:nvPr>
            <p:custDataLst>
              <p:tags r:id="rId6"/>
            </p:custDataLst>
          </p:nvPr>
        </p:nvGraphicFramePr>
        <p:xfrm>
          <a:off x="3962400" y="2690075"/>
          <a:ext cx="4572000" cy="4572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Inconsolata" panose="00000509000000000000" pitchFamily="49" charset="0"/>
                          <a:cs typeface="Courier New" pitchFamily="49" charset="0"/>
                        </a:rPr>
                        <a:t>r1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Inconsolata" panose="00000509000000000000" pitchFamily="49" charset="0"/>
                          <a:cs typeface="Courier New" pitchFamily="49" charset="0"/>
                        </a:rPr>
                        <a:t>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Inconsolata" panose="00000509000000000000" pitchFamily="49" charset="0"/>
                          <a:cs typeface="Courier New" pitchFamily="49" charset="0"/>
                        </a:rPr>
                        <a:t>r2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Inconsolata" panose="00000509000000000000" pitchFamily="49" charset="0"/>
                          <a:cs typeface="Courier New" pitchFamily="49" charset="0"/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Inconsolata" panose="00000509000000000000" pitchFamily="49" charset="0"/>
                          <a:cs typeface="Courier New" pitchFamily="49" charset="0"/>
                        </a:rPr>
                        <a:t>r3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086804368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39307AE-3ED1-42FC-B3CA-2E7E0171E78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Vector (</a:t>
            </a:r>
            <a:r>
              <a:rPr lang="en-US" altLang="en-US" dirty="0" err="1"/>
              <a:t>Superword</a:t>
            </a:r>
            <a:r>
              <a:rPr lang="en-US" altLang="en-US" dirty="0"/>
              <a:t>) Instructions</a:t>
            </a:r>
          </a:p>
        </p:txBody>
      </p:sp>
      <p:sp>
        <p:nvSpPr>
          <p:cNvPr id="5124" name="Slide Number Placeholder 5">
            <a:extLst>
              <a:ext uri="{FF2B5EF4-FFF2-40B4-BE49-F238E27FC236}">
                <a16:creationId xmlns:a16="http://schemas.microsoft.com/office/drawing/2014/main" id="{A1055087-C230-4EE2-AFF5-40A64843586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53E60991-BA97-453A-8B8F-ABCF2169B25C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96AD05-D517-4A94-A3E3-319D22272F8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472440" y="1414731"/>
            <a:ext cx="8519160" cy="52530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2800" dirty="0">
                <a:latin typeface="+mn-lt"/>
              </a:rPr>
              <a:t>Vector registers are typically composed of multiple smaller registers.</a:t>
            </a:r>
          </a:p>
          <a:p>
            <a:endParaRPr lang="en-US" sz="2800" dirty="0">
              <a:latin typeface="+mn-lt"/>
            </a:endParaRPr>
          </a:p>
          <a:p>
            <a:endParaRPr lang="en-US" sz="2800" dirty="0">
              <a:latin typeface="+mn-lt"/>
            </a:endParaRPr>
          </a:p>
          <a:p>
            <a:endParaRPr lang="en-US" sz="2800" dirty="0">
              <a:latin typeface="+mn-lt"/>
            </a:endParaRPr>
          </a:p>
          <a:p>
            <a:endParaRPr lang="en-US" sz="2800" dirty="0">
              <a:latin typeface="+mn-lt"/>
            </a:endParaRPr>
          </a:p>
          <a:p>
            <a:endParaRPr lang="en-US" sz="2800" dirty="0">
              <a:latin typeface="+mn-lt"/>
            </a:endParaRPr>
          </a:p>
          <a:p>
            <a:endParaRPr lang="en-US" sz="1200" dirty="0">
              <a:latin typeface="+mn-lt"/>
            </a:endParaRPr>
          </a:p>
          <a:p>
            <a:r>
              <a:rPr lang="en-US" sz="2400" dirty="0">
                <a:latin typeface="+mn-lt"/>
              </a:rPr>
              <a:t>e.g., Intel 128-bit SSE: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>
                <a:latin typeface="+mn-lt"/>
              </a:rPr>
              <a:t>70 different instructions/operations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>
                <a:latin typeface="+mn-lt"/>
              </a:rPr>
              <a:t>8 128-bit registers that can be accessed as: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Two 64-bit integers or double-precision floating-point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Four 32-bit integers or single-precision floating-point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Eight 16-bit short integers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Sixteen 8-bit chars</a:t>
            </a:r>
            <a:endParaRPr lang="en-US" sz="2000" dirty="0">
              <a:latin typeface="+mn-lt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4A565DE-188A-434B-B370-30E9D02810F4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709512268"/>
              </p:ext>
            </p:extLst>
          </p:nvPr>
        </p:nvGraphicFramePr>
        <p:xfrm>
          <a:off x="1219200" y="2494280"/>
          <a:ext cx="8128000" cy="1849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25956521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60017524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31253470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8256881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146655161"/>
                    </a:ext>
                  </a:extLst>
                </a:gridCol>
              </a:tblGrid>
              <a:tr h="306735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Inconsolata" panose="00000509000000000000" pitchFamily="49" charset="0"/>
                        </a:rPr>
                        <a:t>r0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Inconsolata" panose="00000509000000000000" pitchFamily="49" charset="0"/>
                        </a:rPr>
                        <a:t>r1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Inconsolata" panose="00000509000000000000" pitchFamily="49" charset="0"/>
                        </a:rPr>
                        <a:t>r2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Inconsolata" panose="00000509000000000000" pitchFamily="49" charset="0"/>
                        </a:rPr>
                        <a:t>r3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Inconsolata" panose="00000509000000000000" pitchFamily="49" charset="0"/>
                        </a:rPr>
                        <a:t>vrA</a:t>
                      </a:r>
                      <a:endParaRPr lang="en-US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Inconsolata" panose="00000509000000000000" pitchFamily="49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6618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Inconsolata" panose="00000509000000000000" pitchFamily="49" charset="0"/>
                        </a:rPr>
                        <a:t>r4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Inconsolata" panose="00000509000000000000" pitchFamily="49" charset="0"/>
                        </a:rPr>
                        <a:t>r5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Inconsolata" panose="00000509000000000000" pitchFamily="49" charset="0"/>
                        </a:rPr>
                        <a:t>r6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Inconsolata" panose="00000509000000000000" pitchFamily="49" charset="0"/>
                        </a:rPr>
                        <a:t>r7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Inconsolata" panose="00000509000000000000" pitchFamily="49" charset="0"/>
                        </a:rPr>
                        <a:t>vrB</a:t>
                      </a:r>
                      <a:endParaRPr lang="en-US" b="1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Inconsolata" panose="00000509000000000000" pitchFamily="49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793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Inconsolata" panose="00000509000000000000" pitchFamily="49" charset="0"/>
                        </a:rPr>
                        <a:t>r8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Inconsolata" panose="00000509000000000000" pitchFamily="49" charset="0"/>
                        </a:rPr>
                        <a:t>r9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Inconsolata" panose="00000509000000000000" pitchFamily="49" charset="0"/>
                        </a:rPr>
                        <a:t>r10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Inconsolata" panose="00000509000000000000" pitchFamily="49" charset="0"/>
                        </a:rPr>
                        <a:t>r11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Inconsolata" panose="00000509000000000000" pitchFamily="49" charset="0"/>
                        </a:rPr>
                        <a:t>vrC</a:t>
                      </a:r>
                      <a:endParaRPr lang="en-US" b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Inconsolata" panose="00000509000000000000" pitchFamily="49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619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Inconsolata" panose="00000509000000000000" pitchFamily="49" charset="0"/>
                        </a:rPr>
                        <a:t>r12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Inconsolata" panose="00000509000000000000" pitchFamily="49" charset="0"/>
                        </a:rPr>
                        <a:t>r13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Inconsolata" panose="00000509000000000000" pitchFamily="49" charset="0"/>
                        </a:rPr>
                        <a:t>r14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Inconsolata" panose="00000509000000000000" pitchFamily="49" charset="0"/>
                        </a:rPr>
                        <a:t>r15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b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Inconsolata" panose="00000509000000000000" pitchFamily="49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0438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Inconsolata" panose="00000509000000000000" pitchFamily="49" charset="0"/>
                        </a:rPr>
                        <a:t>r16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Inconsolata" panose="00000509000000000000" pitchFamily="49" charset="0"/>
                        </a:rPr>
                        <a:t>r17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Inconsolata" panose="00000509000000000000" pitchFamily="49" charset="0"/>
                        </a:rPr>
                        <a:t>r18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Inconsolata" panose="00000509000000000000" pitchFamily="49" charset="0"/>
                        </a:rPr>
                        <a:t>r19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b="1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Inconsolata" panose="00000509000000000000" pitchFamily="49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619292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804878221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39307AE-3ED1-42FC-B3CA-2E7E0171E78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Vector (</a:t>
            </a:r>
            <a:r>
              <a:rPr lang="en-US" altLang="en-US" dirty="0" err="1"/>
              <a:t>Superword</a:t>
            </a:r>
            <a:r>
              <a:rPr lang="en-US" altLang="en-US" dirty="0"/>
              <a:t>) Instructions</a:t>
            </a:r>
          </a:p>
        </p:txBody>
      </p:sp>
      <p:sp>
        <p:nvSpPr>
          <p:cNvPr id="5124" name="Slide Number Placeholder 5">
            <a:extLst>
              <a:ext uri="{FF2B5EF4-FFF2-40B4-BE49-F238E27FC236}">
                <a16:creationId xmlns:a16="http://schemas.microsoft.com/office/drawing/2014/main" id="{A1055087-C230-4EE2-AFF5-40A64843586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53E60991-BA97-453A-8B8F-ABCF2169B25C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C86E02-5F0C-4A43-A252-D2FF1389786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472440" y="1414732"/>
            <a:ext cx="8442960" cy="7321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2400" b="1" dirty="0">
                <a:latin typeface="+mn-lt"/>
              </a:rPr>
              <a:t>Loop unrolling: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37212508-A967-400C-BFC7-C8F23BAF5454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5334000" y="1896951"/>
            <a:ext cx="3657599" cy="1905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defRPr/>
            </a:pPr>
            <a:r>
              <a:rPr lang="en-US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for (i = 0; i &lt; n; i += 4) {</a:t>
            </a:r>
          </a:p>
          <a:p>
            <a:pPr algn="l">
              <a:spcBef>
                <a:spcPts val="0"/>
              </a:spcBef>
              <a:defRPr/>
            </a:pPr>
            <a:r>
              <a:rPr lang="en-US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a[i]   = b[i]   + c[i];</a:t>
            </a:r>
          </a:p>
          <a:p>
            <a:pPr algn="l">
              <a:spcBef>
                <a:spcPts val="0"/>
              </a:spcBef>
              <a:defRPr/>
            </a:pPr>
            <a:r>
              <a:rPr lang="en-US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a[i+1] = b[i+1] + c[i+1];</a:t>
            </a:r>
          </a:p>
          <a:p>
            <a:pPr algn="l">
              <a:spcBef>
                <a:spcPts val="0"/>
              </a:spcBef>
              <a:defRPr/>
            </a:pPr>
            <a:r>
              <a:rPr lang="en-US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a[i+2] = b[i+2] + c[i+2];</a:t>
            </a:r>
          </a:p>
          <a:p>
            <a:pPr algn="l">
              <a:spcBef>
                <a:spcPts val="0"/>
              </a:spcBef>
              <a:defRPr/>
            </a:pPr>
            <a:r>
              <a:rPr lang="en-US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a[i+3] = b[i+3] + c[i+3];</a:t>
            </a:r>
          </a:p>
          <a:p>
            <a:pPr algn="l">
              <a:spcBef>
                <a:spcPts val="0"/>
              </a:spcBef>
              <a:defRPr/>
            </a:pPr>
            <a:r>
              <a:rPr lang="en-US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0" name="Rounded Rectangle 11">
            <a:extLst>
              <a:ext uri="{FF2B5EF4-FFF2-40B4-BE49-F238E27FC236}">
                <a16:creationId xmlns:a16="http://schemas.microsoft.com/office/drawing/2014/main" id="{F2D0BDF1-463F-41EA-AA99-7DB95119CF3D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5562599" y="2186511"/>
            <a:ext cx="3276600" cy="1005840"/>
          </a:xfrm>
          <a:prstGeom prst="roundRect">
            <a:avLst/>
          </a:prstGeom>
          <a:noFill/>
          <a:ln w="127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3E9EFE7C-C072-497A-84AE-8F9CE492195B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228601" y="2275821"/>
            <a:ext cx="3657599" cy="11472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defRPr/>
            </a:pPr>
            <a:r>
              <a:rPr lang="en-US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for (i = 0; i &lt; n; i += 1) {</a:t>
            </a:r>
          </a:p>
          <a:p>
            <a:pPr algn="l">
              <a:spcBef>
                <a:spcPts val="0"/>
              </a:spcBef>
              <a:defRPr/>
            </a:pPr>
            <a:r>
              <a:rPr lang="en-US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a[</a:t>
            </a:r>
            <a:r>
              <a:rPr lang="en-US" sz="16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 = b[</a:t>
            </a:r>
            <a:r>
              <a:rPr lang="en-US" sz="16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 + c[i];</a:t>
            </a:r>
          </a:p>
          <a:p>
            <a:pPr algn="l">
              <a:spcBef>
                <a:spcPts val="0"/>
              </a:spcBef>
              <a:defRPr/>
            </a:pPr>
            <a:r>
              <a:rPr lang="en-US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D684E4D2-1486-4AA6-B139-75771FA35438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4112434" y="2275821"/>
            <a:ext cx="840566" cy="592328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A1A1FD-F122-48EC-B5D0-4274928E3BD9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472440" y="3801951"/>
            <a:ext cx="8442960" cy="7321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2400" b="1" dirty="0">
                <a:latin typeface="+mn-lt"/>
              </a:rPr>
              <a:t>Loop fusion: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A089472D-5930-4913-94B3-504CC7993127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>
          <a:xfrm>
            <a:off x="5334000" y="4380726"/>
            <a:ext cx="3657599" cy="14748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defRPr/>
            </a:pPr>
            <a:r>
              <a:rPr lang="en-US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for (i = 0; i &lt; n; i += 1) {</a:t>
            </a:r>
          </a:p>
          <a:p>
            <a:pPr algn="l">
              <a:spcBef>
                <a:spcPts val="0"/>
              </a:spcBef>
              <a:defRPr/>
            </a:pPr>
            <a:r>
              <a:rPr lang="en-US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a[</a:t>
            </a:r>
            <a:r>
              <a:rPr lang="en-US" sz="16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].x = b[</a:t>
            </a:r>
            <a:r>
              <a:rPr lang="en-US" sz="16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].x + c[</a:t>
            </a:r>
            <a:r>
              <a:rPr lang="en-US" sz="16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].x;</a:t>
            </a:r>
          </a:p>
          <a:p>
            <a:pPr algn="l">
              <a:spcBef>
                <a:spcPts val="0"/>
              </a:spcBef>
              <a:defRPr/>
            </a:pPr>
            <a:r>
              <a:rPr lang="en-US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a[</a:t>
            </a:r>
            <a:r>
              <a:rPr lang="en-US" sz="16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].y = b[</a:t>
            </a:r>
            <a:r>
              <a:rPr lang="en-US" sz="16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].y + c[</a:t>
            </a:r>
            <a:r>
              <a:rPr lang="en-US" sz="16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].y;</a:t>
            </a:r>
          </a:p>
          <a:p>
            <a:pPr algn="l">
              <a:spcBef>
                <a:spcPts val="0"/>
              </a:spcBef>
              <a:defRPr/>
            </a:pPr>
            <a:r>
              <a:rPr lang="en-US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a[</a:t>
            </a:r>
            <a:r>
              <a:rPr lang="en-US" sz="16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].z = b[</a:t>
            </a:r>
            <a:r>
              <a:rPr lang="en-US" sz="16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].z + c[</a:t>
            </a:r>
            <a:r>
              <a:rPr lang="en-US" sz="16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].z;</a:t>
            </a:r>
          </a:p>
          <a:p>
            <a:pPr algn="l">
              <a:spcBef>
                <a:spcPts val="0"/>
              </a:spcBef>
              <a:defRPr/>
            </a:pPr>
            <a:r>
              <a:rPr lang="en-US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5" name="Rounded Rectangle 11">
            <a:extLst>
              <a:ext uri="{FF2B5EF4-FFF2-40B4-BE49-F238E27FC236}">
                <a16:creationId xmlns:a16="http://schemas.microsoft.com/office/drawing/2014/main" id="{94F205F6-1D49-4938-ABA9-C99A6697638B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5562599" y="4670286"/>
            <a:ext cx="3276600" cy="776362"/>
          </a:xfrm>
          <a:prstGeom prst="roundRect">
            <a:avLst/>
          </a:prstGeom>
          <a:noFill/>
          <a:ln w="127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C24437C2-4FAE-405E-AA80-92EF28FCCDD6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>
          <a:xfrm>
            <a:off x="192160" y="4312735"/>
            <a:ext cx="3657599" cy="24629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defRPr/>
            </a:pPr>
            <a:r>
              <a:rPr lang="en-US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for (i = 0; i &lt; n; i += 1)</a:t>
            </a:r>
          </a:p>
          <a:p>
            <a:pPr algn="l">
              <a:spcBef>
                <a:spcPts val="0"/>
              </a:spcBef>
              <a:defRPr/>
            </a:pPr>
            <a:r>
              <a:rPr lang="en-US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a[</a:t>
            </a:r>
            <a:r>
              <a:rPr lang="en-US" sz="16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].x = b[</a:t>
            </a:r>
            <a:r>
              <a:rPr lang="en-US" sz="16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].x + c[</a:t>
            </a:r>
            <a:r>
              <a:rPr lang="en-US" sz="16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].x;</a:t>
            </a:r>
          </a:p>
          <a:p>
            <a:pPr algn="l">
              <a:spcBef>
                <a:spcPts val="0"/>
              </a:spcBef>
              <a:defRPr/>
            </a:pPr>
            <a:r>
              <a:rPr lang="en-US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...</a:t>
            </a:r>
          </a:p>
          <a:p>
            <a:pPr algn="l">
              <a:spcBef>
                <a:spcPts val="0"/>
              </a:spcBef>
              <a:defRPr/>
            </a:pPr>
            <a:r>
              <a:rPr lang="en-US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for (</a:t>
            </a:r>
            <a:r>
              <a:rPr lang="en-US" sz="16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0; </a:t>
            </a:r>
            <a:r>
              <a:rPr lang="en-US" sz="16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&lt; n; </a:t>
            </a:r>
            <a:r>
              <a:rPr lang="en-US" sz="16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+= 1)</a:t>
            </a:r>
          </a:p>
          <a:p>
            <a:pPr algn="l">
              <a:spcBef>
                <a:spcPts val="0"/>
              </a:spcBef>
              <a:defRPr/>
            </a:pPr>
            <a:r>
              <a:rPr lang="en-US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a[</a:t>
            </a:r>
            <a:r>
              <a:rPr lang="en-US" sz="16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].y = b[</a:t>
            </a:r>
            <a:r>
              <a:rPr lang="en-US" sz="16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].y + c[</a:t>
            </a:r>
            <a:r>
              <a:rPr lang="en-US" sz="16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].y;</a:t>
            </a:r>
          </a:p>
          <a:p>
            <a:pPr algn="l">
              <a:spcBef>
                <a:spcPts val="0"/>
              </a:spcBef>
              <a:defRPr/>
            </a:pPr>
            <a:r>
              <a:rPr lang="en-US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...</a:t>
            </a:r>
          </a:p>
          <a:p>
            <a:pPr algn="l">
              <a:spcBef>
                <a:spcPts val="0"/>
              </a:spcBef>
              <a:defRPr/>
            </a:pPr>
            <a:r>
              <a:rPr lang="en-US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for (</a:t>
            </a:r>
            <a:r>
              <a:rPr lang="en-US" sz="16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0; </a:t>
            </a:r>
            <a:r>
              <a:rPr lang="en-US" sz="16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&lt; n; </a:t>
            </a:r>
            <a:r>
              <a:rPr lang="en-US" sz="16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+= 1)</a:t>
            </a:r>
          </a:p>
          <a:p>
            <a:pPr algn="l">
              <a:spcBef>
                <a:spcPts val="0"/>
              </a:spcBef>
              <a:defRPr/>
            </a:pPr>
            <a:r>
              <a:rPr lang="en-US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a[</a:t>
            </a:r>
            <a:r>
              <a:rPr lang="en-US" sz="16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].z = b[</a:t>
            </a:r>
            <a:r>
              <a:rPr lang="en-US" sz="16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].z + c[</a:t>
            </a:r>
            <a:r>
              <a:rPr lang="en-US" sz="16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].z;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6F3CC16E-7B38-427A-9EA3-06B9D2D9B198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112434" y="4759596"/>
            <a:ext cx="840566" cy="592328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4056062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DA24F64C-D136-4E41-B74F-F10158CEC47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733800" y="2729758"/>
            <a:ext cx="1466491" cy="149524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3200" b="1" kern="1200" dirty="0">
                <a:solidFill>
                  <a:schemeClr val="tx1"/>
                </a:solidFill>
                <a:latin typeface="+mn-lt"/>
              </a:rPr>
              <a:t>VS</a:t>
            </a:r>
          </a:p>
          <a:p>
            <a:pPr algn="ctr"/>
            <a:endParaRPr lang="en-US" sz="3200" b="1" dirty="0">
              <a:latin typeface="+mn-lt"/>
            </a:endParaRP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C39307AE-3ED1-42FC-B3CA-2E7E0171E78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Vector (</a:t>
            </a:r>
            <a:r>
              <a:rPr lang="en-US" altLang="en-US" dirty="0" err="1"/>
              <a:t>Superword</a:t>
            </a:r>
            <a:r>
              <a:rPr lang="en-US" altLang="en-US" dirty="0"/>
              <a:t>) Instructions</a:t>
            </a:r>
          </a:p>
        </p:txBody>
      </p:sp>
      <p:sp>
        <p:nvSpPr>
          <p:cNvPr id="5124" name="Slide Number Placeholder 5">
            <a:extLst>
              <a:ext uri="{FF2B5EF4-FFF2-40B4-BE49-F238E27FC236}">
                <a16:creationId xmlns:a16="http://schemas.microsoft.com/office/drawing/2014/main" id="{A1055087-C230-4EE2-AFF5-40A64843586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53E60991-BA97-453A-8B8F-ABCF2169B25C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040285E-1E8B-4768-855B-98F840A2A0F0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1726190" y="2538655"/>
          <a:ext cx="2362200" cy="1554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8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Inconsolata" panose="00000509000000000000" pitchFamily="49" charset="0"/>
                          <a:cs typeface="Courier New" pitchFamily="49" charset="0"/>
                        </a:rPr>
                        <a:t>SW1:</a:t>
                      </a:r>
                    </a:p>
                  </a:txBody>
                  <a:tcPr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US" sz="1800" dirty="0">
                          <a:latin typeface="Inconsolata" panose="00000509000000000000" pitchFamily="49" charset="0"/>
                          <a:cs typeface="Courier New" pitchFamily="49" charset="0"/>
                        </a:rPr>
                        <a:t>a = b + c;</a:t>
                      </a:r>
                    </a:p>
                    <a:p>
                      <a:pPr marL="0" indent="0"/>
                      <a:r>
                        <a:rPr lang="en-US" sz="1800" dirty="0">
                          <a:latin typeface="Inconsolata" panose="00000509000000000000" pitchFamily="49" charset="0"/>
                          <a:cs typeface="Courier New" pitchFamily="49" charset="0"/>
                        </a:rPr>
                        <a:t>d = e + f;</a:t>
                      </a:r>
                    </a:p>
                    <a:p>
                      <a:pPr marL="0" indent="0"/>
                      <a:r>
                        <a:rPr lang="en-US" sz="1800" dirty="0">
                          <a:latin typeface="Inconsolata" panose="00000509000000000000" pitchFamily="49" charset="0"/>
                          <a:cs typeface="Courier New" pitchFamily="49" charset="0"/>
                        </a:rPr>
                        <a:t>g = h + i;</a:t>
                      </a:r>
                    </a:p>
                  </a:txBody>
                  <a:tcPr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Inconsolata" panose="00000509000000000000" pitchFamily="49" charset="0"/>
                          <a:cs typeface="Courier New" pitchFamily="49" charset="0"/>
                        </a:rPr>
                        <a:t>SW2:</a:t>
                      </a:r>
                    </a:p>
                  </a:txBody>
                  <a:tcPr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Inconsolata" panose="00000509000000000000" pitchFamily="49" charset="0"/>
                          <a:cs typeface="Courier New" pitchFamily="49" charset="0"/>
                        </a:rPr>
                        <a:t>j = a * l;</a:t>
                      </a:r>
                    </a:p>
                    <a:p>
                      <a:r>
                        <a:rPr lang="en-US" sz="1800" dirty="0">
                          <a:latin typeface="Inconsolata" panose="00000509000000000000" pitchFamily="49" charset="0"/>
                          <a:cs typeface="Courier New" pitchFamily="49" charset="0"/>
                        </a:rPr>
                        <a:t>k = d * m;</a:t>
                      </a:r>
                    </a:p>
                  </a:txBody>
                  <a:tcPr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Oval 18">
            <a:extLst>
              <a:ext uri="{FF2B5EF4-FFF2-40B4-BE49-F238E27FC236}">
                <a16:creationId xmlns:a16="http://schemas.microsoft.com/office/drawing/2014/main" id="{F3136521-FD29-4A44-9501-803E120723AD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79673" y="2337687"/>
            <a:ext cx="1219200" cy="762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Inconsolata" panose="00000509000000000000" pitchFamily="49" charset="0"/>
              </a:rPr>
              <a:t>SW1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3EDFB9F-4186-4696-A1D6-9B9523B8176F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79673" y="3556887"/>
            <a:ext cx="1219200" cy="762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Inconsolata" panose="00000509000000000000" pitchFamily="49" charset="0"/>
              </a:rPr>
              <a:t>SW2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2BD7CBF-55B3-425F-8076-99699739B09F}"/>
              </a:ext>
            </a:extLst>
          </p:cNvPr>
          <p:cNvCxnSpPr/>
          <p:nvPr/>
        </p:nvCxnSpPr>
        <p:spPr>
          <a:xfrm>
            <a:off x="989273" y="3099687"/>
            <a:ext cx="0" cy="45720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19">
            <a:extLst>
              <a:ext uri="{FF2B5EF4-FFF2-40B4-BE49-F238E27FC236}">
                <a16:creationId xmlns:a16="http://schemas.microsoft.com/office/drawing/2014/main" id="{026DD15E-B684-448E-B4E0-1C59707CE3FA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442750" y="2645055"/>
            <a:ext cx="1447800" cy="731520"/>
          </a:xfrm>
          <a:prstGeom prst="roundRect">
            <a:avLst/>
          </a:prstGeom>
          <a:noFill/>
          <a:ln w="127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consolata" panose="00000509000000000000" pitchFamily="49" charset="0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FF6408C0-F3FF-4489-AC2F-83A136FF05F4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2442749" y="3566365"/>
            <a:ext cx="1447799" cy="457200"/>
          </a:xfrm>
          <a:prstGeom prst="roundRect">
            <a:avLst/>
          </a:prstGeom>
          <a:noFill/>
          <a:ln w="127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consolata" panose="00000509000000000000" pitchFamily="49" charset="0"/>
            </a:endParaRP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4CA3A2E1-D0AE-4DEC-9CA0-2CBE453CA8DC}"/>
              </a:ext>
            </a:extLst>
          </p:cNvPr>
          <p:cNvGraphicFramePr>
            <a:graphicFrameLocks noGrp="1"/>
          </p:cNvGraphicFramePr>
          <p:nvPr>
            <p:custDataLst>
              <p:tags r:id="rId10"/>
            </p:custDataLst>
          </p:nvPr>
        </p:nvGraphicFramePr>
        <p:xfrm>
          <a:off x="4572000" y="2499372"/>
          <a:ext cx="2362200" cy="1554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8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30188" indent="0"/>
                      <a:r>
                        <a:rPr lang="en-US" sz="1800" dirty="0">
                          <a:latin typeface="Inconsolata" panose="00000509000000000000" pitchFamily="49" charset="0"/>
                          <a:cs typeface="Courier New" pitchFamily="49" charset="0"/>
                        </a:rPr>
                        <a:t>I1:</a:t>
                      </a:r>
                    </a:p>
                    <a:p>
                      <a:pPr marL="230188" indent="0"/>
                      <a:r>
                        <a:rPr lang="en-US" sz="1800" dirty="0">
                          <a:latin typeface="Inconsolata" panose="00000509000000000000" pitchFamily="49" charset="0"/>
                          <a:cs typeface="Courier New" pitchFamily="49" charset="0"/>
                        </a:rPr>
                        <a:t>I2:</a:t>
                      </a:r>
                    </a:p>
                    <a:p>
                      <a:pPr marL="230188" indent="0"/>
                      <a:r>
                        <a:rPr lang="en-US" sz="1800" dirty="0">
                          <a:latin typeface="Inconsolata" panose="00000509000000000000" pitchFamily="49" charset="0"/>
                          <a:cs typeface="Courier New" pitchFamily="49" charset="0"/>
                        </a:rPr>
                        <a:t>I3: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US" sz="1800" dirty="0">
                          <a:latin typeface="Inconsolata" panose="00000509000000000000" pitchFamily="49" charset="0"/>
                          <a:cs typeface="Courier New" pitchFamily="49" charset="0"/>
                        </a:rPr>
                        <a:t>a = b + c;</a:t>
                      </a:r>
                    </a:p>
                    <a:p>
                      <a:pPr marL="0" indent="0"/>
                      <a:r>
                        <a:rPr lang="en-US" sz="1800" dirty="0">
                          <a:latin typeface="Inconsolata" panose="00000509000000000000" pitchFamily="49" charset="0"/>
                          <a:cs typeface="Courier New" pitchFamily="49" charset="0"/>
                        </a:rPr>
                        <a:t>d = e + f;</a:t>
                      </a:r>
                    </a:p>
                    <a:p>
                      <a:pPr marL="0" indent="0"/>
                      <a:r>
                        <a:rPr lang="en-US" sz="1800" dirty="0">
                          <a:latin typeface="Inconsolata" panose="00000509000000000000" pitchFamily="49" charset="0"/>
                          <a:cs typeface="Courier New" pitchFamily="49" charset="0"/>
                        </a:rPr>
                        <a:t>g = h + i;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30188" indent="0"/>
                      <a:r>
                        <a:rPr lang="en-US" sz="1800" dirty="0">
                          <a:latin typeface="Inconsolata" panose="00000509000000000000" pitchFamily="49" charset="0"/>
                          <a:cs typeface="Courier New" pitchFamily="49" charset="0"/>
                        </a:rPr>
                        <a:t>I4:</a:t>
                      </a:r>
                    </a:p>
                    <a:p>
                      <a:pPr marL="230188" indent="0"/>
                      <a:r>
                        <a:rPr lang="en-US" sz="1800" dirty="0">
                          <a:latin typeface="Inconsolata" panose="00000509000000000000" pitchFamily="49" charset="0"/>
                          <a:cs typeface="Courier New" pitchFamily="49" charset="0"/>
                        </a:rPr>
                        <a:t>I5: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Inconsolata" panose="00000509000000000000" pitchFamily="49" charset="0"/>
                          <a:cs typeface="Courier New" pitchFamily="49" charset="0"/>
                        </a:rPr>
                        <a:t>j = a * l;</a:t>
                      </a:r>
                    </a:p>
                    <a:p>
                      <a:r>
                        <a:rPr lang="en-US" sz="1800" dirty="0">
                          <a:latin typeface="Inconsolata" panose="00000509000000000000" pitchFamily="49" charset="0"/>
                          <a:cs typeface="Courier New" pitchFamily="49" charset="0"/>
                        </a:rPr>
                        <a:t>k = d * m;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Oval 24">
            <a:extLst>
              <a:ext uri="{FF2B5EF4-FFF2-40B4-BE49-F238E27FC236}">
                <a16:creationId xmlns:a16="http://schemas.microsoft.com/office/drawing/2014/main" id="{2F4596CB-A4B8-43A4-AA02-2D4CA48AD792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634328" y="2337687"/>
            <a:ext cx="762000" cy="762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Inconsolata" panose="00000509000000000000" pitchFamily="49" charset="0"/>
              </a:rPr>
              <a:t>I1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48C29E8-1125-4C27-ABBC-7371AD697323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7467600" y="2337687"/>
            <a:ext cx="762000" cy="762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Inconsolata" panose="00000509000000000000" pitchFamily="49" charset="0"/>
              </a:rPr>
              <a:t>I2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CE76C05-D21B-4636-8784-DB465421DBF6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8305800" y="2337687"/>
            <a:ext cx="762000" cy="762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Inconsolata" panose="00000509000000000000" pitchFamily="49" charset="0"/>
              </a:rPr>
              <a:t>I3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12D1653-9831-4AD5-AFE2-BAD43B5DAB8F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634328" y="3556887"/>
            <a:ext cx="762000" cy="762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Inconsolata" panose="00000509000000000000" pitchFamily="49" charset="0"/>
              </a:rPr>
              <a:t>I4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7DB5CF0-04AF-430B-836C-0490762B18B9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467600" y="3556887"/>
            <a:ext cx="762000" cy="762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Inconsolata" panose="00000509000000000000" pitchFamily="49" charset="0"/>
              </a:rPr>
              <a:t>I5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78A212B-2B6B-40FE-BCF1-0444ADD47C1B}"/>
              </a:ext>
            </a:extLst>
          </p:cNvPr>
          <p:cNvCxnSpPr/>
          <p:nvPr/>
        </p:nvCxnSpPr>
        <p:spPr>
          <a:xfrm>
            <a:off x="7015328" y="3099687"/>
            <a:ext cx="0" cy="45720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23005F1-FB6C-4609-9B28-E25D6CB7FB32}"/>
              </a:ext>
            </a:extLst>
          </p:cNvPr>
          <p:cNvCxnSpPr/>
          <p:nvPr/>
        </p:nvCxnSpPr>
        <p:spPr>
          <a:xfrm>
            <a:off x="7848600" y="3099687"/>
            <a:ext cx="0" cy="45720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7AC7043-ED74-477F-A81A-955481182AA1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-26410" y="1633002"/>
            <a:ext cx="4446010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2400" b="1" dirty="0" err="1">
                <a:latin typeface="+mn-lt"/>
              </a:rPr>
              <a:t>superword</a:t>
            </a:r>
            <a:r>
              <a:rPr lang="en-US" sz="2400" b="1" dirty="0">
                <a:latin typeface="+mn-lt"/>
              </a:rPr>
              <a:t>-level parallelism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DFFEFA3-1EE4-4392-B5EF-2FC8D680FC42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4800600" y="1633001"/>
            <a:ext cx="4446010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2400" b="1" dirty="0">
                <a:latin typeface="+mn-lt"/>
              </a:rPr>
              <a:t>instruction-level parallelism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B00048D-954E-4486-87A4-F9BEC326B051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442522" y="4648200"/>
            <a:ext cx="3873128" cy="159232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indent="-342900">
              <a:buFontTx/>
              <a:buChar char="-"/>
            </a:pPr>
            <a:r>
              <a:rPr lang="en-US" sz="2400" dirty="0">
                <a:latin typeface="+mn-lt"/>
              </a:rPr>
              <a:t>Needs register packing/unpacking</a:t>
            </a:r>
          </a:p>
          <a:p>
            <a:pPr marL="342900" indent="-342900">
              <a:buFontTx/>
              <a:buChar char="-"/>
            </a:pPr>
            <a:r>
              <a:rPr lang="en-US" sz="2400" dirty="0">
                <a:latin typeface="+mn-lt"/>
              </a:rPr>
              <a:t>Less flexible (e.g., same operations)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0450F32-4A8E-4F03-84B7-17D7E5BA14FC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4802743" y="4587860"/>
            <a:ext cx="4188857" cy="11271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indent="-342900">
              <a:buFontTx/>
              <a:buChar char="-"/>
            </a:pPr>
            <a:r>
              <a:rPr lang="en-US" sz="2400" dirty="0">
                <a:latin typeface="+mn-lt"/>
              </a:rPr>
              <a:t>More dynamic instructions fetched and executed</a:t>
            </a:r>
          </a:p>
          <a:p>
            <a:pPr marL="342900" indent="-342900">
              <a:buFontTx/>
              <a:buChar char="-"/>
            </a:pPr>
            <a:r>
              <a:rPr lang="en-US" sz="2400" dirty="0">
                <a:latin typeface="+mn-lt"/>
              </a:rPr>
              <a:t>Superscalar cost for same performance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58593898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DA24F64C-D136-4E41-B74F-F10158CEC47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733800" y="2729758"/>
            <a:ext cx="1466491" cy="149524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3200" b="1" kern="1200" dirty="0">
                <a:solidFill>
                  <a:schemeClr val="tx1"/>
                </a:solidFill>
                <a:latin typeface="+mn-lt"/>
              </a:rPr>
              <a:t>VS</a:t>
            </a:r>
          </a:p>
          <a:p>
            <a:pPr algn="ctr"/>
            <a:endParaRPr lang="en-US" sz="3200" b="1" dirty="0">
              <a:latin typeface="+mn-lt"/>
            </a:endParaRP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C39307AE-3ED1-42FC-B3CA-2E7E0171E78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Vector (</a:t>
            </a:r>
            <a:r>
              <a:rPr lang="en-US" altLang="en-US" dirty="0" err="1"/>
              <a:t>Superword</a:t>
            </a:r>
            <a:r>
              <a:rPr lang="en-US" altLang="en-US" dirty="0"/>
              <a:t>) Instructions</a:t>
            </a:r>
          </a:p>
        </p:txBody>
      </p:sp>
      <p:sp>
        <p:nvSpPr>
          <p:cNvPr id="5124" name="Slide Number Placeholder 5">
            <a:extLst>
              <a:ext uri="{FF2B5EF4-FFF2-40B4-BE49-F238E27FC236}">
                <a16:creationId xmlns:a16="http://schemas.microsoft.com/office/drawing/2014/main" id="{A1055087-C230-4EE2-AFF5-40A64843586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53E60991-BA97-453A-8B8F-ABCF2169B25C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040285E-1E8B-4768-855B-98F840A2A0F0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1726190" y="2538655"/>
          <a:ext cx="2362200" cy="1554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8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Inconsolata" panose="00000509000000000000" pitchFamily="49" charset="0"/>
                          <a:cs typeface="Courier New" pitchFamily="49" charset="0"/>
                        </a:rPr>
                        <a:t>SW1:</a:t>
                      </a:r>
                    </a:p>
                  </a:txBody>
                  <a:tcPr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US" sz="1800" dirty="0">
                          <a:latin typeface="Inconsolata" panose="00000509000000000000" pitchFamily="49" charset="0"/>
                          <a:cs typeface="Courier New" pitchFamily="49" charset="0"/>
                        </a:rPr>
                        <a:t>a = b + c;</a:t>
                      </a:r>
                    </a:p>
                    <a:p>
                      <a:pPr marL="0" indent="0"/>
                      <a:r>
                        <a:rPr lang="en-US" sz="1800" dirty="0">
                          <a:latin typeface="Inconsolata" panose="00000509000000000000" pitchFamily="49" charset="0"/>
                          <a:cs typeface="Courier New" pitchFamily="49" charset="0"/>
                        </a:rPr>
                        <a:t>d = e + f;</a:t>
                      </a:r>
                    </a:p>
                    <a:p>
                      <a:pPr marL="0" indent="0"/>
                      <a:r>
                        <a:rPr lang="en-US" sz="1800" dirty="0">
                          <a:latin typeface="Inconsolata" panose="00000509000000000000" pitchFamily="49" charset="0"/>
                          <a:cs typeface="Courier New" pitchFamily="49" charset="0"/>
                        </a:rPr>
                        <a:t>g = h + i;</a:t>
                      </a:r>
                    </a:p>
                  </a:txBody>
                  <a:tcPr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Inconsolata" panose="00000509000000000000" pitchFamily="49" charset="0"/>
                          <a:cs typeface="Courier New" pitchFamily="49" charset="0"/>
                        </a:rPr>
                        <a:t>SW2:</a:t>
                      </a:r>
                    </a:p>
                  </a:txBody>
                  <a:tcPr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Inconsolata" panose="00000509000000000000" pitchFamily="49" charset="0"/>
                          <a:cs typeface="Courier New" pitchFamily="49" charset="0"/>
                        </a:rPr>
                        <a:t>j = a * l;</a:t>
                      </a:r>
                    </a:p>
                    <a:p>
                      <a:r>
                        <a:rPr lang="en-US" sz="1800" dirty="0">
                          <a:latin typeface="Inconsolata" panose="00000509000000000000" pitchFamily="49" charset="0"/>
                          <a:cs typeface="Courier New" pitchFamily="49" charset="0"/>
                        </a:rPr>
                        <a:t>k = d * m;</a:t>
                      </a:r>
                    </a:p>
                  </a:txBody>
                  <a:tcPr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Oval 18">
            <a:extLst>
              <a:ext uri="{FF2B5EF4-FFF2-40B4-BE49-F238E27FC236}">
                <a16:creationId xmlns:a16="http://schemas.microsoft.com/office/drawing/2014/main" id="{F3136521-FD29-4A44-9501-803E120723AD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79673" y="2337687"/>
            <a:ext cx="1219200" cy="762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Inconsolata" panose="00000509000000000000" pitchFamily="49" charset="0"/>
              </a:rPr>
              <a:t>SW1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3EDFB9F-4186-4696-A1D6-9B9523B8176F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79673" y="3556887"/>
            <a:ext cx="1219200" cy="762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Inconsolata" panose="00000509000000000000" pitchFamily="49" charset="0"/>
              </a:rPr>
              <a:t>SW2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2BD7CBF-55B3-425F-8076-99699739B09F}"/>
              </a:ext>
            </a:extLst>
          </p:cNvPr>
          <p:cNvCxnSpPr/>
          <p:nvPr/>
        </p:nvCxnSpPr>
        <p:spPr>
          <a:xfrm>
            <a:off x="989273" y="3099687"/>
            <a:ext cx="0" cy="45720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19">
            <a:extLst>
              <a:ext uri="{FF2B5EF4-FFF2-40B4-BE49-F238E27FC236}">
                <a16:creationId xmlns:a16="http://schemas.microsoft.com/office/drawing/2014/main" id="{026DD15E-B684-448E-B4E0-1C59707CE3FA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442750" y="2645055"/>
            <a:ext cx="1447800" cy="731520"/>
          </a:xfrm>
          <a:prstGeom prst="roundRect">
            <a:avLst/>
          </a:prstGeom>
          <a:noFill/>
          <a:ln w="127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consolata" panose="00000509000000000000" pitchFamily="49" charset="0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FF6408C0-F3FF-4489-AC2F-83A136FF05F4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2442749" y="3566365"/>
            <a:ext cx="1447799" cy="457200"/>
          </a:xfrm>
          <a:prstGeom prst="roundRect">
            <a:avLst/>
          </a:prstGeom>
          <a:noFill/>
          <a:ln w="127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consolata" panose="00000509000000000000" pitchFamily="49" charset="0"/>
            </a:endParaRP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4CA3A2E1-D0AE-4DEC-9CA0-2CBE453CA8DC}"/>
              </a:ext>
            </a:extLst>
          </p:cNvPr>
          <p:cNvGraphicFramePr>
            <a:graphicFrameLocks noGrp="1"/>
          </p:cNvGraphicFramePr>
          <p:nvPr>
            <p:custDataLst>
              <p:tags r:id="rId10"/>
            </p:custDataLst>
          </p:nvPr>
        </p:nvGraphicFramePr>
        <p:xfrm>
          <a:off x="4572000" y="2499372"/>
          <a:ext cx="2362200" cy="1554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8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30188" indent="0"/>
                      <a:r>
                        <a:rPr lang="en-US" sz="1800" dirty="0">
                          <a:latin typeface="Inconsolata" panose="00000509000000000000" pitchFamily="49" charset="0"/>
                          <a:cs typeface="Courier New" pitchFamily="49" charset="0"/>
                        </a:rPr>
                        <a:t>I1:</a:t>
                      </a:r>
                    </a:p>
                    <a:p>
                      <a:pPr marL="230188" indent="0"/>
                      <a:r>
                        <a:rPr lang="en-US" sz="1800" dirty="0">
                          <a:latin typeface="Inconsolata" panose="00000509000000000000" pitchFamily="49" charset="0"/>
                          <a:cs typeface="Courier New" pitchFamily="49" charset="0"/>
                        </a:rPr>
                        <a:t>I2:</a:t>
                      </a:r>
                    </a:p>
                    <a:p>
                      <a:pPr marL="230188" indent="0"/>
                      <a:r>
                        <a:rPr lang="en-US" sz="1800" dirty="0">
                          <a:latin typeface="Inconsolata" panose="00000509000000000000" pitchFamily="49" charset="0"/>
                          <a:cs typeface="Courier New" pitchFamily="49" charset="0"/>
                        </a:rPr>
                        <a:t>I3: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US" sz="1800" dirty="0">
                          <a:latin typeface="Inconsolata" panose="00000509000000000000" pitchFamily="49" charset="0"/>
                          <a:cs typeface="Courier New" pitchFamily="49" charset="0"/>
                        </a:rPr>
                        <a:t>a = b + c;</a:t>
                      </a:r>
                    </a:p>
                    <a:p>
                      <a:pPr marL="0" indent="0"/>
                      <a:r>
                        <a:rPr lang="en-US" sz="1800" dirty="0">
                          <a:latin typeface="Inconsolata" panose="00000509000000000000" pitchFamily="49" charset="0"/>
                          <a:cs typeface="Courier New" pitchFamily="49" charset="0"/>
                        </a:rPr>
                        <a:t>d = e + f;</a:t>
                      </a:r>
                    </a:p>
                    <a:p>
                      <a:pPr marL="0" indent="0"/>
                      <a:r>
                        <a:rPr lang="en-US" sz="1800" dirty="0">
                          <a:latin typeface="Inconsolata" panose="00000509000000000000" pitchFamily="49" charset="0"/>
                          <a:cs typeface="Courier New" pitchFamily="49" charset="0"/>
                        </a:rPr>
                        <a:t>g = h + i;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30188" indent="0"/>
                      <a:r>
                        <a:rPr lang="en-US" sz="1800" dirty="0">
                          <a:latin typeface="Inconsolata" panose="00000509000000000000" pitchFamily="49" charset="0"/>
                          <a:cs typeface="Courier New" pitchFamily="49" charset="0"/>
                        </a:rPr>
                        <a:t>I4:</a:t>
                      </a:r>
                    </a:p>
                    <a:p>
                      <a:pPr marL="230188" indent="0"/>
                      <a:r>
                        <a:rPr lang="en-US" sz="1800" dirty="0">
                          <a:latin typeface="Inconsolata" panose="00000509000000000000" pitchFamily="49" charset="0"/>
                          <a:cs typeface="Courier New" pitchFamily="49" charset="0"/>
                        </a:rPr>
                        <a:t>I5: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Inconsolata" panose="00000509000000000000" pitchFamily="49" charset="0"/>
                          <a:cs typeface="Courier New" pitchFamily="49" charset="0"/>
                        </a:rPr>
                        <a:t>j = a * l;</a:t>
                      </a:r>
                    </a:p>
                    <a:p>
                      <a:r>
                        <a:rPr lang="en-US" sz="1800" dirty="0">
                          <a:latin typeface="Inconsolata" panose="00000509000000000000" pitchFamily="49" charset="0"/>
                          <a:cs typeface="Courier New" pitchFamily="49" charset="0"/>
                        </a:rPr>
                        <a:t>k = d * m;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Oval 24">
            <a:extLst>
              <a:ext uri="{FF2B5EF4-FFF2-40B4-BE49-F238E27FC236}">
                <a16:creationId xmlns:a16="http://schemas.microsoft.com/office/drawing/2014/main" id="{2F4596CB-A4B8-43A4-AA02-2D4CA48AD792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634328" y="2337687"/>
            <a:ext cx="762000" cy="762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Inconsolata" panose="00000509000000000000" pitchFamily="49" charset="0"/>
              </a:rPr>
              <a:t>I1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48C29E8-1125-4C27-ABBC-7371AD697323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7467600" y="2337687"/>
            <a:ext cx="762000" cy="762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Inconsolata" panose="00000509000000000000" pitchFamily="49" charset="0"/>
              </a:rPr>
              <a:t>I2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CE76C05-D21B-4636-8784-DB465421DBF6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8305800" y="2337687"/>
            <a:ext cx="762000" cy="762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Inconsolata" panose="00000509000000000000" pitchFamily="49" charset="0"/>
              </a:rPr>
              <a:t>I3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12D1653-9831-4AD5-AFE2-BAD43B5DAB8F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634328" y="3556887"/>
            <a:ext cx="762000" cy="762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Inconsolata" panose="00000509000000000000" pitchFamily="49" charset="0"/>
              </a:rPr>
              <a:t>I4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7DB5CF0-04AF-430B-836C-0490762B18B9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467600" y="3556887"/>
            <a:ext cx="762000" cy="762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Inconsolata" panose="00000509000000000000" pitchFamily="49" charset="0"/>
              </a:rPr>
              <a:t>I5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78A212B-2B6B-40FE-BCF1-0444ADD47C1B}"/>
              </a:ext>
            </a:extLst>
          </p:cNvPr>
          <p:cNvCxnSpPr/>
          <p:nvPr/>
        </p:nvCxnSpPr>
        <p:spPr>
          <a:xfrm>
            <a:off x="7015328" y="3099687"/>
            <a:ext cx="0" cy="45720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23005F1-FB6C-4609-9B28-E25D6CB7FB32}"/>
              </a:ext>
            </a:extLst>
          </p:cNvPr>
          <p:cNvCxnSpPr/>
          <p:nvPr/>
        </p:nvCxnSpPr>
        <p:spPr>
          <a:xfrm>
            <a:off x="7848600" y="3099687"/>
            <a:ext cx="0" cy="45720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7AC7043-ED74-477F-A81A-955481182AA1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-26410" y="1633002"/>
            <a:ext cx="4446010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2400" b="1" dirty="0" err="1">
                <a:latin typeface="+mn-lt"/>
              </a:rPr>
              <a:t>superword</a:t>
            </a:r>
            <a:r>
              <a:rPr lang="en-US" sz="2400" b="1" dirty="0">
                <a:latin typeface="+mn-lt"/>
              </a:rPr>
              <a:t>-level parallelism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DFFEFA3-1EE4-4392-B5EF-2FC8D680FC42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4800600" y="1633001"/>
            <a:ext cx="4446010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2400" b="1" dirty="0">
                <a:latin typeface="+mn-lt"/>
              </a:rPr>
              <a:t>instruction-level parallelism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B00048D-954E-4486-87A4-F9BEC326B051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442522" y="4648200"/>
            <a:ext cx="3873128" cy="159232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indent="-342900">
              <a:buFontTx/>
              <a:buChar char="-"/>
            </a:pPr>
            <a:r>
              <a:rPr lang="en-US" sz="2400" dirty="0">
                <a:latin typeface="+mn-lt"/>
              </a:rPr>
              <a:t>Needs register packing/unpacking</a:t>
            </a:r>
          </a:p>
          <a:p>
            <a:pPr marL="342900" indent="-342900">
              <a:buFontTx/>
              <a:buChar char="-"/>
            </a:pPr>
            <a:r>
              <a:rPr lang="en-US" sz="2400" dirty="0">
                <a:latin typeface="+mn-lt"/>
              </a:rPr>
              <a:t>Less flexible (e.g., same operations)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0450F32-4A8E-4F03-84B7-17D7E5BA14FC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4802743" y="4587860"/>
            <a:ext cx="4188857" cy="11271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indent="-342900">
              <a:buFontTx/>
              <a:buChar char="-"/>
            </a:pPr>
            <a:r>
              <a:rPr lang="en-US" sz="2400" dirty="0">
                <a:latin typeface="+mn-lt"/>
              </a:rPr>
              <a:t>More dynamic instructions issued</a:t>
            </a:r>
          </a:p>
          <a:p>
            <a:pPr marL="342900" indent="-342900">
              <a:buFontTx/>
              <a:buChar char="-"/>
            </a:pPr>
            <a:r>
              <a:rPr lang="en-US" sz="2400" dirty="0">
                <a:latin typeface="+mn-lt"/>
              </a:rPr>
              <a:t>Superscalar cost for same performance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418644D-DBD0-4688-9FB5-7BEEC7C8F6C5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45119" y="4662777"/>
            <a:ext cx="8981513" cy="1457633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07CBAE7-D00B-4A70-AA31-DCB0E44D75D6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134621" y="4602540"/>
            <a:ext cx="8856979" cy="15696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An analogy:</a:t>
            </a:r>
          </a:p>
          <a:p>
            <a:pPr algn="ctr"/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Buy-one-get-one-free (BOGO) deals vs. membership discount.</a:t>
            </a:r>
          </a:p>
          <a:p>
            <a:pPr algn="ctr"/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BOGO is less flexible (infrequent, same item), but getting membership is expensive and often underutilized.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63797803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39307AE-3ED1-42FC-B3CA-2E7E0171E78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-419100" y="274638"/>
            <a:ext cx="9982200" cy="1143000"/>
          </a:xfrm>
        </p:spPr>
        <p:txBody>
          <a:bodyPr/>
          <a:lstStyle/>
          <a:p>
            <a:pPr eaLnBrk="1" hangingPunct="1"/>
            <a:r>
              <a:rPr lang="en-US" altLang="en-US" sz="4000" dirty="0"/>
              <a:t>Single-Instruction Multiple-Threads (SIMT)</a:t>
            </a:r>
          </a:p>
        </p:txBody>
      </p:sp>
      <p:sp>
        <p:nvSpPr>
          <p:cNvPr id="5124" name="Slide Number Placeholder 5">
            <a:extLst>
              <a:ext uri="{FF2B5EF4-FFF2-40B4-BE49-F238E27FC236}">
                <a16:creationId xmlns:a16="http://schemas.microsoft.com/office/drawing/2014/main" id="{A1055087-C230-4EE2-AFF5-40A64843586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53E60991-BA97-453A-8B8F-ABCF2169B25C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347655-DD59-46AE-AA5F-CC0659309124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472440" y="1295400"/>
            <a:ext cx="8567373" cy="25041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3200" b="1" dirty="0">
                <a:latin typeface="+mn-lt"/>
              </a:rPr>
              <a:t>Graphics Processing Units (GPUs)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Shader cores that exploit compute-intensive, massive data parallelism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Devote more transistors to processing rather than caching and flow control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Being used for general-purpose use (GPGPUs) in high-performance computing applications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D709924-7DA5-426E-A2F0-197F2497F108}"/>
              </a:ext>
            </a:extLst>
          </p:cNvPr>
          <p:cNvGrpSpPr>
            <a:grpSpLocks/>
          </p:cNvGrpSpPr>
          <p:nvPr>
            <p:custDataLst>
              <p:tags r:id="rId5"/>
            </p:custDataLst>
          </p:nvPr>
        </p:nvGrpSpPr>
        <p:grpSpPr bwMode="auto">
          <a:xfrm>
            <a:off x="4941887" y="4599557"/>
            <a:ext cx="2678113" cy="1944687"/>
            <a:chOff x="0" y="0"/>
            <a:chExt cx="1687" cy="1224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4455AC6-CF8A-4D15-AA07-3577D11087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013"/>
              <a:ext cx="1687" cy="211"/>
              <a:chOff x="0" y="0"/>
              <a:chExt cx="1687" cy="210"/>
            </a:xfrm>
          </p:grpSpPr>
          <p:sp>
            <p:nvSpPr>
              <p:cNvPr id="172" name="Rectangle 7">
                <a:extLst>
                  <a:ext uri="{FF2B5EF4-FFF2-40B4-BE49-F238E27FC236}">
                    <a16:creationId xmlns:a16="http://schemas.microsoft.com/office/drawing/2014/main" id="{D62F1E72-A07C-41DC-980D-71BDE2B8F8E0}"/>
                  </a:ext>
                </a:extLst>
              </p:cNvPr>
              <p:cNvSpPr>
                <a:spLocks/>
              </p:cNvSpPr>
              <p:nvPr>
                <p:custDataLst>
                  <p:tags r:id="rId167"/>
                </p:custDataLst>
              </p:nvPr>
            </p:nvSpPr>
            <p:spPr bwMode="auto">
              <a:xfrm>
                <a:off x="0" y="0"/>
                <a:ext cx="1687" cy="210"/>
              </a:xfrm>
              <a:prstGeom prst="rect">
                <a:avLst/>
              </a:prstGeom>
              <a:solidFill>
                <a:srgbClr val="FF6600"/>
              </a:solidFill>
              <a:ln w="9525" cap="flat">
                <a:solidFill>
                  <a:srgbClr val="969696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 algn="ctr" eaLnBrk="1" hangingPunct="1"/>
                <a:endParaRPr lang="en-US">
                  <a:solidFill>
                    <a:srgbClr val="ECD882"/>
                  </a:solidFill>
                  <a:latin typeface="+mn-lt"/>
                  <a:sym typeface="Arial" charset="0"/>
                </a:endParaRPr>
              </a:p>
            </p:txBody>
          </p:sp>
          <p:sp>
            <p:nvSpPr>
              <p:cNvPr id="173" name="Rectangle 8">
                <a:extLst>
                  <a:ext uri="{FF2B5EF4-FFF2-40B4-BE49-F238E27FC236}">
                    <a16:creationId xmlns:a16="http://schemas.microsoft.com/office/drawing/2014/main" id="{DA61B616-F7F5-446D-92EF-02F4EE5110F5}"/>
                  </a:ext>
                </a:extLst>
              </p:cNvPr>
              <p:cNvSpPr>
                <a:spLocks/>
              </p:cNvSpPr>
              <p:nvPr>
                <p:custDataLst>
                  <p:tags r:id="rId168"/>
                </p:custDataLst>
              </p:nvPr>
            </p:nvSpPr>
            <p:spPr bwMode="auto">
              <a:xfrm>
                <a:off x="18" y="47"/>
                <a:ext cx="317" cy="116"/>
              </a:xfrm>
              <a:prstGeom prst="rect">
                <a:avLst/>
              </a:prstGeom>
              <a:noFill/>
              <a:ln w="12700" cap="flat">
                <a:noFill/>
                <a:miter lim="800000"/>
                <a:headEnd type="none" w="med" len="med"/>
                <a:tailEnd type="none" w="med" len="med"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90488" algn="ctr" eaLnBrk="1" hangingPunct="1"/>
                <a:r>
                  <a:rPr lang="en-US" sz="1200" b="1">
                    <a:solidFill>
                      <a:srgbClr val="FFFFFF"/>
                    </a:solidFill>
                    <a:latin typeface="+mn-lt"/>
                    <a:cs typeface="Arial" charset="0"/>
                    <a:sym typeface="Arial" charset="0"/>
                  </a:rPr>
                  <a:t>DRAM</a:t>
                </a:r>
              </a:p>
            </p:txBody>
          </p:sp>
        </p:grpSp>
        <p:grpSp>
          <p:nvGrpSpPr>
            <p:cNvPr id="11" name="Group 9">
              <a:extLst>
                <a:ext uri="{FF2B5EF4-FFF2-40B4-BE49-F238E27FC236}">
                  <a16:creationId xmlns:a16="http://schemas.microsoft.com/office/drawing/2014/main" id="{98347A39-0A22-44F9-9CE3-4B106584C3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0"/>
              <a:ext cx="1685" cy="922"/>
              <a:chOff x="0" y="0"/>
              <a:chExt cx="1684" cy="922"/>
            </a:xfrm>
          </p:grpSpPr>
          <p:grpSp>
            <p:nvGrpSpPr>
              <p:cNvPr id="12" name="Group 10">
                <a:extLst>
                  <a:ext uri="{FF2B5EF4-FFF2-40B4-BE49-F238E27FC236}">
                    <a16:creationId xmlns:a16="http://schemas.microsoft.com/office/drawing/2014/main" id="{EF0BE07B-967A-42E0-8891-EF92F170388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1684" cy="100"/>
                <a:chOff x="0" y="0"/>
                <a:chExt cx="1684" cy="100"/>
              </a:xfrm>
            </p:grpSpPr>
            <p:grpSp>
              <p:nvGrpSpPr>
                <p:cNvPr id="153" name="Group 11">
                  <a:extLst>
                    <a:ext uri="{FF2B5EF4-FFF2-40B4-BE49-F238E27FC236}">
                      <a16:creationId xmlns:a16="http://schemas.microsoft.com/office/drawing/2014/main" id="{F36F413B-4BDC-40DB-94B8-58AB3D26915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105" cy="97"/>
                  <a:chOff x="0" y="0"/>
                  <a:chExt cx="105" cy="97"/>
                </a:xfrm>
              </p:grpSpPr>
              <p:sp>
                <p:nvSpPr>
                  <p:cNvPr id="170" name="Rectangle 12">
                    <a:extLst>
                      <a:ext uri="{FF2B5EF4-FFF2-40B4-BE49-F238E27FC236}">
                        <a16:creationId xmlns:a16="http://schemas.microsoft.com/office/drawing/2014/main" id="{2DA516D0-2D52-41C9-8319-4C4C38ED68C0}"/>
                      </a:ext>
                    </a:extLst>
                  </p:cNvPr>
                  <p:cNvSpPr>
                    <a:spLocks/>
                  </p:cNvSpPr>
                  <p:nvPr>
                    <p:custDataLst>
                      <p:tags r:id="rId165"/>
                    </p:custDataLst>
                  </p:nvPr>
                </p:nvSpPr>
                <p:spPr bwMode="auto">
                  <a:xfrm>
                    <a:off x="0" y="0"/>
                    <a:ext cx="105" cy="46"/>
                  </a:xfrm>
                  <a:prstGeom prst="rect">
                    <a:avLst/>
                  </a:prstGeom>
                  <a:solidFill>
                    <a:srgbClr val="FFCC00"/>
                  </a:solidFill>
                  <a:ln w="9525" cap="flat">
                    <a:solidFill>
                      <a:srgbClr val="969696"/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txBody>
                  <a:bodyPr lIns="0" tIns="0" rIns="0" bIns="0"/>
                  <a:lstStyle/>
                  <a:p>
                    <a:pPr algn="ctr" eaLnBrk="1" hangingPunct="1"/>
                    <a:endParaRPr lang="en-US">
                      <a:solidFill>
                        <a:srgbClr val="ECD882"/>
                      </a:solidFill>
                      <a:latin typeface="+mn-lt"/>
                      <a:sym typeface="Arial" charset="0"/>
                    </a:endParaRPr>
                  </a:p>
                </p:txBody>
              </p:sp>
              <p:sp>
                <p:nvSpPr>
                  <p:cNvPr id="171" name="Rectangle 13">
                    <a:extLst>
                      <a:ext uri="{FF2B5EF4-FFF2-40B4-BE49-F238E27FC236}">
                        <a16:creationId xmlns:a16="http://schemas.microsoft.com/office/drawing/2014/main" id="{7B933A70-C9BA-434A-9D86-05B83AF033F6}"/>
                      </a:ext>
                    </a:extLst>
                  </p:cNvPr>
                  <p:cNvSpPr>
                    <a:spLocks/>
                  </p:cNvSpPr>
                  <p:nvPr>
                    <p:custDataLst>
                      <p:tags r:id="rId166"/>
                    </p:custDataLst>
                  </p:nvPr>
                </p:nvSpPr>
                <p:spPr bwMode="auto">
                  <a:xfrm>
                    <a:off x="0" y="51"/>
                    <a:ext cx="105" cy="46"/>
                  </a:xfrm>
                  <a:prstGeom prst="rect">
                    <a:avLst/>
                  </a:prstGeom>
                  <a:solidFill>
                    <a:srgbClr val="FF6600"/>
                  </a:solidFill>
                  <a:ln w="9525" cap="flat">
                    <a:solidFill>
                      <a:srgbClr val="969696"/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txBody>
                  <a:bodyPr lIns="0" tIns="0" rIns="0" bIns="0"/>
                  <a:lstStyle/>
                  <a:p>
                    <a:pPr algn="ctr" eaLnBrk="1" hangingPunct="1"/>
                    <a:endParaRPr lang="en-US">
                      <a:solidFill>
                        <a:srgbClr val="ECD882"/>
                      </a:solidFill>
                      <a:latin typeface="+mn-lt"/>
                      <a:sym typeface="Arial" charset="0"/>
                    </a:endParaRPr>
                  </a:p>
                </p:txBody>
              </p:sp>
            </p:grpSp>
            <p:sp>
              <p:nvSpPr>
                <p:cNvPr id="154" name="Rectangle 14">
                  <a:extLst>
                    <a:ext uri="{FF2B5EF4-FFF2-40B4-BE49-F238E27FC236}">
                      <a16:creationId xmlns:a16="http://schemas.microsoft.com/office/drawing/2014/main" id="{18CF4D69-E880-4065-8936-70F62D60BF14}"/>
                    </a:ext>
                  </a:extLst>
                </p:cNvPr>
                <p:cNvSpPr>
                  <a:spLocks/>
                </p:cNvSpPr>
                <p:nvPr>
                  <p:custDataLst>
                    <p:tags r:id="rId149"/>
                  </p:custDataLst>
                </p:nvPr>
              </p:nvSpPr>
              <p:spPr bwMode="auto">
                <a:xfrm>
                  <a:off x="119" y="2"/>
                  <a:ext cx="1565" cy="98"/>
                </a:xfrm>
                <a:prstGeom prst="rect">
                  <a:avLst/>
                </a:prstGeom>
                <a:solidFill>
                  <a:srgbClr val="99FF66"/>
                </a:solidFill>
                <a:ln w="9525" cap="flat">
                  <a:solidFill>
                    <a:srgbClr val="969696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155" name="Line 15">
                  <a:extLst>
                    <a:ext uri="{FF2B5EF4-FFF2-40B4-BE49-F238E27FC236}">
                      <a16:creationId xmlns:a16="http://schemas.microsoft.com/office/drawing/2014/main" id="{D82D3FC6-631B-4633-BF25-7319C1564A49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150"/>
                  </p:custDataLst>
                </p:nvPr>
              </p:nvSpPr>
              <p:spPr bwMode="auto">
                <a:xfrm>
                  <a:off x="217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156" name="Line 16">
                  <a:extLst>
                    <a:ext uri="{FF2B5EF4-FFF2-40B4-BE49-F238E27FC236}">
                      <a16:creationId xmlns:a16="http://schemas.microsoft.com/office/drawing/2014/main" id="{A5134E92-BCAE-4806-8A47-3DE623F79150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151"/>
                  </p:custDataLst>
                </p:nvPr>
              </p:nvSpPr>
              <p:spPr bwMode="auto">
                <a:xfrm>
                  <a:off x="314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157" name="Line 17">
                  <a:extLst>
                    <a:ext uri="{FF2B5EF4-FFF2-40B4-BE49-F238E27FC236}">
                      <a16:creationId xmlns:a16="http://schemas.microsoft.com/office/drawing/2014/main" id="{A650E8A2-9DBE-43F6-AFEA-DE29894E88ED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152"/>
                  </p:custDataLst>
                </p:nvPr>
              </p:nvSpPr>
              <p:spPr bwMode="auto">
                <a:xfrm>
                  <a:off x="412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158" name="Line 18">
                  <a:extLst>
                    <a:ext uri="{FF2B5EF4-FFF2-40B4-BE49-F238E27FC236}">
                      <a16:creationId xmlns:a16="http://schemas.microsoft.com/office/drawing/2014/main" id="{995538AC-A22B-4F85-B325-04B4009A1AA1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153"/>
                  </p:custDataLst>
                </p:nvPr>
              </p:nvSpPr>
              <p:spPr bwMode="auto">
                <a:xfrm>
                  <a:off x="510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159" name="Line 19">
                  <a:extLst>
                    <a:ext uri="{FF2B5EF4-FFF2-40B4-BE49-F238E27FC236}">
                      <a16:creationId xmlns:a16="http://schemas.microsoft.com/office/drawing/2014/main" id="{2E373625-D366-45E1-A127-2F508C232C83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154"/>
                  </p:custDataLst>
                </p:nvPr>
              </p:nvSpPr>
              <p:spPr bwMode="auto">
                <a:xfrm>
                  <a:off x="607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160" name="Line 20">
                  <a:extLst>
                    <a:ext uri="{FF2B5EF4-FFF2-40B4-BE49-F238E27FC236}">
                      <a16:creationId xmlns:a16="http://schemas.microsoft.com/office/drawing/2014/main" id="{43900517-9E4F-438C-9E0B-99713A2EB15C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155"/>
                  </p:custDataLst>
                </p:nvPr>
              </p:nvSpPr>
              <p:spPr bwMode="auto">
                <a:xfrm flipH="1">
                  <a:off x="705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161" name="Line 21">
                  <a:extLst>
                    <a:ext uri="{FF2B5EF4-FFF2-40B4-BE49-F238E27FC236}">
                      <a16:creationId xmlns:a16="http://schemas.microsoft.com/office/drawing/2014/main" id="{11B7CD09-EEAC-486F-92CE-E176044D98C3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156"/>
                  </p:custDataLst>
                </p:nvPr>
              </p:nvSpPr>
              <p:spPr bwMode="auto">
                <a:xfrm flipH="1">
                  <a:off x="1292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162" name="Line 22">
                  <a:extLst>
                    <a:ext uri="{FF2B5EF4-FFF2-40B4-BE49-F238E27FC236}">
                      <a16:creationId xmlns:a16="http://schemas.microsoft.com/office/drawing/2014/main" id="{17C56C68-AABE-4C9D-A9FF-CFBD0815336F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157"/>
                  </p:custDataLst>
                </p:nvPr>
              </p:nvSpPr>
              <p:spPr bwMode="auto">
                <a:xfrm flipH="1">
                  <a:off x="804" y="2"/>
                  <a:ext cx="0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163" name="Line 23">
                  <a:extLst>
                    <a:ext uri="{FF2B5EF4-FFF2-40B4-BE49-F238E27FC236}">
                      <a16:creationId xmlns:a16="http://schemas.microsoft.com/office/drawing/2014/main" id="{363D5E22-4293-4DD4-9460-70C7EF8CCA4B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158"/>
                  </p:custDataLst>
                </p:nvPr>
              </p:nvSpPr>
              <p:spPr bwMode="auto">
                <a:xfrm flipH="1">
                  <a:off x="901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164" name="Line 24">
                  <a:extLst>
                    <a:ext uri="{FF2B5EF4-FFF2-40B4-BE49-F238E27FC236}">
                      <a16:creationId xmlns:a16="http://schemas.microsoft.com/office/drawing/2014/main" id="{609C557F-A9D4-4932-933F-DBD1D7B4D5BC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159"/>
                  </p:custDataLst>
                </p:nvPr>
              </p:nvSpPr>
              <p:spPr bwMode="auto">
                <a:xfrm flipH="1">
                  <a:off x="999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165" name="Line 25">
                  <a:extLst>
                    <a:ext uri="{FF2B5EF4-FFF2-40B4-BE49-F238E27FC236}">
                      <a16:creationId xmlns:a16="http://schemas.microsoft.com/office/drawing/2014/main" id="{82911361-6A75-48AA-9F1B-C141B04E66BF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160"/>
                  </p:custDataLst>
                </p:nvPr>
              </p:nvSpPr>
              <p:spPr bwMode="auto">
                <a:xfrm flipH="1">
                  <a:off x="1096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166" name="Line 26">
                  <a:extLst>
                    <a:ext uri="{FF2B5EF4-FFF2-40B4-BE49-F238E27FC236}">
                      <a16:creationId xmlns:a16="http://schemas.microsoft.com/office/drawing/2014/main" id="{B4C77828-F245-4F2D-9CF8-8CA2DE8EA5D3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161"/>
                  </p:custDataLst>
                </p:nvPr>
              </p:nvSpPr>
              <p:spPr bwMode="auto">
                <a:xfrm flipH="1">
                  <a:off x="1194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167" name="Line 27">
                  <a:extLst>
                    <a:ext uri="{FF2B5EF4-FFF2-40B4-BE49-F238E27FC236}">
                      <a16:creationId xmlns:a16="http://schemas.microsoft.com/office/drawing/2014/main" id="{3CD8A007-2DE0-4249-9F0A-142C5D0BB98A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162"/>
                  </p:custDataLst>
                </p:nvPr>
              </p:nvSpPr>
              <p:spPr bwMode="auto">
                <a:xfrm flipH="1">
                  <a:off x="1390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168" name="Line 28">
                  <a:extLst>
                    <a:ext uri="{FF2B5EF4-FFF2-40B4-BE49-F238E27FC236}">
                      <a16:creationId xmlns:a16="http://schemas.microsoft.com/office/drawing/2014/main" id="{1C6915AB-489A-4219-A93B-E40A04A63BA2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163"/>
                  </p:custDataLst>
                </p:nvPr>
              </p:nvSpPr>
              <p:spPr bwMode="auto">
                <a:xfrm flipH="1">
                  <a:off x="1488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169" name="Line 29">
                  <a:extLst>
                    <a:ext uri="{FF2B5EF4-FFF2-40B4-BE49-F238E27FC236}">
                      <a16:creationId xmlns:a16="http://schemas.microsoft.com/office/drawing/2014/main" id="{54ABBAA5-F90F-4258-97EB-60FFDC8CD275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164"/>
                  </p:custDataLst>
                </p:nvPr>
              </p:nvSpPr>
              <p:spPr bwMode="auto">
                <a:xfrm flipH="1">
                  <a:off x="1585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</p:grpSp>
          <p:grpSp>
            <p:nvGrpSpPr>
              <p:cNvPr id="13" name="Group 30">
                <a:extLst>
                  <a:ext uri="{FF2B5EF4-FFF2-40B4-BE49-F238E27FC236}">
                    <a16:creationId xmlns:a16="http://schemas.microsoft.com/office/drawing/2014/main" id="{BDF3BACF-9840-4031-92DD-A05456616F7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17"/>
                <a:ext cx="1684" cy="100"/>
                <a:chOff x="0" y="0"/>
                <a:chExt cx="1684" cy="100"/>
              </a:xfrm>
            </p:grpSpPr>
            <p:grpSp>
              <p:nvGrpSpPr>
                <p:cNvPr id="134" name="Group 31">
                  <a:extLst>
                    <a:ext uri="{FF2B5EF4-FFF2-40B4-BE49-F238E27FC236}">
                      <a16:creationId xmlns:a16="http://schemas.microsoft.com/office/drawing/2014/main" id="{A4C3600D-D762-4EC0-9189-0664A7E61DF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105" cy="97"/>
                  <a:chOff x="0" y="0"/>
                  <a:chExt cx="105" cy="97"/>
                </a:xfrm>
              </p:grpSpPr>
              <p:sp>
                <p:nvSpPr>
                  <p:cNvPr id="151" name="Rectangle 32">
                    <a:extLst>
                      <a:ext uri="{FF2B5EF4-FFF2-40B4-BE49-F238E27FC236}">
                        <a16:creationId xmlns:a16="http://schemas.microsoft.com/office/drawing/2014/main" id="{748F8EC3-7994-42C6-A44D-734FB2BA138D}"/>
                      </a:ext>
                    </a:extLst>
                  </p:cNvPr>
                  <p:cNvSpPr>
                    <a:spLocks/>
                  </p:cNvSpPr>
                  <p:nvPr>
                    <p:custDataLst>
                      <p:tags r:id="rId147"/>
                    </p:custDataLst>
                  </p:nvPr>
                </p:nvSpPr>
                <p:spPr bwMode="auto">
                  <a:xfrm>
                    <a:off x="0" y="0"/>
                    <a:ext cx="105" cy="46"/>
                  </a:xfrm>
                  <a:prstGeom prst="rect">
                    <a:avLst/>
                  </a:prstGeom>
                  <a:solidFill>
                    <a:srgbClr val="FFCC00"/>
                  </a:solidFill>
                  <a:ln w="9525" cap="flat">
                    <a:solidFill>
                      <a:srgbClr val="969696"/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txBody>
                  <a:bodyPr lIns="0" tIns="0" rIns="0" bIns="0"/>
                  <a:lstStyle/>
                  <a:p>
                    <a:pPr algn="ctr" eaLnBrk="1" hangingPunct="1"/>
                    <a:endParaRPr lang="en-US">
                      <a:solidFill>
                        <a:srgbClr val="ECD882"/>
                      </a:solidFill>
                      <a:latin typeface="+mn-lt"/>
                      <a:sym typeface="Arial" charset="0"/>
                    </a:endParaRPr>
                  </a:p>
                </p:txBody>
              </p:sp>
              <p:sp>
                <p:nvSpPr>
                  <p:cNvPr id="152" name="Rectangle 33">
                    <a:extLst>
                      <a:ext uri="{FF2B5EF4-FFF2-40B4-BE49-F238E27FC236}">
                        <a16:creationId xmlns:a16="http://schemas.microsoft.com/office/drawing/2014/main" id="{1703BC1D-2A44-40DA-8D37-D77914B031D8}"/>
                      </a:ext>
                    </a:extLst>
                  </p:cNvPr>
                  <p:cNvSpPr>
                    <a:spLocks/>
                  </p:cNvSpPr>
                  <p:nvPr>
                    <p:custDataLst>
                      <p:tags r:id="rId148"/>
                    </p:custDataLst>
                  </p:nvPr>
                </p:nvSpPr>
                <p:spPr bwMode="auto">
                  <a:xfrm>
                    <a:off x="0" y="51"/>
                    <a:ext cx="105" cy="46"/>
                  </a:xfrm>
                  <a:prstGeom prst="rect">
                    <a:avLst/>
                  </a:prstGeom>
                  <a:solidFill>
                    <a:srgbClr val="FF6600"/>
                  </a:solidFill>
                  <a:ln w="9525" cap="flat">
                    <a:solidFill>
                      <a:srgbClr val="969696"/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txBody>
                  <a:bodyPr lIns="0" tIns="0" rIns="0" bIns="0"/>
                  <a:lstStyle/>
                  <a:p>
                    <a:pPr algn="ctr" eaLnBrk="1" hangingPunct="1"/>
                    <a:endParaRPr lang="en-US">
                      <a:solidFill>
                        <a:srgbClr val="ECD882"/>
                      </a:solidFill>
                      <a:latin typeface="+mn-lt"/>
                      <a:sym typeface="Arial" charset="0"/>
                    </a:endParaRPr>
                  </a:p>
                </p:txBody>
              </p:sp>
            </p:grpSp>
            <p:sp>
              <p:nvSpPr>
                <p:cNvPr id="135" name="Rectangle 34">
                  <a:extLst>
                    <a:ext uri="{FF2B5EF4-FFF2-40B4-BE49-F238E27FC236}">
                      <a16:creationId xmlns:a16="http://schemas.microsoft.com/office/drawing/2014/main" id="{0E17BA71-8F59-4FD0-8A05-6C767FFE85D0}"/>
                    </a:ext>
                  </a:extLst>
                </p:cNvPr>
                <p:cNvSpPr>
                  <a:spLocks/>
                </p:cNvSpPr>
                <p:nvPr>
                  <p:custDataLst>
                    <p:tags r:id="rId131"/>
                  </p:custDataLst>
                </p:nvPr>
              </p:nvSpPr>
              <p:spPr bwMode="auto">
                <a:xfrm>
                  <a:off x="119" y="2"/>
                  <a:ext cx="1565" cy="98"/>
                </a:xfrm>
                <a:prstGeom prst="rect">
                  <a:avLst/>
                </a:prstGeom>
                <a:solidFill>
                  <a:srgbClr val="99FF66"/>
                </a:solidFill>
                <a:ln w="9525" cap="flat">
                  <a:solidFill>
                    <a:srgbClr val="969696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136" name="Line 35">
                  <a:extLst>
                    <a:ext uri="{FF2B5EF4-FFF2-40B4-BE49-F238E27FC236}">
                      <a16:creationId xmlns:a16="http://schemas.microsoft.com/office/drawing/2014/main" id="{8443583D-651F-416D-98AC-ADDE3F3845B3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132"/>
                  </p:custDataLst>
                </p:nvPr>
              </p:nvSpPr>
              <p:spPr bwMode="auto">
                <a:xfrm>
                  <a:off x="217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137" name="Line 36">
                  <a:extLst>
                    <a:ext uri="{FF2B5EF4-FFF2-40B4-BE49-F238E27FC236}">
                      <a16:creationId xmlns:a16="http://schemas.microsoft.com/office/drawing/2014/main" id="{0D08052D-EB9A-4A2F-AB7F-A390DCE422EF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133"/>
                  </p:custDataLst>
                </p:nvPr>
              </p:nvSpPr>
              <p:spPr bwMode="auto">
                <a:xfrm>
                  <a:off x="314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138" name="Line 37">
                  <a:extLst>
                    <a:ext uri="{FF2B5EF4-FFF2-40B4-BE49-F238E27FC236}">
                      <a16:creationId xmlns:a16="http://schemas.microsoft.com/office/drawing/2014/main" id="{ADCFDB5C-FC2E-42B7-A101-AA876B782CCC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134"/>
                  </p:custDataLst>
                </p:nvPr>
              </p:nvSpPr>
              <p:spPr bwMode="auto">
                <a:xfrm>
                  <a:off x="412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139" name="Line 38">
                  <a:extLst>
                    <a:ext uri="{FF2B5EF4-FFF2-40B4-BE49-F238E27FC236}">
                      <a16:creationId xmlns:a16="http://schemas.microsoft.com/office/drawing/2014/main" id="{253C0EAE-1E97-41B3-B9A7-DD129E4170D0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135"/>
                  </p:custDataLst>
                </p:nvPr>
              </p:nvSpPr>
              <p:spPr bwMode="auto">
                <a:xfrm>
                  <a:off x="510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140" name="Line 39">
                  <a:extLst>
                    <a:ext uri="{FF2B5EF4-FFF2-40B4-BE49-F238E27FC236}">
                      <a16:creationId xmlns:a16="http://schemas.microsoft.com/office/drawing/2014/main" id="{D772FB02-D2B6-4924-8ED4-156FDCCFFC11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136"/>
                  </p:custDataLst>
                </p:nvPr>
              </p:nvSpPr>
              <p:spPr bwMode="auto">
                <a:xfrm>
                  <a:off x="607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141" name="Line 40">
                  <a:extLst>
                    <a:ext uri="{FF2B5EF4-FFF2-40B4-BE49-F238E27FC236}">
                      <a16:creationId xmlns:a16="http://schemas.microsoft.com/office/drawing/2014/main" id="{0B47F87E-087A-4994-97CF-B11A50EC7928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137"/>
                  </p:custDataLst>
                </p:nvPr>
              </p:nvSpPr>
              <p:spPr bwMode="auto">
                <a:xfrm flipH="1">
                  <a:off x="705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142" name="Line 41">
                  <a:extLst>
                    <a:ext uri="{FF2B5EF4-FFF2-40B4-BE49-F238E27FC236}">
                      <a16:creationId xmlns:a16="http://schemas.microsoft.com/office/drawing/2014/main" id="{25672629-3650-4784-AAB0-C418C2EFD5CF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138"/>
                  </p:custDataLst>
                </p:nvPr>
              </p:nvSpPr>
              <p:spPr bwMode="auto">
                <a:xfrm flipH="1">
                  <a:off x="1292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143" name="Line 42">
                  <a:extLst>
                    <a:ext uri="{FF2B5EF4-FFF2-40B4-BE49-F238E27FC236}">
                      <a16:creationId xmlns:a16="http://schemas.microsoft.com/office/drawing/2014/main" id="{7767F3AD-77B4-4441-B725-7E3C4AD41E0E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139"/>
                  </p:custDataLst>
                </p:nvPr>
              </p:nvSpPr>
              <p:spPr bwMode="auto">
                <a:xfrm flipH="1">
                  <a:off x="804" y="2"/>
                  <a:ext cx="0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144" name="Line 43">
                  <a:extLst>
                    <a:ext uri="{FF2B5EF4-FFF2-40B4-BE49-F238E27FC236}">
                      <a16:creationId xmlns:a16="http://schemas.microsoft.com/office/drawing/2014/main" id="{A8B3D5E8-B078-4EFC-81B0-21204D2B464F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140"/>
                  </p:custDataLst>
                </p:nvPr>
              </p:nvSpPr>
              <p:spPr bwMode="auto">
                <a:xfrm flipH="1">
                  <a:off x="901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145" name="Line 44">
                  <a:extLst>
                    <a:ext uri="{FF2B5EF4-FFF2-40B4-BE49-F238E27FC236}">
                      <a16:creationId xmlns:a16="http://schemas.microsoft.com/office/drawing/2014/main" id="{D55BD0EA-D8D1-4448-BF5B-414592DC061A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141"/>
                  </p:custDataLst>
                </p:nvPr>
              </p:nvSpPr>
              <p:spPr bwMode="auto">
                <a:xfrm flipH="1">
                  <a:off x="999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146" name="Line 45">
                  <a:extLst>
                    <a:ext uri="{FF2B5EF4-FFF2-40B4-BE49-F238E27FC236}">
                      <a16:creationId xmlns:a16="http://schemas.microsoft.com/office/drawing/2014/main" id="{44DC8ED2-83CF-4E73-9268-210EE5665CF7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142"/>
                  </p:custDataLst>
                </p:nvPr>
              </p:nvSpPr>
              <p:spPr bwMode="auto">
                <a:xfrm flipH="1">
                  <a:off x="1096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147" name="Line 46">
                  <a:extLst>
                    <a:ext uri="{FF2B5EF4-FFF2-40B4-BE49-F238E27FC236}">
                      <a16:creationId xmlns:a16="http://schemas.microsoft.com/office/drawing/2014/main" id="{186FEAFC-4847-44BA-9329-9E7139F2F3A6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143"/>
                  </p:custDataLst>
                </p:nvPr>
              </p:nvSpPr>
              <p:spPr bwMode="auto">
                <a:xfrm flipH="1">
                  <a:off x="1194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148" name="Line 47">
                  <a:extLst>
                    <a:ext uri="{FF2B5EF4-FFF2-40B4-BE49-F238E27FC236}">
                      <a16:creationId xmlns:a16="http://schemas.microsoft.com/office/drawing/2014/main" id="{3ACB274E-8290-46AE-A974-D561AD34670D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144"/>
                  </p:custDataLst>
                </p:nvPr>
              </p:nvSpPr>
              <p:spPr bwMode="auto">
                <a:xfrm flipH="1">
                  <a:off x="1390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149" name="Line 48">
                  <a:extLst>
                    <a:ext uri="{FF2B5EF4-FFF2-40B4-BE49-F238E27FC236}">
                      <a16:creationId xmlns:a16="http://schemas.microsoft.com/office/drawing/2014/main" id="{6D450162-F02D-4B09-A20B-2DC6DDB80191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145"/>
                  </p:custDataLst>
                </p:nvPr>
              </p:nvSpPr>
              <p:spPr bwMode="auto">
                <a:xfrm flipH="1">
                  <a:off x="1488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150" name="Line 49">
                  <a:extLst>
                    <a:ext uri="{FF2B5EF4-FFF2-40B4-BE49-F238E27FC236}">
                      <a16:creationId xmlns:a16="http://schemas.microsoft.com/office/drawing/2014/main" id="{8D92AA50-21AB-4348-8102-723B853A7ECD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146"/>
                  </p:custDataLst>
                </p:nvPr>
              </p:nvSpPr>
              <p:spPr bwMode="auto">
                <a:xfrm flipH="1">
                  <a:off x="1585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</p:grpSp>
          <p:grpSp>
            <p:nvGrpSpPr>
              <p:cNvPr id="14" name="Group 50">
                <a:extLst>
                  <a:ext uri="{FF2B5EF4-FFF2-40B4-BE49-F238E27FC236}">
                    <a16:creationId xmlns:a16="http://schemas.microsoft.com/office/drawing/2014/main" id="{F5A71E45-B1C2-4892-BE98-05D4EA33A6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34"/>
                <a:ext cx="1684" cy="100"/>
                <a:chOff x="0" y="0"/>
                <a:chExt cx="1684" cy="100"/>
              </a:xfrm>
            </p:grpSpPr>
            <p:grpSp>
              <p:nvGrpSpPr>
                <p:cNvPr id="115" name="Group 51">
                  <a:extLst>
                    <a:ext uri="{FF2B5EF4-FFF2-40B4-BE49-F238E27FC236}">
                      <a16:creationId xmlns:a16="http://schemas.microsoft.com/office/drawing/2014/main" id="{23254DB7-D667-42FA-8502-1B18EAC0434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105" cy="97"/>
                  <a:chOff x="0" y="0"/>
                  <a:chExt cx="105" cy="97"/>
                </a:xfrm>
              </p:grpSpPr>
              <p:sp>
                <p:nvSpPr>
                  <p:cNvPr id="132" name="Rectangle 52">
                    <a:extLst>
                      <a:ext uri="{FF2B5EF4-FFF2-40B4-BE49-F238E27FC236}">
                        <a16:creationId xmlns:a16="http://schemas.microsoft.com/office/drawing/2014/main" id="{AF9449AA-EB3C-489F-A44F-F9808332538A}"/>
                      </a:ext>
                    </a:extLst>
                  </p:cNvPr>
                  <p:cNvSpPr>
                    <a:spLocks/>
                  </p:cNvSpPr>
                  <p:nvPr>
                    <p:custDataLst>
                      <p:tags r:id="rId129"/>
                    </p:custDataLst>
                  </p:nvPr>
                </p:nvSpPr>
                <p:spPr bwMode="auto">
                  <a:xfrm>
                    <a:off x="0" y="0"/>
                    <a:ext cx="105" cy="46"/>
                  </a:xfrm>
                  <a:prstGeom prst="rect">
                    <a:avLst/>
                  </a:prstGeom>
                  <a:solidFill>
                    <a:srgbClr val="FFCC00"/>
                  </a:solidFill>
                  <a:ln w="9525" cap="flat">
                    <a:solidFill>
                      <a:srgbClr val="969696"/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txBody>
                  <a:bodyPr lIns="0" tIns="0" rIns="0" bIns="0"/>
                  <a:lstStyle/>
                  <a:p>
                    <a:pPr algn="ctr" eaLnBrk="1" hangingPunct="1"/>
                    <a:endParaRPr lang="en-US">
                      <a:solidFill>
                        <a:srgbClr val="ECD882"/>
                      </a:solidFill>
                      <a:latin typeface="+mn-lt"/>
                      <a:sym typeface="Arial" charset="0"/>
                    </a:endParaRPr>
                  </a:p>
                </p:txBody>
              </p:sp>
              <p:sp>
                <p:nvSpPr>
                  <p:cNvPr id="133" name="Rectangle 53">
                    <a:extLst>
                      <a:ext uri="{FF2B5EF4-FFF2-40B4-BE49-F238E27FC236}">
                        <a16:creationId xmlns:a16="http://schemas.microsoft.com/office/drawing/2014/main" id="{EEB087AC-B7DA-48B7-AAC8-BFE03EBB19BE}"/>
                      </a:ext>
                    </a:extLst>
                  </p:cNvPr>
                  <p:cNvSpPr>
                    <a:spLocks/>
                  </p:cNvSpPr>
                  <p:nvPr>
                    <p:custDataLst>
                      <p:tags r:id="rId130"/>
                    </p:custDataLst>
                  </p:nvPr>
                </p:nvSpPr>
                <p:spPr bwMode="auto">
                  <a:xfrm>
                    <a:off x="0" y="51"/>
                    <a:ext cx="105" cy="46"/>
                  </a:xfrm>
                  <a:prstGeom prst="rect">
                    <a:avLst/>
                  </a:prstGeom>
                  <a:solidFill>
                    <a:srgbClr val="FF6600"/>
                  </a:solidFill>
                  <a:ln w="9525" cap="flat">
                    <a:solidFill>
                      <a:srgbClr val="969696"/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txBody>
                  <a:bodyPr lIns="0" tIns="0" rIns="0" bIns="0"/>
                  <a:lstStyle/>
                  <a:p>
                    <a:pPr algn="ctr" eaLnBrk="1" hangingPunct="1"/>
                    <a:endParaRPr lang="en-US">
                      <a:solidFill>
                        <a:srgbClr val="ECD882"/>
                      </a:solidFill>
                      <a:latin typeface="+mn-lt"/>
                      <a:sym typeface="Arial" charset="0"/>
                    </a:endParaRPr>
                  </a:p>
                </p:txBody>
              </p:sp>
            </p:grpSp>
            <p:sp>
              <p:nvSpPr>
                <p:cNvPr id="116" name="Rectangle 54">
                  <a:extLst>
                    <a:ext uri="{FF2B5EF4-FFF2-40B4-BE49-F238E27FC236}">
                      <a16:creationId xmlns:a16="http://schemas.microsoft.com/office/drawing/2014/main" id="{9D5499A3-76E5-49F2-AC48-D5928389E58B}"/>
                    </a:ext>
                  </a:extLst>
                </p:cNvPr>
                <p:cNvSpPr>
                  <a:spLocks/>
                </p:cNvSpPr>
                <p:nvPr>
                  <p:custDataLst>
                    <p:tags r:id="rId113"/>
                  </p:custDataLst>
                </p:nvPr>
              </p:nvSpPr>
              <p:spPr bwMode="auto">
                <a:xfrm>
                  <a:off x="119" y="2"/>
                  <a:ext cx="1565" cy="98"/>
                </a:xfrm>
                <a:prstGeom prst="rect">
                  <a:avLst/>
                </a:prstGeom>
                <a:solidFill>
                  <a:srgbClr val="99FF66"/>
                </a:solidFill>
                <a:ln w="9525" cap="flat">
                  <a:solidFill>
                    <a:srgbClr val="969696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117" name="Line 55">
                  <a:extLst>
                    <a:ext uri="{FF2B5EF4-FFF2-40B4-BE49-F238E27FC236}">
                      <a16:creationId xmlns:a16="http://schemas.microsoft.com/office/drawing/2014/main" id="{70D0C859-A719-4E9C-92D2-656E378493AF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114"/>
                  </p:custDataLst>
                </p:nvPr>
              </p:nvSpPr>
              <p:spPr bwMode="auto">
                <a:xfrm>
                  <a:off x="217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118" name="Line 56">
                  <a:extLst>
                    <a:ext uri="{FF2B5EF4-FFF2-40B4-BE49-F238E27FC236}">
                      <a16:creationId xmlns:a16="http://schemas.microsoft.com/office/drawing/2014/main" id="{80163D30-FECE-418D-A916-DC4EF7C850DF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115"/>
                  </p:custDataLst>
                </p:nvPr>
              </p:nvSpPr>
              <p:spPr bwMode="auto">
                <a:xfrm>
                  <a:off x="314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119" name="Line 57">
                  <a:extLst>
                    <a:ext uri="{FF2B5EF4-FFF2-40B4-BE49-F238E27FC236}">
                      <a16:creationId xmlns:a16="http://schemas.microsoft.com/office/drawing/2014/main" id="{2BE9EB0E-88E8-4001-8CA4-9921941D9D4D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116"/>
                  </p:custDataLst>
                </p:nvPr>
              </p:nvSpPr>
              <p:spPr bwMode="auto">
                <a:xfrm>
                  <a:off x="412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120" name="Line 58">
                  <a:extLst>
                    <a:ext uri="{FF2B5EF4-FFF2-40B4-BE49-F238E27FC236}">
                      <a16:creationId xmlns:a16="http://schemas.microsoft.com/office/drawing/2014/main" id="{7434465C-D195-441B-8DF0-D21EAF4CF5DD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117"/>
                  </p:custDataLst>
                </p:nvPr>
              </p:nvSpPr>
              <p:spPr bwMode="auto">
                <a:xfrm>
                  <a:off x="510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121" name="Line 59">
                  <a:extLst>
                    <a:ext uri="{FF2B5EF4-FFF2-40B4-BE49-F238E27FC236}">
                      <a16:creationId xmlns:a16="http://schemas.microsoft.com/office/drawing/2014/main" id="{F6B22871-0192-4F7E-8DA0-BDB8198ACC4D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118"/>
                  </p:custDataLst>
                </p:nvPr>
              </p:nvSpPr>
              <p:spPr bwMode="auto">
                <a:xfrm>
                  <a:off x="607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122" name="Line 60">
                  <a:extLst>
                    <a:ext uri="{FF2B5EF4-FFF2-40B4-BE49-F238E27FC236}">
                      <a16:creationId xmlns:a16="http://schemas.microsoft.com/office/drawing/2014/main" id="{65527F71-E57F-4017-A736-7EF83646CC35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119"/>
                  </p:custDataLst>
                </p:nvPr>
              </p:nvSpPr>
              <p:spPr bwMode="auto">
                <a:xfrm flipH="1">
                  <a:off x="705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123" name="Line 61">
                  <a:extLst>
                    <a:ext uri="{FF2B5EF4-FFF2-40B4-BE49-F238E27FC236}">
                      <a16:creationId xmlns:a16="http://schemas.microsoft.com/office/drawing/2014/main" id="{8AA50515-B243-498F-8EBB-36AD1889B37B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120"/>
                  </p:custDataLst>
                </p:nvPr>
              </p:nvSpPr>
              <p:spPr bwMode="auto">
                <a:xfrm flipH="1">
                  <a:off x="1292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124" name="Line 62">
                  <a:extLst>
                    <a:ext uri="{FF2B5EF4-FFF2-40B4-BE49-F238E27FC236}">
                      <a16:creationId xmlns:a16="http://schemas.microsoft.com/office/drawing/2014/main" id="{B24621BB-5F95-4DCB-BC64-0F26CB50902E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121"/>
                  </p:custDataLst>
                </p:nvPr>
              </p:nvSpPr>
              <p:spPr bwMode="auto">
                <a:xfrm flipH="1">
                  <a:off x="804" y="2"/>
                  <a:ext cx="0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125" name="Line 63">
                  <a:extLst>
                    <a:ext uri="{FF2B5EF4-FFF2-40B4-BE49-F238E27FC236}">
                      <a16:creationId xmlns:a16="http://schemas.microsoft.com/office/drawing/2014/main" id="{580285E1-85C7-46C0-81F1-AA636CEE949D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122"/>
                  </p:custDataLst>
                </p:nvPr>
              </p:nvSpPr>
              <p:spPr bwMode="auto">
                <a:xfrm flipH="1">
                  <a:off x="901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126" name="Line 64">
                  <a:extLst>
                    <a:ext uri="{FF2B5EF4-FFF2-40B4-BE49-F238E27FC236}">
                      <a16:creationId xmlns:a16="http://schemas.microsoft.com/office/drawing/2014/main" id="{E3D27A41-76DE-40A9-BF91-065E70F9E8AD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123"/>
                  </p:custDataLst>
                </p:nvPr>
              </p:nvSpPr>
              <p:spPr bwMode="auto">
                <a:xfrm flipH="1">
                  <a:off x="999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127" name="Line 65">
                  <a:extLst>
                    <a:ext uri="{FF2B5EF4-FFF2-40B4-BE49-F238E27FC236}">
                      <a16:creationId xmlns:a16="http://schemas.microsoft.com/office/drawing/2014/main" id="{F9884814-C553-4485-A121-420499FCDAF3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124"/>
                  </p:custDataLst>
                </p:nvPr>
              </p:nvSpPr>
              <p:spPr bwMode="auto">
                <a:xfrm flipH="1">
                  <a:off x="1096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128" name="Line 66">
                  <a:extLst>
                    <a:ext uri="{FF2B5EF4-FFF2-40B4-BE49-F238E27FC236}">
                      <a16:creationId xmlns:a16="http://schemas.microsoft.com/office/drawing/2014/main" id="{2181C78F-C697-4824-B029-274E178E2FA1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125"/>
                  </p:custDataLst>
                </p:nvPr>
              </p:nvSpPr>
              <p:spPr bwMode="auto">
                <a:xfrm flipH="1">
                  <a:off x="1194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129" name="Line 67">
                  <a:extLst>
                    <a:ext uri="{FF2B5EF4-FFF2-40B4-BE49-F238E27FC236}">
                      <a16:creationId xmlns:a16="http://schemas.microsoft.com/office/drawing/2014/main" id="{F4B0926F-2DC0-4D8E-A1A5-B1D5E0F463EA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126"/>
                  </p:custDataLst>
                </p:nvPr>
              </p:nvSpPr>
              <p:spPr bwMode="auto">
                <a:xfrm flipH="1">
                  <a:off x="1390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130" name="Line 68">
                  <a:extLst>
                    <a:ext uri="{FF2B5EF4-FFF2-40B4-BE49-F238E27FC236}">
                      <a16:creationId xmlns:a16="http://schemas.microsoft.com/office/drawing/2014/main" id="{8A657547-14F4-412C-B2FF-E2FCF1DA2D1D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127"/>
                  </p:custDataLst>
                </p:nvPr>
              </p:nvSpPr>
              <p:spPr bwMode="auto">
                <a:xfrm flipH="1">
                  <a:off x="1488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131" name="Line 69">
                  <a:extLst>
                    <a:ext uri="{FF2B5EF4-FFF2-40B4-BE49-F238E27FC236}">
                      <a16:creationId xmlns:a16="http://schemas.microsoft.com/office/drawing/2014/main" id="{0A9346B1-A2A5-40D7-A174-75A57C11BF8A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128"/>
                  </p:custDataLst>
                </p:nvPr>
              </p:nvSpPr>
              <p:spPr bwMode="auto">
                <a:xfrm flipH="1">
                  <a:off x="1585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</p:grpSp>
          <p:grpSp>
            <p:nvGrpSpPr>
              <p:cNvPr id="15" name="Group 70">
                <a:extLst>
                  <a:ext uri="{FF2B5EF4-FFF2-40B4-BE49-F238E27FC236}">
                    <a16:creationId xmlns:a16="http://schemas.microsoft.com/office/drawing/2014/main" id="{155273F1-4DF5-498F-B22C-16FE9E0CF62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351"/>
                <a:ext cx="1684" cy="100"/>
                <a:chOff x="0" y="0"/>
                <a:chExt cx="1684" cy="100"/>
              </a:xfrm>
            </p:grpSpPr>
            <p:grpSp>
              <p:nvGrpSpPr>
                <p:cNvPr id="96" name="Group 71">
                  <a:extLst>
                    <a:ext uri="{FF2B5EF4-FFF2-40B4-BE49-F238E27FC236}">
                      <a16:creationId xmlns:a16="http://schemas.microsoft.com/office/drawing/2014/main" id="{2EFB1078-7735-45DE-AF9A-94B26EAC2FD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105" cy="97"/>
                  <a:chOff x="0" y="0"/>
                  <a:chExt cx="105" cy="97"/>
                </a:xfrm>
              </p:grpSpPr>
              <p:sp>
                <p:nvSpPr>
                  <p:cNvPr id="113" name="Rectangle 72">
                    <a:extLst>
                      <a:ext uri="{FF2B5EF4-FFF2-40B4-BE49-F238E27FC236}">
                        <a16:creationId xmlns:a16="http://schemas.microsoft.com/office/drawing/2014/main" id="{7EE358BD-6571-40BF-8C9D-3B665105C0DF}"/>
                      </a:ext>
                    </a:extLst>
                  </p:cNvPr>
                  <p:cNvSpPr>
                    <a:spLocks/>
                  </p:cNvSpPr>
                  <p:nvPr>
                    <p:custDataLst>
                      <p:tags r:id="rId111"/>
                    </p:custDataLst>
                  </p:nvPr>
                </p:nvSpPr>
                <p:spPr bwMode="auto">
                  <a:xfrm>
                    <a:off x="0" y="0"/>
                    <a:ext cx="105" cy="46"/>
                  </a:xfrm>
                  <a:prstGeom prst="rect">
                    <a:avLst/>
                  </a:prstGeom>
                  <a:solidFill>
                    <a:srgbClr val="FFCC00"/>
                  </a:solidFill>
                  <a:ln w="9525" cap="flat">
                    <a:solidFill>
                      <a:srgbClr val="969696"/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txBody>
                  <a:bodyPr lIns="0" tIns="0" rIns="0" bIns="0"/>
                  <a:lstStyle/>
                  <a:p>
                    <a:pPr algn="ctr" eaLnBrk="1" hangingPunct="1"/>
                    <a:endParaRPr lang="en-US">
                      <a:solidFill>
                        <a:srgbClr val="ECD882"/>
                      </a:solidFill>
                      <a:latin typeface="+mn-lt"/>
                      <a:sym typeface="Arial" charset="0"/>
                    </a:endParaRPr>
                  </a:p>
                </p:txBody>
              </p:sp>
              <p:sp>
                <p:nvSpPr>
                  <p:cNvPr id="114" name="Rectangle 73">
                    <a:extLst>
                      <a:ext uri="{FF2B5EF4-FFF2-40B4-BE49-F238E27FC236}">
                        <a16:creationId xmlns:a16="http://schemas.microsoft.com/office/drawing/2014/main" id="{98842B42-2EE9-46BB-83B3-A5676F135E95}"/>
                      </a:ext>
                    </a:extLst>
                  </p:cNvPr>
                  <p:cNvSpPr>
                    <a:spLocks/>
                  </p:cNvSpPr>
                  <p:nvPr>
                    <p:custDataLst>
                      <p:tags r:id="rId112"/>
                    </p:custDataLst>
                  </p:nvPr>
                </p:nvSpPr>
                <p:spPr bwMode="auto">
                  <a:xfrm>
                    <a:off x="0" y="51"/>
                    <a:ext cx="105" cy="46"/>
                  </a:xfrm>
                  <a:prstGeom prst="rect">
                    <a:avLst/>
                  </a:prstGeom>
                  <a:solidFill>
                    <a:srgbClr val="FF6600"/>
                  </a:solidFill>
                  <a:ln w="9525" cap="flat">
                    <a:solidFill>
                      <a:srgbClr val="969696"/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txBody>
                  <a:bodyPr lIns="0" tIns="0" rIns="0" bIns="0"/>
                  <a:lstStyle/>
                  <a:p>
                    <a:pPr algn="ctr" eaLnBrk="1" hangingPunct="1"/>
                    <a:endParaRPr lang="en-US">
                      <a:solidFill>
                        <a:srgbClr val="ECD882"/>
                      </a:solidFill>
                      <a:latin typeface="+mn-lt"/>
                      <a:sym typeface="Arial" charset="0"/>
                    </a:endParaRPr>
                  </a:p>
                </p:txBody>
              </p:sp>
            </p:grpSp>
            <p:sp>
              <p:nvSpPr>
                <p:cNvPr id="97" name="Rectangle 74">
                  <a:extLst>
                    <a:ext uri="{FF2B5EF4-FFF2-40B4-BE49-F238E27FC236}">
                      <a16:creationId xmlns:a16="http://schemas.microsoft.com/office/drawing/2014/main" id="{C0828BC1-EF78-4E48-B557-73ACAC6273CC}"/>
                    </a:ext>
                  </a:extLst>
                </p:cNvPr>
                <p:cNvSpPr>
                  <a:spLocks/>
                </p:cNvSpPr>
                <p:nvPr>
                  <p:custDataLst>
                    <p:tags r:id="rId95"/>
                  </p:custDataLst>
                </p:nvPr>
              </p:nvSpPr>
              <p:spPr bwMode="auto">
                <a:xfrm>
                  <a:off x="119" y="2"/>
                  <a:ext cx="1565" cy="98"/>
                </a:xfrm>
                <a:prstGeom prst="rect">
                  <a:avLst/>
                </a:prstGeom>
                <a:solidFill>
                  <a:srgbClr val="99FF66"/>
                </a:solidFill>
                <a:ln w="9525" cap="flat">
                  <a:solidFill>
                    <a:srgbClr val="969696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98" name="Line 75">
                  <a:extLst>
                    <a:ext uri="{FF2B5EF4-FFF2-40B4-BE49-F238E27FC236}">
                      <a16:creationId xmlns:a16="http://schemas.microsoft.com/office/drawing/2014/main" id="{0E74C9DB-7809-4DC1-88BD-E0022653E81A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96"/>
                  </p:custDataLst>
                </p:nvPr>
              </p:nvSpPr>
              <p:spPr bwMode="auto">
                <a:xfrm>
                  <a:off x="217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99" name="Line 76">
                  <a:extLst>
                    <a:ext uri="{FF2B5EF4-FFF2-40B4-BE49-F238E27FC236}">
                      <a16:creationId xmlns:a16="http://schemas.microsoft.com/office/drawing/2014/main" id="{C0249C26-8931-4B7E-9E8C-E0A2FE2D1DF6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97"/>
                  </p:custDataLst>
                </p:nvPr>
              </p:nvSpPr>
              <p:spPr bwMode="auto">
                <a:xfrm>
                  <a:off x="314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100" name="Line 77">
                  <a:extLst>
                    <a:ext uri="{FF2B5EF4-FFF2-40B4-BE49-F238E27FC236}">
                      <a16:creationId xmlns:a16="http://schemas.microsoft.com/office/drawing/2014/main" id="{69E671D5-B33B-4614-AEB6-D6910BF50919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98"/>
                  </p:custDataLst>
                </p:nvPr>
              </p:nvSpPr>
              <p:spPr bwMode="auto">
                <a:xfrm>
                  <a:off x="412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101" name="Line 78">
                  <a:extLst>
                    <a:ext uri="{FF2B5EF4-FFF2-40B4-BE49-F238E27FC236}">
                      <a16:creationId xmlns:a16="http://schemas.microsoft.com/office/drawing/2014/main" id="{0A01B9E3-0FF8-49C6-8CAC-E7A7BA1BD8F3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99"/>
                  </p:custDataLst>
                </p:nvPr>
              </p:nvSpPr>
              <p:spPr bwMode="auto">
                <a:xfrm>
                  <a:off x="510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102" name="Line 79">
                  <a:extLst>
                    <a:ext uri="{FF2B5EF4-FFF2-40B4-BE49-F238E27FC236}">
                      <a16:creationId xmlns:a16="http://schemas.microsoft.com/office/drawing/2014/main" id="{A5037019-9EA5-4FF3-AB86-D5022AEBF7DF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100"/>
                  </p:custDataLst>
                </p:nvPr>
              </p:nvSpPr>
              <p:spPr bwMode="auto">
                <a:xfrm>
                  <a:off x="607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103" name="Line 80">
                  <a:extLst>
                    <a:ext uri="{FF2B5EF4-FFF2-40B4-BE49-F238E27FC236}">
                      <a16:creationId xmlns:a16="http://schemas.microsoft.com/office/drawing/2014/main" id="{D2A6684A-AA5E-4FE1-8547-0CC6043B2CA0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101"/>
                  </p:custDataLst>
                </p:nvPr>
              </p:nvSpPr>
              <p:spPr bwMode="auto">
                <a:xfrm flipH="1">
                  <a:off x="705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104" name="Line 81">
                  <a:extLst>
                    <a:ext uri="{FF2B5EF4-FFF2-40B4-BE49-F238E27FC236}">
                      <a16:creationId xmlns:a16="http://schemas.microsoft.com/office/drawing/2014/main" id="{D5DA184F-7E3C-4A01-B047-AC64280B0765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102"/>
                  </p:custDataLst>
                </p:nvPr>
              </p:nvSpPr>
              <p:spPr bwMode="auto">
                <a:xfrm flipH="1">
                  <a:off x="1292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105" name="Line 82">
                  <a:extLst>
                    <a:ext uri="{FF2B5EF4-FFF2-40B4-BE49-F238E27FC236}">
                      <a16:creationId xmlns:a16="http://schemas.microsoft.com/office/drawing/2014/main" id="{60A1F568-75CB-4E40-96C8-2AEDD16A686C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103"/>
                  </p:custDataLst>
                </p:nvPr>
              </p:nvSpPr>
              <p:spPr bwMode="auto">
                <a:xfrm flipH="1">
                  <a:off x="804" y="2"/>
                  <a:ext cx="0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106" name="Line 83">
                  <a:extLst>
                    <a:ext uri="{FF2B5EF4-FFF2-40B4-BE49-F238E27FC236}">
                      <a16:creationId xmlns:a16="http://schemas.microsoft.com/office/drawing/2014/main" id="{CF6713FA-D625-4F91-8A98-891B2602A66E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104"/>
                  </p:custDataLst>
                </p:nvPr>
              </p:nvSpPr>
              <p:spPr bwMode="auto">
                <a:xfrm flipH="1">
                  <a:off x="901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107" name="Line 84">
                  <a:extLst>
                    <a:ext uri="{FF2B5EF4-FFF2-40B4-BE49-F238E27FC236}">
                      <a16:creationId xmlns:a16="http://schemas.microsoft.com/office/drawing/2014/main" id="{5FF0C2BB-45E9-4BB2-A994-A43D506D0D64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105"/>
                  </p:custDataLst>
                </p:nvPr>
              </p:nvSpPr>
              <p:spPr bwMode="auto">
                <a:xfrm flipH="1">
                  <a:off x="999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108" name="Line 85">
                  <a:extLst>
                    <a:ext uri="{FF2B5EF4-FFF2-40B4-BE49-F238E27FC236}">
                      <a16:creationId xmlns:a16="http://schemas.microsoft.com/office/drawing/2014/main" id="{BF8358A6-B9C7-4636-BF34-96055CECBBB4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106"/>
                  </p:custDataLst>
                </p:nvPr>
              </p:nvSpPr>
              <p:spPr bwMode="auto">
                <a:xfrm flipH="1">
                  <a:off x="1096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109" name="Line 86">
                  <a:extLst>
                    <a:ext uri="{FF2B5EF4-FFF2-40B4-BE49-F238E27FC236}">
                      <a16:creationId xmlns:a16="http://schemas.microsoft.com/office/drawing/2014/main" id="{C76989D3-9CFC-45DA-ACDC-62DBA24F504D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107"/>
                  </p:custDataLst>
                </p:nvPr>
              </p:nvSpPr>
              <p:spPr bwMode="auto">
                <a:xfrm flipH="1">
                  <a:off x="1194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110" name="Line 87">
                  <a:extLst>
                    <a:ext uri="{FF2B5EF4-FFF2-40B4-BE49-F238E27FC236}">
                      <a16:creationId xmlns:a16="http://schemas.microsoft.com/office/drawing/2014/main" id="{6281C387-5A71-4E0E-8661-AF3B2E40035B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108"/>
                  </p:custDataLst>
                </p:nvPr>
              </p:nvSpPr>
              <p:spPr bwMode="auto">
                <a:xfrm flipH="1">
                  <a:off x="1390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111" name="Line 88">
                  <a:extLst>
                    <a:ext uri="{FF2B5EF4-FFF2-40B4-BE49-F238E27FC236}">
                      <a16:creationId xmlns:a16="http://schemas.microsoft.com/office/drawing/2014/main" id="{5B2D1867-42B2-40DA-BD92-B167DEC38747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109"/>
                  </p:custDataLst>
                </p:nvPr>
              </p:nvSpPr>
              <p:spPr bwMode="auto">
                <a:xfrm flipH="1">
                  <a:off x="1488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112" name="Line 89">
                  <a:extLst>
                    <a:ext uri="{FF2B5EF4-FFF2-40B4-BE49-F238E27FC236}">
                      <a16:creationId xmlns:a16="http://schemas.microsoft.com/office/drawing/2014/main" id="{8D03276D-4CD1-4596-91CE-98D8387280ED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110"/>
                  </p:custDataLst>
                </p:nvPr>
              </p:nvSpPr>
              <p:spPr bwMode="auto">
                <a:xfrm flipH="1">
                  <a:off x="1585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</p:grpSp>
          <p:grpSp>
            <p:nvGrpSpPr>
              <p:cNvPr id="16" name="Group 90">
                <a:extLst>
                  <a:ext uri="{FF2B5EF4-FFF2-40B4-BE49-F238E27FC236}">
                    <a16:creationId xmlns:a16="http://schemas.microsoft.com/office/drawing/2014/main" id="{E0D1C44D-D87D-473D-BC74-69509C9D592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469"/>
                <a:ext cx="1684" cy="100"/>
                <a:chOff x="0" y="0"/>
                <a:chExt cx="1684" cy="100"/>
              </a:xfrm>
            </p:grpSpPr>
            <p:grpSp>
              <p:nvGrpSpPr>
                <p:cNvPr id="77" name="Group 91">
                  <a:extLst>
                    <a:ext uri="{FF2B5EF4-FFF2-40B4-BE49-F238E27FC236}">
                      <a16:creationId xmlns:a16="http://schemas.microsoft.com/office/drawing/2014/main" id="{4491BB79-5B16-40BF-B00D-363A96386EE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105" cy="97"/>
                  <a:chOff x="0" y="0"/>
                  <a:chExt cx="105" cy="97"/>
                </a:xfrm>
              </p:grpSpPr>
              <p:sp>
                <p:nvSpPr>
                  <p:cNvPr id="94" name="Rectangle 92">
                    <a:extLst>
                      <a:ext uri="{FF2B5EF4-FFF2-40B4-BE49-F238E27FC236}">
                        <a16:creationId xmlns:a16="http://schemas.microsoft.com/office/drawing/2014/main" id="{41BFB693-672E-4BBB-AB56-11EFE16ABD34}"/>
                      </a:ext>
                    </a:extLst>
                  </p:cNvPr>
                  <p:cNvSpPr>
                    <a:spLocks/>
                  </p:cNvSpPr>
                  <p:nvPr>
                    <p:custDataLst>
                      <p:tags r:id="rId93"/>
                    </p:custDataLst>
                  </p:nvPr>
                </p:nvSpPr>
                <p:spPr bwMode="auto">
                  <a:xfrm>
                    <a:off x="0" y="0"/>
                    <a:ext cx="105" cy="46"/>
                  </a:xfrm>
                  <a:prstGeom prst="rect">
                    <a:avLst/>
                  </a:prstGeom>
                  <a:solidFill>
                    <a:srgbClr val="FFCC00"/>
                  </a:solidFill>
                  <a:ln w="9525" cap="flat">
                    <a:solidFill>
                      <a:srgbClr val="969696"/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txBody>
                  <a:bodyPr lIns="0" tIns="0" rIns="0" bIns="0"/>
                  <a:lstStyle/>
                  <a:p>
                    <a:pPr algn="ctr" eaLnBrk="1" hangingPunct="1"/>
                    <a:endParaRPr lang="en-US">
                      <a:solidFill>
                        <a:srgbClr val="ECD882"/>
                      </a:solidFill>
                      <a:latin typeface="+mn-lt"/>
                      <a:sym typeface="Arial" charset="0"/>
                    </a:endParaRPr>
                  </a:p>
                </p:txBody>
              </p:sp>
              <p:sp>
                <p:nvSpPr>
                  <p:cNvPr id="95" name="Rectangle 93">
                    <a:extLst>
                      <a:ext uri="{FF2B5EF4-FFF2-40B4-BE49-F238E27FC236}">
                        <a16:creationId xmlns:a16="http://schemas.microsoft.com/office/drawing/2014/main" id="{52E89469-B7A1-41E8-B190-6D4BF545EE06}"/>
                      </a:ext>
                    </a:extLst>
                  </p:cNvPr>
                  <p:cNvSpPr>
                    <a:spLocks/>
                  </p:cNvSpPr>
                  <p:nvPr>
                    <p:custDataLst>
                      <p:tags r:id="rId94"/>
                    </p:custDataLst>
                  </p:nvPr>
                </p:nvSpPr>
                <p:spPr bwMode="auto">
                  <a:xfrm>
                    <a:off x="0" y="51"/>
                    <a:ext cx="105" cy="46"/>
                  </a:xfrm>
                  <a:prstGeom prst="rect">
                    <a:avLst/>
                  </a:prstGeom>
                  <a:solidFill>
                    <a:srgbClr val="FF6600"/>
                  </a:solidFill>
                  <a:ln w="9525" cap="flat">
                    <a:solidFill>
                      <a:srgbClr val="969696"/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txBody>
                  <a:bodyPr lIns="0" tIns="0" rIns="0" bIns="0"/>
                  <a:lstStyle/>
                  <a:p>
                    <a:pPr algn="ctr" eaLnBrk="1" hangingPunct="1"/>
                    <a:endParaRPr lang="en-US">
                      <a:solidFill>
                        <a:srgbClr val="ECD882"/>
                      </a:solidFill>
                      <a:latin typeface="+mn-lt"/>
                      <a:sym typeface="Arial" charset="0"/>
                    </a:endParaRPr>
                  </a:p>
                </p:txBody>
              </p:sp>
            </p:grpSp>
            <p:sp>
              <p:nvSpPr>
                <p:cNvPr id="78" name="Rectangle 94">
                  <a:extLst>
                    <a:ext uri="{FF2B5EF4-FFF2-40B4-BE49-F238E27FC236}">
                      <a16:creationId xmlns:a16="http://schemas.microsoft.com/office/drawing/2014/main" id="{2B2AB270-3B8B-459B-AC3A-C2934C65AC65}"/>
                    </a:ext>
                  </a:extLst>
                </p:cNvPr>
                <p:cNvSpPr>
                  <a:spLocks/>
                </p:cNvSpPr>
                <p:nvPr>
                  <p:custDataLst>
                    <p:tags r:id="rId77"/>
                  </p:custDataLst>
                </p:nvPr>
              </p:nvSpPr>
              <p:spPr bwMode="auto">
                <a:xfrm>
                  <a:off x="119" y="2"/>
                  <a:ext cx="1565" cy="98"/>
                </a:xfrm>
                <a:prstGeom prst="rect">
                  <a:avLst/>
                </a:prstGeom>
                <a:solidFill>
                  <a:srgbClr val="99FF66"/>
                </a:solidFill>
                <a:ln w="9525" cap="flat">
                  <a:solidFill>
                    <a:srgbClr val="969696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79" name="Line 95">
                  <a:extLst>
                    <a:ext uri="{FF2B5EF4-FFF2-40B4-BE49-F238E27FC236}">
                      <a16:creationId xmlns:a16="http://schemas.microsoft.com/office/drawing/2014/main" id="{23BD20A6-66FA-4730-9498-A700E1FDBD98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78"/>
                  </p:custDataLst>
                </p:nvPr>
              </p:nvSpPr>
              <p:spPr bwMode="auto">
                <a:xfrm>
                  <a:off x="217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80" name="Line 96">
                  <a:extLst>
                    <a:ext uri="{FF2B5EF4-FFF2-40B4-BE49-F238E27FC236}">
                      <a16:creationId xmlns:a16="http://schemas.microsoft.com/office/drawing/2014/main" id="{9003B389-A15D-45AB-8C8C-A3804A3560F3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79"/>
                  </p:custDataLst>
                </p:nvPr>
              </p:nvSpPr>
              <p:spPr bwMode="auto">
                <a:xfrm>
                  <a:off x="314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81" name="Line 97">
                  <a:extLst>
                    <a:ext uri="{FF2B5EF4-FFF2-40B4-BE49-F238E27FC236}">
                      <a16:creationId xmlns:a16="http://schemas.microsoft.com/office/drawing/2014/main" id="{B29BCE69-E7BB-4B16-B082-43D9FCBF5D6A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80"/>
                  </p:custDataLst>
                </p:nvPr>
              </p:nvSpPr>
              <p:spPr bwMode="auto">
                <a:xfrm>
                  <a:off x="412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82" name="Line 98">
                  <a:extLst>
                    <a:ext uri="{FF2B5EF4-FFF2-40B4-BE49-F238E27FC236}">
                      <a16:creationId xmlns:a16="http://schemas.microsoft.com/office/drawing/2014/main" id="{2D5CAB2F-CA7C-450C-92BE-7832665D7811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81"/>
                  </p:custDataLst>
                </p:nvPr>
              </p:nvSpPr>
              <p:spPr bwMode="auto">
                <a:xfrm>
                  <a:off x="510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83" name="Line 99">
                  <a:extLst>
                    <a:ext uri="{FF2B5EF4-FFF2-40B4-BE49-F238E27FC236}">
                      <a16:creationId xmlns:a16="http://schemas.microsoft.com/office/drawing/2014/main" id="{FB0515F5-2D2E-46FD-BB92-3C5BD591E40E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82"/>
                  </p:custDataLst>
                </p:nvPr>
              </p:nvSpPr>
              <p:spPr bwMode="auto">
                <a:xfrm>
                  <a:off x="607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84" name="Line 100">
                  <a:extLst>
                    <a:ext uri="{FF2B5EF4-FFF2-40B4-BE49-F238E27FC236}">
                      <a16:creationId xmlns:a16="http://schemas.microsoft.com/office/drawing/2014/main" id="{C6CACE75-5627-44BE-A225-826CB866B151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83"/>
                  </p:custDataLst>
                </p:nvPr>
              </p:nvSpPr>
              <p:spPr bwMode="auto">
                <a:xfrm flipH="1">
                  <a:off x="705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85" name="Line 101">
                  <a:extLst>
                    <a:ext uri="{FF2B5EF4-FFF2-40B4-BE49-F238E27FC236}">
                      <a16:creationId xmlns:a16="http://schemas.microsoft.com/office/drawing/2014/main" id="{C08F4D40-5D20-4B86-8D11-9A1A3358D0F4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84"/>
                  </p:custDataLst>
                </p:nvPr>
              </p:nvSpPr>
              <p:spPr bwMode="auto">
                <a:xfrm flipH="1">
                  <a:off x="1292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86" name="Line 102">
                  <a:extLst>
                    <a:ext uri="{FF2B5EF4-FFF2-40B4-BE49-F238E27FC236}">
                      <a16:creationId xmlns:a16="http://schemas.microsoft.com/office/drawing/2014/main" id="{16CC7C91-981A-41D4-A8F9-59826AEDFD9E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85"/>
                  </p:custDataLst>
                </p:nvPr>
              </p:nvSpPr>
              <p:spPr bwMode="auto">
                <a:xfrm flipH="1">
                  <a:off x="804" y="2"/>
                  <a:ext cx="0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87" name="Line 103">
                  <a:extLst>
                    <a:ext uri="{FF2B5EF4-FFF2-40B4-BE49-F238E27FC236}">
                      <a16:creationId xmlns:a16="http://schemas.microsoft.com/office/drawing/2014/main" id="{2FD6F123-CD7A-41DF-96FB-73F129140E8B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86"/>
                  </p:custDataLst>
                </p:nvPr>
              </p:nvSpPr>
              <p:spPr bwMode="auto">
                <a:xfrm flipH="1">
                  <a:off x="901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88" name="Line 104">
                  <a:extLst>
                    <a:ext uri="{FF2B5EF4-FFF2-40B4-BE49-F238E27FC236}">
                      <a16:creationId xmlns:a16="http://schemas.microsoft.com/office/drawing/2014/main" id="{56B63F74-0F36-4525-AF69-76FA1584E235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87"/>
                  </p:custDataLst>
                </p:nvPr>
              </p:nvSpPr>
              <p:spPr bwMode="auto">
                <a:xfrm flipH="1">
                  <a:off x="999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89" name="Line 105">
                  <a:extLst>
                    <a:ext uri="{FF2B5EF4-FFF2-40B4-BE49-F238E27FC236}">
                      <a16:creationId xmlns:a16="http://schemas.microsoft.com/office/drawing/2014/main" id="{9505139A-55D8-4ABF-9D2D-64186832ED13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88"/>
                  </p:custDataLst>
                </p:nvPr>
              </p:nvSpPr>
              <p:spPr bwMode="auto">
                <a:xfrm flipH="1">
                  <a:off x="1096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90" name="Line 106">
                  <a:extLst>
                    <a:ext uri="{FF2B5EF4-FFF2-40B4-BE49-F238E27FC236}">
                      <a16:creationId xmlns:a16="http://schemas.microsoft.com/office/drawing/2014/main" id="{E2D3F7C8-070A-44F4-ABE1-A3CA7A21C2E0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89"/>
                  </p:custDataLst>
                </p:nvPr>
              </p:nvSpPr>
              <p:spPr bwMode="auto">
                <a:xfrm flipH="1">
                  <a:off x="1194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91" name="Line 107">
                  <a:extLst>
                    <a:ext uri="{FF2B5EF4-FFF2-40B4-BE49-F238E27FC236}">
                      <a16:creationId xmlns:a16="http://schemas.microsoft.com/office/drawing/2014/main" id="{DC4E317F-2933-454B-A292-D8E54140EB17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90"/>
                  </p:custDataLst>
                </p:nvPr>
              </p:nvSpPr>
              <p:spPr bwMode="auto">
                <a:xfrm flipH="1">
                  <a:off x="1390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92" name="Line 108">
                  <a:extLst>
                    <a:ext uri="{FF2B5EF4-FFF2-40B4-BE49-F238E27FC236}">
                      <a16:creationId xmlns:a16="http://schemas.microsoft.com/office/drawing/2014/main" id="{A1395511-AA46-4CAD-9849-F9B1787338D6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91"/>
                  </p:custDataLst>
                </p:nvPr>
              </p:nvSpPr>
              <p:spPr bwMode="auto">
                <a:xfrm flipH="1">
                  <a:off x="1488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93" name="Line 109">
                  <a:extLst>
                    <a:ext uri="{FF2B5EF4-FFF2-40B4-BE49-F238E27FC236}">
                      <a16:creationId xmlns:a16="http://schemas.microsoft.com/office/drawing/2014/main" id="{8A90CB69-8F5E-4F2D-8B5C-FB1BF66EFC2F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92"/>
                  </p:custDataLst>
                </p:nvPr>
              </p:nvSpPr>
              <p:spPr bwMode="auto">
                <a:xfrm flipH="1">
                  <a:off x="1585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</p:grpSp>
          <p:grpSp>
            <p:nvGrpSpPr>
              <p:cNvPr id="17" name="Group 110">
                <a:extLst>
                  <a:ext uri="{FF2B5EF4-FFF2-40B4-BE49-F238E27FC236}">
                    <a16:creationId xmlns:a16="http://schemas.microsoft.com/office/drawing/2014/main" id="{A121698D-7D7D-4125-A932-E34016168A9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586"/>
                <a:ext cx="1684" cy="101"/>
                <a:chOff x="0" y="0"/>
                <a:chExt cx="1684" cy="100"/>
              </a:xfrm>
            </p:grpSpPr>
            <p:grpSp>
              <p:nvGrpSpPr>
                <p:cNvPr id="58" name="Group 111">
                  <a:extLst>
                    <a:ext uri="{FF2B5EF4-FFF2-40B4-BE49-F238E27FC236}">
                      <a16:creationId xmlns:a16="http://schemas.microsoft.com/office/drawing/2014/main" id="{97618F65-1D72-4186-B957-9D4E9365685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105" cy="97"/>
                  <a:chOff x="0" y="0"/>
                  <a:chExt cx="105" cy="97"/>
                </a:xfrm>
              </p:grpSpPr>
              <p:sp>
                <p:nvSpPr>
                  <p:cNvPr id="75" name="Rectangle 112">
                    <a:extLst>
                      <a:ext uri="{FF2B5EF4-FFF2-40B4-BE49-F238E27FC236}">
                        <a16:creationId xmlns:a16="http://schemas.microsoft.com/office/drawing/2014/main" id="{4DBE14A4-15A4-4B45-BF73-87C33D736DF8}"/>
                      </a:ext>
                    </a:extLst>
                  </p:cNvPr>
                  <p:cNvSpPr>
                    <a:spLocks/>
                  </p:cNvSpPr>
                  <p:nvPr>
                    <p:custDataLst>
                      <p:tags r:id="rId75"/>
                    </p:custDataLst>
                  </p:nvPr>
                </p:nvSpPr>
                <p:spPr bwMode="auto">
                  <a:xfrm>
                    <a:off x="0" y="0"/>
                    <a:ext cx="105" cy="46"/>
                  </a:xfrm>
                  <a:prstGeom prst="rect">
                    <a:avLst/>
                  </a:prstGeom>
                  <a:solidFill>
                    <a:srgbClr val="FFCC00"/>
                  </a:solidFill>
                  <a:ln w="9525" cap="flat">
                    <a:solidFill>
                      <a:srgbClr val="969696"/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txBody>
                  <a:bodyPr lIns="0" tIns="0" rIns="0" bIns="0"/>
                  <a:lstStyle/>
                  <a:p>
                    <a:pPr algn="ctr" eaLnBrk="1" hangingPunct="1"/>
                    <a:endParaRPr lang="en-US">
                      <a:solidFill>
                        <a:srgbClr val="ECD882"/>
                      </a:solidFill>
                      <a:latin typeface="+mn-lt"/>
                      <a:sym typeface="Arial" charset="0"/>
                    </a:endParaRPr>
                  </a:p>
                </p:txBody>
              </p:sp>
              <p:sp>
                <p:nvSpPr>
                  <p:cNvPr id="76" name="Rectangle 113">
                    <a:extLst>
                      <a:ext uri="{FF2B5EF4-FFF2-40B4-BE49-F238E27FC236}">
                        <a16:creationId xmlns:a16="http://schemas.microsoft.com/office/drawing/2014/main" id="{D7805F2F-D04C-4243-8142-E5859B8BE7DC}"/>
                      </a:ext>
                    </a:extLst>
                  </p:cNvPr>
                  <p:cNvSpPr>
                    <a:spLocks/>
                  </p:cNvSpPr>
                  <p:nvPr>
                    <p:custDataLst>
                      <p:tags r:id="rId76"/>
                    </p:custDataLst>
                  </p:nvPr>
                </p:nvSpPr>
                <p:spPr bwMode="auto">
                  <a:xfrm>
                    <a:off x="0" y="51"/>
                    <a:ext cx="105" cy="46"/>
                  </a:xfrm>
                  <a:prstGeom prst="rect">
                    <a:avLst/>
                  </a:prstGeom>
                  <a:solidFill>
                    <a:srgbClr val="FF6600"/>
                  </a:solidFill>
                  <a:ln w="9525" cap="flat">
                    <a:solidFill>
                      <a:srgbClr val="969696"/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txBody>
                  <a:bodyPr lIns="0" tIns="0" rIns="0" bIns="0"/>
                  <a:lstStyle/>
                  <a:p>
                    <a:pPr algn="ctr" eaLnBrk="1" hangingPunct="1"/>
                    <a:endParaRPr lang="en-US">
                      <a:solidFill>
                        <a:srgbClr val="ECD882"/>
                      </a:solidFill>
                      <a:latin typeface="+mn-lt"/>
                      <a:sym typeface="Arial" charset="0"/>
                    </a:endParaRPr>
                  </a:p>
                </p:txBody>
              </p:sp>
            </p:grpSp>
            <p:sp>
              <p:nvSpPr>
                <p:cNvPr id="59" name="Rectangle 114">
                  <a:extLst>
                    <a:ext uri="{FF2B5EF4-FFF2-40B4-BE49-F238E27FC236}">
                      <a16:creationId xmlns:a16="http://schemas.microsoft.com/office/drawing/2014/main" id="{2F07983B-22F9-4ECF-AA34-8D2EBB480E64}"/>
                    </a:ext>
                  </a:extLst>
                </p:cNvPr>
                <p:cNvSpPr>
                  <a:spLocks/>
                </p:cNvSpPr>
                <p:nvPr>
                  <p:custDataLst>
                    <p:tags r:id="rId59"/>
                  </p:custDataLst>
                </p:nvPr>
              </p:nvSpPr>
              <p:spPr bwMode="auto">
                <a:xfrm>
                  <a:off x="119" y="2"/>
                  <a:ext cx="1565" cy="98"/>
                </a:xfrm>
                <a:prstGeom prst="rect">
                  <a:avLst/>
                </a:prstGeom>
                <a:solidFill>
                  <a:srgbClr val="99FF66"/>
                </a:solidFill>
                <a:ln w="9525" cap="flat">
                  <a:solidFill>
                    <a:srgbClr val="969696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60" name="Line 115">
                  <a:extLst>
                    <a:ext uri="{FF2B5EF4-FFF2-40B4-BE49-F238E27FC236}">
                      <a16:creationId xmlns:a16="http://schemas.microsoft.com/office/drawing/2014/main" id="{FC69FF0A-2CCE-455B-9D63-37B5AB722587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60"/>
                  </p:custDataLst>
                </p:nvPr>
              </p:nvSpPr>
              <p:spPr bwMode="auto">
                <a:xfrm>
                  <a:off x="217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61" name="Line 116">
                  <a:extLst>
                    <a:ext uri="{FF2B5EF4-FFF2-40B4-BE49-F238E27FC236}">
                      <a16:creationId xmlns:a16="http://schemas.microsoft.com/office/drawing/2014/main" id="{13430564-EBEC-4866-8E73-8CF4260AC1D5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61"/>
                  </p:custDataLst>
                </p:nvPr>
              </p:nvSpPr>
              <p:spPr bwMode="auto">
                <a:xfrm>
                  <a:off x="314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62" name="Line 117">
                  <a:extLst>
                    <a:ext uri="{FF2B5EF4-FFF2-40B4-BE49-F238E27FC236}">
                      <a16:creationId xmlns:a16="http://schemas.microsoft.com/office/drawing/2014/main" id="{0C0C4B63-6680-4192-94CB-DB5609052B8F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62"/>
                  </p:custDataLst>
                </p:nvPr>
              </p:nvSpPr>
              <p:spPr bwMode="auto">
                <a:xfrm>
                  <a:off x="412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63" name="Line 118">
                  <a:extLst>
                    <a:ext uri="{FF2B5EF4-FFF2-40B4-BE49-F238E27FC236}">
                      <a16:creationId xmlns:a16="http://schemas.microsoft.com/office/drawing/2014/main" id="{8FEC7891-5EF5-46CA-A85B-787109883240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63"/>
                  </p:custDataLst>
                </p:nvPr>
              </p:nvSpPr>
              <p:spPr bwMode="auto">
                <a:xfrm>
                  <a:off x="510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64" name="Line 119">
                  <a:extLst>
                    <a:ext uri="{FF2B5EF4-FFF2-40B4-BE49-F238E27FC236}">
                      <a16:creationId xmlns:a16="http://schemas.microsoft.com/office/drawing/2014/main" id="{4614F4CD-1EA2-483F-970C-7DF473D817A5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64"/>
                  </p:custDataLst>
                </p:nvPr>
              </p:nvSpPr>
              <p:spPr bwMode="auto">
                <a:xfrm>
                  <a:off x="607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65" name="Line 120">
                  <a:extLst>
                    <a:ext uri="{FF2B5EF4-FFF2-40B4-BE49-F238E27FC236}">
                      <a16:creationId xmlns:a16="http://schemas.microsoft.com/office/drawing/2014/main" id="{C70DAADB-0A23-444E-9368-954464F68074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65"/>
                  </p:custDataLst>
                </p:nvPr>
              </p:nvSpPr>
              <p:spPr bwMode="auto">
                <a:xfrm flipH="1">
                  <a:off x="705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66" name="Line 121">
                  <a:extLst>
                    <a:ext uri="{FF2B5EF4-FFF2-40B4-BE49-F238E27FC236}">
                      <a16:creationId xmlns:a16="http://schemas.microsoft.com/office/drawing/2014/main" id="{CF749E9D-5E9E-47A1-A279-9D136E59DDAD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66"/>
                  </p:custDataLst>
                </p:nvPr>
              </p:nvSpPr>
              <p:spPr bwMode="auto">
                <a:xfrm flipH="1">
                  <a:off x="1292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67" name="Line 122">
                  <a:extLst>
                    <a:ext uri="{FF2B5EF4-FFF2-40B4-BE49-F238E27FC236}">
                      <a16:creationId xmlns:a16="http://schemas.microsoft.com/office/drawing/2014/main" id="{467ED222-3FDE-409B-9DB2-A92F1A64B2EE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67"/>
                  </p:custDataLst>
                </p:nvPr>
              </p:nvSpPr>
              <p:spPr bwMode="auto">
                <a:xfrm flipH="1">
                  <a:off x="804" y="2"/>
                  <a:ext cx="0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68" name="Line 123">
                  <a:extLst>
                    <a:ext uri="{FF2B5EF4-FFF2-40B4-BE49-F238E27FC236}">
                      <a16:creationId xmlns:a16="http://schemas.microsoft.com/office/drawing/2014/main" id="{91D3F58E-BA30-4C42-B004-041712C840AA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68"/>
                  </p:custDataLst>
                </p:nvPr>
              </p:nvSpPr>
              <p:spPr bwMode="auto">
                <a:xfrm flipH="1">
                  <a:off x="901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69" name="Line 124">
                  <a:extLst>
                    <a:ext uri="{FF2B5EF4-FFF2-40B4-BE49-F238E27FC236}">
                      <a16:creationId xmlns:a16="http://schemas.microsoft.com/office/drawing/2014/main" id="{1F70AADC-55F0-4BF3-809F-970F2C46B1ED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69"/>
                  </p:custDataLst>
                </p:nvPr>
              </p:nvSpPr>
              <p:spPr bwMode="auto">
                <a:xfrm flipH="1">
                  <a:off x="999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70" name="Line 125">
                  <a:extLst>
                    <a:ext uri="{FF2B5EF4-FFF2-40B4-BE49-F238E27FC236}">
                      <a16:creationId xmlns:a16="http://schemas.microsoft.com/office/drawing/2014/main" id="{4C8C1D95-7B31-43C5-B6CC-E134892DA982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70"/>
                  </p:custDataLst>
                </p:nvPr>
              </p:nvSpPr>
              <p:spPr bwMode="auto">
                <a:xfrm flipH="1">
                  <a:off x="1096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71" name="Line 126">
                  <a:extLst>
                    <a:ext uri="{FF2B5EF4-FFF2-40B4-BE49-F238E27FC236}">
                      <a16:creationId xmlns:a16="http://schemas.microsoft.com/office/drawing/2014/main" id="{041D3E8A-E047-4DAA-820D-3E1E78618FF3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71"/>
                  </p:custDataLst>
                </p:nvPr>
              </p:nvSpPr>
              <p:spPr bwMode="auto">
                <a:xfrm flipH="1">
                  <a:off x="1194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72" name="Line 127">
                  <a:extLst>
                    <a:ext uri="{FF2B5EF4-FFF2-40B4-BE49-F238E27FC236}">
                      <a16:creationId xmlns:a16="http://schemas.microsoft.com/office/drawing/2014/main" id="{DD32D657-1B8A-4E28-8F2F-9D33096B19F0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72"/>
                  </p:custDataLst>
                </p:nvPr>
              </p:nvSpPr>
              <p:spPr bwMode="auto">
                <a:xfrm flipH="1">
                  <a:off x="1390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73" name="Line 128">
                  <a:extLst>
                    <a:ext uri="{FF2B5EF4-FFF2-40B4-BE49-F238E27FC236}">
                      <a16:creationId xmlns:a16="http://schemas.microsoft.com/office/drawing/2014/main" id="{EFD7C311-76DC-4166-89E4-50B257DD6232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73"/>
                  </p:custDataLst>
                </p:nvPr>
              </p:nvSpPr>
              <p:spPr bwMode="auto">
                <a:xfrm flipH="1">
                  <a:off x="1488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74" name="Line 129">
                  <a:extLst>
                    <a:ext uri="{FF2B5EF4-FFF2-40B4-BE49-F238E27FC236}">
                      <a16:creationId xmlns:a16="http://schemas.microsoft.com/office/drawing/2014/main" id="{8BA2D510-5029-496C-BA96-49C5EE9C5AF2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74"/>
                  </p:custDataLst>
                </p:nvPr>
              </p:nvSpPr>
              <p:spPr bwMode="auto">
                <a:xfrm flipH="1">
                  <a:off x="1585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</p:grpSp>
          <p:grpSp>
            <p:nvGrpSpPr>
              <p:cNvPr id="18" name="Group 130">
                <a:extLst>
                  <a:ext uri="{FF2B5EF4-FFF2-40B4-BE49-F238E27FC236}">
                    <a16:creationId xmlns:a16="http://schemas.microsoft.com/office/drawing/2014/main" id="{58F240A3-3E9E-40C2-A2BA-4929A9EFEA5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704"/>
                <a:ext cx="1684" cy="100"/>
                <a:chOff x="0" y="0"/>
                <a:chExt cx="1684" cy="100"/>
              </a:xfrm>
            </p:grpSpPr>
            <p:grpSp>
              <p:nvGrpSpPr>
                <p:cNvPr id="39" name="Group 131">
                  <a:extLst>
                    <a:ext uri="{FF2B5EF4-FFF2-40B4-BE49-F238E27FC236}">
                      <a16:creationId xmlns:a16="http://schemas.microsoft.com/office/drawing/2014/main" id="{4D6B6AEE-4605-4D9B-BA37-B5C0773D435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105" cy="97"/>
                  <a:chOff x="0" y="0"/>
                  <a:chExt cx="105" cy="97"/>
                </a:xfrm>
              </p:grpSpPr>
              <p:sp>
                <p:nvSpPr>
                  <p:cNvPr id="56" name="Rectangle 132">
                    <a:extLst>
                      <a:ext uri="{FF2B5EF4-FFF2-40B4-BE49-F238E27FC236}">
                        <a16:creationId xmlns:a16="http://schemas.microsoft.com/office/drawing/2014/main" id="{014BECC2-1388-4CF1-9AF6-5FAF7ACEAA9C}"/>
                      </a:ext>
                    </a:extLst>
                  </p:cNvPr>
                  <p:cNvSpPr>
                    <a:spLocks/>
                  </p:cNvSpPr>
                  <p:nvPr>
                    <p:custDataLst>
                      <p:tags r:id="rId57"/>
                    </p:custDataLst>
                  </p:nvPr>
                </p:nvSpPr>
                <p:spPr bwMode="auto">
                  <a:xfrm>
                    <a:off x="0" y="0"/>
                    <a:ext cx="105" cy="46"/>
                  </a:xfrm>
                  <a:prstGeom prst="rect">
                    <a:avLst/>
                  </a:prstGeom>
                  <a:solidFill>
                    <a:srgbClr val="FFCC00"/>
                  </a:solidFill>
                  <a:ln w="9525" cap="flat">
                    <a:solidFill>
                      <a:srgbClr val="969696"/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txBody>
                  <a:bodyPr lIns="0" tIns="0" rIns="0" bIns="0"/>
                  <a:lstStyle/>
                  <a:p>
                    <a:pPr algn="ctr" eaLnBrk="1" hangingPunct="1"/>
                    <a:endParaRPr lang="en-US">
                      <a:solidFill>
                        <a:srgbClr val="ECD882"/>
                      </a:solidFill>
                      <a:latin typeface="+mn-lt"/>
                      <a:sym typeface="Arial" charset="0"/>
                    </a:endParaRPr>
                  </a:p>
                </p:txBody>
              </p:sp>
              <p:sp>
                <p:nvSpPr>
                  <p:cNvPr id="57" name="Rectangle 133">
                    <a:extLst>
                      <a:ext uri="{FF2B5EF4-FFF2-40B4-BE49-F238E27FC236}">
                        <a16:creationId xmlns:a16="http://schemas.microsoft.com/office/drawing/2014/main" id="{89618BEE-0F40-4EC4-BBF6-7CE9C611CB86}"/>
                      </a:ext>
                    </a:extLst>
                  </p:cNvPr>
                  <p:cNvSpPr>
                    <a:spLocks/>
                  </p:cNvSpPr>
                  <p:nvPr>
                    <p:custDataLst>
                      <p:tags r:id="rId58"/>
                    </p:custDataLst>
                  </p:nvPr>
                </p:nvSpPr>
                <p:spPr bwMode="auto">
                  <a:xfrm>
                    <a:off x="0" y="51"/>
                    <a:ext cx="105" cy="46"/>
                  </a:xfrm>
                  <a:prstGeom prst="rect">
                    <a:avLst/>
                  </a:prstGeom>
                  <a:solidFill>
                    <a:srgbClr val="FF6600"/>
                  </a:solidFill>
                  <a:ln w="9525" cap="flat">
                    <a:solidFill>
                      <a:srgbClr val="969696"/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txBody>
                  <a:bodyPr lIns="0" tIns="0" rIns="0" bIns="0"/>
                  <a:lstStyle/>
                  <a:p>
                    <a:pPr algn="ctr" eaLnBrk="1" hangingPunct="1"/>
                    <a:endParaRPr lang="en-US">
                      <a:solidFill>
                        <a:srgbClr val="ECD882"/>
                      </a:solidFill>
                      <a:latin typeface="+mn-lt"/>
                      <a:sym typeface="Arial" charset="0"/>
                    </a:endParaRPr>
                  </a:p>
                </p:txBody>
              </p:sp>
            </p:grpSp>
            <p:sp>
              <p:nvSpPr>
                <p:cNvPr id="40" name="Rectangle 134">
                  <a:extLst>
                    <a:ext uri="{FF2B5EF4-FFF2-40B4-BE49-F238E27FC236}">
                      <a16:creationId xmlns:a16="http://schemas.microsoft.com/office/drawing/2014/main" id="{BE00EF3F-9397-454B-8F49-75899A5D02DC}"/>
                    </a:ext>
                  </a:extLst>
                </p:cNvPr>
                <p:cNvSpPr>
                  <a:spLocks/>
                </p:cNvSpPr>
                <p:nvPr>
                  <p:custDataLst>
                    <p:tags r:id="rId41"/>
                  </p:custDataLst>
                </p:nvPr>
              </p:nvSpPr>
              <p:spPr bwMode="auto">
                <a:xfrm>
                  <a:off x="119" y="2"/>
                  <a:ext cx="1565" cy="98"/>
                </a:xfrm>
                <a:prstGeom prst="rect">
                  <a:avLst/>
                </a:prstGeom>
                <a:solidFill>
                  <a:srgbClr val="99FF66"/>
                </a:solidFill>
                <a:ln w="9525" cap="flat">
                  <a:solidFill>
                    <a:srgbClr val="969696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41" name="Line 135">
                  <a:extLst>
                    <a:ext uri="{FF2B5EF4-FFF2-40B4-BE49-F238E27FC236}">
                      <a16:creationId xmlns:a16="http://schemas.microsoft.com/office/drawing/2014/main" id="{100E08E5-CA0C-4C97-9F9C-ACBCA9C1DC26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42"/>
                  </p:custDataLst>
                </p:nvPr>
              </p:nvSpPr>
              <p:spPr bwMode="auto">
                <a:xfrm>
                  <a:off x="217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42" name="Line 136">
                  <a:extLst>
                    <a:ext uri="{FF2B5EF4-FFF2-40B4-BE49-F238E27FC236}">
                      <a16:creationId xmlns:a16="http://schemas.microsoft.com/office/drawing/2014/main" id="{23C30C13-27D7-44DD-BCF6-84A6F4D25EBD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43"/>
                  </p:custDataLst>
                </p:nvPr>
              </p:nvSpPr>
              <p:spPr bwMode="auto">
                <a:xfrm>
                  <a:off x="314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43" name="Line 137">
                  <a:extLst>
                    <a:ext uri="{FF2B5EF4-FFF2-40B4-BE49-F238E27FC236}">
                      <a16:creationId xmlns:a16="http://schemas.microsoft.com/office/drawing/2014/main" id="{8A390940-37DE-43AB-A3F6-9DA36219E88F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44"/>
                  </p:custDataLst>
                </p:nvPr>
              </p:nvSpPr>
              <p:spPr bwMode="auto">
                <a:xfrm>
                  <a:off x="412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44" name="Line 138">
                  <a:extLst>
                    <a:ext uri="{FF2B5EF4-FFF2-40B4-BE49-F238E27FC236}">
                      <a16:creationId xmlns:a16="http://schemas.microsoft.com/office/drawing/2014/main" id="{2FED614E-06A9-4E5C-BB7E-ED05E4D2701D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45"/>
                  </p:custDataLst>
                </p:nvPr>
              </p:nvSpPr>
              <p:spPr bwMode="auto">
                <a:xfrm>
                  <a:off x="510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45" name="Line 139">
                  <a:extLst>
                    <a:ext uri="{FF2B5EF4-FFF2-40B4-BE49-F238E27FC236}">
                      <a16:creationId xmlns:a16="http://schemas.microsoft.com/office/drawing/2014/main" id="{2447F62C-9A24-4CAE-9800-744640D5C099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46"/>
                  </p:custDataLst>
                </p:nvPr>
              </p:nvSpPr>
              <p:spPr bwMode="auto">
                <a:xfrm>
                  <a:off x="607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46" name="Line 140">
                  <a:extLst>
                    <a:ext uri="{FF2B5EF4-FFF2-40B4-BE49-F238E27FC236}">
                      <a16:creationId xmlns:a16="http://schemas.microsoft.com/office/drawing/2014/main" id="{3F78C45F-2334-4C4F-A46F-D7370F5F72EC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47"/>
                  </p:custDataLst>
                </p:nvPr>
              </p:nvSpPr>
              <p:spPr bwMode="auto">
                <a:xfrm flipH="1">
                  <a:off x="705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47" name="Line 141">
                  <a:extLst>
                    <a:ext uri="{FF2B5EF4-FFF2-40B4-BE49-F238E27FC236}">
                      <a16:creationId xmlns:a16="http://schemas.microsoft.com/office/drawing/2014/main" id="{F8FFC6E1-33CF-4A83-976E-89A63C61AA8B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48"/>
                  </p:custDataLst>
                </p:nvPr>
              </p:nvSpPr>
              <p:spPr bwMode="auto">
                <a:xfrm flipH="1">
                  <a:off x="1292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48" name="Line 142">
                  <a:extLst>
                    <a:ext uri="{FF2B5EF4-FFF2-40B4-BE49-F238E27FC236}">
                      <a16:creationId xmlns:a16="http://schemas.microsoft.com/office/drawing/2014/main" id="{81E4E7FE-8959-48BC-8AFA-458E1EA26D86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49"/>
                  </p:custDataLst>
                </p:nvPr>
              </p:nvSpPr>
              <p:spPr bwMode="auto">
                <a:xfrm flipH="1">
                  <a:off x="804" y="2"/>
                  <a:ext cx="0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49" name="Line 143">
                  <a:extLst>
                    <a:ext uri="{FF2B5EF4-FFF2-40B4-BE49-F238E27FC236}">
                      <a16:creationId xmlns:a16="http://schemas.microsoft.com/office/drawing/2014/main" id="{8E149533-6926-4968-B87E-D753FDA95C17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50"/>
                  </p:custDataLst>
                </p:nvPr>
              </p:nvSpPr>
              <p:spPr bwMode="auto">
                <a:xfrm flipH="1">
                  <a:off x="901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50" name="Line 144">
                  <a:extLst>
                    <a:ext uri="{FF2B5EF4-FFF2-40B4-BE49-F238E27FC236}">
                      <a16:creationId xmlns:a16="http://schemas.microsoft.com/office/drawing/2014/main" id="{9D8987CE-7342-48A0-89C7-BC014E8A77BE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51"/>
                  </p:custDataLst>
                </p:nvPr>
              </p:nvSpPr>
              <p:spPr bwMode="auto">
                <a:xfrm flipH="1">
                  <a:off x="999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51" name="Line 145">
                  <a:extLst>
                    <a:ext uri="{FF2B5EF4-FFF2-40B4-BE49-F238E27FC236}">
                      <a16:creationId xmlns:a16="http://schemas.microsoft.com/office/drawing/2014/main" id="{C334A7B4-0DE3-4970-A028-6A5366C70722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52"/>
                  </p:custDataLst>
                </p:nvPr>
              </p:nvSpPr>
              <p:spPr bwMode="auto">
                <a:xfrm flipH="1">
                  <a:off x="1096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52" name="Line 146">
                  <a:extLst>
                    <a:ext uri="{FF2B5EF4-FFF2-40B4-BE49-F238E27FC236}">
                      <a16:creationId xmlns:a16="http://schemas.microsoft.com/office/drawing/2014/main" id="{B50D4F3C-6649-42E1-9D8B-4121A5E1C835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53"/>
                  </p:custDataLst>
                </p:nvPr>
              </p:nvSpPr>
              <p:spPr bwMode="auto">
                <a:xfrm flipH="1">
                  <a:off x="1194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53" name="Line 147">
                  <a:extLst>
                    <a:ext uri="{FF2B5EF4-FFF2-40B4-BE49-F238E27FC236}">
                      <a16:creationId xmlns:a16="http://schemas.microsoft.com/office/drawing/2014/main" id="{30FD4BD8-BF5F-4C0D-BF0A-72AABC836FD9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54"/>
                  </p:custDataLst>
                </p:nvPr>
              </p:nvSpPr>
              <p:spPr bwMode="auto">
                <a:xfrm flipH="1">
                  <a:off x="1390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54" name="Line 148">
                  <a:extLst>
                    <a:ext uri="{FF2B5EF4-FFF2-40B4-BE49-F238E27FC236}">
                      <a16:creationId xmlns:a16="http://schemas.microsoft.com/office/drawing/2014/main" id="{0A9B86FD-6170-46B3-8255-0D6BAA19AB3B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55"/>
                  </p:custDataLst>
                </p:nvPr>
              </p:nvSpPr>
              <p:spPr bwMode="auto">
                <a:xfrm flipH="1">
                  <a:off x="1488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55" name="Line 149">
                  <a:extLst>
                    <a:ext uri="{FF2B5EF4-FFF2-40B4-BE49-F238E27FC236}">
                      <a16:creationId xmlns:a16="http://schemas.microsoft.com/office/drawing/2014/main" id="{24C8225B-905A-4DA5-AEF6-F12608D92B86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56"/>
                  </p:custDataLst>
                </p:nvPr>
              </p:nvSpPr>
              <p:spPr bwMode="auto">
                <a:xfrm flipH="1">
                  <a:off x="1585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</p:grpSp>
          <p:grpSp>
            <p:nvGrpSpPr>
              <p:cNvPr id="19" name="Group 150">
                <a:extLst>
                  <a:ext uri="{FF2B5EF4-FFF2-40B4-BE49-F238E27FC236}">
                    <a16:creationId xmlns:a16="http://schemas.microsoft.com/office/drawing/2014/main" id="{7777D4B8-C3D4-4033-B99F-02B5AE9783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822"/>
                <a:ext cx="1684" cy="100"/>
                <a:chOff x="0" y="0"/>
                <a:chExt cx="1684" cy="100"/>
              </a:xfrm>
            </p:grpSpPr>
            <p:grpSp>
              <p:nvGrpSpPr>
                <p:cNvPr id="20" name="Group 151">
                  <a:extLst>
                    <a:ext uri="{FF2B5EF4-FFF2-40B4-BE49-F238E27FC236}">
                      <a16:creationId xmlns:a16="http://schemas.microsoft.com/office/drawing/2014/main" id="{99FF653E-0F9C-4995-A0F2-224DB8272CF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105" cy="97"/>
                  <a:chOff x="0" y="0"/>
                  <a:chExt cx="105" cy="97"/>
                </a:xfrm>
              </p:grpSpPr>
              <p:sp>
                <p:nvSpPr>
                  <p:cNvPr id="37" name="Rectangle 152">
                    <a:extLst>
                      <a:ext uri="{FF2B5EF4-FFF2-40B4-BE49-F238E27FC236}">
                        <a16:creationId xmlns:a16="http://schemas.microsoft.com/office/drawing/2014/main" id="{FF8A4565-23E6-4C0A-BF39-639FB8AF357D}"/>
                      </a:ext>
                    </a:extLst>
                  </p:cNvPr>
                  <p:cNvSpPr>
                    <a:spLocks/>
                  </p:cNvSpPr>
                  <p:nvPr>
                    <p:custDataLst>
                      <p:tags r:id="rId39"/>
                    </p:custDataLst>
                  </p:nvPr>
                </p:nvSpPr>
                <p:spPr bwMode="auto">
                  <a:xfrm>
                    <a:off x="0" y="0"/>
                    <a:ext cx="105" cy="46"/>
                  </a:xfrm>
                  <a:prstGeom prst="rect">
                    <a:avLst/>
                  </a:prstGeom>
                  <a:solidFill>
                    <a:srgbClr val="FFCC00"/>
                  </a:solidFill>
                  <a:ln w="9525" cap="flat">
                    <a:solidFill>
                      <a:srgbClr val="969696"/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txBody>
                  <a:bodyPr lIns="0" tIns="0" rIns="0" bIns="0"/>
                  <a:lstStyle/>
                  <a:p>
                    <a:pPr algn="ctr" eaLnBrk="1" hangingPunct="1"/>
                    <a:endParaRPr lang="en-US">
                      <a:solidFill>
                        <a:srgbClr val="ECD882"/>
                      </a:solidFill>
                      <a:latin typeface="+mn-lt"/>
                      <a:sym typeface="Arial" charset="0"/>
                    </a:endParaRPr>
                  </a:p>
                </p:txBody>
              </p:sp>
              <p:sp>
                <p:nvSpPr>
                  <p:cNvPr id="38" name="Rectangle 153">
                    <a:extLst>
                      <a:ext uri="{FF2B5EF4-FFF2-40B4-BE49-F238E27FC236}">
                        <a16:creationId xmlns:a16="http://schemas.microsoft.com/office/drawing/2014/main" id="{CE32B6EF-CDB7-402D-A83F-6C39FDD78897}"/>
                      </a:ext>
                    </a:extLst>
                  </p:cNvPr>
                  <p:cNvSpPr>
                    <a:spLocks/>
                  </p:cNvSpPr>
                  <p:nvPr>
                    <p:custDataLst>
                      <p:tags r:id="rId40"/>
                    </p:custDataLst>
                  </p:nvPr>
                </p:nvSpPr>
                <p:spPr bwMode="auto">
                  <a:xfrm>
                    <a:off x="0" y="51"/>
                    <a:ext cx="105" cy="46"/>
                  </a:xfrm>
                  <a:prstGeom prst="rect">
                    <a:avLst/>
                  </a:prstGeom>
                  <a:solidFill>
                    <a:srgbClr val="FF6600"/>
                  </a:solidFill>
                  <a:ln w="9525" cap="flat">
                    <a:solidFill>
                      <a:srgbClr val="969696"/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</p:spPr>
                <p:txBody>
                  <a:bodyPr lIns="0" tIns="0" rIns="0" bIns="0"/>
                  <a:lstStyle/>
                  <a:p>
                    <a:pPr algn="ctr" eaLnBrk="1" hangingPunct="1"/>
                    <a:endParaRPr lang="en-US">
                      <a:solidFill>
                        <a:srgbClr val="ECD882"/>
                      </a:solidFill>
                      <a:latin typeface="+mn-lt"/>
                      <a:sym typeface="Arial" charset="0"/>
                    </a:endParaRPr>
                  </a:p>
                </p:txBody>
              </p:sp>
            </p:grpSp>
            <p:sp>
              <p:nvSpPr>
                <p:cNvPr id="21" name="Rectangle 154">
                  <a:extLst>
                    <a:ext uri="{FF2B5EF4-FFF2-40B4-BE49-F238E27FC236}">
                      <a16:creationId xmlns:a16="http://schemas.microsoft.com/office/drawing/2014/main" id="{0A1624F2-58AE-4164-AE8D-9382D6B66961}"/>
                    </a:ext>
                  </a:extLst>
                </p:cNvPr>
                <p:cNvSpPr>
                  <a:spLocks/>
                </p:cNvSpPr>
                <p:nvPr>
                  <p:custDataLst>
                    <p:tags r:id="rId23"/>
                  </p:custDataLst>
                </p:nvPr>
              </p:nvSpPr>
              <p:spPr bwMode="auto">
                <a:xfrm>
                  <a:off x="119" y="2"/>
                  <a:ext cx="1565" cy="98"/>
                </a:xfrm>
                <a:prstGeom prst="rect">
                  <a:avLst/>
                </a:prstGeom>
                <a:solidFill>
                  <a:srgbClr val="99FF66"/>
                </a:solidFill>
                <a:ln w="9525" cap="flat">
                  <a:solidFill>
                    <a:srgbClr val="969696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22" name="Line 155">
                  <a:extLst>
                    <a:ext uri="{FF2B5EF4-FFF2-40B4-BE49-F238E27FC236}">
                      <a16:creationId xmlns:a16="http://schemas.microsoft.com/office/drawing/2014/main" id="{7B1A61B7-9575-4648-84BE-0E6168F5B7DC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24"/>
                  </p:custDataLst>
                </p:nvPr>
              </p:nvSpPr>
              <p:spPr bwMode="auto">
                <a:xfrm>
                  <a:off x="217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23" name="Line 156">
                  <a:extLst>
                    <a:ext uri="{FF2B5EF4-FFF2-40B4-BE49-F238E27FC236}">
                      <a16:creationId xmlns:a16="http://schemas.microsoft.com/office/drawing/2014/main" id="{CFFCA13C-B3F3-4E7F-8E03-F1EC4D0D7AE2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25"/>
                  </p:custDataLst>
                </p:nvPr>
              </p:nvSpPr>
              <p:spPr bwMode="auto">
                <a:xfrm>
                  <a:off x="314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24" name="Line 157">
                  <a:extLst>
                    <a:ext uri="{FF2B5EF4-FFF2-40B4-BE49-F238E27FC236}">
                      <a16:creationId xmlns:a16="http://schemas.microsoft.com/office/drawing/2014/main" id="{911314A9-12D1-4710-8300-3FAA188D53E9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26"/>
                  </p:custDataLst>
                </p:nvPr>
              </p:nvSpPr>
              <p:spPr bwMode="auto">
                <a:xfrm>
                  <a:off x="412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25" name="Line 158">
                  <a:extLst>
                    <a:ext uri="{FF2B5EF4-FFF2-40B4-BE49-F238E27FC236}">
                      <a16:creationId xmlns:a16="http://schemas.microsoft.com/office/drawing/2014/main" id="{A5EE618F-A691-4C97-BB00-17FEE6BAEE8A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27"/>
                  </p:custDataLst>
                </p:nvPr>
              </p:nvSpPr>
              <p:spPr bwMode="auto">
                <a:xfrm>
                  <a:off x="510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26" name="Line 159">
                  <a:extLst>
                    <a:ext uri="{FF2B5EF4-FFF2-40B4-BE49-F238E27FC236}">
                      <a16:creationId xmlns:a16="http://schemas.microsoft.com/office/drawing/2014/main" id="{CFF7D295-B8EA-49A7-AC0B-D9044F27BECD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28"/>
                  </p:custDataLst>
                </p:nvPr>
              </p:nvSpPr>
              <p:spPr bwMode="auto">
                <a:xfrm>
                  <a:off x="607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27" name="Line 160">
                  <a:extLst>
                    <a:ext uri="{FF2B5EF4-FFF2-40B4-BE49-F238E27FC236}">
                      <a16:creationId xmlns:a16="http://schemas.microsoft.com/office/drawing/2014/main" id="{8ABEF738-BFE9-4A38-91D0-6DE8A0DB8C63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29"/>
                  </p:custDataLst>
                </p:nvPr>
              </p:nvSpPr>
              <p:spPr bwMode="auto">
                <a:xfrm flipH="1">
                  <a:off x="705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28" name="Line 161">
                  <a:extLst>
                    <a:ext uri="{FF2B5EF4-FFF2-40B4-BE49-F238E27FC236}">
                      <a16:creationId xmlns:a16="http://schemas.microsoft.com/office/drawing/2014/main" id="{2A46CF04-9102-429E-BE5A-113C14B6A66A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30"/>
                  </p:custDataLst>
                </p:nvPr>
              </p:nvSpPr>
              <p:spPr bwMode="auto">
                <a:xfrm flipH="1">
                  <a:off x="1292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29" name="Line 162">
                  <a:extLst>
                    <a:ext uri="{FF2B5EF4-FFF2-40B4-BE49-F238E27FC236}">
                      <a16:creationId xmlns:a16="http://schemas.microsoft.com/office/drawing/2014/main" id="{B0042BAC-1FCB-46A7-AD38-9C91060CDAB7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31"/>
                  </p:custDataLst>
                </p:nvPr>
              </p:nvSpPr>
              <p:spPr bwMode="auto">
                <a:xfrm flipH="1">
                  <a:off x="804" y="2"/>
                  <a:ext cx="0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30" name="Line 163">
                  <a:extLst>
                    <a:ext uri="{FF2B5EF4-FFF2-40B4-BE49-F238E27FC236}">
                      <a16:creationId xmlns:a16="http://schemas.microsoft.com/office/drawing/2014/main" id="{90858CE6-0907-4F80-9AD3-A1A7511846E9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32"/>
                  </p:custDataLst>
                </p:nvPr>
              </p:nvSpPr>
              <p:spPr bwMode="auto">
                <a:xfrm flipH="1">
                  <a:off x="901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31" name="Line 164">
                  <a:extLst>
                    <a:ext uri="{FF2B5EF4-FFF2-40B4-BE49-F238E27FC236}">
                      <a16:creationId xmlns:a16="http://schemas.microsoft.com/office/drawing/2014/main" id="{40A39B66-EA1E-44E9-9AEB-2826715718A8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33"/>
                  </p:custDataLst>
                </p:nvPr>
              </p:nvSpPr>
              <p:spPr bwMode="auto">
                <a:xfrm flipH="1">
                  <a:off x="999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32" name="Line 165">
                  <a:extLst>
                    <a:ext uri="{FF2B5EF4-FFF2-40B4-BE49-F238E27FC236}">
                      <a16:creationId xmlns:a16="http://schemas.microsoft.com/office/drawing/2014/main" id="{12EE5752-E0D8-4AC3-BD3D-BCC7B4709B71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34"/>
                  </p:custDataLst>
                </p:nvPr>
              </p:nvSpPr>
              <p:spPr bwMode="auto">
                <a:xfrm flipH="1">
                  <a:off x="1096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33" name="Line 166">
                  <a:extLst>
                    <a:ext uri="{FF2B5EF4-FFF2-40B4-BE49-F238E27FC236}">
                      <a16:creationId xmlns:a16="http://schemas.microsoft.com/office/drawing/2014/main" id="{3EE335AE-5654-4CE3-BABC-B0DD2CD56741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35"/>
                  </p:custDataLst>
                </p:nvPr>
              </p:nvSpPr>
              <p:spPr bwMode="auto">
                <a:xfrm flipH="1">
                  <a:off x="1194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34" name="Line 167">
                  <a:extLst>
                    <a:ext uri="{FF2B5EF4-FFF2-40B4-BE49-F238E27FC236}">
                      <a16:creationId xmlns:a16="http://schemas.microsoft.com/office/drawing/2014/main" id="{BB513CE7-609B-4B08-99EE-B35EB301EDFB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36"/>
                  </p:custDataLst>
                </p:nvPr>
              </p:nvSpPr>
              <p:spPr bwMode="auto">
                <a:xfrm flipH="1">
                  <a:off x="1390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35" name="Line 168">
                  <a:extLst>
                    <a:ext uri="{FF2B5EF4-FFF2-40B4-BE49-F238E27FC236}">
                      <a16:creationId xmlns:a16="http://schemas.microsoft.com/office/drawing/2014/main" id="{FA545C36-2282-411B-A2A9-B57EA84C5BFC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37"/>
                  </p:custDataLst>
                </p:nvPr>
              </p:nvSpPr>
              <p:spPr bwMode="auto">
                <a:xfrm flipH="1">
                  <a:off x="1488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  <p:sp>
              <p:nvSpPr>
                <p:cNvPr id="36" name="Line 169">
                  <a:extLst>
                    <a:ext uri="{FF2B5EF4-FFF2-40B4-BE49-F238E27FC236}">
                      <a16:creationId xmlns:a16="http://schemas.microsoft.com/office/drawing/2014/main" id="{3403C9C3-C1FD-4D26-872F-30E4DD3CE320}"/>
                    </a:ext>
                  </a:extLst>
                </p:cNvPr>
                <p:cNvSpPr>
                  <a:spLocks noChangeShapeType="1"/>
                </p:cNvSpPr>
                <p:nvPr>
                  <p:custDataLst>
                    <p:tags r:id="rId38"/>
                  </p:custDataLst>
                </p:nvPr>
              </p:nvSpPr>
              <p:spPr bwMode="auto">
                <a:xfrm flipH="1">
                  <a:off x="1585" y="2"/>
                  <a:ext cx="1" cy="98"/>
                </a:xfrm>
                <a:prstGeom prst="line">
                  <a:avLst/>
                </a:prstGeom>
                <a:noFill/>
                <a:ln w="9525" cap="flat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pPr algn="ctr" eaLnBrk="1" hangingPunct="1"/>
                  <a:endParaRPr lang="en-US">
                    <a:solidFill>
                      <a:srgbClr val="ECD882"/>
                    </a:solidFill>
                    <a:latin typeface="+mn-lt"/>
                    <a:sym typeface="Arial" charset="0"/>
                  </a:endParaRPr>
                </a:p>
              </p:txBody>
            </p:sp>
          </p:grpSp>
        </p:grpSp>
      </p:grpSp>
      <p:grpSp>
        <p:nvGrpSpPr>
          <p:cNvPr id="174" name="Group 170">
            <a:extLst>
              <a:ext uri="{FF2B5EF4-FFF2-40B4-BE49-F238E27FC236}">
                <a16:creationId xmlns:a16="http://schemas.microsoft.com/office/drawing/2014/main" id="{764E726A-309D-4D83-ADCB-191A1846DAE8}"/>
              </a:ext>
            </a:extLst>
          </p:cNvPr>
          <p:cNvGrpSpPr>
            <a:grpSpLocks/>
          </p:cNvGrpSpPr>
          <p:nvPr>
            <p:custDataLst>
              <p:tags r:id="rId6"/>
            </p:custDataLst>
          </p:nvPr>
        </p:nvGrpSpPr>
        <p:grpSpPr bwMode="auto">
          <a:xfrm>
            <a:off x="1589087" y="4601144"/>
            <a:ext cx="2679700" cy="1946275"/>
            <a:chOff x="0" y="0"/>
            <a:chExt cx="1688" cy="1226"/>
          </a:xfrm>
        </p:grpSpPr>
        <p:grpSp>
          <p:nvGrpSpPr>
            <p:cNvPr id="175" name="Group 171">
              <a:extLst>
                <a:ext uri="{FF2B5EF4-FFF2-40B4-BE49-F238E27FC236}">
                  <a16:creationId xmlns:a16="http://schemas.microsoft.com/office/drawing/2014/main" id="{70239AC7-978A-4922-A276-CB7FBF3F52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490"/>
              <a:ext cx="1687" cy="434"/>
              <a:chOff x="0" y="0"/>
              <a:chExt cx="1687" cy="434"/>
            </a:xfrm>
          </p:grpSpPr>
          <p:sp>
            <p:nvSpPr>
              <p:cNvPr id="194" name="Rectangle 172">
                <a:extLst>
                  <a:ext uri="{FF2B5EF4-FFF2-40B4-BE49-F238E27FC236}">
                    <a16:creationId xmlns:a16="http://schemas.microsoft.com/office/drawing/2014/main" id="{E554B0F6-1451-4430-8EF0-C45F4A574CF3}"/>
                  </a:ext>
                </a:extLst>
              </p:cNvPr>
              <p:cNvSpPr>
                <a:spLocks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0" y="0"/>
                <a:ext cx="1687" cy="434"/>
              </a:xfrm>
              <a:prstGeom prst="rect">
                <a:avLst/>
              </a:prstGeom>
              <a:solidFill>
                <a:srgbClr val="FF6600"/>
              </a:solidFill>
              <a:ln w="9525" cap="flat">
                <a:solidFill>
                  <a:srgbClr val="969696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 algn="ctr" eaLnBrk="1" hangingPunct="1"/>
                <a:endParaRPr lang="en-US">
                  <a:solidFill>
                    <a:srgbClr val="ECD882"/>
                  </a:solidFill>
                  <a:latin typeface="+mn-lt"/>
                  <a:sym typeface="Arial" charset="0"/>
                </a:endParaRPr>
              </a:p>
            </p:txBody>
          </p:sp>
          <p:sp>
            <p:nvSpPr>
              <p:cNvPr id="195" name="Rectangle 173">
                <a:extLst>
                  <a:ext uri="{FF2B5EF4-FFF2-40B4-BE49-F238E27FC236}">
                    <a16:creationId xmlns:a16="http://schemas.microsoft.com/office/drawing/2014/main" id="{5ACBA23A-C269-41F3-8FB3-29B009CDDF7C}"/>
                  </a:ext>
                </a:extLst>
              </p:cNvPr>
              <p:cNvSpPr>
                <a:spLocks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703" y="149"/>
                <a:ext cx="280" cy="136"/>
              </a:xfrm>
              <a:prstGeom prst="rect">
                <a:avLst/>
              </a:prstGeom>
              <a:noFill/>
              <a:ln w="12700" cap="flat">
                <a:noFill/>
                <a:miter lim="800000"/>
                <a:headEnd type="none" w="med" len="med"/>
                <a:tailEnd type="none" w="med" len="med"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eaLnBrk="1" hangingPunct="1"/>
                <a:r>
                  <a:rPr lang="en-US" sz="1400" b="1">
                    <a:solidFill>
                      <a:srgbClr val="FFFFFF"/>
                    </a:solidFill>
                    <a:latin typeface="+mn-lt"/>
                    <a:cs typeface="Arial" charset="0"/>
                    <a:sym typeface="Arial" charset="0"/>
                  </a:rPr>
                  <a:t>Cache</a:t>
                </a:r>
              </a:p>
            </p:txBody>
          </p:sp>
        </p:grpSp>
        <p:grpSp>
          <p:nvGrpSpPr>
            <p:cNvPr id="176" name="Group 174">
              <a:extLst>
                <a:ext uri="{FF2B5EF4-FFF2-40B4-BE49-F238E27FC236}">
                  <a16:creationId xmlns:a16="http://schemas.microsoft.com/office/drawing/2014/main" id="{135063FB-CB11-449F-B211-4BF50A299F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4" y="0"/>
              <a:ext cx="394" cy="227"/>
              <a:chOff x="0" y="0"/>
              <a:chExt cx="394" cy="227"/>
            </a:xfrm>
          </p:grpSpPr>
          <p:sp>
            <p:nvSpPr>
              <p:cNvPr id="192" name="Rectangle 175">
                <a:extLst>
                  <a:ext uri="{FF2B5EF4-FFF2-40B4-BE49-F238E27FC236}">
                    <a16:creationId xmlns:a16="http://schemas.microsoft.com/office/drawing/2014/main" id="{B365C05F-6D8D-45F4-8E2B-E9D7D0157786}"/>
                  </a:ext>
                </a:extLst>
              </p:cNvPr>
              <p:cNvSpPr>
                <a:spLocks/>
              </p:cNvSpPr>
              <p:nvPr>
                <p:custDataLst>
                  <p:tags r:id="rId19"/>
                </p:custDataLst>
              </p:nvPr>
            </p:nvSpPr>
            <p:spPr bwMode="auto">
              <a:xfrm>
                <a:off x="0" y="0"/>
                <a:ext cx="394" cy="227"/>
              </a:xfrm>
              <a:prstGeom prst="rect">
                <a:avLst/>
              </a:prstGeom>
              <a:solidFill>
                <a:srgbClr val="99FF66"/>
              </a:solidFill>
              <a:ln w="9525" cap="flat">
                <a:solidFill>
                  <a:srgbClr val="969696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 algn="ctr" eaLnBrk="1" hangingPunct="1"/>
                <a:endParaRPr lang="en-US">
                  <a:solidFill>
                    <a:srgbClr val="ECD882"/>
                  </a:solidFill>
                  <a:latin typeface="+mn-lt"/>
                  <a:sym typeface="Arial" charset="0"/>
                </a:endParaRPr>
              </a:p>
            </p:txBody>
          </p:sp>
          <p:sp>
            <p:nvSpPr>
              <p:cNvPr id="193" name="Rectangle 176">
                <a:extLst>
                  <a:ext uri="{FF2B5EF4-FFF2-40B4-BE49-F238E27FC236}">
                    <a16:creationId xmlns:a16="http://schemas.microsoft.com/office/drawing/2014/main" id="{78A36602-792C-4ADB-AB65-61D6271AFEC3}"/>
                  </a:ext>
                </a:extLst>
              </p:cNvPr>
              <p:cNvSpPr>
                <a:spLocks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102" y="45"/>
                <a:ext cx="187" cy="136"/>
              </a:xfrm>
              <a:prstGeom prst="rect">
                <a:avLst/>
              </a:prstGeom>
              <a:noFill/>
              <a:ln w="12700" cap="flat">
                <a:noFill/>
                <a:miter lim="800000"/>
                <a:headEnd type="none" w="med" len="med"/>
                <a:tailEnd type="none" w="med" len="med"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eaLnBrk="1" hangingPunct="1"/>
                <a:r>
                  <a:rPr lang="en-US" sz="1400" b="1">
                    <a:solidFill>
                      <a:srgbClr val="FFFFFF"/>
                    </a:solidFill>
                    <a:latin typeface="+mn-lt"/>
                    <a:cs typeface="Arial" charset="0"/>
                    <a:sym typeface="Arial" charset="0"/>
                  </a:rPr>
                  <a:t>ALU</a:t>
                </a:r>
              </a:p>
            </p:txBody>
          </p:sp>
        </p:grpSp>
        <p:grpSp>
          <p:nvGrpSpPr>
            <p:cNvPr id="177" name="Group 177">
              <a:extLst>
                <a:ext uri="{FF2B5EF4-FFF2-40B4-BE49-F238E27FC236}">
                  <a16:creationId xmlns:a16="http://schemas.microsoft.com/office/drawing/2014/main" id="{58F42DF0-8448-4809-A409-BE090599BC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0"/>
              <a:ext cx="836" cy="463"/>
              <a:chOff x="0" y="0"/>
              <a:chExt cx="836" cy="463"/>
            </a:xfrm>
          </p:grpSpPr>
          <p:sp>
            <p:nvSpPr>
              <p:cNvPr id="190" name="Rectangle 178">
                <a:extLst>
                  <a:ext uri="{FF2B5EF4-FFF2-40B4-BE49-F238E27FC236}">
                    <a16:creationId xmlns:a16="http://schemas.microsoft.com/office/drawing/2014/main" id="{F986E190-53E4-4009-B6DA-29E31F60DC37}"/>
                  </a:ext>
                </a:extLst>
              </p:cNvPr>
              <p:cNvSpPr>
                <a:spLocks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0" y="0"/>
                <a:ext cx="836" cy="463"/>
              </a:xfrm>
              <a:prstGeom prst="rect">
                <a:avLst/>
              </a:prstGeom>
              <a:solidFill>
                <a:srgbClr val="FFCC00"/>
              </a:solidFill>
              <a:ln w="9525" cap="flat">
                <a:solidFill>
                  <a:srgbClr val="969696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 algn="ctr" eaLnBrk="1" hangingPunct="1"/>
                <a:endParaRPr lang="en-US">
                  <a:solidFill>
                    <a:srgbClr val="ECD882"/>
                  </a:solidFill>
                  <a:latin typeface="+mn-lt"/>
                  <a:sym typeface="Arial" charset="0"/>
                </a:endParaRPr>
              </a:p>
            </p:txBody>
          </p:sp>
          <p:sp>
            <p:nvSpPr>
              <p:cNvPr id="191" name="Rectangle 179">
                <a:extLst>
                  <a:ext uri="{FF2B5EF4-FFF2-40B4-BE49-F238E27FC236}">
                    <a16:creationId xmlns:a16="http://schemas.microsoft.com/office/drawing/2014/main" id="{2C6959DD-F394-4422-B586-C268FE9CE108}"/>
                  </a:ext>
                </a:extLst>
              </p:cNvPr>
              <p:cNvSpPr>
                <a:spLocks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244" y="163"/>
                <a:ext cx="347" cy="136"/>
              </a:xfrm>
              <a:prstGeom prst="rect">
                <a:avLst/>
              </a:prstGeom>
              <a:noFill/>
              <a:ln w="12700" cap="flat">
                <a:noFill/>
                <a:miter lim="800000"/>
                <a:headEnd type="none" w="med" len="med"/>
                <a:tailEnd type="none" w="med" len="med"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eaLnBrk="1" hangingPunct="1"/>
                <a:r>
                  <a:rPr lang="en-US" sz="1400" b="1">
                    <a:solidFill>
                      <a:srgbClr val="FFFFFF"/>
                    </a:solidFill>
                    <a:latin typeface="+mn-lt"/>
                    <a:cs typeface="Arial" charset="0"/>
                    <a:sym typeface="Arial" charset="0"/>
                  </a:rPr>
                  <a:t>Control</a:t>
                </a:r>
              </a:p>
            </p:txBody>
          </p:sp>
        </p:grpSp>
        <p:grpSp>
          <p:nvGrpSpPr>
            <p:cNvPr id="178" name="Group 180">
              <a:extLst>
                <a:ext uri="{FF2B5EF4-FFF2-40B4-BE49-F238E27FC236}">
                  <a16:creationId xmlns:a16="http://schemas.microsoft.com/office/drawing/2014/main" id="{739B509C-8720-4747-9659-3B9A194DB9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4" y="243"/>
              <a:ext cx="394" cy="227"/>
              <a:chOff x="0" y="0"/>
              <a:chExt cx="394" cy="227"/>
            </a:xfrm>
          </p:grpSpPr>
          <p:sp>
            <p:nvSpPr>
              <p:cNvPr id="188" name="Rectangle 181">
                <a:extLst>
                  <a:ext uri="{FF2B5EF4-FFF2-40B4-BE49-F238E27FC236}">
                    <a16:creationId xmlns:a16="http://schemas.microsoft.com/office/drawing/2014/main" id="{F16222C3-F355-4C7B-99B2-37B42CFE6324}"/>
                  </a:ext>
                </a:extLst>
              </p:cNvPr>
              <p:cNvSpPr>
                <a:spLocks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0" y="0"/>
                <a:ext cx="394" cy="227"/>
              </a:xfrm>
              <a:prstGeom prst="rect">
                <a:avLst/>
              </a:prstGeom>
              <a:solidFill>
                <a:srgbClr val="99FF66"/>
              </a:solidFill>
              <a:ln w="9525" cap="flat">
                <a:solidFill>
                  <a:srgbClr val="969696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 algn="ctr" eaLnBrk="1" hangingPunct="1"/>
                <a:endParaRPr lang="en-US">
                  <a:solidFill>
                    <a:srgbClr val="ECD882"/>
                  </a:solidFill>
                  <a:latin typeface="+mn-lt"/>
                  <a:sym typeface="Arial" charset="0"/>
                </a:endParaRPr>
              </a:p>
            </p:txBody>
          </p:sp>
          <p:sp>
            <p:nvSpPr>
              <p:cNvPr id="189" name="Rectangle 182">
                <a:extLst>
                  <a:ext uri="{FF2B5EF4-FFF2-40B4-BE49-F238E27FC236}">
                    <a16:creationId xmlns:a16="http://schemas.microsoft.com/office/drawing/2014/main" id="{298BB785-0DD6-42F3-B382-E2A31770D518}"/>
                  </a:ext>
                </a:extLst>
              </p:cNvPr>
              <p:cNvSpPr>
                <a:spLocks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102" y="45"/>
                <a:ext cx="187" cy="136"/>
              </a:xfrm>
              <a:prstGeom prst="rect">
                <a:avLst/>
              </a:prstGeom>
              <a:noFill/>
              <a:ln w="12700" cap="flat">
                <a:noFill/>
                <a:miter lim="800000"/>
                <a:headEnd type="none" w="med" len="med"/>
                <a:tailEnd type="none" w="med" len="med"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eaLnBrk="1" hangingPunct="1"/>
                <a:r>
                  <a:rPr lang="en-US" sz="1400" b="1">
                    <a:solidFill>
                      <a:srgbClr val="FFFFFF"/>
                    </a:solidFill>
                    <a:latin typeface="+mn-lt"/>
                    <a:cs typeface="Arial" charset="0"/>
                    <a:sym typeface="Arial" charset="0"/>
                  </a:rPr>
                  <a:t>ALU</a:t>
                </a:r>
              </a:p>
            </p:txBody>
          </p:sp>
        </p:grpSp>
        <p:grpSp>
          <p:nvGrpSpPr>
            <p:cNvPr id="179" name="Group 183">
              <a:extLst>
                <a:ext uri="{FF2B5EF4-FFF2-40B4-BE49-F238E27FC236}">
                  <a16:creationId xmlns:a16="http://schemas.microsoft.com/office/drawing/2014/main" id="{99F66806-1477-48BC-A5D7-3C86EEA971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9" y="0"/>
              <a:ext cx="394" cy="227"/>
              <a:chOff x="0" y="0"/>
              <a:chExt cx="394" cy="227"/>
            </a:xfrm>
          </p:grpSpPr>
          <p:sp>
            <p:nvSpPr>
              <p:cNvPr id="186" name="Rectangle 184">
                <a:extLst>
                  <a:ext uri="{FF2B5EF4-FFF2-40B4-BE49-F238E27FC236}">
                    <a16:creationId xmlns:a16="http://schemas.microsoft.com/office/drawing/2014/main" id="{5A18472A-3FB0-4CCA-A809-55336B2E7169}"/>
                  </a:ext>
                </a:extLst>
              </p:cNvPr>
              <p:cNvSpPr>
                <a:spLocks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0" y="0"/>
                <a:ext cx="394" cy="227"/>
              </a:xfrm>
              <a:prstGeom prst="rect">
                <a:avLst/>
              </a:prstGeom>
              <a:solidFill>
                <a:srgbClr val="99FF66"/>
              </a:solidFill>
              <a:ln w="9525" cap="flat">
                <a:solidFill>
                  <a:srgbClr val="969696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 algn="ctr" eaLnBrk="1" hangingPunct="1"/>
                <a:endParaRPr lang="en-US">
                  <a:solidFill>
                    <a:srgbClr val="ECD882"/>
                  </a:solidFill>
                  <a:latin typeface="+mn-lt"/>
                  <a:sym typeface="Arial" charset="0"/>
                </a:endParaRPr>
              </a:p>
            </p:txBody>
          </p:sp>
          <p:sp>
            <p:nvSpPr>
              <p:cNvPr id="187" name="Rectangle 185">
                <a:extLst>
                  <a:ext uri="{FF2B5EF4-FFF2-40B4-BE49-F238E27FC236}">
                    <a16:creationId xmlns:a16="http://schemas.microsoft.com/office/drawing/2014/main" id="{2C34E709-E5DE-4FA9-8D0E-991166043E30}"/>
                  </a:ext>
                </a:extLst>
              </p:cNvPr>
              <p:cNvSpPr>
                <a:spLocks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102" y="45"/>
                <a:ext cx="187" cy="136"/>
              </a:xfrm>
              <a:prstGeom prst="rect">
                <a:avLst/>
              </a:prstGeom>
              <a:noFill/>
              <a:ln w="12700" cap="flat">
                <a:noFill/>
                <a:miter lim="800000"/>
                <a:headEnd type="none" w="med" len="med"/>
                <a:tailEnd type="none" w="med" len="med"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eaLnBrk="1" hangingPunct="1"/>
                <a:r>
                  <a:rPr lang="en-US" sz="1400" b="1">
                    <a:solidFill>
                      <a:srgbClr val="FFFFFF"/>
                    </a:solidFill>
                    <a:latin typeface="+mn-lt"/>
                    <a:cs typeface="Arial" charset="0"/>
                    <a:sym typeface="Arial" charset="0"/>
                  </a:rPr>
                  <a:t>ALU</a:t>
                </a:r>
              </a:p>
            </p:txBody>
          </p:sp>
        </p:grpSp>
        <p:grpSp>
          <p:nvGrpSpPr>
            <p:cNvPr id="180" name="Group 186">
              <a:extLst>
                <a:ext uri="{FF2B5EF4-FFF2-40B4-BE49-F238E27FC236}">
                  <a16:creationId xmlns:a16="http://schemas.microsoft.com/office/drawing/2014/main" id="{CA281776-6AEC-44E3-A828-C78D29D5AE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9" y="243"/>
              <a:ext cx="394" cy="227"/>
              <a:chOff x="0" y="0"/>
              <a:chExt cx="394" cy="227"/>
            </a:xfrm>
          </p:grpSpPr>
          <p:sp>
            <p:nvSpPr>
              <p:cNvPr id="184" name="Rectangle 187">
                <a:extLst>
                  <a:ext uri="{FF2B5EF4-FFF2-40B4-BE49-F238E27FC236}">
                    <a16:creationId xmlns:a16="http://schemas.microsoft.com/office/drawing/2014/main" id="{02AB6FE9-84CD-46CC-A027-A8B1043FEE28}"/>
                  </a:ext>
                </a:extLst>
              </p:cNvPr>
              <p:cNvSpPr>
                <a:spLocks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0" y="0"/>
                <a:ext cx="394" cy="227"/>
              </a:xfrm>
              <a:prstGeom prst="rect">
                <a:avLst/>
              </a:prstGeom>
              <a:solidFill>
                <a:srgbClr val="99FF66"/>
              </a:solidFill>
              <a:ln w="9525" cap="flat">
                <a:solidFill>
                  <a:srgbClr val="969696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 algn="ctr" eaLnBrk="1" hangingPunct="1"/>
                <a:endParaRPr lang="en-US">
                  <a:solidFill>
                    <a:srgbClr val="ECD882"/>
                  </a:solidFill>
                  <a:latin typeface="+mn-lt"/>
                  <a:sym typeface="Arial" charset="0"/>
                </a:endParaRPr>
              </a:p>
            </p:txBody>
          </p:sp>
          <p:sp>
            <p:nvSpPr>
              <p:cNvPr id="185" name="Rectangle 188">
                <a:extLst>
                  <a:ext uri="{FF2B5EF4-FFF2-40B4-BE49-F238E27FC236}">
                    <a16:creationId xmlns:a16="http://schemas.microsoft.com/office/drawing/2014/main" id="{723829C2-AC23-4DB4-B137-23A8F93D81DA}"/>
                  </a:ext>
                </a:extLst>
              </p:cNvPr>
              <p:cNvSpPr>
                <a:spLocks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102" y="45"/>
                <a:ext cx="187" cy="136"/>
              </a:xfrm>
              <a:prstGeom prst="rect">
                <a:avLst/>
              </a:prstGeom>
              <a:noFill/>
              <a:ln w="12700" cap="flat">
                <a:noFill/>
                <a:miter lim="800000"/>
                <a:headEnd type="none" w="med" len="med"/>
                <a:tailEnd type="none" w="med" len="med"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eaLnBrk="1" hangingPunct="1"/>
                <a:r>
                  <a:rPr lang="en-US" sz="1400" b="1">
                    <a:solidFill>
                      <a:srgbClr val="FFFFFF"/>
                    </a:solidFill>
                    <a:latin typeface="+mn-lt"/>
                    <a:cs typeface="Arial" charset="0"/>
                    <a:sym typeface="Arial" charset="0"/>
                  </a:rPr>
                  <a:t>ALU</a:t>
                </a:r>
              </a:p>
            </p:txBody>
          </p:sp>
        </p:grpSp>
        <p:grpSp>
          <p:nvGrpSpPr>
            <p:cNvPr id="181" name="Group 189">
              <a:extLst>
                <a:ext uri="{FF2B5EF4-FFF2-40B4-BE49-F238E27FC236}">
                  <a16:creationId xmlns:a16="http://schemas.microsoft.com/office/drawing/2014/main" id="{E0EC7460-143B-4470-BBE9-A95635AF18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015"/>
              <a:ext cx="1687" cy="211"/>
              <a:chOff x="0" y="0"/>
              <a:chExt cx="1687" cy="211"/>
            </a:xfrm>
          </p:grpSpPr>
          <p:sp>
            <p:nvSpPr>
              <p:cNvPr id="182" name="Rectangle 190">
                <a:extLst>
                  <a:ext uri="{FF2B5EF4-FFF2-40B4-BE49-F238E27FC236}">
                    <a16:creationId xmlns:a16="http://schemas.microsoft.com/office/drawing/2014/main" id="{6177791A-1401-4CBB-A8E2-BE0BAD9A565F}"/>
                  </a:ext>
                </a:extLst>
              </p:cNvPr>
              <p:cNvSpPr>
                <a:spLocks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0" y="0"/>
                <a:ext cx="1687" cy="211"/>
              </a:xfrm>
              <a:prstGeom prst="rect">
                <a:avLst/>
              </a:prstGeom>
              <a:solidFill>
                <a:srgbClr val="FF6600"/>
              </a:solidFill>
              <a:ln w="9525" cap="flat">
                <a:solidFill>
                  <a:srgbClr val="969696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 algn="ctr" eaLnBrk="1" hangingPunct="1"/>
                <a:endParaRPr lang="en-US">
                  <a:solidFill>
                    <a:srgbClr val="ECD882"/>
                  </a:solidFill>
                  <a:latin typeface="+mn-lt"/>
                  <a:sym typeface="Arial" charset="0"/>
                </a:endParaRPr>
              </a:p>
            </p:txBody>
          </p:sp>
          <p:sp>
            <p:nvSpPr>
              <p:cNvPr id="183" name="Rectangle 191">
                <a:extLst>
                  <a:ext uri="{FF2B5EF4-FFF2-40B4-BE49-F238E27FC236}">
                    <a16:creationId xmlns:a16="http://schemas.microsoft.com/office/drawing/2014/main" id="{ED78C150-3473-4BE4-8789-E20348AA4998}"/>
                  </a:ext>
                </a:extLst>
              </p:cNvPr>
              <p:cNvSpPr>
                <a:spLocks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18" y="47"/>
                <a:ext cx="317" cy="116"/>
              </a:xfrm>
              <a:prstGeom prst="rect">
                <a:avLst/>
              </a:prstGeom>
              <a:noFill/>
              <a:ln w="12700" cap="flat">
                <a:noFill/>
                <a:miter lim="800000"/>
                <a:headEnd type="none" w="med" len="med"/>
                <a:tailEnd type="none" w="med" len="med"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90488" algn="ctr" eaLnBrk="1" hangingPunct="1"/>
                <a:r>
                  <a:rPr lang="en-US" sz="1200" b="1">
                    <a:solidFill>
                      <a:srgbClr val="FFFFFF"/>
                    </a:solidFill>
                    <a:latin typeface="+mn-lt"/>
                    <a:cs typeface="Arial" charset="0"/>
                    <a:sym typeface="Arial" charset="0"/>
                  </a:rPr>
                  <a:t>DRAM</a:t>
                </a:r>
              </a:p>
            </p:txBody>
          </p:sp>
        </p:grpSp>
      </p:grpSp>
      <p:sp>
        <p:nvSpPr>
          <p:cNvPr id="196" name="Rectangle 192">
            <a:extLst>
              <a:ext uri="{FF2B5EF4-FFF2-40B4-BE49-F238E27FC236}">
                <a16:creationId xmlns:a16="http://schemas.microsoft.com/office/drawing/2014/main" id="{676986E2-1E66-4968-A1ED-BDED62C148D9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2500312" y="5359400"/>
            <a:ext cx="774700" cy="3556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40639" bIns="0"/>
          <a:lstStyle/>
          <a:p>
            <a:pPr marL="39688" algn="ctr" eaLnBrk="1" hangingPunct="1">
              <a:spcBef>
                <a:spcPts val="1050"/>
              </a:spcBef>
            </a:pPr>
            <a:r>
              <a:rPr lang="en-US" sz="1800" b="1" dirty="0">
                <a:solidFill>
                  <a:srgbClr val="000000"/>
                </a:solidFill>
                <a:latin typeface="+mn-lt"/>
                <a:cs typeface="Arial" charset="0"/>
                <a:sym typeface="Arial" charset="0"/>
              </a:rPr>
              <a:t>CPU</a:t>
            </a:r>
          </a:p>
        </p:txBody>
      </p:sp>
      <p:sp>
        <p:nvSpPr>
          <p:cNvPr id="197" name="Rectangle 193">
            <a:extLst>
              <a:ext uri="{FF2B5EF4-FFF2-40B4-BE49-F238E27FC236}">
                <a16:creationId xmlns:a16="http://schemas.microsoft.com/office/drawing/2014/main" id="{5FEB87B5-1668-4EDD-9D76-2DF4231D5779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5853112" y="5310757"/>
            <a:ext cx="774700" cy="3556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40639" bIns="0"/>
          <a:lstStyle/>
          <a:p>
            <a:pPr marL="39688" algn="ctr" eaLnBrk="1" hangingPunct="1">
              <a:spcBef>
                <a:spcPts val="1050"/>
              </a:spcBef>
            </a:pPr>
            <a:r>
              <a:rPr lang="en-US" sz="1800" b="1">
                <a:solidFill>
                  <a:srgbClr val="000000"/>
                </a:solidFill>
                <a:latin typeface="+mn-lt"/>
                <a:cs typeface="Arial" charset="0"/>
                <a:sym typeface="Arial" charset="0"/>
              </a:rPr>
              <a:t>GPU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03904275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lang="en-US" altLang="en-US" dirty="0"/>
              <a:t>GPUs</a:t>
            </a:r>
          </a:p>
        </p:txBody>
      </p:sp>
      <p:sp>
        <p:nvSpPr>
          <p:cNvPr id="2056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682625" y="1600200"/>
            <a:ext cx="8308975" cy="1447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800" dirty="0"/>
              <a:t>Threads perform the </a:t>
            </a:r>
            <a:r>
              <a:rPr lang="en-US" altLang="en-US" sz="2800" b="1" dirty="0"/>
              <a:t>same</a:t>
            </a:r>
            <a:r>
              <a:rPr lang="en-US" altLang="en-US" sz="2800" dirty="0"/>
              <a:t> computations</a:t>
            </a:r>
          </a:p>
          <a:p>
            <a:pPr lvl="1">
              <a:lnSpc>
                <a:spcPct val="80000"/>
              </a:lnSpc>
            </a:pPr>
            <a:r>
              <a:rPr lang="en-US" altLang="en-US" sz="2400" dirty="0"/>
              <a:t>Unify the fetch and decode logic</a:t>
            </a:r>
          </a:p>
        </p:txBody>
      </p:sp>
      <p:sp>
        <p:nvSpPr>
          <p:cNvPr id="2054" name="Slide Number Placeholder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CBC38AAC-2024-4792-9CC7-FB44A3777575}" type="slidenum">
              <a:rPr lang="en-US" altLang="en-US"/>
              <a:pPr lvl="1" eaLnBrk="1" hangingPunct="1"/>
              <a:t>31</a:t>
            </a:fld>
            <a:endParaRPr lang="en-US" altLang="en-US"/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9718608C-0CDF-40DB-B5E8-29A1CF3F5149}"/>
              </a:ext>
            </a:extLst>
          </p:cNvPr>
          <p:cNvPicPr>
            <a:picLocks noChangeArrowheads="1"/>
          </p:cNvPicPr>
          <p:nvPr/>
        </p:nvPicPr>
        <p:blipFill rotWithShape="1">
          <a:blip r:embed="rId8" cstate="print"/>
          <a:srcRect l="55833" t="44444" r="10000" b="15556"/>
          <a:stretch/>
        </p:blipFill>
        <p:spPr bwMode="auto">
          <a:xfrm>
            <a:off x="3009900" y="2667000"/>
            <a:ext cx="3124200" cy="2743200"/>
          </a:xfrm>
          <a:prstGeom prst="rect">
            <a:avLst/>
          </a:prstGeom>
          <a:noFill/>
          <a:ln w="12700" cap="flat">
            <a:noFill/>
            <a:miter lim="800000"/>
            <a:headEnd/>
            <a:tailEnd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EF7FCB-E593-404A-8C40-F8F27D09F245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744770" y="6449683"/>
            <a:ext cx="3654461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400" dirty="0">
                <a:latin typeface="+mn-lt"/>
              </a:rPr>
              <a:t>[J. Hensley, AMD]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84252334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lang="en-US" altLang="en-US" dirty="0"/>
              <a:t>GPUs</a:t>
            </a:r>
          </a:p>
        </p:txBody>
      </p:sp>
      <p:sp>
        <p:nvSpPr>
          <p:cNvPr id="2056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682625" y="1600200"/>
            <a:ext cx="8308975" cy="1447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800" dirty="0"/>
              <a:t>There are </a:t>
            </a:r>
            <a:r>
              <a:rPr lang="en-US" altLang="en-US" sz="2800" b="1" dirty="0"/>
              <a:t>many</a:t>
            </a:r>
            <a:r>
              <a:rPr lang="en-US" altLang="en-US" sz="2800" dirty="0"/>
              <a:t> threads</a:t>
            </a:r>
          </a:p>
          <a:p>
            <a:pPr lvl="1">
              <a:lnSpc>
                <a:spcPct val="80000"/>
              </a:lnSpc>
            </a:pPr>
            <a:r>
              <a:rPr lang="en-US" altLang="en-US" sz="2400" dirty="0"/>
              <a:t>Stamp out many of these multiprocessors</a:t>
            </a:r>
          </a:p>
        </p:txBody>
      </p:sp>
      <p:sp>
        <p:nvSpPr>
          <p:cNvPr id="2054" name="Slide Number Placeholder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CBC38AAC-2024-4792-9CC7-FB44A3777575}" type="slidenum">
              <a:rPr lang="en-US" altLang="en-US"/>
              <a:pPr lvl="1" eaLnBrk="1" hangingPunct="1"/>
              <a:t>32</a:t>
            </a:fld>
            <a:endParaRPr lang="en-US" altLang="en-US"/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9718608C-0CDF-40DB-B5E8-29A1CF3F5149}"/>
              </a:ext>
            </a:extLst>
          </p:cNvPr>
          <p:cNvPicPr>
            <a:picLocks noChangeArrowheads="1"/>
          </p:cNvPicPr>
          <p:nvPr/>
        </p:nvPicPr>
        <p:blipFill rotWithShape="1">
          <a:blip r:embed="rId8" cstate="print"/>
          <a:srcRect l="55833" t="44444" r="10000" b="15556"/>
          <a:stretch/>
        </p:blipFill>
        <p:spPr bwMode="auto">
          <a:xfrm>
            <a:off x="0" y="2667000"/>
            <a:ext cx="3124200" cy="2743200"/>
          </a:xfrm>
          <a:prstGeom prst="rect">
            <a:avLst/>
          </a:prstGeom>
          <a:noFill/>
          <a:ln w="12700" cap="flat">
            <a:noFill/>
            <a:miter lim="800000"/>
            <a:headEnd/>
            <a:tailEnd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EF7FCB-E593-404A-8C40-F8F27D09F245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744770" y="6449683"/>
            <a:ext cx="3654461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400" dirty="0">
                <a:latin typeface="+mn-lt"/>
              </a:rPr>
              <a:t>[J. Hensley, AMD]</a:t>
            </a:r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6710C6F1-14BC-4B50-9AC8-7151735DA84E}"/>
              </a:ext>
            </a:extLst>
          </p:cNvPr>
          <p:cNvPicPr>
            <a:picLocks noChangeArrowheads="1"/>
          </p:cNvPicPr>
          <p:nvPr/>
        </p:nvPicPr>
        <p:blipFill rotWithShape="1">
          <a:blip r:embed="rId8" cstate="print"/>
          <a:srcRect l="55833" t="44444" r="10000" b="15556"/>
          <a:stretch/>
        </p:blipFill>
        <p:spPr bwMode="auto">
          <a:xfrm>
            <a:off x="3048000" y="2667000"/>
            <a:ext cx="3124200" cy="2743200"/>
          </a:xfrm>
          <a:prstGeom prst="rect">
            <a:avLst/>
          </a:prstGeom>
          <a:noFill/>
          <a:ln w="12700" cap="flat">
            <a:noFill/>
            <a:miter lim="800000"/>
            <a:headEnd/>
            <a:tailEnd/>
          </a:ln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6CC5A2DF-AFF1-4137-B2A1-BF4D44E9C413}"/>
              </a:ext>
            </a:extLst>
          </p:cNvPr>
          <p:cNvPicPr>
            <a:picLocks noChangeArrowheads="1"/>
          </p:cNvPicPr>
          <p:nvPr/>
        </p:nvPicPr>
        <p:blipFill rotWithShape="1">
          <a:blip r:embed="rId8" cstate="print"/>
          <a:srcRect l="55833" t="44444" r="10000" b="15556"/>
          <a:stretch/>
        </p:blipFill>
        <p:spPr bwMode="auto">
          <a:xfrm>
            <a:off x="6096000" y="2667000"/>
            <a:ext cx="3124200" cy="2743200"/>
          </a:xfrm>
          <a:prstGeom prst="rect">
            <a:avLst/>
          </a:prstGeom>
          <a:noFill/>
          <a:ln w="12700" cap="flat">
            <a:noFill/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45417447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lang="en-US" altLang="en-US" dirty="0"/>
              <a:t>GPUs</a:t>
            </a:r>
          </a:p>
        </p:txBody>
      </p:sp>
      <p:sp>
        <p:nvSpPr>
          <p:cNvPr id="2056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682625" y="1600200"/>
            <a:ext cx="8308975" cy="1447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800" dirty="0"/>
              <a:t>There are </a:t>
            </a:r>
            <a:r>
              <a:rPr lang="en-US" altLang="en-US" sz="2800" b="1" dirty="0"/>
              <a:t>many, many</a:t>
            </a:r>
            <a:r>
              <a:rPr lang="en-US" altLang="en-US" sz="2800" dirty="0"/>
              <a:t> threads</a:t>
            </a:r>
          </a:p>
          <a:p>
            <a:pPr lvl="1">
              <a:lnSpc>
                <a:spcPct val="80000"/>
              </a:lnSpc>
            </a:pPr>
            <a:r>
              <a:rPr lang="en-US" altLang="en-US" sz="2400" dirty="0"/>
              <a:t>Lots of time-multiplexing</a:t>
            </a:r>
          </a:p>
        </p:txBody>
      </p:sp>
      <p:sp>
        <p:nvSpPr>
          <p:cNvPr id="2054" name="Slide Number Placeholder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CBC38AAC-2024-4792-9CC7-FB44A3777575}" type="slidenum">
              <a:rPr lang="en-US" altLang="en-US"/>
              <a:pPr lvl="1" eaLnBrk="1" hangingPunct="1"/>
              <a:t>33</a:t>
            </a:fld>
            <a:endParaRPr lang="en-US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EF7FCB-E593-404A-8C40-F8F27D09F245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744770" y="6449683"/>
            <a:ext cx="3654461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400" dirty="0">
                <a:latin typeface="+mn-lt"/>
              </a:rPr>
              <a:t>[J. Hensley, AMD]</a:t>
            </a:r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D8D08C50-74CF-4414-893A-6F2A42F7B0E9}"/>
              </a:ext>
            </a:extLst>
          </p:cNvPr>
          <p:cNvPicPr>
            <a:picLocks noChangeArrowheads="1"/>
          </p:cNvPicPr>
          <p:nvPr/>
        </p:nvPicPr>
        <p:blipFill rotWithShape="1">
          <a:blip r:embed="rId8" cstate="print"/>
          <a:srcRect l="10000" t="20671" r="19166" b="11111"/>
          <a:stretch/>
        </p:blipFill>
        <p:spPr bwMode="auto">
          <a:xfrm>
            <a:off x="3429000" y="2438400"/>
            <a:ext cx="5486400" cy="3657600"/>
          </a:xfrm>
          <a:prstGeom prst="rect">
            <a:avLst/>
          </a:prstGeom>
          <a:noFill/>
          <a:ln w="12700" cap="flat">
            <a:noFill/>
            <a:miter lim="800000"/>
            <a:headEnd/>
            <a:tailEnd/>
          </a:ln>
        </p:spPr>
      </p:pic>
      <p:pic>
        <p:nvPicPr>
          <p:cNvPr id="10" name="Picture 1">
            <a:extLst>
              <a:ext uri="{FF2B5EF4-FFF2-40B4-BE49-F238E27FC236}">
                <a16:creationId xmlns:a16="http://schemas.microsoft.com/office/drawing/2014/main" id="{5306DBA3-579E-46D8-BE81-7EF6422B314E}"/>
              </a:ext>
            </a:extLst>
          </p:cNvPr>
          <p:cNvPicPr>
            <a:picLocks noChangeArrowheads="1"/>
          </p:cNvPicPr>
          <p:nvPr/>
        </p:nvPicPr>
        <p:blipFill rotWithShape="1">
          <a:blip r:embed="rId9" cstate="print"/>
          <a:srcRect l="55833" t="44444" r="10000" b="15556"/>
          <a:stretch/>
        </p:blipFill>
        <p:spPr bwMode="auto">
          <a:xfrm>
            <a:off x="76200" y="2971800"/>
            <a:ext cx="3124200" cy="2743200"/>
          </a:xfrm>
          <a:prstGeom prst="rect">
            <a:avLst/>
          </a:prstGeom>
          <a:noFill/>
          <a:ln w="12700" cap="flat">
            <a:noFill/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40765384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39307AE-3ED1-42FC-B3CA-2E7E0171E78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MISD</a:t>
            </a:r>
          </a:p>
        </p:txBody>
      </p:sp>
      <p:sp>
        <p:nvSpPr>
          <p:cNvPr id="5124" name="Slide Number Placeholder 5">
            <a:extLst>
              <a:ext uri="{FF2B5EF4-FFF2-40B4-BE49-F238E27FC236}">
                <a16:creationId xmlns:a16="http://schemas.microsoft.com/office/drawing/2014/main" id="{A1055087-C230-4EE2-AFF5-40A64843586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53E60991-BA97-453A-8B8F-ABCF2169B25C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34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60A406F-DB47-4052-ACCF-BAD4BA5139D7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472440" y="1414732"/>
            <a:ext cx="8214360" cy="503782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2800" b="1" dirty="0">
                <a:latin typeface="+mn-lt"/>
              </a:rPr>
              <a:t>Streaming Architectures:</a:t>
            </a:r>
          </a:p>
          <a:p>
            <a:endParaRPr lang="en-US" sz="2800" b="1" dirty="0">
              <a:latin typeface="+mn-lt"/>
            </a:endParaRPr>
          </a:p>
          <a:p>
            <a:endParaRPr lang="en-US" sz="2800" b="1" dirty="0">
              <a:latin typeface="+mn-lt"/>
            </a:endParaRPr>
          </a:p>
          <a:p>
            <a:endParaRPr lang="en-US" sz="2800" b="1" dirty="0">
              <a:latin typeface="+mn-lt"/>
            </a:endParaRPr>
          </a:p>
          <a:p>
            <a:endParaRPr lang="en-US" sz="2800" b="1" dirty="0">
              <a:latin typeface="+mn-lt"/>
            </a:endParaRPr>
          </a:p>
          <a:p>
            <a:endParaRPr lang="en-US" sz="2800" b="1" dirty="0">
              <a:latin typeface="+mn-lt"/>
            </a:endParaRPr>
          </a:p>
          <a:p>
            <a:endParaRPr lang="en-US" sz="2800" b="1" dirty="0">
              <a:latin typeface="+mn-lt"/>
            </a:endParaRPr>
          </a:p>
          <a:p>
            <a:endParaRPr lang="en-US" sz="2800" b="1" dirty="0">
              <a:latin typeface="+mn-lt"/>
            </a:endParaRPr>
          </a:p>
          <a:p>
            <a:r>
              <a:rPr lang="en-US" sz="2800" dirty="0">
                <a:latin typeface="+mn-lt"/>
              </a:rPr>
              <a:t>e.g., Streaming big data analytics: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IBM stream computing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Apache Spark streaming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D84BDB30-3916-4CE3-9F48-B826A0828C86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81000" y="2246071"/>
            <a:ext cx="8305800" cy="237704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65896605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39307AE-3ED1-42FC-B3CA-2E7E0171E78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Exercise</a:t>
            </a:r>
          </a:p>
        </p:txBody>
      </p:sp>
      <p:sp>
        <p:nvSpPr>
          <p:cNvPr id="5124" name="Slide Number Placeholder 5">
            <a:extLst>
              <a:ext uri="{FF2B5EF4-FFF2-40B4-BE49-F238E27FC236}">
                <a16:creationId xmlns:a16="http://schemas.microsoft.com/office/drawing/2014/main" id="{A1055087-C230-4EE2-AFF5-40A64843586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53E60991-BA97-453A-8B8F-ABCF2169B25C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35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3AF68E-F779-4FBC-8110-E9A0A0E75B8F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26930" y="1414732"/>
            <a:ext cx="8464670" cy="116710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3200" dirty="0">
                <a:latin typeface="+mn-lt"/>
              </a:rPr>
              <a:t>Insert the minimum number of store fences and load fences to ensure SC: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Assume inter-thread write atomicity support</a:t>
            </a:r>
            <a:endParaRPr lang="en-US" sz="2400" dirty="0"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08D547-2A55-48AA-9D87-5372FDF7624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287055" y="4168348"/>
            <a:ext cx="2682439" cy="1443558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2400" b="1" dirty="0">
                <a:latin typeface="Inconsolata" panose="00000509000000000000" pitchFamily="49" charset="0"/>
              </a:rPr>
              <a:t>// P1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while(*y == 0);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*z = 1;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A = *x;</a:t>
            </a:r>
            <a:endParaRPr lang="en-US" sz="2400" dirty="0">
              <a:latin typeface="Inconsolata" panose="00000509000000000000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805F16-1405-48CB-B00F-212A2F1CDC70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09601" y="4168348"/>
            <a:ext cx="2102717" cy="149574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2400" b="1" dirty="0">
                <a:latin typeface="Inconsolata" panose="00000509000000000000" pitchFamily="49" charset="0"/>
              </a:rPr>
              <a:t>// P0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*x = 7;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*y = 3;</a:t>
            </a:r>
            <a:endParaRPr lang="en-US" sz="2400" dirty="0">
              <a:latin typeface="Inconsolata" panose="00000509000000000000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D4519F-814B-4425-BD80-665CF5730E31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609600" y="3068064"/>
            <a:ext cx="4128741" cy="99829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2400" b="1" dirty="0">
                <a:latin typeface="Inconsolata" panose="00000509000000000000" pitchFamily="49" charset="0"/>
              </a:rPr>
              <a:t>// init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*x = 0; *y = 0; *z = 0;</a:t>
            </a:r>
            <a:endParaRPr lang="en-US" sz="2400" dirty="0">
              <a:latin typeface="Inconsolata" panose="00000509000000000000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30E1CC-12C5-4FBB-9D9F-376CF49BDE66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185640" y="4173548"/>
            <a:ext cx="2682439" cy="1443558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2400" b="1" dirty="0">
                <a:latin typeface="Inconsolata" panose="00000509000000000000" pitchFamily="49" charset="0"/>
              </a:rPr>
              <a:t>// P5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while(*z == 0);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B = *y;</a:t>
            </a:r>
            <a:endParaRPr lang="en-US" sz="2400" dirty="0">
              <a:latin typeface="Inconsolata" panose="00000509000000000000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32710939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39307AE-3ED1-42FC-B3CA-2E7E0171E78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Exercise</a:t>
            </a:r>
          </a:p>
        </p:txBody>
      </p:sp>
      <p:sp>
        <p:nvSpPr>
          <p:cNvPr id="5124" name="Slide Number Placeholder 5">
            <a:extLst>
              <a:ext uri="{FF2B5EF4-FFF2-40B4-BE49-F238E27FC236}">
                <a16:creationId xmlns:a16="http://schemas.microsoft.com/office/drawing/2014/main" id="{A1055087-C230-4EE2-AFF5-40A64843586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53E60991-BA97-453A-8B8F-ABCF2169B25C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36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3AF68E-F779-4FBC-8110-E9A0A0E75B8F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26930" y="1414732"/>
            <a:ext cx="8464670" cy="116710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3200" dirty="0">
                <a:latin typeface="+mn-lt"/>
              </a:rPr>
              <a:t>Insert the minimum number of store fences and load fences to ensure SC: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Assume inter-thread write atomicity support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08D547-2A55-48AA-9D87-5372FDF7624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287055" y="4168348"/>
            <a:ext cx="2682439" cy="1443558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2400" b="1" dirty="0">
                <a:latin typeface="Inconsolata" panose="00000509000000000000" pitchFamily="49" charset="0"/>
              </a:rPr>
              <a:t>// P1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while(*y == 0);</a:t>
            </a:r>
          </a:p>
          <a:p>
            <a:r>
              <a:rPr lang="pt-BR" sz="2400" b="1" dirty="0">
                <a:solidFill>
                  <a:schemeClr val="accent6">
                    <a:lumMod val="75000"/>
                  </a:schemeClr>
                </a:solidFill>
                <a:latin typeface="Inconsolata" panose="00000509000000000000" pitchFamily="49" charset="0"/>
              </a:rPr>
              <a:t>lfence;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*z = 1;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A = *x;</a:t>
            </a:r>
            <a:endParaRPr lang="en-US" sz="2400" dirty="0">
              <a:latin typeface="Inconsolata" panose="00000509000000000000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805F16-1405-48CB-B00F-212A2F1CDC70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09601" y="4168348"/>
            <a:ext cx="2102717" cy="149574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2400" b="1" dirty="0">
                <a:latin typeface="Inconsolata" panose="00000509000000000000" pitchFamily="49" charset="0"/>
              </a:rPr>
              <a:t>// P0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*x = 7;</a:t>
            </a:r>
          </a:p>
          <a:p>
            <a:r>
              <a:rPr lang="pt-BR" sz="2400" b="1" dirty="0">
                <a:solidFill>
                  <a:schemeClr val="accent6">
                    <a:lumMod val="75000"/>
                  </a:schemeClr>
                </a:solidFill>
                <a:latin typeface="Inconsolata" panose="00000509000000000000" pitchFamily="49" charset="0"/>
              </a:rPr>
              <a:t>sfence;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*y = 3;</a:t>
            </a:r>
            <a:endParaRPr lang="en-US" sz="2400" dirty="0">
              <a:latin typeface="Inconsolata" panose="00000509000000000000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D4519F-814B-4425-BD80-665CF5730E31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609600" y="3068064"/>
            <a:ext cx="4128741" cy="99829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2400" b="1" dirty="0">
                <a:latin typeface="Inconsolata" panose="00000509000000000000" pitchFamily="49" charset="0"/>
              </a:rPr>
              <a:t>// init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*x = 0; *y = 0; *z = 0;</a:t>
            </a:r>
            <a:endParaRPr lang="en-US" sz="2400" dirty="0">
              <a:latin typeface="Inconsolata" panose="00000509000000000000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30E1CC-12C5-4FBB-9D9F-376CF49BDE66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185640" y="4173548"/>
            <a:ext cx="2682439" cy="1443558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pt-BR" sz="2400" b="1" dirty="0">
                <a:latin typeface="Inconsolata" panose="00000509000000000000" pitchFamily="49" charset="0"/>
              </a:rPr>
              <a:t>// P5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while(*z == 0);</a:t>
            </a:r>
          </a:p>
          <a:p>
            <a:r>
              <a:rPr lang="pt-BR" sz="2400" b="1" dirty="0">
                <a:solidFill>
                  <a:schemeClr val="accent6">
                    <a:lumMod val="75000"/>
                  </a:schemeClr>
                </a:solidFill>
                <a:latin typeface="Inconsolata" panose="00000509000000000000" pitchFamily="49" charset="0"/>
              </a:rPr>
              <a:t>lfence;</a:t>
            </a:r>
          </a:p>
          <a:p>
            <a:r>
              <a:rPr lang="pt-BR" sz="2400" dirty="0">
                <a:latin typeface="Inconsolata" panose="00000509000000000000" pitchFamily="49" charset="0"/>
              </a:rPr>
              <a:t>B = *y;</a:t>
            </a:r>
            <a:endParaRPr lang="en-US" sz="2400" dirty="0">
              <a:latin typeface="Inconsolata" panose="00000509000000000000" pitchFamily="49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75575C9-CC9C-4FFE-A0F4-0ECA245764B2}"/>
              </a:ext>
            </a:extLst>
          </p:cNvPr>
          <p:cNvCxnSpPr>
            <a:cxnSpLocks/>
          </p:cNvCxnSpPr>
          <p:nvPr/>
        </p:nvCxnSpPr>
        <p:spPr>
          <a:xfrm flipV="1">
            <a:off x="1752600" y="4800600"/>
            <a:ext cx="1534455" cy="730939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rc 3">
            <a:extLst>
              <a:ext uri="{FF2B5EF4-FFF2-40B4-BE49-F238E27FC236}">
                <a16:creationId xmlns:a16="http://schemas.microsoft.com/office/drawing/2014/main" id="{46CA2821-CFE5-446C-BDD8-8D7B0AB30B59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 flipH="1">
            <a:off x="526930" y="4876801"/>
            <a:ext cx="350147" cy="609600"/>
          </a:xfrm>
          <a:prstGeom prst="arc">
            <a:avLst>
              <a:gd name="adj1" fmla="val 16200000"/>
              <a:gd name="adj2" fmla="val 4752446"/>
            </a:avLst>
          </a:prstGeom>
          <a:ln w="3175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328FA124-F97B-4545-94D7-E839C6D544B9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 flipH="1">
            <a:off x="3177726" y="4876801"/>
            <a:ext cx="350147" cy="609600"/>
          </a:xfrm>
          <a:prstGeom prst="arc">
            <a:avLst>
              <a:gd name="adj1" fmla="val 16200000"/>
              <a:gd name="adj2" fmla="val 4752446"/>
            </a:avLst>
          </a:prstGeom>
          <a:ln w="3175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DAE19468-08C7-4863-93CB-1F45CA60040A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 flipH="1">
            <a:off x="6078823" y="4876801"/>
            <a:ext cx="350147" cy="609600"/>
          </a:xfrm>
          <a:prstGeom prst="arc">
            <a:avLst>
              <a:gd name="adj1" fmla="val 16200000"/>
              <a:gd name="adj2" fmla="val 4752446"/>
            </a:avLst>
          </a:prstGeom>
          <a:ln w="3175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CAB47E3-334E-4D60-8AC9-591F67E49584}"/>
              </a:ext>
            </a:extLst>
          </p:cNvPr>
          <p:cNvCxnSpPr>
            <a:cxnSpLocks/>
          </p:cNvCxnSpPr>
          <p:nvPr/>
        </p:nvCxnSpPr>
        <p:spPr>
          <a:xfrm flipV="1">
            <a:off x="4596520" y="4816131"/>
            <a:ext cx="1534455" cy="730939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Arc 18">
            <a:extLst>
              <a:ext uri="{FF2B5EF4-FFF2-40B4-BE49-F238E27FC236}">
                <a16:creationId xmlns:a16="http://schemas.microsoft.com/office/drawing/2014/main" id="{792F9C24-ADE7-42A1-9D74-4A2FE15FEA79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 flipH="1">
            <a:off x="3070909" y="4861269"/>
            <a:ext cx="456964" cy="1006132"/>
          </a:xfrm>
          <a:prstGeom prst="arc">
            <a:avLst>
              <a:gd name="adj1" fmla="val 16200000"/>
              <a:gd name="adj2" fmla="val 5392817"/>
            </a:avLst>
          </a:prstGeom>
          <a:ln w="3175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6885430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13"/>
  <p:tag name="MMPROD_UIPERSISTENCEDATA" val="MMPROD_UIPERSISTENCEDATA"/>
  <p:tag name="MMPROD_THEME_BG_IMAGE" val=""/>
  <p:tag name="MMPROD_TAG_VCONFIG" val="PD94bWwgdmVyc2lvbj0iMS4wIj8+DQo8Y29uZmlndXJhdGlvbj4NCgk8YnJhbmRpbmc+DQoJCTx1aWZvbnQgbmFtZT0iRk9OVF9OT1RFU19URVhUIiB2YWx1ZT0iVmVyZGFuYSw5LGZhbHNlLGZhbHNlLGZhbHNlIi8+DQoJPC9icmFuZGluZz4NCgk8Y29sb3JzPg0KCQk8dWljb2xvciBuYW1lPSJwcmltYXJ5IiB2YWx1ZT0iMHg2Rjg0ODgiLz4NCgkJPHVpY29sb3IgbmFtZT0iZ2xvdyIgdmFsdWU9IjB4NjA5NzczIi8+DQoJCTx1aWNvbG9yIG5hbWU9InRleHQiIHZhbHVlPSIweEZGRkZGRiIvPg0KCQk8dWljb2xvciBuYW1lPSJsaWdodCIgdmFsdWU9IjB4NEU1RDYwIi8+DQoJCTx1aWNvbG9yIG5hbWU9InNoYWRvdyIgdmFsdWU9IjB4MDAwMDAwIi8+DQoJCTx1aWNvbG9yIG5hbWU9ImJhY2tncm91bmQiIHZhbHVlPSIweDcyNzk3MSIvPg0KCTwvY29sb3JzPg0KCTxsYXlvdXQ+DQoJCTx1aXNob3cgbmFtZT0icHJlc2VudGF0aW9udGl0bGUiIHZhbHVlPSJ0cnVlIi8+PHVpc2hvdyBuYW1lPSJwcmVzZW50ZXJwaG90byIgdmFsdWU9InRydWUiLz48dWlzaG93IG5hbWU9InByZXNlbnRlcm5hbWUiIHZhbHVlPSJ0cnVlIi8+PHVpc2hvdyBuYW1lPSJwcmVzZW50ZXJ0aXRsZSIgdmFsdWU9InRydWUiLz48dWlzaG93IG5hbWU9InByZXNlbnRlcmVtYWlsIiB2YWx1ZT0idHJ1ZSIvPjx1aXNob3cgbmFtZT0icHJlc2VudGVyYmlvIiB2YWx1ZT0idHJ1ZSIvPjx1aXNob3cgbmFtZT0iY29tcGFueWxvZ28iIHZhbHVlPSJ0cnVlIi8+PHVpc2hvdyBuYW1lPSJzaWRlYmFyIiB2YWx1ZT0idHJ1ZSIvPjx1aXNob3cgbmFtZT0ib3V0bGluZSIgdmFsdWU9InRydWUiLz48dWlzaG93IG5hbWU9InRodW1ibmFpbCIgdmFsdWU9InRydWUiLz4NCgkJPHVpc2hvdyBuYW1lPSJub3RlcyIgdmFsdWU9InRydWUiLz48dWlzaG93IG5hbWU9InNlYXJjaCIgdmFsdWU9InRydWUiLz48dWlzaG93IG5hbWU9InF1aXoiIHZhbHVlPSJ0cnVlIi8+PHVpc2hvdyBuYW1lPSJhdHRhY2htZW50cyIgdmFsdWU9InRydWUiLz48dWlzaG93IG5hbWU9InV0aWxzIiB2YWx1ZT0idHJ1ZSIvPjx1aXNob3cgbmFtZT0idm9sdW1lIiB2YWx1ZT0idHJ1ZSIvPjx1aXNob3cgbmFtZT0icGxheWJhciIgdmFsdWU9InRydWUiLz48dWlzaG93IG5hbWU9InRhbGtpbmdoZWFkIiB2YWx1ZT0idHJ1ZSIvPjx1aXNob3cgbmFtZT0ic2lkZWJhcm9ucmlnaHQiIHZhbHVlPSJ0cnVlIi8+PHVpc2hvdyBuYW1lPSJ2aWV3Y2hhbmdlIiB2YWx1ZT0idHJ1ZSIvPjx1aXNob3cgbmFtZT0iYWx3YXlzU2NydW5jaCIgdmFsdWU9ImZhbHNlIi8+PHVpc2hvdyBuYW1lPSJpbml0aWFsZGlzcGxheW1vZGVpc25vcm1hbCIgdmFsdWU9InRydWUiLz48dWlyZXBsYWNlIG5hbWU9ImxvZ28iIHZhbHVlPSIiLz48dWlyZXBsYWNlIG5hbWU9ImJnaW1hZ2UiIHZhbHVlPSIiLz48dWlyZXBsYWNlIG5hbWU9ImluaXRpYWx0YWIiIHZhbHVlPSJvdXRsaW5lIi8+PHVpc2hvdyBuYW1lPSJjY3RleHRoaWdobGlnaHRpbmciIHZhbHVlPSJ0cnVlIi8+DQoJPC9sYXlvdXQ+DQoJPHByZWxvYWRlcj48c2V0Qm9vbCBuYW1lPSJkaXNhYmxlQXNzZXRQcmVsb2FkZXIiIHZhbHVlPSJ0cnVlIi8+PC9wcmVsb2FkZXI+PGxhbmd1YWdlIGlkPSJlb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JTbGlkZSAlbiIvPg0KCQk8dWl0ZXh0IG5hbWU9IkFUVEFDSE1FTlRfUFJFVklFV19XQVJOSU5HTVNHX1RJVExFU1RSSU5HIiB2YWx1ZT0iQXR0YWNobWVudCBXYXJuaW5nIi8+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4gQ29sbGFib3JhdGlvbiBkb2VzIG5vdCB3b3JrIGluIHRoaXMgbW9kZSIvPg0KCQk8dWl0ZXh0IG5hbWU9IkNPTExBQl9MT0NBTF9QTEFZQkFDS19USVRMRSIgdmFsdWU9IkxvY2FsIFBsYXliYWNrIi8+DQoJCTx1aXRleHQgbmFtZT0iQ09MTEFCX0xPQ0FMX1BMQVlCQUNLQlROIiB2YWx1ZT0iT2s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+DQoJCTx1aXRleHQgbmFtZT0iU0NSVUJCQVJTVEFUVVNfTk9BVURJTyIgdmFsdWU9Ik5vIEF1ZGlvIi8+DQoJCTx1aXRleHQgbmFtZT0iU0NSVUJCQVJTVEFUVVNfVklEUExBWUlORyIgdmFsdWU9IlZpZGVvIFBsYXlpbmciLz4NCgkJPHVpdGV4dCBuYW1lPSJTQ1JVQkJBUlNUQVRVU19MT0FESU5HIiB2YWx1ZT0iTG9hZGluZyIvPg0KCQk8dWl0ZXh0IG5hbWU9IlNDUlVCQkFSU1RBVFVTX0JVRkZFUklORyIgdmFsdWU9IkJ1ZmZlcmluZyIvPg0KCQk8dWl0ZXh0IG5hbWU9IlNDUlVCQkFSU1RBVFVTX1FVRVNUSU9OIiB2YWx1ZT0iQW5zd2VyIFF1ZXN0aW9uIi8+DQoJCTx1aXRleHQgbmFtZT0iU0NSVUJCQVJTVEFUVVNfUkVWSUVXUVVJWiIgdmFsdWU9IlJldmlld2luZyBRdWl6Ii8+DQoJCTwhLS0gc3Vic3RpdHV0aW9uOiAlbSA9PSBtaW51dGVzIHJlbWFpbmluZyAtLT4NCgkJPCEtLSBzdWJzdGl0dXRpb246ICVzID09IHNlY29uZHMgcmVtYWluaW5nIC0tPg0KCQk8dWl0ZXh0IG5hbWU9IkVMQVBTRUQiIHZhbHVlPSIlbSBNaW51dGVzICVzIFNlY29uZHMgUmVtYWluaW5nIi8+DQoJCTx1aXRleHQgbmFtZT0iTk9URk9VTkQiIHZhbHVlPSJOb3RoaW5nIEZvdW5kIi8+DQoJCTx1aXRleHQgbmFtZT0iQVRUQUNITUVOVFMiIHZhbHVlPSJBdHRhY2htZW50cy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kNvbnRhY3QiLz4NCgkJPHVpdGV4dCBuYW1lPSJUQUJfUVVJWiIgdmFsdWU9IlF1aXoiLz4NCgkJPHVpdGV4dCBuYW1lPSJUQUJfT1VUTElORSIgdmFsdWU9Ik91dGxpbmUiLz4NCgkJPHVpdGV4dCBuYW1lPSJUQUJfVEhVTUIiIHZhbHVlPSJUaHVtYiIvPg0KCQk8dWl0ZXh0IG5hbWU9IlRBQl9OT1RFUyIgdmFsdWU9Ik5vdGVzIi8+DQoJCTx1aXRleHQgbmFtZT0iVEFCX1NFQVJDSCIgdmFsdWU9IlNlYXJjaCIvPg0KCQk8dWl0ZXh0IG5hbWU9IlNMSURFX0hFQURJTkciIHZhbHVlPSJTbGlkZSBUaXRsZSIvPg0KCQk8dWl0ZXh0IG5hbWU9IkRVUkFUSU9OX0hFQURJTkciIHZhbHVlPSJEdXJhdGlvbiIvPg0KCQk8dWl0ZXh0IG5hbWU9IlNFQVJDSF9IRUFESU5HIiB2YWx1ZT0iU2VhcmNoIGZvciB0ZXh0OiIvPg0KCQk8dWl0ZXh0IG5hbWU9IlRIVU1CX0hFQURJTkciIHZhbHVlPSJTbGlkZSIvPg0KCQk8dWl0ZXh0IG5hbWU9IlRIVU1CX0lORk8iIHZhbHVlPSJTbGlkZSBUaXRsZS9EdXJhdGlvbiIvPg0KCQk8dWl0ZXh0IG5hbWU9IkFUVEFDSE5BTUVfSEVBRElORyIgdmFsdWU9IkZpbGUgTmFtZSIvPg0KCQk8dWl0ZXh0IG5hbWU9IkFUVEFDSFNJWkVfSEVBRElORyIgdmFsdWU9IlNpemUiLz4NCgkJPHVpdGV4dCBuYW1lPSJTTElERV9OT1RFUyIgdmFsdWU9IlNsaWRlIE5vdGVzIi8+DQoJCTx1aXRleHQgbmFtZT0iQ09VUlNFX1NUQVRVUyIgdmFsdWU9Ik1vZHVsZSBTdGF0dXMiLz4NCgkJPHVpdGV4dCBuYW1lPSJQQVNTRURfU1RSSU5HIiB2YWx1ZT0iUGFzc2VkIi8+DQoJCTx1aXRleHQgbmFtZT0iRkFJTEVEX1NUUklORyIgdmFsdWU9IkZhaWxlZCIvPg0KCQk8IS0tcXVpeiBwb2QgYW5kIG1lc3NhZ2UgYm94IHRleHRz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FVSVpQT0RfUVVJWl9BVFRFTVBUIiB2YWx1ZT0iUXVpeiBBdHRlbXB0OiIvPg0KCQk8dWl0ZXh0IG5hbWU9IlFVSVpQT0RfUVVJWl9BVFRFTVBUX1ZBTFVFIiB2YWx1ZT0iJW4gb2YgJXQiLz4NCgkJPHVpdGV4dCBuYW1lPSJRVUlaUE9EX1FVSVpfU0NPUkUiIHZhbHVlPSJTY29yZWQ6Ii8+DQoJCTx1aXRleHQgbmFtZT0iUVVJWlBPRF9RVUlaX1BBU1NTQ09SRSIgdmFsdWU9IlBhc3NpbmcgU2NvcmU6Ii8+DQoJCTx1aXRleHQgbmFtZT0iUVVJWlBPRF9RVUlaX01BWFNDT1JFIiB2YWx1ZT0iTWF4IFNjb3JlOiIvPg0KCQk8dWl0ZXh0IG5hbWU9IlFVSVpQT0RfUVVFU0FUTVBUX1NUUiIgdmFsdWU9IkF0dGVtcHQ6ICVuIG9mICV0Ii8+DQoJCTx1aXRleHQgbmFtZT0iUVVJWlBPRF9RVUVTVFlQRV9TVFIiIHZhbHVlPSJUeXBlOiAlcyIvPg0KCQk8dWl0ZXh0IG5hbWU9IlFVSVpQT0RfUVVFU1RZUEVfR1JEIiB2YWx1ZT0iR3JhZGVkIi8+DQoJCTx1aXRleHQgbmFtZT0iUVVJWlBPRF9RVUVTVFlQRV9TVlkiIHZhbHVlPSJTdXJ2ZXkiLz4NCgkJPHVpdGV4dCBuYW1lPSJRVUlaUE9EX1FVSVpBVE1QVF9JTkYiIHZhbHVlPSJJbmZpbml0ZSIvPg0KCQk8dWl0ZXh0IG5hbWU9IlFVSVpQT0RfUVVFU0FUTVBUX0lORiIgdmFsdWU9IkluZmluaXRlIi8+DQoJCTx1aXRleHQgbmFtZT0iV0FSTklOR01TR19ZRVNTVFJJTkciIHZhbHVlPSJZZXMiLz4NCgkJPHVpdGV4dCBuYW1lPSJXQVJOSU5HTVNHX05PU1RSSU5HIiB2YWx1ZT0iTm8iLz4NCgkJPHVpdGV4dCBuYW1lPSJXQVJOSU5HTVNHX1RJVExFU1RSSU5HIiB2YWx1ZT0iUXVpeiBOYXZpZ2F0aW9uIFdhcm5pbmciLz4NCgkJPHVpdGV4dCBuYW1lPSJXQVJOSU5HTVNHX01TR1NUUklORyIgdmFsdWU9IlRoZXJlIGFyZSB1bi1hdHRlbXB0ZWQgcXVlc3Rpb25zIGluIHRoaXMgUXVpei4mI3hBOyYjeEE7Q2xpY2tpbmcgWWVzIHdpbGwgdGFrZSB5b3Ugb3V0IG9mIHRoZSBRdWl6LiBDbGljayBObyB0byBjb250aW51ZSB0aGUgUXVpei4iLz4NCgkJPHVpdGV4dCBuYW1lPSJJTkZPUk1BVElPTl9IMjY0X0ZMQVNIUExBWUVSIiB2YWx1ZT0iVGhlIGN1cnJlbnQgdmVyc2lvbiBvZiBGbGFzaCBQbGF5ZXIgaW5zdGFsbGVkIG9uIHlvdXIgbWFjaGluZSBkb2VzIG5vdCBzdXBwb3J0IHRoaXMgdmlkZW8uIENsaWNrIG9uIHRoZSB2aWRlbyBhcmVhIHRvIGRvd25sb2FkIHRoZSBsYXRlc3Q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TaG93IHNpZGViYXIgdG8gcGFydGljaXBhbnRzIi8+DQoJCTx1aXRleHQgbmFtZT0iTVVURSIgdmFsdWU9Ik11dGUiLz4NCgkJPHVpdGV4dCBuYW1lPSJET0NXUkFQX1RJVExFIiB2YWx1ZT0iUHJlc2VudGVyIEZpbGUgQXR0YWNobWVudCIvPg0KCQk8dWl0ZXh0IG5hbWU9IkRPQ1dSQVBfTVNHIiB2YWx1ZT0iU2F2ZSB0byBNeSBDb21wdXRlciIvPg0KCQk8dWl0ZXh0IG5hbWU9IkRPQ1dSQVBfUFJPTVBUIiB2YWx1ZT0iQ2xpY2sgdG8gRG93bmxvYWQiLz4NCgk8L2xhbmd1YWdlPg0KCTxsYW5ndWFnZSBpZD0iYX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2KrYrdiw2YrYsSDYudmGINin2YTZhdix2YHZgtin2KoiLz4NCgkJPHVpdGV4dCBuYW1lPSJBVFRBQ0hNRU5UX1BSRVZJRVdfV0FSTklOR01TRyIgdmFsdWU9ItmE2Kcg2YrZhdmD2YYg2YHYqtitINin2YTZhdix2YHZgtin2Kog2YHZiiDZhtmF2Lcg2KfZhNmF2LnYp9mK2YbYqS4g2KfZhNix2KzYp9ihINin2LPYqtiu2K/Yp9mFINmG2LTYsSDZhNix2KTZitipINin2YTZhtiq2KfYptisLiIvPg0KCQk8dWl0ZXh0IG5hbWU9IlVOTkFNRURTTElERVRJVExFIiB2YWx1ZT0i2LTYsdmK2K3YqSAlbiIvPg0KCQk8dWl0ZXh0IG5hbWU9IkNPTExBQl9MT0NBTF9QTEFZQkFDS19NU0ciIHZhbHVlPSLZitis2LHZiiDYrdin2YTZitin2Ysg2KrYtNi62YrZhCDYp9mE2YXYrdiq2YjZiSDZhdit2YTZitin2YsuINin2YTYqti52KfZiNmGINmE2Kcg2YrYudmF2YQg2YHZiiDZh9iw2Kcg2KfZhNmI2LbYuS4iLz4NCgkJPHVpdGV4dCBuYW1lPSJDT0xMQUJfTE9DQUxfUExBWUJBQ0tfVElUTEUiIHZhbHVlPSLYqti02LrZitmEINmF2K3ZhNmKIi8+DQoJCTx1aXRleHQgbmFtZT0iQ09MTEFCX0xPQ0FMX1BMQVlCQUNLQlROIiB2YWx1ZT0i2YXZiNin2YHZgiIvPg0KCQk8IS0tIHN1YnN0aXR1dGlvbjogJW4gPT0gc2xpZGUgbnVtYmVyIC0tPg0KCQk8IS0tIHN1YnN0aXR1dGlvbjogJXQgPT0gdG90YWwgc2xpZGUgY291bnQgLS0+DQoJCTx1aXRleHQgbmFtZT0iU0NSVUJCQVJTVEFUVVNfU0xJREVJTkZPIiB2YWx1ZT0i2LTYsdmK2K3YqSAlbiAvICV0IHwgIi8+DQoJCTx1aXRleHQgbmFtZT0iU0NSVUJCQVJTVEFUVVNfU1RPUFBFRCIgdmFsdWU9ItmF2KrZiNmC2YEiLz4NCgkJPHVpdGV4dCBuYW1lPSJTQ1JVQkJBUlNUQVRVU19QTEFZSU5HIiB2YWx1ZT0i2YLZitivINin2YTYqti02LrZitmEIi8+DQoJCTx1aXRleHQgbmFtZT0iU0NSVUJCQVJTVEFUVVNfTk9BVURJTyIgdmFsdWU9ItmE2Kcg2YrZiNis2K8g2LXZiNiqIi8+DQoJCTx1aXRleHQgbmFtZT0iU0NSVUJCQVJTVEFUVVNfVklEUExBWUlORyIgdmFsdWU9Itin2YTZgdmK2K/ZitmIINmC2YrYryDYp9mE2KrYtNi62YrZhCIvPg0KCQk8dWl0ZXh0IG5hbWU9IlNDUlVCQkFSU1RBVFVTX0xPQURJTkciIHZhbHVlPSLZitis2LHZiiDYp9mE2KLZhiDYp9mE2KrYrdmF2YrZhC4uLiIvPg0KCQk8dWl0ZXh0IG5hbWU9IlNDUlVCQkFSU1RBVFVTX0JVRkZFUklORyIgdmFsdWU9ItmK2KzYsdmKINin2YTYotmGINin2YTYqtiu2LLZitmGINin2YTZhdik2YLYqiIvPg0KCQk8dWl0ZXh0IG5hbWU9IlNDUlVCQkFSU1RBVFVTX1FVRVNUSU9OIiB2YWx1ZT0i2KfZhNil2KzYp9io2Kkg2LnZhNmJINin2YTYs9ik2KfZhCIvPg0KCQk8dWl0ZXh0IG5hbWU9IlNDUlVCQkFSU1RBVFVTX1JFVklFV1FVSVoiIHZhbHVlPSLZhdix2KfYrNi52Kkg2KfZhNmF2LPYp9io2YLYqSIvPg0KCQk8IS0tIHN1YnN0aXR1dGlvbjogJW0gPT0gbWludXRlcyByZW1haW5pbmcgLS0+DQoJCTwhLS0gc3Vic3RpdHV0aW9uOiAlcyA9PSBzZWNvbmRzIHJlbWFpbmluZyAtLT4NCgkJPHVpdGV4dCBuYW1lPSJFTEFQU0VEIiB2YWx1ZT0iJW0g2K/Zgtin2KbZgiVzINir2YjYp9mGINmF2KrYqNmC2YrYqSIvPg0KCQk8dWl0ZXh0IG5hbWU9Ik5PVEZPVU5EIiB2YWx1ZT0i2YTZhSDZitmP2LnYq9ixINi52YTZiSDYtNmK2KEiLz4NCgkJPHVpdGV4dCBuYW1lPSJBVFRBQ0hNRU5UUyIgdmFsdWU9Itin2YTZhdix2YHZgtin2KoiLz4NCgkJPCEtLSBzdWJzdGl0dXRpb246ICVwID09IGN1cnJlbnQgc3BlYWtlcidzIHRpdGxlIC0tPg0KCQk8dWl0ZXh0IG5hbWU9IkJJT1dJTl9USVRMRSIgdmFsdWU9Itin2YTYs9mK2LHYqSDYp9mE2LDYp9iq2YrYqTogJXAiLz4NCgkJPHVpdGV4dCBuYW1lPSJCSU9CVE5fVElUTEUiIHZhbHVlPSLYp9mE2LPZitix2Kkg2KfZhNiw2KfYqtmK2KkiLz4NCgkJPHVpdGV4dCBuYW1lPSJESVZJREVSQlROX1RJVExFIiB2YWx1ZT0ifCIvPg0KCQk8dWl0ZXh0IG5hbWU9IkNPTlRBQ1RCVE5fVElUTEUiIHZhbHVlPSLYp9iq2LXYp9mEIi8+DQoJCTx1aXRleHQgbmFtZT0iVEFCX1FVSVoiIHZhbHVlPSLZhdiz2KfYqNmC2KkiLz4NCgkJPHVpdGV4dCBuYW1lPSJUQUJfT1VUTElORSIgdmFsdWU9ItmF2K7Yt9i3Ii8+DQoJCTx1aXRleHQgbmFtZT0iVEFCX1RIVU1CIiB2YWx1ZT0i2YXYtdi62ZHYsdipIi8+DQoJCTx1aXRleHQgbmFtZT0iVEFCX05PVEVTIiB2YWx1ZT0i2YXZhNin2K3YuNin2KoiLz4NCgkJPHVpdGV4dCBuYW1lPSJUQUJfU0VBUkNIIiB2YWx1ZT0i2KjYrdirIi8+DQoJCTx1aXRleHQgbmFtZT0iU0xJREVfSEVBRElORyIgdmFsdWU9Iti52YbZiNin2YYg2KfZhNi02LHZitit2KkgIi8+DQoJCTx1aXRleHQgbmFtZT0iRFVSQVRJT05fSEVBRElORyIgdmFsdWU9ItmF2K/YqSIvPg0KCQk8dWl0ZXh0IG5hbWU9IlNFQVJDSF9IRUFESU5HIiB2YWx1ZT0iOtin2YTYqNit2Ksg2LnZhiDZhti1Ii8+DQoJCTx1aXRleHQgbmFtZT0iVEhVTUJfSEVBRElORyIgdmFsdWU9Iti02LHZitit2KkiLz4NCgkJPHVpdGV4dCBuYW1lPSJUSFVNQl9JTkZPIiB2YWx1ZT0i2LnZhtmI2KfZhi/Zhdiv2Kkg2KfZhNi02LHZitit2KkiLz4NCgkJPHVpdGV4dCBuYW1lPSJBVFRBQ0hOQU1FX0hFQURJTkciIHZhbHVlPSLYp9iz2YUg2KfZhNmF2YTZgSIvPg0KCQk8dWl0ZXh0IG5hbWU9IkFUVEFDSFNJWkVfSEVBRElORyIgdmFsdWU9Itin2YTYrdis2YUiLz4NCgkJPHVpdGV4dCBuYW1lPSJTTElERV9OT1RFUyIgdmFsdWU9ItmF2YTYp9it2LjYp9iqINin2YTYtNix2YrYrdipIi8+DQoJCTx1aXRleHQgbmFtZT0iQ09VUlNFX1NUQVRVUyIgdmFsdWU9Itit2KfZhNipINin2YTZiNit2K/YqSIvPg0KCQk8dWl0ZXh0IG5hbWU9IlBBU1NFRF9TVFJJTkciIHZhbHVlPSLZhtis2KfYrSIvPg0KCQk8dWl0ZXh0IG5hbWU9IkZBSUxFRF9TVFJJTkciIHZhbHVlPSLZgdi02YQiLz4NCgkJPCEtLXF1aXogcG9kIGFuZCBtZXNzYWdlIGJveCB0ZXh0cy0tPg0KCQk8dWl0ZXh0IG5hbWU9IlFVSVpQT0RfUVVJWl9BVFRFTVBUIiB2YWx1ZT0i2LHZgtmFINin2YTZhdit2KfZiNmE2Kkg2YHZiiDYp9mE2YXYs9in2KjZgtipOiIvPg0KCQk8dWl0ZXh0IG5hbWU9IlFVSVpQT0RfUVVJWl9BVFRFTVBUX1ZBTFVFIiB2YWx1ZT0iJW4g2YXZhiAldCIvPg0KCQk8dWl0ZXh0IG5hbWU9IlFVSVpQT0RfUVVJWl9TQ09SRSIgdmFsdWU9IjrYp9mE2K/Ysdis2Kkg2KfZhNmF2LPYrNmE2KkiLz4NCgkJPHVpdGV4dCBuYW1lPSJRVUlaUE9EX1FVSVpfUEFTU1NDT1JFIiB2YWx1ZT0iOtiv2LHYrNipINin2YTZhtis2KfYrSIvPg0KCQk8dWl0ZXh0IG5hbWU9IlFVSVpQT0RfUVVJWl9NQVhTQ09SRSIgdmFsdWU9IjrYp9mE2K/Ysdis2Kkg2KfZhNmC2LXZiNmJIi8+DQoJCTx1aXRleHQgbmFtZT0iUVVJWlBPRF9RVUVTQVRNUFRfU1RSIiB2YWx1ZT0i2KfZhNmF2K3Yp9mI2YTYqSAlbiDZhdmGICV0Ii8+DQoJCTx1aXRleHQgbmFtZT0iUVVJWlBPRF9RVUVTVFlQRV9TVFIiIHZhbHVlPSLYp9mE2YbZiNi5OiAlcyIvPg0KCQk8dWl0ZXh0IG5hbWU9IlFVSVpQT0RfUVVFU1RZUEVfR1JEIiB2YWx1ZT0i2KrZhSDYqti12K3Zitit2YciLz4NCgkJPHVpdGV4dCBuYW1lPSJRVUlaUE9EX1FVRVNUWVBFX1NWWSIgdmFsdWU9Itin2LPYqti32YTYp9i5Ii8+DQoJCTx1aXRleHQgbmFtZT0iUVVJWlBPRF9RVUlaQVRNUFRfSU5GIiB2YWx1ZT0i2YTYpyDZhtmH2KfYptmKIi8+DQoJCTx1aXRleHQgbmFtZT0iUVVJWlBPRF9RVUVTQVRNUFRfSU5GIiB2YWx1ZT0i2YTYpyDZhtmH2KfYptmKIi8+DQoJCTx1aXRleHQgbmFtZT0iV0FSTklOR01TR19ZRVNTVFJJTkciIHZhbHVlPSLZhti52YUiLz4NCgkJPHVpdGV4dCBuYW1lPSJXQVJOSU5HTVNHX05PU1RSSU5HIiB2YWx1ZT0i2YTYpyIvPg0KCQk8dWl0ZXh0IG5hbWU9IldBUk5JTkdNU0dfVElUTEVTVFJJTkciIHZhbHVlPSLYqtit2LDZitixINi52YYg2KfZhNiq2YbZgtmEINmB2Yog2KfZhNmF2LPYp9io2YLYqSIvPg0KCQk8dWl0ZXh0IG5hbWU9IldBUk5JTkdNU0dfTVNHU1RSSU5HIiB2YWx1ZT0i2YfZhtin2YMg2KPYs9im2YTYqSDZhNmFINiq2KrZhSDYp9mE2KXYrNin2KjYqSDYudmE2YrZh9inINmB2Yog2KfZhNmF2LPYp9io2YLYqS4g2KfZhNmG2YLYsSDYudmE2Ykg2YbYudmFINiz2YrYrtix2KzZgyDZhdmGINin2YTZhdiz2KfYqNmC2KkuINin2YbZgtixINmE2Kcg2YTZhdiq2KfYqNi52Kkg2KfZhNmF2LPYp9io2YLYqS4iLz4NCgkJPHVpdGV4dCBuYW1lPSJJTkZPUk1BVElPTl9IMjY0X0ZMQVNIUExBWUVSIiB2YWx1ZT0i2YbYs9iu2KkgRmxhc2ggUGxheWVyICDYp9mE2YXYq9io2KrYqSDYrdin2YTZitin2Ysg2LnZhNmJINis2YfYp9iy2YMg2YTYpyDYqtiv2LnZhSDZh9iw2Kcg2KfZhNmB2YrYr9mK2YguINin2YbZgtixINi52YTZiSDZhdmG2LfZgtipINin2YTZgdmK2K/ZitmIINmE2KrZhtiy2YrZhCDYo9it2K/YqyDZhtiz2K7YqSDZhdmG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2KXYuNmH2KfYsSDYp9mE2LTYsdmK2Lcg2KfZhNis2KfZhtio2Yog2YTZhNmF2LTYp9ix2YPZitmGIi8+DQoJCTx1aXRleHQgbmFtZT0iTVVURSIgdmFsdWU9Iti12KfZhdiqIi8+DQoJCTx1aXRleHQgbmFtZT0iRE9DV1JBUF9USVRMRSIgdmFsdWU9Itin2YTZhdmE2YHYp9iqINin2YTZhdix2YHZgtipINmB2YogUHJlc2VudGVyIi8+DQoJCTx1aXRleHQgbmFtZT0iRE9DV1JBUF9NU0ciIHZhbHVlPSLYp9mE2K3Zgdi4INmB2Yog2KzZh9in2LIg2KfZhNmD2YXYqNmK2YjYqtixIi8+DQoJCTx1aXRleHQgbmFtZT0iRE9DV1JBUF9QUk9NUFQiIHZhbHVlPSLYp9mG2YLYsSDZh9mG2Kcg2YTZhNiq2YbYstmK2YQiLz4NCgk8L2xhbmd1YWdlPg0KCTxsYW5ndWFnZSBpZD0iZGU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V2FybnVuZyBiZWltIMOWZmZuZW4gdm9uIEFubGFnZW4iLz4NCgkJPHVpdGV4dCBuYW1lPSJBVFRBQ0hNRU5UX1BSRVZJRVdfV0FSTklOR01TRyIgdmFsdWU9IkFuaMOkbmdlIGvDtm5uZW4gbmljaHQgaW0gVm9yc2NoYXUtTW9kdXMgZ2XDtmZmbmV0IHdlcmRlbi4gVmVyd2VuZGVuIFNpZSDigJ5WZXLDtmZmZW50bGljaGVu4oCcLCB1bSBkaWUgRXJnZWJuaXNzZSBhbnp1emVpZ2VuLiIvPg0KCQk8dWl0ZXh0IG5hbWU9IkNPTExBQl9MT0NBTF9QTEFZQkFDS19NU0ciIHZhbHVlPSJJbmhhbHQgd2lyZCBsb2thbCBnZXNwaWVsdC4gWnVzYW1tZW5hcmJlaXQgZnVua3Rpb25pZXJ0IGluIGRpZXNlbSBNb2R1cyBuaWNodC4iLz4NCgkJPHVpdGV4dCBuYW1lPSJDT0xMQUJfTE9DQUxfUExBWUJBQ0tfVElUTEUiIHZhbHVlPSJMb2thbGUgV2llZGVyZ2FiZSIvPg0KCQk8dWl0ZXh0IG5hbWU9IkNPTExBQl9MT0NBTF9QTEFZQkFDS0JUTiIgdmFsdWU9Ik9LIi8+DQoJCTx1aXRleHQgbmFtZT0iVU5OQU1FRFNMSURFVElUTEUiIHZhbHVlPSJGb2xpZSAlbiIvPg0KCQk8IS0tIHN1YnN0aXR1dGlvbjogJW4gPT0gc2xpZGUgbnVtYmVyIC0tPg0KCQk8IS0tIHN1YnN0aXR1dGlvbjogJXQgPT0gdG90YWwgc2xpZGUgY291bnQgLS0+DQoJCTx1aXRleHQgbmFtZT0iU0NSVUJCQVJTVEFUVVNfU0xJREVJTkZPIiB2YWx1ZT0iRm9saWUgJW4gLyAldCB8ICIvPg0KCQk8dWl0ZXh0IG5hbWU9IlNDUlVCQkFSU1RBVFVTX1NUT1BQRUQiIHZhbHVlPSJCZWVuZGV0Ii8+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+DQoJCTx1aXRleHQgbmFtZT0iU0NSVUJCQVJTVEFUVVNfUVVFU1RJT04iIHZhbHVlPSJGcmFnZSBiZWFudHdvcnRlbiIvPg0KCQk8dWl0ZXh0IG5hbWU9IlNDUlVCQkFSU1RBVFVTX1JFVklFV1FVSVoiIHZhbHVlPSJOb2NobWFscyBkdXJjaHNlaGVuIi8+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+DQoJCTx1aXRleHQgbmFtZT0iQklPV0lOX1RJVExFIiB2YWx1ZT0iU3ByZWNoZXI6ICVwIi8+DQoJCTx1aXRleHQgbmFtZT0iQklPQlROX1RJVExFIiB2YWx1ZT0iU3ByZWNoZXIiLz4NCgkJPHVpdGV4dCBuYW1lPSJESVZJREVSQlROX1RJVExFIiB2YWx1ZT0ifCIvPg0KCQk8dWl0ZXh0IG5hbWU9IkNPTlRBQ1RCVE5fVElUTEUiIHZhbHVlPSJLb250YWt0Ii8+DQoJCTx1aXRleHQgbmFtZT0iVEFCX1FVSVoiIHZhbHVlPSJRdWl6Ii8+DQoJCTx1aXRleHQgbmFtZT0iVEFCX09VVExJTkUiIHZhbHVlPSJTdHJ1a3R1ciIvPg0KCQk8dWl0ZXh0IG5hbWU9IlRBQl9USFVNQiIgdmFsdWU9Ik1pbmlhdHVyIi8+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HVpdGV4dCBuYW1lPSJDT1VSU0VfU1RBVFVTIiB2YWx1ZT0iTW9kdWxzdGF0dXMiLz4NCgkJPHVpdGV4dCBuYW1lPSJQQVNTRURfU1RSSU5HIiB2YWx1ZT0iRXJmb2xncmVpY2giLz4NCgkJPHVpdGV4dCBuYW1lPSJGQUlMRURfU1RSSU5HIiB2YWx1ZT0iRmVobGdlc2NobGFnZW4iLz4NCgkJPCEtLXF1aXogcG9kIGFuZCBtZXNzYWdlIGJveCB0ZXh0cy0tPg0KCQk8dWl0ZXh0IG5hbWU9IlFVSVpQT0RfUVVJWl9BVFRFTVBUIiB2YWx1ZT0iUXVpenZlcnN1Y2g6Ii8+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+DQoJCTx1aXRleHQgbmFtZT0iUVVJWlBPRF9RVUVTQVRNUFRfU1RSIiB2YWx1ZT0iVmVyc3VjaDogJW4gdm9uICV0Ii8+DQoJCTx1aXRleHQgbmFtZT0iUVVJWlBPRF9RVUVTVFlQRV9TVFIiIHZhbHVlPSJUeXA6ICVzIi8+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+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+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QXVzIi8+DQoJCTx1aXRleHQgbmFtZT0iRE9DV1JBUF9USVRMRSIgdmFsdWU9IlByZXNlbnRlci1BbmhhbmciLz4NCgkJPHVpdGV4dCBuYW1lPSJET0NXUkFQX01TRyIgdmFsdWU9IkF1ZiBtZWluZW0gQXJiZWl0c3BsYXR6IHNwZWljaGVybiIvPg0KCQk8dWl0ZXh0IG5hbWU9IkRPQ1dSQVBfUFJPTVBUIiB2YWx1ZT0iWnVtIEhlcnVudGVybGFkZW4ga2xpY2tlbiIvPg0KCTwvbGFuZ3VhZ2U+DQoJPGxhbmd1YWdlIGlkPSJmc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mVydGlzc2VtZW50IGNvbmNlcm5hbnQgbGEgcGnDqGNlIGpvaW50ZSIvPg0KCQk8dWl0ZXh0IG5hbWU9IkFUVEFDSE1FTlRfUFJFVklFV19XQVJOSU5HTVNHIiB2YWx1ZT0iTGVzIHBpw6hjZXMgam9pbnRlcyBuZSBwZXV2ZW50IHBhcyDDqnRyZSBvdXZlcnRlcyBlbiBtb2RlIEFwZXLDp3UuIFV0aWxpc2V6IGxhIHB1YmxpY2F0aW9uIHBvdXIgYWZmaWNoZXIgbGVzIHLDqXN1bHRhdHMuIi8+DQoJCTx1aXRleHQgbmFtZT0iQ09MTEFCX0xPQ0FMX1BMQVlCQUNLX01TRyIgdmFsdWU9IkxlIGNvbnRlbnUgZXN0IGx1IGxvY2FsZW1lbnQuIExhIGNvbGxhYm9yYXRpb24gbuKAmWVzdCBwYXMgcHJpc2UgZW4gY2hhcmdlIHBvdXIgY2UgbW9kZS4iLz4NCgkJPHVpdGV4dCBuYW1lPSJDT0xMQUJfTE9DQUxfUExBWUJBQ0tfVElUTEUiIHZhbHVlPSJMZWN0dXJlIGxvY2FsZSIvPg0KCQk8dWl0ZXh0IG5hbWU9IkNPTExBQl9MT0NBTF9QTEFZQkFDS0JUTiIgdmFsdWU9Ik9rIi8+DQoJCTx1aXRleHQgbmFtZT0iVU5OQU1FRFNMSURFVElUTEUiIHZhbHVlPSJEaWFwb3NpdGl2ZSAlbiIvPg0KCQk8IS0tIHN1YnN0aXR1dGlvbjogJW4gPT0gc2xpZGUgbnVtYmVyIC0tPg0KCQk8IS0tIHN1YnN0aXR1dGlvbjogJXQgPT0gdG90YWwgc2xpZGUgY291bnQgLS0+DQoJCTx1aXRleHQgbmFtZT0iU0NSVUJCQVJTVEFUVVNfU0xJREVJTkZPIiB2YWx1ZT0iRGlhcG9zaXRpdmUgJW4gLyAldCB8ICIvPg0KCQk8dWl0ZXh0IG5hbWU9IlNDUlVCQkFSU1RBVFVTX1NUT1BQRUQiIHZhbHVlPSJBcnLDqnTDqWUiLz4NCgkJPHVpdGV4dCBuYW1lPSJTQ1JVQkJBUlNUQVRVU19QTEFZSU5HIiB2YWx1ZT0iTGVjdHVyZSIvPg0KCQk8dWl0ZXh0IG5hbWU9IlNDUlVCQkFSU1RBVFVTX05PQVVESU8iIHZhbHVlPSJQYXMgZGUgc29uIi8+DQoJCTx1aXRleHQgbmFtZT0iU0NSVUJCQVJTVEFUVVNfVklEUExBWUlORyIgdmFsdWU9IkxlY3R1cmUgdmlkw6lvIGVuIGNvdXJzIi8+DQoJCTx1aXRleHQgbmFtZT0iU0NSVUJCQVJTVEFUVVNfTE9BRElORyIgdmFsdWU9IkNoYXJnZW1lbnQgZW4gY291cnMiLz4NCgkJPHVpdGV4dCBuYW1lPSJTQ1JVQkJBUlNUQVRVU19CVUZGRVJJTkciIHZhbHVlPSJNaXNlIGVuIG3DqW1vaXJlIi8+DQoJCTx1aXRleHQgbmFtZT0iU0NSVUJCQVJTVEFUVVNfUVVFU1RJT04iIHZhbHVlPSJSw6lwb25kcmUgw6AgbGEgcXVlc3Rpb24iLz4NCgkJPHVpdGV4dCBuYW1lPSJTQ1JVQkJBUlNUQVRVU19SRVZJRVdRVUlaIiB2YWx1ZT0iUsOpdmlzaW9uIGR1IHF1ZXN0aW9ubmFpcmUiLz4NCgkJPCEtLSBzdWJzdGl0dXRpb246ICVtID09IG1pbnV0ZXMgcmVtYWluaW5nIC0tPg0KCQk8IS0tIHN1YnN0aXR1dGlvbjogJXMgPT0gc2Vjb25kcyByZW1haW5pbmcgLS0+DQoJCTx1aXRleHQgbmFtZT0iRUxBUFNFRCIgdmFsdWU9IiVtIG1pbnV0ZXMgJXMgc2Vjb25kZXMgcmVzdGFudGVzIi8+DQoJCTx1aXRleHQgbmFtZT0iTk9URk9VTkQiIHZhbHVlPSJSaWVuIHRyb3V2w6kiLz4NCgkJPHVpdGV4dCBuYW1lPSJBVFRBQ0hNRU5UUyIgdmFsdWU9IlBpw6hjZXMgam9pbnRlcyIvPg0KCQk8IS0tIHN1YnN0aXR1dGlvbjogJXAgPT0gY3VycmVudCBzcGVha2VyJ3MgdGl0bGUgLS0+DQoJCTx1aXRleHQgbmFtZT0iQklPV0lOX1RJVExFIiB2YWx1ZT0iQmlvIDogJXAiLz4NCgkJPHVpdGV4dCBuYW1lPSJCSU9CVE5fVElUTEUiIHZhbHVlPSJCaW8gOiIvPg0KCQk8dWl0ZXh0IG5hbWU9IkRJVklERVJCVE5fVElUTEUiIHZhbHVlPSJ8Ii8+DQoJCTx1aXRleHQgbmFtZT0iQ09OVEFDVEJUTl9USVRMRSIgdmFsdWU9IkNvbnRhY3QiLz4NCgkJPHVpdGV4dCBuYW1lPSJUQUJfUVVJWiIgdmFsdWU9IlF1aXoiLz4NCgkJPHVpdGV4dCBuYW1lPSJUQUJfT1VUTElORSIgdmFsdWU9IlBsYW4iLz4NCgkJPHVpdGV4dCBuYW1lPSJUQUJfVEhVTUIiIHZhbHVlPSJEaWFwb3MiLz4NCgkJPHVpdGV4dCBuYW1lPSJUQUJfTk9URVMiIHZhbHVlPSJOb3RlcyIvPg0KCQk8dWl0ZXh0IG5hbWU9IlRBQl9TRUFSQ0giIHZhbHVlPSJSZWNoZXJjaGUiLz4NCgkJPHVpdGV4dCBuYW1lPSJTTElERV9IRUFESU5HIiB2YWx1ZT0iVGl0cmUgZGUgbGEgZGlhcG9zaXRpdmUiLz4NCgkJPHVpdGV4dCBuYW1lPSJEVVJBVElPTl9IRUFESU5HIiB2YWx1ZT0iRHVyw6llIi8+DQoJCTx1aXRleHQgbmFtZT0iU0VBUkNIX0hFQURJTkciIHZhbHVlPSJSZWNoZXJjaGUgZGUgdGV4dGUgOiIvPg0KCQk8dWl0ZXh0IG5hbWU9IlRIVU1CX0hFQURJTkciIHZhbHVlPSJEaWFwb3NpdGl2ZSIvPg0KCQk8dWl0ZXh0IG5hbWU9IlRIVU1CX0lORk8iIHZhbHVlPSJUaXRyZS9kdXLDqWUiLz4NCgkJPHVpdGV4dCBuYW1lPSJBVFRBQ0hOQU1FX0hFQURJTkciIHZhbHVlPSJOb20gZGUgZmljaGllciIvPg0KCQk8dWl0ZXh0IG5hbWU9IkFUVEFDSFNJWkVfSEVBRElORyIgdmFsdWU9IlRhaWxsZSIvPg0KCQk8dWl0ZXh0IG5hbWU9IlNMSURFX05PVEVTIiB2YWx1ZT0iQ29tbWVudGFpcmVzIGRlcyBkaWFwb3NpdGl2ZXMiLz4NCgkJPHVpdGV4dCBuYW1lPSJDT1VSU0VfU1RBVFVTIiB2YWx1ZT0iU3RhdHV0IGR1IG1vZHVsZSIvPg0KCQk8dWl0ZXh0IG5hbWU9IlBBU1NFRF9TVFJJTkciIHZhbHVlPSJSw6l1c3NpIi8+DQoJCTx1aXRleHQgbmFtZT0iRkFJTEVEX1NUUklORyIgdmFsdWU9IkVjaG91w6kiLz4NCgkJPCEtLXF1aXogcG9kIGFuZCBtZXNzYWdlIGJveCB0ZXh0cy0tPg0KCQk8dWl0ZXh0IG5hbWU9IlFVSVpQT0RfUVVJWl9BVFRFTVBUIiB2YWx1ZT0iVGVudGF0aXZlIGRlIHF1ZXN0aW9ubmFpcmUgOiIvPg0KCQk8dWl0ZXh0IG5hbWU9IlFVSVpQT0RfUVVJWl9BVFRFTVBUX1ZBTFVFIiB2YWx1ZT0iJW4gc3VyICV0Ii8+DQoJCTx1aXRleHQgbmFtZT0iUVVJWlBPRF9RVUlaX1NDT1JFIiB2YWx1ZT0iTm90ZSBvYnRlbnVlIDoiLz4NCgkJPHVpdGV4dCBuYW1lPSJRVUlaUE9EX1FVSVpfUEFTU1NDT1JFIiB2YWx1ZT0iTm90ZSBkJ2FkbWlzc2liaWxpdMOpwqA6Ii8+DQoJCTx1aXRleHQgbmFtZT0iUVVJWlBPRF9RVUlaX01BWFNDT1JFIiB2YWx1ZT0iTm90ZSBtYXhpbWFsZSA6Ii8+DQoJCTx1aXRleHQgbmFtZT0iUVVJWlBPRF9RVUVTQVRNUFRfU1RSIiB2YWx1ZT0iVGVudGF0aXZlIDogJW4gc3VyICV0Ii8+DQoJCTx1aXRleHQgbmFtZT0iUVVJWlBPRF9RVUVTVFlQRV9TVFIiIHZhbHVlPSJUeXBlOiAlcyIvPg0KCQk8dWl0ZXh0IG5hbWU9IlFVSVpQT0RfUVVFU1RZUEVfR1JEIiB2YWx1ZT0iTm90w6kiLz4NCgkJPHVpdGV4dCBuYW1lPSJRVUlaUE9EX1FVRVNUWVBFX1NWWSIgdmFsdWU9IkVucXXDqnRlIi8+DQoJCTx1aXRleHQgbmFtZT0iUVVJWlBPRF9RVUlaQVRNUFRfSU5GIiB2YWx1ZT0iSWxsaW1pdMOpIi8+DQoJCTx1aXRleHQgbmFtZT0iUVVJWlBPRF9RVUVTQVRNUFRfSU5GIiB2YWx1ZT0iSWxsaW1pdMOpIi8+DQoJCTx1aXRleHQgbmFtZT0iV0FSTklOR01TR19ZRVNTVFJJTkciIHZhbHVlPSJPdWkiLz4NCgkJPHVpdGV4dCBuYW1lPSJXQVJOSU5HTVNHX05PU1RSSU5HIiB2YWx1ZT0iTm9uIi8+DQoJCTx1aXRleHQgbmFtZT0iV0FSTklOR01TR19USVRMRVNUUklORyIgdmFsdWU9IkF2ZXJ0aXNzZW1lbnQgZGUgbmF2aWdhdGlvbiBkdSBxdWVzdGlvbm5haXJlIi8+DQoJCTx1aXRleHQgbmFtZT0iV0FSTklOR01TR19NU0dTVFJJTkciIHZhbHVlPSJWb3VzIG4nYXZleiBwYXMgcsOpcG9uZHUgw6AgY2VydGFpbmVzIHF1ZXN0aW9ucyBkZSBjZSBxdWVzdGlvbm5haXJlLiYjeEE7JiN4QTtTaSB2b3VzIGNsaXF1ZXogc3VyIE91aSwgdm91cyBxdWl0dGVyZXogbGUgcXVlc3Rpb25uYWlyZS4gQ2xpcXVleiBzdXIgTm9uIHBvdXIgY29udGludWVyIGxlIHF1ZXN0aW9ubmFpcmUuIi8+DQoJCTx1aXRleHQgbmFtZT0iSU5GT1JNQVRJT05fSDI2NF9GTEFTSFBMQVlFUiIgdmFsdWU9IkxhIHZlcnNpb24gZGUgRmxhc2ggUGxheWVyIGFjdHVlbGxlbWVudCBpbnN0YWxsw6llIHN1ciB2b3RyZSBtYWNoaW5lIG5lIHByZW5kIHBhcyBlbiBjaGFyZ2UgY2UgdHlwZSBkZSB2aWTDqW8uIENsaXF1ZXogc3VyIGxhIHpvbmUgdmlkw6lvIHBvdXIgdMOpbMOpY2hhcmdlciBsYSBkZXJuacOocmUgdmVyc2lvbiBkZS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bnRyZXIgbCdlbmNhZHLDqSBhdXggcGFydGljaXBhbnRzIi8+DQoJCTx1aXRleHQgbmFtZT0iTVVURSIgdmFsdWU9Ik11ZXQiLz4NCgkJPHVpdGV4dCBuYW1lPSJET0NXUkFQX1RJVExFIiB2YWx1ZT0iUGnDqGNlIGpvaW50ZSBQcmVzZW50ZXIiLz4NCgkJPHVpdGV4dCBuYW1lPSJET0NXUkFQX01TRyIgdmFsdWU9IkVucmVnaXN0cmVyIHN1ciBtb24gb3JkaW5hdGV1ciIvPg0KCQk8dWl0ZXh0IG5hbWU9IkRPQ1dSQVBfUFJPTVBUIiB2YWx1ZT0iQ2xpcXVlciBwb3VyIHTDqWzDqWNoYXJnZXIiLz4NCgk8L2xhbmd1YWdlPg0KCTxsYW5ndWFnZSBpZD0iamE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+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+DQoJCTx1aWZvbnQgbmFtZT0iRk9OVF9UQUJTIiB2YWx1ZT0iVmVyZGFuYSwxMCxmYWxzZSxmYWxzZSxmYWxzZSIvPg0KCQk8dWlmb250IG5hbWU9IkZPTlRfUFJFU0VOVEFUSU9OTkFNRSIgdmFsdWU9IlZlcmRhbmEsMTUsZmFsc2UsZmFsc2UsdHJ1ZSIvPg0KCQk8dWlmb250IG5hbWU9IkZPTlRfUFJFU0VOVEVSTkFNRSIgdmFsdWU9IlZlcmRhbmEsMTUsdHJ1ZSxmYWxzZSx0cnVlIi8+DQoJCTx1aWZvbnQgbmFtZT0iRk9OVF9QUkVTRU5URVJUSVRMRSIgdmFsdWU9IlZlcmRhbmEsMTE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ua3u+S7mOODleOCoeOCpOODq+itpuWRiiIvPg0KCQk8dWl0ZXh0IG5hbWU9IkFUVEFDSE1FTlRfUFJFVklFV19XQVJOSU5HTVNHIiB2YWx1ZT0i5re75LuY44OV44Kh44Kk44Or44Gv44OX44Os44OT44Ol44O844Oi44O844OJ44Gn44Gv6ZaL44GN44G+44Gb44KT44CC44OR44OW44Oq44OD44K344Ol44KS5L2/55So44GX44Gm57WQ5p6c44KS6KGo56S644GX44Gm44GP44Gg44GV44GE44CCIi8+DQoJCTx1aXRleHQgbmFtZT0iQ09MTEFCX0xPQ0FMX1BMQVlCQUNLX01TRyIgdmFsdWU9IuOCs+ODs+ODhuODs+ODhOOBr+ODreODvOOCq+ODq+OBp+WGjeeUn+OBleOCjOOBpuOBhOOBvuOBmeOAguOBk+OBruODouODvOODieOBp+OBr+WFseWQjOS9nOalreOBp+OBjeOBvuOBm+OCk+OAgiIvPg0KCQk8dWl0ZXh0IG5hbWU9IkNPTExBQl9MT0NBTF9QTEFZQkFDS19USVRMRSIgdmFsdWU9IuODreODvOOCq+ODq+WGjeeUnyIvPg0KCQk8dWl0ZXh0IG5hbWU9IkNPTExBQl9MT0NBTF9QTEFZQkFDS0JUTiIgdmFsdWU9Ik9LIi8+DQoJCTx1aXRleHQgbmFtZT0iVU5OQU1FRFNMSURFVElUTEUiIHZhbHVlPSLjgrnjg6njgqTjg4kgOiAlbiIvPg0KCQk8IS0tIHN1YnN0aXR1dGlvbjogJW4gPT0gc2xpZGUgbnVtYmVyIC0tPg0KCQk8IS0tIHN1YnN0aXR1dGlvbjogJXQgPT0gdG90YWwgc2xpZGUgY291bnQgLS0+DQoJCTx1aXRleHQgbmFtZT0iU0NSVUJCQVJTVEFUVVNfU0xJREVJTkZPIiB2YWx1ZT0i44K544Op44Kk44OJIDogJW4gLyAldCB8ICIvPg0KCQk8dWl0ZXh0IG5hbWU9IlNDUlVCQkFSU1RBVFVTX1NUT1BQRUQiIHZhbHVlPSLlgZzmraIiLz4NCgkJPHVpdGV4dCBuYW1lPSJTQ1JVQkJBUlNUQVRVU19QTEFZSU5HIiB2YWx1ZT0i5YaN55Sf5LitIi8+DQoJCTx1aXRleHQgbmFtZT0iU0NSVUJCQVJTVEFUVVNfTk9BVURJTyIgdmFsdWU9Iumfs+WjsOOBquOBlyIvPg0KCQk8dWl0ZXh0IG5hbWU9IlNDUlVCQkFSU1RBVFVTX1ZJRFBMQVlJTkciIHZhbHVlPSLjg5Pjg4fjgqrlho3nlJ/kuK0iLz4NCgkJPHVpdGV4dCBuYW1lPSJTQ1JVQkJBUlNUQVRVU19MT0FESU5HIiB2YWx1ZT0i44Ot44O844OJ5LitIi8+DQoJCTx1aXRleHQgbmFtZT0iU0NSVUJCQVJTVEFUVVNfQlVGRkVSSU5HIiB2YWx1ZT0i44OQ44OD44OV44Kh5LitIi8+DQoJCTx1aXRleHQgbmFtZT0iU0NSVUJCQVJTVEFUVVNfUVVFU1RJT04iIHZhbHVlPSLos6rllY/jgavnrZTjgYjjgabkuIvjgZXjgYQiLz4NCgkJPHVpdGV4dCBuYW1lPSJTQ1JVQkJBUlNUQVRVU19SRVZJRVdRVUlaIiB2YWx1ZT0i44Kv44Kk44K644KS44Os44OT44Ol44O844GX44Gm44GE44G+44GZIi8+DQoJCTwhLS0gc3Vic3RpdHV0aW9uOiAlbSA9PSBtaW51dGVzIHJlbWFpbmluZyAtLT4NCgkJPCEtLSBzdWJzdGl0dXRpb246ICVzID09IHNlY29uZHMgcmVtYWluaW5nIC0tPg0KCQk8dWl0ZXh0IG5hbWU9IkVMQVBTRUQiIHZhbHVlPSLmrovjgoogOiAlbSDliIYgJXMg56eSIi8+DQoJCTx1aXRleHQgbmFtZT0iTk9URk9VTkQiIHZhbHVlPSLkvZXjgoLopovjgaTjgYvjgorjgb7jgZvjgpMiLz4NCgkJPHVpdGV4dCBuYW1lPSJBVFRBQ0hNRU5UUyIgdmFsdWU9Iua3u+S7mCIvPg0KCQk8IS0tIHN1YnN0aXR1dGlvbjogJXAgPT0gY3VycmVudCBzcGVha2VyJ3MgdGl0bGUgLS0+DQoJCTx1aXRleHQgbmFtZT0iQklPV0lOX1RJVExFIiB2YWx1ZT0i57WM5q20IDogJXAiLz4NCgkJPHVpdGV4dCBuYW1lPSJCSU9CVE5fVElUTEUiIHZhbHVlPSLntYzmrbQiLz4NCgkJPHVpdGV4dCBuYW1lPSJESVZJREVSQlROX1RJVExFIiB2YWx1ZT0ifCIvPg0KCQk8dWl0ZXh0IG5hbWU9IkNPTlRBQ1RCVE5fVElUTEUiIHZhbHVlPSLjgYrllY/jgYTlkIjjgo/jgZsiLz4NCgkJPHVpdGV4dCBuYW1lPSJUQUJfUVVJWiIgdmFsdWU9IuOCr+OCpOOCuiIvPg0KCQk8dWl0ZXh0IG5hbWU9IlRBQl9PVVRMSU5FIiB2YWx1ZT0i44Ki44Km44OI44Op44Kk44OzIi8+DQoJCTx1aXRleHQgbmFtZT0iVEFCX1RIVU1CIiB2YWx1ZT0i44K144Og44ON44O844OrIi8+DQoJCTx1aXRleHQgbmFtZT0iVEFCX05PVEVTIiB2YWx1ZT0i44OO44O844OIIi8+DQoJCTx1aXRleHQgbmFtZT0iVEFCX1NFQVJDSCIgdmFsdWU9IuaknOe0oiIvPg0KCQk8dWl0ZXh0IG5hbWU9IlNMSURFX0hFQURJTkciIHZhbHVlPSLjgrnjg6njgqTjg4njgr/jgqTjg4jjg6siLz4NCgkJPHVpdGV4dCBuYW1lPSJEVVJBVElPTl9IRUFESU5HIiB2YWx1ZT0i6ZW344GVIi8+DQoJCTx1aXRleHQgbmFtZT0iU0VBUkNIX0hFQURJTkciIHZhbHVlPSLmpJzntKLjgZnjgovjg4bjgq3jgrnjg4ggOiAiLz4NCgkJPHVpdGV4dCBuYW1lPSJUSFVNQl9IRUFESU5HIiB2YWx1ZT0i44K544Op44Kk44OJIi8+DQoJCTx1aXRleHQgbmFtZT0iVEhVTUJfSU5GTyIgdmFsdWU9IuOCueODqeOCpOODieOCv+OCpOODiOODqyAvIOmVt+OBlSIvPg0KCQk8dWl0ZXh0IG5hbWU9IkFUVEFDSE5BTUVfSEVBRElORyIgdmFsdWU9IuODleOCoeOCpOODq+WQjSIvPg0KCQk8dWl0ZXh0IG5hbWU9IkFUVEFDSFNJWkVfSEVBRElORyIgdmFsdWU9IuOCteOCpOOCuiIvPg0KCQk8dWl0ZXh0IG5hbWU9IlNMSURFX05PVEVTIiB2YWx1ZT0i44K544Op44Kk44OJ44OO44O844OIIi8+DQoJCTx1aXRleHQgbmFtZT0iQ09VUlNFX1NUQVRVUyIgdmFsdWU9IuODouOCuOODpeODvOODq+OCueODhuODvOOCv+OCuSIvPg0KCQk8dWl0ZXh0IG5hbWU9IlBBU1NFRF9TVFJJTkciIHZhbHVlPSLlkIjmoLwiLz4NCgkJPHVpdGV4dCBuYW1lPSJGQUlMRURfU1RSSU5HIiB2YWx1ZT0i5LiN5ZCI5qC8Ii8+DQoJCTwhLS1xdWl6IHBvZCBhbmQgbWVzc2FnZSBib3ggdGV4dHMtLT4NCgkJPHVpdGV4dCBuYW1lPSJRVUlaUE9EX1FVSVpfQVRURU1QVCIgdmFsdWU9IuOCr+OCpOOCuuippuihjOWbnuaVsCA6ICIvPg0KCQk8dWl0ZXh0IG5hbWU9IlFVSVpQT0RfUVVJWl9BVFRFTVBUX1ZBTFVFIiB2YWx1ZT0iJW4gLyAldCIvPg0KCQk8dWl0ZXh0IG5hbWU9IlFVSVpQT0RfUVVJWl9TQ09SRSIgdmFsdWU9IuOCueOCs+OCoiA6ICIvPg0KCQk8dWl0ZXh0IG5hbWU9IlFVSVpQT0RfUVVJWl9QQVNTU0NPUkUiIHZhbHVlPSLlkIjmoLzngrkgOiIvPg0KCQk8dWl0ZXh0IG5hbWU9IlFVSVpQT0RfUVVJWl9NQVhTQ09SRSIgdmFsdWU9IuacgOmrmOW+l+eCuSA6ICIvPg0KCQk8dWl0ZXh0IG5hbWU9IlFVSVpQT0RfUVVFU0FUTVBUX1NUUiIgdmFsdWU9IuippuihjOWbnuaVsCA6ICVuIC8gJXQiLz4NCgkJPHVpdGV4dCBuYW1lPSJRVUlaUE9EX1FVRVNUWVBFX1NUUiIgdmFsdWU9IuOCv+OCpOODlyA6ICVzIi8+DQoJCTx1aXRleHQgbmFtZT0iUVVJWlBPRF9RVUVTVFlQRV9HUkQiIHZhbHVlPSLoqZXkvqEiLz4NCgkJPHVpdGV4dCBuYW1lPSJRVUlaUE9EX1FVRVNUWVBFX1NWWSIgdmFsdWU9IuOCouODs+OCseODvOODiCIvPg0KCQk8dWl0ZXh0IG5hbWU9IlFVSVpQT0RfUVVJWkFUTVBUX0lORiIgdmFsdWU9IueEoeWItumZkCIvPg0KCQk8dWl0ZXh0IG5hbWU9IlFVSVpQT0RfUVVFU0FUTVBUX0lORiIgdmFsdWU9IueEoeWItumZkCIvPg0KCQk8dWl0ZXh0IG5hbWU9IldBUk5JTkdNU0dfWUVTU1RSSU5HIiB2YWx1ZT0i44Gv44GEIi8+DQoJCTx1aXRleHQgbmFtZT0iV0FSTklOR01TR19OT1NUUklORyIgdmFsdWU9IuOBhOOBhOOBiCIvPg0KCQk8dWl0ZXh0IG5hbWU9IldBUk5JTkdNU0dfVElUTEVTVFJJTkciIHZhbHVlPSLjgq/jgqTjgrrjga7jg4rjg5PjgrLjg7zjgrfjg6fjg7PjgavplqLjgZnjgovorablkYoiLz4NCgkJPHVpdGV4dCBuYW1lPSJXQVJOSU5HTVNHX01TR1NUUklORyIgdmFsdWU9IuOBk+OBruOCr+OCpOOCuuOBq+OBr+OAgeOBvuOBoOino+etlOOBl+OBpuOBhOOBquOBhOizquWVj+OBjOOBguOCiuOBvuOBmeOAgiYjeEE7JiN4QTsg44Kv44Kk44K644KS57WC5LqG44GZ44KL44Gr44Gv44CB44CM44Gv44GE44CN44KS44Kv44Oq44OD44Kv44GX44G+44GZ44CC44Kv44Kk44K644KS57aa6KGM44GZ44KL44Gr44Gv44CB44CM44GE44GE44GI44CN44KS44Kv44Oq44OD44Kv44GX44G+44GZ44CCIi8+DQoJCTx1aXRleHQgbmFtZT0iSU5GT1JNQVRJT05fSDI2NF9GTEFTSFBMQVlFUiIgdmFsdWU9IuOBiuS9v+OBhOOBruOCs+ODs+ODlOODpeODvOOCv+OBq+ePvuWcqOOCpOODs+OCueODiOODvOODq+OBleOCjOOBpuOBhOOCiyBGbGFzaCBQbGF5ZXIg44Gu44OQ44O844K444On44Oz44Gv44CB44GT44Gu44OT44OH44Kq44KS44K144Od44O844OI44GX44Gm44GE44G+44Gb44KT44CC5pyA5paw44GuIEZsYXNoIFBsYXllciDjgpLjg4Djgqbjg7Pjg63jg7zjg4njgZnjgovjgavjga/jgIHjg5Pjg4fjgqrpoJjln5/jgpLjgq/jg6rjg4Pjgq/jgZfjgabjgY/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+C5Yqg6ICF44Gr6KaL44Gb44KLIi8+DQoJCTx1aXRleHQgbmFtZT0iTVVURSIgdmFsdWU9IuODn+ODpeODvOODiCIvPg0KCQk8dWl0ZXh0IG5hbWU9IkRPQ1dSQVBfVElUTEUiIHZhbHVlPSJQcmVzZW50ZXIg5re75LuY44OV44Kh44Kk44OrIi8+DQoJCTx1aXRleHQgbmFtZT0iRE9DV1JBUF9NU0ciIHZhbHVlPSLjg57jgqTjgrPjg7Pjg5Tjg6Xjg7zjgr/jgavkv53lrZgiLz4NCgkJPHVpdGV4dCBuYW1lPSJET0NXUkFQX1BST01QVCIgdmFsdWU9IuOCr+ODquODg+OCr+OBl+OBpuODgOOCpuODs+ODreODvOODiSIvPg0KCTwvbGFuZ3VhZ2U+DQoJPGxhbmd1YWdlIGlkPSJrbyI+DQoJCTwhLS0gZm9ybWF0IGZvciB1aWZvbnQgdmFsdWUgaXMgImZvbnQsc2l6ZSxpc2JvbGQsaXNpdGFsaWMsaXNzaGFkb3dlZCIgLS0+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+DQoJCTx1aWZvbnQgbmFtZT0iRk9OVF9FTEFQU0VEVElNRSIgdmFsdWU9IlZlcmRhbmEsMTEsdHJ1ZSxmYWxzZSxmYWxzZSIvPg0KCQk8dWlmb250IG5hbWU9IkZPTlRfVVRJTFNNRU5VIiB2YWx1ZT0iVmVyZGFuYSw5LHRydWUsZmFsc2UsZmFsc2UiLz4NCgkJPHVpZm9udCBuYW1lPSJGT05UX1RBQlMiIHZhbHVlPSJWZXJkYW5hLDExLGZhbHNlLGZhbHNlLGZhbHNlIi8+DQoJCTx1aWZvbnQgbmFtZT0iRk9OVF9QUkVTRU5UQVRJT05OQU1FIiB2YWx1ZT0iVmVyZGFuYSwxNSxmYWxzZSxmYWxzZSx0cnVlIi8+DQoJCTx1aWZvbnQgbmFtZT0iRk9OVF9QUkVTRU5URVJOQU1FIiB2YWx1ZT0iVmVyZGFuYSwxNSx0cnVlLGZhbHNlLHRydWUiLz4NCgkJPHVpZm9udCBuYW1lPSJGT05UX1BSRVNFTlRFUlRJVExFIiB2YWx1ZT0iVmVyZGFuYSwxMSxmYWxzZSxmYWxzZSx0cnVlIi8+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MTEsZmFsc2UsZmFsc2UsdHJ1ZSIvPg0KCQk8dWlmb250IG5hbWU9IkZPTlRfQklPV0lOIiB2YWx1ZT0iVmVyZGFuYSwxMSxmYWxzZSxmYWxzZSxmYWxzZSIvPg0KCQk8dWlmb250IG5hbWU9IkZPTlRfTElTVEhFQURJTkciIHZhbHVlPSJWZXJkYW5hLDExLGZhbHNlLGZhbHNlLGZhbHNlIi8+DQoJCTx1aWZvbnQgbmFtZT0iRk9OVF9XSU5USVRMRSIgdmFsdWU9IlZlcmRhbmEsMTE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7LKo67aAIO2MjOydvCDqsr3qs6AiLz4NCgkJPHVpdGV4dCBuYW1lPSJBVFRBQ0hNRU5UX1BSRVZJRVdfV0FSTklOR01TRyIgdmFsdWU9IuuvuOumrOuztOq4sCDrqqjrk5zsl5DshJzripQg7LKo67aAIO2MjOydvOydtCDsl7Trpqzsp4Ag7JWK7Iq164uI64ukLiDqsrDqs7zrpbwg67O066Ck66m0IOqyjOyLnCDquLDriqXsnYQg7IKs7Jqp7ZWY7Iut7Iuc7JikLiIvPg0KCQk8dWl0ZXh0IG5hbWU9IkNPTExBQl9MT0NBTF9QTEFZQkFDS19NU0ciIHZhbHVlPSLsvZjthZDtirjqsIAg66Gc7Lus7JeQ7IScIOyerOyDnSDspJHsnoXri4jri6QuIOydtCDrqqjrk5zsl5DshJzripQg6rO164+ZIOyekeyXheydhCDsiJjtlontlaAg7IiYIOyXhuyKteuLiOuLpC4iLz4NCgkJPHVpdGV4dCBuYW1lPSJDT0xMQUJfTE9DQUxfUExBWUJBQ0tfVElUTEUiIHZhbHVlPSLroZzsu6wg7J6s7IOdIi8+DQoJCTx1aXRleHQgbmFtZT0iQ09MTEFCX0xPQ0FMX1BMQVlCQUNLQlROIiB2YWx1ZT0i7ZmV7J24Ii8+DQoJCTx1aXRleHQgbmFtZT0iVU5OQU1FRFNMSURFVElUTEUiIHZhbHVlPSLsiqzrnbzsnbTrk5wgJW4iLz4NCgkJPCEtLSBzdWJzdGl0dXRpb246ICVuID09IHNsaWRlIG51bWJlciAtLT4NCgkJPCEtLSBzdWJzdGl0dXRpb246ICV0ID09IHRvdGFsIHNsaWRlIGNvdW50IC0tPg0KCQk8dWl0ZXh0IG5hbWU9IlNDUlVCQkFSU1RBVFVTX1NMSURFSU5GTyIgdmFsdWU9IuyKrOudvOydtOuTnCAlbiAvICV0IHwgIi8+DQoJCTx1aXRleHQgbmFtZT0iU0NSVUJCQVJTVEFUVVNfU1RPUFBFRCIgdmFsdWU9IuykkeyngOuQqCIvPg0KCQk8dWl0ZXh0IG5hbWU9IlNDUlVCQkFSU1RBVFVTX1BMQVlJTkciIHZhbHVlPSLsnqzsg50iLz4NCgkJPHVpdGV4dCBuYW1lPSJTQ1JVQkJBUlNUQVRVU19OT0FVRElPIiB2YWx1ZT0i7Jik65SU7JikIOyXhuydjCIvPg0KCQk8dWl0ZXh0IG5hbWU9IlNDUlVCQkFSU1RBVFVTX1ZJRFBMQVlJTkciIHZhbHVlPSLruYTrlJTsmKQg7J6s7IOdIOykkSIvPg0KCQk8dWl0ZXh0IG5hbWU9IlNDUlVCQkFSU1RBVFVTX0xPQURJTkciIHZhbHVlPSLroZzrlKkiLz4NCgkJPHVpdGV4dCBuYW1lPSJTQ1JVQkJBUlNUQVRVU19CVUZGRVJJTkciIHZhbHVlPSLrsoTtjbzrp4EiLz4NCgkJPHVpdGV4dCBuYW1lPSJTQ1JVQkJBUlNUQVRVU19RVUVTVElPTiIgdmFsdWU9IuyniOusuOyXkCDri7XtlZjquLAiLz4NCgkJPHVpdGV4dCBuYW1lPSJTQ1JVQkJBUlNUQVRVU19SRVZJRVdRVUlaIiB2YWx1ZT0i7KeI66y4IOuLpOyLnOuztOq4sCIvPg0KCQk8IS0tIHN1YnN0aXR1dGlvbjogJW0gPT0gbWludXRlcyByZW1haW5pbmcgLS0+DQoJCTwhLS0gc3Vic3RpdHV0aW9uOiAlcyA9PSBzZWNvbmRzIHJlbWFpbmluZyAtLT4NCgkJPHVpdGV4dCBuYW1lPSJFTEFQU0VEIiB2YWx1ZT0iJW3rtoQgJXPstIgg64Ko7J2MIi8+DQoJCTx1aXRleHQgbmFtZT0iTk9URk9VTkQiIHZhbHVlPSLsl4bsnYwiLz4NCgkJPHVpdGV4dCBuYW1lPSJBVFRBQ0hNRU5UUyIgdmFsdWU9IuyyqOu2gCDtjIzsnbwiLz4NCgkJPCEtLSBzdWJzdGl0dXRpb246ICVwID09IGN1cnJlbnQgc3BlYWtlcidzIHRpdGxlIC0tPg0KCQk8dWl0ZXh0IG5hbWU9IkJJT1dJTl9USVRMRSIgdmFsdWU9IuqyveugpSDshozqsJw6ICVwIi8+DQoJCTx1aXRleHQgbmFtZT0iQklPQlROX1RJVExFIiB2YWx1ZT0i6rK966ClIOyGjOqwnCIvPg0KCQk8dWl0ZXh0IG5hbWU9IkRJVklERVJCVE5fVElUTEUiIHZhbHVlPSJ8Ii8+DQoJCTx1aXRleHQgbmFtZT0iQ09OVEFDVEJUTl9USVRMRSIgdmFsdWU9IuyXsOudveyymCIvPg0KCQk8dWl0ZXh0IG5hbWU9IlRBQl9RVUlaIiB2YWx1ZT0i7YC07KaIIi8+DQoJCTx1aXRleHQgbmFtZT0iVEFCX09VVExJTkUiIHZhbHVlPSLqsJzsmpQiLz4NCgkJPHVpdGV4dCBuYW1lPSJUQUJfVEhVTUIiIHZhbHVlPSLstpXshoztjJAiLz4NCgkJPHVpdGV4dCBuYW1lPSJUQUJfTk9URVMiIHZhbHVlPSLrhbjtirgiLz4NCgkJPHVpdGV4dCBuYW1lPSJUQUJfU0VBUkNIIiB2YWx1ZT0i6rKA7IOJIi8+DQoJCTx1aXRleHQgbmFtZT0iU0xJREVfSEVBRElORyIgdmFsdWU9IuyKrOudvOydtOuTnCDsoJzrqqkiLz4NCgkJPHVpdGV4dCBuYW1lPSJEVVJBVElPTl9IRUFESU5HIiB2YWx1ZT0i7J6s7IOd7Iuc6rCEIi8+DQoJCTx1aXRleHQgbmFtZT0iU0VBUkNIX0hFQURJTkciIHZhbHVlPSLthY3siqTtirgg6rKA7IOJOiIvPg0KCQk8dWl0ZXh0IG5hbWU9IlRIVU1CX0hFQURJTkciIHZhbHVlPSLsiqzrnbzsnbTrk5wiLz4NCgkJPHVpdGV4dCBuYW1lPSJUSFVNQl9JTkZPIiB2YWx1ZT0i7KCc66qpL+yerOyDneyLnOqwhCIvPg0KCQk8dWl0ZXh0IG5hbWU9IkFUVEFDSE5BTUVfSEVBRElORyIgdmFsdWU9Iu2MjOydvCDsnbTrpoQiLz4NCgkJPHVpdGV4dCBuYW1lPSJBVFRBQ0hTSVpFX0hFQURJTkciIHZhbHVlPSLtgazquLAiLz4NCgkJPHVpdGV4dCBuYW1lPSJTTElERV9OT1RFUyIgdmFsdWU9IuyKrOudvOydtOuTnCDrhbjtirgiLz4NCgkJPHVpdGV4dCBuYW1lPSJDT1VSU0VfU1RBVFVTIiB2YWx1ZT0i66qo65OIIOyDge2DnCIvPg0KCQk8dWl0ZXh0IG5hbWU9IlBBU1NFRF9TVFJJTkciIHZhbHVlPSLtlanqsqkiLz4NCgkJPHVpdGV4dCBuYW1lPSJGQUlMRURfU1RSSU5HIiB2YWx1ZT0i67aI7ZWp6rKpIi8+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+DQoJCTx1aXRleHQgbmFtZT0iUVVJWlBPRF9RVUlaX1BBU1NTQ09SRSIgdmFsdWU9Iu2GteqzvCDsoJDsiJg6Ii8+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+E7ZWY7KeAIOyViuydgCDsp4jrrLjsnbQg7J6I7Iq164uI64ukLiYjeEE7JiN4QTvtgLTspojrpbwg7KKF66OM7ZWY66Ck66m0IFvsmIhd66W8IO2BtOumre2VmOqzoCwg7YC07KaI66W8IOqzhOyGje2VmOugpOuptCBb7JWE64uI7JikXeulvCDtgbTrpq3tlZjsi63si5zsmKQuIi8+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+DQoJCTx1aXRleHQgbmFtZT0iRE9DV1JBUF9QUk9NUFQiIHZhbHVlPSLtgbTrpq3tlZjsl6wg64uk7Jq066Gc65OcIi8+DQoJPC9sYW5ndWFnZT4NCgk8bGFuZ3VhZ2UgaWQ9ImVz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2aXNvIGRlIGFyY2hpdm8gYWRqdW50byIvPg0KCQk8dWl0ZXh0IG5hbWU9IkFUVEFDSE1FTlRfUFJFVklFV19XQVJOSU5HTVNHIiB2YWx1ZT0iTm8gZXMgcG9zaWJsZSBhYnJpciBsb3MgYXJjaGl2b3MgYWRqdW50b3MgZW4gZWwgbW9kbyBkZSBwcmV2aXN1YWxpemFjacOzbi4gVXNlIFB1YmxpY2FyIHBhcmEgdmVyIGxvcyByZXN1bHRhZG9zLiIvPg0KCQk8dWl0ZXh0IG5hbWU9IkNPTExBQl9MT0NBTF9QTEFZQkFDS19NU0ciIHZhbHVlPSJFbCBjb250ZW5pZG8gc2UgZXN0w6EgcmVwcm9kdWNpZW5kbyBsb2NhbG1lbnRlLiBMYSBjb2xhYm9yYWNpw7NuIG5vIGZ1bmNpb25hIGVuIGVzdGUgbW9kby4iLz4NCgkJPHVpdGV4dCBuYW1lPSJDT0xMQUJfTE9DQUxfUExBWUJBQ0tfVElUTEUiIHZhbHVlPSJSZXByb2R1Y2Npw7NuIGxvY2FsIi8+DQoJCTx1aXRleHQgbmFtZT0iQ09MTEFCX0xPQ0FMX1BMQVlCQUNLQlROIiB2YWx1ZT0iT2siLz4NCgkJPHVpdGV4dCBuYW1lPSJVTk5BTUVEU0xJREVUSVRMRSIgdmFsdWU9IkRpYXBvc2l0aXZhICVu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RldGVuaWRhIi8+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+DQoJCTx1aXRleHQgbmFtZT0iU0NSVUJCQVJTVEFUVVNfUkVWSUVXUVVJWiIgdmFsdWU9IlJldmlzYW5kbyBwcnVlYmEiLz4NCgkJPCEtLSBzdWJzdGl0dXRpb246ICVtID09IG1pbnV0ZXMgcmVtYWluaW5nIC0tPg0KCQk8IS0tIHN1YnN0aXR1dGlvbjogJXMgPT0gc2Vjb25kcyByZW1haW5pbmcgLS0+DQoJCTx1aXRleHQgbmFtZT0iRUxBUFNFRCIgdmFsdWU9IiVtIG1pbnV0b3MgJXMgc2VndW5kb3MgcmVzdGFudGVzIi8+DQoJCTx1aXRleHQgbmFtZT0iTk9URk9VTkQiIHZhbHVlPSJObyBzZSBoYSBlbmNvbnRyYWRvIG5hZGEiLz4NCgkJPHVpdGV4dCBuYW1lPSJBVFRBQ0hNRU5UUyIgdmFsdWU9IkFyY2hpdm9zIGFkanVudG9zIi8+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+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+DQoJCTx1aXRleHQgbmFtZT0iQVRUQUNIU0laRV9IRUFESU5HIiB2YWx1ZT0iVGFtYcOxbyIvPg0KCQk8dWl0ZXh0IG5hbWU9IlNMSURFX05PVEVTIiB2YWx1ZT0iTm90YXMgZGUgZGlhcG9zaXRpdmEiLz4NCgkJPHVpdGV4dCBuYW1lPSJDT1VSU0VfU1RBVFVTIiB2YWx1ZT0iRXN0YWRvIGRlIG1vZHVsbyIvPg0KCQk8dWl0ZXh0IG5hbWU9IlBBU1NFRF9TVFJJTkciIHZhbHVlPSJBcHJvYmFkbyIvPg0KCQk8dWl0ZXh0IG5hbWU9IkZBSUxFRF9TVFJJTkciIHZhbHVlPSJTdXNwZW5zbyIvPg0KCQk8IS0tcXVpeiBwb2QgYW5kIG1lc3NhZ2UgYm94IHRleHRzLS0+DQoJCTx1aXRleHQgbmFtZT0iUVVJWlBPRF9RVUlaX0FUVEVNUFQiIHZhbHVlPSJJbnRlbnRvIGRlIHBydWViYToiLz4NCgkJPHVpdGV4dCBuYW1lPSJRVUlaUE9EX1FVSVpfQVRURU1QVF9WQUxVRSIgdmFsdWU9IiVuIGRlICV0Ii8+DQoJCTx1aXRleHQgbmFtZT0iUVVJWlBPRF9RVUlaX1NDT1JFIiB2YWx1ZT0iUHVudHVhY2nDs246Ii8+DQoJCTx1aXRleHQgbmFtZT0iUVVJWlBPRF9RVUlaX1BBU1NTQ09SRSIgdmFsdWU9IlB1bnR1YWNpw7NuIHBhcmEgYXByb2JhcjoiLz4NCgkJPHVpdGV4dCBuYW1lPSJRVUlaUE9EX1FVSVpfTUFYU0NPUkUiIHZhbHVlPSJQdW50dWFjacOzbiBtw6F4aW1hOiIvPg0KCQk8dWl0ZXh0IG5hbWU9IlFVSVpQT0RfUVVFU0FUTVBUX1NUUiIgdmFsdWU9IkludGVudG9zOiAlbiBkZSAldCIvPg0KCQk8dWl0ZXh0IG5hbWU9IlFVSVpQT0RfUVVFU1RZUEVfU1RSIiB2YWx1ZT0iVGlwbzogJXMiLz4NCgkJPHVpdGV4dCBuYW1lPSJRVUlaUE9EX1FVRVNUWVBFX0dSRCIgdmFsdWU9IkNvbiBwdW50dWFjacOzbiIvPg0KCQk8dWl0ZXh0IG5hbWU9IlFVSVpQT0RfUVVFU1RZUEVfU1ZZIiB2YWx1ZT0iRW5jdWVzdGEiLz4NCgkJPHVpdGV4dCBuYW1lPSJRVUlaUE9EX1FVSVpBVE1QVF9JTkYiIHZhbHVlPSJJbmZpbml0byIvPg0KCQk8dWl0ZXh0IG5hbWU9IlFVSVpQT0RfUVVFU0FUTVBUX0lORiIgdmFsdWU9IkluZmluaXRvIi8+DQoJCTx1aXRleHQgbmFtZT0iV0FSTklOR01TR19ZRVNTVFJJTkciIHZhbHVlPSJTw60iLz4NCgkJPHVpdGV4dCBuYW1lPSJXQVJOSU5HTVNHX05PU1RSSU5HIiB2YWx1ZT0iTm8iLz4NCgkJPHVpdGV4dCBuYW1lPSJXQVJOSU5HTVNHX1RJVExFU1RSSU5HIiB2YWx1ZT0iQXZpc28gZGUgbmF2ZWdhY2nDs24gZGUgcHJ1ZWJhIi8+DQoJCTx1aXRleHQgbmFtZT0iV0FSTklOR01TR19NU0dTVFJJTkciIHZhbHVlPSJIYXkgcHJlZ3VudGFzIHNpbiBpbnRlbnRvcyBlbiBlc3RhIHBydWViYS4mI3hBOyYjeEE7UGFyYSBzYWxpciBkZSBsYSBwcnVlYmEsIGhhZ2EgY2xpYyBlbiBTw60uIFBhcmEgY29udGludWFyLCBoYWdhIGNsaWMgZW4gTm8uIi8+DQoJCTx1aXRleHQgbmFtZT0iSU5GT1JNQVRJT05fSDI2NF9GTEFTSFBMQVlFUiIgdmFsdWU9IkxhIHZlcnNpw7NuIGFjdHVhbCBkZSBGbGFzaCBQbGF5ZXIgaW5zdGFsYWRhIGVuIGVsIG9yZGVuYWRvciBubyBlcyBjb21wYXRpYmxlIGNvbiBlc3RlIHbDrWRlby4gSGFnYSBjbGljIGVuIGVsIMOhcmVhIGRlIHbDrWRlbyBwYXJhIGRlc2NhcmdhciBsYSDDumx0aW1hIHZlcnNpw7N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OiAlcCIvPg0KCQk8IS0tIHN1YnN0aXR1dGlvbjogJXAgPT0gcHJlc2VudGF0aW9uIHRpdGxlIC0tPg0KCQk8IS0tIHN1YnN0aXR1dGlvbjogJXMgPT0gc2xpZGUgdGl0bGUgLS0+DQoJCTwhLS0gc3Vic3RpdHV0aW9uOiAlbiA9PSBzbGlkZSBudW1iZXIgLS0+DQoJCTx1aXRleHQgbmFtZT0iQk9PS01BUktTTElERSIgdmFsdWU9IkFkb2JlIFByZXNlbnRlcjogJXAgJXMiLz4NCgkJPHVpdGV4dCBuYW1lPSJTSE9XU0lERUJBUiIgdmFsdWU9Ik1vc3RyYXIgYmFycmEgbGF0ZXJhbCBhIGxvcyBwYXJ0aWNpcGFudGVzIi8+DQoJCTx1aXRleHQgbmFtZT0iTVVURSIgdmFsdWU9Ik11ZG8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+DQoJPGxhbmd1YWdlIGlkPSJwd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mlzbyBkZSBhbmV4byIvPg0KCQk8dWl0ZXh0IG5hbWU9IkFUVEFDSE1FTlRfUFJFVklFV19XQVJOSU5HTVNHIiB2YWx1ZT0iT3MgYW5leG9zIG7Do28gc8OjbyBhYmVydG9zIG5vIG1vZG8gZGUgVmlzdWFsaXphw6fDo28uIFVzZSBvIGNvbWFuZG8gZGUgcHVibGljYcOnw6NvIHBhcmEgdmVyIG9zIHJlc3VsdGFkb3MuIi8+DQoJCTx1aXRleHQgbmFtZT0iQ09MTEFCX0xPQ0FMX1BMQVlCQUNLX01TRyIgdmFsdWU9Ik8gY29udGXDumRvIGVzdMOhIHNlbmRvIHJlcHJvZHV6aWRvIGxvY2FsbWVudGUuQSBjb2xhYm9yYcOnw6NvIG7Do28gZnVuY2lvbmEgbmVzdGUgbW9kby4iLz4NCgkJPHVpdGV4dCBuYW1lPSJDT0xMQUJfTE9DQUxfUExBWUJBQ0tfVElUTEUiIHZhbHVlPSJSZXByb2R1w6fDo28gbG9jYWwiLz4NCgkJPHVpdGV4dCBuYW1lPSJDT0xMQUJfTE9DQUxfUExBWUJBQ0tCVE4iIHZhbHVlPSJPayIv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GFyYWRvIi8+DQoJCTx1aXRleHQgbmFtZT0iU0NSVUJCQVJTVEFUVVNfUExBWUlORyIgdmFsdWU9IlJlcHJvZHV6aW5kbyIvPg0KCQk8dWl0ZXh0IG5hbWU9IlNDUlVCQkFSU1RBVFVTX05PQVVESU8iIHZhbHVlPSJTZW0gw6F1ZGlvIi8+DQoJCTx1aXRleHQgbmFtZT0iU0NSVUJCQVJTVEFUVVNfVklEUExBWUlORyIgdmFsdWU9IlbDrWRlbyBlbSByZXByb2R1w6fDo28iLz4NCgkJPHVpdGV4dCBuYW1lPSJTQ1JVQkJBUlNUQVRVU19MT0FESU5HIiB2YWx1ZT0iQ2FycmVnYW5kbyIvPg0KCQk8dWl0ZXh0IG5hbWU9IlNDUlVCQkFSU1RBVFVTX0JVRkZFUklORyIgdmFsdWU9IkFybWF6ZW5hbmRvIGVtIGJ1ZmZlciIvPg0KCQk8dWl0ZXh0IG5hbWU9IlNDUlVCQkFSU1RBVFVTX1FVRVNUSU9OIiB2YWx1ZT0iUmVzcG9uZGVyIHBlcmd1bnRhIi8+DQoJCTx1aXRleHQgbmFtZT0iU0NSVUJCQVJTVEFUVVNfUkVWSUVXUVVJWiIgdmFsdWU9IlJldmlzYW5kbyBxdWVzdGlvbsOhcmlvIi8+DQoJCTwhLS0gc3Vic3RpdHV0aW9uOiAlbSA9PSBtaW51dGVzIHJlbWFpbmluZyAtLT4NCgkJPCEtLSBzdWJzdGl0dXRpb246ICVzID09IHNlY29uZHMgcmVtYWluaW5nIC0tPg0KCQk8dWl0ZXh0IG5hbWU9IkVMQVBTRUQiIHZhbHVlPSIlbSBtaW51dG9zICVzIHNlZ3VuZG9zIHJlc3RhbnRlcyIvPg0KCQk8dWl0ZXh0IG5hbWU9Ik5PVEZPVU5EIiB2YWx1ZT0iTmFkYSBlbmNvbnRyYWRvIi8+DQoJCTx1aXRleHQgbmFtZT0iQVRUQUNITUVOVFMiIHZhbHVlPSJBbmV4b3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XRvIi8+DQoJCTx1aXRleHQgbmFtZT0iVEFCX1FVSVoiIHZhbHVlPSJRdWVzdC4iLz4NCgkJPHVpdGV4dCBuYW1lPSJUQUJfT1VUTElORSIgdmFsdWU9IkVzcXVlbWEiLz4NCgkJPHVpdGV4dCBuYW1lPSJUQUJfVEhVTUIiIHZhbHVlPSJNaW5pIi8+DQoJCTx1aXRleHQgbmFtZT0iVEFCX05PVEVTIiB2YWx1ZT0iTm90YXMiLz4NCgkJPHVpdGV4dCBuYW1lPSJUQUJfU0VBUkNIIiB2YWx1ZT0iQnVzY2EiLz4NCgkJPHVpdGV4dCBuYW1lPSJTTElERV9IRUFESU5HIiB2YWx1ZT0iVMOtdHVsbyBkbyBzbGlkZSIvPg0KCQk8dWl0ZXh0IG5hbWU9IkRVUkFUSU9OX0hFQURJTkciIHZhbHVlPSJEdXJhw6fDo28iLz4NCgkJPHVpdGV4dCBuYW1lPSJTRUFSQ0hfSEVBRElORyIgdmFsdWU9IlByb2N1cmFyIHRleHRvOiIvPg0KCQk8dWl0ZXh0IG5hbWU9IlRIVU1CX0hFQURJTkciIHZhbHVlPSJTbGlkZSIvPg0KCQk8dWl0ZXh0IG5hbWU9IlRIVU1CX0lORk8iIHZhbHVlPSJUw610dWxvL0R1cmHDp8OjbyBkbyBzbGlkZSIvPg0KCQk8dWl0ZXh0IG5hbWU9IkFUVEFDSE5BTUVfSEVBRElORyIgdmFsdWU9Ik5vbWUgZG8gYXJxdWl2byIvPg0KCQk8dWl0ZXh0IG5hbWU9IkFUVEFDSFNJWkVfSEVBRElORyIgdmFsdWU9IlRhbWFuaG8iLz4NCgkJPHVpdGV4dCBuYW1lPSJTTElERV9OT1RFUyIgdmFsdWU9IkFub3Rhw6fDtWVzIGRvIHNsaWRlIi8+DQoJCTx1aXRleHQgbmFtZT0iQ09VUlNFX1NUQVRVUyIgdmFsdWU9IlN0YXR1cyBkbyBtw7NkdWxvIi8+DQoJCTx1aXRleHQgbmFtZT0iUEFTU0VEX1NUUklORyIgdmFsdWU9IkFwcm92YWRvIi8+DQoJCTx1aXRleHQgbmFtZT0iRkFJTEVEX1NUUklORyIgdmFsdWU9IlJlcHJvdmFkbyIvPg0KCQk8IS0tcXVpeiBwb2QgYW5kIG1lc3NhZ2UgYm94IHRleHRzLS0+DQoJCTx1aXRleHQgbmFtZT0iUVVJWlBPRF9RVUlaX0FUVEVNUFQiIHZhbHVlPSJUZW50YXRpdmEgbm8gcXVlc3Rpb27DoXJpbzoiLz4NCgkJPHVpdGV4dCBuYW1lPSJRVUlaUE9EX1FVSVpfQVRURU1QVF9WQUxVRSIgdmFsdWU9IiVuIGRlICV0Ii8+DQoJCTx1aXRleHQgbmFtZT0iUVVJWlBPRF9RVUlaX1NDT1JFIiB2YWx1ZT0iUG9udHVhw6fDo286Ii8+DQoJCTx1aXRleHQgbmFtZT0iUVVJWlBPRF9RVUlaX1BBU1NTQ09SRSIgdmFsdWU9IlBvbnR1YcOnw6NvIGRlIGFwcm92YcOnw6NvOiIvPg0KCQk8dWl0ZXh0IG5hbWU9IlFVSVpQT0RfUVVJWl9NQVhTQ09SRSIgdmFsdWU9IlBvbnR1YcOnw6NvIG3DoXhpbWE6Ii8+DQoJCTx1aXRleHQgbmFtZT0iUVVJWlBPRF9RVUVTQVRNUFRfU1RSIiB2YWx1ZT0iVGVudGF0aXZhOiAlbiBkZSAldCIvPg0KCQk8dWl0ZXh0IG5hbWU9IlFVSVpQT0RfUVVFU1RZUEVfU1RSIiB2YWx1ZT0iVGlwbzogJXMiLz4NCgkJPHVpdGV4dCBuYW1lPSJRVUlaUE9EX1FVRVNUWVBFX0dSRCIgdmFsdWU9IkNsYXNzaWZpY2F0w7NyaWEiLz4NCgkJPHVpdGV4dCBuYW1lPSJRVUlaUE9EX1FVRVNUWVBFX1NWWSIgdmFsdWU9IlBlc3F1aXNhIi8+DQoJCTx1aXRleHQgbmFtZT0iUVVJWlBPRF9RVUlaQVRNUFRfSU5GIiB2YWx1ZT0iSW5maW5pdG8iLz4NCgkJPHVpdGV4dCBuYW1lPSJRVUlaUE9EX1FVRVNBVE1QVF9JTkYiIHZhbHVlPSJJbmZpbml0byIvPg0KCQk8dWl0ZXh0IG5hbWU9IldBUk5JTkdNU0dfWUVTU1RSSU5HIiB2YWx1ZT0iU2ltIi8+DQoJCTx1aXRleHQgbmFtZT0iV0FSTklOR01TR19OT1NUUklORyIgdmFsdWU9Ik7Do28iLz4NCgkJPHVpdGV4dCBuYW1lPSJXQVJOSU5HTVNHX1RJVExFU1RSSU5HIiB2YWx1ZT0iQWxlcnRhIGRlIG5hdmVnYcOnw6NvIGRvIHF1ZXN0aW9uw6FyaW8iLz4NCgkJPHVpdGV4dCBuYW1lPSJXQVJOSU5HTVNHX01TR1NUUklORyIgdmFsdWU9IkV4aXN0ZW0gcGVyZ3VudGFzIHF1ZSBuw6NvIGZvcmFtIHJlc3BvbmRpZGFzIG5lc3RlIHF1ZXN0aW9uw6FyaW8uJiN4QTsmI3hBO0NsaXF1ZSBlbSBTaW0gcGFyYSBzYWlyIGRvIHF1ZXN0aW9uw6FyaW8gb3UgZW0gTsOjbyBzZSBxdWlzZXIgY29udGludWFyLiIvPg0KCQk8dWl0ZXh0IG5hbWU9IklORk9STUFUSU9OX0gyNjRfRkxBU0hQTEFZRVIiIHZhbHVlPSJBIHZlcnPDo28gYXR1YWwgZG8gRmxhc2ggUGxheWVyIGluc3RhbGFkYSBubyBjb21wdXRhZG9yIG7Do28gb2ZlcmVjZSBzdXBvcnRlIGEgZXNzZSB2w61kZW8uIENsaXF1ZSBuYSDDoXJlYSBkbyB2w61kZW8gcGFyYSBiYWl4YXIgYSB2ZXJzw6NvIG1haXMgcmVjZW50ZSBkby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c3RyYXIgYmFycmEgbGF0ZXJhbCBhbyBwYXJ0aWNpcGFudGVzIi8+DQoJCTx1aXRleHQgbmFtZT0iTVVURSIgdmFsdWU9Ik11ZG8iLz4NCgkJPHVpdGV4dCBuYW1lPSJET0NXUkFQX1RJVExFIiB2YWx1ZT0iQW5leG8gZGUgYXJxdWl2byBkbyBQcmVzZW50ZXIiLz4NCgkJPHVpdGV4dCBuYW1lPSJET0NXUkFQX01TRyIgdmFsdWU9IlNhbHZhciBlbSBNZXUgY29tcHV0YWRvciIvPg0KCQk8dWl0ZXh0IG5hbWU9IkRPQ1dSQVBfUFJPTVBUIiB2YWx1ZT0iQ2xpcXVlIHBhcmEgYmFpeGFyIi8+DQoJPC9sYW5ndWFnZT4NCgk8bGFuZ3VhZ2UgaWQ9Iml0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0dGFjaG1lbnQgV2FybmluZyIvPg0KCQk8dWl0ZXh0IG5hbWU9IkFUVEFDSE1FTlRfUFJFVklFV19XQVJOSU5HTVNHIiB2YWx1ZT0iQXR0YWNobWVudHMgZG8gbm90IG9wZW4gaW4gUHJldmlldyBtb2RlLiBQbGVhc2UgdXNlIHB1Ymxpc2ggdG8gc2VlIHRoZSByZXN1bHRzIi8+DQoJCTx1aXRleHQgbmFtZT0iVU5OQU1FRFNMSURFVElUTEUiIHZhbHVlPSJEaWFwb3NpdGl2YS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ludGVycm90dG8iLz4NCgkJPHVpdGV4dCBuYW1lPSJTQ1JVQkJBUlNUQVRVU19QTEFZSU5HIiB2YWx1ZT0iUmlwcm9kdXppb25lIi8+DQoJCTx1aXRleHQgbmFtZT0iU0NSVUJCQVJTVEFUVVNfTk9BVURJTyIgdmFsdWU9IkF1ZGlvIGluYXR0LiIvPg0KCQk8dWl0ZXh0IG5hbWU9IlNDUlVCQkFSU1RBVFVTX1ZJRFBMQVlJTkciIHZhbHVlPSJWaWRlbyBpbiByaXByb2R1emlvbmUiLz4NCgkJPHVpdGV4dCBuYW1lPSJTQ1JVQkJBUlNUQVRVU19MT0FESU5HIiB2YWx1ZT0iQ2FyaWNhbWVudG8iLz4NCgkJPHVpdGV4dCBuYW1lPSJTQ1JVQkJBUlNUQVRVU19CVUZGRVJJTkciIHZhbHVlPSJCdWZmZXJpbmciLz4NCgkJPHVpdGV4dCBuYW1lPSJTQ1JVQkJBUlNUQVRVU19RVUVTVElPTiIgdmFsdWU9IlJpc3BvbmRpIGEgZG9tYW5kYSIvPg0KCQk8dWl0ZXh0IG5hbWU9IlNDUlVCQkFSU1RBVFVTX1JFVklFV1FVSVoiIHZhbHVlPSJSZXZpc2lvbmUgZGVsIHF1aXoiLz4NCgkJPCEtLSBzdWJzdGl0dXRpb246ICVtID09IG1pbnV0ZXMgcmVtYWluaW5nIC0tPg0KCQk8IS0tIHN1YnN0aXR1dGlvbjogJXMgPT0gc2Vjb25kcyByZW1haW5pbmcgLS0+DQoJCTx1aXRleHQgbmFtZT0iRUxBUFNFRCIgdmFsdWU9IiVtIE1pbnV0aSAlcyBTZWNvbmRpIHJpbWFuZW50aSIvPg0KCQk8dWl0ZXh0IG5hbWU9Ik5PVEZPVU5EIiB2YWx1ZT0iTmVzc3VuIGVsZW1lbnRvIHRyb3ZhdG8iLz4NCgkJPHVpdGV4dCBuYW1lPSJBVFRBQ0hNRU5UUyIgdmFsdWU9IkFsbGVnYXRpIi8+DQoJCTwhLS0gc3Vic3RpdHV0aW9uOiAlcCA9PSBjdXJyZW50IHNwZWFrZXIncyB0aXRsZSAtLT4NCgkJPHVpdGV4dCBuYW1lPSJCSU9XSU5fVElUTEUiIHZhbHVlPSJCaW86ICVwIi8+DQoJCTx1aXRleHQgbmFtZT0iQklPQlROX1RJVExFIiB2YWx1ZT0iQmlvIi8+DQoJCTx1aXRleHQgbmFtZT0iRElWSURFUkJUTl9USVRMRSIgdmFsdWU9InwiLz4NCgkJPHVpdGV4dCBuYW1lPSJDT05UQUNUQlROX1RJVExFIiB2YWx1ZT0iQ29udC4iLz4NCgkJPHVpdGV4dCBuYW1lPSJUQUJfUVVJWiIgdmFsdWU9IlF1aXoiLz4NCgkJPHVpdGV4dCBuYW1lPSJUQUJfT1VUTElORSIgdmFsdWU9IlN0cnV0dHVyYSIvPg0KCQk8dWl0ZXh0IG5hbWU9IlRBQl9USFVNQiIgdmFsdWU9Ik1pbmlhdHVyZSIvPg0KCQk8dWl0ZXh0IG5hbWU9IlRBQl9OT1RFUyIgdmFsdWU9Ik5vdGUiLz4NCgkJPHVpdGV4dCBuYW1lPSJUQUJfU0VBUkNIIiB2YWx1ZT0iQ2VyY2EiLz4NCgkJPHVpdGV4dCBuYW1lPSJTTElERV9IRUFESU5HIiB2YWx1ZT0iVGl0b2xvIGRpYXBvc2l0aXZhIi8+DQoJCTx1aXRleHQgbmFtZT0iRFVSQVRJT05fSEVBRElORyIgdmFsdWU9IkR1cmF0YSIvPg0KCQk8dWl0ZXh0IG5hbWU9IlNFQVJDSF9IRUFESU5HIiB2YWx1ZT0iQ2VyY2EgdGVzdG86Ii8+DQoJCTx1aXRleHQgbmFtZT0iVEhVTUJfSEVBRElORyIgdmFsdWU9IkRpYXBvc2l0aXZhIi8+DQoJCTx1aXRleHQgbmFtZT0iVEhVTUJfSU5GTyIgdmFsdWU9IlRpdG9sby9UZW1wbyIvPg0KCQk8dWl0ZXh0IG5hbWU9IkFUVEFDSE5BTUVfSEVBRElORyIgdmFsdWU9Ik5vbWUgZmlsZSIvPg0KCQk8dWl0ZXh0IG5hbWU9IkFUVEFDSFNJWkVfSEVBRElORyIgdmFsdWU9IkRpbWVuc2lvbmUiLz4NCgkJPHVpdGV4dCBuYW1lPSJTTElERV9OT1RFUyIgdmFsdWU9Ik5vdGUgZGlhcG9zaXRpdmE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+DQoJCTx1aXRleHQgbmFtZT0iUVVJWlBPRF9RVUlaX1BBU1NTQ09SRSIgdmFsdWU9IlB1bnRlZ2dpbyBtaW5pbW86Ii8+DQoJCTx1aXRleHQgbmFtZT0iUVVJWlBPRF9RVUlaX01BWFNDT1JFIiB2YWx1ZT0iUHVudGVnZ2lvIG1hc3NpbW86Ii8+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+DQoJCTx1aXRleHQgbmFtZT0iV0FSTklOR01TR19ZRVNTVFJJTkciIHZhbHVlPSJTw6wiLz4NCgkJPHVpdGV4dCBuYW1lPSJXQVJOSU5HTVNHX05PU1RSSU5HIiB2YWx1ZT0iTm8iLz4NCgkJPHVpdGV4dCBuYW1lPSJXQVJOSU5HTVNHX1RJVExFU1RSSU5HIiB2YWx1ZT0iQXZ2ZXJ0ZW56YSBuYXZpZ2F6aW9uZSBxdWl6Ii8+DQoJCTx1aXRleHQgbmFtZT0iV0FSTklOR01TR19NU0dTVFJJTkciIHZhbHVlPSJPY2NvcnJlIGFuY29yYSByaXNwb25kZXJlIGFkIGFsY3VuZSBkb21hbmRlIGRlbCBxdWl6LiYjeEE7JiN4QTtTZSBmYXRlIGNsaWMgc3UgU8OsLCB1c2NpcmV0ZSBkYWwgcXVpei4gRmF0ZSBjbGljIHN1IE5vIHBlciBjb250aW51YXJlIGlsIHF1aXouIi8+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Nb3N0cmEgYmFycmEgbGF0ZXJhbGUgYWkgcGFydGVjaXBhbnRpIi8+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+DQoJPGxhbmd1YWdlIGlkPSJub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RGlhICVuIi8+DQoJCTx1aXRleHQgbmFtZT0iQ09MTEFCX0xPQ0FMX1BMQVlCQUNLX01TRyIgdmFsdWU9IkNvbnRlbnQgaXMgYmVpbmcgcGxheWVkIGxvY2FsbHkuXG4gQ29sbGFib3JhdGlvbiBkb2VzIG5vdCB3b3JrIGluIHRoaXMgbW9kZSIvPg0KCQk8dWl0ZXh0IG5hbWU9IkNPTExBQl9MT0NBTF9QTEFZQkFDS19USVRMRSIgdmFsdWU9IkxvY2FsIFBsYXliYWNrIi8+DQoJCTx1aXRleHQgbmFtZT0iQ09MTEFCX0xPQ0FMX1BMQVlCQUNLQlROIiB2YWx1ZT0iT2siLz4NCgkJPCEtLSBzdWJzdGl0dXRpb246ICVuID09IHNsaWRlIG51bWJlciAtLT4NCgkJPCEtLSBzdWJzdGl0dXRpb246ICV0ID09IHRvdGFsIHNsaWRlIGNvdW50IC0tPg0KCQk8dWl0ZXh0IG5hbWU9IlNDUlVCQkFSU1RBVFVTX1NMSURFSU5GTyIgdmFsdWU9IkRpYSAlbiAvICV0IHwgIi8+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+DQoJCTx1aXRleHQgbmFtZT0iU0NSVUJCQVJTVEFUVVNfUVVFU1RJT04iIHZhbHVlPSJWcmFhZyBtZXQgYW50d29vcmQiLz4NCgkJPHVpdGV4dCBuYW1lPSJTQ1JVQkJBUlNUQVRVU19SRVZJRVdRVUlaIiB2YWx1ZT0iUXVpeiBjb250cm9sZXJlbiIvPg0KCQk8IS0tIHN1YnN0aXR1dGlvbjogJW0gPT0gbWludXRlcyByZW1haW5pbmcgLS0+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+DQoJCTwhLS0gc3Vic3RpdHV0aW9uOiAlcCA9PSBjdXJyZW50IHNwZWFrZXIncyB0aXRsZSAtLT4NCgkJPHVpdGV4dCBuYW1lPSJCSU9XSU5fVElUTEUiIHZhbHVlPSJCaW9ncmFmaWU6ICVwIi8+DQoJCTx1aXRleHQgbmFtZT0iQklPQlROX1RJVExFIiB2YWx1ZT0iQmlvZ3JhZmllIi8+DQoJCTx1aXRleHQgbmFtZT0iRElWSURFUkJUTl9USVRMRSIgdmFsdWU9InwiLz4NCgkJPHVpdGV4dCBuYW1lPSJDT05UQUNUQlROX1RJVExFIiB2YWx1ZT0iQ29udGFjdCIvPg0KCQk8dWl0ZXh0IG5hbWU9IlRBQl9RVUlaIiB2YWx1ZT0iUXVpeiIvPg0KCQk8dWl0ZXh0IG5hbWU9IlRBQl9PVVRMSU5FIiB2YWx1ZT0iT3ZlcnppY2h0Ii8+DQoJCTx1aXRleHQgbmFtZT0iVEFCX1RIVU1CIiB2YWx1ZT0iTWluaWF0dXVyIi8+DQoJCTx1aXRleHQgbmFtZT0iVEFCX05PVEVTIiB2YWx1ZT0iTm90aXRpZXMiLz4NCgkJPHVpdGV4dCBuYW1lPSJUQUJfU0VBUkNIIiB2YWx1ZT0iWm9la2VuIi8+DQoJCTx1aXRleHQgbmFtZT0iU0xJREVfSEVBRElORyIgdmFsdWU9IlRpdGVsIHZhbiBkaWEiLz4NCgkJPHVpdGV4dCBuYW1lPSJEVVJBVElPTl9IRUFESU5HIiB2YWx1ZT0iRHV1ciIvPg0KCQk8dWl0ZXh0IG5hbWU9IlNFQVJDSF9IRUFESU5HIiB2YWx1ZT0iWm9la2VuIG5hYXIgdGVrc3Q6Ii8+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+DQoJCTx1aXRleHQgbmFtZT0iU0xJREVfTk9URVMiIHZhbHVlPSJEaWFub3RpdGllcyIvPg0KCQk8dWl0ZXh0IG5hbWU9IkNPVVJTRV9TVEFUVVMiIHZhbHVlPSJNb2R1bGUgU3RhdHVzIi8+DQoJCTx1aXRleHQgbmFtZT0iUEFTU0VEX1NUUklORyIgdmFsdWU9IlBhc3NlZCIvPg0KCQk8dWl0ZXh0IG5hbWU9IkZBSUxFRF9TVFJJTkciIHZhbHVlPSJGYWlsZWQiLz4NCgkJPCEtLXF1aXogcG9kIGFuZCBtZXNzYWdlIGJveCB0ZXh0cy0tPg0KCQk8dWl0ZXh0IG5hbWU9IlFVSVpQT0RfUVVJWl9BVFRFTVBUIiB2YWx1ZT0iUXVpenBvZ2luZzoiLz4NCgkJPHVpdGV4dCBuYW1lPSJRVUlaUE9EX1FVSVpfQVRURU1QVF9WQUxVRSIgdmFsdWU9IiVuIHZhbiAldCIvPg0KCQk8dWl0ZXh0IG5hbWU9IlFVSVpQT0RfUVVJWl9TQ09SRSIgdmFsdWU9IkJlaGFhbGRlIHNjb3JlOiIvPg0KCQk8dWl0ZXh0IG5hbWU9IlFVSVpQT0RfUVVJWl9QQVNTU0NPUkUiIHZhbHVlPSJWb2xkb2VuZGUgc2NvcmU6Ii8+DQoJCTx1aXRleHQgbmFtZT0iUVVJWlBPRF9RVUlaX01BWFNDT1JFIiB2YWx1ZT0iTWF4aW1hYWwgaGFhbGJhcmUgc2NvcmU6Ii8+DQoJCTx1aXRleHQgbmFtZT0iUVVJWlBPRF9RVUVTQVRNUFRfU1RSIiB2YWx1ZT0iUG9naW5nOiAlbiB2YW4gJXQiLz4NCgkJPHVpdGV4dCBuYW1lPSJRVUlaUE9EX1FVRVNUWVBFX1NUUiIgdmFsdWU9IlR5cGU6ICVzIi8+DQoJCTx1aXRleHQgbmFtZT0iUVVJWlBPRF9RVUVTVFlQRV9HUkQiIHZhbHVlPSJUZWx0IHZvb3Igc2NvcmUiLz4NCgkJPHVpdGV4dCBuYW1lPSJRVUlaUE9EX1FVRVNUWVBFX1NWWSIgdmFsdWU9IkVucXXDqnRlIi8+DQoJCTx1aXRleHQgbmFtZT0iUVVJWlBPRF9RVUlaQVRNUFRfSU5GIiB2YWx1ZT0iT25iZXBlcmt0Ii8+DQoJCTx1aXRleHQgbmFtZT0iUVVJWlBPRF9RVUVTQVRNUFRfSU5GIiB2YWx1ZT0iT25iZXBlcmt0Ii8+DQoJCTx1aXRleHQgbmFtZT0iV0FSTklOR01TR19ZRVNTVFJJTkciIHZhbHVlPSJKYSIvPg0KCQk8dWl0ZXh0IG5hbWU9IldBUk5JTkdNU0dfTk9TVFJJTkciIHZhbHVlPSJOZWUiLz4NCgkJPHVpdGV4dCBuYW1lPSJXQVJOSU5HTVNHX1RJVExFU1RSSU5HIiB2YWx1ZT0iV2FhcnNjaHV3aW5nIG1ldCBiZXRyZWtraW5nIHRvdCBxdWl6bmF2aWdhdGllIi8+DQoJCTx1aXRleHQgbmFtZT0iV0FSTklOR01TR19NU0dTVFJJTkciIHZhbHVlPSJVIGhlYnQgbmlldCBhbGxlIHZyYWdlbiBpbiBkZXplIHF1aXogYmVhbnR3b29yZC4mI3hBOyYjeEE7S2xpayBvcCBKYSBvbSBkZSBxdWl6IGFmIHRlIHNsdWl0ZW4uIEtsaWsgb3AgTmVlIG9tIGRlIHF1aXogdm9vcnQgdGUgemV0dGVuLiIvPg0KCQk8dWl0ZXh0IG5hbWU9IklORk9STUFUSU9OX0gyNjRfRkxBU0hQTEFZRVIiIHZhbHVlPSJEZXplIHZpZGVvIHdvcmR0IG5pZXQgb25kZXJzdGV1bmQgZG9vciBkZSB2ZXJzaWUgdmFuIEZsYXNoIFBsYXllciBkaWUgbW9tZW50ZWVsIG9wIHV3IGNvbXB1dGVyIGlzIGdlw69uc3RhbGxlZXJkLiBLbGlrIGluIGRlIHZpZGVvIG9tIGRlIG5pZXV3c3RlIEZsYXNoIFBsYXllciB0ZSBkb3dubG9hZGV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aaWpwYW5lZWwgYWFuIGRlZWxuZW1lcnMgd2VlcmdldmVuIi8+DQoJCTx1aXRleHQgbmFtZT0iTVVURSIgdmFsdWU9IkRlbXBlbiIvPg0KCQk8dWl0ZXh0IG5hbWU9IkRPQ1dSQVBfVElUTEUiIHZhbHVlPSJQcmVzZW50ZXItYmVzdGFuZHNiaWpsYWdlIi8+DQoJCTx1aXRleHQgbmFtZT0iRE9DV1JBUF9NU0ciIHZhbHVlPSJPcHNsYWFuIGluIERlemUgY29tcHV0ZXIiLz4NCgkJPHVpdGV4dCBuYW1lPSJET0NXUkFQX1BST01QVCIgdmFsdWU9IktsaWsgb20gdGUgZG93bmxvYWRlbiIvPg0KCTwvbGFuZ3VhZ2U+DQoJPGxhbmd1YWdlIGlkPSJjbiI+DQoJCTwhLS0gZm9ybWF0IGZvciB1aWZvbnQgdmFsdWUgaXMgImZvbnQsc2l6ZSxpc2JvbGQsaXNpdGFsaWMsaXNzaGFkb3dlZCIgLS0+DQoJCTx1aWZvbnQgbmFtZT0iRk9OVF9RVUlaWklORyIgdmFsdWU9IuWui+S9ky0xODAzMCwxMCxmYWxzZSxmYWxzZSxmYWxzZSIvPg0KCQk8dWlmb250IG5hbWU9IkZPTlRfU0NSVUJTVEFUVVMiIHZhbHVlPSLlrovkvZMtMTgwMzAsMTAsdHJ1ZSxmYWxzZSx0cnVlIi8+DQoJCTx1aWZvbnQgbmFtZT0iRk9OVF9TQ1JVQlRJTUUiIHZhbHVlPSLlrovkvZMtMTgwMzAsMTAsZmFsc2UsZmFsc2UsdHJ1ZSIvPg0KCQk8dWlmb250IG5hbWU9IkZPTlRfRUxBUFNFRFRJTUUiIHZhbHVlPSLlrovkvZMtMTgwMzAsMTAsdHJ1ZSxmYWxzZSx0cnVlIi8+DQoJCTx1aWZvbnQgbmFtZT0iRk9OVF9VVElMU01FTlUiIHZhbHVlPSLlrovkvZMtMTgwMzAsMTAsdHJ1ZSxmYWxzZSxmYWxzZSIvPg0KCQk8dWlmb250IG5hbWU9IkZPTlRfVEFCUyIgdmFsdWU9IuWui+S9ky0xODAzMCwxNCx0cnVlLGZhbHNlLHRydWUiLz4NCgkJPHVpZm9udCBuYW1lPSJGT05UX1BSRVNFTlRBVElPTk5BTUUiIHZhbHVlPSLlrovkvZMtMTgwMzAsMTQsZmFsc2UsZmFsc2UsdHJ1ZSIvPg0KCQk8dWlmb250IG5hbWU9IkZPTlRfUFJFU0VOVEVSTkFNRSIgdmFsdWU9IuWui+S9ky0xODAzMCwxNCx0cnVlLGZhbHNlLHRydWUiLz4NCgkJPHVpZm9udCBuYW1lPSJGT05UX1BSRVNFTlRFUlRJVExFIiB2YWx1ZT0i5a6L5L2TLTE4MDMwLDEzLGZhbHNlLGZhbHNlLHRydWUiLz4NCgkJPHVpZm9udCBuYW1lPSJGT05UX0JJT0JUTiIgdmFsdWU9IuWui+S9ky0xODAzMCwxMCxmYWxzZSxmYWxzZSx0cnVlIi8+DQoJCTx1aWZvbnQgbmFtZT0iRk9OVF9OT1RFUyIgdmFsdWU9IuWui+S9ky0xODAzMCwxMixmYWxzZSxmYWxzZSxmYWxzZSIvPg0KCQk8dWlmb250IG5hbWU9IkZPTlRfT1VUTElORSIgdmFsdWU9IuWui+S9ky0xODAzMCwxMixmYWxzZSxmYWxzZSx0cnVlIi8+DQoJCTx1aWZvbnQgbmFtZT0iRk9OVF9TRUFSQ0giIHZhbHVlPSLlrovkvZMtMTgwMzAsMTIsZmFsc2UsZmFsc2UsdHJ1ZSIvPg0KCQk8dWlmb250IG5hbWU9IkZPTlRfVEhVTUIiIHZhbHVlPSLlrovkvZMtMTgwMzAsMTAsZmFsc2UsZmFsc2UsdHJ1ZSIvPg0KCQk8dWlmb250IG5hbWU9IkZPTlRfQklPV0lOIiB2YWx1ZT0i5a6L5L2TLTE4MDMwLDEyLGZhbHNlLGZhbHNlLGZhbHNlIi8+DQoJCTx1aWZvbnQgbmFtZT0iRk9OVF9MSVNUSEVBRElORyIgdmFsdWU9IuWui+S9ky0xODAzMCwxMCxmYWxzZSxmYWxzZSxmYWxzZSIvPg0KCQk8dWlmb250IG5hbWU9IkZPTlRfV0lOVElUTEUiIHZhbHVlPSLlrovkvZMtMTgwMzAsMTAsZmFsc2UsZmFsc2UsdHJ1ZSIvPg0KCQk8dWlmb250IG5hbWU9IkZPTlRfQVRUQUNITUVOVFMiIHZhbHVlPSLlrovkvZMtMTgwMzAsMTIsZmFsc2UsZmFsc2UsdHJ1ZSIvPg0KCQk8IS0tcXVpeiBwb2QgYW5kIG1lc3NhZ2UgYm94IHRleHQgZm9udHMtLT4NCgkJPHVpZm9udCBuYW1lPSJGT05UX01TR0JPWF9XSU5USVRMRSIgdmFsdWU9IuWui+S9ky0xODAzMCwxMix0cnVlLGZhbHNlLHRydWUiLz4NCgkJPHVpZm9udCBuYW1lPSJGT05UX01TR0JPWF9NU0ciIHZhbHVlPSLlrovkvZMtMTgwMzAsMTIsZmFsc2UsZmFsc2UsdHJ1ZSIvPg0KCQk8dWlmb250IG5hbWU9IkZPTlRfTVNHQk9YX09QVElPTlMiIHZhbHVlPSLlrovkvZMtMTgwMzAsMTAsdHJ1ZSxmYWxzZSx0cnVlIi8+DQoJCTx1aWZvbnQgbmFtZT0iRk9OVF9RVUlaUE9EX1FVSVpfVElUTEUiIHZhbHVlPSLlrovkvZMtMTgwMzAsMTIsdHJ1ZSxmYWxzZSx0cnVlIi8+DQoJCTx1aWZvbnQgbmFtZT0iRk9OVF9RVUlaUE9EX1FVSVpfQVRURU1QVCIgdmFsdWU9IuWui+S9ky0xODAzMCwxMCxmYWxzZSxmYWxzZSx0cnVlIi8+DQoJCTx1aWZvbnQgbmFtZT0iRk9OVF9RVUlaUE9EX1FVSVpfQVRURU1QVF9WQUxVRSIgdmFsdWU9IuWui+S9ky0xODAzMCwxMCx0cnVlLGZhbHNlLHRydWUiLz4NCgkJPHVpZm9udCBuYW1lPSJGT05UX1FVSVpQT0RfUVVFU1RJT05fU0NPUkUiIHZhbHVlPSLlrovkvZMtMTgwMzAsMTAsZmFsc2UsZmFsc2UsdHJ1ZSIvPg0KCQk8dWlmb250IG5hbWU9IkZPTlRfUVVJWlBPRF9RVUVTVElPTl9TQ09SRV9WQUxVRSIgdmFsdWU9IuWui+S9ky0xODAzMCwxMCx0cnVlLGZhbHNlLHRydWUiLz4NCgkJPHVpZm9udCBuYW1lPSJGT05UX1FVSVpQT0RfUVVFU1RJT05fQVRURU1QVCIgdmFsdWU9IuWui+S9ky0xODAzMCwxMCxmYWxzZSxmYWxzZSx0cnVlIi8+DQoJCTx1aWZvbnQgbmFtZT0iRk9OVF9RVUlaUE9EX1FVRVNUSU9OX0FUVEVNUFRfVkFMVUUiIHZhbHVlPSLlrovkvZMtMTgwMzAsMTAsdHJ1ZSxmYWxzZSx0cnVlIi8+DQoJCTx1aWZvbnQgbmFtZT0iRk9OVF9RVUlaUE9EX1FVRVNUSU9OX1RBRyIgdmFsdWU9IuWui+S9ky0xODAzMCwxMix0cnVlLGZhbHNlLHRydWUiLz4NCgkJPHVpZm9udCBuYW1lPSJGT05UX1FVSVpQT0RfUVVJWl9RVUVTVElPTl9DT1VOVCIgdmFsdWU9IuWui+S9ky0xODAzMCwxMCxmYWxzZSxmYWxzZSx0cnVlIi8+DQoJCTx1aWZvbnQgbmFtZT0iRk9OVF9RVUlaUE9EX1FVSVpfUVVFU1RJT05fQ09VTlRfVkFMVUUiIHZhbHVlPSLlrovkvZMtMTgwMzAsMTAsdHJ1ZSxmYWxzZSx0cnVlIi8+DQoJCTx1aWZvbnQgbmFtZT0iRk9OVF9RVUlaUE9EX1FVSVpfUVVFU1RJT05fQVRURU1QVEVEIiB2YWx1ZT0i5a6L5L2TLTE4MDMwLDEwLGZhbHNlLGZhbHNlLHRydWUiLz4NCgkJPHVpZm9udCBuYW1lPSJGT05UX1FVSVpQT0RfUVVJWl9RVUVTVElPTl9BVFRFTVBURURfVkFMVUUiIHZhbHVlPSLlrovkvZMtMTgwMzAsMTAsdHJ1ZSxmYWxzZSx0cnVlIi8+DQoJCTx1aWZvbnQgbmFtZT0iRk9OVF9RVUlaUE9EX1FVSVpfU0NPUkVfVEFHIiB2YWx1ZT0i5a6L5L2TLTE4MDMwLDEyLHRydWUsZmFsc2UsdHJ1ZSIvPg0KCQk8dWlmb250IG5hbWU9IkZPTlRfUVVJWlBPRF9RVUlaX1NDT1JFIiB2YWx1ZT0i5a6L5L2TLTE4MDMwLDEwLGZhbHNlLGZhbHNlLHRydWUiLz4NCgkJPHVpZm9udCBuYW1lPSJGT05UX1FVSVpQT0RfUVVJWl9TQ09SRV9WQUxVRSIgdmFsdWU9IuWui+S9ky0xODAzMCwxMCx0cnVlLGZhbHNlLHRydWUiLz4NCgkJPHVpZm9udCBuYW1lPSJGT05UX1FVSVpQT0RfUVVJWl9NQVhTQ09SRSIgdmFsdWU9IuWui+S9ky0xODAzMCwxMCxmYWxzZSxmYWxzZSx0cnVlIi8+DQoJCTx1aWZvbnQgbmFtZT0iRk9OVF9RVUlaUE9EX1FVSVpfTUFYU0NPUkVfVkFMVUUiIHZhbHVlPSLlrovkvZMtMTgwMzAsMTAsdHJ1ZSxmYWxzZSx0cnVlIi8+DQoJCTx1aWZvbnQgbmFtZT0iRk9OVF9RVUlaUE9EX1FVSVpfUEFTU1NDT1JFIiB2YWx1ZT0i5a6L5L2TLTE4MDMwLDEwLGZhbHNlLGZhbHNlLHRydWUiLz4NCgkJPHVpZm9udCBuYW1lPSJGT05UX1FVSVpQT0RfUVVJWl9QQVNTU0NPUkVfVkFMVUUiIHZhbHVlPSLlrovkvZMtMTgwMzAsMTAsdHJ1ZSxmYWxzZSx0cnVlIi8+DQoJCTwhLS0gdWl0ZXh0IC0tPg0KCQk8IS0tIHN1YnN0aXR1dGlvbjogJW4gPT0gc2xpZGUgbnVtYmVyIC0tPg0KCQk8dWl0ZXh0IG5hbWU9IkFUVEFDSE1FTlRfUFJFVklFV19XQVJOSU5HTVNHX1RJVExFU1RSSU5HIiB2YWx1ZT0iQXR0YWNobWVudCBXYXJuaW5nIi8+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5cbiBDb2xsYWJvcmF0aW9uIGRvZXMgbm90IHdvcmsgaW4gdGhpcyBtb2RlIi8+DQoJCTx1aXRleHQgbmFtZT0iQ09MTEFCX0xPQ0FMX1BMQVlCQUNLX1RJVExFIiB2YWx1ZT0iTG9jYWwgUGxheWJhY2siLz4NCgkJPHVpdGV4dCBuYW1lPSJDT0xMQUJfTE9DQUxfUExBWUJBQ0tCVE4iIHZhbHVlPSJPayIvPg0KCQk8dWl0ZXh0IG5hbWU9IlVOTkFNRURTTElERVRJVExFIiB2YWx1ZT0i5bm754Gv54mHICVuIi8+DQoJCTwhLS0gc3Vic3RpdHV0aW9uOiAlbiA9PSBzbGlkZSBudW1iZXIgLS0+DQoJCTwhLS0gc3Vic3RpdHV0aW9uOiAldCA9PSB0b3RhbCBzbGlkZSBjb3VudCAtLT4NCgkJPHVpdGV4dCBuYW1lPSJTQ1JVQkJBUlNUQVRVU19TTElERUlORk8iIHZhbHVlPSLlubvnga/niYcgJW4gLyAldCB8ICIvPg0KCQk8dWl0ZXh0IG5hbWU9IlNDUlVCQkFSU1RBVFVTX1NUT1BQRUQiIHZhbHVlPSLlt7LlgZzmraIiLz4NCgkJPHVpdGV4dCBuYW1lPSJTQ1JVQkJBUlNUQVRVU19QTEFZSU5HIiB2YWx1ZT0i5q2j5Zyo5pKt5pS+Ii8+DQoJCTx1aXRleHQgbmFtZT0iU0NSVUJCQVJTVEFUVVNfTk9BVURJTyIgdmFsdWU9IuaXoOmfs+mikSIvPg0KCQk8dWl0ZXh0IG5hbWU9IlNDUlVCQkFSU1RBVFVTX1ZJRFBMQVlJTkciIHZhbHVlPSLop4bpopHmkq3mlL4iLz4NCgkJPHVpdGV4dCBuYW1lPSJTQ1JVQkJBUlNUQVRVU19MT0FESU5HIiB2YWx1ZT0i5q2j5Zyo6L295YWlIi8+DQoJCTx1aXRleHQgbmFtZT0iU0NSVUJCQVJTVEFUVVNfQlVGRkVSSU5HIiB2YWx1ZT0i5q2j5Zyo6L+b6KGM57yT5Yay5aSE55CGIi8+DQoJCTx1aXRleHQgbmFtZT0iU0NSVUJCQVJTVEFUVVNfUVVFU1RJT04iIHZhbHVlPSLlm57nrZTpl67popgiLz4NCgkJPHVpdGV4dCBuYW1lPSJTQ1JVQkJBUlNUQVRVU19SRVZJRVdRVUlaIiB2YWx1ZT0i5q2j5Zyo5a6h6ZiF5rWL6aqMIi8+DQoJCTwhLS0gc3Vic3RpdHV0aW9uOiAlbSA9PSBtaW51dGVzIHJlbWFpbmluZyAtLT4NCgkJPCEtLSBzdWJzdGl0dXRpb246ICVzID09IHNlY29uZHMgcmVtYWluaW5nIC0tPg0KCQk8dWl0ZXh0IG5hbWU9IkVMQVBTRUQiIHZhbHVlPSLliankvZkgJW0g5YiG6ZKfICVzIOenkiIvPg0KCQk8dWl0ZXh0IG5hbWU9Ik5PVEZPVU5EIiB2YWx1ZT0i5pyq5om+5Yiw5Lu75L2V5YaF5a65Ii8+DQoJCTx1aXRleHQgbmFtZT0iQVRUQUNITUVOVFMiIHZhbHVlPSLpmYTku7YiLz4NCgkJPCEtLSBzdWJzdGl0dXRpb246ICVwID09IGN1cnJlbnQgc3BlYWtlcidzIHRpdGxlIC0tPg0KCQk8dWl0ZXh0IG5hbWU9IkJJT1dJTl9USVRMRSIgdmFsdWU9IuS4quS6uueugOS7izogJXAiLz4NCgkJPHVpdGV4dCBuYW1lPSJCSU9CVE5fVElUTEUiIHZhbHVlPSLkuKrkurrnroDku4siLz4NCgkJPHVpdGV4dCBuYW1lPSJESVZJREVSQlROX1RJVExFIiB2YWx1ZT0ifCIvPg0KCQk8dWl0ZXh0IG5hbWU9IkNPTlRBQ1RCVE5fVElUTEUiIHZhbHVlPSLogZTns7vmlrnlvI8iLz4NCgkJPHVpdGV4dCBuYW1lPSJUQUJfUVVJWiIgdmFsdWU9Iua1i+mqjCIvPg0KCQk8dWl0ZXh0IG5hbWU9IlRBQl9PVVRMSU5FIiB2YWx1ZT0i5aSn57qyIi8+DQoJCTx1aXRleHQgbmFtZT0iVEFCX1RIVU1CIiB2YWx1ZT0i57yp55Wl5Zu+Ii8+DQoJCTx1aXRleHQgbmFtZT0iVEFCX05PVEVTIiB2YWx1ZT0i5aSH5rOoIi8+DQoJCTx1aXRleHQgbmFtZT0iVEFCX1NFQVJDSCIgdmFsdWU9IuaQnOe0oiIvPg0KCQk8dWl0ZXh0IG5hbWU9IlNMSURFX0hFQURJTkciIHZhbHVlPSLlubvnga/niYfmoIfpopgiLz4NCgkJPHVpdGV4dCBuYW1lPSJEVVJBVElPTl9IRUFESU5HIiB2YWx1ZT0i5oyB57ut5pe26Ze0Ii8+DQoJCTx1aXRleHQgbmFtZT0iU0VBUkNIX0hFQURJTkciIHZhbHVlPSLmkJzntKLmlofmnKw6Ii8+DQoJCTx1aXRleHQgbmFtZT0iVEhVTUJfSEVBRElORyIgdmFsdWU9IuW5u+eBr+eJhyIvPg0KCQk8dWl0ZXh0IG5hbWU9IlRIVU1CX0lORk8iIHZhbHVlPSLlubvnga/niYfmoIfpopgv5oyB57ut5pe26Ze0Ii8+DQoJCTx1aXRleHQgbmFtZT0iQVRUQUNITkFNRV9IRUFESU5HIiB2YWx1ZT0i5paH5Lu25ZCNIi8+DQoJCTx1aXRleHQgbmFtZT0iQVRUQUNIU0laRV9IRUFESU5HIiB2YWx1ZT0i5aSn5bCPIi8+DQoJCTx1aXRleHQgbmFtZT0iU0xJREVfTk9URVMiIHZhbHVlPSLlubvnga/niYflpIfms6g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ua1i+mqjOWwneivleasoeaVsDoiLz4NCgkJPHVpdGV4dCBuYW1lPSJRVUlaUE9EX1FVSVpfQVRURU1QVF9WQUxVRSIgdmFsdWU9IuesrCAlbiDmrKHvvIzlhbEgJXQg5qyhIi8+DQoJCTx1aXRleHQgbmFtZT0iUVVJWlBPRF9RVUlaX1NDT1JFIiB2YWx1ZT0i5b6X5YiGOiIvPg0KCQk8dWl0ZXh0IG5hbWU9IlFVSVpQT0RfUVVJWl9QQVNTU0NPUkUiIHZhbHVlPSLlj4rmoLzliIbmlbA6Ii8+DQoJCTx1aXRleHQgbmFtZT0iUVVJWlBPRF9RVUlaX01BWFNDT1JFIiB2YWx1ZT0i5pyA6auY5YiG5pWwOiIvPg0KCQk8dWl0ZXh0IG5hbWU9IlFVSVpQT0RfUVVFU0FUTVBUX1NUUiIgdmFsdWU9IuWwneivleasoeaVsDog56ysICVuIOasoe+8jOWFsSAldCDmrKEiLz4NCgkJPHVpdGV4dCBuYW1lPSJRVUlaUE9EX1FVRVNUWVBFX1NUUiIgdmFsdWU9Iuexu+WeizogJXMiLz4NCgkJPHVpdGV4dCBuYW1lPSJRVUlaUE9EX1FVRVNUWVBFX0dSRCIgdmFsdWU9IuivhOe6pyIvPg0KCQk8dWl0ZXh0IG5hbWU9IlFVSVpQT0RfUVVFU1RZUEVfU1ZZIiB2YWx1ZT0i6LCD5p+lIi8+DQoJCTx1aXRleHQgbmFtZT0iUVVJWlBPRF9RVUlaQVRNUFRfSU5GIiB2YWx1ZT0i5peg6ZmQIi8+DQoJCTx1aXRleHQgbmFtZT0iUVVJWlBPRF9RVUVTQVRNUFRfSU5GIiB2YWx1ZT0i5peg6ZmQIi8+DQoJCTx1aXRleHQgbmFtZT0iV0FSTklOR01TR19ZRVNTVFJJTkciIHZhbHVlPSLmmK8iLz4NCgkJPHVpdGV4dCBuYW1lPSJXQVJOSU5HTVNHX05PU1RSSU5HIiB2YWx1ZT0i5ZCmIi8+DQoJCTx1aXRleHQgbmFtZT0iV0FSTklOR01TR19USVRMRVNUUklORyIgdmFsdWU9Iua1i+mqjOWvvOiIquitpuWRiiIvPg0KCQk8dWl0ZXh0IG5hbWU9IldBUk5JTkdNU0dfTVNHU1RSSU5HIiB2YWx1ZT0i5q2k5rWL6aqM5Lit5pyJ5pyq5bCd6K+V5L2c562U55qE6Zeu6aKY44CCJiN4QTsmI3hBO+WNleWHu+KAnOaYr+KAnemAgOWHuuatpOa1i+mqjOOAguWNleWHu+KAnOWQpuKAnee7p+e7rea1i+mqjOOAgiIvPg0KCQk8dWl0ZXh0IG5hbWU9IklORk9STUFUSU9OX0gyNjRfRkxBU0hQTEFZRVIiIHZhbHVlPSLlvZPliY3lronoo4XlnKjmgqjnmoTorqHnrpfmnLrkuIrnmoQgRmxhc2ggUGxheWVyIOeJiOacrOS4jeaUr+aMgeivpeinhumikeOAguWNleWHu+inhumikeWMuuWfn+S4i+i9veacgOaWsOeJiOacrOeahCBGbGFzaCBQbGF5ZXL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5ZCR5Y+C5Yqg6ICF5pi+56S65o+Q6KaB5qCPIi8+DQoJCTx1aXRleHQgbmFtZT0iTVVURSIgdmFsdWU9IumdmemfsyIvPg0KCQk8dWl0ZXh0IG5hbWU9IkRPQ1dSQVBfVElUTEUiIHZhbHVlPSJQcmVzZW50ZXIg5paH5Lu26ZmE5Lu2Ii8+DQoJCTx1aXRleHQgbmFtZT0iRE9DV1JBUF9NU0ciIHZhbHVlPSLkv53lrZjliLDmiJHnmoTorqHnrpfmnLoiLz4NCgkJPHVpdGV4dCBuYW1lPSJET0NXUkFQX1BST01QVCIgdmFsdWU9IuWNleWHu+S7peS4i+i9vSIvPg0KCTwvbGFuZ3VhZ2U+DQoJPGxhbmd1YWdlIGlkPSJ0c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x1aXRleHQgbmFtZT0iVU5OQU1FRFNMSURFVElUTEUiIHZhbHVlPSJTbGF5dCAlbiIvPg0KCQk8IS0tIHN1YnN0aXR1dGlvbjogJW4gPT0gc2xpZGUgbnVtYmVyIC0tPg0KCQk8IS0tIHN1YnN0aXR1dGlvbjogJXQgPT0gdG90YWwgc2xpZGUgY291bnQgLS0+DQoJCTx1aXRleHQgbmFtZT0iU0NSVUJCQVJTVEFUVVNfU0xJREVJTkZPIiB2YWx1ZT0iU2xheXQgJW4gLyAldCB8ICIvPg0KCQk8dWl0ZXh0IG5hbWU9IlNDUlVCQkFSU1RBVFVTX1NUT1BQRUQiIHZhbHVlPSJEdXJkdXJ1bGR1Ii8+DQoJCTx1aXRleHQgbmFtZT0iU0NSVUJCQVJTVEFUVVNfUExBWUlORyIgdmFsdWU9Ik95bmF0xLFsxLF5b3IiLz4NCgkJPHVpdGV4dCBuYW1lPSJTQ1JVQkJBUlNUQVRVU19OT0FVRElPIiB2YWx1ZT0iU2VzIFlvayIvPg0KCQk8dWl0ZXh0IG5hbWU9IlNDUlVCQkFSU1RBVFVTX1ZJRFBMQVlJTkciIHZhbHVlPSJWaWRlbyBPeW5hdMSxbMSxeW9yIi8+DQoJCTx1aXRleHQgbmFtZT0iU0NSVUJCQVJTVEFUVVNfTE9BRElORyIgdmFsdWU9IlnDvGtsZW5peW9yIi8+DQoJCTx1aXRleHQgbmFtZT0iU0NSVUJCQVJTVEFUVVNfQlVGRkVSSU5HIiB2YWx1ZT0iQXJhYmVsbGXEn2UgQWzEsW7EsXlvciIvPg0KCQk8dWl0ZXh0IG5hbWU9IlNDUlVCQkFSU1RBVFVTX1FVRVNUSU9OIiB2YWx1ZT0iU29ydXl1IFlhbsSxdGxhIi8+DQoJCTx1aXRleHQgbmFtZT0iU0NSVUJCQVJTVEFUVVNfUkVWSUVXUVVJWiIgdmFsdWU9IlPEsW5hdiDEsG5jZWxlbml5b3IiLz4NCgkJPCEtLSBzdWJzdGl0dXRpb246ICVtID09IG1pbnV0ZXMgcmVtYWluaW5nIC0tPg0KCQk8IS0tIHN1YnN0aXR1dGlvbjogJXMgPT0gc2Vjb25kcyByZW1haW5pbmcgLS0+DQoJCTx1aXRleHQgbmFtZT0iRUxBUFNFRCIgdmFsdWU9IiVtIERha2lrYSAlcyBTYW5peWUgS2FsZMSxIi8+DQoJCTx1aXRleHQgbmFtZT0iTk9URk9VTkQiIHZhbHVlPSJIZXJoYW5naSBCaXIgxZ5leSBCdWx1bm1hZMSxIi8+DQoJCTx1aXRleHQgbmFtZT0iQVRUQUNITUVOVFMiIHZhbHVlPSJFa2xlci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sSwcnRpYmF0Ii8+DQoJCTx1aXRleHQgbmFtZT0iVEFCX1FVSVoiIHZhbHVlPSJTxLFuYXYiLz4NCgkJPHVpdGV4dCBuYW1lPSJUQUJfT1VUTElORSIgdmFsdWU9IkFuYSBIYXQiLz4NCgkJPHVpdGV4dCBuYW1lPSJUQUJfVEhVTUIiIHZhbHVlPSJSZXNpbSIvPg0KCQk8dWl0ZXh0IG5hbWU9IlRBQl9OT1RFUyIgdmFsdWU9Ik5vdGxhciIvPg0KCQk8dWl0ZXh0IG5hbWU9IlRBQl9TRUFSQ0giIHZhbHVlPSJBcmEiLz4NCgkJPHVpdGV4dCBuYW1lPSJTTElERV9IRUFESU5HIiB2YWx1ZT0iU2xheXQgQmHFn2zEscSfxLEiLz4NCgkJPHVpdGV4dCBuYW1lPSJEVVJBVElPTl9IRUFESU5HIiB2YWx1ZT0iU8O8cmUiLz4NCgkJPHVpdGV4dCBuYW1lPSJTRUFSQ0hfSEVBRElORyIgdmFsdWU9Ik1ldG5pIGFyYToiLz4NCgkJPHVpdGV4dCBuYW1lPSJUSFVNQl9IRUFESU5HIiB2YWx1ZT0iU2xheXQiLz4NCgkJPHVpdGV4dCBuYW1lPSJUSFVNQl9JTkZPIiB2YWx1ZT0iU2xheXQgQmHFn2zEscSfxLEvU8O8cmVzaSIvPg0KCQk8dWl0ZXh0IG5hbWU9IkFUVEFDSE5BTUVfSEVBRElORyIgdmFsdWU9IkRvc3lhIEFkxLEiLz4NCgkJPHVpdGV4dCBuYW1lPSJBVFRBQ0hTSVpFX0hFQURJTkciIHZhbHVlPSJCb3l1dCIvPg0KCQk8dWl0ZXh0IG5hbWU9IlNMSURFX05PVEVTIiB2YWx1ZT0iU2xheXQgTm90bGFyxLE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lPEsW5hdiBEZW5lbWVzaToiLz4NCgkJPHVpdGV4dCBuYW1lPSJRVUlaUE9EX1FVSVpfQVRURU1QVF9WQUxVRSIgdmFsdWU9IiVuLyV0Ii8+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+DQoJCTx1aXRleHQgbmFtZT0iUVVJWlBPRF9RVUVTVFlQRV9HUkQiIHZhbHVlPSJCYXNhbWFrbMSxIi8+DQoJCTx1aXRleHQgbmFtZT0iUVVJWlBPRF9RVUVTVFlQRV9TVlkiIHZhbHVlPSJBbmtldCIvPg0KCQk8dWl0ZXh0IG5hbWU9IlFVSVpQT0RfUVVJWkFUTVBUX0lORiIgdmFsdWU9IlPEsW7EsXJzxLF6Ii8+DQoJCTx1aXRleHQgbmFtZT0iUVVJWlBPRF9RVUVTQVRNUFRfSU5GIiB2YWx1ZT0iU8SxbsSxcnPEsXoiLz4NCgkJPHVpdGV4dCBuYW1lPSJXQVJOSU5HTVNHX1lFU1NUUklORyIgdmFsdWU9IkV2ZXQiLz4NCgkJPHVpdGV4dCBuYW1lPSJXQVJOSU5HTVNHX05PU1RSSU5HIiB2YWx1ZT0iSGF5xLFyIi8+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+DQoJCTx1aXRleHQgbmFtZT0iRE9DV1JBUF9QUk9NUFQiIHZhbHVlPSLEsG5kaXJtZWsgacOnaW4gVMSxa2xhdMSxbiIvPg0KCTwvbGFuZ3VhZ2U+DQoJPGxhbmd1YWdlIGlkPSJydS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0KHQu9Cw0LnQtC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whLS0gc3Vic3RpdHV0aW9uOiAlbiA9PSBzbGlkZSBudW1iZXIgLS0+DQoJCTwhLS0gc3Vic3RpdHV0aW9uOiAldCA9PSB0b3RhbCBzbGlkZSBjb3VudCAtLT4NCgkJPHVpdGV4dCBuYW1lPSJTQ1JVQkJBUlNUQVRVU19TTElERUlORk8iIHZhbHVlPSLQodC70LDQudC0ICVuIC8gJXQgfCAiLz4NCgkJPHVpdGV4dCBuYW1lPSJTQ1JVQkJBUlNUQVRVU19TVE9QUEVEIiB2YWx1ZT0i0J7RgdGC0LDQvdC+0LLQu9C10L3QviIvPg0KCQk8dWl0ZXh0IG5hbWU9IlNDUlVCQkFSU1RBVFVTX1BMQVlJTkciIHZhbHVlPSLQktC+0YHQv9GA0L7QuNC30LLQtdC00LXQvdC40LUiLz4NCgkJPHVpdGV4dCBuYW1lPSJTQ1JVQkJBUlNUQVRVU19OT0FVRElPIiB2YWx1ZT0i0J3QtdGCINCw0YPQtNC40L4iLz4NCgkJPHVpdGV4dCBuYW1lPSJTQ1JVQkJBUlNUQVRVU19WSURQTEFZSU5HIiB2YWx1ZT0i0JLQvtGB0L/RgNC+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+0L/RgNC+0YEiLz4NCgkJPHVpdGV4dCBuYW1lPSJTQ1JVQkJBUlNUQVRVU19SRVZJRVdRVUlaIiB2YWx1ZT0i0J7QsdC30L7RgCDQvtC/0YDQvtGB0LAiLz4NCgkJPCEtLSBzdWJzdGl0dXRpb246ICVtID09IG1pbnV0ZXMgcmVtYWluaW5nIC0tPg0KCQk8IS0tIHN1YnN0aXR1dGlvbjogJXMgPT0gc2Vjb25kcyByZW1haW5pbmcgLS0+DQoJCTx1aXRleHQgbmFtZT0iRUxBUFNFRCIgdmFsdWU9ItCe0YHRgtCw0LvQvtGB0YwgJW0g0LzQuNC9LiAlcyDRgSIvPg0KCQk8dWl0ZXh0IG5hbWU9Ik5PVEZPVU5EIiB2YWx1ZT0i0J3QuNGH0LXQs9C+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+0L3RgtCw0LrRgiIvPg0KCQk8dWl0ZXh0IG5hbWU9IlRBQl9RVUlaIiB2YWx1ZT0i0J7Qv9GA0L7RgSIvPg0KCQk8dWl0ZXh0IG5hbWU9IlRBQl9PVVRMSU5FIiB2YWx1ZT0i0KHRhdC10LzQsCIvPg0KCQk8dWl0ZXh0IG5hbWU9IlRBQl9USFVNQiIgdmFsdWU9ItCR0LXQs9GD0L3QvtC6Ii8+DQoJCTx1aXRleHQgbmFtZT0iVEFCX05PVEVTIiB2YWx1ZT0i0JfQsNC80LXRgtC60LgiLz4NCgkJPHVpdGV4dCBuYW1lPSJUQUJfU0VBUkNIIiB2YWx1ZT0i0J/QvtC40YHQuiIvPg0KCQk8dWl0ZXh0IG5hbWU9IlNMSURFX0hFQURJTkciIHZhbHVlPSLQl9Cw0LPQvtC70L7QstC+0Log0YHQu9Cw0LnQtNCwIi8+DQoJCTx1aXRleHQgbmFtZT0iRFVSQVRJT05fSEVBRElORyIgdmFsdWU9ItCU0LvQuNGCLdGB0YLRjCIvPg0KCQk8dWl0ZXh0IG5hbWU9IlNFQVJDSF9IRUFESU5HIiB2YWx1ZT0i0J/QvtC40YHQuiDRgtC10LrRgdGC0LA6Ii8+DQoJCTx1aXRleHQgbmFtZT0iVEhVTUJfSEVBRElORyIgdmFsdWU9ItCh0LvQsNC50LQiLz4NCgkJPHVpdGV4dCBuYW1lPSJUSFVNQl9JTkZPIiB2YWx1ZT0i0J3QsNC30LLQsNC90LjQtS/QtNC70LjRgi3QvdC+0YHRgtGMIi8+DQoJCTx1aXRleHQgbmFtZT0iQVRUQUNITkFNRV9IRUFESU5HIiB2YWx1ZT0i0JjQvNGPINGE0LDQudC70LAiLz4NCgkJPHVpdGV4dCBuYW1lPSJBVFRBQ0hTSVpFX0hFQURJTkciIHZhbHVlPSLQoNCw0LfQvNC10YAiLz4NCgkJPHVpdGV4dCBuYW1lPSJTTElERV9OT1RFUyIgdmFsdWU9ItCX0LDQvNC10YLQutC4INC6INGB0LvQsNC50LTRgyIvPg0KCQk8dWl0ZXh0IG5hbWU9IkNPVVJTRV9TVEFUVVMiIHZhbHVlPSJNb2R1bGUgU3RhdHVzIi8+DQoJCTx1aXRleHQgbmFtZT0iUEFTU0VEX1NUUklORyIgdmFsdWU9IlBhc3NlZCIvPg0KCQk8dWl0ZXh0IG5hbWU9IkZBSUxFRF9TVFJJTkciIHZhbHVlPSJGYWlsZWQiLz4NCgkJPCEtLXF1aXogcG9kIGFuZCBtZXNzYWdlIGJveCB0ZXh0cy0tPg0KCQk8dWl0ZXh0IG5hbWU9IlFVSVpQT0RfUVVJWl9BVFRFTVBUIiB2YWx1ZT0i0J/QvtC/0YvRgtC60LAg0L/RgNC+0LnRgtC4INC+0L/RgNC+0YE6Ii8+DQoJCTx1aXRleHQgbmFtZT0iUVVJWlBPRF9RVUlaX0FUVEVNUFRfVkFMVUUiIHZhbHVlPSIlbiDQuNC3ICV0Ii8+DQoJCTx1aXRleHQgbmFtZT0iUVVJWlBPRF9RVUlaX1NDT1JFIiB2YWx1ZT0i0J3QsNCx0YDQsNC90L4g0LHQsNC70LvQvtCyOiIvPg0KCQk8dWl0ZXh0IG5hbWU9IlFVSVpQT0RfUVVJWl9QQVNTU0NPUkUiIHZhbHVlPSLQn9GA0L7RhdC+0LTQvdC+0Lkg0YDQtdC30YPQu9GM0YLQsNGCOiIvPg0KCQk8dWl0ZXh0IG5hbWU9IlFVSVpQT0RfUVVJWl9NQVhTQ09SRSIgdmFsdWU9ItCc0LDQutGB0LjQvNCw0LvRjNC90YvQuSDRgNC10LfRg9C70YzRgtCw0YI6Ii8+DQoJCTx1aXRleHQgbmFtZT0iUVVJWlBPRF9RVUVTQVRNUFRfU1RSIiB2YWx1ZT0i0J/QvtC/0YvRgtC60LA6ICVuINC40LcgJXQiLz4NCgkJPHVpdGV4dCBuYW1lPSJRVUlaUE9EX1FVRVNUWVBFX1NUUiIgdmFsdWU9ItCi0LjQvzogJXMiLz4NCgkJPHVpdGV4dCBuYW1lPSJRVUlaUE9EX1FVRVNUWVBFX0dSRCIgdmFsdWU9ItChINC+0YbQtdC90LrQvtC5Ii8+DQoJCTx1aXRleHQgbmFtZT0iUVVJWlBPRF9RVUVTVFlQRV9TVlkiIHZhbHVlPSLQntCx0LfQvtGAIi8+DQoJCTx1aXRleHQgbmFtZT0iUVVJWlBPRF9RVUlaQVRNUFRfSU5GIiB2YWx1ZT0i0JHQvtC70YzRiNC+0LUg0YfQuNGB0LvQviIvPg0KCQk8dWl0ZXh0IG5hbWU9IlFVSVpQT0RfUVVFU0FUTVBUX0lORiIgdmFsdWU9ItCR0L7Qu9GM0YjQvtC1INGH0LjRgdC70L4iLz4NCgkJPHVpdGV4dCBuYW1lPSJXQVJOSU5HTVNHX1lFU1NUUklORyIgdmFsdWU9ItCU0LAiLz4NCgkJPHVpdGV4dCBuYW1lPSJXQVJOSU5HTVNHX05PU1RSSU5HIiB2YWx1ZT0i0J3QtdGCIi8+DQoJCTx1aXRleHQgbmFtZT0iV0FSTklOR01TR19USVRMRVNUUklORyIgdmFsdWU9ItCf0YDQtdC00YPQv9GA0LXQttC00LXQvdC40LUg0L4g0L3QsNCy0LjQs9Cw0YbQuNC4INCyINC+0L/RgNC+0YHQtSIvPg0KCQk8dWl0ZXh0IG5hbWU9IldBUk5JTkdNU0dfTVNHU1RSSU5HIiB2YWx1ZT0i0JIg0L7Qv9GA0L7RgdC1INC+0YHRgtCw0LvQuNGB0Ywg0L3QtdC+0YLQstC10YfQtdC90L3Ri9C1INCy0L7Qv9GA0L7RgdGLLtCd0LDQttCw0YLQuNC1INC60L3QvtC/0LrQuCAmcXVvdDvQlNCwJnF1b3Q7INC/0YDQuNCy0LXQtNC10YIg0Log0LfQsNC60YDRi9GC0LjRjiDQvtC/0YDQvtGB0LAuINCd0LDQttCw0YLQuNC1INC60L3QvtC/0LrQuCAmcXVvdDvQndC10YImcXVvdDsg0L/RgNC+0LTQvtC70LbQuNGCINC+0L/RgNC+0YEuIi8+DQoJCTx1aXRleHQgbmFtZT0iSU5GT1JNQVRJT05fSDI2NF9GTEFTSFBMQVlFUiIgdmFsdWU9ItCi0LXQutGD0YnQsNGPINCy0LXRgNGB0LjRjyDQv9GA0L7QuNCz0YDRi9Cy0LDRgtC10LvRjyBGbGFzaCBQbGF5ZXIsINGD0YHRgtCw0L3QvtCy0LvQtdC90L3QsNGPINC90LAg0Y3RgtC+0Lwg0LrQvtC80L/RjNGO0YLQtdGA0LUsINC90LUg0L/QvtC00LTQtdGA0LbQuNCy0LDQtdGCINGN0YLQviDQstC40LTQtdC+LiDQqdC10LvQutC90LjRgtC1INCyINC+0LHQu9Cw0YHRgtC4INCy0LjQtNC10L4sINGH0YLQvtCx0Ysg0LfQsNCz0YDRg9C30LjRgtGMINC/0L7RgdC70LXQtNC90Y7RjiDQstC10YDRgdC40Y4g0L/RgNC+0LjQs9GA0YvQstCw0YLQtdC70Y8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LQn9C+0LrQsNC30YvQstCw0YLRjCDQstGA0LXQt9C60YMg0YPRh9Cw0YHRgtC90LjQutCw0LwiLz4NCgkJPHVpdGV4dCBuYW1lPSJNVVRFIiB2YWx1ZT0i0J7RgtC60LvRjtGH0LjRgtGMINC30LLRg9C6Ii8+DQoJCTx1aXRleHQgbmFtZT0iRE9DV1JBUF9USVRMRSIgdmFsdWU9ItCS0LvQvtC20LXQvdC40LUg0LIg0YTQsNC50LsgQWRvYmUgUHJlc2VudGVyIi8+DQoJCTx1aXRleHQgbmFtZT0iRE9DV1JBUF9NU0ciIHZhbHVlPSLQodC+0YXRgNCw0L3QuNGC0Ywg0LIg0L/QsNC/0LrRgyAmcXVvdDvQnNC+0Lkg0LrQvtC80L/RjNGO0YLQtdGAJnF1b3Q7Ii8+DQoJCTx1aXRleHQgbmFtZT0iRE9DV1JBUF9QUk9NUFQiIHZhbHVlPSLQqdC10LvQutC90YPRgtGMINC00LvRjyDQt9Cw0LPRgNGD0LfQutC4Ii8+DQoJPC9sYW5ndWFnZT4NCjwvY29uZmlndXJhdGlvbj4NCg=="/>
  <p:tag name="MMPROD_UIDATA" val="&lt;database version=&quot;11.0&quot;&gt;&lt;object type=&quot;1&quot; unique_id=&quot;10001&quot;&gt;&lt;property id=&quot;20141&quot; value=&quot;ECE/CS 552 - Consistency and SIMD&quot;/&gt;&lt;property id=&quot;20144&quot; value=&quot;0&quot;/&gt;&lt;property id=&quot;20146&quot; value=&quot;0&quot;/&gt;&lt;property id=&quot;20147&quot; value=&quot;0&quot;/&gt;&lt;property id=&quot;20148&quot; value=&quot;5&quot;/&gt;&lt;property id=&quot;20180&quot; value=&quot;0&quot;/&gt;&lt;property id=&quot;20181&quot; value=&quot;1&quot;/&gt;&lt;property id=&quot;20183&quot; value=&quot;1&quot;/&gt;&lt;property id=&quot;20184&quot; value=&quot;7&quot;/&gt;&lt;property id=&quot;20193&quot; value=&quot;-1&quot;/&gt;&lt;property id=&quot;20224&quot; value=&quot;C:\Users\sanmi\Documents\My Adobe Presentations\ece552-ConsistencySIMD&quot;/&gt;&lt;property id=&quot;20250&quot; value=&quot;0&quot;/&gt;&lt;property id=&quot;20251&quot; value=&quot;0&quot;/&gt;&lt;property id=&quot;20259&quot; value=&quot;0&quot;/&gt;&lt;property id=&quot;20263&quot; value=&quot;2&quot;/&gt;&lt;property id=&quot;20264&quot; value=&quot;1&quot;/&gt;&lt;property id=&quot;20519&quot; value=&quot;0&quot;/&gt;&lt;property id=&quot;20700&quot; value=&quot;0&quot;/&gt;&lt;object type=&quot;2&quot; unique_id=&quot;20554&quot;&gt;&lt;object type=&quot;3&quot; unique_id=&quot;20556&quot;&gt;&lt;property id=&quot;20148&quot; value=&quot;5&quot;/&gt;&lt;property id=&quot;20300&quot; value=&quot;Slide 2 - &amp;quot;Forecast&amp;quot;&quot;/&gt;&lt;property id=&quot;20303&quot; value=&quot;-1&quot;/&gt;&lt;property id=&quot;20307&quot; value=&quot;505&quot;/&gt;&lt;property id=&quot;20309&quot; value=&quot;-1&quot;/&gt;&lt;/object&gt;&lt;object type=&quot;3&quot; unique_id=&quot;20705&quot;&gt;&lt;property id=&quot;20148&quot; value=&quot;5&quot;/&gt;&lt;property id=&quot;20300&quot; value=&quot;Slide 1 - &amp;quot;ECE/CS 552: Consistency and SIMD&amp;quot;&quot;/&gt;&lt;property id=&quot;20303&quot; value=&quot;-1&quot;/&gt;&lt;property id=&quot;20307&quot; value=&quot;540&quot;/&gt;&lt;property id=&quot;20309&quot; value=&quot;-1&quot;/&gt;&lt;/object&gt;&lt;object type=&quot;3&quot; unique_id=&quot;24361&quot;&gt;&lt;property id=&quot;20148&quot; value=&quot;5&quot;/&gt;&lt;property id=&quot;20300&quot; value=&quot;Slide 24 - &amp;quot;Flynn’s Taxonomy&amp;quot;&quot;/&gt;&lt;property id=&quot;20303&quot; value=&quot;-1&quot;/&gt;&lt;property id=&quot;20307&quot; value=&quot;699&quot;/&gt;&lt;property id=&quot;20309&quot; value=&quot;-1&quot;/&gt;&lt;/object&gt;&lt;object type=&quot;3&quot; unique_id=&quot;24362&quot;&gt;&lt;property id=&quot;20148&quot; value=&quot;5&quot;/&gt;&lt;property id=&quot;20300&quot; value=&quot;Slide 25 - &amp;quot;SIMD&amp;quot;&quot;/&gt;&lt;property id=&quot;20303&quot; value=&quot;-1&quot;/&gt;&lt;property id=&quot;20307&quot; value=&quot;700&quot;/&gt;&lt;property id=&quot;20309&quot; value=&quot;-1&quot;/&gt;&lt;/object&gt;&lt;object type=&quot;3&quot; unique_id=&quot;24363&quot;&gt;&lt;property id=&quot;20148&quot; value=&quot;5&quot;/&gt;&lt;property id=&quot;20300&quot; value=&quot;Slide 26 - &amp;quot;Vector (Superword) Instructions&amp;quot;&quot;/&gt;&lt;property id=&quot;20303&quot; value=&quot;-1&quot;/&gt;&lt;property id=&quot;20307&quot; value=&quot;701&quot;/&gt;&lt;property id=&quot;20309&quot; value=&quot;-1&quot;/&gt;&lt;/object&gt;&lt;object type=&quot;3&quot; unique_id=&quot;24365&quot;&gt;&lt;property id=&quot;20148&quot; value=&quot;5&quot;/&gt;&lt;property id=&quot;20300&quot; value=&quot;Slide 27 - &amp;quot;Vector (Superword) Instructions&amp;quot;&quot;/&gt;&lt;property id=&quot;20303&quot; value=&quot;-1&quot;/&gt;&lt;property id=&quot;20307&quot; value=&quot;703&quot;/&gt;&lt;property id=&quot;20309&quot; value=&quot;-1&quot;/&gt;&lt;/object&gt;&lt;object type=&quot;3&quot; unique_id=&quot;24367&quot;&gt;&lt;property id=&quot;20148&quot; value=&quot;5&quot;/&gt;&lt;property id=&quot;20300&quot; value=&quot;Slide 28 - &amp;quot;Vector (Superword) Instructions&amp;quot;&quot;/&gt;&lt;property id=&quot;20303&quot; value=&quot;-1&quot;/&gt;&lt;property id=&quot;20307&quot; value=&quot;705&quot;/&gt;&lt;property id=&quot;20309&quot; value=&quot;-1&quot;/&gt;&lt;/object&gt;&lt;object type=&quot;3&quot; unique_id=&quot;24368&quot;&gt;&lt;property id=&quot;20148&quot; value=&quot;5&quot;/&gt;&lt;property id=&quot;20300&quot; value=&quot;Slide 29 - &amp;quot;Vector (Superword) Instructions&amp;quot;&quot;/&gt;&lt;property id=&quot;20303&quot; value=&quot;-1&quot;/&gt;&lt;property id=&quot;20307&quot; value=&quot;706&quot;/&gt;&lt;property id=&quot;20309&quot; value=&quot;-1&quot;/&gt;&lt;/object&gt;&lt;object type=&quot;3&quot; unique_id=&quot;24369&quot;&gt;&lt;property id=&quot;20148&quot; value=&quot;5&quot;/&gt;&lt;property id=&quot;20300&quot; value=&quot;Slide 30 - &amp;quot;Single-Instruction Multiple-Threads (SIMT)&amp;quot;&quot;/&gt;&lt;property id=&quot;20303&quot; value=&quot;-1&quot;/&gt;&lt;property id=&quot;20307&quot; value=&quot;707&quot;/&gt;&lt;property id=&quot;20309&quot; value=&quot;-1&quot;/&gt;&lt;/object&gt;&lt;object type=&quot;3&quot; unique_id=&quot;24371&quot;&gt;&lt;property id=&quot;20148&quot; value=&quot;5&quot;/&gt;&lt;property id=&quot;20300&quot; value=&quot;Slide 31 - &amp;quot;GPUs&amp;quot;&quot;/&gt;&lt;property id=&quot;20303&quot; value=&quot;-1&quot;/&gt;&lt;property id=&quot;20307&quot; value=&quot;709&quot;/&gt;&lt;property id=&quot;20309&quot; value=&quot;-1&quot;/&gt;&lt;/object&gt;&lt;object type=&quot;3&quot; unique_id=&quot;24373&quot;&gt;&lt;property id=&quot;20148&quot; value=&quot;5&quot;/&gt;&lt;property id=&quot;20300&quot; value=&quot;Slide 32 - &amp;quot;GPUs&amp;quot;&quot;/&gt;&lt;property id=&quot;20303&quot; value=&quot;-1&quot;/&gt;&lt;property id=&quot;20307&quot; value=&quot;711&quot;/&gt;&lt;property id=&quot;20309&quot; value=&quot;-1&quot;/&gt;&lt;/object&gt;&lt;object type=&quot;3&quot; unique_id=&quot;24375&quot;&gt;&lt;property id=&quot;20148&quot; value=&quot;5&quot;/&gt;&lt;property id=&quot;20300&quot; value=&quot;Slide 33 - &amp;quot;GPUs&amp;quot;&quot;/&gt;&lt;property id=&quot;20303&quot; value=&quot;-1&quot;/&gt;&lt;property id=&quot;20307&quot; value=&quot;713&quot;/&gt;&lt;property id=&quot;20309&quot; value=&quot;-1&quot;/&gt;&lt;/object&gt;&lt;object type=&quot;3&quot; unique_id=&quot;24376&quot;&gt;&lt;property id=&quot;20148&quot; value=&quot;5&quot;/&gt;&lt;property id=&quot;20300&quot; value=&quot;Slide 34 - &amp;quot;MISD&amp;quot;&quot;/&gt;&lt;property id=&quot;20303&quot; value=&quot;-1&quot;/&gt;&lt;property id=&quot;20307&quot; value=&quot;714&quot;/&gt;&lt;property id=&quot;20309&quot; value=&quot;-1&quot;/&gt;&lt;/object&gt;&lt;object type=&quot;3&quot; unique_id=&quot;24381&quot;&gt;&lt;property id=&quot;20148&quot; value=&quot;5&quot;/&gt;&lt;property id=&quot;20300&quot; value=&quot;Slide 3 - &amp;quot;Coherence and Consistency&amp;quot;&quot;/&gt;&lt;property id=&quot;20303&quot; value=&quot;-1&quot;/&gt;&lt;property id=&quot;20307&quot; value=&quot;1004&quot;/&gt;&lt;property id=&quot;20309&quot; value=&quot;-1&quot;/&gt;&lt;/object&gt;&lt;object type=&quot;3&quot; unique_id=&quot;24383&quot;&gt;&lt;property id=&quot;20148&quot; value=&quot;5&quot;/&gt;&lt;property id=&quot;20300&quot; value=&quot;Slide 4 - &amp;quot;Sequential Consistency&amp;quot;&quot;/&gt;&lt;property id=&quot;20303&quot; value=&quot;-1&quot;/&gt;&lt;property id=&quot;20307&quot; value=&quot;1005&quot;/&gt;&lt;property id=&quot;20309&quot; value=&quot;-1&quot;/&gt;&lt;/object&gt;&lt;object type=&quot;3&quot; unique_id=&quot;24384&quot;&gt;&lt;property id=&quot;20148&quot; value=&quot;5&quot;/&gt;&lt;property id=&quot;20300&quot; value=&quot;Slide 5 - &amp;quot;SC Example 1&amp;quot;&quot;/&gt;&lt;property id=&quot;20303&quot; value=&quot;-1&quot;/&gt;&lt;property id=&quot;20307&quot; value=&quot;1010&quot;/&gt;&lt;property id=&quot;20309&quot; value=&quot;-1&quot;/&gt;&lt;/object&gt;&lt;object type=&quot;3&quot; unique_id=&quot;24390&quot;&gt;&lt;property id=&quot;20148&quot; value=&quot;5&quot;/&gt;&lt;property id=&quot;20300&quot; value=&quot;Slide 7 - &amp;quot;SC Example 2&amp;quot;&quot;/&gt;&lt;property id=&quot;20303&quot; value=&quot;-1&quot;/&gt;&lt;property id=&quot;20307&quot; value=&quot;1017&quot;/&gt;&lt;property id=&quot;20309&quot; value=&quot;-1&quot;/&gt;&lt;/object&gt;&lt;object type=&quot;3&quot; unique_id=&quot;24391&quot;&gt;&lt;property id=&quot;20148&quot; value=&quot;5&quot;/&gt;&lt;property id=&quot;20300&quot; value=&quot;Slide 8 - &amp;quot;SC Example 2&amp;quot;&quot;/&gt;&lt;property id=&quot;20303&quot; value=&quot;-1&quot;/&gt;&lt;property id=&quot;20307&quot; value=&quot;1018&quot;/&gt;&lt;property id=&quot;20309&quot; value=&quot;-1&quot;/&gt;&lt;/object&gt;&lt;object type=&quot;3&quot; unique_id=&quot;24395&quot;&gt;&lt;property id=&quot;20148&quot; value=&quot;5&quot;/&gt;&lt;property id=&quot;20300&quot; value=&quot;Slide 9 - &amp;quot;SC Example 2&amp;quot;&quot;/&gt;&lt;property id=&quot;20303&quot; value=&quot;-1&quot;/&gt;&lt;property id=&quot;20307&quot; value=&quot;1022&quot;/&gt;&lt;property id=&quot;20309&quot; value=&quot;-1&quot;/&gt;&lt;/object&gt;&lt;object type=&quot;3&quot; unique_id=&quot;24399&quot;&gt;&lt;property id=&quot;20148&quot; value=&quot;5&quot;/&gt;&lt;property id=&quot;20300&quot; value=&quot;Slide 10 - &amp;quot;SC Example 3&amp;quot;&quot;/&gt;&lt;property id=&quot;20303&quot; value=&quot;-1&quot;/&gt;&lt;property id=&quot;20307&quot; value=&quot;1027&quot;/&gt;&lt;property id=&quot;20309&quot; value=&quot;-1&quot;/&gt;&lt;/object&gt;&lt;object type=&quot;3&quot; unique_id=&quot;24403&quot;&gt;&lt;property id=&quot;20148&quot; value=&quot;5&quot;/&gt;&lt;property id=&quot;20300&quot; value=&quot;Slide 11 - &amp;quot;SC Example 4&amp;quot;&quot;/&gt;&lt;property id=&quot;20303&quot; value=&quot;-1&quot;/&gt;&lt;property id=&quot;20307&quot; value=&quot;1030&quot;/&gt;&lt;property id=&quot;20309&quot; value=&quot;-1&quot;/&gt;&lt;/object&gt;&lt;object type=&quot;3&quot; unique_id=&quot;24404&quot;&gt;&lt;property id=&quot;20148&quot; value=&quot;5&quot;/&gt;&lt;property id=&quot;20300&quot; value=&quot;Slide 12 - &amp;quot;SC Example 4&amp;quot;&quot;/&gt;&lt;property id=&quot;20303&quot; value=&quot;-1&quot;/&gt;&lt;property id=&quot;20307&quot; value=&quot;1031&quot;/&gt;&lt;property id=&quot;20309&quot; value=&quot;-1&quot;/&gt;&lt;/object&gt;&lt;object type=&quot;3&quot; unique_id=&quot;24406&quot;&gt;&lt;property id=&quot;20148&quot; value=&quot;5&quot;/&gt;&lt;property id=&quot;20300&quot; value=&quot;Slide 13 - &amp;quot;SC Example 4&amp;quot;&quot;/&gt;&lt;property id=&quot;20303&quot; value=&quot;-1&quot;/&gt;&lt;property id=&quot;20307&quot; value=&quot;1036&quot;/&gt;&lt;property id=&quot;20309&quot; value=&quot;-1&quot;/&gt;&lt;/object&gt;&lt;object type=&quot;3&quot; unique_id=&quot;24411&quot;&gt;&lt;property id=&quot;20148&quot; value=&quot;5&quot;/&gt;&lt;property id=&quot;20300&quot; value=&quot;Slide 14 - &amp;quot;Sequential Consistency&amp;quot;&quot;/&gt;&lt;property id=&quot;20303&quot; value=&quot;-1&quot;/&gt;&lt;property id=&quot;20307&quot; value=&quot;1042&quot;/&gt;&lt;property id=&quot;20309&quot; value=&quot;-1&quot;/&gt;&lt;/object&gt;&lt;object type=&quot;3&quot; unique_id=&quot;24416&quot;&gt;&lt;property id=&quot;20148&quot; value=&quot;5&quot;/&gt;&lt;property id=&quot;20300&quot; value=&quot;Slide 15 - &amp;quot;Volatile&amp;quot;&quot;/&gt;&lt;property id=&quot;20303&quot; value=&quot;-1&quot;/&gt;&lt;property id=&quot;20307&quot; value=&quot;1065&quot;/&gt;&lt;property id=&quot;20309&quot; value=&quot;-1&quot;/&gt;&lt;/object&gt;&lt;object type=&quot;3&quot; unique_id=&quot;24425&quot;&gt;&lt;property id=&quot;20148&quot; value=&quot;5&quot;/&gt;&lt;property id=&quot;20300&quot; value=&quot;Slide 16 - &amp;quot;SC Example 2 – Fixed&amp;quot;&quot;/&gt;&lt;property id=&quot;20303&quot; value=&quot;-1&quot;/&gt;&lt;property id=&quot;20307&quot; value=&quot;1066&quot;/&gt;&lt;property id=&quot;20309&quot; value=&quot;-1&quot;/&gt;&lt;/object&gt;&lt;object type=&quot;3&quot; unique_id=&quot;24433&quot;&gt;&lt;property id=&quot;20148&quot; value=&quot;5&quot;/&gt;&lt;property id=&quot;20300&quot; value=&quot;Slide 18 - &amp;quot;SC Example 3 – Fixed&amp;quot;&quot;/&gt;&lt;property id=&quot;20303&quot; value=&quot;-1&quot;/&gt;&lt;property id=&quot;20307&quot; value=&quot;1071&quot;/&gt;&lt;property id=&quot;20309&quot; value=&quot;-1&quot;/&gt;&lt;/object&gt;&lt;object type=&quot;3&quot; unique_id=&quot;24434&quot;&gt;&lt;property id=&quot;20148&quot; value=&quot;5&quot;/&gt;&lt;property id=&quot;20300&quot; value=&quot;Slide 21 - &amp;quot;Coherence Acknowledgements&amp;quot;&quot;/&gt;&lt;property id=&quot;20303&quot; value=&quot;-1&quot;/&gt;&lt;property id=&quot;20307&quot; value=&quot;1072&quot;/&gt;&lt;property id=&quot;20309&quot; value=&quot;-1&quot;/&gt;&lt;/object&gt;&lt;object type=&quot;3&quot; unique_id=&quot;24439&quot;&gt;&lt;property id=&quot;20148&quot; value=&quot;5&quot;/&gt;&lt;property id=&quot;20300&quot; value=&quot;Slide 22 - &amp;quot;SC Example 4 – Fixed&amp;quot;&quot;/&gt;&lt;property id=&quot;20303&quot; value=&quot;-1&quot;/&gt;&lt;property id=&quot;20307&quot; value=&quot;1073&quot;/&gt;&lt;property id=&quot;20309&quot; value=&quot;-1&quot;/&gt;&lt;/object&gt;&lt;object type=&quot;3&quot; unique_id=&quot;24441&quot;&gt;&lt;property id=&quot;20148&quot; value=&quot;5&quot;/&gt;&lt;property id=&quot;20300&quot; value=&quot;Slide 23 - &amp;quot;SC Example 4 – Fixed&amp;quot;&quot;/&gt;&lt;property id=&quot;20303&quot; value=&quot;-1&quot;/&gt;&lt;property id=&quot;20307&quot; value=&quot;1075&quot;/&gt;&lt;property id=&quot;20309&quot; value=&quot;-1&quot;/&gt;&lt;/object&gt;&lt;object type=&quot;3&quot; unique_id=&quot;25309&quot;&gt;&lt;property id=&quot;20148&quot; value=&quot;5&quot;/&gt;&lt;property id=&quot;20300&quot; value=&quot;Slide 6 - &amp;quot;SC Example 1&amp;quot;&quot;/&gt;&lt;property id=&quot;20303&quot; value=&quot;-1&quot;/&gt;&lt;property id=&quot;20307&quot; value=&quot;1078&quot;/&gt;&lt;property id=&quot;20309&quot; value=&quot;-1&quot;/&gt;&lt;/object&gt;&lt;object type=&quot;3&quot; unique_id=&quot;28025&quot;&gt;&lt;property id=&quot;20148&quot; value=&quot;5&quot;/&gt;&lt;property id=&quot;20300&quot; value=&quot;Slide 17 - &amp;quot;Replay&amp;quot;&quot;/&gt;&lt;property id=&quot;20303&quot; value=&quot;-1&quot;/&gt;&lt;property id=&quot;20307&quot; value=&quot;1082&quot;/&gt;&lt;property id=&quot;20309&quot; value=&quot;-1&quot;/&gt;&lt;/object&gt;&lt;object type=&quot;3&quot; unique_id=&quot;40618&quot;&gt;&lt;property id=&quot;20148&quot; value=&quot;5&quot;/&gt;&lt;property id=&quot;20300&quot; value=&quot;Slide 35 - &amp;quot;Exercise&amp;quot;&quot;/&gt;&lt;property id=&quot;20303&quot; value=&quot;-1&quot;/&gt;&lt;property id=&quot;20307&quot; value=&quot;1084&quot;/&gt;&lt;property id=&quot;20309&quot; value=&quot;-1&quot;/&gt;&lt;/object&gt;&lt;object type=&quot;3&quot; unique_id=&quot;40619&quot;&gt;&lt;property id=&quot;20148&quot; value=&quot;5&quot;/&gt;&lt;property id=&quot;20300&quot; value=&quot;Slide 36 - &amp;quot;Exercise&amp;quot;&quot;/&gt;&lt;property id=&quot;20303&quot; value=&quot;-1&quot;/&gt;&lt;property id=&quot;20307&quot; value=&quot;1083&quot;/&gt;&lt;property id=&quot;20309&quot; value=&quot;-1&quot;/&gt;&lt;/object&gt;&lt;object type=&quot;3&quot; unique_id=&quot;43207&quot;&gt;&lt;property id=&quot;20148&quot; value=&quot;5&quot;/&gt;&lt;property id=&quot;20300&quot; value=&quot;Slide 19 - &amp;quot;Memory Fences/Barriers&amp;quot;&quot;/&gt;&lt;property id=&quot;20303&quot; value=&quot;-1&quot;/&gt;&lt;property id=&quot;20307&quot; value=&quot;1085&quot;/&gt;&lt;property id=&quot;20309&quot; value=&quot;-1&quot;/&gt;&lt;/object&gt;&lt;object type=&quot;3&quot; unique_id=&quot;43208&quot;&gt;&lt;property id=&quot;20148&quot; value=&quot;5&quot;/&gt;&lt;property id=&quot;20300&quot; value=&quot;Slide 20 - &amp;quot;SC Example 3 – Fences&amp;quot;&quot;/&gt;&lt;property id=&quot;20303&quot; value=&quot;-1&quot;/&gt;&lt;property id=&quot;20307&quot; value=&quot;1086&quot;/&gt;&lt;property id=&quot;20309&quot; value=&quot;-1&quot;/&gt;&lt;/object&gt;&lt;/object&gt;&lt;object type=&quot;8&quot; unique_id=&quot;20628&quot;&gt;&lt;/object&gt;&lt;object type=&quot;10&quot; unique_id=&quot;21256&quot;&gt;&lt;object type=&quot;11&quot; unique_id=&quot;21257&quot;&gt;&lt;property id=&quot;20180&quot; value=&quot;0&quot;/&gt;&lt;property id=&quot;20181&quot; value=&quot;1&quot;/&gt;&lt;property id=&quot;20183&quot; value=&quot;1&quot;/&gt;&lt;/object&gt;&lt;object type=&quot;12&quot; unique_id=&quot;46206&quot;&gt;&lt;/object&gt;&lt;/object&gt;&lt;object type=&quot;4&quot; unique_id=&quot;21258&quot;&gt;&lt;/object&gt;&lt;/object&gt;&lt;/database&gt;"/>
  <p:tag name="SECTOMILLISECCONVERTED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5&quot;/&gt;&lt;/TableIndex&gt;&lt;/ShapeTextInfo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5&quot;/&gt;&lt;/TableIndex&gt;&lt;/ShapeTextInfo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5&quot;/&gt;&lt;/TableIndex&gt;&lt;/ShapeTextInfo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5&quot;/&gt;&lt;/TableIndex&gt;&lt;/ShapeTextInfo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.PNG&quot;/&gt;"/>
  <p:tag name="PPSNARRATION" val="1,1483304229,C:\Users\sanmi\GoogleDrive\UWMdrive\Courses\ECE552\ece552-lec19_ConsistencySIMD_pptx\Media.ppcx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FDADB875-C38E-41E0-A608-E790B325556B}_1.png&quot;/&gt;&lt;left val=&quot;22&quot;/&gt;&lt;top val=&quot;195&quot;/&gt;&lt;width val=&quot;674&quot;/&gt;&lt;height val=&quot;102&quot;/&gt;&lt;hasText val=&quot;1&quot;/&gt;&lt;/Image&gt;&lt;/ThreeDShapeInfo&gt;"/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2B1A1147-D38F-4006-BE3A-67E9E0FA107D}_1.png&quot;/&gt;&lt;left val=&quot;103&quot;/&gt;&lt;top val=&quot;302&quot;/&gt;&lt;width val=&quot;512&quot;/&gt;&lt;height val=&quot;163&quot;/&gt;&lt;hasText val=&quot;1&quot;/&gt;&lt;/Image&gt;&lt;/ThreeDShapeInfo&gt;"/>
  <p:tag name="PRESENTER_SHAPETEXTINFO" val="&lt;ShapeTextInfo&gt;&lt;TableIndex row=&quot;-1&quot; col=&quot;-1&quot;&gt;&lt;linesCount val=&quot;6&quot;/&gt;&lt;lineCharCount val=&quot;24&quot;/&gt;&lt;lineCharCount val=&quot;1&quot;/&gt;&lt;lineCharCount val=&quot;55&quot;/&gt;&lt;lineCharCount val=&quot;53&quot;/&gt;&lt;lineCharCount val=&quot;14&quot;/&gt;&lt;lineCharCount val=&quot;3&quot;/&gt;&lt;/TableIndex&gt;&lt;/ShapeTextInfo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.PNG&quot;/&gt;"/>
  <p:tag name="PPSNARRATION" val="2,1483304229,C:\Users\sanmi\GoogleDrive\UWMdrive\Courses\ECE552\ece552-lec19_ConsistencySIMD_pptx\Media.ppcx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FCFD6117-C27B-432D-8B3E-2F1CCDDAB2E6}_2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CA122C6A-6236-4CF0-8760-3AF73F0109CB}_2.png&quot;/&gt;&lt;left val=&quot;24&quot;/&gt;&lt;top val=&quot;119&quot;/&gt;&lt;width val=&quot;659&quot;/&gt;&lt;height val=&quot;276&quot;/&gt;&lt;hasText val=&quot;1&quot;/&gt;&lt;/Image&gt;&lt;/ThreeDShapeInfo&gt;"/>
  <p:tag name="PRESENTER_SHAPETEXTINFO" val="&lt;ShapeTextInfo&gt;&lt;TableIndex row=&quot;-1&quot; col=&quot;-1&quot;&gt;&lt;linesCount val=&quot;3&quot;/&gt;&lt;lineCharCount val=&quot;23&quot;/&gt;&lt;lineCharCount val=&quot;5&quot;/&gt;&lt;lineCharCount val=&quot;4&quot;/&gt;&lt;/TableIndex&gt;&lt;/ShapeTextInfo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6AB77912-8B51-4896-88B6-468FDE76D1B7}_2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.PNG&quot;/&gt;"/>
  <p:tag name="PPSNARRATION" val="3,1483304229,C:\Users\sanmi\GoogleDrive\UWMdrive\Courses\ECE552\ece552-lec19_ConsistencySIMD_pptx\Media.ppcx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93F69DB1-6CD6-4650-BD87-F12A75F349EB}_3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5&quot;/&gt;&lt;/TableIndex&gt;&lt;/ShapeTextInfo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7FC716CF-D006-4054-994C-2C1D4CD219DF}_3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59C62E69-017C-45F0-A32C-0700BAC8C0E6}_3.png&quot;/&gt;&lt;left val=&quot;31&quot;/&gt;&lt;top val=&quot;105&quot;/&gt;&lt;width val=&quot;653&quot;/&gt;&lt;height val=&quot;364&quot;/&gt;&lt;hasText val=&quot;1&quot;/&gt;&lt;/Image&gt;&lt;/ThreeDShapeInfo&gt;"/>
  <p:tag name="PRESENTER_SHAPETEXTINFO" val="&lt;ShapeTextInfo&gt;&lt;TableIndex row=&quot;-1&quot; col=&quot;-1&quot;&gt;&lt;linesCount val=&quot;11&quot;/&gt;&lt;lineCharCount val=&quot;49&quot;/&gt;&lt;lineCharCount val=&quot;31&quot;/&gt;&lt;lineCharCount val=&quot;60&quot;/&gt;&lt;lineCharCount val=&quot;45&quot;/&gt;&lt;lineCharCount val=&quot;1&quot;/&gt;&lt;lineCharCount val=&quot;51&quot;/&gt;&lt;lineCharCount val=&quot;32&quot;/&gt;&lt;lineCharCount val=&quot;58&quot;/&gt;&lt;lineCharCount val=&quot;52&quot;/&gt;&lt;lineCharCount val=&quot;35&quot;/&gt;&lt;lineCharCount val=&quot;56&quot;/&gt;&lt;/TableIndex&gt;&lt;/ShapeTextInfo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4.PNG&quot;/&gt;"/>
  <p:tag name="PPSNARRATION" val="4,1483304229,C:\Users\sanmi\GoogleDrive\UWMdrive\Courses\ECE552\ece552-lec19_ConsistencySIMD_pptx\Media.ppcx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C33F65B9-8F15-418D-AAE7-27B4A8E1FCDC}_4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2&quot;/&gt;&lt;/TableIndex&gt;&lt;/ShapeTextInfo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C166866F-4C6F-4326-89FC-978E9A3EC187}_4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C7526A4D-213D-4783-939B-1A4C23C6441C}_4.png&quot;/&gt;&lt;left val=&quot;31&quot;/&gt;&lt;top val=&quot;105&quot;/&gt;&lt;width val=&quot;671&quot;/&gt;&lt;height val=&quot;386&quot;/&gt;&lt;hasText val=&quot;1&quot;/&gt;&lt;/Image&gt;&lt;/ThreeDShapeInfo&gt;"/>
  <p:tag name="PRESENTER_SHAPETEXTINFO" val="&lt;ShapeTextInfo&gt;&lt;TableIndex row=&quot;-1&quot; col=&quot;-1&quot;&gt;&lt;linesCount val=&quot;13&quot;/&gt;&lt;lineCharCount val=&quot;59&quot;/&gt;&lt;lineCharCount val=&quot;51&quot;/&gt;&lt;lineCharCount val=&quot;41&quot;/&gt;&lt;lineCharCount val=&quot;1&quot;/&gt;&lt;lineCharCount val=&quot;1&quot;/&gt;&lt;lineCharCount val=&quot;1&quot;/&gt;&lt;lineCharCount val=&quot;1&quot;/&gt;&lt;lineCharCount val=&quot;49&quot;/&gt;&lt;lineCharCount val=&quot;47&quot;/&gt;&lt;lineCharCount val=&quot;1&quot;/&gt;&lt;lineCharCount val=&quot;1&quot;/&gt;&lt;lineCharCount val=&quot;1&quot;/&gt;&lt;lineCharCount val=&quot;1&quot;/&gt;&lt;/TableIndex&gt;&lt;/ShapeTextInfo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CBDFE506-85E2-49DA-AB21-FD39AE3E1CB1}_4.png&quot;/&gt;&lt;left val=&quot;101&quot;/&gt;&lt;top val=&quot;215&quot;/&gt;&lt;width val=&quot;159&quot;/&gt;&lt;height val=&quot;45&quot;/&gt;&lt;hasText val=&quot;1&quot;/&gt;&lt;/Image&gt;&lt;/ThreeDShapeInfo&gt;"/>
  <p:tag name="PRESENTER_SHAPETEXTINFO" val="&lt;ShapeTextInfo&gt;&lt;TableIndex row=&quot;-1&quot; col=&quot;-1&quot;&gt;&lt;linesCount val=&quot;1&quot;/&gt;&lt;lineCharCount val=&quot;6&quot;/&gt;&lt;/TableIndex&gt;&lt;/ShapeTextInfo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44886904-F06F-42BC-8320-A0F724546CF9}_4.png&quot;/&gt;&lt;left val=&quot;101&quot;/&gt;&lt;top val=&quot;273&quot;/&gt;&lt;width val=&quot;159&quot;/&gt;&lt;height val=&quot;45&quot;/&gt;&lt;hasText val=&quot;1&quot;/&gt;&lt;/Image&gt;&lt;/ThreeDShapeInfo&gt;"/>
  <p:tag name="PRESENTER_SHAPETEXTINFO" val="&lt;ShapeTextInfo&gt;&lt;TableIndex row=&quot;-1&quot; col=&quot;-1&quot;&gt;&lt;linesCount val=&quot;1&quot;/&gt;&lt;lineCharCount val=&quot;6&quot;/&gt;&lt;/TableIndex&gt;&lt;/ShapeTextInfo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96B70725-EC6C-4A51-A83A-473A026B78D2}_4.png&quot;/&gt;&lt;left val=&quot;223&quot;/&gt;&lt;top val=&quot;215&quot;/&gt;&lt;width val=&quot;159&quot;/&gt;&lt;height val=&quot;45&quot;/&gt;&lt;hasText val=&quot;1&quot;/&gt;&lt;/Image&gt;&lt;/ThreeDShapeInfo&gt;"/>
  <p:tag name="PRESENTER_SHAPETEXTINFO" val="&lt;ShapeTextInfo&gt;&lt;TableIndex row=&quot;-1&quot; col=&quot;-1&quot;&gt;&lt;linesCount val=&quot;1&quot;/&gt;&lt;lineCharCount val=&quot;6&quot;/&gt;&lt;/TableIndex&gt;&lt;/ShapeTextInfo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C10EC82A-2383-4997-98E8-AB111082CBA2}_4.png&quot;/&gt;&lt;left val=&quot;223&quot;/&gt;&lt;top val=&quot;273&quot;/&gt;&lt;width val=&quot;159&quot;/&gt;&lt;height val=&quot;45&quot;/&gt;&lt;hasText val=&quot;1&quot;/&gt;&lt;/Image&gt;&lt;/ThreeDShapeInfo&gt;"/>
  <p:tag name="PRESENTER_SHAPETEXTINFO" val="&lt;ShapeTextInfo&gt;&lt;TableIndex row=&quot;-1&quot; col=&quot;-1&quot;&gt;&lt;linesCount val=&quot;1&quot;/&gt;&lt;lineCharCount val=&quot;7&quot;/&gt;&lt;/TableIndex&gt;&lt;/ShapeTextInfo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805DD50D-8AF5-4CCC-B237-ECF554D43332}_4.png&quot;/&gt;&lt;left val=&quot;345&quot;/&gt;&lt;top val=&quot;215&quot;/&gt;&lt;width val=&quot;159&quot;/&gt;&lt;height val=&quot;45&quot;/&gt;&lt;hasText val=&quot;1&quot;/&gt;&lt;/Image&gt;&lt;/ThreeDShapeInfo&gt;"/>
  <p:tag name="PRESENTER_SHAPETEXTINFO" val="&lt;ShapeTextInfo&gt;&lt;TableIndex row=&quot;-1&quot; col=&quot;-1&quot;&gt;&lt;linesCount val=&quot;1&quot;/&gt;&lt;lineCharCount val=&quot;7&quot;/&gt;&lt;/TableIndex&gt;&lt;/ShapeTextInfo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12408974-8661-4042-8718-9102386D1481}_4.png&quot;/&gt;&lt;left val=&quot;345&quot;/&gt;&lt;top val=&quot;273&quot;/&gt;&lt;width val=&quot;159&quot;/&gt;&lt;height val=&quot;45&quot;/&gt;&lt;hasText val=&quot;1&quot;/&gt;&lt;/Image&gt;&lt;/ThreeDShapeInfo&gt;"/>
  <p:tag name="PRESENTER_SHAPETEXTINFO" val="&lt;ShapeTextInfo&gt;&lt;TableIndex row=&quot;-1&quot; col=&quot;-1&quot;&gt;&lt;linesCount val=&quot;1&quot;/&gt;&lt;lineCharCount val=&quot;6&quot;/&gt;&lt;/TableIndex&gt;&lt;/ShapeTextInfo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2F3728AE-42D6-4755-A59E-4EF653F8B200}_4.png&quot;/&gt;&lt;left val=&quot;466&quot;/&gt;&lt;top val=&quot;215&quot;/&gt;&lt;width val=&quot;159&quot;/&gt;&lt;height val=&quot;45&quot;/&gt;&lt;hasText val=&quot;1&quot;/&gt;&lt;/Image&gt;&lt;/ThreeDShapeInfo&gt;"/>
  <p:tag name="PRESENTER_SHAPETEXTINFO" val="&lt;ShapeTextInfo&gt;&lt;TableIndex row=&quot;-1&quot; col=&quot;-1&quot;&gt;&lt;linesCount val=&quot;1&quot;/&gt;&lt;lineCharCount val=&quot;7&quot;/&gt;&lt;/TableIndex&gt;&lt;/ShapeTextInfo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087BF2CC-EE9C-41B4-A9AA-F5AD0802F4B7}_4.png&quot;/&gt;&lt;left val=&quot;466&quot;/&gt;&lt;top val=&quot;273&quot;/&gt;&lt;width val=&quot;159&quot;/&gt;&lt;height val=&quot;45&quot;/&gt;&lt;hasText val=&quot;1&quot;/&gt;&lt;/Image&gt;&lt;/ThreeDShapeInfo&gt;"/>
  <p:tag name="PRESENTER_SHAPETEXTINFO" val="&lt;ShapeTextInfo&gt;&lt;TableIndex row=&quot;-1&quot; col=&quot;-1&quot;&gt;&lt;linesCount val=&quot;1&quot;/&gt;&lt;lineCharCount val=&quot;7&quot;/&gt;&lt;/TableIndex&gt;&lt;/ShapeTextInfo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FE0AC90D-533C-4589-A6C3-08ECA7DCB3A6}&quot;/&gt;&lt;isInvalidForFieldText val=&quot;0&quot;/&gt;&lt;Image&gt;&lt;filename val=&quot;C:\Users\sanmi\Documents\My Adobe Presentations\ece552-ConsistencySIMD\data\asimages\{FE0AC90D-533C-4589-A6C3-08ECA7DCB3A6}.png&quot;/&gt;&lt;left val=&quot;250&quot;/&gt;&lt;top val=&quot;407&quot;/&gt;&lt;width val=&quot;218&quot;/&gt;&lt;height val=&quot;120&quot;/&gt;&lt;hasText val=&quot;1&quot;/&gt;&lt;/Image&gt;&lt;/ThreeDShapeInfo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5.PNG&quot;/&gt;"/>
  <p:tag name="PPSNARRATION" val="5,1483304229,C:\Users\sanmi\GoogleDrive\UWMdrive\Courses\ECE552\ece552-lec19_ConsistencySIMD_pptx\Media.ppcx"/>
  <p:tag name="TIMING" val="|3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D5647448-E7A7-457B-9298-651267297E84}_5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2&quot;/&gt;&lt;/TableIndex&gt;&lt;/ShapeTextInfo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7D815020-E87A-4160-BB31-F21855EAC724}_5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ADE6845A-8965-41D6-B35E-1E1317E65492}_5.png&quot;/&gt;&lt;left val=&quot;373&quot;/&gt;&lt;top val=&quot;316&quot;/&gt;&lt;width val=&quot;248&quot;/&gt;&lt;height val=&quot;166&quot;/&gt;&lt;hasText val=&quot;1&quot;/&gt;&lt;/Image&gt;&lt;/ThreeDShapeInfo&gt;"/>
  <p:tag name="PRESENTER_SHAPETEXTINFO" val="&lt;ShapeTextInfo&gt;&lt;TableIndex row=&quot;-1&quot; col=&quot;-1&quot;&gt;&lt;linesCount val=&quot;5&quot;/&gt;&lt;lineCharCount val=&quot;6&quot;/&gt;&lt;lineCharCount val=&quot;12&quot;/&gt;&lt;lineCharCount val=&quot;4&quot;/&gt;&lt;lineCharCount val=&quot;8&quot;/&gt;&lt;lineCharCount val=&quot;11&quot;/&gt;&lt;/TableIndex&gt;&lt;/ShapeTextInfo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AF9B376B-CF0B-4093-AF0C-2CD5988AEAF3}_5.png&quot;/&gt;&lt;left val=&quot;162&quot;/&gt;&lt;top val=&quot;316&quot;/&gt;&lt;width val=&quot;248&quot;/&gt;&lt;height val=&quot;122&quot;/&gt;&lt;hasText val=&quot;1&quot;/&gt;&lt;/Image&gt;&lt;/ThreeDShapeInfo&gt;"/>
  <p:tag name="PRESENTER_SHAPETEXTINFO" val="&lt;ShapeTextInfo&gt;&lt;TableIndex row=&quot;-1&quot; col=&quot;-1&quot;&gt;&lt;linesCount val=&quot;3&quot;/&gt;&lt;lineCharCount val=&quot;6&quot;/&gt;&lt;lineCharCount val=&quot;8&quot;/&gt;&lt;lineCharCount val=&quot;7&quot;/&gt;&lt;/TableIndex&gt;&lt;/ShapeTextInfo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5203E08E-13D5-4D0E-958F-F5CD8F02A989}_5.png&quot;/&gt;&lt;left val=&quot;162&quot;/&gt;&lt;top val=&quot;235&quot;/&gt;&lt;width val=&quot;248&quot;/&gt;&lt;height val=&quot;83&quot;/&gt;&lt;hasText val=&quot;1&quot;/&gt;&lt;/Image&gt;&lt;/ThreeDShapeInfo&gt;"/>
  <p:tag name="PRESENTER_SHAPETEXTINFO" val="&lt;ShapeTextInfo&gt;&lt;TableIndex row=&quot;-1&quot; col=&quot;-1&quot;&gt;&lt;linesCount val=&quot;2&quot;/&gt;&lt;lineCharCount val=&quot;8&quot;/&gt;&lt;lineCharCount val=&quot;15&quot;/&gt;&lt;/TableIndex&gt;&lt;/ShapeTextInfo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extEffect&gt;&lt;Image&gt;&lt;filename val=&quot;C:\Users\sanmi\Documents\My Adobe Presentations\ece552-ConsistencySIMD\data\asimages\{7E29253E-C140-4035-A730-0AC41B76ABFD}_1.png_crop.png&quot;/&gt;&lt;left val=&quot;50&quot;/&gt;&lt;top val=&quot;122&quot;/&gt;&lt;width val=&quot;462&quot;/&gt;&lt;height val=&quot;27&quot;/&gt;&lt;hasText val=&quot;1&quot;/&gt;&lt;paraId val=&quot;1&quot;/&gt;&lt;/Image&gt;&lt;Image&gt;&lt;filename val=&quot;C:\Users\sanmi\Documents\My Adobe Presentations\ece552-ConsistencySIMD\data\asimages\{5CC56164-4386-4685-B2D0-2554465899B4}_1.png_crop.png&quot;/&gt;&lt;left val=&quot;51&quot;/&gt;&lt;top val=&quot;162&quot;/&gt;&lt;width val=&quot;33&quot;/&gt;&lt;height val=&quot;20&quot;/&gt;&lt;hasText val=&quot;1&quot;/&gt;&lt;paraId val=&quot;2&quot;/&gt;&lt;/Image&gt;&lt;/TextEffect&gt;"/>
  <p:tag name="PRESENTER_SHAPETEXTINFO" val="&lt;ShapeTextInfo&gt;&lt;TableIndex row=&quot;-1&quot; col=&quot;-1&quot;&gt;&lt;linesCount val=&quot;2&quot;/&gt;&lt;lineCharCount val=&quot;37&quot;/&gt;&lt;lineCharCount val=&quot;2&quot;/&gt;&lt;/TableIndex&gt;&lt;/ShapeTextInfo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6.PNG&quot;/&gt;"/>
  <p:tag name="PPSNARRATION" val="6,1483304229,C:\Users\sanmi\GoogleDrive\UWMdrive\Courses\ECE552\ece552-lec19_ConsistencySIMD_pptx\Media.ppcx"/>
  <p:tag name="TIMING" val="|21.7|8.2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C37E0B01-396A-448F-A33C-314D9CC48E93}_6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2&quot;/&gt;&lt;/TableIndex&gt;&lt;/ShapeTextInfo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F99AB77E-E790-4863-AE9B-DCA90D236566}_6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C60CD6F1-7E79-4497-9EC6-3DAD6A09A8D3}_6.png&quot;/&gt;&lt;left val=&quot;373&quot;/&gt;&lt;top val=&quot;316&quot;/&gt;&lt;width val=&quot;248&quot;/&gt;&lt;height val=&quot;166&quot;/&gt;&lt;hasText val=&quot;1&quot;/&gt;&lt;/Image&gt;&lt;/ThreeDShapeInfo&gt;"/>
  <p:tag name="PRESENTER_SHAPETEXTINFO" val="&lt;ShapeTextInfo&gt;&lt;TableIndex row=&quot;-1&quot; col=&quot;-1&quot;&gt;&lt;linesCount val=&quot;5&quot;/&gt;&lt;lineCharCount val=&quot;6&quot;/&gt;&lt;lineCharCount val=&quot;12&quot;/&gt;&lt;lineCharCount val=&quot;4&quot;/&gt;&lt;lineCharCount val=&quot;8&quot;/&gt;&lt;lineCharCount val=&quot;11&quot;/&gt;&lt;/TableIndex&gt;&lt;/ShapeTextInfo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8BD98E77-5F92-4D1A-AF47-D7C0B33D522F}_6.png&quot;/&gt;&lt;left val=&quot;162&quot;/&gt;&lt;top val=&quot;316&quot;/&gt;&lt;width val=&quot;248&quot;/&gt;&lt;height val=&quot;122&quot;/&gt;&lt;hasText val=&quot;1&quot;/&gt;&lt;/Image&gt;&lt;/ThreeDShapeInfo&gt;"/>
  <p:tag name="PRESENTER_SHAPETEXTINFO" val="&lt;ShapeTextInfo&gt;&lt;TableIndex row=&quot;-1&quot; col=&quot;-1&quot;&gt;&lt;linesCount val=&quot;3&quot;/&gt;&lt;lineCharCount val=&quot;6&quot;/&gt;&lt;lineCharCount val=&quot;8&quot;/&gt;&lt;lineCharCount val=&quot;7&quot;/&gt;&lt;/TableIndex&gt;&lt;/ShapeTextInfo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2F3772B4-B313-496B-8129-06766489A0D7}_6.png&quot;/&gt;&lt;left val=&quot;162&quot;/&gt;&lt;top val=&quot;235&quot;/&gt;&lt;width val=&quot;248&quot;/&gt;&lt;height val=&quot;83&quot;/&gt;&lt;hasText val=&quot;1&quot;/&gt;&lt;/Image&gt;&lt;/ThreeDShapeInfo&gt;"/>
  <p:tag name="PRESENTER_SHAPETEXTINFO" val="&lt;ShapeTextInfo&gt;&lt;TableIndex row=&quot;-1&quot; col=&quot;-1&quot;&gt;&lt;linesCount val=&quot;2&quot;/&gt;&lt;lineCharCount val=&quot;8&quot;/&gt;&lt;lineCharCount val=&quot;15&quot;/&gt;&lt;/TableIndex&gt;&lt;/ShapeTextInfo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A831BC44-FD3C-4BF2-9EAA-AD194CD4C76F}_6.png&quot;/&gt;&lt;left val=&quot;29&quot;/&gt;&lt;top val=&quot;105&quot;/&gt;&lt;width val=&quot;679&quot;/&gt;&lt;height val=&quot;106&quot;/&gt;&lt;hasText val=&quot;1&quot;/&gt;&lt;/Image&gt;&lt;/ThreeDShapeInfo&gt;"/>
  <p:tag name="PRESENTER_SHAPETEXTINFO" val="&lt;ShapeTextInfo&gt;&lt;TableIndex row=&quot;-1&quot; col=&quot;-1&quot;&gt;&lt;linesCount val=&quot;2&quot;/&gt;&lt;lineCharCount val=&quot;37&quot;/&gt;&lt;lineCharCount val=&quot;2&quot;/&gt;&lt;/TableIndex&gt;&lt;/ShapeTextInfo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B4E6B6F3-A170-4674-91B6-506A8D50E93E}_6.png&quot;/&gt;&lt;left val=&quot;373&quot;/&gt;&lt;top val=&quot;316&quot;/&gt;&lt;width val=&quot;248&quot;/&gt;&lt;height val=&quot;166&quot;/&gt;&lt;hasText val=&quot;1&quot;/&gt;&lt;/Image&gt;&lt;/ThreeDShapeInfo&gt;"/>
  <p:tag name="PRESENTER_SHAPETEXTINFO" val="&lt;ShapeTextInfo&gt;&lt;TableIndex row=&quot;-1&quot; col=&quot;-1&quot;&gt;&lt;linesCount val=&quot;5&quot;/&gt;&lt;lineCharCount val=&quot;6&quot;/&gt;&lt;lineCharCount val=&quot;12&quot;/&gt;&lt;lineCharCount val=&quot;4&quot;/&gt;&lt;lineCharCount val=&quot;8&quot;/&gt;&lt;lineCharCount val=&quot;6&quot;/&gt;&lt;/TableIndex&gt;&lt;/ShapeTextInfo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39531D1E-21F4-4C3A-B4FD-50302BB05B0E}_6.png&quot;/&gt;&lt;left val=&quot;520&quot;/&gt;&lt;top val=&quot;383&quot;/&gt;&lt;width val=&quot;166&quot;/&gt;&lt;height val=&quot;92&quot;/&gt;&lt;hasText val=&quot;1&quot;/&gt;&lt;/Image&gt;&lt;/ThreeDShapeInfo&gt;"/>
  <p:tag name="PRESENTER_SHAPETEXTINFO" val="&lt;ShapeTextInfo&gt;&lt;TableIndex row=&quot;-1&quot; col=&quot;-1&quot;&gt;&lt;linesCount val=&quot;4&quot;/&gt;&lt;lineCharCount val=&quot;10&quot;/&gt;&lt;lineCharCount val=&quot;7&quot;/&gt;&lt;lineCharCount val=&quot;14&quot;/&gt;&lt;lineCharCount val=&quot;11&quot;/&gt;&lt;/TableIndex&gt;&lt;/ShapeTextInfo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47B44D2B-7FC6-45EF-BADE-3920FF9F896E}_6.png&quot;/&gt;&lt;left val=&quot;230&quot;/&gt;&lt;top val=&quot;456&quot;/&gt;&lt;width val=&quot;198&quot;/&gt;&lt;height val=&quot;67&quot;/&gt;&lt;hasText val=&quot;1&quot;/&gt;&lt;/Image&gt;&lt;/ThreeDShapeInfo&gt;"/>
  <p:tag name="PRESENTER_SHAPETEXTINFO" val="&lt;ShapeTextInfo&gt;&lt;TableIndex row=&quot;-1&quot; col=&quot;-1&quot;&gt;&lt;linesCount val=&quot;2&quot;/&gt;&lt;lineCharCount val=&quot;11&quot;/&gt;&lt;lineCharCount val=&quot;13&quot;/&gt;&lt;/TableIndex&gt;&lt;/ShapeTextInfo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7.PNG&quot;/&gt;"/>
  <p:tag name="PPSNARRATION" val="7,1483304229,C:\Users\sanmi\GoogleDrive\UWMdrive\Courses\ECE552\ece552-lec19_ConsistencySIMD_pptx\Media.ppcx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802BC69C-EFB8-45C5-B9CE-5DFBADCA3AA5}_7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2&quot;/&gt;&lt;/TableIndex&gt;&lt;/ShapeTextInfo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AEEB5B0A-6931-43AC-B72F-F2682BDC2E56}_7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52C0935A-05A3-45E0-8B77-520A0E4ED06F}_7.png&quot;/&gt;&lt;left val=&quot;29&quot;/&gt;&lt;top val=&quot;105&quot;/&gt;&lt;width val=&quot;679&quot;/&gt;&lt;height val=&quot;106&quot;/&gt;&lt;hasText val=&quot;1&quot;/&gt;&lt;/Image&gt;&lt;/ThreeDShapeInfo&gt;"/>
  <p:tag name="PRESENTER_SHAPETEXTINFO" val="&lt;ShapeTextInfo&gt;&lt;TableIndex row=&quot;-1&quot; col=&quot;-1&quot;&gt;&lt;linesCount val=&quot;2&quot;/&gt;&lt;lineCharCount val=&quot;36&quot;/&gt;&lt;lineCharCount val=&quot;2&quot;/&gt;&lt;/TableIndex&gt;&lt;/ShapeTextInfo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7FEF9080-965C-4BB8-8FA6-856C4CE01F9F}_7.png&quot;/&gt;&lt;left val=&quot;395&quot;/&gt;&lt;top val=&quot;303&quot;/&gt;&lt;width val=&quot;181&quot;/&gt;&lt;height val=&quot;133&quot;/&gt;&lt;hasText val=&quot;1&quot;/&gt;&lt;/Image&gt;&lt;/ThreeDShapeInfo&gt;"/>
  <p:tag name="PRESENTER_SHAPETEXTINFO" val="&lt;ShapeTextInfo&gt;&lt;TableIndex row=&quot;-1&quot; col=&quot;-1&quot;&gt;&lt;linesCount val=&quot;3&quot;/&gt;&lt;lineCharCount val=&quot;6&quot;/&gt;&lt;lineCharCount val=&quot;8&quot;/&gt;&lt;lineCharCount val=&quot;7&quot;/&gt;&lt;/TableIndex&gt;&lt;/ShapeTextInfo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214F75CE-BEA7-4C27-8EF0-E08D06CDE8DA}_7.png&quot;/&gt;&lt;left val=&quot;184&quot;/&gt;&lt;top val=&quot;303&quot;/&gt;&lt;width val=&quot;248&quot;/&gt;&lt;height val=&quot;189&quot;/&gt;&lt;hasText val=&quot;1&quot;/&gt;&lt;/Image&gt;&lt;/ThreeDShapeInfo&gt;"/>
  <p:tag name="PRESENTER_SHAPETEXTINFO" val="&lt;ShapeTextInfo&gt;&lt;TableIndex row=&quot;-1&quot; col=&quot;-1&quot;&gt;&lt;linesCount val=&quot;5&quot;/&gt;&lt;lineCharCount val=&quot;6&quot;/&gt;&lt;lineCharCount val=&quot;8&quot;/&gt;&lt;lineCharCount val=&quot;8&quot;/&gt;&lt;lineCharCount val=&quot;11&quot;/&gt;&lt;lineCharCount val=&quot;11&quot;/&gt;&lt;/TableIndex&gt;&lt;/ShapeTextInfo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7E57BF15-099A-41BB-891D-D3AD15DA187C}_7.png&quot;/&gt;&lt;left val=&quot;184&quot;/&gt;&lt;top val=&quot;221&quot;/&gt;&lt;width val=&quot;485&quot;/&gt;&lt;height val=&quot;83&quot;/&gt;&lt;hasText val=&quot;1&quot;/&gt;&lt;/Image&gt;&lt;/ThreeDShapeInfo&gt;"/>
  <p:tag name="PRESENTER_SHAPETEXTINFO" val="&lt;ShapeTextInfo&gt;&lt;TableIndex row=&quot;-1&quot; col=&quot;-1&quot;&gt;&lt;linesCount val=&quot;2&quot;/&gt;&lt;lineCharCount val=&quot;8&quot;/&gt;&lt;lineCharCount val=&quot;29&quot;/&gt;&lt;/TableIndex&gt;&lt;/ShapeTextInfo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8.PNG&quot;/&gt;"/>
  <p:tag name="PPSNARRATION" val="8,1483304229,C:\Users\sanmi\GoogleDrive\UWMdrive\Courses\ECE552\ece552-lec19_ConsistencySIMD_pptx\Media.ppcx"/>
  <p:tag name="TIMING" val="|11.4|6.3|10.6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AE108714-04E7-420B-BA75-AE0EB2A2FBF4}_8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2&quot;/&gt;&lt;/TableIndex&gt;&lt;/ShapeTextInfo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935A9FD9-4357-4954-9291-7CC7AC73DD7D}_8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4D176718-B6E8-447D-9525-465BBEED03C5}_8.png&quot;/&gt;&lt;left val=&quot;29&quot;/&gt;&lt;top val=&quot;105&quot;/&gt;&lt;width val=&quot;679&quot;/&gt;&lt;height val=&quot;106&quot;/&gt;&lt;hasText val=&quot;1&quot;/&gt;&lt;/Image&gt;&lt;/ThreeDShapeInfo&gt;"/>
  <p:tag name="PRESENTER_SHAPETEXTINFO" val="&lt;ShapeTextInfo&gt;&lt;TableIndex row=&quot;-1&quot; col=&quot;-1&quot;&gt;&lt;linesCount val=&quot;2&quot;/&gt;&lt;lineCharCount val=&quot;36&quot;/&gt;&lt;lineCharCount val=&quot;2&quot;/&gt;&lt;/TableIndex&gt;&lt;/ShapeTextInfo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781338D7-CB5F-4762-9648-2AB51938F6B8}_8.png&quot;/&gt;&lt;left val=&quot;184&quot;/&gt;&lt;top val=&quot;303&quot;/&gt;&lt;width val=&quot;248&quot;/&gt;&lt;height val=&quot;189&quot;/&gt;&lt;hasText val=&quot;1&quot;/&gt;&lt;/Image&gt;&lt;/ThreeDShapeInfo&gt;"/>
  <p:tag name="PRESENTER_SHAPETEXTINFO" val="&lt;ShapeTextInfo&gt;&lt;TableIndex row=&quot;-1&quot; col=&quot;-1&quot;&gt;&lt;linesCount val=&quot;5&quot;/&gt;&lt;lineCharCount val=&quot;6&quot;/&gt;&lt;lineCharCount val=&quot;8&quot;/&gt;&lt;lineCharCount val=&quot;8&quot;/&gt;&lt;lineCharCount val=&quot;11&quot;/&gt;&lt;lineCharCount val=&quot;11&quot;/&gt;&lt;/TableIndex&gt;&lt;/ShapeTextInfo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4D76F6B6-5FCF-411A-92A9-B7E217A18A25}_8.png&quot;/&gt;&lt;left val=&quot;184&quot;/&gt;&lt;top val=&quot;221&quot;/&gt;&lt;width val=&quot;485&quot;/&gt;&lt;height val=&quot;83&quot;/&gt;&lt;hasText val=&quot;1&quot;/&gt;&lt;/Image&gt;&lt;/ThreeDShapeInfo&gt;"/>
  <p:tag name="PRESENTER_SHAPETEXTINFO" val="&lt;ShapeTextInfo&gt;&lt;TableIndex row=&quot;-1&quot; col=&quot;-1&quot;&gt;&lt;linesCount val=&quot;2&quot;/&gt;&lt;lineCharCount val=&quot;8&quot;/&gt;&lt;lineCharCount val=&quot;29&quot;/&gt;&lt;/TableIndex&gt;&lt;/ShapeTextInfo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F6F685E2-B075-45B4-AC7A-A7E8082172B8}_8.png&quot;/&gt;&lt;left val=&quot;184&quot;/&gt;&lt;top val=&quot;303&quot;/&gt;&lt;width val=&quot;248&quot;/&gt;&lt;height val=&quot;189&quot;/&gt;&lt;hasText val=&quot;1&quot;/&gt;&lt;/Image&gt;&lt;/ThreeDShapeInfo&gt;"/>
  <p:tag name="PRESENTER_SHAPETEXTINFO" val="&lt;ShapeTextInfo&gt;&lt;TableIndex row=&quot;-1&quot; col=&quot;-1&quot;&gt;&lt;linesCount val=&quot;5&quot;/&gt;&lt;lineCharCount val=&quot;6&quot;/&gt;&lt;lineCharCount val=&quot;8&quot;/&gt;&lt;lineCharCount val=&quot;7&quot;/&gt;&lt;lineCharCount val=&quot;11&quot;/&gt;&lt;lineCharCount val=&quot;11&quot;/&gt;&lt;/TableIndex&gt;&lt;/ShapeTextInfo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362462D1-9D1E-4B78-884B-9B62D3CF4FFD}_8.png&quot;/&gt;&lt;left val=&quot;184&quot;/&gt;&lt;top val=&quot;303&quot;/&gt;&lt;width val=&quot;248&quot;/&gt;&lt;height val=&quot;189&quot;/&gt;&lt;hasText val=&quot;1&quot;/&gt;&lt;/Image&gt;&lt;/ThreeDShapeInfo&gt;"/>
  <p:tag name="PRESENTER_SHAPETEXTINFO" val="&lt;ShapeTextInfo&gt;&lt;TableIndex row=&quot;-1&quot; col=&quot;-1&quot;&gt;&lt;linesCount val=&quot;4&quot;/&gt;&lt;lineCharCount val=&quot;6&quot;/&gt;&lt;lineCharCount val=&quot;8&quot;/&gt;&lt;lineCharCount val=&quot;7&quot;/&gt;&lt;lineCharCount val=&quot;7&quot;/&gt;&lt;/TableIndex&gt;&lt;/ShapeTextInfo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46951EC6-35A6-405B-96DD-0B4559D970D8}_8.png&quot;/&gt;&lt;left val=&quot;402&quot;/&gt;&lt;top val=&quot;426&quot;/&gt;&lt;width val=&quot;276&quot;/&gt;&lt;height val=&quot;53&quot;/&gt;&lt;hasText val=&quot;1&quot;/&gt;&lt;/Image&gt;&lt;/ThreeDShapeInfo&gt;"/>
  <p:tag name="PRESENTER_SHAPETEXTINFO" val="&lt;ShapeTextInfo&gt;&lt;TableIndex row=&quot;-1&quot; col=&quot;-1&quot;&gt;&lt;linesCount val=&quot;2&quot;/&gt;&lt;lineCharCount val=&quot;10&quot;/&gt;&lt;lineCharCount val=&quot;32&quot;/&gt;&lt;/TableIndex&gt;&lt;/ShapeTextInfo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7AF856B7-A8DD-4092-A7C7-761619F593D6}_8.png&quot;/&gt;&lt;left val=&quot;119&quot;/&gt;&lt;top val=&quot;444&quot;/&gt;&lt;width val=&quot;120&quot;/&gt;&lt;height val=&quot;53&quot;/&gt;&lt;hasText val=&quot;1&quot;/&gt;&lt;/Image&gt;&lt;/ThreeDShapeInfo&gt;"/>
  <p:tag name="PRESENTER_SHAPETEXTINFO" val="&lt;ShapeTextInfo&gt;&lt;TableIndex row=&quot;-1&quot; col=&quot;-1&quot;&gt;&lt;linesCount val=&quot;2&quot;/&gt;&lt;lineCharCount val=&quot;10&quot;/&gt;&lt;lineCharCount val=&quot;11&quot;/&gt;&lt;/TableIndex&gt;&lt;/ShapeTextInfo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9738256F-B5CE-441D-B306-8186203CD592}_8.png&quot;/&gt;&lt;left val=&quot;395&quot;/&gt;&lt;top val=&quot;303&quot;/&gt;&lt;width val=&quot;181&quot;/&gt;&lt;height val=&quot;133&quot;/&gt;&lt;hasText val=&quot;1&quot;/&gt;&lt;/Image&gt;&lt;/ThreeDShapeInfo&gt;"/>
  <p:tag name="PRESENTER_SHAPETEXTINFO" val="&lt;ShapeTextInfo&gt;&lt;TableIndex row=&quot;-1&quot; col=&quot;-1&quot;&gt;&lt;linesCount val=&quot;3&quot;/&gt;&lt;lineCharCount val=&quot;6&quot;/&gt;&lt;lineCharCount val=&quot;8&quot;/&gt;&lt;lineCharCount val=&quot;7&quot;/&gt;&lt;/TableIndex&gt;&lt;/ShapeTextInfo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9.PNG&quot;/&gt;"/>
  <p:tag name="PPSNARRATION" val="9,1483304229,C:\Users\sanmi\GoogleDrive\UWMdrive\Courses\ECE552\ece552-lec19_ConsistencySIMD_pptx\Media.ppcx"/>
  <p:tag name="TIMING" val="|9.5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3B4B3745-3643-40B1-BDBD-47B4D22B0E47}_9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2&quot;/&gt;&lt;/TableIndex&gt;&lt;/ShapeTextInfo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C4D1A183-D488-4A88-8284-D3B7AFF79415}_9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16091458-E82D-497B-96A3-058BF142D751}_9.png&quot;/&gt;&lt;left val=&quot;29&quot;/&gt;&lt;top val=&quot;105&quot;/&gt;&lt;width val=&quot;679&quot;/&gt;&lt;height val=&quot;106&quot;/&gt;&lt;hasText val=&quot;1&quot;/&gt;&lt;/Image&gt;&lt;/ThreeDShapeInfo&gt;"/>
  <p:tag name="PRESENTER_SHAPETEXTINFO" val="&lt;ShapeTextInfo&gt;&lt;TableIndex row=&quot;-1&quot; col=&quot;-1&quot;&gt;&lt;linesCount val=&quot;2&quot;/&gt;&lt;lineCharCount val=&quot;36&quot;/&gt;&lt;lineCharCount val=&quot;2&quot;/&gt;&lt;/TableIndex&gt;&lt;/ShapeTextInfo&gt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23740444-C486-4BF8-83F8-E8E4FD781D38}_9.png&quot;/&gt;&lt;left val=&quot;184&quot;/&gt;&lt;top val=&quot;303&quot;/&gt;&lt;width val=&quot;248&quot;/&gt;&lt;height val=&quot;189&quot;/&gt;&lt;hasText val=&quot;1&quot;/&gt;&lt;/Image&gt;&lt;/ThreeDShapeInfo&gt;"/>
  <p:tag name="PRESENTER_SHAPETEXTINFO" val="&lt;ShapeTextInfo&gt;&lt;TableIndex row=&quot;-1&quot; col=&quot;-1&quot;&gt;&lt;linesCount val=&quot;4&quot;/&gt;&lt;lineCharCount val=&quot;6&quot;/&gt;&lt;lineCharCount val=&quot;8&quot;/&gt;&lt;lineCharCount val=&quot;7&quot;/&gt;&lt;lineCharCount val=&quot;7&quot;/&gt;&lt;/TableIndex&gt;&lt;/ShapeTextInfo&gt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4DF0BF02-1F0A-4E45-BDF2-9BB0231ED095}_9.png&quot;/&gt;&lt;left val=&quot;184&quot;/&gt;&lt;top val=&quot;221&quot;/&gt;&lt;width val=&quot;485&quot;/&gt;&lt;height val=&quot;83&quot;/&gt;&lt;hasText val=&quot;1&quot;/&gt;&lt;/Image&gt;&lt;/ThreeDShapeInfo&gt;"/>
  <p:tag name="PRESENTER_SHAPETEXTINFO" val="&lt;ShapeTextInfo&gt;&lt;TableIndex row=&quot;-1&quot; col=&quot;-1&quot;&gt;&lt;linesCount val=&quot;2&quot;/&gt;&lt;lineCharCount val=&quot;8&quot;/&gt;&lt;lineCharCount val=&quot;29&quot;/&gt;&lt;/TableIndex&gt;&lt;/ShapeTextInfo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FCBA1B06-04C0-41B5-8B7F-ADCAC197329B}_9.png&quot;/&gt;&lt;left val=&quot;184&quot;/&gt;&lt;top val=&quot;303&quot;/&gt;&lt;width val=&quot;248&quot;/&gt;&lt;height val=&quot;189&quot;/&gt;&lt;hasText val=&quot;1&quot;/&gt;&lt;/Image&gt;&lt;/ThreeDShapeInfo&gt;"/>
  <p:tag name="PRESENTER_SHAPETEXTINFO" val="&lt;ShapeTextInfo&gt;&lt;TableIndex row=&quot;-1&quot; col=&quot;-1&quot;&gt;&lt;linesCount val=&quot;4&quot;/&gt;&lt;lineCharCount val=&quot;6&quot;/&gt;&lt;lineCharCount val=&quot;8&quot;/&gt;&lt;lineCharCount val=&quot;8&quot;/&gt;&lt;lineCharCount val=&quot;6&quot;/&gt;&lt;/TableIndex&gt;&lt;/ShapeTextInfo&gt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D89373F3-8811-4A25-9A48-748D614CB8DC}_9.png&quot;/&gt;&lt;left val=&quot;11&quot;/&gt;&lt;top val=&quot;439&quot;/&gt;&lt;width val=&quot;276&quot;/&gt;&lt;height val=&quot;53&quot;/&gt;&lt;hasText val=&quot;1&quot;/&gt;&lt;/Image&gt;&lt;/ThreeDShapeInfo&gt;"/>
  <p:tag name="PRESENTER_SHAPETEXTINFO" val="&lt;ShapeTextInfo&gt;&lt;TableIndex row=&quot;-1&quot; col=&quot;-1&quot;&gt;&lt;linesCount val=&quot;2&quot;/&gt;&lt;lineCharCount val=&quot;10&quot;/&gt;&lt;lineCharCount val=&quot;36&quot;/&gt;&lt;/TableIndex&gt;&lt;/ShapeTextInfo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9D366297-6750-4EE1-8202-D820D6D7A05A}_9.png&quot;/&gt;&lt;left val=&quot;395&quot;/&gt;&lt;top val=&quot;303&quot;/&gt;&lt;width val=&quot;181&quot;/&gt;&lt;height val=&quot;133&quot;/&gt;&lt;hasText val=&quot;1&quot;/&gt;&lt;/Image&gt;&lt;/ThreeDShapeInfo&gt;"/>
  <p:tag name="PRESENTER_SHAPETEXTINFO" val="&lt;ShapeTextInfo&gt;&lt;TableIndex row=&quot;-1&quot; col=&quot;-1&quot;&gt;&lt;linesCount val=&quot;3&quot;/&gt;&lt;lineCharCount val=&quot;6&quot;/&gt;&lt;lineCharCount val=&quot;8&quot;/&gt;&lt;lineCharCount val=&quot;7&quot;/&gt;&lt;/TableIndex&gt;&lt;/ShapeTextInfo&gt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3FC8F21A-9E2A-4329-97E5-472273803034}_9.png&quot;/&gt;&lt;left val=&quot;230&quot;/&gt;&lt;top val=&quot;456&quot;/&gt;&lt;width val=&quot;198&quot;/&gt;&lt;height val=&quot;67&quot;/&gt;&lt;hasText val=&quot;1&quot;/&gt;&lt;/Image&gt;&lt;/ThreeDShapeInfo&gt;"/>
  <p:tag name="PRESENTER_SHAPETEXTINFO" val="&lt;ShapeTextInfo&gt;&lt;TableIndex row=&quot;-1&quot; col=&quot;-1&quot;&gt;&lt;linesCount val=&quot;2&quot;/&gt;&lt;lineCharCount val=&quot;10&quot;/&gt;&lt;lineCharCount val=&quot;13&quot;/&gt;&lt;/TableIndex&gt;&lt;/ShapeTextInfo&gt;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0.PNG&quot;/&gt;"/>
  <p:tag name="PPSNARRATION" val="10,1483304229,C:\Users\sanmi\GoogleDrive\UWMdrive\Courses\ECE552\ece552-lec19_ConsistencySIMD_pptx\Media.ppcx"/>
  <p:tag name="TIMING" val="|26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1C671048-F2D2-445E-A1C8-3F0B5C96A5C1}_10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2&quot;/&gt;&lt;/TableIndex&gt;&lt;/ShapeTextInfo&gt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0101AA9A-F455-476F-BBC7-79EA876F8B04}_10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D6D14B59-A5D9-4E2D-AF36-A1E72ADE3D84}_10.png&quot;/&gt;&lt;left val=&quot;29&quot;/&gt;&lt;top val=&quot;105&quot;/&gt;&lt;width val=&quot;679&quot;/&gt;&lt;height val=&quot;106&quot;/&gt;&lt;hasText val=&quot;1&quot;/&gt;&lt;/Image&gt;&lt;/ThreeDShapeInfo&gt;"/>
  <p:tag name="PRESENTER_SHAPETEXTINFO" val="&lt;ShapeTextInfo&gt;&lt;TableIndex row=&quot;-1&quot; col=&quot;-1&quot;&gt;&lt;linesCount val=&quot;2&quot;/&gt;&lt;lineCharCount val=&quot;33&quot;/&gt;&lt;lineCharCount val=&quot;2&quot;/&gt;&lt;/TableIndex&gt;&lt;/ShapeTextInfo&gt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91E9D0DE-D7C0-4CC2-AA1B-1367CF2A378E}_10.png&quot;/&gt;&lt;left val=&quot;347&quot;/&gt;&lt;top val=&quot;309&quot;/&gt;&lt;width val=&quot;257&quot;/&gt;&lt;height val=&quot;166&quot;/&gt;&lt;hasText val=&quot;1&quot;/&gt;&lt;/Image&gt;&lt;/ThreeDShapeInfo&gt;"/>
  <p:tag name="PRESENTER_SHAPETEXTINFO" val="&lt;ShapeTextInfo&gt;&lt;TableIndex row=&quot;-1&quot; col=&quot;-1&quot;&gt;&lt;linesCount val=&quot;5&quot;/&gt;&lt;lineCharCount val=&quot;6&quot;/&gt;&lt;lineCharCount val=&quot;14&quot;/&gt;&lt;lineCharCount val=&quot;12&quot;/&gt;&lt;lineCharCount val=&quot;20&quot;/&gt;&lt;lineCharCount val=&quot;1&quot;/&gt;&lt;/TableIndex&gt;&lt;/ShapeTextInfo&gt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BD1A2747-FED8-4DE1-B747-CA8ACAE07A05}_10.png&quot;/&gt;&lt;left val=&quot;136&quot;/&gt;&lt;top val=&quot;309&quot;/&gt;&lt;width val=&quot;248&quot;/&gt;&lt;height val=&quot;122&quot;/&gt;&lt;hasText val=&quot;1&quot;/&gt;&lt;/Image&gt;&lt;/ThreeDShapeInfo&gt;"/>
  <p:tag name="PRESENTER_SHAPETEXTINFO" val="&lt;ShapeTextInfo&gt;&lt;TableIndex row=&quot;-1&quot; col=&quot;-1&quot;&gt;&lt;linesCount val=&quot;3&quot;/&gt;&lt;lineCharCount val=&quot;6&quot;/&gt;&lt;lineCharCount val=&quot;8&quot;/&gt;&lt;lineCharCount val=&quot;7&quot;/&gt;&lt;/TableIndex&gt;&lt;/ShapeTextInfo&gt;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E51056E1-4429-4921-AC08-77B596747386}_10.png&quot;/&gt;&lt;left val=&quot;136&quot;/&gt;&lt;top val=&quot;227&quot;/&gt;&lt;width val=&quot;248&quot;/&gt;&lt;height val=&quot;83&quot;/&gt;&lt;hasText val=&quot;1&quot;/&gt;&lt;/Image&gt;&lt;/ThreeDShapeInfo&gt;"/>
  <p:tag name="PRESENTER_SHAPETEXTINFO" val="&lt;ShapeTextInfo&gt;&lt;TableIndex row=&quot;-1&quot; col=&quot;-1&quot;&gt;&lt;linesCount val=&quot;2&quot;/&gt;&lt;lineCharCount val=&quot;8&quot;/&gt;&lt;lineCharCount val=&quot;15&quot;/&gt;&lt;/TableIndex&gt;&lt;/ShapeTextInfo&gt;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B9C6022E-DDDA-45B2-9A17-CEE86487BAB4}_10.png&quot;/&gt;&lt;left val=&quot;347&quot;/&gt;&lt;top val=&quot;309&quot;/&gt;&lt;width val=&quot;257&quot;/&gt;&lt;height val=&quot;166&quot;/&gt;&lt;hasText val=&quot;1&quot;/&gt;&lt;/Image&gt;&lt;/ThreeDShapeInfo&gt;"/>
  <p:tag name="PRESENTER_SHAPETEXTINFO" val="&lt;ShapeTextInfo&gt;&lt;TableIndex row=&quot;-1&quot; col=&quot;-1&quot;&gt;&lt;linesCount val=&quot;5&quot;/&gt;&lt;lineCharCount val=&quot;6&quot;/&gt;&lt;lineCharCount val=&quot;14&quot;/&gt;&lt;lineCharCount val=&quot;12&quot;/&gt;&lt;lineCharCount val=&quot;20&quot;/&gt;&lt;lineCharCount val=&quot;1&quot;/&gt;&lt;/TableIndex&gt;&lt;/ShapeTextInfo&gt;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778812B7-D6D5-44A5-8AA1-8EA2C03BE61B}_10.png&quot;/&gt;&lt;left val=&quot;418&quot;/&gt;&lt;top val=&quot;162&quot;/&gt;&lt;width val=&quot;275&quot;/&gt;&lt;height val=&quot;70&quot;/&gt;&lt;hasText val=&quot;1&quot;/&gt;&lt;/Image&gt;&lt;/ThreeDShapeInfo&gt;"/>
  <p:tag name="PRESENTER_SHAPETEXTINFO" val="&lt;ShapeTextInfo&gt;&lt;TableIndex row=&quot;-1&quot; col=&quot;-1&quot;&gt;&lt;linesCount val=&quot;2&quot;/&gt;&lt;lineCharCount val=&quot;23&quot;/&gt;&lt;lineCharCount val=&quot;22&quot;/&gt;&lt;/TableIndex&gt;&lt;/ShapeTextInfo&gt;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07A8659E-FDD8-46FA-8B63-5B65E5618122}_10.png&quot;/&gt;&lt;left val=&quot;230&quot;/&gt;&lt;top val=&quot;456&quot;/&gt;&lt;width val=&quot;198&quot;/&gt;&lt;height val=&quot;67&quot;/&gt;&lt;hasText val=&quot;1&quot;/&gt;&lt;/Image&gt;&lt;/ThreeDShapeInfo&gt;"/>
  <p:tag name="PRESENTER_SHAPETEXTINFO" val="&lt;ShapeTextInfo&gt;&lt;TableIndex row=&quot;-1&quot; col=&quot;-1&quot;&gt;&lt;linesCount val=&quot;2&quot;/&gt;&lt;lineCharCount val=&quot;17&quot;/&gt;&lt;lineCharCount val=&quot;13&quot;/&gt;&lt;/TableIndex&gt;&lt;/ShapeTextInfo&gt;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1.PNG&quot;/&gt;"/>
  <p:tag name="PPSNARRATION" val="11,1483304229,C:\Users\sanmi\GoogleDrive\UWMdrive\Courses\ECE552\ece552-lec19_ConsistencySIMD_pptx\Media.ppcx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25A0D3F5-58ED-4672-9CE5-7E75E1B60A16}_11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2&quot;/&gt;&lt;/TableIndex&gt;&lt;/ShapeTextInfo&gt;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F027BDAD-EB55-4C96-A875-BB9F89A86C86}_11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C0C531D6-46A8-4098-8110-EC89A1C0C897}_11.png&quot;/&gt;&lt;left val=&quot;29&quot;/&gt;&lt;top val=&quot;105&quot;/&gt;&lt;width val=&quot;679&quot;/&gt;&lt;height val=&quot;106&quot;/&gt;&lt;hasText val=&quot;1&quot;/&gt;&lt;/Image&gt;&lt;/ThreeDShapeInfo&gt;"/>
  <p:tag name="PRESENTER_SHAPETEXTINFO" val="&lt;ShapeTextInfo&gt;&lt;TableIndex row=&quot;-1&quot; col=&quot;-1&quot;&gt;&lt;linesCount val=&quot;2&quot;/&gt;&lt;lineCharCount val=&quot;36&quot;/&gt;&lt;lineCharCount val=&quot;2&quot;/&gt;&lt;/TableIndex&gt;&lt;/ShapeTextInfo&gt;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B6ABC0B7-35E1-4496-ACCE-851041682683}_11.png&quot;/&gt;&lt;left val=&quot;251&quot;/&gt;&lt;top val=&quot;324&quot;/&gt;&lt;width val=&quot;219&quot;/&gt;&lt;height val=&quot;137&quot;/&gt;&lt;hasText val=&quot;1&quot;/&gt;&lt;/Image&gt;&lt;/ThreeDShapeInfo&gt;"/>
  <p:tag name="PRESENTER_SHAPETEXTINFO" val="&lt;ShapeTextInfo&gt;&lt;TableIndex row=&quot;-1&quot; col=&quot;-1&quot;&gt;&lt;linesCount val=&quot;4&quot;/&gt;&lt;lineCharCount val=&quot;6&quot;/&gt;&lt;lineCharCount val=&quot;16&quot;/&gt;&lt;lineCharCount val=&quot;8&quot;/&gt;&lt;lineCharCount val=&quot;7&quot;/&gt;&lt;/TableIndex&gt;&lt;/ShapeTextInfo&gt;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67DB1352-98E9-4917-967C-5C3C9F75C358}_11.png&quot;/&gt;&lt;left val=&quot;40&quot;/&gt;&lt;top val=&quot;324&quot;/&gt;&lt;width val=&quot;173&quot;/&gt;&lt;height val=&quot;122&quot;/&gt;&lt;hasText val=&quot;1&quot;/&gt;&lt;/Image&gt;&lt;/ThreeDShapeInfo&gt;"/>
  <p:tag name="PRESENTER_SHAPETEXTINFO" val="&lt;ShapeTextInfo&gt;&lt;TableIndex row=&quot;-1&quot; col=&quot;-1&quot;&gt;&lt;linesCount val=&quot;3&quot;/&gt;&lt;lineCharCount val=&quot;6&quot;/&gt;&lt;lineCharCount val=&quot;8&quot;/&gt;&lt;lineCharCount val=&quot;7&quot;/&gt;&lt;/TableIndex&gt;&lt;/ShapeTextInfo&gt;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36DFAFAE-FC66-4F37-84A4-E4A9D8193CCF}_11.png&quot;/&gt;&lt;left val=&quot;40&quot;/&gt;&lt;top val=&quot;237&quot;/&gt;&lt;width val=&quot;333&quot;/&gt;&lt;height val=&quot;83&quot;/&gt;&lt;hasText val=&quot;1&quot;/&gt;&lt;/Image&gt;&lt;/ThreeDShapeInfo&gt;"/>
  <p:tag name="PRESENTER_SHAPETEXTINFO" val="&lt;ShapeTextInfo&gt;&lt;TableIndex row=&quot;-1&quot; col=&quot;-1&quot;&gt;&lt;linesCount val=&quot;2&quot;/&gt;&lt;lineCharCount val=&quot;8&quot;/&gt;&lt;lineCharCount val=&quot;23&quot;/&gt;&lt;/TableIndex&gt;&lt;/ShapeTextInfo&gt;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D1D45D93-1D2E-4BF1-B918-A5F71F1843B6}_11.png&quot;/&gt;&lt;left val=&quot;479&quot;/&gt;&lt;top val=&quot;324&quot;/&gt;&lt;width val=&quot;219&quot;/&gt;&lt;height val=&quot;118&quot;/&gt;&lt;hasText val=&quot;1&quot;/&gt;&lt;/Image&gt;&lt;/ThreeDShapeInfo&gt;"/>
  <p:tag name="PRESENTER_SHAPETEXTINFO" val="&lt;ShapeTextInfo&gt;&lt;TableIndex row=&quot;-1&quot; col=&quot;-1&quot;&gt;&lt;linesCount val=&quot;3&quot;/&gt;&lt;lineCharCount val=&quot;6&quot;/&gt;&lt;lineCharCount val=&quot;16&quot;/&gt;&lt;lineCharCount val=&quot;7&quot;/&gt;&lt;/TableIndex&gt;&lt;/ShapeTextInfo&gt;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2.PNG&quot;/&gt;"/>
  <p:tag name="PPSNARRATION" val="12,1483304229,C:\Users\sanmi\GoogleDrive\UWMdrive\Courses\ECE552\ece552-lec19_ConsistencySIMD_pptx\Media.ppcx"/>
  <p:tag name="TIMING" val="|23.5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A0525F01-5EBB-4236-A94E-9481AF8E13BF}_12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2&quot;/&gt;&lt;/TableIndex&gt;&lt;/ShapeTextInfo&gt;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96172ED5-54BA-4ACE-85A2-2F15910EFB95}_12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8093B782-11A7-4608-9176-196B3F78C9BE}_12.png&quot;/&gt;&lt;left val=&quot;29&quot;/&gt;&lt;top val=&quot;105&quot;/&gt;&lt;width val=&quot;679&quot;/&gt;&lt;height val=&quot;106&quot;/&gt;&lt;hasText val=&quot;1&quot;/&gt;&lt;/Image&gt;&lt;/ThreeDShapeInfo&gt;"/>
  <p:tag name="PRESENTER_SHAPETEXTINFO" val="&lt;ShapeTextInfo&gt;&lt;TableIndex row=&quot;-1&quot; col=&quot;-1&quot;&gt;&lt;linesCount val=&quot;2&quot;/&gt;&lt;lineCharCount val=&quot;36&quot;/&gt;&lt;lineCharCount val=&quot;2&quot;/&gt;&lt;/TableIndex&gt;&lt;/ShapeTextInfo&gt;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923671A0-14DA-4B38-B490-AE2972871B38}_12.png&quot;/&gt;&lt;left val=&quot;43&quot;/&gt;&lt;top val=&quot;189&quot;/&gt;&lt;width val=&quot;238&quot;/&gt;&lt;height val=&quot;69&quot;/&gt;&lt;hasText val=&quot;1&quot;/&gt;&lt;/Image&gt;&lt;/ThreeDShapeInfo&gt;"/>
  <p:tag name="PRESENTER_SHAPETEXTINFO" val="&lt;ShapeTextInfo&gt;&lt;TableIndex row=&quot;-1&quot; col=&quot;-1&quot;&gt;&lt;linesCount val=&quot;2&quot;/&gt;&lt;lineCharCount val=&quot;8&quot;/&gt;&lt;lineCharCount val=&quot;23&quot;/&gt;&lt;/TableIndex&gt;&lt;/ShapeTextInfo&gt;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2C61964E-F95A-4899-B233-6A2FDF02D510}_12.png&quot;/&gt;&lt;left val=&quot;185&quot;/&gt;&lt;top val=&quot;330&quot;/&gt;&lt;width val=&quot;72&quot;/&gt;&lt;height val=&quot;57&quot;/&gt;&lt;hasText val=&quot;1&quot;/&gt;&lt;/Image&gt;&lt;/ThreeDShapeInfo&gt;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03411D95-5CC6-4348-8815-A817439F0D28}_12.png&quot;/&gt;&lt;left val=&quot;329&quot;/&gt;&lt;top val=&quot;330&quot;/&gt;&lt;width val=&quot;72&quot;/&gt;&lt;height val=&quot;57&quot;/&gt;&lt;hasText val=&quot;1&quot;/&gt;&lt;/Image&gt;&lt;/ThreeDShapeInfo&gt;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D91929D5-6F10-4F57-938F-E7E7EE27A784}_12.png&quot;/&gt;&lt;left val=&quot;473&quot;/&gt;&lt;top val=&quot;331&quot;/&gt;&lt;width val=&quot;72&quot;/&gt;&lt;height val=&quot;49&quot;/&gt;&lt;hasText val=&quot;1&quot;/&gt;&lt;/Image&gt;&lt;/ThreeDShapeInfo&gt;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DB62D791-985E-4CF9-BEC4-6817B111659B}_12.png&quot;/&gt;&lt;left val=&quot;185&quot;/&gt;&lt;top val=&quot;436&quot;/&gt;&lt;width val=&quot;72&quot;/&gt;&lt;height val=&quot;49&quot;/&gt;&lt;hasText val=&quot;1&quot;/&gt;&lt;/Image&gt;&lt;/ThreeDShapeInfo&gt;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07E903FA-EC50-454D-8773-E741B1DB7D18}_12.png&quot;/&gt;&lt;left val=&quot;329&quot;/&gt;&lt;top val=&quot;436&quot;/&gt;&lt;width val=&quot;72&quot;/&gt;&lt;height val=&quot;49&quot;/&gt;&lt;hasText val=&quot;1&quot;/&gt;&lt;/Image&gt;&lt;/ThreeDShapeInfo&gt;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D9186707-D6C3-4737-B160-4324A57CD870}_12.png&quot;/&gt;&lt;left val=&quot;473&quot;/&gt;&lt;top val=&quot;437&quot;/&gt;&lt;width val=&quot;72&quot;/&gt;&lt;height val=&quot;57&quot;/&gt;&lt;hasText val=&quot;1&quot;/&gt;&lt;/Image&gt;&lt;/ThreeDShapeInfo&gt;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47ABABFD-2176-4488-9EE8-652D5F36FE10}_12.png&quot;/&gt;&lt;left val=&quot;103&quot;/&gt;&lt;top val=&quot;314&quot;/&gt;&lt;width val=&quot;88&quot;/&gt;&lt;height val=&quot;100&quot;/&gt;&lt;hasText val=&quot;1&quot;/&gt;&lt;/Image&gt;&lt;/ThreeDShapeInfo&gt;"/>
  <p:tag name="PRESENTER_SHAPETEXTINFO" val="&lt;ShapeTextInfo&gt;&lt;TableIndex row=&quot;-1&quot; col=&quot;-1&quot;&gt;&lt;linesCount val=&quot;3&quot;/&gt;&lt;lineCharCount val=&quot;6&quot;/&gt;&lt;lineCharCount val=&quot;8&quot;/&gt;&lt;lineCharCount val=&quot;7&quot;/&gt;&lt;/TableIndex&gt;&lt;/ShapeTextInfo&gt;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FEC01335-CA1D-4B1D-A926-4BBAEAD1071E}_12.png&quot;/&gt;&lt;left val=&quot;307&quot;/&gt;&lt;top val=&quot;234&quot;/&gt;&lt;width val=&quot;166&quot;/&gt;&lt;height val=&quot;103&quot;/&gt;&lt;hasText val=&quot;1&quot;/&gt;&lt;/Image&gt;&lt;/ThreeDShapeInfo&gt;"/>
  <p:tag name="PRESENTER_SHAPETEXTINFO" val="&lt;ShapeTextInfo&gt;&lt;TableIndex row=&quot;-1&quot; col=&quot;-1&quot;&gt;&lt;linesCount val=&quot;4&quot;/&gt;&lt;lineCharCount val=&quot;6&quot;/&gt;&lt;lineCharCount val=&quot;16&quot;/&gt;&lt;lineCharCount val=&quot;8&quot;/&gt;&lt;lineCharCount val=&quot;7&quot;/&gt;&lt;/TableIndex&gt;&lt;/ShapeTextInfo&gt;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93286773-1C92-4B96-9C1D-1F48EBB77991}_12.png&quot;/&gt;&lt;left val=&quot;545&quot;/&gt;&lt;top val=&quot;423&quot;/&gt;&lt;width val=&quot;160&quot;/&gt;&lt;height val=&quot;82&quot;/&gt;&lt;hasText val=&quot;1&quot;/&gt;&lt;/Image&gt;&lt;/ThreeDShapeInfo&gt;"/>
  <p:tag name="PRESENTER_SHAPETEXTINFO" val="&lt;ShapeTextInfo&gt;&lt;TableIndex row=&quot;-1&quot; col=&quot;-1&quot;&gt;&lt;linesCount val=&quot;3&quot;/&gt;&lt;lineCharCount val=&quot;6&quot;/&gt;&lt;lineCharCount val=&quot;16&quot;/&gt;&lt;lineCharCount val=&quot;7&quot;/&gt;&lt;/TableIndex&gt;&lt;/ShapeTextInfo&gt;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E3442C9C-39B3-4773-9791-5121156684DD}_12.png&quot;/&gt;&lt;left val=&quot;329&quot;/&gt;&lt;top val=&quot;330&quot;/&gt;&lt;width val=&quot;72&quot;/&gt;&lt;height val=&quot;57&quot;/&gt;&lt;hasText val=&quot;1&quot;/&gt;&lt;/Image&gt;&lt;/ThreeDShapeInfo&gt;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6BA65CB2-4521-4004-9D6A-38B49A70A794}_12.png&quot;/&gt;&lt;left val=&quot;473&quot;/&gt;&lt;top val=&quot;437&quot;/&gt;&lt;width val=&quot;72&quot;/&gt;&lt;height val=&quot;57&quot;/&gt;&lt;hasText val=&quot;1&quot;/&gt;&lt;/Image&gt;&lt;/ThreeDShapeInfo&gt;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21221D5F-86F3-4DEC-96FF-1BD2495C948C}_12.png&quot;/&gt;&lt;left val=&quot;103&quot;/&gt;&lt;top val=&quot;314&quot;/&gt;&lt;width val=&quot;88&quot;/&gt;&lt;height val=&quot;100&quot;/&gt;&lt;hasText val=&quot;1&quot;/&gt;&lt;/Image&gt;&lt;/ThreeDShapeInfo&gt;"/>
  <p:tag name="PRESENTER_SHAPETEXTINFO" val="&lt;ShapeTextInfo&gt;&lt;TableIndex row=&quot;-1&quot; col=&quot;-1&quot;&gt;&lt;linesCount val=&quot;3&quot;/&gt;&lt;lineCharCount val=&quot;6&quot;/&gt;&lt;lineCharCount val=&quot;8&quot;/&gt;&lt;lineCharCount val=&quot;7&quot;/&gt;&lt;/TableIndex&gt;&lt;/ShapeTextInfo&gt;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17B0EA52-4337-4BF4-BC6E-83F1EECD73D6}_12.png&quot;/&gt;&lt;left val=&quot;185&quot;/&gt;&lt;top val=&quot;330&quot;/&gt;&lt;width val=&quot;72&quot;/&gt;&lt;height val=&quot;57&quot;/&gt;&lt;hasText val=&quot;1&quot;/&gt;&lt;/Image&gt;&lt;/ThreeDShapeInfo&gt;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7&quot;/&gt;&lt;/TableIndex&gt;&lt;/ShapeTextInfo&gt;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7&quot;/&gt;&lt;/TableIndex&gt;&lt;/ShapeTextInfo&gt;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7&quot;/&gt;&lt;/TableIndex&gt;&lt;/ShapeTextInfo&gt;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7&quot;/&gt;&lt;/TableIndex&gt;&lt;/ShapeTextInfo&gt;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7&quot;/&gt;&lt;/TableIndex&gt;&lt;/ShapeTextInfo&gt;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7&quot;/&gt;&lt;/TableIndex&gt;&lt;/ShapeTextInfo&gt;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3.PNG&quot;/&gt;"/>
  <p:tag name="PPSNARRATION" val="13,1483304229,C:\Users\sanmi\GoogleDrive\UWMdrive\Courses\ECE552\ece552-lec19_ConsistencySIMD_pptx\Media.ppcx"/>
  <p:tag name="TIMING" val="|10|10.5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D85C91E3-5C00-4313-BCCD-24C81DCE5547}_13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2&quot;/&gt;&lt;/TableIndex&gt;&lt;/ShapeTextInfo&gt;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BED2184D-A643-4597-AB16-D681D256AFA1}_13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F124686B-3871-4518-B7FD-4479F9147822}_13.png&quot;/&gt;&lt;left val=&quot;29&quot;/&gt;&lt;top val=&quot;105&quot;/&gt;&lt;width val=&quot;679&quot;/&gt;&lt;height val=&quot;106&quot;/&gt;&lt;hasText val=&quot;1&quot;/&gt;&lt;/Image&gt;&lt;/ThreeDShapeInfo&gt;"/>
  <p:tag name="PRESENTER_SHAPETEXTINFO" val="&lt;ShapeTextInfo&gt;&lt;TableIndex row=&quot;-1&quot; col=&quot;-1&quot;&gt;&lt;linesCount val=&quot;2&quot;/&gt;&lt;lineCharCount val=&quot;36&quot;/&gt;&lt;lineCharCount val=&quot;2&quot;/&gt;&lt;/TableIndex&gt;&lt;/ShapeTextInfo&gt;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9C0EF1DD-1692-4AB6-B1A3-E9ACE00534A6}_13.png&quot;/&gt;&lt;left val=&quot;43&quot;/&gt;&lt;top val=&quot;189&quot;/&gt;&lt;width val=&quot;238&quot;/&gt;&lt;height val=&quot;69&quot;/&gt;&lt;hasText val=&quot;1&quot;/&gt;&lt;/Image&gt;&lt;/ThreeDShapeInfo&gt;"/>
  <p:tag name="PRESENTER_SHAPETEXTINFO" val="&lt;ShapeTextInfo&gt;&lt;TableIndex row=&quot;-1&quot; col=&quot;-1&quot;&gt;&lt;linesCount val=&quot;2&quot;/&gt;&lt;lineCharCount val=&quot;8&quot;/&gt;&lt;lineCharCount val=&quot;23&quot;/&gt;&lt;/TableIndex&gt;&lt;/ShapeTextInfo&gt;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70FCAE0A-6376-4B01-AE20-577E27FF0C34}_13.png&quot;/&gt;&lt;left val=&quot;185&quot;/&gt;&lt;top val=&quot;330&quot;/&gt;&lt;width val=&quot;72&quot;/&gt;&lt;height val=&quot;57&quot;/&gt;&lt;hasText val=&quot;1&quot;/&gt;&lt;/Image&gt;&lt;/ThreeDShapeInfo&gt;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8D9CDEA2-2D14-489C-9A6B-D3D710F9F3C6}_13.png&quot;/&gt;&lt;left val=&quot;329&quot;/&gt;&lt;top val=&quot;330&quot;/&gt;&lt;width val=&quot;72&quot;/&gt;&lt;height val=&quot;57&quot;/&gt;&lt;hasText val=&quot;1&quot;/&gt;&lt;/Image&gt;&lt;/ThreeDShapeInfo&gt;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2D8C466D-9CAF-4D75-8EE2-CD51E44F7588}_13.png&quot;/&gt;&lt;left val=&quot;473&quot;/&gt;&lt;top val=&quot;331&quot;/&gt;&lt;width val=&quot;72&quot;/&gt;&lt;height val=&quot;49&quot;/&gt;&lt;hasText val=&quot;1&quot;/&gt;&lt;/Image&gt;&lt;/ThreeDShapeInfo&gt;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4AB40BF2-0ED2-4B45-B6A3-E0E729145AFD}_13.png&quot;/&gt;&lt;left val=&quot;185&quot;/&gt;&lt;top val=&quot;436&quot;/&gt;&lt;width val=&quot;72&quot;/&gt;&lt;height val=&quot;49&quot;/&gt;&lt;hasText val=&quot;1&quot;/&gt;&lt;/Image&gt;&lt;/ThreeDShapeInfo&gt;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5EA42BAB-A615-4476-B145-1C18E883B73D}_13.png&quot;/&gt;&lt;left val=&quot;329&quot;/&gt;&lt;top val=&quot;436&quot;/&gt;&lt;width val=&quot;72&quot;/&gt;&lt;height val=&quot;49&quot;/&gt;&lt;hasText val=&quot;1&quot;/&gt;&lt;/Image&gt;&lt;/ThreeDShapeInfo&gt;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492B4FEC-CF4E-4ED4-A7E1-2F1D70BFA955}_13.png&quot;/&gt;&lt;left val=&quot;473&quot;/&gt;&lt;top val=&quot;437&quot;/&gt;&lt;width val=&quot;72&quot;/&gt;&lt;height val=&quot;57&quot;/&gt;&lt;hasText val=&quot;1&quot;/&gt;&lt;/Image&gt;&lt;/ThreeDShapeInfo&gt;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894EE0F8-3279-409B-B42B-A77F108BFDD5}_13.png&quot;/&gt;&lt;left val=&quot;103&quot;/&gt;&lt;top val=&quot;314&quot;/&gt;&lt;width val=&quot;88&quot;/&gt;&lt;height val=&quot;100&quot;/&gt;&lt;hasText val=&quot;1&quot;/&gt;&lt;/Image&gt;&lt;/ThreeDShapeInfo&gt;"/>
  <p:tag name="PRESENTER_SHAPETEXTINFO" val="&lt;ShapeTextInfo&gt;&lt;TableIndex row=&quot;-1&quot; col=&quot;-1&quot;&gt;&lt;linesCount val=&quot;3&quot;/&gt;&lt;lineCharCount val=&quot;6&quot;/&gt;&lt;lineCharCount val=&quot;8&quot;/&gt;&lt;lineCharCount val=&quot;7&quot;/&gt;&lt;/TableIndex&gt;&lt;/ShapeTextInfo&gt;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D9748023-EF8B-49BB-9FA6-E13FAE1F1FDA}_13.png&quot;/&gt;&lt;left val=&quot;307&quot;/&gt;&lt;top val=&quot;234&quot;/&gt;&lt;width val=&quot;166&quot;/&gt;&lt;height val=&quot;103&quot;/&gt;&lt;hasText val=&quot;1&quot;/&gt;&lt;/Image&gt;&lt;/ThreeDShapeInfo&gt;"/>
  <p:tag name="PRESENTER_SHAPETEXTINFO" val="&lt;ShapeTextInfo&gt;&lt;TableIndex row=&quot;-1&quot; col=&quot;-1&quot;&gt;&lt;linesCount val=&quot;4&quot;/&gt;&lt;lineCharCount val=&quot;6&quot;/&gt;&lt;lineCharCount val=&quot;16&quot;/&gt;&lt;lineCharCount val=&quot;8&quot;/&gt;&lt;lineCharCount val=&quot;7&quot;/&gt;&lt;/TableIndex&gt;&lt;/ShapeTextInfo&gt;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92323326-9457-496A-ABF1-175C412F0906}_13.png&quot;/&gt;&lt;left val=&quot;545&quot;/&gt;&lt;top val=&quot;423&quot;/&gt;&lt;width val=&quot;160&quot;/&gt;&lt;height val=&quot;82&quot;/&gt;&lt;hasText val=&quot;1&quot;/&gt;&lt;/Image&gt;&lt;/ThreeDShapeInfo&gt;"/>
  <p:tag name="PRESENTER_SHAPETEXTINFO" val="&lt;ShapeTextInfo&gt;&lt;TableIndex row=&quot;-1&quot; col=&quot;-1&quot;&gt;&lt;linesCount val=&quot;3&quot;/&gt;&lt;lineCharCount val=&quot;6&quot;/&gt;&lt;lineCharCount val=&quot;16&quot;/&gt;&lt;lineCharCount val=&quot;7&quot;/&gt;&lt;/TableIndex&gt;&lt;/ShapeTextInfo&gt;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D873AE64-7424-4E20-B903-4B0352CE2529}_13.png&quot;/&gt;&lt;left val=&quot;280&quot;/&gt;&lt;top val=&quot;491&quot;/&gt;&lt;width val=&quot;152&quot;/&gt;&lt;height val=&quot;43&quot;/&gt;&lt;hasText val=&quot;1&quot;/&gt;&lt;/Image&gt;&lt;/ThreeDShapeInfo&gt;"/>
  <p:tag name="PRESENTER_SHAPETEXTINFO" val="&lt;ShapeTextInfo&gt;&lt;TableIndex row=&quot;-1&quot; col=&quot;-1&quot;&gt;&lt;linesCount val=&quot;1&quot;/&gt;&lt;lineCharCount val=&quot;18&quot;/&gt;&lt;/TableIndex&gt;&lt;/ShapeTextInfo&gt;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D42EDBD3-7228-4A30-B567-8E03BB6B633C}_13.png&quot;/&gt;&lt;left val=&quot;329&quot;/&gt;&lt;top val=&quot;330&quot;/&gt;&lt;width val=&quot;72&quot;/&gt;&lt;height val=&quot;57&quot;/&gt;&lt;hasText val=&quot;1&quot;/&gt;&lt;/Image&gt;&lt;/ThreeDShapeInfo&gt;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3B2C3600-A20D-439C-B217-B7DAD8E9270A}_13.png&quot;/&gt;&lt;left val=&quot;103&quot;/&gt;&lt;top val=&quot;314&quot;/&gt;&lt;width val=&quot;88&quot;/&gt;&lt;height val=&quot;100&quot;/&gt;&lt;hasText val=&quot;1&quot;/&gt;&lt;/Image&gt;&lt;/ThreeDShapeInfo&gt;"/>
  <p:tag name="PRESENTER_SHAPETEXTINFO" val="&lt;ShapeTextInfo&gt;&lt;TableIndex row=&quot;-1&quot; col=&quot;-1&quot;&gt;&lt;linesCount val=&quot;3&quot;/&gt;&lt;lineCharCount val=&quot;6&quot;/&gt;&lt;lineCharCount val=&quot;8&quot;/&gt;&lt;lineCharCount val=&quot;7&quot;/&gt;&lt;/TableIndex&gt;&lt;/ShapeTextInfo&gt;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4BA2B6C3-4C4C-4027-85CD-DE24899ABA73}_13.png&quot;/&gt;&lt;left val=&quot;185&quot;/&gt;&lt;top val=&quot;330&quot;/&gt;&lt;width val=&quot;72&quot;/&gt;&lt;height val=&quot;57&quot;/&gt;&lt;hasText val=&quot;1&quot;/&gt;&lt;/Image&gt;&lt;/ThreeDShapeInfo&gt;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F6C80F95-893E-4A4A-8AB4-45877A8BD323}_13.png&quot;/&gt;&lt;left val=&quot;185&quot;/&gt;&lt;top val=&quot;330&quot;/&gt;&lt;width val=&quot;72&quot;/&gt;&lt;height val=&quot;57&quot;/&gt;&lt;hasText val=&quot;1&quot;/&gt;&lt;/Image&gt;&lt;/ThreeDShapeInfo&gt;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A11A76C2-1355-4D28-91C0-2DEE15BEC0BB}_13.png&quot;/&gt;&lt;left val=&quot;473&quot;/&gt;&lt;top val=&quot;437&quot;/&gt;&lt;width val=&quot;72&quot;/&gt;&lt;height val=&quot;57&quot;/&gt;&lt;hasText val=&quot;1&quot;/&gt;&lt;/Image&gt;&lt;/ThreeDShapeInfo&gt;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04E823DF-1407-4822-AE19-4B853208A7A1}_13.png&quot;/&gt;&lt;left val=&quot;307&quot;/&gt;&lt;top val=&quot;234&quot;/&gt;&lt;width val=&quot;166&quot;/&gt;&lt;height val=&quot;103&quot;/&gt;&lt;hasText val=&quot;1&quot;/&gt;&lt;/Image&gt;&lt;/ThreeDShapeInfo&gt;"/>
  <p:tag name="PRESENTER_SHAPETEXTINFO" val="&lt;ShapeTextInfo&gt;&lt;TableIndex row=&quot;-1&quot; col=&quot;-1&quot;&gt;&lt;linesCount val=&quot;4&quot;/&gt;&lt;lineCharCount val=&quot;6&quot;/&gt;&lt;lineCharCount val=&quot;16&quot;/&gt;&lt;lineCharCount val=&quot;8&quot;/&gt;&lt;lineCharCount val=&quot;7&quot;/&gt;&lt;/TableIndex&gt;&lt;/ShapeTextInfo&gt;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449E73F0-21DF-4136-AE52-A4C993049BFF}_13.png&quot;/&gt;&lt;left val=&quot;329&quot;/&gt;&lt;top val=&quot;330&quot;/&gt;&lt;width val=&quot;72&quot;/&gt;&lt;height val=&quot;57&quot;/&gt;&lt;hasText val=&quot;1&quot;/&gt;&lt;/Image&gt;&lt;/ThreeDShapeInfo&gt;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E7F7CBBE-FC36-4B4E-99B4-AFAB9A05C693}_13.png&quot;/&gt;&lt;left val=&quot;471&quot;/&gt;&lt;top val=&quot;189&quot;/&gt;&lt;width val=&quot;198&quot;/&gt;&lt;height val=&quot;67&quot;/&gt;&lt;hasText val=&quot;1&quot;/&gt;&lt;/Image&gt;&lt;/ThreeDShapeInfo&gt;"/>
  <p:tag name="PRESENTER_SHAPETEXTINFO" val="&lt;ShapeTextInfo&gt;&lt;TableIndex row=&quot;-1&quot; col=&quot;-1&quot;&gt;&lt;linesCount val=&quot;2&quot;/&gt;&lt;lineCharCount val=&quot;11&quot;/&gt;&lt;lineCharCount val=&quot;13&quot;/&gt;&lt;/TableIndex&gt;&lt;/ShapeTextInfo&gt;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7&quot;/&gt;&lt;/TableIndex&gt;&lt;/ShapeTextInfo&gt;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7&quot;/&gt;&lt;/TableIndex&gt;&lt;/ShapeTextInfo&gt;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7&quot;/&gt;&lt;/TableIndex&gt;&lt;/ShapeTextInfo&gt;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7&quot;/&gt;&lt;/TableIndex&gt;&lt;/ShapeTextInfo&gt;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7&quot;/&gt;&lt;/TableIndex&gt;&lt;/ShapeTextInfo&gt;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7&quot;/&gt;&lt;/TableIndex&gt;&lt;/ShapeTextInfo&gt;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7&quot;/&gt;&lt;/TableIndex&gt;&lt;/ShapeTextInfo&gt;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7&quot;/&gt;&lt;/TableIndex&gt;&lt;/ShapeTextInfo&gt;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4.PNG&quot;/&gt;"/>
  <p:tag name="PPSNARRATION" val="14,1483304229,C:\Users\sanmi\GoogleDrive\UWMdrive\Courses\ECE552\ece552-lec19_ConsistencySIMD_pptx\Media.ppcx"/>
  <p:tag name="TIMING" val="|14.7|49.5|17.6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BCDBA7A8-B5A2-49F6-8015-5E89224DD66A}_14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2&quot;/&gt;&lt;/TableIndex&gt;&lt;/ShapeTextInfo&gt;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37EA167C-B752-416D-A6E7-965D62D2FDDD}_14.png&quot;/&gt;&lt;left val=&quot;31&quot;/&gt;&lt;top val=&quot;105&quot;/&gt;&lt;width val=&quot;673&quot;/&gt;&lt;height val=&quot;386&quot;/&gt;&lt;hasText val=&quot;1&quot;/&gt;&lt;/Image&gt;&lt;/ThreeDShapeInfo&gt;"/>
  <p:tag name="PRESENTER_SHAPETEXTINFO" val="&lt;ShapeTextInfo&gt;&lt;TableIndex row=&quot;-1&quot; col=&quot;-1&quot;&gt;&lt;linesCount val=&quot;13&quot;/&gt;&lt;lineCharCount val=&quot;59&quot;/&gt;&lt;lineCharCount val=&quot;51&quot;/&gt;&lt;lineCharCount val=&quot;41&quot;/&gt;&lt;lineCharCount val=&quot;1&quot;/&gt;&lt;lineCharCount val=&quot;1&quot;/&gt;&lt;lineCharCount val=&quot;1&quot;/&gt;&lt;lineCharCount val=&quot;1&quot;/&gt;&lt;lineCharCount val=&quot;49&quot;/&gt;&lt;lineCharCount val=&quot;47&quot;/&gt;&lt;lineCharCount val=&quot;1&quot;/&gt;&lt;lineCharCount val=&quot;1&quot;/&gt;&lt;lineCharCount val=&quot;1&quot;/&gt;&lt;lineCharCount val=&quot;1&quot;/&gt;&lt;/TableIndex&gt;&lt;/ShapeTextInfo&gt;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E92E1130-7DCE-4A8B-B9F4-E5500D702EA2}_14.png&quot;/&gt;&lt;left val=&quot;101&quot;/&gt;&lt;top val=&quot;215&quot;/&gt;&lt;width val=&quot;159&quot;/&gt;&lt;height val=&quot;45&quot;/&gt;&lt;hasText val=&quot;1&quot;/&gt;&lt;/Image&gt;&lt;/ThreeDShapeInfo&gt;"/>
  <p:tag name="PRESENTER_SHAPETEXTINFO" val="&lt;ShapeTextInfo&gt;&lt;TableIndex row=&quot;-1&quot; col=&quot;-1&quot;&gt;&lt;linesCount val=&quot;1&quot;/&gt;&lt;lineCharCount val=&quot;6&quot;/&gt;&lt;/TableIndex&gt;&lt;/ShapeTextInfo&gt;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0A27A99A-1C2C-4E72-B2B0-D29D35D81CCA}_14.png&quot;/&gt;&lt;left val=&quot;101&quot;/&gt;&lt;top val=&quot;273&quot;/&gt;&lt;width val=&quot;159&quot;/&gt;&lt;height val=&quot;45&quot;/&gt;&lt;hasText val=&quot;1&quot;/&gt;&lt;/Image&gt;&lt;/ThreeDShapeInfo&gt;"/>
  <p:tag name="PRESENTER_SHAPETEXTINFO" val="&lt;ShapeTextInfo&gt;&lt;TableIndex row=&quot;-1&quot; col=&quot;-1&quot;&gt;&lt;linesCount val=&quot;1&quot;/&gt;&lt;lineCharCount val=&quot;6&quot;/&gt;&lt;/TableIndex&gt;&lt;/ShapeTextInfo&gt;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156D7899-F28C-4084-9A7E-3134ABB6860F}_14.png&quot;/&gt;&lt;left val=&quot;223&quot;/&gt;&lt;top val=&quot;215&quot;/&gt;&lt;width val=&quot;159&quot;/&gt;&lt;height val=&quot;45&quot;/&gt;&lt;hasText val=&quot;1&quot;/&gt;&lt;/Image&gt;&lt;/ThreeDShapeInfo&gt;"/>
  <p:tag name="PRESENTER_SHAPETEXTINFO" val="&lt;ShapeTextInfo&gt;&lt;TableIndex row=&quot;-1&quot; col=&quot;-1&quot;&gt;&lt;linesCount val=&quot;1&quot;/&gt;&lt;lineCharCount val=&quot;6&quot;/&gt;&lt;/TableIndex&gt;&lt;/ShapeTextInfo&gt;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841F7C7F-3148-4E19-83D3-D4023EF5BCBD}_14.png&quot;/&gt;&lt;left val=&quot;223&quot;/&gt;&lt;top val=&quot;273&quot;/&gt;&lt;width val=&quot;159&quot;/&gt;&lt;height val=&quot;45&quot;/&gt;&lt;hasText val=&quot;1&quot;/&gt;&lt;/Image&gt;&lt;/ThreeDShapeInfo&gt;"/>
  <p:tag name="PRESENTER_SHAPETEXTINFO" val="&lt;ShapeTextInfo&gt;&lt;TableIndex row=&quot;-1&quot; col=&quot;-1&quot;&gt;&lt;linesCount val=&quot;1&quot;/&gt;&lt;lineCharCount val=&quot;7&quot;/&gt;&lt;/TableIndex&gt;&lt;/ShapeTextInfo&gt;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B21DF838-AB4E-4901-BAF2-89474F253C1A}_14.png&quot;/&gt;&lt;left val=&quot;345&quot;/&gt;&lt;top val=&quot;215&quot;/&gt;&lt;width val=&quot;159&quot;/&gt;&lt;height val=&quot;45&quot;/&gt;&lt;hasText val=&quot;1&quot;/&gt;&lt;/Image&gt;&lt;/ThreeDShapeInfo&gt;"/>
  <p:tag name="PRESENTER_SHAPETEXTINFO" val="&lt;ShapeTextInfo&gt;&lt;TableIndex row=&quot;-1&quot; col=&quot;-1&quot;&gt;&lt;linesCount val=&quot;1&quot;/&gt;&lt;lineCharCount val=&quot;7&quot;/&gt;&lt;/TableIndex&gt;&lt;/ShapeTextInfo&gt;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651BDBC4-FFD7-4869-8B1B-2AA9554D9A8B}_14.png&quot;/&gt;&lt;left val=&quot;345&quot;/&gt;&lt;top val=&quot;273&quot;/&gt;&lt;width val=&quot;159&quot;/&gt;&lt;height val=&quot;45&quot;/&gt;&lt;hasText val=&quot;1&quot;/&gt;&lt;/Image&gt;&lt;/ThreeDShapeInfo&gt;"/>
  <p:tag name="PRESENTER_SHAPETEXTINFO" val="&lt;ShapeTextInfo&gt;&lt;TableIndex row=&quot;-1&quot; col=&quot;-1&quot;&gt;&lt;linesCount val=&quot;1&quot;/&gt;&lt;lineCharCount val=&quot;6&quot;/&gt;&lt;/TableIndex&gt;&lt;/ShapeTextInfo&gt;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BA0D8476-8A72-4DE8-A5BB-A6C33E344BBF}_14.png&quot;/&gt;&lt;left val=&quot;466&quot;/&gt;&lt;top val=&quot;215&quot;/&gt;&lt;width val=&quot;159&quot;/&gt;&lt;height val=&quot;45&quot;/&gt;&lt;hasText val=&quot;1&quot;/&gt;&lt;/Image&gt;&lt;/ThreeDShapeInfo&gt;"/>
  <p:tag name="PRESENTER_SHAPETEXTINFO" val="&lt;ShapeTextInfo&gt;&lt;TableIndex row=&quot;-1&quot; col=&quot;-1&quot;&gt;&lt;linesCount val=&quot;1&quot;/&gt;&lt;lineCharCount val=&quot;7&quot;/&gt;&lt;/TableIndex&gt;&lt;/ShapeTextInfo&gt;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6321AC3E-2D6A-4BD9-9E5B-F97BDE9F021B}_14.png&quot;/&gt;&lt;left val=&quot;466&quot;/&gt;&lt;top val=&quot;273&quot;/&gt;&lt;width val=&quot;159&quot;/&gt;&lt;height val=&quot;45&quot;/&gt;&lt;hasText val=&quot;1&quot;/&gt;&lt;/Image&gt;&lt;/ThreeDShapeInfo&gt;"/>
  <p:tag name="PRESENTER_SHAPETEXTINFO" val="&lt;ShapeTextInfo&gt;&lt;TableIndex row=&quot;-1&quot; col=&quot;-1&quot;&gt;&lt;linesCount val=&quot;1&quot;/&gt;&lt;lineCharCount val=&quot;7&quot;/&gt;&lt;/TableIndex&gt;&lt;/ShapeTextInfo&gt;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493DB05A-AAE1-4687-AD53-59BE41D62B5B}&quot;/&gt;&lt;isInvalidForFieldText val=&quot;0&quot;/&gt;&lt;Image&gt;&lt;filename val=&quot;C:\Users\sanmi\Documents\My Adobe Presentations\ece552-ConsistencySIMD\data\asimages\{493DB05A-AAE1-4687-AD53-59BE41D62B5B}.png&quot;/&gt;&lt;left val=&quot;250&quot;/&gt;&lt;top val=&quot;407&quot;/&gt;&lt;width val=&quot;218&quot;/&gt;&lt;height val=&quot;120&quot;/&gt;&lt;hasText val=&quot;1&quot;/&gt;&lt;/Image&gt;&lt;/ThreeDShapeInfo&gt;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BA718D79-62D2-4EF0-91D7-56DAB97358E0}_14.png&quot;/&gt;&lt;left val=&quot;29&quot;/&gt;&lt;top val=&quot;456&quot;/&gt;&lt;width val=&quot;267&quot;/&gt;&lt;height val=&quot;60&quot;/&gt;&lt;hasText val=&quot;1&quot;/&gt;&lt;/Image&gt;&lt;/ThreeDShapeInfo&gt;"/>
  <p:tag name="PRESENTER_SHAPETEXTINFO" val="&lt;ShapeTextInfo&gt;&lt;TableIndex row=&quot;-1&quot; col=&quot;-1&quot;&gt;&lt;linesCount val=&quot;2&quot;/&gt;&lt;lineCharCount val=&quot;35&quot;/&gt;&lt;lineCharCount val=&quot;28&quot;/&gt;&lt;/TableIndex&gt;&lt;/ShapeTextInfo&gt;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C6E5DAF6-CC26-498F-AE1D-A173320C0B6B}_14.png&quot;/&gt;&lt;left val=&quot;31&quot;/&gt;&lt;top val=&quot;322&quot;/&gt;&lt;width val=&quot;671&quot;/&gt;&lt;height val=&quot;205&quot;/&gt;&lt;hasText val=&quot;1&quot;/&gt;&lt;/Image&gt;&lt;/ThreeDShapeInfo&gt;"/>
  <p:tag name="PRESENTER_SHAPETEXTINFO" val="&lt;ShapeTextInfo&gt;&lt;TableIndex row=&quot;-1&quot; col=&quot;-1&quot;&gt;&lt;linesCount val=&quot;9&quot;/&gt;&lt;lineCharCount val=&quot;52&quot;/&gt;&lt;lineCharCount val=&quot;54&quot;/&gt;&lt;lineCharCount val=&quot;57&quot;/&gt;&lt;lineCharCount val=&quot;59&quot;/&gt;&lt;lineCharCount val=&quot;18&quot;/&gt;&lt;lineCharCount val=&quot;1&quot;/&gt;&lt;lineCharCount val=&quot;1&quot;/&gt;&lt;lineCharCount val=&quot;1&quot;/&gt;&lt;lineCharCount val=&quot;1&quot;/&gt;&lt;/TableIndex&gt;&lt;/ShapeTextInfo&gt;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21612F29-DBBD-42DF-ACEF-6C12A1AF3A07}_14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DC95CCB3-7BD2-4220-AA0E-126559F90605}_14.png&quot;/&gt;&lt;left val=&quot;41&quot;/&gt;&lt;top val=&quot;210&quot;/&gt;&lt;width val=&quot;655&quot;/&gt;&lt;height val=&quot;137&quot;/&gt;&lt;hasText val=&quot;1&quot;/&gt;&lt;/Image&gt;&lt;/ThreeDShapeInfo&gt;"/>
  <p:tag name="PRESENTER_SHAPETEXTINFO" val="&lt;ShapeTextInfo&gt;&lt;TableIndex row=&quot;-1&quot; col=&quot;-1&quot;&gt;&lt;linesCount val=&quot;9&quot;/&gt;&lt;lineCharCount val=&quot;53&quot;/&gt;&lt;lineCharCount val=&quot;57&quot;/&gt;&lt;lineCharCount val=&quot;25&quot;/&gt;&lt;lineCharCount val=&quot;41&quot;/&gt;&lt;lineCharCount val=&quot;1&quot;/&gt;&lt;lineCharCount val=&quot;1&quot;/&gt;&lt;lineCharCount val=&quot;1&quot;/&gt;&lt;lineCharCount val=&quot;1&quot;/&gt;&lt;lineCharCount val=&quot;1&quot;/&gt;&lt;/TableIndex&gt;&lt;/ShapeTextInfo&gt;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5.PNG&quot;/&gt;"/>
  <p:tag name="PPSNARRATION" val="15,1483304229,C:\Users\sanmi\GoogleDrive\UWMdrive\Courses\ECE552\ece552-lec19_ConsistencySIMD_pptx\Media.ppcx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8F8B3AAA-3A1F-480F-8D38-91DD58B10472}_15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F0E0A6C2-477F-4DED-8D90-C5FD511B53E2}_15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0E1CFCBE-F42A-4DBC-B15C-DC984AEF6F41}_15.png&quot;/&gt;&lt;left val=&quot;31&quot;/&gt;&lt;top val=&quot;105&quot;/&gt;&lt;width val=&quot;680&quot;/&gt;&lt;height val=&quot;160&quot;/&gt;&lt;hasText val=&quot;1&quot;/&gt;&lt;/Image&gt;&lt;/ThreeDShapeInfo&gt;"/>
  <p:tag name="PRESENTER_SHAPETEXTINFO" val="&lt;ShapeTextInfo&gt;&lt;TableIndex row=&quot;-1&quot; col=&quot;-1&quot;&gt;&lt;linesCount val=&quot;4&quot;/&gt;&lt;lineCharCount val=&quot;56&quot;/&gt;&lt;lineCharCount val=&quot;52&quot;/&gt;&lt;lineCharCount val=&quot;55&quot;/&gt;&lt;lineCharCount val=&quot;45&quot;/&gt;&lt;/TableIndex&gt;&lt;/ShapeTextInfo&gt;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DC7B7288-4D63-460F-AA36-F12A1DA85785}_15.png&quot;/&gt;&lt;left val=&quot;53&quot;/&gt;&lt;top val=&quot;270&quot;/&gt;&lt;width val=&quot;524&quot;/&gt;&lt;height val=&quot;234&quot;/&gt;&lt;hasText val=&quot;1&quot;/&gt;&lt;/Image&gt;&lt;/ThreeDShapeInfo&gt;"/>
  <p:tag name="PRESENTER_SHAPETEXTINFO" val="&lt;ShapeTextInfo&gt;&lt;TableIndex row=&quot;-1&quot; col=&quot;-1&quot;&gt;&lt;linesCount val=&quot;5&quot;/&gt;&lt;lineCharCount val=&quot;23&quot;/&gt;&lt;lineCharCount val=&quot;1&quot;/&gt;&lt;lineCharCount val=&quot;8&quot;/&gt;&lt;lineCharCount val=&quot;4&quot;/&gt;&lt;lineCharCount val=&quot;7&quot;/&gt;&lt;/TableIndex&gt;&lt;/ShapeTextInfo&gt;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46E4367B-382D-4756-AF80-30D65D2BD31E}_15.png&quot;/&gt;&lt;left val=&quot;202&quot;/&gt;&lt;top val=&quot;362&quot;/&gt;&lt;width val=&quot;321&quot;/&gt;&lt;height val=&quot;60&quot;/&gt;&lt;hasText val=&quot;1&quot;/&gt;&lt;/Image&gt;&lt;/ThreeDShapeInfo&gt;"/>
  <p:tag name="PRESENTER_SHAPETEXTINFO" val="&lt;ShapeTextInfo&gt;&lt;TableIndex row=&quot;-1&quot; col=&quot;-1&quot;&gt;&lt;linesCount val=&quot;2&quot;/&gt;&lt;lineCharCount val=&quot;36&quot;/&gt;&lt;lineCharCount val=&quot;32&quot;/&gt;&lt;/TableIndex&gt;&lt;/ShapeTextInfo&gt;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6.PNG&quot;/&gt;"/>
  <p:tag name="PPSNARRATION" val="16,1483304229,C:\Users\sanmi\GoogleDrive\UWMdrive\Courses\ECE552\ece552-lec19_ConsistencySIMD_pptx\Media.ppcx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502884A1-7165-4E05-B092-C310EFF9D11E}_16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0&quot;/&gt;&lt;/TableIndex&gt;&lt;/ShapeTextInfo&gt;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13D28829-B49F-4A21-8F34-C03987B29122}_16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8267ACFF-1172-4C2F-961E-96522A2161CF}_16.png&quot;/&gt;&lt;left val=&quot;29&quot;/&gt;&lt;top val=&quot;105&quot;/&gt;&lt;width val=&quot;679&quot;/&gt;&lt;height val=&quot;106&quot;/&gt;&lt;hasText val=&quot;1&quot;/&gt;&lt;/Image&gt;&lt;/ThreeDShapeInfo&gt;"/>
  <p:tag name="PRESENTER_SHAPETEXTINFO" val="&lt;ShapeTextInfo&gt;&lt;TableIndex row=&quot;-1&quot; col=&quot;-1&quot;&gt;&lt;linesCount val=&quot;2&quot;/&gt;&lt;lineCharCount val=&quot;36&quot;/&gt;&lt;lineCharCount val=&quot;2&quot;/&gt;&lt;/TableIndex&gt;&lt;/ShapeTextInfo&gt;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DFE2659E-7C9D-45A0-A841-7B6A0B270D9B}_16.png&quot;/&gt;&lt;left val=&quot;395&quot;/&gt;&lt;top val=&quot;303&quot;/&gt;&lt;width val=&quot;181&quot;/&gt;&lt;height val=&quot;133&quot;/&gt;&lt;hasText val=&quot;1&quot;/&gt;&lt;/Image&gt;&lt;/ThreeDShapeInfo&gt;"/>
  <p:tag name="PRESENTER_SHAPETEXTINFO" val="&lt;ShapeTextInfo&gt;&lt;TableIndex row=&quot;-1&quot; col=&quot;-1&quot;&gt;&lt;linesCount val=&quot;3&quot;/&gt;&lt;lineCharCount val=&quot;6&quot;/&gt;&lt;lineCharCount val=&quot;8&quot;/&gt;&lt;lineCharCount val=&quot;7&quot;/&gt;&lt;/TableIndex&gt;&lt;/ShapeTextInfo&gt;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E325D479-DB53-46E2-A344-380B09728698}_16.png&quot;/&gt;&lt;left val=&quot;184&quot;/&gt;&lt;top val=&quot;187&quot;/&gt;&lt;width val=&quot;485&quot;/&gt;&lt;height val=&quot;108&quot;/&gt;&lt;hasText val=&quot;1&quot;/&gt;&lt;/Image&gt;&lt;/ThreeDShapeInfo&gt;"/>
  <p:tag name="PRESENTER_SHAPETEXTINFO" val="&lt;ShapeTextInfo&gt;&lt;TableIndex row=&quot;-1&quot; col=&quot;-1&quot;&gt;&lt;linesCount val=&quot;3&quot;/&gt;&lt;lineCharCount val=&quot;8&quot;/&gt;&lt;lineCharCount val=&quot;14&quot;/&gt;&lt;lineCharCount val=&quot;33&quot;/&gt;&lt;/TableIndex&gt;&lt;/ShapeTextInfo&gt;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0FF3776D-AA4B-4452-BA00-0B593A81F3EA}_16.png&quot;/&gt;&lt;left val=&quot;452&quot;/&gt;&lt;top val=&quot;177&quot;/&gt;&lt;width val=&quot;203&quot;/&gt;&lt;height val=&quot;47&quot;/&gt;&lt;hasText val=&quot;1&quot;/&gt;&lt;/Image&gt;&lt;/ThreeDShapeInfo&gt;"/>
  <p:tag name="PRESENTER_SHAPETEXTINFO" val="&lt;ShapeTextInfo&gt;&lt;TableIndex row=&quot;-1&quot; col=&quot;-1&quot;&gt;&lt;linesCount val=&quot;1&quot;/&gt;&lt;lineCharCount val=&quot;21&quot;/&gt;&lt;/TableIndex&gt;&lt;/ShapeTextInfo&gt;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BF0A03D3-934A-486F-B79F-93946DB412E9}_16.png&quot;/&gt;&lt;left val=&quot;184&quot;/&gt;&lt;top val=&quot;303&quot;/&gt;&lt;width val=&quot;248&quot;/&gt;&lt;height val=&quot;189&quot;/&gt;&lt;hasText val=&quot;1&quot;/&gt;&lt;/Image&gt;&lt;/ThreeDShapeInfo&gt;"/>
  <p:tag name="PRESENTER_SHAPETEXTINFO" val="&lt;ShapeTextInfo&gt;&lt;TableIndex row=&quot;-1&quot; col=&quot;-1&quot;&gt;&lt;linesCount val=&quot;5&quot;/&gt;&lt;lineCharCount val=&quot;6&quot;/&gt;&lt;lineCharCount val=&quot;8&quot;/&gt;&lt;lineCharCount val=&quot;8&quot;/&gt;&lt;lineCharCount val=&quot;11&quot;/&gt;&lt;lineCharCount val=&quot;11&quot;/&gt;&lt;/TableIndex&gt;&lt;/ShapeTextInfo&gt;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7.PNG&quot;/&gt;"/>
  <p:tag name="PPSNARRATION" val="17,1483304229,C:\Users\sanmi\GoogleDrive\UWMdrive\Courses\ECE552\ece552-lec19_ConsistencySIMD_pptx\Media.ppcx"/>
  <p:tag name="TIMING" val="|50.8|16.8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B4BE1D6F-ED1A-4AEE-A3C5-46FBDE18D9C0}_17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6&quot;/&gt;&lt;/TableIndex&gt;&lt;/ShapeTextInfo&gt;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AA2D826D-7337-458F-8A2A-C4B807BA7E87}_17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7067C4BC-2548-40DB-8794-47A1CB5198D1}_17.png&quot;/&gt;&lt;left val=&quot;31&quot;/&gt;&lt;top val=&quot;105&quot;/&gt;&lt;width val=&quot;689&quot;/&gt;&lt;height val=&quot;194&quot;/&gt;&lt;hasText val=&quot;1&quot;/&gt;&lt;/Image&gt;&lt;/ThreeDShapeInfo&gt;"/>
  <p:tag name="PRESENTER_SHAPETEXTINFO" val="&lt;ShapeTextInfo&gt;&lt;TableIndex row=&quot;-1&quot; col=&quot;-1&quot;&gt;&lt;linesCount val=&quot;5&quot;/&gt;&lt;lineCharCount val=&quot;56&quot;/&gt;&lt;lineCharCount val=&quot;55&quot;/&gt;&lt;lineCharCount val=&quot;59&quot;/&gt;&lt;lineCharCount val=&quot;53&quot;/&gt;&lt;lineCharCount val=&quot;53&quot;/&gt;&lt;/TableIndex&gt;&lt;/ShapeTextInfo&gt;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3A4F45B4-8212-4FC7-9955-3F5AA32DD13F}_17.png&quot;/&gt;&lt;left val=&quot;87&quot;/&gt;&lt;top val=&quot;308&quot;/&gt;&lt;width val=&quot;546&quot;/&gt;&lt;height val=&quot;112&quot;/&gt;&lt;hasText val=&quot;1&quot;/&gt;&lt;/Image&gt;&lt;/ThreeDShapeInfo&gt;"/>
  <p:tag name="PRESENTER_SHAPETEXTINFO" val="&lt;ShapeTextInfo&gt;&lt;TableIndex row=&quot;1&quot; col=&quot;1&quot;&gt;&lt;linesCount val=&quot;1&quot;/&gt;&lt;lineCharCount val=&quot;12&quot;/&gt;&lt;/TableIndex&gt;&lt;TableIndex row=&quot;1&quot; col=&quot;2&quot;&gt;&lt;linesCount val=&quot;1&quot;/&gt;&lt;lineCharCount val=&quot;1&quot;/&gt;&lt;/TableIndex&gt;&lt;TableIndex row=&quot;1&quot; col=&quot;3&quot;&gt;&lt;linesCount val=&quot;1&quot;/&gt;&lt;lineCharCount val=&quot;1&quot;/&gt;&lt;/TableIndex&gt;&lt;TableIndex row=&quot;1&quot; col=&quot;4&quot;&gt;&lt;linesCount val=&quot;1&quot;/&gt;&lt;lineCharCount val=&quot;1&quot;/&gt;&lt;/TableIndex&gt;&lt;TableIndex row=&quot;1&quot; col=&quot;5&quot;&gt;&lt;linesCount val=&quot;1&quot;/&gt;&lt;lineCharCount val=&quot;1&quot;/&gt;&lt;/TableIndex&gt;&lt;TableIndex row=&quot;1&quot; col=&quot;6&quot;&gt;&lt;linesCount val=&quot;1&quot;/&gt;&lt;lineCharCount val=&quot;1&quot;/&gt;&lt;/TableIndex&gt;&lt;TableIndex row=&quot;1&quot; col=&quot;7&quot;&gt;&lt;linesCount val=&quot;1&quot;/&gt;&lt;lineCharCount val=&quot;1&quot;/&gt;&lt;/TableIndex&gt;&lt;TableIndex row=&quot;1&quot; col=&quot;8&quot;&gt;&lt;linesCount val=&quot;1&quot;/&gt;&lt;lineCharCount val=&quot;1&quot;/&gt;&lt;/TableIndex&gt;&lt;TableIndex row=&quot;1&quot; col=&quot;9&quot;&gt;&lt;linesCount val=&quot;1&quot;/&gt;&lt;lineCharCount val=&quot;1&quot;/&gt;&lt;/TableIndex&gt;&lt;TableIndex row=&quot;1&quot; col=&quot;10&quot;&gt;&lt;linesCount val=&quot;1&quot;/&gt;&lt;lineCharCount val=&quot;1&quot;/&gt;&lt;/TableIndex&gt;&lt;TableIndex row=&quot;1&quot; col=&quot;11&quot;&gt;&lt;linesCount val=&quot;1&quot;/&gt;&lt;lineCharCount val=&quot;2&quot;/&gt;&lt;/TableIndex&gt;&lt;TableIndex row=&quot;1&quot; col=&quot;12&quot;&gt;&lt;linesCount val=&quot;1&quot;/&gt;&lt;lineCharCount val=&quot;2&quot;/&gt;&lt;/TableIndex&gt;&lt;TableIndex row=&quot;1&quot; col=&quot;13&quot;&gt;&lt;linesCount val=&quot;1&quot;/&gt;&lt;lineCharCount val=&quot;2&quot;/&gt;&lt;/TableIndex&gt;&lt;TableIndex row=&quot;2&quot; col=&quot;1&quot;&gt;&lt;linesCount val=&quot;1&quot;/&gt;&lt;lineCharCount val=&quot;14&quot;/&gt;&lt;/TableIndex&gt;&lt;TableIndex row=&quot;2&quot; col=&quot;2&quot;&gt;&lt;linesCount val=&quot;1&quot;/&gt;&lt;lineCharCount val=&quot;1&quot;/&gt;&lt;/TableIndex&gt;&lt;TableIndex row=&quot;2&quot; col=&quot;3&quot;&gt;&lt;linesCount val=&quot;1&quot;/&gt;&lt;lineCharCount val=&quot;2&quot;/&gt;&lt;/TableIndex&gt;&lt;TableIndex row=&quot;2&quot; col=&quot;4&quot;&gt;&lt;linesCount val=&quot;1&quot;/&gt;&lt;lineCharCount val=&quot;2&quot;/&gt;&lt;/TableIndex&gt;&lt;TableIndex row=&quot;2&quot; col=&quot;5&quot;&gt;&lt;linesCount val=&quot;1&quot;/&gt;&lt;lineCharCount val=&quot;1&quot;/&gt;&lt;/TableIndex&gt;&lt;TableIndex row=&quot;2&quot; col=&quot;6&quot;&gt;&lt;linesCount val=&quot;1&quot;/&gt;&lt;lineCharCount val=&quot;1&quot;/&gt;&lt;/TableIndex&gt;&lt;TableIndex row=&quot;2&quot; col=&quot;7&quot;&gt;&lt;linesCount val=&quot;1&quot;/&gt;&lt;lineCharCount val=&quot;1&quot;/&gt;&lt;/TableIndex&gt;&lt;TableIndex row=&quot;2&quot; col=&quot;8&quot;&gt;&lt;linesCount val=&quot;1&quot;/&gt;&lt;lineCharCount val=&quot;1&quot;/&gt;&lt;/TableIndex&gt;&lt;TableIndex row=&quot;2&quot; col=&quot;9&quot;&gt;&lt;linesCount val=&quot;1&quot;/&gt;&lt;lineCharCount val=&quot;1&quot;/&gt;&lt;/TableIndex&gt;&lt;TableIndex row=&quot;2&quot; col=&quot;10&quot;&gt;&lt;linesCount val=&quot;1&quot;/&gt;&lt;lineCharCount val=&quot;1&quot;/&gt;&lt;/TableIndex&gt;&lt;TableIndex row=&quot;2&quot; col=&quot;11&quot;&gt;&lt;linesCount val=&quot;1&quot;/&gt;&lt;lineCharCount val=&quot;1&quot;/&gt;&lt;/TableIndex&gt;&lt;TableIndex row=&quot;2&quot; col=&quot;12&quot;&gt;&lt;linesCount val=&quot;0&quot;/&gt;&lt;/TableIndex&gt;&lt;TableIndex row=&quot;2&quot; col=&quot;13&quot;&gt;&lt;linesCount val=&quot;0&quot;/&gt;&lt;/TableIndex&gt;&lt;TableIndex row=&quot;3&quot; col=&quot;1&quot;&gt;&lt;linesCount val=&quot;1&quot;/&gt;&lt;lineCharCount val=&quot;14&quot;/&gt;&lt;/TableIndex&gt;&lt;TableIndex row=&quot;3&quot; col=&quot;2&quot;&gt;&lt;linesCount val=&quot;0&quot;/&gt;&lt;/TableIndex&gt;&lt;TableIndex row=&quot;3&quot; col=&quot;3&quot;&gt;&lt;linesCount val=&quot;1&quot;/&gt;&lt;lineCharCount val=&quot;1&quot;/&gt;&lt;/TableIndex&gt;&lt;TableIndex row=&quot;3&quot; col=&quot;4&quot;&gt;&lt;linesCount val=&quot;1&quot;/&gt;&lt;lineCharCount val=&quot;2&quot;/&gt;&lt;/TableIndex&gt;&lt;TableIndex row=&quot;3&quot; col=&quot;5&quot;&gt;&lt;linesCount val=&quot;1&quot;/&gt;&lt;lineCharCount val=&quot;2&quot;/&gt;&lt;/TableIndex&gt;&lt;TableIndex row=&quot;3&quot; col=&quot;6&quot;&gt;&lt;linesCount val=&quot;1&quot;/&gt;&lt;lineCharCount val=&quot;1&quot;/&gt;&lt;/TableIndex&gt;&lt;TableIndex row=&quot;3&quot; col=&quot;7&quot;&gt;&lt;linesCount val=&quot;1&quot;/&gt;&lt;lineCharCount val=&quot;1&quot;/&gt;&lt;/TableIndex&gt;&lt;TableIndex row=&quot;3&quot; col=&quot;8&quot;&gt;&lt;linesCount val=&quot;1&quot;/&gt;&lt;lineCharCount val=&quot;1&quot;/&gt;&lt;/TableIndex&gt;&lt;TableIndex row=&quot;3&quot; col=&quot;9&quot;&gt;&lt;linesCount val=&quot;1&quot;/&gt;&lt;lineCharCount val=&quot;1&quot;/&gt;&lt;/TableIndex&gt;&lt;TableIndex row=&quot;3&quot; col=&quot;10&quot;&gt;&lt;linesCount val=&quot;1&quot;/&gt;&lt;lineCharCount val=&quot;1&quot;/&gt;&lt;/TableIndex&gt;&lt;TableIndex row=&quot;3&quot; col=&quot;11&quot;&gt;&lt;linesCount val=&quot;1&quot;/&gt;&lt;lineCharCount val=&quot;1&quot;/&gt;&lt;/TableIndex&gt;&lt;TableIndex row=&quot;3&quot; col=&quot;12&quot;&gt;&lt;linesCount val=&quot;1&quot;/&gt;&lt;lineCharCount val=&quot;1&quot;/&gt;&lt;/TableIndex&gt;&lt;TableIndex row=&quot;3&quot; col=&quot;13&quot;&gt;&lt;linesCount val=&quot;0&quot;/&gt;&lt;/TableIndex&gt;&lt;TableIndex row=&quot;4&quot; col=&quot;1&quot;&gt;&lt;linesCount val=&quot;1&quot;/&gt;&lt;lineCharCount val=&quot;17&quot;/&gt;&lt;/TableIndex&gt;&lt;TableIndex row=&quot;4&quot; col=&quot;2&quot;&gt;&lt;linesCount val=&quot;0&quot;/&gt;&lt;/TableIndex&gt;&lt;TableIndex row=&quot;4&quot; col=&quot;3&quot;&gt;&lt;linesCount val=&quot;0&quot;/&gt;&lt;/TableIndex&gt;&lt;TableIndex row=&quot;4&quot; col=&quot;4&quot;&gt;&lt;linesCount val=&quot;1&quot;/&gt;&lt;lineCharCount val=&quot;1&quot;/&gt;&lt;/TableIndex&gt;&lt;TableIndex row=&quot;4&quot; col=&quot;5&quot;&gt;&lt;linesCount val=&quot;1&quot;/&gt;&lt;lineCharCount val=&quot;2&quot;/&gt;&lt;/TableIndex&gt;&lt;TableIndex row=&quot;4&quot; col=&quot;6&quot;&gt;&lt;linesCount val=&quot;1&quot;/&gt;&lt;lineCharCount val=&quot;2&quot;/&gt;&lt;/TableIndex&gt;&lt;TableIndex row=&quot;4&quot; col=&quot;7&quot;&gt;&lt;linesCount val=&quot;1&quot;/&gt;&lt;lineCharCount val=&quot;1&quot;/&gt;&lt;/TableIndex&gt;&lt;TableIndex row=&quot;4&quot; col=&quot;8&quot;&gt;&lt;linesCount val=&quot;1&quot;/&gt;&lt;lineCharCount val=&quot;1&quot;/&gt;&lt;/TableIndex&gt;&lt;TableIndex row=&quot;4&quot; col=&quot;9&quot;&gt;&lt;linesCount val=&quot;1&quot;/&gt;&lt;lineCharCount val=&quot;1&quot;/&gt;&lt;/TableIndex&gt;&lt;TableIndex row=&quot;4&quot; col=&quot;10&quot;&gt;&lt;linesCount val=&quot;1&quot;/&gt;&lt;lineCharCount val=&quot;1&quot;/&gt;&lt;/TableIndex&gt;&lt;TableIndex row=&quot;4&quot; col=&quot;11&quot;&gt;&lt;linesCount val=&quot;1&quot;/&gt;&lt;lineCharCount val=&quot;1&quot;/&gt;&lt;/TableIndex&gt;&lt;TableIndex row=&quot;4&quot; col=&quot;12&quot;&gt;&lt;linesCount val=&quot;1&quot;/&gt;&lt;lineCharCount val=&quot;1&quot;/&gt;&lt;/TableIndex&gt;&lt;TableIndex row=&quot;4&quot; col=&quot;13&quot;&gt;&lt;linesCount val=&quot;1&quot;/&gt;&lt;lineCharCount val=&quot;1&quot;/&gt;&lt;/TableIndex&gt;&lt;/ShapeTextInfo&gt;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10AFE7E0-6805-4A83-A557-CC65767944B1}_17.png&quot;/&gt;&lt;left val=&quot;311&quot;/&gt;&lt;top val=&quot;405&quot;/&gt;&lt;width val=&quot;180&quot;/&gt;&lt;height val=&quot;45&quot;/&gt;&lt;hasText val=&quot;1&quot;/&gt;&lt;/Image&gt;&lt;/ThreeDShapeInfo&gt;"/>
  <p:tag name="PRESENTER_SHAPETEXTINFO" val="&lt;ShapeTextInfo&gt;&lt;TableIndex row=&quot;-1&quot; col=&quot;-1&quot;&gt;&lt;linesCount val=&quot;1&quot;/&gt;&lt;lineCharCount val=&quot;23&quot;/&gt;&lt;/TableIndex&gt;&lt;/ShapeTextInfo&gt;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B0550E65-5025-44B3-BFE8-2EB81C30538B}_17.png&quot;/&gt;&lt;left val=&quot;386&quot;/&gt;&lt;top val=&quot;276&quot;/&gt;&lt;width val=&quot;180&quot;/&gt;&lt;height val=&quot;45&quot;/&gt;&lt;hasText val=&quot;1&quot;/&gt;&lt;/Image&gt;&lt;/ThreeDShapeInfo&gt;"/>
  <p:tag name="PRESENTER_SHAPETEXTINFO" val="&lt;ShapeTextInfo&gt;&lt;TableIndex row=&quot;-1&quot; col=&quot;-1&quot;&gt;&lt;linesCount val=&quot;1&quot;/&gt;&lt;lineCharCount val=&quot;23&quot;/&gt;&lt;/TableIndex&gt;&lt;/ShapeTextInfo&gt;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A810BAA5-38DD-4537-8A04-774C4EE64EF1}_17.png&quot;/&gt;&lt;left val=&quot;485&quot;/&gt;&lt;top val=&quot;405&quot;/&gt;&lt;width val=&quot;180&quot;/&gt;&lt;height val=&quot;45&quot;/&gt;&lt;hasText val=&quot;1&quot;/&gt;&lt;/Image&gt;&lt;/ThreeDShapeInfo&gt;"/>
  <p:tag name="PRESENTER_SHAPETEXTINFO" val="&lt;ShapeTextInfo&gt;&lt;TableIndex row=&quot;-1&quot; col=&quot;-1&quot;&gt;&lt;linesCount val=&quot;1&quot;/&gt;&lt;lineCharCount val=&quot;22&quot;/&gt;&lt;/TableIndex&gt;&lt;/ShapeTextInfo&gt;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8.PNG&quot;/&gt;"/>
  <p:tag name="PPSNARRATION" val="18,1483304229,C:\Users\sanmi\GoogleDrive\UWMdrive\Courses\ECE552\ece552-lec19_ConsistencySIMD_pptx\Media.ppcx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F650F26B-B0D6-4057-B6DD-31A888E3D27E}_18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0&quot;/&gt;&lt;/TableIndex&gt;&lt;/ShapeTextInfo&gt;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9FF34E86-9480-4142-B812-FB7F93FA668E}_18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FE3193C2-5C33-4A91-B538-857B3F4FB7DB}_18.png&quot;/&gt;&lt;left val=&quot;29&quot;/&gt;&lt;top val=&quot;105&quot;/&gt;&lt;width val=&quot;679&quot;/&gt;&lt;height val=&quot;106&quot;/&gt;&lt;hasText val=&quot;1&quot;/&gt;&lt;/Image&gt;&lt;/ThreeDShapeInfo&gt;"/>
  <p:tag name="PRESENTER_SHAPETEXTINFO" val="&lt;ShapeTextInfo&gt;&lt;TableIndex row=&quot;-1&quot; col=&quot;-1&quot;&gt;&lt;linesCount val=&quot;2&quot;/&gt;&lt;lineCharCount val=&quot;33&quot;/&gt;&lt;lineCharCount val=&quot;2&quot;/&gt;&lt;/TableIndex&gt;&lt;/ShapeTextInfo&gt;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109C3E6A-71F6-4B90-AB2B-AC3D44D1D06E}_18.png&quot;/&gt;&lt;left val=&quot;347&quot;/&gt;&lt;top val=&quot;309&quot;/&gt;&lt;width val=&quot;257&quot;/&gt;&lt;height val=&quot;166&quot;/&gt;&lt;hasText val=&quot;1&quot;/&gt;&lt;/Image&gt;&lt;/ThreeDShapeInfo&gt;"/>
  <p:tag name="PRESENTER_SHAPETEXTINFO" val="&lt;ShapeTextInfo&gt;&lt;TableIndex row=&quot;-1&quot; col=&quot;-1&quot;&gt;&lt;linesCount val=&quot;5&quot;/&gt;&lt;lineCharCount val=&quot;6&quot;/&gt;&lt;lineCharCount val=&quot;14&quot;/&gt;&lt;lineCharCount val=&quot;12&quot;/&gt;&lt;lineCharCount val=&quot;20&quot;/&gt;&lt;lineCharCount val=&quot;1&quot;/&gt;&lt;/TableIndex&gt;&lt;/ShapeTextInfo&gt;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A8292808-A16B-4156-B855-1ED2CF273442}_18.png&quot;/&gt;&lt;left val=&quot;136&quot;/&gt;&lt;top val=&quot;309&quot;/&gt;&lt;width val=&quot;248&quot;/&gt;&lt;height val=&quot;122&quot;/&gt;&lt;hasText val=&quot;1&quot;/&gt;&lt;/Image&gt;&lt;/ThreeDShapeInfo&gt;"/>
  <p:tag name="PRESENTER_SHAPETEXTINFO" val="&lt;ShapeTextInfo&gt;&lt;TableIndex row=&quot;-1&quot; col=&quot;-1&quot;&gt;&lt;linesCount val=&quot;3&quot;/&gt;&lt;lineCharCount val=&quot;6&quot;/&gt;&lt;lineCharCount val=&quot;8&quot;/&gt;&lt;lineCharCount val=&quot;7&quot;/&gt;&lt;/TableIndex&gt;&lt;/ShapeTextInfo&gt;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9BB4B090-5274-4162-83D2-5D9386E9F6F0}_18.png&quot;/&gt;&lt;left val=&quot;136&quot;/&gt;&lt;top val=&quot;227&quot;/&gt;&lt;width val=&quot;248&quot;/&gt;&lt;height val=&quot;83&quot;/&gt;&lt;hasText val=&quot;1&quot;/&gt;&lt;/Image&gt;&lt;/ThreeDShapeInfo&gt;"/>
  <p:tag name="PRESENTER_SHAPETEXTINFO" val="&lt;ShapeTextInfo&gt;&lt;TableIndex row=&quot;-1&quot; col=&quot;-1&quot;&gt;&lt;linesCount val=&quot;2&quot;/&gt;&lt;lineCharCount val=&quot;8&quot;/&gt;&lt;lineCharCount val=&quot;15&quot;/&gt;&lt;/TableIndex&gt;&lt;/ShapeTextInfo&gt;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80A02D4C-B7B9-48BA-9CFF-374F6714DB77}_18.png&quot;/&gt;&lt;left val=&quot;418&quot;/&gt;&lt;top val=&quot;162&quot;/&gt;&lt;width val=&quot;275&quot;/&gt;&lt;height val=&quot;70&quot;/&gt;&lt;hasText val=&quot;1&quot;/&gt;&lt;/Image&gt;&lt;/ThreeDShapeInfo&gt;"/>
  <p:tag name="PRESENTER_SHAPETEXTINFO" val="&lt;ShapeTextInfo&gt;&lt;TableIndex row=&quot;-1&quot; col=&quot;-1&quot;&gt;&lt;linesCount val=&quot;2&quot;/&gt;&lt;lineCharCount val=&quot;23&quot;/&gt;&lt;lineCharCount val=&quot;22&quot;/&gt;&lt;/TableIndex&gt;&lt;/ShapeTextInfo&gt;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612F6135-5D8B-4232-BA16-76E8189A8279}_18.png&quot;/&gt;&lt;left val=&quot;553&quot;/&gt;&lt;top val=&quot;359&quot;/&gt;&lt;width val=&quot;155&quot;/&gt;&lt;height val=&quot;45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979E08C8-09DF-4CD8-B1AB-AB0DA19A0396}_18.png&quot;/&gt;&lt;left val=&quot;258&quot;/&gt;&lt;top val=&quot;463&quot;/&gt;&lt;width val=&quot;203&quot;/&gt;&lt;height val=&quot;47&quot;/&gt;&lt;hasText val=&quot;1&quot;/&gt;&lt;/Image&gt;&lt;/ThreeDShapeInfo&gt;"/>
  <p:tag name="PRESENTER_SHAPETEXTINFO" val="&lt;ShapeTextInfo&gt;&lt;TableIndex row=&quot;-1&quot; col=&quot;-1&quot;&gt;&lt;linesCount val=&quot;1&quot;/&gt;&lt;lineCharCount val=&quot;21&quot;/&gt;&lt;/TableIndex&gt;&lt;/ShapeTextInfo&gt;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9.PNG&quot;/&gt;"/>
  <p:tag name="PPSNARRATION" val="19,1483304229,C:\Users\sanmi\GoogleDrive\UWMdrive\Courses\ECE552\ece552-lec19_ConsistencySIMD_pptx\Media.ppcx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45D1E02A-774C-4F85-8F52-C753ABF5C00F}_19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2&quot;/&gt;&lt;/TableIndex&gt;&lt;/ShapeTextInfo&gt;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FD1E33D0-3887-42D8-B129-D8C38B71268D}_19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BA2EDAC6-F676-45B8-B759-70E335B4E251}_19.png&quot;/&gt;&lt;left val=&quot;31&quot;/&gt;&lt;top val=&quot;105&quot;/&gt;&lt;width val=&quot;671&quot;/&gt;&lt;height val=&quot;395&quot;/&gt;&lt;hasText val=&quot;1&quot;/&gt;&lt;/Image&gt;&lt;/ThreeDShapeInfo&gt;"/>
  <p:tag name="PRESENTER_SHAPETEXTINFO" val="&lt;ShapeTextInfo&gt;&lt;TableIndex row=&quot;-1&quot; col=&quot;-1&quot;&gt;&lt;linesCount val=&quot;12&quot;/&gt;&lt;lineCharCount val=&quot;54&quot;/&gt;&lt;lineCharCount val=&quot;52&quot;/&gt;&lt;lineCharCount val=&quot;40&quot;/&gt;&lt;lineCharCount val=&quot;1&quot;/&gt;&lt;lineCharCount val=&quot;62&quot;/&gt;&lt;lineCharCount val=&quot;56&quot;/&gt;&lt;lineCharCount val=&quot;1&quot;/&gt;&lt;lineCharCount val=&quot;66&quot;/&gt;&lt;lineCharCount val=&quot;41&quot;/&gt;&lt;lineCharCount val=&quot;1&quot;/&gt;&lt;lineCharCount val=&quot;67&quot;/&gt;&lt;lineCharCount val=&quot;40&quot;/&gt;&lt;/TableIndex&gt;&lt;/ShapeTextInfo&gt;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0.PNG&quot;/&gt;"/>
  <p:tag name="PPSNARRATION" val="20,1483304229,C:\Users\sanmi\GoogleDrive\UWMdrive\Courses\ECE552\ece552-lec19_ConsistencySIMD_pptx\Media.ppcx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BF2ED50A-805E-4087-86C1-CC37A43EFE6B}_20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1&quot;/&gt;&lt;/TableIndex&gt;&lt;/ShapeTextInfo&gt;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CC47420E-720D-4D53-9CDE-AF18DD5CBB6E}_20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58E0F3A5-1754-4E25-8D9E-C0D6EBA37D2A}_20.png&quot;/&gt;&lt;left val=&quot;29&quot;/&gt;&lt;top val=&quot;105&quot;/&gt;&lt;width val=&quot;679&quot;/&gt;&lt;height val=&quot;106&quot;/&gt;&lt;hasText val=&quot;1&quot;/&gt;&lt;/Image&gt;&lt;/ThreeDShapeInfo&gt;"/>
  <p:tag name="PRESENTER_SHAPETEXTINFO" val="&lt;ShapeTextInfo&gt;&lt;TableIndex row=&quot;-1&quot; col=&quot;-1&quot;&gt;&lt;linesCount val=&quot;2&quot;/&gt;&lt;lineCharCount val=&quot;33&quot;/&gt;&lt;lineCharCount val=&quot;2&quot;/&gt;&lt;/TableIndex&gt;&lt;/ShapeTextInfo&gt;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A76592C1-CCD2-432A-8838-CA4C12FE4454}_20.png&quot;/&gt;&lt;left val=&quot;347&quot;/&gt;&lt;top val=&quot;309&quot;/&gt;&lt;width val=&quot;257&quot;/&gt;&lt;height val=&quot;195&quot;/&gt;&lt;hasText val=&quot;1&quot;/&gt;&lt;/Image&gt;&lt;/ThreeDShapeInfo&gt;"/>
  <p:tag name="PRESENTER_SHAPETEXTINFO" val="&lt;ShapeTextInfo&gt;&lt;TableIndex row=&quot;-1&quot; col=&quot;-1&quot;&gt;&lt;linesCount val=&quot;6&quot;/&gt;&lt;lineCharCount val=&quot;6&quot;/&gt;&lt;lineCharCount val=&quot;14&quot;/&gt;&lt;lineCharCount val=&quot;12&quot;/&gt;&lt;lineCharCount val=&quot;12&quot;/&gt;&lt;lineCharCount val=&quot;20&quot;/&gt;&lt;lineCharCount val=&quot;1&quot;/&gt;&lt;/TableIndex&gt;&lt;/ShapeTextInfo&gt;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3789FF37-099D-429C-9BF1-3A058FC57189}_20.png&quot;/&gt;&lt;left val=&quot;136&quot;/&gt;&lt;top val=&quot;309&quot;/&gt;&lt;width val=&quot;248&quot;/&gt;&lt;height val=&quot;137&quot;/&gt;&lt;hasText val=&quot;1&quot;/&gt;&lt;/Image&gt;&lt;/ThreeDShapeInfo&gt;"/>
  <p:tag name="PRESENTER_SHAPETEXTINFO" val="&lt;ShapeTextInfo&gt;&lt;TableIndex row=&quot;-1&quot; col=&quot;-1&quot;&gt;&lt;linesCount val=&quot;4&quot;/&gt;&lt;lineCharCount val=&quot;6&quot;/&gt;&lt;lineCharCount val=&quot;8&quot;/&gt;&lt;lineCharCount val=&quot;8&quot;/&gt;&lt;lineCharCount val=&quot;7&quot;/&gt;&lt;/TableIndex&gt;&lt;/ShapeTextInfo&gt;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20E5544D-E737-4D4E-9DF1-043A457168CA}_20.png&quot;/&gt;&lt;left val=&quot;136&quot;/&gt;&lt;top val=&quot;227&quot;/&gt;&lt;width val=&quot;248&quot;/&gt;&lt;height val=&quot;83&quot;/&gt;&lt;hasText val=&quot;1&quot;/&gt;&lt;/Image&gt;&lt;/ThreeDShapeInfo&gt;"/>
  <p:tag name="PRESENTER_SHAPETEXTINFO" val="&lt;ShapeTextInfo&gt;&lt;TableIndex row=&quot;-1&quot; col=&quot;-1&quot;&gt;&lt;linesCount val=&quot;2&quot;/&gt;&lt;lineCharCount val=&quot;8&quot;/&gt;&lt;lineCharCount val=&quot;15&quot;/&gt;&lt;/TableIndex&gt;&lt;/ShapeTextInfo&gt;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1.PNG&quot;/&gt;"/>
  <p:tag name="PPSNARRATION" val="21,1483304229,C:\Users\sanmi\GoogleDrive\UWMdrive\Courses\ECE552\ece552-lec19_ConsistencySIMD_pptx\Media.ppcx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E3367885-13E6-4D32-83B6-819298A37CD7}_21.png&quot;/&gt;&lt;left val=&quot;26&quot;/&gt;&lt;top val=&quot;21&quot;/&gt;&lt;width val=&quot;606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6&quot;/&gt;&lt;/TableIndex&gt;&lt;/ShapeTextInfo&gt;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610AD568-03F0-4AB8-9830-79D37F632985}_21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7C5BA793-861F-4705-89BC-32EEAD3F39D4}_21.png&quot;/&gt;&lt;left val=&quot;31&quot;/&gt;&lt;top val=&quot;105&quot;/&gt;&lt;width val=&quot;688&quot;/&gt;&lt;height val=&quot;215&quot;/&gt;&lt;hasText val=&quot;1&quot;/&gt;&lt;/Image&gt;&lt;/ThreeDShapeInfo&gt;"/>
  <p:tag name="PRESENTER_SHAPETEXTINFO" val="&lt;ShapeTextInfo&gt;&lt;TableIndex row=&quot;-1&quot; col=&quot;-1&quot;&gt;&lt;linesCount val=&quot;6&quot;/&gt;&lt;lineCharCount val=&quot;52&quot;/&gt;&lt;lineCharCount val=&quot;47&quot;/&gt;&lt;lineCharCount val=&quot;55&quot;/&gt;&lt;lineCharCount val=&quot;43&quot;/&gt;&lt;lineCharCount val=&quot;59&quot;/&gt;&lt;lineCharCount val=&quot;62&quot;/&gt;&lt;/TableIndex&gt;&lt;/ShapeTextInfo&gt;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2.PNG&quot;/&gt;"/>
  <p:tag name="PPSNARRATION" val="22,1483304229,C:\Users\sanmi\GoogleDrive\UWMdrive\Courses\ECE552\ece552-lec19_ConsistencySIMD_pptx\Media.ppcx"/>
  <p:tag name="TIMING" val="|26.6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51249B53-427D-44CE-BB01-DCAC7AF9B44F}_22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0&quot;/&gt;&lt;/TableIndex&gt;&lt;/ShapeTextInfo&gt;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CF81AFE8-D043-421A-9B28-3CE46712BC6A}_22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7567A965-D2F5-470A-963A-879827B039F3}_22.png&quot;/&gt;&lt;left val=&quot;29&quot;/&gt;&lt;top val=&quot;105&quot;/&gt;&lt;width val=&quot;679&quot;/&gt;&lt;height val=&quot;106&quot;/&gt;&lt;hasText val=&quot;1&quot;/&gt;&lt;/Image&gt;&lt;/ThreeDShapeInfo&gt;"/>
  <p:tag name="PRESENTER_SHAPETEXTINFO" val="&lt;ShapeTextInfo&gt;&lt;TableIndex row=&quot;-1&quot; col=&quot;-1&quot;&gt;&lt;linesCount val=&quot;2&quot;/&gt;&lt;lineCharCount val=&quot;36&quot;/&gt;&lt;lineCharCount val=&quot;2&quot;/&gt;&lt;/TableIndex&gt;&lt;/ShapeTextInfo&gt;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6DFC02F0-5306-4515-A7C2-8D0F412BD973}_22.png&quot;/&gt;&lt;left val=&quot;43&quot;/&gt;&lt;top val=&quot;189&quot;/&gt;&lt;width val=&quot;238&quot;/&gt;&lt;height val=&quot;69&quot;/&gt;&lt;hasText val=&quot;1&quot;/&gt;&lt;/Image&gt;&lt;/ThreeDShapeInfo&gt;"/>
  <p:tag name="PRESENTER_SHAPETEXTINFO" val="&lt;ShapeTextInfo&gt;&lt;TableIndex row=&quot;-1&quot; col=&quot;-1&quot;&gt;&lt;linesCount val=&quot;2&quot;/&gt;&lt;lineCharCount val=&quot;8&quot;/&gt;&lt;lineCharCount val=&quot;23&quot;/&gt;&lt;/TableIndex&gt;&lt;/ShapeTextInfo&gt;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2BBF4CC4-7383-499D-98B2-FF439067ABD9}_22.png&quot;/&gt;&lt;left val=&quot;185&quot;/&gt;&lt;top val=&quot;330&quot;/&gt;&lt;width val=&quot;72&quot;/&gt;&lt;height val=&quot;57&quot;/&gt;&lt;hasText val=&quot;1&quot;/&gt;&lt;/Image&gt;&lt;/ThreeDShapeInfo&gt;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55672AF3-D53C-44B4-8D55-63C6F22A9C4F}_22.png&quot;/&gt;&lt;left val=&quot;473&quot;/&gt;&lt;top val=&quot;331&quot;/&gt;&lt;width val=&quot;72&quot;/&gt;&lt;height val=&quot;49&quot;/&gt;&lt;hasText val=&quot;1&quot;/&gt;&lt;/Image&gt;&lt;/ThreeDShapeInfo&gt;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79787CD9-447F-460C-BD2D-5797F982D8DD}_22.png&quot;/&gt;&lt;left val=&quot;185&quot;/&gt;&lt;top val=&quot;436&quot;/&gt;&lt;width val=&quot;72&quot;/&gt;&lt;height val=&quot;49&quot;/&gt;&lt;hasText val=&quot;1&quot;/&gt;&lt;/Image&gt;&lt;/ThreeDShapeInfo&gt;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3A2E914F-8B7E-46BD-B639-D0D495BB2B34}_22.png&quot;/&gt;&lt;left val=&quot;329&quot;/&gt;&lt;top val=&quot;436&quot;/&gt;&lt;width val=&quot;72&quot;/&gt;&lt;height val=&quot;49&quot;/&gt;&lt;hasText val=&quot;1&quot;/&gt;&lt;/Image&gt;&lt;/ThreeDShapeInfo&gt;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711738DD-D930-440A-9C75-FFA5B89FA2BB}_22.png&quot;/&gt;&lt;left val=&quot;473&quot;/&gt;&lt;top val=&quot;437&quot;/&gt;&lt;width val=&quot;72&quot;/&gt;&lt;height val=&quot;57&quot;/&gt;&lt;hasText val=&quot;1&quot;/&gt;&lt;/Image&gt;&lt;/ThreeDShapeInfo&gt;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5EC18B28-AC65-4BEC-BC73-C2F9E6DA84F6}_22.png&quot;/&gt;&lt;left val=&quot;103&quot;/&gt;&lt;top val=&quot;314&quot;/&gt;&lt;width val=&quot;88&quot;/&gt;&lt;height val=&quot;100&quot;/&gt;&lt;hasText val=&quot;1&quot;/&gt;&lt;/Image&gt;&lt;/ThreeDShapeInfo&gt;"/>
  <p:tag name="PRESENTER_SHAPETEXTINFO" val="&lt;ShapeTextInfo&gt;&lt;TableIndex row=&quot;-1&quot; col=&quot;-1&quot;&gt;&lt;linesCount val=&quot;3&quot;/&gt;&lt;lineCharCount val=&quot;6&quot;/&gt;&lt;lineCharCount val=&quot;8&quot;/&gt;&lt;lineCharCount val=&quot;7&quot;/&gt;&lt;/TableIndex&gt;&lt;/ShapeTextInfo&gt;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5617D517-3B41-46A7-AA0C-9F066882D95E}_22.png&quot;/&gt;&lt;left val=&quot;307&quot;/&gt;&lt;top val=&quot;234&quot;/&gt;&lt;width val=&quot;166&quot;/&gt;&lt;height val=&quot;103&quot;/&gt;&lt;hasText val=&quot;1&quot;/&gt;&lt;/Image&gt;&lt;/ThreeDShapeInfo&gt;"/>
  <p:tag name="PRESENTER_SHAPETEXTINFO" val="&lt;ShapeTextInfo&gt;&lt;TableIndex row=&quot;-1&quot; col=&quot;-1&quot;&gt;&lt;linesCount val=&quot;4&quot;/&gt;&lt;lineCharCount val=&quot;6&quot;/&gt;&lt;lineCharCount val=&quot;16&quot;/&gt;&lt;lineCharCount val=&quot;8&quot;/&gt;&lt;lineCharCount val=&quot;7&quot;/&gt;&lt;/TableIndex&gt;&lt;/ShapeTextInfo&gt;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B1DED794-4785-4ECC-B20F-704EEBC79E9C}_22.png&quot;/&gt;&lt;left val=&quot;545&quot;/&gt;&lt;top val=&quot;423&quot;/&gt;&lt;width val=&quot;160&quot;/&gt;&lt;height val=&quot;82&quot;/&gt;&lt;hasText val=&quot;1&quot;/&gt;&lt;/Image&gt;&lt;/ThreeDShapeInfo&gt;"/>
  <p:tag name="PRESENTER_SHAPETEXTINFO" val="&lt;ShapeTextInfo&gt;&lt;TableIndex row=&quot;-1&quot; col=&quot;-1&quot;&gt;&lt;linesCount val=&quot;3&quot;/&gt;&lt;lineCharCount val=&quot;6&quot;/&gt;&lt;lineCharCount val=&quot;16&quot;/&gt;&lt;lineCharCount val=&quot;7&quot;/&gt;&lt;/TableIndex&gt;&lt;/ShapeTextInfo&gt;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AAF9D0DA-41BE-43D9-AD9E-D262171E5176}_22.png&quot;/&gt;&lt;left val=&quot;449&quot;/&gt;&lt;top val=&quot;266&quot;/&gt;&lt;width val=&quot;242&quot;/&gt;&lt;height val=&quot;53&quot;/&gt;&lt;hasText val=&quot;1&quot;/&gt;&lt;/Image&gt;&lt;/ThreeDShapeInfo&gt;"/>
  <p:tag name="PRESENTER_SHAPETEXTINFO" val="&lt;ShapeTextInfo&gt;&lt;TableIndex row=&quot;-1&quot; col=&quot;-1&quot;&gt;&lt;linesCount val=&quot;2&quot;/&gt;&lt;lineCharCount val=&quot;33&quot;/&gt;&lt;lineCharCount val=&quot;31&quot;/&gt;&lt;/TableIndex&gt;&lt;/ShapeTextInfo&gt;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41AFA5D9-64AC-4650-8971-FBB260316A5B}_22.png&quot;/&gt;&lt;left val=&quot;473&quot;/&gt;&lt;top val=&quot;437&quot;/&gt;&lt;width val=&quot;72&quot;/&gt;&lt;height val=&quot;57&quot;/&gt;&lt;hasText val=&quot;1&quot;/&gt;&lt;/Image&gt;&lt;/ThreeDShapeInfo&gt;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51EC77FE-3680-42F2-8632-2E56C97FCE9E}_22.png&quot;/&gt;&lt;left val=&quot;329&quot;/&gt;&lt;top val=&quot;330&quot;/&gt;&lt;width val=&quot;72&quot;/&gt;&lt;height val=&quot;57&quot;/&gt;&lt;hasText val=&quot;1&quot;/&gt;&lt;/Image&gt;&lt;/ThreeDShapeInfo&gt;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CBB8A3B5-E5F5-4FCD-AFED-79AAC3C6FFE3}_22.png&quot;/&gt;&lt;left val=&quot;329&quot;/&gt;&lt;top val=&quot;330&quot;/&gt;&lt;width val=&quot;72&quot;/&gt;&lt;height val=&quot;57&quot;/&gt;&lt;hasText val=&quot;1&quot;/&gt;&lt;/Image&gt;&lt;/ThreeDShapeInfo&gt;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7&quot;/&gt;&lt;/TableIndex&gt;&lt;/ShapeTextInfo&gt;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7&quot;/&gt;&lt;/TableIndex&gt;&lt;/ShapeTextInfo&gt;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7&quot;/&gt;&lt;/TableIndex&gt;&lt;/ShapeTextInfo&gt;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7&quot;/&gt;&lt;/TableIndex&gt;&lt;/ShapeTextInfo&gt;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7&quot;/&gt;&lt;/TableIndex&gt;&lt;/ShapeTextInfo&gt;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3.PNG&quot;/&gt;"/>
  <p:tag name="PPSNARRATION" val="23,1483304229,C:\Users\sanmi\GoogleDrive\UWMdrive\Courses\ECE552\ece552-lec19_ConsistencySIMD_pptx\Media.ppcx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3DC924AE-B018-42C4-AD32-329E77D3FD9A}_23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0&quot;/&gt;&lt;/TableIndex&gt;&lt;/ShapeTextInfo&gt;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6BEF208C-4200-4C8B-B119-6999DE15B8AB}_23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8B61F6A3-7BF1-4317-A37D-19400A699306}_23.png&quot;/&gt;&lt;left val=&quot;29&quot;/&gt;&lt;top val=&quot;105&quot;/&gt;&lt;width val=&quot;679&quot;/&gt;&lt;height val=&quot;106&quot;/&gt;&lt;hasText val=&quot;1&quot;/&gt;&lt;/Image&gt;&lt;/ThreeDShapeInfo&gt;"/>
  <p:tag name="PRESENTER_SHAPETEXTINFO" val="&lt;ShapeTextInfo&gt;&lt;TableIndex row=&quot;-1&quot; col=&quot;-1&quot;&gt;&lt;linesCount val=&quot;2&quot;/&gt;&lt;lineCharCount val=&quot;36&quot;/&gt;&lt;lineCharCount val=&quot;2&quot;/&gt;&lt;/TableIndex&gt;&lt;/ShapeTextInfo&gt;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41856AA1-27DA-41E7-AC75-40B018E122BB}_23.png&quot;/&gt;&lt;left val=&quot;43&quot;/&gt;&lt;top val=&quot;189&quot;/&gt;&lt;width val=&quot;238&quot;/&gt;&lt;height val=&quot;69&quot;/&gt;&lt;hasText val=&quot;1&quot;/&gt;&lt;/Image&gt;&lt;/ThreeDShapeInfo&gt;"/>
  <p:tag name="PRESENTER_SHAPETEXTINFO" val="&lt;ShapeTextInfo&gt;&lt;TableIndex row=&quot;-1&quot; col=&quot;-1&quot;&gt;&lt;linesCount val=&quot;2&quot;/&gt;&lt;lineCharCount val=&quot;8&quot;/&gt;&lt;lineCharCount val=&quot;23&quot;/&gt;&lt;/TableIndex&gt;&lt;/ShapeTextInfo&gt;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72A97298-90CB-49D2-A275-E63A5E178222}_23.png&quot;/&gt;&lt;left val=&quot;185&quot;/&gt;&lt;top val=&quot;330&quot;/&gt;&lt;width val=&quot;72&quot;/&gt;&lt;height val=&quot;57&quot;/&gt;&lt;hasText val=&quot;1&quot;/&gt;&lt;/Image&gt;&lt;/ThreeDShapeInfo&gt;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FC63844D-8564-442F-A2FB-031A5A72FB2E}_23.png&quot;/&gt;&lt;left val=&quot;329&quot;/&gt;&lt;top val=&quot;330&quot;/&gt;&lt;width val=&quot;72&quot;/&gt;&lt;height val=&quot;57&quot;/&gt;&lt;hasText val=&quot;1&quot;/&gt;&lt;/Image&gt;&lt;/ThreeDShapeInfo&gt;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51318469-164C-445D-85B4-575113DF9324}_23.png&quot;/&gt;&lt;left val=&quot;473&quot;/&gt;&lt;top val=&quot;331&quot;/&gt;&lt;width val=&quot;72&quot;/&gt;&lt;height val=&quot;49&quot;/&gt;&lt;hasText val=&quot;1&quot;/&gt;&lt;/Image&gt;&lt;/ThreeDShapeInfo&gt;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012DF358-838F-450B-863B-286F15397DB1}_23.png&quot;/&gt;&lt;left val=&quot;185&quot;/&gt;&lt;top val=&quot;436&quot;/&gt;&lt;width val=&quot;72&quot;/&gt;&lt;height val=&quot;49&quot;/&gt;&lt;hasText val=&quot;1&quot;/&gt;&lt;/Image&gt;&lt;/ThreeDShapeInfo&gt;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6DDD52DC-55C5-413B-BDB1-9024394CD141}_23.png&quot;/&gt;&lt;left val=&quot;329&quot;/&gt;&lt;top val=&quot;436&quot;/&gt;&lt;width val=&quot;72&quot;/&gt;&lt;height val=&quot;49&quot;/&gt;&lt;hasText val=&quot;1&quot;/&gt;&lt;/Image&gt;&lt;/ThreeDShapeInfo&gt;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59C3838A-1763-477A-A681-3ECD550ABECF}_23.png&quot;/&gt;&lt;left val=&quot;473&quot;/&gt;&lt;top val=&quot;437&quot;/&gt;&lt;width val=&quot;72&quot;/&gt;&lt;height val=&quot;57&quot;/&gt;&lt;hasText val=&quot;1&quot;/&gt;&lt;/Image&gt;&lt;/ThreeDShapeInfo&gt;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2F5AF3AF-114E-40DE-A487-32A90DFEF836}_23.png&quot;/&gt;&lt;left val=&quot;103&quot;/&gt;&lt;top val=&quot;314&quot;/&gt;&lt;width val=&quot;88&quot;/&gt;&lt;height val=&quot;100&quot;/&gt;&lt;hasText val=&quot;1&quot;/&gt;&lt;/Image&gt;&lt;/ThreeDShapeInfo&gt;"/>
  <p:tag name="PRESENTER_SHAPETEXTINFO" val="&lt;ShapeTextInfo&gt;&lt;TableIndex row=&quot;-1&quot; col=&quot;-1&quot;&gt;&lt;linesCount val=&quot;3&quot;/&gt;&lt;lineCharCount val=&quot;6&quot;/&gt;&lt;lineCharCount val=&quot;8&quot;/&gt;&lt;lineCharCount val=&quot;7&quot;/&gt;&lt;/TableIndex&gt;&lt;/ShapeTextInfo&gt;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7A4265F6-2C19-4603-A6A1-1261D2F46871}_23.png&quot;/&gt;&lt;left val=&quot;307&quot;/&gt;&lt;top val=&quot;234&quot;/&gt;&lt;width val=&quot;166&quot;/&gt;&lt;height val=&quot;103&quot;/&gt;&lt;hasText val=&quot;1&quot;/&gt;&lt;/Image&gt;&lt;/ThreeDShapeInfo&gt;"/>
  <p:tag name="PRESENTER_SHAPETEXTINFO" val="&lt;ShapeTextInfo&gt;&lt;TableIndex row=&quot;-1&quot; col=&quot;-1&quot;&gt;&lt;linesCount val=&quot;4&quot;/&gt;&lt;lineCharCount val=&quot;6&quot;/&gt;&lt;lineCharCount val=&quot;16&quot;/&gt;&lt;lineCharCount val=&quot;8&quot;/&gt;&lt;lineCharCount val=&quot;7&quot;/&gt;&lt;/TableIndex&gt;&lt;/ShapeTextInfo&gt;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07E194A1-DF46-44AF-A579-AAE00546A766}_23.png&quot;/&gt;&lt;left val=&quot;545&quot;/&gt;&lt;top val=&quot;423&quot;/&gt;&lt;width val=&quot;160&quot;/&gt;&lt;height val=&quot;82&quot;/&gt;&lt;hasText val=&quot;1&quot;/&gt;&lt;/Image&gt;&lt;/ThreeDShapeInfo&gt;"/>
  <p:tag name="PRESENTER_SHAPETEXTINFO" val="&lt;ShapeTextInfo&gt;&lt;TableIndex row=&quot;-1&quot; col=&quot;-1&quot;&gt;&lt;linesCount val=&quot;3&quot;/&gt;&lt;lineCharCount val=&quot;6&quot;/&gt;&lt;lineCharCount val=&quot;16&quot;/&gt;&lt;lineCharCount val=&quot;7&quot;/&gt;&lt;/TableIndex&gt;&lt;/ShapeTextInfo&gt;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42A9B2BB-110D-4612-8540-C692747FCEEA}_23.png&quot;/&gt;&lt;left val=&quot;452&quot;/&gt;&lt;top val=&quot;184&quot;/&gt;&lt;width val=&quot;203&quot;/&gt;&lt;height val=&quot;47&quot;/&gt;&lt;hasText val=&quot;1&quot;/&gt;&lt;/Image&gt;&lt;/ThreeDShapeInfo&gt;"/>
  <p:tag name="PRESENTER_SHAPETEXTINFO" val="&lt;ShapeTextInfo&gt;&lt;TableIndex row=&quot;-1&quot; col=&quot;-1&quot;&gt;&lt;linesCount val=&quot;1&quot;/&gt;&lt;lineCharCount val=&quot;21&quot;/&gt;&lt;/TableIndex&gt;&lt;/ShapeTextInfo&gt;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7&quot;/&gt;&lt;/TableIndex&gt;&lt;/ShapeTextInfo&gt;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7&quot;/&gt;&lt;/TableIndex&gt;&lt;/ShapeTextInfo&gt;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7&quot;/&gt;&lt;/TableIndex&gt;&lt;/ShapeTextInfo&gt;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4.PNG&quot;/&gt;"/>
  <p:tag name="PPSNARRATION" val="24,1483304229,C:\Users\sanmi\GoogleDrive\UWMdrive\Courses\ECE552\ece552-lec19_ConsistencySIMD_pptx\Media.ppcx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2D61DB7B-94A3-4845-9FE1-682A98A171E4}_24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6&quot;/&gt;&lt;/TableIndex&gt;&lt;/ShapeTextInfo&gt;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492BA673-40EB-4A48-8ABB-4135834352A1}_24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BD7F067B-7C80-4DF6-A973-6C46CB7C6800}_24.png&quot;/&gt;&lt;left val=&quot;27&quot;/&gt;&lt;top val=&quot;107&quot;/&gt;&lt;width val=&quot;681&quot;/&gt;&lt;height val=&quot;401&quot;/&gt;&lt;hasText val=&quot;1&quot;/&gt;&lt;/Image&gt;&lt;/ThreeDShapeInfo&gt;"/>
  <p:tag name="PRESENTER_SHAPETEXTINFO" val="&lt;ShapeTextInfo&gt;&lt;TableIndex row=&quot;-1&quot; col=&quot;-1&quot;&gt;&lt;linesCount val=&quot;11&quot;/&gt;&lt;lineCharCount val=&quot;65&quot;/&gt;&lt;lineCharCount val=&quot;6&quot;/&gt;&lt;lineCharCount val=&quot;1&quot;/&gt;&lt;lineCharCount val=&quot;40&quot;/&gt;&lt;lineCharCount val=&quot;47&quot;/&gt;&lt;lineCharCount val=&quot;42&quot;/&gt;&lt;lineCharCount val=&quot;54&quot;/&gt;&lt;lineCharCount val=&quot;42&quot;/&gt;&lt;lineCharCount val=&quot;53&quot;/&gt;&lt;lineCharCount val=&quot;44&quot;/&gt;&lt;lineCharCount val=&quot;59&quot;/&gt;&lt;/TableIndex&gt;&lt;/ShapeTextInfo&gt;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5.PNG&quot;/&gt;"/>
  <p:tag name="PPSNARRATION" val="25,1483304229,C:\Users\sanmi\GoogleDrive\UWMdrive\Courses\ECE552\ece552-lec19_ConsistencySIMD_pptx\Media.ppcx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D3A1F159-0F90-41E5-84C9-306CBCA55967}_25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4A4D8E8A-B62E-4983-9AD5-2BE9BDC6657A}_25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14F3C78F-E28D-4085-B3BC-98BC11870A87}_25.png&quot;/&gt;&lt;left val=&quot;27&quot;/&gt;&lt;top val=&quot;105&quot;/&gt;&lt;width val=&quot;675&quot;/&gt;&lt;height val=&quot;402&quot;/&gt;&lt;hasText val=&quot;1&quot;/&gt;&lt;/Image&gt;&lt;/ThreeDShapeInfo&gt;"/>
  <p:tag name="PRESENTER_SHAPETEXTINFO" val="&lt;ShapeTextInfo&gt;&lt;TableIndex row=&quot;-1&quot; col=&quot;-1&quot;&gt;&lt;linesCount val=&quot;8&quot;/&gt;&lt;lineCharCount val=&quot;33&quot;/&gt;&lt;lineCharCount val=&quot;1&quot;/&gt;&lt;lineCharCount val=&quot;1&quot;/&gt;&lt;lineCharCount val=&quot;28&quot;/&gt;&lt;lineCharCount val=&quot;1&quot;/&gt;&lt;lineCharCount val=&quot;1&quot;/&gt;&lt;lineCharCount val=&quot;1&quot;/&gt;&lt;lineCharCount val=&quot;24&quot;/&gt;&lt;/TableIndex&gt;&lt;/ShapeTextInfo&gt;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8C1F614B-D6C3-48CF-8FA5-6F45FA9FE8C9}_25.png&quot;/&gt;&lt;left val=&quot;311&quot;/&gt;&lt;top val=&quot;307&quot;/&gt;&lt;width val=&quot;362&quot;/&gt;&lt;height val=&quot;126&quot;/&gt;&lt;hasText val=&quot;1&quot;/&gt;&lt;/Image&gt;&lt;/ThreeDShapeInfo&gt;"/>
  <p:tag name="PRESENTER_SHAPETEXTINFO" val="&lt;ShapeTextInfo&gt;&lt;TableIndex row=&quot;1&quot; col=&quot;1&quot;&gt;&lt;linesCount val=&quot;1&quot;/&gt;&lt;lineCharCount val=&quot;5&quot;/&gt;&lt;/TableIndex&gt;&lt;TableIndex row=&quot;1&quot; col=&quot;2&quot;&gt;&lt;linesCount val=&quot;1&quot;/&gt;&lt;lineCharCount val=&quot;1&quot;/&gt;&lt;/TableIndex&gt;&lt;TableIndex row=&quot;1&quot; col=&quot;3&quot;&gt;&lt;linesCount val=&quot;1&quot;/&gt;&lt;lineCharCount val=&quot;5&quot;/&gt;&lt;/TableIndex&gt;&lt;TableIndex row=&quot;1&quot; col=&quot;4&quot;&gt;&lt;linesCount val=&quot;1&quot;/&gt;&lt;lineCharCount val=&quot;1&quot;/&gt;&lt;/TableIndex&gt;&lt;TableIndex row=&quot;1&quot; col=&quot;5&quot;&gt;&lt;linesCount val=&quot;1&quot;/&gt;&lt;lineCharCount val=&quot;5&quot;/&gt;&lt;/TableIndex&gt;&lt;TableIndex row=&quot;2&quot; col=&quot;1&quot;&gt;&lt;linesCount val=&quot;1&quot;/&gt;&lt;lineCharCount val=&quot;5&quot;/&gt;&lt;/TableIndex&gt;&lt;TableIndex row=&quot;2&quot; col=&quot;2&quot;&gt;&lt;linesCount val=&quot;1&quot;/&gt;&lt;lineCharCount val=&quot;1&quot;/&gt;&lt;/TableIndex&gt;&lt;TableIndex row=&quot;2&quot; col=&quot;3&quot;&gt;&lt;linesCount val=&quot;1&quot;/&gt;&lt;lineCharCount val=&quot;5&quot;/&gt;&lt;/TableIndex&gt;&lt;TableIndex row=&quot;2&quot; col=&quot;4&quot;&gt;&lt;linesCount val=&quot;1&quot;/&gt;&lt;lineCharCount val=&quot;1&quot;/&gt;&lt;/TableIndex&gt;&lt;TableIndex row=&quot;2&quot; col=&quot;5&quot;&gt;&lt;linesCount val=&quot;1&quot;/&gt;&lt;lineCharCount val=&quot;5&quot;/&gt;&lt;/TableIndex&gt;&lt;TableIndex row=&quot;3&quot; col=&quot;1&quot;&gt;&lt;linesCount val=&quot;1&quot;/&gt;&lt;lineCharCount val=&quot;5&quot;/&gt;&lt;/TableIndex&gt;&lt;TableIndex row=&quot;3&quot; col=&quot;2&quot;&gt;&lt;linesCount val=&quot;1&quot;/&gt;&lt;lineCharCount val=&quot;1&quot;/&gt;&lt;/TableIndex&gt;&lt;TableIndex row=&quot;3&quot; col=&quot;3&quot;&gt;&lt;linesCount val=&quot;1&quot;/&gt;&lt;lineCharCount val=&quot;5&quot;/&gt;&lt;/TableIndex&gt;&lt;TableIndex row=&quot;3&quot; col=&quot;4&quot;&gt;&lt;linesCount val=&quot;1&quot;/&gt;&lt;lineCharCount val=&quot;1&quot;/&gt;&lt;/TableIndex&gt;&lt;TableIndex row=&quot;3&quot; col=&quot;5&quot;&gt;&lt;linesCount val=&quot;1&quot;/&gt;&lt;lineCharCount val=&quot;5&quot;/&gt;&lt;/TableIndex&gt;&lt;TableIndex row=&quot;4&quot; col=&quot;1&quot;&gt;&lt;linesCount val=&quot;1&quot;/&gt;&lt;lineCharCount val=&quot;5&quot;/&gt;&lt;/TableIndex&gt;&lt;TableIndex row=&quot;4&quot; col=&quot;2&quot;&gt;&lt;linesCount val=&quot;1&quot;/&gt;&lt;lineCharCount val=&quot;1&quot;/&gt;&lt;/TableIndex&gt;&lt;TableIndex row=&quot;4&quot; col=&quot;3&quot;&gt;&lt;linesCount val=&quot;1&quot;/&gt;&lt;lineCharCount val=&quot;5&quot;/&gt;&lt;/TableIndex&gt;&lt;TableIndex row=&quot;4&quot; col=&quot;4&quot;&gt;&lt;linesCount val=&quot;1&quot;/&gt;&lt;lineCharCount val=&quot;1&quot;/&gt;&lt;/TableIndex&gt;&lt;TableIndex row=&quot;4&quot; col=&quot;5&quot;&gt;&lt;linesCount val=&quot;1&quot;/&gt;&lt;lineCharCount val=&quot;5&quot;/&gt;&lt;/TableIndex&gt;&lt;/ShapeTextInfo&gt;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9788BE18-EA37-4BE8-ABD3-405F836DD79D}_25.png&quot;/&gt;&lt;left val=&quot;311&quot;/&gt;&lt;top val=&quot;207&quot;/&gt;&lt;width val=&quot;362&quot;/&gt;&lt;height val=&quot;51&quot;/&gt;&lt;hasText val=&quot;1&quot;/&gt;&lt;/Image&gt;&lt;/ThreeDShapeInfo&gt;"/>
  <p:tag name="PRESENTER_SHAPETEXTINFO" val="&lt;ShapeTextInfo&gt;&lt;TableIndex row=&quot;1&quot; col=&quot;1&quot;&gt;&lt;linesCount val=&quot;1&quot;/&gt;&lt;lineCharCount val=&quot;2&quot;/&gt;&lt;/TableIndex&gt;&lt;TableIndex row=&quot;1&quot; col=&quot;2&quot;&gt;&lt;linesCount val=&quot;1&quot;/&gt;&lt;lineCharCount val=&quot;1&quot;/&gt;&lt;/TableIndex&gt;&lt;TableIndex row=&quot;1&quot; col=&quot;3&quot;&gt;&lt;linesCount val=&quot;1&quot;/&gt;&lt;lineCharCount val=&quot;2&quot;/&gt;&lt;/TableIndex&gt;&lt;TableIndex row=&quot;1&quot; col=&quot;4&quot;&gt;&lt;linesCount val=&quot;1&quot;/&gt;&lt;lineCharCount val=&quot;1&quot;/&gt;&lt;/TableIndex&gt;&lt;TableIndex row=&quot;1&quot; col=&quot;5&quot;&gt;&lt;linesCount val=&quot;1&quot;/&gt;&lt;lineCharCount val=&quot;2&quot;/&gt;&lt;/TableIndex&gt;&lt;/ShapeTextInfo&gt;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6.PNG&quot;/&gt;"/>
  <p:tag name="PPSNARRATION" val="26,1483304229,C:\Users\sanmi\GoogleDrive\UWMdrive\Courses\ECE552\ece552-lec19_ConsistencySIMD_pptx\Media.ppcx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983C71E5-94E5-4DE5-BCBE-274A60E41170}_26.png&quot;/&gt;&lt;left val=&quot;17&quot;/&gt;&lt;top val=&quot;21&quot;/&gt;&lt;width val=&quot;624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31&quot;/&gt;&lt;/TableIndex&gt;&lt;/ShapeTextInfo&gt;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CF1D55E7-07F9-48CF-AC42-0EDFADED6D0E}_26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AE59B2CD-7147-4310-8650-219B447D694E}_26.png&quot;/&gt;&lt;left val=&quot;27&quot;/&gt;&lt;top val=&quot;105&quot;/&gt;&lt;width val=&quot;681&quot;/&gt;&lt;height val=&quot;433&quot;/&gt;&lt;hasText val=&quot;1&quot;/&gt;&lt;/Image&gt;&lt;/ThreeDShapeInfo&gt;"/>
  <p:tag name="PRESENTER_SHAPETEXTINFO" val="&lt;ShapeTextInfo&gt;&lt;TableIndex row=&quot;-1&quot; col=&quot;-1&quot;&gt;&lt;linesCount val=&quot;15&quot;/&gt;&lt;lineCharCount val=&quot;52&quot;/&gt;&lt;lineCharCount val=&quot;19&quot;/&gt;&lt;lineCharCount val=&quot;1&quot;/&gt;&lt;lineCharCount val=&quot;1&quot;/&gt;&lt;lineCharCount val=&quot;1&quot;/&gt;&lt;lineCharCount val=&quot;1&quot;/&gt;&lt;lineCharCount val=&quot;1&quot;/&gt;&lt;lineCharCount val=&quot;1&quot;/&gt;&lt;lineCharCount val=&quot;25&quot;/&gt;&lt;lineCharCount val=&quot;37&quot;/&gt;&lt;lineCharCount val=&quot;45&quot;/&gt;&lt;lineCharCount val=&quot;55&quot;/&gt;&lt;lineCharCount val=&quot;56&quot;/&gt;&lt;lineCharCount val=&quot;28&quot;/&gt;&lt;lineCharCount val=&quot;19&quot;/&gt;&lt;/TableIndex&gt;&lt;/ShapeTextInfo&gt;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2580160D-430F-49E1-8FBA-327B45749D7E}_26.png&quot;/&gt;&lt;left val=&quot;94&quot;/&gt;&lt;top val=&quot;193&quot;/&gt;&lt;width val=&quot;642&quot;/&gt;&lt;height val=&quot;155&quot;/&gt;&lt;hasText val=&quot;1&quot;/&gt;&lt;/Image&gt;&lt;/ThreeDShapeInfo&gt;"/>
  <p:tag name="PRESENTER_SHAPETEXTINFO" val="&lt;ShapeTextInfo&gt;&lt;TableIndex row=&quot;1&quot; col=&quot;1&quot;&gt;&lt;linesCount val=&quot;1&quot;/&gt;&lt;lineCharCount val=&quot;2&quot;/&gt;&lt;/TableIndex&gt;&lt;TableIndex row=&quot;1&quot; col=&quot;2&quot;&gt;&lt;linesCount val=&quot;1&quot;/&gt;&lt;lineCharCount val=&quot;2&quot;/&gt;&lt;/TableIndex&gt;&lt;TableIndex row=&quot;1&quot; col=&quot;3&quot;&gt;&lt;linesCount val=&quot;1&quot;/&gt;&lt;lineCharCount val=&quot;2&quot;/&gt;&lt;/TableIndex&gt;&lt;TableIndex row=&quot;1&quot; col=&quot;4&quot;&gt;&lt;linesCount val=&quot;1&quot;/&gt;&lt;lineCharCount val=&quot;2&quot;/&gt;&lt;/TableIndex&gt;&lt;TableIndex row=&quot;1&quot; col=&quot;5&quot;&gt;&lt;linesCount val=&quot;1&quot;/&gt;&lt;lineCharCount val=&quot;3&quot;/&gt;&lt;/TableIndex&gt;&lt;TableIndex row=&quot;2&quot; col=&quot;1&quot;&gt;&lt;linesCount val=&quot;1&quot;/&gt;&lt;lineCharCount val=&quot;2&quot;/&gt;&lt;/TableIndex&gt;&lt;TableIndex row=&quot;2&quot; col=&quot;2&quot;&gt;&lt;linesCount val=&quot;1&quot;/&gt;&lt;lineCharCount val=&quot;2&quot;/&gt;&lt;/TableIndex&gt;&lt;TableIndex row=&quot;2&quot; col=&quot;3&quot;&gt;&lt;linesCount val=&quot;1&quot;/&gt;&lt;lineCharCount val=&quot;2&quot;/&gt;&lt;/TableIndex&gt;&lt;TableIndex row=&quot;2&quot; col=&quot;4&quot;&gt;&lt;linesCount val=&quot;1&quot;/&gt;&lt;lineCharCount val=&quot;2&quot;/&gt;&lt;/TableIndex&gt;&lt;TableIndex row=&quot;2&quot; col=&quot;5&quot;&gt;&lt;linesCount val=&quot;1&quot;/&gt;&lt;lineCharCount val=&quot;3&quot;/&gt;&lt;/TableIndex&gt;&lt;TableIndex row=&quot;3&quot; col=&quot;1&quot;&gt;&lt;linesCount val=&quot;1&quot;/&gt;&lt;lineCharCount val=&quot;2&quot;/&gt;&lt;/TableIndex&gt;&lt;TableIndex row=&quot;3&quot; col=&quot;2&quot;&gt;&lt;linesCount val=&quot;1&quot;/&gt;&lt;lineCharCount val=&quot;2&quot;/&gt;&lt;/TableIndex&gt;&lt;TableIndex row=&quot;3&quot; col=&quot;3&quot;&gt;&lt;linesCount val=&quot;1&quot;/&gt;&lt;lineCharCount val=&quot;3&quot;/&gt;&lt;/TableIndex&gt;&lt;TableIndex row=&quot;3&quot; col=&quot;4&quot;&gt;&lt;linesCount val=&quot;1&quot;/&gt;&lt;lineCharCount val=&quot;3&quot;/&gt;&lt;/TableIndex&gt;&lt;TableIndex row=&quot;3&quot; col=&quot;5&quot;&gt;&lt;linesCount val=&quot;1&quot;/&gt;&lt;lineCharCount val=&quot;3&quot;/&gt;&lt;/TableIndex&gt;&lt;TableIndex row=&quot;4&quot; col=&quot;1&quot;&gt;&lt;linesCount val=&quot;1&quot;/&gt;&lt;lineCharCount val=&quot;3&quot;/&gt;&lt;/TableIndex&gt;&lt;TableIndex row=&quot;4&quot; col=&quot;2&quot;&gt;&lt;linesCount val=&quot;1&quot;/&gt;&lt;lineCharCount val=&quot;3&quot;/&gt;&lt;/TableIndex&gt;&lt;TableIndex row=&quot;4&quot; col=&quot;3&quot;&gt;&lt;linesCount val=&quot;1&quot;/&gt;&lt;lineCharCount val=&quot;3&quot;/&gt;&lt;/TableIndex&gt;&lt;TableIndex row=&quot;4&quot; col=&quot;4&quot;&gt;&lt;linesCount val=&quot;1&quot;/&gt;&lt;lineCharCount val=&quot;3&quot;/&gt;&lt;/TableIndex&gt;&lt;TableIndex row=&quot;4&quot; col=&quot;5&quot;&gt;&lt;linesCount val=&quot;0&quot;/&gt;&lt;/TableIndex&gt;&lt;TableIndex row=&quot;5&quot; col=&quot;1&quot;&gt;&lt;linesCount val=&quot;1&quot;/&gt;&lt;lineCharCount val=&quot;3&quot;/&gt;&lt;/TableIndex&gt;&lt;TableIndex row=&quot;5&quot; col=&quot;2&quot;&gt;&lt;linesCount val=&quot;1&quot;/&gt;&lt;lineCharCount val=&quot;3&quot;/&gt;&lt;/TableIndex&gt;&lt;TableIndex row=&quot;5&quot; col=&quot;3&quot;&gt;&lt;linesCount val=&quot;1&quot;/&gt;&lt;lineCharCount val=&quot;3&quot;/&gt;&lt;/TableIndex&gt;&lt;TableIndex row=&quot;5&quot; col=&quot;4&quot;&gt;&lt;linesCount val=&quot;1&quot;/&gt;&lt;lineCharCount val=&quot;3&quot;/&gt;&lt;/TableIndex&gt;&lt;TableIndex row=&quot;5&quot; col=&quot;5&quot;&gt;&lt;linesCount val=&quot;0&quot;/&gt;&lt;/TableIndex&gt;&lt;/ShapeTextInfo&gt;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7.PNG&quot;/&gt;"/>
  <p:tag name="PPSNARRATION" val="27,1483304229,C:\Users\sanmi\GoogleDrive\UWMdrive\Courses\ECE552\ece552-lec19_ConsistencySIMD_pptx\Media.ppcx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9DE84AD9-2803-43E9-9976-436764627926}_27.png&quot;/&gt;&lt;left val=&quot;17&quot;/&gt;&lt;top val=&quot;21&quot;/&gt;&lt;width val=&quot;624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31&quot;/&gt;&lt;/TableIndex&gt;&lt;/ShapeTextInfo&gt;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FB288839-D511-417A-B84A-358DF1D60C29}_27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2F8B123B-429E-4E00-BE5C-97CF72E361C3}_27.png&quot;/&gt;&lt;left val=&quot;29&quot;/&gt;&lt;top val=&quot;107&quot;/&gt;&lt;width val=&quot;672&quot;/&gt;&lt;height val=&quot;62&quot;/&gt;&lt;hasText val=&quot;1&quot;/&gt;&lt;/Image&gt;&lt;/ThreeDShapeInfo&gt;"/>
  <p:tag name="PRESENTER_SHAPETEXTINFO" val="&lt;ShapeTextInfo&gt;&lt;TableIndex row=&quot;-1&quot; col=&quot;-1&quot;&gt;&lt;linesCount val=&quot;1&quot;/&gt;&lt;lineCharCount val=&quot;15&quot;/&gt;&lt;/TableIndex&gt;&lt;/ShapeTextInfo&gt;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1E02F649-B6C4-4A6A-A5BC-93B8E29A89F1}_27.png&quot;/&gt;&lt;left val=&quot;417&quot;/&gt;&lt;top val=&quot;147&quot;/&gt;&lt;width val=&quot;291&quot;/&gt;&lt;height val=&quot;152&quot;/&gt;&lt;hasText val=&quot;1&quot;/&gt;&lt;/Image&gt;&lt;/ThreeDShapeInfo&gt;"/>
  <p:tag name="PRESENTER_SHAPETEXTINFO" val="&lt;ShapeTextInfo&gt;&lt;TableIndex row=&quot;-1&quot; col=&quot;-1&quot;&gt;&lt;linesCount val=&quot;6&quot;/&gt;&lt;lineCharCount val=&quot;29&quot;/&gt;&lt;lineCharCount val=&quot;26&quot;/&gt;&lt;lineCharCount val=&quot;28&quot;/&gt;&lt;lineCharCount val=&quot;28&quot;/&gt;&lt;lineCharCount val=&quot;28&quot;/&gt;&lt;lineCharCount val=&quot;1&quot;/&gt;&lt;/TableIndex&gt;&lt;/ShapeTextInfo&gt;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1B2D3DA5-211A-4FF4-8213-129E58DEC652}_27.png&quot;/&gt;&lt;left val=&quot;15&quot;/&gt;&lt;top val=&quot;177&quot;/&gt;&lt;width val=&quot;291&quot;/&gt;&lt;height val=&quot;92&quot;/&gt;&lt;hasText val=&quot;1&quot;/&gt;&lt;/Image&gt;&lt;/ThreeDShapeInfo&gt;"/>
  <p:tag name="PRESENTER_SHAPETEXTINFO" val="&lt;ShapeTextInfo&gt;&lt;TableIndex row=&quot;-1&quot; col=&quot;-1&quot;&gt;&lt;linesCount val=&quot;3&quot;/&gt;&lt;lineCharCount val=&quot;29&quot;/&gt;&lt;lineCharCount val=&quot;22&quot;/&gt;&lt;lineCharCount val=&quot;1&quot;/&gt;&lt;/TableIndex&gt;&lt;/ShapeTextInfo&gt;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C304F65A-FC09-4D4F-BEA8-F31C4858B67F}_27.png&quot;/&gt;&lt;left val=&quot;29&quot;/&gt;&lt;top val=&quot;295&quot;/&gt;&lt;width val=&quot;672&quot;/&gt;&lt;height val=&quot;62&quot;/&gt;&lt;hasText val=&quot;1&quot;/&gt;&lt;/Image&gt;&lt;/ThreeDShapeInfo&gt;"/>
  <p:tag name="PRESENTER_SHAPETEXTINFO" val="&lt;ShapeTextInfo&gt;&lt;TableIndex row=&quot;-1&quot; col=&quot;-1&quot;&gt;&lt;linesCount val=&quot;1&quot;/&gt;&lt;lineCharCount val=&quot;12&quot;/&gt;&lt;/TableIndex&gt;&lt;/ShapeTextInfo&gt;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3F54A615-8DB0-460B-AB72-C0401FAD5B4A}_27.png&quot;/&gt;&lt;left val=&quot;417&quot;/&gt;&lt;top val=&quot;342&quot;/&gt;&lt;width val=&quot;291&quot;/&gt;&lt;height val=&quot;118&quot;/&gt;&lt;hasText val=&quot;1&quot;/&gt;&lt;/Image&gt;&lt;/ThreeDShapeInfo&gt;"/>
  <p:tag name="PRESENTER_SHAPETEXTINFO" val="&lt;ShapeTextInfo&gt;&lt;TableIndex row=&quot;-1&quot; col=&quot;-1&quot;&gt;&lt;linesCount val=&quot;5&quot;/&gt;&lt;lineCharCount val=&quot;29&quot;/&gt;&lt;lineCharCount val=&quot;28&quot;/&gt;&lt;lineCharCount val=&quot;28&quot;/&gt;&lt;lineCharCount val=&quot;28&quot;/&gt;&lt;lineCharCount val=&quot;1&quot;/&gt;&lt;/TableIndex&gt;&lt;/ShapeTextInfo&gt;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F36DCE1D-7989-447B-B1EB-AE38735AD16F}_27.png&quot;/&gt;&lt;left val=&quot;12&quot;/&gt;&lt;top val=&quot;337&quot;/&gt;&lt;width val=&quot;291&quot;/&gt;&lt;height val=&quot;196&quot;/&gt;&lt;hasText val=&quot;1&quot;/&gt;&lt;/Image&gt;&lt;/ThreeDShapeInfo&gt;"/>
  <p:tag name="PRESENTER_SHAPETEXTINFO" val="&lt;ShapeTextInfo&gt;&lt;TableIndex row=&quot;-1&quot; col=&quot;-1&quot;&gt;&lt;linesCount val=&quot;8&quot;/&gt;&lt;lineCharCount val=&quot;27&quot;/&gt;&lt;lineCharCount val=&quot;28&quot;/&gt;&lt;lineCharCount val=&quot;4&quot;/&gt;&lt;lineCharCount val=&quot;27&quot;/&gt;&lt;lineCharCount val=&quot;28&quot;/&gt;&lt;lineCharCount val=&quot;4&quot;/&gt;&lt;lineCharCount val=&quot;27&quot;/&gt;&lt;lineCharCount val=&quot;27&quot;/&gt;&lt;/TableIndex&gt;&lt;/ShapeTextInfo&gt;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8.PNG&quot;/&gt;"/>
  <p:tag name="PPSNARRATION" val="28,1483304229,C:\Users\sanmi\GoogleDrive\UWMdrive\Courses\ECE552\ece552-lec19_ConsistencySIMD_pptx\Media.ppcx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F26172C9-ECA2-47F8-A415-38523BC20B62}_28.png&quot;/&gt;&lt;left val=&quot;293&quot;/&gt;&lt;top val=&quot;214&quot;/&gt;&lt;width val=&quot;116&quot;/&gt;&lt;height val=&quot;118&quot;/&gt;&lt;hasText val=&quot;1&quot;/&gt;&lt;/Image&gt;&lt;/ThreeDShapeInfo&gt;"/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033B652B-8C20-48EA-A218-D5E64A6A0A40}_28.png&quot;/&gt;&lt;left val=&quot;17&quot;/&gt;&lt;top val=&quot;21&quot;/&gt;&lt;width val=&quot;624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31&quot;/&gt;&lt;/TableIndex&gt;&lt;/ShapeTextInfo&gt;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F9631A9D-0A71-4B96-8EA4-0F6BBB63DE68}_28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F28B7B1D-D516-4C81-88CC-B48EB2E2835D}_28.png&quot;/&gt;&lt;left val=&quot;134&quot;/&gt;&lt;top val=&quot;197&quot;/&gt;&lt;width val=&quot;187&quot;/&gt;&lt;height val=&quot;132&quot;/&gt;&lt;hasText val=&quot;1&quot;/&gt;&lt;/Image&gt;&lt;/ThreeDShapeInfo&gt;"/>
  <p:tag name="PRESENTER_SHAPETEXTINFO" val="&lt;ShapeTextInfo&gt;&lt;TableIndex row=&quot;1&quot; col=&quot;1&quot;&gt;&lt;linesCount val=&quot;1&quot;/&gt;&lt;lineCharCount val=&quot;4&quot;/&gt;&lt;/TableIndex&gt;&lt;TableIndex row=&quot;1&quot; col=&quot;2&quot;&gt;&lt;linesCount val=&quot;3&quot;/&gt;&lt;lineCharCount val=&quot;11&quot;/&gt;&lt;lineCharCount val=&quot;11&quot;/&gt;&lt;lineCharCount val=&quot;10&quot;/&gt;&lt;/TableIndex&gt;&lt;TableIndex row=&quot;2&quot; col=&quot;1&quot;&gt;&lt;linesCount val=&quot;1&quot;/&gt;&lt;lineCharCount val=&quot;4&quot;/&gt;&lt;/TableIndex&gt;&lt;TableIndex row=&quot;2&quot; col=&quot;2&quot;&gt;&lt;linesCount val=&quot;2&quot;/&gt;&lt;lineCharCount val=&quot;11&quot;/&gt;&lt;lineCharCount val=&quot;10&quot;/&gt;&lt;/TableIndex&gt;&lt;/ShapeTextInfo&gt;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E7C6F378-DBA8-401F-9361-445F5584ABF5}_28.png&quot;/&gt;&lt;left val=&quot;29&quot;/&gt;&lt;top val=&quot;183&quot;/&gt;&lt;width val=&quot;96&quot;/&gt;&lt;height val=&quot;61&quot;/&gt;&lt;hasText val=&quot;1&quot;/&gt;&lt;/Image&gt;&lt;/ThreeDShapeInfo&gt;"/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832CF73A-408C-426F-BE13-3510F5CF0672}_28.png&quot;/&gt;&lt;left val=&quot;29&quot;/&gt;&lt;top val=&quot;279&quot;/&gt;&lt;width val=&quot;96&quot;/&gt;&lt;height val=&quot;61&quot;/&gt;&lt;hasText val=&quot;1&quot;/&gt;&lt;/Image&gt;&lt;/ThreeDShapeInfo&gt;"/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D8A65900-CE0F-46E1-8615-BB1DB10758E6}_28.png&quot;/&gt;&lt;left val=&quot;359&quot;/&gt;&lt;top val=&quot;194&quot;/&gt;&lt;width val=&quot;186&quot;/&gt;&lt;height val=&quot;132&quot;/&gt;&lt;hasText val=&quot;1&quot;/&gt;&lt;/Image&gt;&lt;/ThreeDShapeInfo&gt;"/>
  <p:tag name="PRESENTER_SHAPETEXTINFO" val="&lt;ShapeTextInfo&gt;&lt;TableIndex row=&quot;1&quot; col=&quot;1&quot;&gt;&lt;linesCount val=&quot;3&quot;/&gt;&lt;lineCharCount val=&quot;4&quot;/&gt;&lt;lineCharCount val=&quot;4&quot;/&gt;&lt;lineCharCount val=&quot;3&quot;/&gt;&lt;/TableIndex&gt;&lt;TableIndex row=&quot;1&quot; col=&quot;2&quot;&gt;&lt;linesCount val=&quot;3&quot;/&gt;&lt;lineCharCount val=&quot;11&quot;/&gt;&lt;lineCharCount val=&quot;11&quot;/&gt;&lt;lineCharCount val=&quot;10&quot;/&gt;&lt;/TableIndex&gt;&lt;TableIndex row=&quot;2&quot; col=&quot;1&quot;&gt;&lt;linesCount val=&quot;2&quot;/&gt;&lt;lineCharCount val=&quot;4&quot;/&gt;&lt;lineCharCount val=&quot;3&quot;/&gt;&lt;/TableIndex&gt;&lt;TableIndex row=&quot;2&quot; col=&quot;2&quot;&gt;&lt;linesCount val=&quot;2&quot;/&gt;&lt;lineCharCount val=&quot;11&quot;/&gt;&lt;lineCharCount val=&quot;10&quot;/&gt;&lt;/TableIndex&gt;&lt;/ShapeTextInfo&gt;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360ED3CA-D9F8-4730-A805-1CDFAE106D87}_28.png&quot;/&gt;&lt;left val=&quot;521&quot;/&gt;&lt;top val=&quot;183&quot;/&gt;&lt;width val=&quot;60&quot;/&gt;&lt;height val=&quot;6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9C6D1288-E0C1-4F27-B812-B4CE3015B0AD}_28.png&quot;/&gt;&lt;left val=&quot;587&quot;/&gt;&lt;top val=&quot;183&quot;/&gt;&lt;width val=&quot;60&quot;/&gt;&lt;height val=&quot;6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6F5E8304-AD35-4A37-9B70-3785803B14A2}_28.png&quot;/&gt;&lt;left val=&quot;653&quot;/&gt;&lt;top val=&quot;183&quot;/&gt;&lt;width val=&quot;60&quot;/&gt;&lt;height val=&quot;6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770872FF-3B67-49FA-A10F-E2726F2A6624}_28.png&quot;/&gt;&lt;left val=&quot;521&quot;/&gt;&lt;top val=&quot;279&quot;/&gt;&lt;width val=&quot;60&quot;/&gt;&lt;height val=&quot;6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5077E639-2F1A-4498-89D5-AF22ADD3F504}_28.png&quot;/&gt;&lt;left val=&quot;587&quot;/&gt;&lt;top val=&quot;279&quot;/&gt;&lt;width val=&quot;60&quot;/&gt;&lt;height val=&quot;6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2E0D8A65-1814-453B-962B-E741FA8E2AA9}_28.png&quot;/&gt;&lt;left val=&quot;-2&quot;/&gt;&lt;top val=&quot;128&quot;/&gt;&lt;width val=&quot;351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7&quot;/&gt;&lt;/TableIndex&gt;&lt;/ShapeTextInfo&gt;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20BCA03D-9182-4896-90ED-369950C40B05}_28.png&quot;/&gt;&lt;left val=&quot;377&quot;/&gt;&lt;top val=&quot;128&quot;/&gt;&lt;width val=&quot;351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9&quot;/&gt;&lt;/TableIndex&gt;&lt;/ShapeTextInfo&gt;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B572550E-241B-4B15-836A-7936620CC6B3}_28.png&quot;/&gt;&lt;left val=&quot;26&quot;/&gt;&lt;top val=&quot;361&quot;/&gt;&lt;width val=&quot;313&quot;/&gt;&lt;height val=&quot;138&quot;/&gt;&lt;hasText val=&quot;1&quot;/&gt;&lt;/Image&gt;&lt;/ThreeDShapeInfo&gt;"/>
  <p:tag name="PRESENTER_SHAPETEXTINFO" val="&lt;ShapeTextInfo&gt;&lt;TableIndex row=&quot;-1&quot; col=&quot;-1&quot;&gt;&lt;linesCount val=&quot;4&quot;/&gt;&lt;lineCharCount val=&quot;15&quot;/&gt;&lt;lineCharCount val=&quot;18&quot;/&gt;&lt;lineCharCount val=&quot;26&quot;/&gt;&lt;lineCharCount val=&quot;11&quot;/&gt;&lt;/TableIndex&gt;&lt;/ShapeTextInfo&gt;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AB483C60-DFCE-4724-8341-715D5E6FFD6F}_28.png&quot;/&gt;&lt;left val=&quot;370&quot;/&gt;&lt;top val=&quot;356&quot;/&gt;&lt;width val=&quot;338&quot;/&gt;&lt;height val=&quot;138&quot;/&gt;&lt;hasText val=&quot;1&quot;/&gt;&lt;/Image&gt;&lt;/ThreeDShapeInfo&gt;"/>
  <p:tag name="PRESENTER_SHAPETEXTINFO" val="&lt;ShapeTextInfo&gt;&lt;TableIndex row=&quot;-1&quot; col=&quot;-1&quot;&gt;&lt;linesCount val=&quot;4&quot;/&gt;&lt;lineCharCount val=&quot;26&quot;/&gt;&lt;lineCharCount val=&quot;21&quot;/&gt;&lt;lineCharCount val=&quot;26&quot;/&gt;&lt;lineCharCount val=&quot;11&quot;/&gt;&lt;/TableIndex&gt;&lt;/ShapeTextInfo&gt;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9.PNG&quot;/&gt;"/>
  <p:tag name="PPSNARRATION" val="29,1483304229,C:\Users\sanmi\GoogleDrive\UWMdrive\Courses\ECE552\ece552-lec19_ConsistencySIMD_pptx\Media.ppcx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858884F1-EEBA-45F9-ADAB-B13A005BDBB1}_29.png&quot;/&gt;&lt;left val=&quot;293&quot;/&gt;&lt;top val=&quot;214&quot;/&gt;&lt;width val=&quot;116&quot;/&gt;&lt;height val=&quot;118&quot;/&gt;&lt;hasText val=&quot;1&quot;/&gt;&lt;/Image&gt;&lt;/ThreeDShapeInfo&gt;"/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E7DBC635-32C6-4BA7-89F0-3CA554E5A46E}_29.png&quot;/&gt;&lt;left val=&quot;17&quot;/&gt;&lt;top val=&quot;21&quot;/&gt;&lt;width val=&quot;624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31&quot;/&gt;&lt;/TableIndex&gt;&lt;/ShapeTextInfo&gt;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AA7835A1-4DA6-4D66-83F6-01D210F35CE1}_29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31975E43-A303-4D38-AA28-CD5C596DF304}_29.png&quot;/&gt;&lt;left val=&quot;134&quot;/&gt;&lt;top val=&quot;197&quot;/&gt;&lt;width val=&quot;187&quot;/&gt;&lt;height val=&quot;132&quot;/&gt;&lt;hasText val=&quot;1&quot;/&gt;&lt;/Image&gt;&lt;/ThreeDShapeInfo&gt;"/>
  <p:tag name="PRESENTER_SHAPETEXTINFO" val="&lt;ShapeTextInfo&gt;&lt;TableIndex row=&quot;1&quot; col=&quot;1&quot;&gt;&lt;linesCount val=&quot;1&quot;/&gt;&lt;lineCharCount val=&quot;4&quot;/&gt;&lt;/TableIndex&gt;&lt;TableIndex row=&quot;1&quot; col=&quot;2&quot;&gt;&lt;linesCount val=&quot;3&quot;/&gt;&lt;lineCharCount val=&quot;11&quot;/&gt;&lt;lineCharCount val=&quot;11&quot;/&gt;&lt;lineCharCount val=&quot;10&quot;/&gt;&lt;/TableIndex&gt;&lt;TableIndex row=&quot;2&quot; col=&quot;1&quot;&gt;&lt;linesCount val=&quot;1&quot;/&gt;&lt;lineCharCount val=&quot;4&quot;/&gt;&lt;/TableIndex&gt;&lt;TableIndex row=&quot;2&quot; col=&quot;2&quot;&gt;&lt;linesCount val=&quot;2&quot;/&gt;&lt;lineCharCount val=&quot;11&quot;/&gt;&lt;lineCharCount val=&quot;10&quot;/&gt;&lt;/TableIndex&gt;&lt;/ShapeTextInfo&gt;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6490F455-471A-40CD-93A9-6B5B99643CE3}_29.png&quot;/&gt;&lt;left val=&quot;29&quot;/&gt;&lt;top val=&quot;183&quot;/&gt;&lt;width val=&quot;96&quot;/&gt;&lt;height val=&quot;61&quot;/&gt;&lt;hasText val=&quot;1&quot;/&gt;&lt;/Image&gt;&lt;/ThreeDShapeInfo&gt;"/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5A5FF642-11C9-4B45-9221-4B1017FA2C7A}_29.png&quot;/&gt;&lt;left val=&quot;29&quot;/&gt;&lt;top val=&quot;279&quot;/&gt;&lt;width val=&quot;96&quot;/&gt;&lt;height val=&quot;61&quot;/&gt;&lt;hasText val=&quot;1&quot;/&gt;&lt;/Image&gt;&lt;/ThreeDShapeInfo&gt;"/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DD0E664A-77E6-4EB5-8112-972B2209A0AE}_29.png&quot;/&gt;&lt;left val=&quot;359&quot;/&gt;&lt;top val=&quot;194&quot;/&gt;&lt;width val=&quot;186&quot;/&gt;&lt;height val=&quot;132&quot;/&gt;&lt;hasText val=&quot;1&quot;/&gt;&lt;/Image&gt;&lt;/ThreeDShapeInfo&gt;"/>
  <p:tag name="PRESENTER_SHAPETEXTINFO" val="&lt;ShapeTextInfo&gt;&lt;TableIndex row=&quot;1&quot; col=&quot;1&quot;&gt;&lt;linesCount val=&quot;3&quot;/&gt;&lt;lineCharCount val=&quot;4&quot;/&gt;&lt;lineCharCount val=&quot;4&quot;/&gt;&lt;lineCharCount val=&quot;3&quot;/&gt;&lt;/TableIndex&gt;&lt;TableIndex row=&quot;1&quot; col=&quot;2&quot;&gt;&lt;linesCount val=&quot;3&quot;/&gt;&lt;lineCharCount val=&quot;11&quot;/&gt;&lt;lineCharCount val=&quot;11&quot;/&gt;&lt;lineCharCount val=&quot;10&quot;/&gt;&lt;/TableIndex&gt;&lt;TableIndex row=&quot;2&quot; col=&quot;1&quot;&gt;&lt;linesCount val=&quot;2&quot;/&gt;&lt;lineCharCount val=&quot;4&quot;/&gt;&lt;lineCharCount val=&quot;3&quot;/&gt;&lt;/TableIndex&gt;&lt;TableIndex row=&quot;2&quot; col=&quot;2&quot;&gt;&lt;linesCount val=&quot;2&quot;/&gt;&lt;lineCharCount val=&quot;11&quot;/&gt;&lt;lineCharCount val=&quot;10&quot;/&gt;&lt;/TableIndex&gt;&lt;/ShapeTextInfo&gt;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BBC0B7F4-B173-4F3B-B0EE-56A39E8A93A4}_29.png&quot;/&gt;&lt;left val=&quot;521&quot;/&gt;&lt;top val=&quot;183&quot;/&gt;&lt;width val=&quot;60&quot;/&gt;&lt;height val=&quot;6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592555C3-FEAE-4C15-87BF-0312059A3FC2}_29.png&quot;/&gt;&lt;left val=&quot;587&quot;/&gt;&lt;top val=&quot;183&quot;/&gt;&lt;width val=&quot;60&quot;/&gt;&lt;height val=&quot;6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59D264DC-0D8A-4A2B-8FE2-A8F7BC675CD4}_29.png&quot;/&gt;&lt;left val=&quot;653&quot;/&gt;&lt;top val=&quot;183&quot;/&gt;&lt;width val=&quot;60&quot;/&gt;&lt;height val=&quot;6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2D958CFF-BEFA-4BC7-82AC-C9DF2E232CFB}_29.png&quot;/&gt;&lt;left val=&quot;521&quot;/&gt;&lt;top val=&quot;279&quot;/&gt;&lt;width val=&quot;60&quot;/&gt;&lt;height val=&quot;6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3479280F-6F99-419B-B69A-833EE3AC2151}_29.png&quot;/&gt;&lt;left val=&quot;587&quot;/&gt;&lt;top val=&quot;279&quot;/&gt;&lt;width val=&quot;60&quot;/&gt;&lt;height val=&quot;6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FBB628F7-1983-42FD-8B0D-D7C844020415}_29.png&quot;/&gt;&lt;left val=&quot;-2&quot;/&gt;&lt;top val=&quot;128&quot;/&gt;&lt;width val=&quot;351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7&quot;/&gt;&lt;/TableIndex&gt;&lt;/ShapeTextInfo&gt;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2776F463-BAF9-470C-9468-B7401254C9EF}_29.png&quot;/&gt;&lt;left val=&quot;377&quot;/&gt;&lt;top val=&quot;128&quot;/&gt;&lt;width val=&quot;351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9&quot;/&gt;&lt;/TableIndex&gt;&lt;/ShapeTextInfo&gt;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FBBF3069-EE08-413B-A77F-AD28DE579892}_29.png&quot;/&gt;&lt;left val=&quot;26&quot;/&gt;&lt;top val=&quot;361&quot;/&gt;&lt;width val=&quot;313&quot;/&gt;&lt;height val=&quot;138&quot;/&gt;&lt;hasText val=&quot;1&quot;/&gt;&lt;/Image&gt;&lt;/ThreeDShapeInfo&gt;"/>
  <p:tag name="PRESENTER_SHAPETEXTINFO" val="&lt;ShapeTextInfo&gt;&lt;TableIndex row=&quot;-1&quot; col=&quot;-1&quot;&gt;&lt;linesCount val=&quot;4&quot;/&gt;&lt;lineCharCount val=&quot;15&quot;/&gt;&lt;lineCharCount val=&quot;18&quot;/&gt;&lt;lineCharCount val=&quot;26&quot;/&gt;&lt;lineCharCount val=&quot;11&quot;/&gt;&lt;/TableIndex&gt;&lt;/ShapeTextInfo&gt;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FE728404-09FF-49FF-9235-EBBDCB0DFF10}_29.png&quot;/&gt;&lt;left val=&quot;370&quot;/&gt;&lt;top val=&quot;356&quot;/&gt;&lt;width val=&quot;338&quot;/&gt;&lt;height val=&quot;138&quot;/&gt;&lt;hasText val=&quot;1&quot;/&gt;&lt;/Image&gt;&lt;/ThreeDShapeInfo&gt;"/>
  <p:tag name="PRESENTER_SHAPETEXTINFO" val="&lt;ShapeTextInfo&gt;&lt;TableIndex row=&quot;-1&quot; col=&quot;-1&quot;&gt;&lt;linesCount val=&quot;4&quot;/&gt;&lt;lineCharCount val=&quot;26&quot;/&gt;&lt;lineCharCount val=&quot;7&quot;/&gt;&lt;lineCharCount val=&quot;26&quot;/&gt;&lt;lineCharCount val=&quot;11&quot;/&gt;&lt;/TableIndex&gt;&lt;/ShapeTextInfo&gt;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CBCC90B3-69E9-421E-B2DF-A213ED4D9718}_29.png&quot;/&gt;&lt;left val=&quot;4&quot;/&gt;&lt;top val=&quot;359&quot;/&gt;&lt;width val=&quot;715&quot;/&gt;&lt;height val=&quot;137&quot;/&gt;&lt;hasText val=&quot;1&quot;/&gt;&lt;/Image&gt;&lt;/ThreeDShapeInfo&gt;"/>
  <p:tag name="PRESENTER_SHAPETEXTINFO" val="&lt;ShapeTextInfo&gt;&lt;TableIndex row=&quot;-1&quot; col=&quot;-1&quot;&gt;&lt;linesCount val=&quot;4&quot;/&gt;&lt;lineCharCount val=&quot;12&quot;/&gt;&lt;lineCharCount val=&quot;59&quot;/&gt;&lt;lineCharCount val=&quot;70&quot;/&gt;&lt;lineCharCount val=&quot;37&quot;/&gt;&lt;/TableIndex&gt;&lt;/ShapeTextInfo&gt;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0.PNG&quot;/&gt;"/>
  <p:tag name="PPSNARRATION" val="30,1483304229,C:\Users\sanmi\GoogleDrive\UWMdrive\Courses\ECE552\ece552-lec19_ConsistencySIMD_pptx\Media.ppcx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99801655-2B15-44D4-8CB1-7FE27D65A295}_30.png&quot;/&gt;&lt;left val=&quot;-33&quot;/&gt;&lt;top val=&quot;21&quot;/&gt;&lt;width val=&quot;786&quot;/&gt;&lt;height val=&quot;93&quot;/&gt;&lt;hasText val=&quot;1&quot;/&gt;&lt;/Image&gt;&lt;/ThreeDShapeInfo&gt;"/>
  <p:tag name="PRESENTER_SHAPETEXTINFO" val="&lt;ShapeTextInfo&gt;&lt;TableIndex row=&quot;-1&quot; col=&quot;-1&quot;&gt;&lt;linesCount val=&quot;1&quot;/&gt;&lt;lineCharCount val=&quot;42&quot;/&gt;&lt;/TableIndex&gt;&lt;/ShapeTextInfo&gt;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014A8CF6-D8E2-44CD-9E2A-BB4B0F057EE3}_30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679474D6-4689-4349-8209-82C2AEBD4E65}_30.png&quot;/&gt;&lt;left val=&quot;24&quot;/&gt;&lt;top val=&quot;95&quot;/&gt;&lt;width val=&quot;687&quot;/&gt;&lt;height val=&quot;267&quot;/&gt;&lt;hasText val=&quot;1&quot;/&gt;&lt;/Image&gt;&lt;/ThreeDShapeInfo&gt;"/>
  <p:tag name="PRESENTER_SHAPETEXTINFO" val="&lt;ShapeTextInfo&gt;&lt;TableIndex row=&quot;-1&quot; col=&quot;-1&quot;&gt;&lt;linesCount val=&quot;7&quot;/&gt;&lt;lineCharCount val=&quot;33&quot;/&gt;&lt;lineCharCount val=&quot;53&quot;/&gt;&lt;lineCharCount val=&quot;17&quot;/&gt;&lt;lineCharCount val=&quot;50&quot;/&gt;&lt;lineCharCount val=&quot;25&quot;/&gt;&lt;lineCharCount val=&quot;49&quot;/&gt;&lt;lineCharCount val=&quot;26&quot;/&gt;&lt;/TableIndex&gt;&lt;/ShapeTextInfo&gt;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81A12AFD-58F9-4E17-9B33-8202EBF3D66C}_30.png&quot;/&gt;&lt;left val=&quot;388&quot;/&gt;&lt;top val=&quot;361&quot;/&gt;&lt;width val=&quot;211&quot;/&gt;&lt;height val=&quot;155&quot;/&gt;&lt;hasText val=&quot;1&quot;/&gt;&lt;/Image&gt;&lt;/ThreeDShapeInfo&gt;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9B50FCC8-5BCC-443E-BB17-B8D53D53640F}_30.png&quot;/&gt;&lt;left val=&quot;124&quot;/&gt;&lt;top val=&quot;361&quot;/&gt;&lt;width val=&quot;211&quot;/&gt;&lt;height val=&quot;155&quot;/&gt;&lt;hasText val=&quot;1&quot;/&gt;&lt;/Image&gt;&lt;/ThreeDShapeInfo&gt;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05AB7A10-3BFC-4BB7-9BA1-13EE09A61D91}_30.png&quot;/&gt;&lt;left val=&quot;196&quot;/&gt;&lt;top val=&quot;416&quot;/&gt;&lt;width val=&quot;62&quot;/&gt;&lt;height val=&quot;39&quot;/&gt;&lt;hasText val=&quot;1&quot;/&gt;&lt;/Image&gt;&lt;/ThreeDShapeInfo&gt;"/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79E02846-7AD8-4BAC-9D10-2426C93C4E64}_30.png&quot;/&gt;&lt;left val=&quot;460&quot;/&gt;&lt;top val=&quot;412&quot;/&gt;&lt;width val=&quot;62&quot;/&gt;&lt;height val=&quot;38&quot;/&gt;&lt;hasText val=&quot;1&quot;/&gt;&lt;/Image&gt;&lt;/ThreeDShapeInfo&gt;"/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7&quot;/&gt;&lt;/TableIndex&gt;&lt;/ShapeTextInfo&gt;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5&quot;/&gt;&lt;/TableIndex&gt;&lt;/ShapeTextInfo&gt;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1.PNG&quot;/&gt;"/>
  <p:tag name="PPSNARRATION" val="31,1483304229,C:\Users\sanmi\GoogleDrive\UWMdrive\Courses\ECE552\ece552-lec19_ConsistencySIMD_pptx\Media.ppcx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0EF143A1-8C64-4BB0-B586-0D12AAC14A8B}_31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589D7261-95C8-4DD9-B9D6-8919C4BD6ECD}_31.png&quot;/&gt;&lt;left val=&quot;44&quot;/&gt;&lt;top val=&quot;114&quot;/&gt;&lt;width val=&quot;663&quot;/&gt;&lt;height val=&quot;126&quot;/&gt;&lt;hasText val=&quot;1&quot;/&gt;&lt;/Image&gt;&lt;/ThreeDShapeInfo&gt;"/>
  <p:tag name="PRESENTER_SHAPETEXTINFO" val="&lt;ShapeTextInfo&gt;&lt;TableIndex row=&quot;-1&quot; col=&quot;-1&quot;&gt;&lt;linesCount val=&quot;2&quot;/&gt;&lt;lineCharCount val=&quot;38&quot;/&gt;&lt;lineCharCount val=&quot;32&quot;/&gt;&lt;/TableIndex&gt;&lt;/ShapeTextInfo&gt;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99528D06-1CCB-4F8F-9283-0D194799632A}_31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E2BF9BA7-BC6C-4644-8136-D7BAA0EC037A}_31.png&quot;/&gt;&lt;left val=&quot;215&quot;/&gt;&lt;top val=&quot;507&quot;/&gt;&lt;width val=&quot;288&quot;/&gt;&lt;height val=&quot;45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2.PNG&quot;/&gt;"/>
  <p:tag name="PPSNARRATION" val="32,1483304229,C:\Users\sanmi\GoogleDrive\UWMdrive\Courses\ECE552\ece552-lec19_ConsistencySIMD_pptx\Media.ppcx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1A61CC6D-3CA1-4285-93BE-51E7F5684D89}_32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0E8FF3F2-4270-4B0A-BD72-DEF2080B81D5}_32.png&quot;/&gt;&lt;left val=&quot;44&quot;/&gt;&lt;top val=&quot;114&quot;/&gt;&lt;width val=&quot;663&quot;/&gt;&lt;height val=&quot;126&quot;/&gt;&lt;hasText val=&quot;1&quot;/&gt;&lt;/Image&gt;&lt;/ThreeDShapeInfo&gt;"/>
  <p:tag name="PRESENTER_SHAPETEXTINFO" val="&lt;ShapeTextInfo&gt;&lt;TableIndex row=&quot;-1&quot; col=&quot;-1&quot;&gt;&lt;linesCount val=&quot;2&quot;/&gt;&lt;lineCharCount val=&quot;23&quot;/&gt;&lt;lineCharCount val=&quot;39&quot;/&gt;&lt;/TableIndex&gt;&lt;/ShapeTextInfo&gt;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05C3D6D8-24EC-4CCB-BE3B-EC776AF59590}_32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E6936D3E-78CE-4407-B268-2415FEE457BB}_32.png&quot;/&gt;&lt;left val=&quot;215&quot;/&gt;&lt;top val=&quot;507&quot;/&gt;&lt;width val=&quot;288&quot;/&gt;&lt;height val=&quot;45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3.PNG&quot;/&gt;"/>
  <p:tag name="PPSNARRATION" val="33,1483304229,C:\Users\sanmi\GoogleDrive\UWMdrive\Courses\ECE552\ece552-lec19_ConsistencySIMD_pptx\Media.ppcx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0B2D9EFB-447E-414A-8D27-348CD0D892F3}_33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ED542642-5472-4E75-9936-14BB5AEBDF99}_33.png&quot;/&gt;&lt;left val=&quot;44&quot;/&gt;&lt;top val=&quot;114&quot;/&gt;&lt;width val=&quot;663&quot;/&gt;&lt;height val=&quot;126&quot;/&gt;&lt;hasText val=&quot;1&quot;/&gt;&lt;/Image&gt;&lt;/ThreeDShapeInfo&gt;"/>
  <p:tag name="PRESENTER_SHAPETEXTINFO" val="&lt;ShapeTextInfo&gt;&lt;TableIndex row=&quot;-1&quot; col=&quot;-1&quot;&gt;&lt;linesCount val=&quot;2&quot;/&gt;&lt;lineCharCount val=&quot;29&quot;/&gt;&lt;lineCharCount val=&quot;25&quot;/&gt;&lt;/TableIndex&gt;&lt;/ShapeTextInfo&gt;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63923BF5-9C1C-4D89-B68F-802FD1488B45}_33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C2D8609F-57CD-49FB-9A64-D8256D6A7121}_33.png&quot;/&gt;&lt;left val=&quot;215&quot;/&gt;&lt;top val=&quot;507&quot;/&gt;&lt;width val=&quot;288&quot;/&gt;&lt;height val=&quot;45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4.PNG&quot;/&gt;"/>
  <p:tag name="PPSNARRATION" val="34,1483304229,C:\Users\sanmi\GoogleDrive\UWMdrive\Courses\ECE552\ece552-lec19_ConsistencySIMD_pptx\Media.ppcx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56111F8D-CEAD-4FFA-8BD2-515822E67411}_34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C2304F36-7D48-485A-A2B5-BB03C7516A1C}_34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2902E640-BD2E-4346-B02C-D75313D2676D}_34.png&quot;/&gt;&lt;left val=&quot;27&quot;/&gt;&lt;top val=&quot;105&quot;/&gt;&lt;width val=&quot;657&quot;/&gt;&lt;height val=&quot;402&quot;/&gt;&lt;hasText val=&quot;1&quot;/&gt;&lt;/Image&gt;&lt;/ThreeDShapeInfo&gt;"/>
  <p:tag name="PRESENTER_SHAPETEXTINFO" val="&lt;ShapeTextInfo&gt;&lt;TableIndex row=&quot;-1&quot; col=&quot;-1&quot;&gt;&lt;linesCount val=&quot;11&quot;/&gt;&lt;lineCharCount val=&quot;25&quot;/&gt;&lt;lineCharCount val=&quot;1&quot;/&gt;&lt;lineCharCount val=&quot;1&quot;/&gt;&lt;lineCharCount val=&quot;1&quot;/&gt;&lt;lineCharCount val=&quot;1&quot;/&gt;&lt;lineCharCount val=&quot;1&quot;/&gt;&lt;lineCharCount val=&quot;1&quot;/&gt;&lt;lineCharCount val=&quot;1&quot;/&gt;&lt;lineCharCount val=&quot;36&quot;/&gt;&lt;lineCharCount val=&quot;21&quot;/&gt;&lt;lineCharCount val=&quot;22&quot;/&gt;&lt;/TableIndex&gt;&lt;/ShapeTextInfo&gt;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2F961BB6-7047-47B7-BAE3-F445ACAB0FF6}&quot;/&gt;&lt;isInvalidForFieldText val=&quot;0&quot;/&gt;&lt;Image&gt;&lt;filename val=&quot;C:\Users\sanmi\Documents\My Adobe Presentations\ece552-ConsistencySIMD\data\asimages\{2F961BB6-7047-47B7-BAE3-F445ACAB0FF6}.png&quot;/&gt;&lt;left val=&quot;29&quot;/&gt;&lt;top val=&quot;176&quot;/&gt;&lt;width val=&quot;654&quot;/&gt;&lt;height val=&quot;188&quot;/&gt;&lt;hasText val=&quot;1&quot;/&gt;&lt;/Image&gt;&lt;/ThreeDShapeInfo&gt;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5.PNG&quot;/&gt;"/>
  <p:tag name="PPSNARRATION" val="35,1483304229,C:\Users\sanmi\GoogleDrive\UWMdrive\Courses\ECE552\ece552-lec19_ConsistencySIMD_pptx\Media.ppcx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BD65DA4E-EF5A-4DB1-9C7B-E99B2072A323}_35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839B669E-6058-4D1E-A22E-60CD3F3EA0EC}_35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728C59C9-FFBD-443B-8AA7-C9165DF4557E}_35.png&quot;/&gt;&lt;left val=&quot;29&quot;/&gt;&lt;top val=&quot;105&quot;/&gt;&lt;width val=&quot;679&quot;/&gt;&lt;height val=&quot;137&quot;/&gt;&lt;hasText val=&quot;1&quot;/&gt;&lt;/Image&gt;&lt;/ThreeDShapeInfo&gt;"/>
  <p:tag name="PRESENTER_SHAPETEXTINFO" val="&lt;ShapeTextInfo&gt;&lt;TableIndex row=&quot;-1&quot; col=&quot;-1&quot;&gt;&lt;linesCount val=&quot;3&quot;/&gt;&lt;lineCharCount val=&quot;46&quot;/&gt;&lt;lineCharCount val=&quot;26&quot;/&gt;&lt;lineCharCount val=&quot;43&quot;/&gt;&lt;/TableIndex&gt;&lt;/ShapeTextInfo&gt;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99C09A0A-D10C-4E13-BD78-E69DCAA00E2E}_35.png&quot;/&gt;&lt;left val=&quot;251&quot;/&gt;&lt;top val=&quot;324&quot;/&gt;&lt;width val=&quot;219&quot;/&gt;&lt;height val=&quot;137&quot;/&gt;&lt;hasText val=&quot;1&quot;/&gt;&lt;/Image&gt;&lt;/ThreeDShapeInfo&gt;"/>
  <p:tag name="PRESENTER_SHAPETEXTINFO" val="&lt;ShapeTextInfo&gt;&lt;TableIndex row=&quot;-1&quot; col=&quot;-1&quot;&gt;&lt;linesCount val=&quot;4&quot;/&gt;&lt;lineCharCount val=&quot;6&quot;/&gt;&lt;lineCharCount val=&quot;16&quot;/&gt;&lt;lineCharCount val=&quot;8&quot;/&gt;&lt;lineCharCount val=&quot;7&quot;/&gt;&lt;/TableIndex&gt;&lt;/ShapeTextInfo&gt;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D9563ED2-E2D5-47C8-ADA8-751FE7FFD6BE}_35.png&quot;/&gt;&lt;left val=&quot;40&quot;/&gt;&lt;top val=&quot;324&quot;/&gt;&lt;width val=&quot;173&quot;/&gt;&lt;height val=&quot;122&quot;/&gt;&lt;hasText val=&quot;1&quot;/&gt;&lt;/Image&gt;&lt;/ThreeDShapeInfo&gt;"/>
  <p:tag name="PRESENTER_SHAPETEXTINFO" val="&lt;ShapeTextInfo&gt;&lt;TableIndex row=&quot;-1&quot; col=&quot;-1&quot;&gt;&lt;linesCount val=&quot;3&quot;/&gt;&lt;lineCharCount val=&quot;6&quot;/&gt;&lt;lineCharCount val=&quot;8&quot;/&gt;&lt;lineCharCount val=&quot;7&quot;/&gt;&lt;/TableIndex&gt;&lt;/ShapeTextInfo&gt;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AAED0EFF-4413-44AB-B3D1-7B3F2731A865}_35.png&quot;/&gt;&lt;left val=&quot;40&quot;/&gt;&lt;top val=&quot;237&quot;/&gt;&lt;width val=&quot;333&quot;/&gt;&lt;height val=&quot;83&quot;/&gt;&lt;hasText val=&quot;1&quot;/&gt;&lt;/Image&gt;&lt;/ThreeDShapeInfo&gt;"/>
  <p:tag name="PRESENTER_SHAPETEXTINFO" val="&lt;ShapeTextInfo&gt;&lt;TableIndex row=&quot;-1&quot; col=&quot;-1&quot;&gt;&lt;linesCount val=&quot;2&quot;/&gt;&lt;lineCharCount val=&quot;8&quot;/&gt;&lt;lineCharCount val=&quot;23&quot;/&gt;&lt;/TableIndex&gt;&lt;/ShapeTextInfo&gt;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67456698-4C90-48D5-A8C7-498C4EF66D9A}_35.png&quot;/&gt;&lt;left val=&quot;479&quot;/&gt;&lt;top val=&quot;324&quot;/&gt;&lt;width val=&quot;219&quot;/&gt;&lt;height val=&quot;118&quot;/&gt;&lt;hasText val=&quot;1&quot;/&gt;&lt;/Image&gt;&lt;/ThreeDShapeInfo&gt;"/>
  <p:tag name="PRESENTER_SHAPETEXTINFO" val="&lt;ShapeTextInfo&gt;&lt;TableIndex row=&quot;-1&quot; col=&quot;-1&quot;&gt;&lt;linesCount val=&quot;3&quot;/&gt;&lt;lineCharCount val=&quot;6&quot;/&gt;&lt;lineCharCount val=&quot;16&quot;/&gt;&lt;lineCharCount val=&quot;7&quot;/&gt;&lt;/TableIndex&gt;&lt;/ShapeTextInfo&gt;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6.PNG&quot;/&gt;"/>
  <p:tag name="PPSNARRATION" val="36,1483304229,C:\Users\sanmi\GoogleDrive\UWMdrive\Courses\ECE552\ece552-lec19_ConsistencySIMD_pptx\Media.ppcx"/>
  <p:tag name="TIMING" val="|60.1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9183185F-18B0-4D4A-A8A5-96A0DAEBE429}_36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2D5A5189-AD73-457C-98F4-FBCEF7DE8EFB}_36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AFFF7D5E-B13F-4A4E-8076-26FFF7AF2469}_36.png&quot;/&gt;&lt;left val=&quot;29&quot;/&gt;&lt;top val=&quot;105&quot;/&gt;&lt;width val=&quot;679&quot;/&gt;&lt;height val=&quot;137&quot;/&gt;&lt;hasText val=&quot;1&quot;/&gt;&lt;/Image&gt;&lt;/ThreeDShapeInfo&gt;"/>
  <p:tag name="PRESENTER_SHAPETEXTINFO" val="&lt;ShapeTextInfo&gt;&lt;TableIndex row=&quot;-1&quot; col=&quot;-1&quot;&gt;&lt;linesCount val=&quot;3&quot;/&gt;&lt;lineCharCount val=&quot;46&quot;/&gt;&lt;lineCharCount val=&quot;26&quot;/&gt;&lt;lineCharCount val=&quot;43&quot;/&gt;&lt;/TableIndex&gt;&lt;/ShapeTextInfo&gt;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extEffect&gt;&lt;Image&gt;&lt;filename val=&quot;C:\Users\sanmi\Documents\My Adobe Presentations\ece552-ConsistencySIMD\data\asimages\{3E9BC354-C21C-4AB3-993D-45DC89F5B4AA}_1.png_crop.png&quot;/&gt;&lt;left val=&quot;267&quot;/&gt;&lt;top val=&quot;339&quot;/&gt;&lt;width val=&quot;54&quot;/&gt;&lt;height val=&quot;17&quot;/&gt;&lt;hasText val=&quot;1&quot;/&gt;&lt;paraId val=&quot;1&quot;/&gt;&lt;/Image&gt;&lt;Image&gt;&lt;filename val=&quot;C:\Users\sanmi\Documents\My Adobe Presentations\ece552-ConsistencySIMD\data\asimages\{FF6BE4A8-5BFA-4CDF-97DD-0765F45D1B64}_1.png_crop.png&quot;/&gt;&lt;left val=&quot;266&quot;/&gt;&lt;top val=&quot;367&quot;/&gt;&lt;width val=&quot;175&quot;/&gt;&lt;height val=&quot;20&quot;/&gt;&lt;hasText val=&quot;1&quot;/&gt;&lt;paraId val=&quot;2&quot;/&gt;&lt;/Image&gt;&lt;Image&gt;&lt;filename val=&quot;C:\Users\sanmi\Documents\My Adobe Presentations\ece552-ConsistencySIMD\data\asimages\{7F1AAE70-3B9E-4E27-9AC0-6B841608D967}_1.png_crop.png&quot;/&gt;&lt;left val=&quot;267&quot;/&gt;&lt;top val=&quot;396&quot;/&gt;&lt;width val=&quot;78&quot;/&gt;&lt;height val=&quot;20&quot;/&gt;&lt;hasText val=&quot;1&quot;/&gt;&lt;paraId val=&quot;3&quot;/&gt;&lt;/Image&gt;&lt;Image&gt;&lt;filename val=&quot;C:\Users\sanmi\Documents\My Adobe Presentations\ece552-ConsistencySIMD\data\asimages\{D450DE98-5869-4866-B10D-DC1470F3D1DE}_1.png_crop.png&quot;/&gt;&lt;left val=&quot;267&quot;/&gt;&lt;top val=&quot;426&quot;/&gt;&lt;width val=&quot;78&quot;/&gt;&lt;height val=&quot;19&quot;/&gt;&lt;hasText val=&quot;1&quot;/&gt;&lt;paraId val=&quot;4&quot;/&gt;&lt;/Image&gt;&lt;Image&gt;&lt;filename val=&quot;C:\Users\sanmi\Documents\My Adobe Presentations\ece552-ConsistencySIMD\data\asimages\{C6A4B061-E0C6-4B71-B256-73EA13E55C72}_1.png_crop.png&quot;/&gt;&lt;left val=&quot;266&quot;/&gt;&lt;top val=&quot;454&quot;/&gt;&lt;width val=&quot;79&quot;/&gt;&lt;height val=&quot;19&quot;/&gt;&lt;hasText val=&quot;1&quot;/&gt;&lt;paraId val=&quot;5&quot;/&gt;&lt;/Image&gt;&lt;/TextEffect&gt;"/>
  <p:tag name="PRESENTER_SHAPETEXTINFO" val="&lt;ShapeTextInfo&gt;&lt;TableIndex row=&quot;-1&quot; col=&quot;-1&quot;&gt;&lt;linesCount val=&quot;5&quot;/&gt;&lt;lineCharCount val=&quot;6&quot;/&gt;&lt;lineCharCount val=&quot;16&quot;/&gt;&lt;lineCharCount val=&quot;8&quot;/&gt;&lt;lineCharCount val=&quot;8&quot;/&gt;&lt;lineCharCount val=&quot;7&quot;/&gt;&lt;/TableIndex&gt;&lt;/ShapeTextInfo&gt;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extEffect&gt;&lt;Image&gt;&lt;filename val=&quot;C:\Users\sanmi\Documents\My Adobe Presentations\ece552-ConsistencySIMD\data\asimages\{15BF9479-D687-4A34-BFBF-485671A8D664}_1.png_crop.png&quot;/&gt;&lt;left val=&quot;56&quot;/&gt;&lt;top val=&quot;339&quot;/&gt;&lt;width val=&quot;58&quot;/&gt;&lt;height val=&quot;17&quot;/&gt;&lt;hasText val=&quot;1&quot;/&gt;&lt;paraId val=&quot;1&quot;/&gt;&lt;/Image&gt;&lt;Image&gt;&lt;filename val=&quot;C:\Users\sanmi\Documents\My Adobe Presentations\ece552-ConsistencySIMD\data\asimages\{7F326594-9516-4DDA-88FB-0078314CE8C0}_1.png_crop.png&quot;/&gt;&lt;left val=&quot;56&quot;/&gt;&lt;top val=&quot;368&quot;/&gt;&lt;width val=&quot;78&quot;/&gt;&lt;height val=&quot;19&quot;/&gt;&lt;hasText val=&quot;1&quot;/&gt;&lt;paraId val=&quot;2&quot;/&gt;&lt;/Image&gt;&lt;Image&gt;&lt;filename val=&quot;C:\Users\sanmi\Documents\My Adobe Presentations\ece552-ConsistencySIMD\data\asimages\{CB4B99F8-209B-4890-AD8A-C90FAE6763CB}_1.png_crop.png&quot;/&gt;&lt;left val=&quot;56&quot;/&gt;&lt;top val=&quot;396&quot;/&gt;&lt;width val=&quot;78&quot;/&gt;&lt;height val=&quot;20&quot;/&gt;&lt;hasText val=&quot;1&quot;/&gt;&lt;paraId val=&quot;3&quot;/&gt;&lt;/Image&gt;&lt;Image&gt;&lt;filename val=&quot;C:\Users\sanmi\Documents\My Adobe Presentations\ece552-ConsistencySIMD\data\asimages\{890078E5-7039-46F6-9E77-5FF65141743E}_1.png_crop.png&quot;/&gt;&lt;left val=&quot;56&quot;/&gt;&lt;top val=&quot;426&quot;/&gt;&lt;width val=&quot;78&quot;/&gt;&lt;height val=&quot;19&quot;/&gt;&lt;hasText val=&quot;1&quot;/&gt;&lt;paraId val=&quot;4&quot;/&gt;&lt;/Image&gt;&lt;/TextEffect&gt;"/>
  <p:tag name="PRESENTER_SHAPETEXTINFO" val="&lt;ShapeTextInfo&gt;&lt;TableIndex row=&quot;-1&quot; col=&quot;-1&quot;&gt;&lt;linesCount val=&quot;4&quot;/&gt;&lt;lineCharCount val=&quot;6&quot;/&gt;&lt;lineCharCount val=&quot;8&quot;/&gt;&lt;lineCharCount val=&quot;8&quot;/&gt;&lt;lineCharCount val=&quot;7&quot;/&gt;&lt;/TableIndex&gt;&lt;/ShapeTextInfo&gt;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ConsistencySIMD\data\asimages\{4DB2A6EC-06F5-400E-B113-FEF71B7623F5}_36.png&quot;/&gt;&lt;left val=&quot;40&quot;/&gt;&lt;top val=&quot;237&quot;/&gt;&lt;width val=&quot;333&quot;/&gt;&lt;height val=&quot;83&quot;/&gt;&lt;hasText val=&quot;1&quot;/&gt;&lt;/Image&gt;&lt;/ThreeDShapeInfo&gt;"/>
  <p:tag name="PRESENTER_SHAPETEXTINFO" val="&lt;ShapeTextInfo&gt;&lt;TableIndex row=&quot;-1&quot; col=&quot;-1&quot;&gt;&lt;linesCount val=&quot;2&quot;/&gt;&lt;lineCharCount val=&quot;8&quot;/&gt;&lt;lineCharCount val=&quot;23&quot;/&gt;&lt;/TableIndex&gt;&lt;/ShapeTextInfo&gt;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extEffect&gt;&lt;Image&gt;&lt;filename val=&quot;C:\Users\sanmi\Documents\My Adobe Presentations\ece552-ConsistencySIMD\data\asimages\{A855A596-0F92-497B-B7CA-054465B55E88}_1.png_crop.png&quot;/&gt;&lt;left val=&quot;495&quot;/&gt;&lt;top val=&quot;339&quot;/&gt;&lt;width val=&quot;58&quot;/&gt;&lt;height val=&quot;17&quot;/&gt;&lt;hasText val=&quot;1&quot;/&gt;&lt;paraId val=&quot;1&quot;/&gt;&lt;/Image&gt;&lt;Image&gt;&lt;filename val=&quot;C:\Users\sanmi\Documents\My Adobe Presentations\ece552-ConsistencySIMD\data\asimages\{4A1A8CC3-A735-4A43-BE18-8C6EB6B2590B}_1.png_crop.png&quot;/&gt;&lt;left val=&quot;494&quot;/&gt;&lt;top val=&quot;368&quot;/&gt;&lt;width val=&quot;175&quot;/&gt;&lt;height val=&quot;20&quot;/&gt;&lt;hasText val=&quot;1&quot;/&gt;&lt;paraId val=&quot;2&quot;/&gt;&lt;/Image&gt;&lt;Image&gt;&lt;filename val=&quot;C:\Users\sanmi\Documents\My Adobe Presentations\ece552-ConsistencySIMD\data\asimages\{12081266-0A6F-4105-926C-F8E2D3AC8FCE}_1.png_crop.png&quot;/&gt;&lt;left val=&quot;495&quot;/&gt;&lt;top val=&quot;397&quot;/&gt;&lt;width val=&quot;78&quot;/&gt;&lt;height val=&quot;20&quot;/&gt;&lt;hasText val=&quot;1&quot;/&gt;&lt;paraId val=&quot;3&quot;/&gt;&lt;/Image&gt;&lt;Image&gt;&lt;filename val=&quot;C:\Users\sanmi\Documents\My Adobe Presentations\ece552-ConsistencySIMD\data\asimages\{C68D0938-5474-4653-B61D-815CD84FA2D6}_1.png_crop.png&quot;/&gt;&lt;left val=&quot;495&quot;/&gt;&lt;top val=&quot;427&quot;/&gt;&lt;width val=&quot;78&quot;/&gt;&lt;height val=&quot;19&quot;/&gt;&lt;hasText val=&quot;1&quot;/&gt;&lt;paraId val=&quot;4&quot;/&gt;&lt;/Image&gt;&lt;/TextEffect&gt;"/>
  <p:tag name="PRESENTER_SHAPETEXTINFO" val="&lt;ShapeTextInfo&gt;&lt;TableIndex row=&quot;-1&quot; col=&quot;-1&quot;&gt;&lt;linesCount val=&quot;4&quot;/&gt;&lt;lineCharCount val=&quot;6&quot;/&gt;&lt;lineCharCount val=&quot;16&quot;/&gt;&lt;lineCharCount val=&quot;8&quot;/&gt;&lt;lineCharCount val=&quot;7&quot;/&gt;&lt;/TableIndex&gt;&lt;/ShapeTextInfo&gt;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heme/theme1.xml><?xml version="1.0" encoding="utf-8"?>
<a:theme xmlns:a="http://schemas.openxmlformats.org/drawingml/2006/main" name="Lecture Notes 55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Notes 552</Template>
  <TotalTime>1118</TotalTime>
  <Words>3253</Words>
  <Application>Microsoft Macintosh PowerPoint</Application>
  <PresentationFormat>On-screen Show (4:3)</PresentationFormat>
  <Paragraphs>759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Arial</vt:lpstr>
      <vt:lpstr>Calibri</vt:lpstr>
      <vt:lpstr>Courier New</vt:lpstr>
      <vt:lpstr>Inconsolata</vt:lpstr>
      <vt:lpstr>Times New Roman</vt:lpstr>
      <vt:lpstr>Wingdings</vt:lpstr>
      <vt:lpstr>Lecture Notes 552</vt:lpstr>
      <vt:lpstr>ECE/CS 552: Consistency and SIMD</vt:lpstr>
      <vt:lpstr>Forecast</vt:lpstr>
      <vt:lpstr>Coherence and Consistency</vt:lpstr>
      <vt:lpstr>Sequential Consistency</vt:lpstr>
      <vt:lpstr>SC Example 1</vt:lpstr>
      <vt:lpstr>SC Example 1</vt:lpstr>
      <vt:lpstr>SC Example 2</vt:lpstr>
      <vt:lpstr>SC Example 2</vt:lpstr>
      <vt:lpstr>SC Example 2</vt:lpstr>
      <vt:lpstr>SC Example 3</vt:lpstr>
      <vt:lpstr>SC Example 4</vt:lpstr>
      <vt:lpstr>SC Example 4</vt:lpstr>
      <vt:lpstr>SC Example 4</vt:lpstr>
      <vt:lpstr>Sequential Consistency</vt:lpstr>
      <vt:lpstr>Volatile</vt:lpstr>
      <vt:lpstr>SC Example 2 – Fixed</vt:lpstr>
      <vt:lpstr>Replay</vt:lpstr>
      <vt:lpstr>SC Example 3 – Fixed</vt:lpstr>
      <vt:lpstr>Memory Fences/Barriers</vt:lpstr>
      <vt:lpstr>SC Example 3 – Fences</vt:lpstr>
      <vt:lpstr>Coherence Acknowledgements</vt:lpstr>
      <vt:lpstr>SC Example 4 – Fixed</vt:lpstr>
      <vt:lpstr>SC Example 4 – Fixed</vt:lpstr>
      <vt:lpstr>Flynn’s Taxonomy</vt:lpstr>
      <vt:lpstr>SIMD</vt:lpstr>
      <vt:lpstr>Vector (Superword) Instructions</vt:lpstr>
      <vt:lpstr>Vector (Superword) Instructions</vt:lpstr>
      <vt:lpstr>Vector (Superword) Instructions</vt:lpstr>
      <vt:lpstr>Vector (Superword) Instructions</vt:lpstr>
      <vt:lpstr>Single-Instruction Multiple-Threads (SIMT)</vt:lpstr>
      <vt:lpstr>GPUs</vt:lpstr>
      <vt:lpstr>GPUs</vt:lpstr>
      <vt:lpstr>GPUs</vt:lpstr>
      <vt:lpstr>MISD</vt:lpstr>
      <vt:lpstr>Exercise</vt:lpstr>
      <vt:lpstr>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ECE/CS 552: Consistency and SIMD</dc:title>
  <dc:creator/>
  <cp:lastModifiedBy>Boone Severson</cp:lastModifiedBy>
  <cp:revision>507</cp:revision>
  <cp:lastPrinted>1601-01-01T00:00:00Z</cp:lastPrinted>
  <dcterms:created xsi:type="dcterms:W3CDTF">1601-01-01T00:00:00Z</dcterms:created>
  <dcterms:modified xsi:type="dcterms:W3CDTF">2024-08-29T04:26:21Z</dcterms:modified>
</cp:coreProperties>
</file>