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3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4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5.xml" ContentType="application/vnd.openxmlformats-officedocument.presentationml.notesSlid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notesSlides/notesSlide6.xml" ContentType="application/vnd.openxmlformats-officedocument.presentationml.notesSl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9"/>
  </p:notesMasterIdLst>
  <p:handoutMasterIdLst>
    <p:handoutMasterId r:id="rId10"/>
  </p:handoutMasterIdLst>
  <p:sldIdLst>
    <p:sldId id="346" r:id="rId2"/>
    <p:sldId id="761" r:id="rId3"/>
    <p:sldId id="363" r:id="rId4"/>
    <p:sldId id="366" r:id="rId5"/>
    <p:sldId id="434" r:id="rId6"/>
    <p:sldId id="309" r:id="rId7"/>
    <p:sldId id="375" r:id="rId8"/>
  </p:sldIdLst>
  <p:sldSz cx="9144000" cy="6858000" type="screen4x3"/>
  <p:notesSz cx="6845300" cy="9396413"/>
  <p:custDataLst>
    <p:tags r:id="rId1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00"/>
    <a:srgbClr val="006600"/>
    <a:srgbClr val="FFFF66"/>
    <a:srgbClr val="FFCC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AD9680-32FE-5848-B004-3751DDD4552C}" v="1" dt="2024-11-13T02:21:52.9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89178" autoAdjust="0"/>
  </p:normalViewPr>
  <p:slideViewPr>
    <p:cSldViewPr>
      <p:cViewPr varScale="1">
        <p:scale>
          <a:sx n="113" d="100"/>
          <a:sy n="113" d="100"/>
        </p:scale>
        <p:origin x="2144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2328" y="-90"/>
      </p:cViewPr>
      <p:guideLst>
        <p:guide orient="horz" pos="295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one Severson" userId="1d942a2b-e0b5-491a-b49e-d500fa0ad426" providerId="ADAL" clId="{CDAD9680-32FE-5848-B004-3751DDD4552C}"/>
    <pc:docChg chg="undo custSel addSld delSld modSld">
      <pc:chgData name="Boone Severson" userId="1d942a2b-e0b5-491a-b49e-d500fa0ad426" providerId="ADAL" clId="{CDAD9680-32FE-5848-B004-3751DDD4552C}" dt="2024-12-03T03:38:25.906" v="106" actId="20577"/>
      <pc:docMkLst>
        <pc:docMk/>
      </pc:docMkLst>
      <pc:sldChg chg="modSp mod">
        <pc:chgData name="Boone Severson" userId="1d942a2b-e0b5-491a-b49e-d500fa0ad426" providerId="ADAL" clId="{CDAD9680-32FE-5848-B004-3751DDD4552C}" dt="2024-11-13T02:16:07.945" v="30" actId="20577"/>
        <pc:sldMkLst>
          <pc:docMk/>
          <pc:sldMk cId="0" sldId="346"/>
        </pc:sldMkLst>
        <pc:spChg chg="mod">
          <ac:chgData name="Boone Severson" userId="1d942a2b-e0b5-491a-b49e-d500fa0ad426" providerId="ADAL" clId="{CDAD9680-32FE-5848-B004-3751DDD4552C}" dt="2024-11-13T02:16:07.945" v="30" actId="20577"/>
          <ac:spMkLst>
            <pc:docMk/>
            <pc:sldMk cId="0" sldId="346"/>
            <ac:spMk id="3" creationId="{154561EA-A79C-4564-B20E-34A5AA822DF8}"/>
          </ac:spMkLst>
        </pc:spChg>
      </pc:sldChg>
      <pc:sldChg chg="modSp add del mod">
        <pc:chgData name="Boone Severson" userId="1d942a2b-e0b5-491a-b49e-d500fa0ad426" providerId="ADAL" clId="{CDAD9680-32FE-5848-B004-3751DDD4552C}" dt="2024-12-03T03:38:25.906" v="106" actId="20577"/>
        <pc:sldMkLst>
          <pc:docMk/>
          <pc:sldMk cId="3397960016" sldId="761"/>
        </pc:sldMkLst>
        <pc:spChg chg="mod">
          <ac:chgData name="Boone Severson" userId="1d942a2b-e0b5-491a-b49e-d500fa0ad426" providerId="ADAL" clId="{CDAD9680-32FE-5848-B004-3751DDD4552C}" dt="2024-12-03T03:38:25.906" v="106" actId="20577"/>
          <ac:spMkLst>
            <pc:docMk/>
            <pc:sldMk cId="3397960016" sldId="761"/>
            <ac:spMk id="6147" creationId="{143F1B7B-9CFC-4121-9F3D-4F3565D718B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BF462E3-B006-4321-934E-AFE05A0BD19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94ED7E0E-5212-408C-B06A-32C60ADECEE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80363B93-D514-44FE-A143-2DCC3B99444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349408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ECE/CS 552: Introduction To Computer Architecture</a:t>
            </a: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3C8ACD42-A87D-45F2-A669-D279F50476C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ECEB71A3-EC59-4543-ABF9-F378B1A3DD4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D29207F-3104-4AFB-A04D-74A4468B570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6FC673D4-F8D7-4929-B0F2-0A81CFE38D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19104974-E074-4447-BF79-846D6CC19A1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74738" y="704850"/>
            <a:ext cx="4697412" cy="35226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84BE667A-2198-4F6C-A412-8F46ABE1CCD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3B98749B-ABA3-462F-98DB-9E9489A6E8B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9B97316B-DB98-45E5-B7CA-4EC213A16D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B5B0F207-7F00-4985-B46D-7543007A9E3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545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7914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3102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4969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51882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0355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2412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_200">
            <a:extLst>
              <a:ext uri="{FF2B5EF4-FFF2-40B4-BE49-F238E27FC236}">
                <a16:creationId xmlns:a16="http://schemas.microsoft.com/office/drawing/2014/main" id="{5C9648DA-AAE8-4917-B9FC-8184572D4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LOGO_200">
            <a:extLst>
              <a:ext uri="{FF2B5EF4-FFF2-40B4-BE49-F238E27FC236}">
                <a16:creationId xmlns:a16="http://schemas.microsoft.com/office/drawing/2014/main" id="{3DE07CB5-C99C-444A-BD28-2D62F09D8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362200"/>
            <a:ext cx="7772400" cy="1238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2F111BEC-5429-4C32-AC69-7102C03A14F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502E335-F5AB-49A0-80CF-0A2FAC4EFCCE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2008-2009 by Yu Hen Hu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0D9F60A-6720-4EF9-8C12-A764A418459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12ADF9F2-76EF-46C6-8052-C2466D7ED9D5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436945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94F56DB-625A-4168-BF32-DB2C21814CE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1CDBBDF-4984-46F7-B6BC-B6A6AC01B0D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2008-2009 by Yu Hen Hu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F37F583-B9DA-4679-AC61-0435020C3CF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D5165859-7B18-4E77-9AA4-4EE94ABD8331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953554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3" Type="http://schemas.openxmlformats.org/officeDocument/2006/relationships/theme" Target="../theme/theme1.xml"/><Relationship Id="rId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38CBD29A-A78F-49CB-991F-EB0DEBD700C8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4A0E5DB-CA03-4BEB-813A-C7EF833F3F83}"/>
              </a:ext>
            </a:extLst>
          </p:cNvPr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AEC47-9B13-4CF7-891D-69E525E267EE}"/>
              </a:ext>
            </a:extLst>
          </p:cNvPr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0B156-0684-414E-B963-F532861002B8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(C) 2008-2009 by Yu Hen Hu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1A9FB-B7B1-41E6-8F9D-376401E2527C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7620000" y="6356350"/>
            <a:ext cx="1066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2pPr lvl="1" algn="r">
              <a:defRPr>
                <a:latin typeface="Calibri" panose="020F0502020204030204" pitchFamily="34" charset="0"/>
              </a:defRPr>
            </a:lvl2pPr>
          </a:lstStyle>
          <a:p>
            <a:pPr lvl="1"/>
            <a:fld id="{077BAFBB-0D8F-4942-B8BC-A60A73FD4290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13" Type="http://schemas.openxmlformats.org/officeDocument/2006/relationships/tags" Target="../tags/tag36.xml"/><Relationship Id="rId18" Type="http://schemas.openxmlformats.org/officeDocument/2006/relationships/notesSlide" Target="../notesSlides/notesSlide3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12" Type="http://schemas.openxmlformats.org/officeDocument/2006/relationships/tags" Target="../tags/tag35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6" Type="http://schemas.openxmlformats.org/officeDocument/2006/relationships/tags" Target="../tags/tag39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tags" Target="../tags/tag34.xml"/><Relationship Id="rId5" Type="http://schemas.openxmlformats.org/officeDocument/2006/relationships/tags" Target="../tags/tag28.xml"/><Relationship Id="rId15" Type="http://schemas.openxmlformats.org/officeDocument/2006/relationships/tags" Target="../tags/tag38.xml"/><Relationship Id="rId10" Type="http://schemas.openxmlformats.org/officeDocument/2006/relationships/tags" Target="../tags/tag33.xml"/><Relationship Id="rId19" Type="http://schemas.openxmlformats.org/officeDocument/2006/relationships/image" Target="../media/image2.wmf"/><Relationship Id="rId4" Type="http://schemas.openxmlformats.org/officeDocument/2006/relationships/tags" Target="../tags/tag27.xml"/><Relationship Id="rId9" Type="http://schemas.openxmlformats.org/officeDocument/2006/relationships/tags" Target="../tags/tag32.xml"/><Relationship Id="rId14" Type="http://schemas.openxmlformats.org/officeDocument/2006/relationships/tags" Target="../tags/tag37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52.xml"/><Relationship Id="rId18" Type="http://schemas.openxmlformats.org/officeDocument/2006/relationships/tags" Target="../tags/tag57.xml"/><Relationship Id="rId26" Type="http://schemas.openxmlformats.org/officeDocument/2006/relationships/tags" Target="../tags/tag65.xml"/><Relationship Id="rId21" Type="http://schemas.openxmlformats.org/officeDocument/2006/relationships/tags" Target="../tags/tag60.xml"/><Relationship Id="rId34" Type="http://schemas.openxmlformats.org/officeDocument/2006/relationships/tags" Target="../tags/tag73.xml"/><Relationship Id="rId7" Type="http://schemas.openxmlformats.org/officeDocument/2006/relationships/tags" Target="../tags/tag46.xml"/><Relationship Id="rId12" Type="http://schemas.openxmlformats.org/officeDocument/2006/relationships/tags" Target="../tags/tag51.xml"/><Relationship Id="rId17" Type="http://schemas.openxmlformats.org/officeDocument/2006/relationships/tags" Target="../tags/tag56.xml"/><Relationship Id="rId25" Type="http://schemas.openxmlformats.org/officeDocument/2006/relationships/tags" Target="../tags/tag64.xml"/><Relationship Id="rId33" Type="http://schemas.openxmlformats.org/officeDocument/2006/relationships/tags" Target="../tags/tag72.xml"/><Relationship Id="rId2" Type="http://schemas.openxmlformats.org/officeDocument/2006/relationships/tags" Target="../tags/tag41.xml"/><Relationship Id="rId16" Type="http://schemas.openxmlformats.org/officeDocument/2006/relationships/tags" Target="../tags/tag55.xml"/><Relationship Id="rId20" Type="http://schemas.openxmlformats.org/officeDocument/2006/relationships/tags" Target="../tags/tag59.xml"/><Relationship Id="rId29" Type="http://schemas.openxmlformats.org/officeDocument/2006/relationships/tags" Target="../tags/tag68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tags" Target="../tags/tag50.xml"/><Relationship Id="rId24" Type="http://schemas.openxmlformats.org/officeDocument/2006/relationships/tags" Target="../tags/tag63.xml"/><Relationship Id="rId32" Type="http://schemas.openxmlformats.org/officeDocument/2006/relationships/tags" Target="../tags/tag71.xml"/><Relationship Id="rId37" Type="http://schemas.openxmlformats.org/officeDocument/2006/relationships/image" Target="../media/image2.wmf"/><Relationship Id="rId5" Type="http://schemas.openxmlformats.org/officeDocument/2006/relationships/tags" Target="../tags/tag44.xml"/><Relationship Id="rId15" Type="http://schemas.openxmlformats.org/officeDocument/2006/relationships/tags" Target="../tags/tag54.xml"/><Relationship Id="rId23" Type="http://schemas.openxmlformats.org/officeDocument/2006/relationships/tags" Target="../tags/tag62.xml"/><Relationship Id="rId28" Type="http://schemas.openxmlformats.org/officeDocument/2006/relationships/tags" Target="../tags/tag67.xml"/><Relationship Id="rId36" Type="http://schemas.openxmlformats.org/officeDocument/2006/relationships/notesSlide" Target="../notesSlides/notesSlide4.xml"/><Relationship Id="rId10" Type="http://schemas.openxmlformats.org/officeDocument/2006/relationships/tags" Target="../tags/tag49.xml"/><Relationship Id="rId19" Type="http://schemas.openxmlformats.org/officeDocument/2006/relationships/tags" Target="../tags/tag58.xml"/><Relationship Id="rId31" Type="http://schemas.openxmlformats.org/officeDocument/2006/relationships/tags" Target="../tags/tag70.xml"/><Relationship Id="rId4" Type="http://schemas.openxmlformats.org/officeDocument/2006/relationships/tags" Target="../tags/tag43.xml"/><Relationship Id="rId9" Type="http://schemas.openxmlformats.org/officeDocument/2006/relationships/tags" Target="../tags/tag48.xml"/><Relationship Id="rId14" Type="http://schemas.openxmlformats.org/officeDocument/2006/relationships/tags" Target="../tags/tag53.xml"/><Relationship Id="rId22" Type="http://schemas.openxmlformats.org/officeDocument/2006/relationships/tags" Target="../tags/tag61.xml"/><Relationship Id="rId27" Type="http://schemas.openxmlformats.org/officeDocument/2006/relationships/tags" Target="../tags/tag66.xml"/><Relationship Id="rId30" Type="http://schemas.openxmlformats.org/officeDocument/2006/relationships/tags" Target="../tags/tag69.xml"/><Relationship Id="rId35" Type="http://schemas.openxmlformats.org/officeDocument/2006/relationships/slideLayout" Target="../slideLayouts/slideLayout2.xml"/><Relationship Id="rId8" Type="http://schemas.openxmlformats.org/officeDocument/2006/relationships/tags" Target="../tags/tag47.xml"/><Relationship Id="rId3" Type="http://schemas.openxmlformats.org/officeDocument/2006/relationships/tags" Target="../tags/tag4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3" Type="http://schemas.openxmlformats.org/officeDocument/2006/relationships/tags" Target="../tags/tag80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91.xml"/><Relationship Id="rId3" Type="http://schemas.openxmlformats.org/officeDocument/2006/relationships/tags" Target="../tags/tag86.xml"/><Relationship Id="rId7" Type="http://schemas.openxmlformats.org/officeDocument/2006/relationships/tags" Target="../tags/tag90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10" Type="http://schemas.openxmlformats.org/officeDocument/2006/relationships/notesSlide" Target="../notesSlides/notesSlide7.xml"/><Relationship Id="rId4" Type="http://schemas.openxmlformats.org/officeDocument/2006/relationships/tags" Target="../tags/tag87.xml"/><Relationship Id="rId9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85D4764F-5267-4FC1-AF92-03C7F7F47AE5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57200" y="2571750"/>
            <a:ext cx="8229600" cy="1238250"/>
          </a:xfrm>
        </p:spPr>
        <p:txBody>
          <a:bodyPr/>
          <a:lstStyle/>
          <a:p>
            <a:pPr eaLnBrk="1" hangingPunct="1"/>
            <a:r>
              <a:rPr lang="en-US" altLang="en-US" dirty="0"/>
              <a:t>ECE/CS 552: Integer Multiplication and Division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4561EA-A79C-4564-B20E-34A5AA822DF8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371600" y="3886200"/>
            <a:ext cx="6400800" cy="1752600"/>
          </a:xfrm>
        </p:spPr>
        <p:txBody>
          <a:bodyPr>
            <a:noAutofit/>
          </a:bodyPr>
          <a:lstStyle/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Boone Severson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Lecture notes based in part on slides created by Joshua San Miguel, Mikko </a:t>
            </a:r>
            <a:r>
              <a:rPr lang="en-US" sz="2200" dirty="0" err="1"/>
              <a:t>Lipasti</a:t>
            </a:r>
            <a:r>
              <a:rPr lang="en-US" sz="2200" dirty="0"/>
              <a:t>, Mark Hill, David Wood, Guri Sohi, John Shen and Jim Smith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  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C78AEE4-3ADA-41D1-BAD2-6C1450538497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Announcements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143F1B7B-9CFC-4121-9F3D-4F3565D718B3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534400" cy="5029199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Final exam in 2 weeks: </a:t>
            </a:r>
            <a:r>
              <a:rPr lang="en-US" altLang="en-US" b="1" dirty="0"/>
              <a:t>Tue 12/17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12:25 - 2:25 PM in Van Hise 494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See Final Exam Info on Canvas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Final exam review</a:t>
            </a:r>
            <a:r>
              <a:rPr lang="en-US" altLang="en-US"/>
              <a:t>: Tue </a:t>
            </a:r>
            <a:r>
              <a:rPr lang="en-US" altLang="en-US" dirty="0"/>
              <a:t>12/10 in class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altLang="en-US" b="1" dirty="0"/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Project Phase 3 (+ extra credit) due </a:t>
            </a:r>
            <a:r>
              <a:rPr lang="en-US" altLang="en-US" b="1" dirty="0"/>
              <a:t>Mon 12/16</a:t>
            </a:r>
            <a:endParaRPr lang="en-US" altLang="en-US" dirty="0"/>
          </a:p>
        </p:txBody>
      </p:sp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DAF4329D-C55E-47DA-BA90-1897BD2EBD3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21B898B0-BC8F-4462-B6C6-C83A0D12B710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796001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73A2ECA-F784-4AEE-B860-F542FF950168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Improved Multiplier</a:t>
            </a:r>
          </a:p>
        </p:txBody>
      </p:sp>
      <p:sp>
        <p:nvSpPr>
          <p:cNvPr id="14339" name="Slide Number Placeholder 5">
            <a:extLst>
              <a:ext uri="{FF2B5EF4-FFF2-40B4-BE49-F238E27FC236}">
                <a16:creationId xmlns:a16="http://schemas.microsoft.com/office/drawing/2014/main" id="{FEC4C1F6-3588-448E-B78E-04C8C36F4BD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FB8CD66D-2FD6-450B-853A-4B2127EB5257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pic>
        <p:nvPicPr>
          <p:cNvPr id="14340" name="Picture 4" descr="f0431">
            <a:extLst>
              <a:ext uri="{FF2B5EF4-FFF2-40B4-BE49-F238E27FC236}">
                <a16:creationId xmlns:a16="http://schemas.microsoft.com/office/drawing/2014/main" id="{B58F7F73-EFF0-45C2-9E02-AC5BE4AE69E4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00200"/>
            <a:ext cx="7848600" cy="4708525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0E872D6-040E-47BD-A0AF-A5A46E3A6BF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667000" y="1905000"/>
            <a:ext cx="1120820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1000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528971-186E-4C1F-BE41-4979EF931B3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95609" y="5068669"/>
            <a:ext cx="3203121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0000           1001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71F692AE-48D1-48A1-BA26-8FD02EBD49C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 rot="16200000">
            <a:off x="4308096" y="3539169"/>
            <a:ext cx="526475" cy="2134936"/>
          </a:xfrm>
          <a:prstGeom prst="rightBrace">
            <a:avLst>
              <a:gd name="adj1" fmla="val 35641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59DFDE-0681-4E15-A375-6EC7F84A0A89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517531" y="3960782"/>
            <a:ext cx="204506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</a:rPr>
              <a:t>Multiplier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7E71E81-1549-46F0-BCA7-E3F63685EBE4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762000" y="1600200"/>
            <a:ext cx="7848600" cy="4708525"/>
            <a:chOff x="762000" y="1600200"/>
            <a:chExt cx="7848600" cy="4708525"/>
          </a:xfrm>
        </p:grpSpPr>
        <p:pic>
          <p:nvPicPr>
            <p:cNvPr id="21" name="Picture 4" descr="f0431">
              <a:extLst>
                <a:ext uri="{FF2B5EF4-FFF2-40B4-BE49-F238E27FC236}">
                  <a16:creationId xmlns:a16="http://schemas.microsoft.com/office/drawing/2014/main" id="{5990E0C4-C196-4971-B848-2DCBC5C393F4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1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" y="1600200"/>
              <a:ext cx="7848600" cy="47085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CB08689-B3BF-4120-B9B6-8578BACE1E96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667000" y="1905000"/>
              <a:ext cx="1120820" cy="646331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1000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9780906-5BA7-49C5-8121-91618695C511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895609" y="5068669"/>
              <a:ext cx="3203121" cy="646331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1000           100</a:t>
              </a:r>
              <a:r>
                <a:rPr lang="en-US" sz="3600" b="1" u="sng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28CE2BA-DFE5-40F6-9C90-7DCA4348BDEC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3810000" y="3440668"/>
              <a:ext cx="1584088" cy="369332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18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 = enable add</a:t>
              </a:r>
            </a:p>
          </p:txBody>
        </p:sp>
        <p:sp>
          <p:nvSpPr>
            <p:cNvPr id="25" name="Right Brace 24">
              <a:extLst>
                <a:ext uri="{FF2B5EF4-FFF2-40B4-BE49-F238E27FC236}">
                  <a16:creationId xmlns:a16="http://schemas.microsoft.com/office/drawing/2014/main" id="{FFD7BF84-BE85-4664-A8C2-3B0B8C26905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 rot="16200000">
              <a:off x="4308096" y="3539169"/>
              <a:ext cx="526475" cy="2134936"/>
            </a:xfrm>
            <a:prstGeom prst="rightBrace">
              <a:avLst>
                <a:gd name="adj1" fmla="val 35641"/>
                <a:gd name="adj2" fmla="val 5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D67C47C-5963-4593-BB7E-A260F932C1B7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3517531" y="3960782"/>
              <a:ext cx="2045069" cy="400110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dirty="0">
                  <a:latin typeface="Arial" panose="020B0604020202020204" pitchFamily="34" charset="0"/>
                </a:rPr>
                <a:t>Multiplier</a:t>
              </a:r>
            </a:p>
          </p:txBody>
        </p:sp>
      </p:grpSp>
      <p:graphicFrame>
        <p:nvGraphicFramePr>
          <p:cNvPr id="8" name="Group 5">
            <a:extLst>
              <a:ext uri="{FF2B5EF4-FFF2-40B4-BE49-F238E27FC236}">
                <a16:creationId xmlns:a16="http://schemas.microsoft.com/office/drawing/2014/main" id="{683AD915-98B4-45F5-84EC-063510223D66}"/>
              </a:ext>
            </a:extLst>
          </p:cNvPr>
          <p:cNvGraphicFramePr>
            <a:graphicFrameLocks noGrp="1"/>
          </p:cNvGraphicFramePr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1804425860"/>
              </p:ext>
            </p:extLst>
          </p:nvPr>
        </p:nvGraphicFramePr>
        <p:xfrm>
          <a:off x="6553200" y="228600"/>
          <a:ext cx="2362200" cy="2895602"/>
        </p:xfrm>
        <a:graphic>
          <a:graphicData uri="http://schemas.openxmlformats.org/drawingml/2006/table">
            <a:tbl>
              <a:tblPr/>
              <a:tblGrid>
                <a:gridCol w="29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291307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E40F508-3D41-47C0-BDF5-E87AA82A99A3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762000" y="1600200"/>
            <a:ext cx="7848600" cy="4708525"/>
            <a:chOff x="762000" y="1600200"/>
            <a:chExt cx="7848600" cy="4708525"/>
          </a:xfrm>
        </p:grpSpPr>
        <p:pic>
          <p:nvPicPr>
            <p:cNvPr id="14340" name="Picture 4" descr="f0431">
              <a:extLst>
                <a:ext uri="{FF2B5EF4-FFF2-40B4-BE49-F238E27FC236}">
                  <a16:creationId xmlns:a16="http://schemas.microsoft.com/office/drawing/2014/main" id="{B58F7F73-EFF0-45C2-9E02-AC5BE4AE69E4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29"/>
              </p:custDataLst>
            </p:nvPr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" y="1600200"/>
              <a:ext cx="7848600" cy="47085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0E872D6-040E-47BD-A0AF-A5A46E3A6BF2}"/>
                </a:ext>
              </a:extLst>
            </p:cNvPr>
            <p:cNvSpPr txBox="1"/>
            <p:nvPr>
              <p:custDataLst>
                <p:tags r:id="rId30"/>
              </p:custDataLst>
            </p:nvPr>
          </p:nvSpPr>
          <p:spPr>
            <a:xfrm>
              <a:off x="2667000" y="1905000"/>
              <a:ext cx="1120820" cy="646331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1000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1528971-186E-4C1F-BE41-4979EF931B38}"/>
                </a:ext>
              </a:extLst>
            </p:cNvPr>
            <p:cNvSpPr txBox="1"/>
            <p:nvPr>
              <p:custDataLst>
                <p:tags r:id="rId31"/>
              </p:custDataLst>
            </p:nvPr>
          </p:nvSpPr>
          <p:spPr>
            <a:xfrm>
              <a:off x="1895609" y="5068669"/>
              <a:ext cx="3203121" cy="646331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0100           010</a:t>
              </a:r>
              <a:r>
                <a:rPr lang="en-US" sz="3600" b="1" u="sng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DFAC3A0-CDF9-4F2C-BC44-BC978FF2688A}"/>
                </a:ext>
              </a:extLst>
            </p:cNvPr>
            <p:cNvSpPr txBox="1"/>
            <p:nvPr>
              <p:custDataLst>
                <p:tags r:id="rId32"/>
              </p:custDataLst>
            </p:nvPr>
          </p:nvSpPr>
          <p:spPr>
            <a:xfrm>
              <a:off x="3822824" y="3440668"/>
              <a:ext cx="1616148" cy="369332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18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 = disable add</a:t>
              </a:r>
            </a:p>
          </p:txBody>
        </p:sp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3131962B-2A90-40B1-B4B5-DD8C4768D606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 rot="16200000">
              <a:off x="4308096" y="3539169"/>
              <a:ext cx="526475" cy="2134936"/>
            </a:xfrm>
            <a:prstGeom prst="rightBrace">
              <a:avLst>
                <a:gd name="adj1" fmla="val 35641"/>
                <a:gd name="adj2" fmla="val 5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E097557-5D15-46C1-B8C8-018CB000CE1F}"/>
                </a:ext>
              </a:extLst>
            </p:cNvPr>
            <p:cNvSpPr txBox="1"/>
            <p:nvPr>
              <p:custDataLst>
                <p:tags r:id="rId34"/>
              </p:custDataLst>
            </p:nvPr>
          </p:nvSpPr>
          <p:spPr>
            <a:xfrm>
              <a:off x="3517531" y="3960782"/>
              <a:ext cx="2045069" cy="400110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dirty="0">
                  <a:latin typeface="Arial" panose="020B0604020202020204" pitchFamily="34" charset="0"/>
                </a:rPr>
                <a:t>Multiplier</a:t>
              </a:r>
            </a:p>
          </p:txBody>
        </p:sp>
      </p:grpSp>
      <p:sp>
        <p:nvSpPr>
          <p:cNvPr id="14338" name="Rectangle 2">
            <a:extLst>
              <a:ext uri="{FF2B5EF4-FFF2-40B4-BE49-F238E27FC236}">
                <a16:creationId xmlns:a16="http://schemas.microsoft.com/office/drawing/2014/main" id="{F73A2ECA-F784-4AEE-B860-F542FF950168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Improved Multiplier</a:t>
            </a:r>
          </a:p>
        </p:txBody>
      </p:sp>
      <p:sp>
        <p:nvSpPr>
          <p:cNvPr id="14339" name="Slide Number Placeholder 5">
            <a:extLst>
              <a:ext uri="{FF2B5EF4-FFF2-40B4-BE49-F238E27FC236}">
                <a16:creationId xmlns:a16="http://schemas.microsoft.com/office/drawing/2014/main" id="{FEC4C1F6-3588-448E-B78E-04C8C36F4BD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FB8CD66D-2FD6-450B-853A-4B2127EB5257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EE0F35A-D876-4C15-BCDC-FDA46D61BC7E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762000" y="1600200"/>
            <a:ext cx="7848600" cy="4708525"/>
            <a:chOff x="762000" y="1600200"/>
            <a:chExt cx="7848600" cy="4708525"/>
          </a:xfrm>
        </p:grpSpPr>
        <p:pic>
          <p:nvPicPr>
            <p:cNvPr id="13" name="Picture 4" descr="f0431">
              <a:extLst>
                <a:ext uri="{FF2B5EF4-FFF2-40B4-BE49-F238E27FC236}">
                  <a16:creationId xmlns:a16="http://schemas.microsoft.com/office/drawing/2014/main" id="{DC063122-06DB-4BFD-A467-E85DBE29F99B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23"/>
              </p:custDataLst>
            </p:nvPr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" y="1600200"/>
              <a:ext cx="7848600" cy="47085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784B4FE-66B2-4AC5-A1A3-A7D0094D7146}"/>
                </a:ext>
              </a:extLst>
            </p:cNvPr>
            <p:cNvSpPr txBox="1"/>
            <p:nvPr>
              <p:custDataLst>
                <p:tags r:id="rId24"/>
              </p:custDataLst>
            </p:nvPr>
          </p:nvSpPr>
          <p:spPr>
            <a:xfrm>
              <a:off x="2667000" y="1905000"/>
              <a:ext cx="1120820" cy="646331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1000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EAD1D88-AB67-4E81-8353-431D5B1F70BA}"/>
                </a:ext>
              </a:extLst>
            </p:cNvPr>
            <p:cNvSpPr txBox="1"/>
            <p:nvPr>
              <p:custDataLst>
                <p:tags r:id="rId25"/>
              </p:custDataLst>
            </p:nvPr>
          </p:nvSpPr>
          <p:spPr>
            <a:xfrm>
              <a:off x="1895609" y="5068669"/>
              <a:ext cx="3203121" cy="646331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0010           001</a:t>
              </a:r>
              <a:r>
                <a:rPr lang="en-US" sz="3600" b="1" u="sng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209A84B-92CA-4ADF-AE1A-39839ACA7E92}"/>
                </a:ext>
              </a:extLst>
            </p:cNvPr>
            <p:cNvSpPr txBox="1"/>
            <p:nvPr>
              <p:custDataLst>
                <p:tags r:id="rId26"/>
              </p:custDataLst>
            </p:nvPr>
          </p:nvSpPr>
          <p:spPr>
            <a:xfrm>
              <a:off x="3810000" y="3440668"/>
              <a:ext cx="1616148" cy="369332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18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 = disable add</a:t>
              </a:r>
            </a:p>
          </p:txBody>
        </p:sp>
        <p:sp>
          <p:nvSpPr>
            <p:cNvPr id="19" name="Right Brace 18">
              <a:extLst>
                <a:ext uri="{FF2B5EF4-FFF2-40B4-BE49-F238E27FC236}">
                  <a16:creationId xmlns:a16="http://schemas.microsoft.com/office/drawing/2014/main" id="{AAB5B33A-54AF-4DB2-A8F7-C9163CD82F94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 rot="16200000">
              <a:off x="4308096" y="3539169"/>
              <a:ext cx="526475" cy="2134936"/>
            </a:xfrm>
            <a:prstGeom prst="rightBrace">
              <a:avLst>
                <a:gd name="adj1" fmla="val 35641"/>
                <a:gd name="adj2" fmla="val 5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45E1762-CC88-4155-B8CB-BFC0AAB65A9A}"/>
                </a:ext>
              </a:extLst>
            </p:cNvPr>
            <p:cNvSpPr txBox="1"/>
            <p:nvPr>
              <p:custDataLst>
                <p:tags r:id="rId28"/>
              </p:custDataLst>
            </p:nvPr>
          </p:nvSpPr>
          <p:spPr>
            <a:xfrm>
              <a:off x="3517531" y="3960782"/>
              <a:ext cx="2045069" cy="400110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dirty="0">
                  <a:latin typeface="Arial" panose="020B0604020202020204" pitchFamily="34" charset="0"/>
                </a:rPr>
                <a:t>Multiplier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A922773-B288-4D4E-B47E-528A0902641D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762000" y="1600200"/>
            <a:ext cx="7848600" cy="4708525"/>
            <a:chOff x="762000" y="1600200"/>
            <a:chExt cx="7848600" cy="4708525"/>
          </a:xfrm>
        </p:grpSpPr>
        <p:pic>
          <p:nvPicPr>
            <p:cNvPr id="22" name="Picture 4" descr="f0431">
              <a:extLst>
                <a:ext uri="{FF2B5EF4-FFF2-40B4-BE49-F238E27FC236}">
                  <a16:creationId xmlns:a16="http://schemas.microsoft.com/office/drawing/2014/main" id="{0E497724-3CB7-42FF-9C0C-5606D78F9186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7"/>
              </p:custDataLst>
            </p:nvPr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" y="1600200"/>
              <a:ext cx="7848600" cy="47085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1F2A6FE-4172-4FC1-A425-C2B51DE8B422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667000" y="1905000"/>
              <a:ext cx="1120820" cy="646331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1000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3E9D73A-75D3-4913-B1AF-820F270EFF72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895608" y="5068669"/>
              <a:ext cx="3203121" cy="646331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1001           000</a:t>
              </a:r>
              <a:r>
                <a:rPr lang="en-US" sz="3600" b="1" u="sng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5FDBB70-8FE7-4D77-9159-F9B25EECF376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3810000" y="3440668"/>
              <a:ext cx="1584088" cy="369332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18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 = enable add</a:t>
              </a:r>
            </a:p>
          </p:txBody>
        </p:sp>
        <p:sp>
          <p:nvSpPr>
            <p:cNvPr id="26" name="Right Brace 25">
              <a:extLst>
                <a:ext uri="{FF2B5EF4-FFF2-40B4-BE49-F238E27FC236}">
                  <a16:creationId xmlns:a16="http://schemas.microsoft.com/office/drawing/2014/main" id="{17615B53-0D4E-438E-BE4D-B9AB7AC5B94E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 rot="16200000">
              <a:off x="4308096" y="3539169"/>
              <a:ext cx="526475" cy="2134936"/>
            </a:xfrm>
            <a:prstGeom prst="rightBrace">
              <a:avLst>
                <a:gd name="adj1" fmla="val 35641"/>
                <a:gd name="adj2" fmla="val 5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7130CDC-5CD9-48B1-8CD4-7FE1D594C466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3517531" y="3960782"/>
              <a:ext cx="2045069" cy="400110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dirty="0">
                  <a:latin typeface="Arial" panose="020B0604020202020204" pitchFamily="34" charset="0"/>
                </a:rPr>
                <a:t>Multiplier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510365F-EAF5-4D98-9297-517AAB8485B1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762000" y="1600200"/>
            <a:ext cx="7848600" cy="4708525"/>
            <a:chOff x="762000" y="1600200"/>
            <a:chExt cx="7848600" cy="4708525"/>
          </a:xfrm>
        </p:grpSpPr>
        <p:pic>
          <p:nvPicPr>
            <p:cNvPr id="29" name="Picture 4" descr="f0431">
              <a:extLst>
                <a:ext uri="{FF2B5EF4-FFF2-40B4-BE49-F238E27FC236}">
                  <a16:creationId xmlns:a16="http://schemas.microsoft.com/office/drawing/2014/main" id="{BC6F9CC9-F12A-4434-AF12-385C819EAB66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1"/>
              </p:custDataLst>
            </p:nvPr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" y="1600200"/>
              <a:ext cx="7848600" cy="47085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88CE628-5E42-4210-B35B-EDD065FA8A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667000" y="1905000"/>
              <a:ext cx="1120820" cy="646331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1000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00E9414-0A68-4382-9863-D2B7EA6D064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895608" y="5068669"/>
              <a:ext cx="3203121" cy="646331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0100           1000</a:t>
              </a:r>
              <a:endParaRPr lang="en-US" sz="3600" b="1" u="sng" dirty="0">
                <a:solidFill>
                  <a:schemeClr val="accent6">
                    <a:lumMod val="75000"/>
                  </a:schemeClr>
                </a:solidFill>
                <a:latin typeface="+mn-lt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2C3987C-E259-437D-AF74-A03CDDEAE739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7239000" y="5452646"/>
              <a:ext cx="619080" cy="338554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done</a:t>
              </a:r>
            </a:p>
          </p:txBody>
        </p:sp>
        <p:sp>
          <p:nvSpPr>
            <p:cNvPr id="33" name="Right Brace 32">
              <a:extLst>
                <a:ext uri="{FF2B5EF4-FFF2-40B4-BE49-F238E27FC236}">
                  <a16:creationId xmlns:a16="http://schemas.microsoft.com/office/drawing/2014/main" id="{80688DDA-BCEA-4A1D-9868-E3D0305A0482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 rot="16200000">
              <a:off x="4308096" y="3539169"/>
              <a:ext cx="526475" cy="2134936"/>
            </a:xfrm>
            <a:prstGeom prst="rightBrace">
              <a:avLst>
                <a:gd name="adj1" fmla="val 35641"/>
                <a:gd name="adj2" fmla="val 5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283F4E1-4809-467F-840F-981CD0C4251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3517531" y="3960782"/>
              <a:ext cx="2045069" cy="400110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dirty="0">
                  <a:latin typeface="Arial" panose="020B0604020202020204" pitchFamily="34" charset="0"/>
                </a:rPr>
                <a:t>Multiplier</a:t>
              </a:r>
            </a:p>
          </p:txBody>
        </p:sp>
      </p:grpSp>
      <p:graphicFrame>
        <p:nvGraphicFramePr>
          <p:cNvPr id="9" name="Group 5">
            <a:extLst>
              <a:ext uri="{FF2B5EF4-FFF2-40B4-BE49-F238E27FC236}">
                <a16:creationId xmlns:a16="http://schemas.microsoft.com/office/drawing/2014/main" id="{1E2A5261-9471-43DB-9274-9A2BA9D6238C}"/>
              </a:ext>
            </a:extLst>
          </p:cNvPr>
          <p:cNvGraphicFramePr>
            <a:graphicFrameLocks noGrp="1"/>
          </p:cNvGraphicFramePr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804425860"/>
              </p:ext>
            </p:extLst>
          </p:nvPr>
        </p:nvGraphicFramePr>
        <p:xfrm>
          <a:off x="6553200" y="228600"/>
          <a:ext cx="2362200" cy="2895602"/>
        </p:xfrm>
        <a:graphic>
          <a:graphicData uri="http://schemas.openxmlformats.org/drawingml/2006/table">
            <a:tbl>
              <a:tblPr/>
              <a:tblGrid>
                <a:gridCol w="29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7A9C185D-127A-4CFB-913A-A42150263AC4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517531" y="3421097"/>
            <a:ext cx="397043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number of adds = number of 1s in multiplier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F4BC135-7C1B-495D-A5FB-BD518D638488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371600" y="3124200"/>
            <a:ext cx="2161169" cy="1219200"/>
          </a:xfrm>
          <a:prstGeom prst="ellipse">
            <a:avLst/>
          </a:prstGeom>
          <a:noFill/>
          <a:ln w="508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5635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917D1BF-B469-4787-9461-9ED1F5EA11A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Booth’s Multiplier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E84964F7-FCF0-4444-993D-45EC879D5589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Recall grade school trick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When multiplying by 9: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Multiply by 10 (easy, just shift digits left), then subtract once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e.g., 123456 x 9 = 123456 x (10 – 1) = 1234560 – 123456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Converts addition of six partial products to one shift and one subtraction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b="1" dirty="0"/>
              <a:t>Booth’s multiplier </a:t>
            </a:r>
            <a:r>
              <a:rPr lang="en-US" altLang="en-US" sz="2800" dirty="0"/>
              <a:t>applies the same principle</a:t>
            </a:r>
          </a:p>
          <a:p>
            <a:pPr lvl="1" eaLnBrk="1" hangingPunct="1"/>
            <a:r>
              <a:rPr lang="en-US" altLang="en-US" sz="2400" dirty="0"/>
              <a:t>e.g., Multiplying by 00001111000 (120 in decimal) is equivalent to multiplying by 000</a:t>
            </a:r>
            <a:r>
              <a:rPr lang="en-US" altLang="en-US" sz="2400" b="1" dirty="0"/>
              <a:t>1</a:t>
            </a:r>
            <a:r>
              <a:rPr lang="en-US" altLang="en-US" sz="2400" dirty="0"/>
              <a:t>0000000 – 0000000</a:t>
            </a:r>
            <a:r>
              <a:rPr lang="en-US" altLang="en-US" sz="2400" b="1" dirty="0"/>
              <a:t>1</a:t>
            </a:r>
            <a:r>
              <a:rPr lang="en-US" altLang="en-US" sz="2400" dirty="0"/>
              <a:t>000 (128 – 8 in decimal)</a:t>
            </a:r>
          </a:p>
          <a:p>
            <a:pPr lvl="1" eaLnBrk="1" hangingPunct="1"/>
            <a:r>
              <a:rPr lang="en-US" altLang="en-US" sz="2400" b="1" dirty="0"/>
              <a:t>Booth’s Encoding</a:t>
            </a:r>
            <a:r>
              <a:rPr lang="en-US" altLang="en-US" sz="2400" dirty="0"/>
              <a:t>: Convert each run of 1s in the multiplier to a difference of powers of 2</a:t>
            </a:r>
          </a:p>
        </p:txBody>
      </p:sp>
      <p:sp>
        <p:nvSpPr>
          <p:cNvPr id="17412" name="Slide Number Placeholder 5">
            <a:extLst>
              <a:ext uri="{FF2B5EF4-FFF2-40B4-BE49-F238E27FC236}">
                <a16:creationId xmlns:a16="http://schemas.microsoft.com/office/drawing/2014/main" id="{7F5FEFA4-5AA1-477D-8B8D-789B1DEEB02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A11738F2-6AD2-42B9-A3D2-B2F808ECD90C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13814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8E97CBE-1F47-4941-A97A-06BCC364808D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Booth’s Multiplier</a:t>
            </a:r>
          </a:p>
        </p:txBody>
      </p:sp>
      <p:sp>
        <p:nvSpPr>
          <p:cNvPr id="19459" name="Slide Number Placeholder 5">
            <a:extLst>
              <a:ext uri="{FF2B5EF4-FFF2-40B4-BE49-F238E27FC236}">
                <a16:creationId xmlns:a16="http://schemas.microsoft.com/office/drawing/2014/main" id="{C9F302DB-3C1A-4105-BDC4-1FD77A781B7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05ABAD2B-6DB0-48BA-8F1D-B749E4DA3010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185430" name="Group 86">
            <a:extLst>
              <a:ext uri="{FF2B5EF4-FFF2-40B4-BE49-F238E27FC236}">
                <a16:creationId xmlns:a16="http://schemas.microsoft.com/office/drawing/2014/main" id="{6921AE51-E4ED-43A7-A260-679695C12BDE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642356292"/>
              </p:ext>
            </p:extLst>
          </p:nvPr>
        </p:nvGraphicFramePr>
        <p:xfrm>
          <a:off x="381000" y="1858963"/>
          <a:ext cx="8382000" cy="40640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1169032988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12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Multiplier bits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Current bit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Previous bit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Operation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0000111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Begins run of 1s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(rising edge)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Subtract (-)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000011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Middle of run of 1s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Nothing 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01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111000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End of run of 1s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(falling edge)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Add (+)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00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01111000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Middle of run of 0s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Nothing 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D2EA55F6-C32A-4CB2-A4CB-E50482F42C22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5"/>
            </p:custDataLst>
          </p:nvPr>
        </p:nvSpPr>
        <p:spPr>
          <a:xfrm>
            <a:off x="457200" y="1295400"/>
            <a:ext cx="8382000" cy="563563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dirty="0"/>
              <a:t>From right (least significant) to left (most significant) bit: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9CF8129-7208-4A1B-8A16-38C926C23EC9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57200" y="5867400"/>
            <a:ext cx="822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en-US" sz="2800" dirty="0"/>
              <a:t>Booth’s encoding: 000</a:t>
            </a:r>
            <a:r>
              <a:rPr lang="en-US" altLang="en-US" sz="2800" b="1" dirty="0"/>
              <a:t>+</a:t>
            </a:r>
            <a:r>
              <a:rPr lang="en-US" altLang="en-US" sz="2800" dirty="0"/>
              <a:t>000</a:t>
            </a:r>
            <a:r>
              <a:rPr lang="en-US" altLang="en-US" sz="2800" b="1" dirty="0"/>
              <a:t>-</a:t>
            </a:r>
            <a:r>
              <a:rPr lang="en-US" altLang="en-US" sz="2800" dirty="0"/>
              <a:t>000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1800" dirty="0"/>
              <a:t>e.g., Multiplying by 00001111000 (= 000</a:t>
            </a:r>
            <a:r>
              <a:rPr lang="en-US" altLang="en-US" sz="1800" b="1" dirty="0"/>
              <a:t>1</a:t>
            </a:r>
            <a:r>
              <a:rPr lang="en-US" altLang="en-US" sz="1800" dirty="0"/>
              <a:t>0000000 – 0000000</a:t>
            </a:r>
            <a:r>
              <a:rPr lang="en-US" altLang="en-US" sz="1800" b="1" dirty="0"/>
              <a:t>1</a:t>
            </a:r>
            <a:r>
              <a:rPr lang="en-US" altLang="en-US" sz="1800" dirty="0"/>
              <a:t>000)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094B7C7-F577-E235-BD9E-7AD89AF75F42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dirty="0"/>
              <a:t>Multiplicand x multiplier: 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6 x 7 = 42</a:t>
            </a:r>
          </a:p>
          <a:p>
            <a:pPr lvl="1" eaLnBrk="1" hangingPunct="1">
              <a:buFontTx/>
              <a:buNone/>
            </a:pP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0110</a:t>
            </a:r>
            <a:r>
              <a:rPr lang="en-US" altLang="en-US" dirty="0"/>
              <a:t> x 0111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Multiplier 0111 in Booth’s encoding is </a:t>
            </a:r>
            <a:r>
              <a:rPr lang="en-US" altLang="en-US" dirty="0">
                <a:solidFill>
                  <a:schemeClr val="accent3">
                    <a:lumMod val="75000"/>
                  </a:schemeClr>
                </a:solidFill>
              </a:rPr>
              <a:t>+00-</a:t>
            </a:r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874FB6FA-F592-4F0B-8861-8D8BC0144526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Booth’s Multiplier</a:t>
            </a:r>
          </a:p>
        </p:txBody>
      </p:sp>
      <p:sp>
        <p:nvSpPr>
          <p:cNvPr id="23556" name="Slide Number Placeholder 5">
            <a:extLst>
              <a:ext uri="{FF2B5EF4-FFF2-40B4-BE49-F238E27FC236}">
                <a16:creationId xmlns:a16="http://schemas.microsoft.com/office/drawing/2014/main" id="{25BC7CC7-22C9-4416-909C-4A07352E265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2BF1CBC9-C291-4DEA-9AA0-AA635218C263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04A4370-3251-41B8-A9A8-266D5C1BC084}"/>
              </a:ext>
            </a:extLst>
          </p:cNvPr>
          <p:cNvCxnSpPr>
            <a:cxnSpLocks/>
          </p:cNvCxnSpPr>
          <p:nvPr/>
        </p:nvCxnSpPr>
        <p:spPr>
          <a:xfrm flipH="1">
            <a:off x="6858000" y="3200400"/>
            <a:ext cx="609600" cy="0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122D4AB-6885-40E7-AE3A-F5F2113C7DFD}"/>
              </a:ext>
            </a:extLst>
          </p:cNvPr>
          <p:cNvCxnSpPr>
            <a:cxnSpLocks/>
          </p:cNvCxnSpPr>
          <p:nvPr/>
        </p:nvCxnSpPr>
        <p:spPr>
          <a:xfrm flipH="1">
            <a:off x="6858000" y="3200400"/>
            <a:ext cx="609600" cy="0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91EC071-F965-4536-AE61-937B5E4516B6}"/>
              </a:ext>
            </a:extLst>
          </p:cNvPr>
          <p:cNvCxnSpPr>
            <a:cxnSpLocks/>
          </p:cNvCxnSpPr>
          <p:nvPr/>
        </p:nvCxnSpPr>
        <p:spPr>
          <a:xfrm flipH="1">
            <a:off x="6858000" y="3200400"/>
            <a:ext cx="609600" cy="0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CBC829E-8CE6-406E-9818-19FC9B69359E}"/>
              </a:ext>
            </a:extLst>
          </p:cNvPr>
          <p:cNvCxnSpPr>
            <a:cxnSpLocks/>
          </p:cNvCxnSpPr>
          <p:nvPr/>
        </p:nvCxnSpPr>
        <p:spPr>
          <a:xfrm flipH="1">
            <a:off x="6858000" y="3200400"/>
            <a:ext cx="609600" cy="0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122A5FD-2273-4F02-B96A-90D8699C0BE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76200" y="4067889"/>
            <a:ext cx="2667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number of adds/subs = number of falling/rising edges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3310C13-3AA3-4952-930F-3C97E270E734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343400" y="3810000"/>
            <a:ext cx="1066800" cy="533400"/>
          </a:xfrm>
          <a:prstGeom prst="ellipse">
            <a:avLst/>
          </a:prstGeom>
          <a:noFill/>
          <a:ln w="508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51CCDBD-6DBB-479E-87EE-50A759C0EC1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339087" y="5181600"/>
            <a:ext cx="1066800" cy="533400"/>
          </a:xfrm>
          <a:prstGeom prst="ellipse">
            <a:avLst/>
          </a:prstGeom>
          <a:noFill/>
          <a:ln w="508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Group 30">
            <a:extLst>
              <a:ext uri="{FF2B5EF4-FFF2-40B4-BE49-F238E27FC236}">
                <a16:creationId xmlns:a16="http://schemas.microsoft.com/office/drawing/2014/main" id="{A5D6483A-0858-9DDA-5FE6-EC2DB85A9FBC}"/>
              </a:ext>
            </a:extLst>
          </p:cNvPr>
          <p:cNvGraphicFramePr>
            <a:graphicFrameLocks noGrp="1"/>
          </p:cNvGraphicFramePr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989310305"/>
              </p:ext>
            </p:extLst>
          </p:nvPr>
        </p:nvGraphicFramePr>
        <p:xfrm>
          <a:off x="2514600" y="3886200"/>
          <a:ext cx="6096000" cy="2311402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0000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0110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x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–1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1111 1010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0 110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x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1111 1010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01 10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x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1111 1010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011 0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x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+1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+ 0010 1010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Final Sum: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0010 1010 (42)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630245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 animBg="1"/>
      <p:bldP spid="23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PERSISTENCEDATA" val="MMPROD_UIPERSISTENCEDATA"/>
  <p:tag name="MMPROD_THEME_BG_IMAGE" val=""/>
  <p:tag name="MMPROD_TAG_VCONFIG" val="PD94bWwgdmVyc2lvbj0iMS4wIj8+DQo8Y29uZmlndXJhdGlvbj4NCgk8YnJhbmRpbmc+DQoJCTx1aWZvbnQgbmFtZT0iRk9OVF9OT1RFU19URVhUIiB2YWx1ZT0iVmVyZGFuYSw5LGZhbHNlLGZhbHNlLGZhbHNlIi8+DQoJPC9icmFuZGluZz4NCgk8Y29sb3JzPg0KCQk8dWljb2xvciBuYW1lPSJwcmltYXJ5IiB2YWx1ZT0iMHg2Rjg0ODgiLz4NCgkJPHVpY29sb3IgbmFtZT0iZ2xvdyIgdmFsdWU9IjB4NjA5NzczIi8+DQoJCTx1aWNvbG9yIG5hbWU9InRleHQiIHZhbHVlPSIweEZGRkZGRiIvPg0KCQk8dWljb2xvciBuYW1lPSJsaWdodCIgdmFsdWU9IjB4NEU1RDYwIi8+DQoJCTx1aWNvbG9yIG5hbWU9InNoYWRvdyIgdmFsdWU9IjB4MDAwMDAwIi8+DQoJCTx1aWNvbG9yIG5hbWU9ImJhY2tncm91bmQiIHZhbHVlPSIweDcyNzk3MSIvPg0KCTwvY29sb3JzPg0KCTxsYXlvdXQ+DQoJCTx1aXNob3cgbmFtZT0icHJlc2VudGF0aW9udGl0bGUiIHZhbHVlPSJ0cnVlIi8+PHVpc2hvdyBuYW1lPSJwcmVzZW50ZXJwaG90byIgdmFsdWU9InRydWUiLz48dWlzaG93IG5hbWU9InByZXNlbnRlcm5hbWUiIHZhbHVlPSJ0cnVlIi8+PHVpc2hvdyBuYW1lPSJwcmVzZW50ZXJ0aXRsZSIgdmFsdWU9InRydWUiLz48dWlzaG93IG5hbWU9InByZXNlbnRlcmVtYWlsIiB2YWx1ZT0idHJ1ZSIvPjx1aXNob3cgbmFtZT0icHJlc2VudGVyYmlvIiB2YWx1ZT0idHJ1ZSIvPjx1aXNob3cgbmFtZT0iY29tcGFueWxvZ28iIHZhbHVlPSJ0cnVlIi8+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+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+PHVpc2hvdyBuYW1lPSJ2aWV3Y2hhbmdlIiB2YWx1ZT0idHJ1ZSIvPjx1aXNob3cgbmFtZT0iYWx3YXlzU2NydW5jaCIgdmFsdWU9ImZhbHNlIi8+PHVpc2hvdyBuYW1lPSJpbml0aWFsZGlzcGxheW1vZGVpc25vcm1hbCIgdmFsdWU9InRydWUiLz48dWlyZXBsYWNlIG5hbWU9ImxvZ28iIHZhbHVlPSIiLz48dWlyZXBsYWNlIG5hbWU9ImJnaW1hZ2UiIHZhbHVlPSIiLz48dWlyZXBsYWNlIG5hbWU9ImluaXRpYWx0YWIiIHZhbHVlPSJvdXRsaW5lIi8+PHVpc2hvdyBuYW1lPSJjY3RleHRoaWdobGlnaHRpbmciIHZhbHVlPSJ0cnVlIi8+DQoJPC9sYXlvdXQ+DQoJPHByZWxvYWRlcj48c2V0Qm9vbCBuYW1lPSJkaXNhYmxlQXNzZXRQcmVsb2FkZXIiIHZhbHVlPSJ0cnVlIi8+PC9wcmVsb2FkZXI+PGxhbmd1YWdlIGlkPSJlb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TbGlkZSAlbiIv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x1aXRleHQgbmFtZT0iQ09VUlNFX1NUQVRVUyIgdmFsdWU9Ik1vZHVsZSBTdGF0dXMiLz4NCgkJPHVpdGV4dCBuYW1lPSJQQVNTRURfU1RSSU5HIiB2YWx1ZT0iUGFzc2VkIi8+DQoJCTx1aXRleHQgbmFtZT0iRkFJTEVEX1NUUklORyIgdmFsdWU9IkZhaWxlZCIvPg0KCQk8IS0tcXVpeiBwb2QgYW5kIG1lc3NhZ2UgYm94IHRleHRz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+DQoJCTx1aXRleHQgbmFtZT0iUVVJWlBPRF9RVUlaX1BBU1NTQ09SRSIgdmFsdWU9IlBhc3NpbmcgU2NvcmU6Ii8+DQoJCTx1aXRleHQgbmFtZT0iUVVJWlBPRF9RVUlaX01BWFNDT1JFIiB2YWx1ZT0iTWF4IFNjb3JlOiIvPg0KCQk8dWl0ZXh0IG5hbWU9IlFVSVpQT0RfUVVFU0FUTVBUX1NUUiIgdmFsdWU9IkF0dGVtcHQ6ICVuIG9mICV0Ii8+DQoJCTx1aXRleHQgbmFtZT0iUVVJWlBPRF9RVUVTVFlQRV9TVFIiIHZhbHVlPSJUeXBlOiAlcyIvPg0KCQk8dWl0ZXh0IG5hbWU9IlFVSVpQT0RfUVVFU1RZUEVfR1JEIiB2YWx1ZT0iR3JhZGVkIi8+DQoJCTx1aXRleHQgbmFtZT0iUVVJWlBPRF9RVUVTVFlQRV9TVlkiIHZhbHVlPSJTdXJ2ZXkiLz4NCgkJPHVpdGV4dCBuYW1lPSJRVUlaUE9EX1FVSVpBVE1QVF9JTkYiIHZhbHVlPSJJbmZpbml0ZSIvPg0KCQk8dWl0ZXh0IG5hbWU9IlFVSVpQT0RfUVVFU0FUTVBUX0lORiIgdmFsdWU9IkluZmluaXRlIi8+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TaG93IHNpZGViYXIgdG8gcGFydGljaXBhbnRzIi8+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/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+DQoJCTx1aXRleHQgbmFtZT0iQ09MTEFCX0xPQ0FMX1BMQVlCQUNLQlROIiB2YWx1ZT0i2YXZiNin2YHZgiIvPg0KCQk8IS0tIHN1YnN0aXR1dGlvbjogJW4gPT0gc2xpZGUgbnVtYmVyIC0tPg0KCQk8IS0tIHN1YnN0aXR1dGlvbjogJXQgPT0gdG90YWwgc2xpZGUgY291bnQgLS0+DQoJCTx1aXRleHQgbmFtZT0iU0NSVUJCQVJTVEFUVVNfU0xJREVJTkZPIiB2YWx1ZT0i2LTYsdmK2K3YqSAlbiAvICV0IHwgIi8+DQoJCTx1aXRleHQgbmFtZT0iU0NSVUJCQVJTVEFUVVNfU1RPUFBFRCIgdmFsdWU9ItmF2KrZiNmC2YEiLz4NCgkJPHVpdGV4dCBuYW1lPSJTQ1JVQkJBUlNUQVRVU19QTEFZSU5HIiB2YWx1ZT0i2YLZitivINin2YTYqti02LrZitmEIi8+DQoJCTx1aXRleHQgbmFtZT0iU0NSVUJCQVJTVEFUVVNfTk9BVURJTyIgdmFsdWU9ItmE2Kcg2YrZiNis2K8g2LXZiNiqIi8+DQoJCTx1aXRleHQgbmFtZT0iU0NSVUJCQVJTVEFUVVNfVklEUExBWUlORyIgdmFsdWU9Itin2YTZgdmK2K/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+DQoJCTwhLS0gc3Vic3RpdHV0aW9uOiAlcyA9PSBzZWNvbmRzIHJlbWFpbmluZyAtLT4NCgkJPHVpdGV4dCBuYW1lPSJFTEFQU0VEIiB2YWx1ZT0iJW0g2K/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+DQoJCTx1aXRleHQgbmFtZT0iVEFCX1FVSVoiIHZhbHVlPSLZhdiz2KfYqNmC2KkiLz4NCgkJPHVpdGV4dCBuYW1lPSJUQUJfT1VUTElORSIgdmFsdWU9ItmF2K7Yt9i3Ii8+DQoJCTx1aXRleHQgbmFtZT0iVEFCX1RIVU1CIiB2YWx1ZT0i2YXYtdi62ZHYsdipIi8+DQoJCTx1aXRleHQgbmFtZT0iVEFCX05PVEVTIiB2YWx1ZT0i2YXZhNin2K3YuNin2KoiLz4NCgkJPHVpdGV4dCBuYW1lPSJUQUJfU0VBUkNIIiB2YWx1ZT0i2KjYrdirIi8+DQoJCTx1aXRleHQgbmFtZT0iU0xJREVfSEVBRElORyIgdmFsdWU9Iti52YbZiNin2YYg2KfZhNi02LHZitit2KkgIi8+DQoJCTx1aXRleHQgbmFtZT0iRFVSQVRJT05fSEVBRElORyIgdmFsdWU9ItmF2K/YqSIvPg0KCQk8dWl0ZXh0IG5hbWU9IlNFQVJDSF9IRUFESU5HIiB2YWx1ZT0iOtin2YTYqNit2Ksg2LnZhiDZhti1Ii8+DQoJCTx1aXRleHQgbmFtZT0iVEhVTUJfSEVBRElORyIgdmFsdWU9Iti02LHZitit2KkiLz4NCgkJPHVpdGV4dCBuYW1lPSJUSFVNQl9JTkZPIiB2YWx1ZT0i2LnZhtmI2KfZhi/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+DQoJCTx1aXRleHQgbmFtZT0iQ09VUlNFX1NUQVRVUyIgdmFsdWU9Itit2KfZhNipINin2YTZiNit2K/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/Ysdis2Kkg2KfZhNmF2LPYrNmE2KkiLz4NCgkJPHVpdGV4dCBuYW1lPSJRVUlaUE9EX1FVSVpfUEFTU1NDT1JFIiB2YWx1ZT0iOtiv2LHYrNipINin2YTZhtis2KfYrSIvPg0KCQk8dWl0ZXh0IG5hbWU9IlFVSVpQT0RfUVVJWl9NQVhTQ09SRSIgdmFsdWU9IjrYp9mE2K/Ysdis2Kkg2KfZhNmC2LXZiNmJIi8+DQoJCTx1aXRleHQgbmFtZT0iUVVJWlBPRF9RVUVTQVRNUFRfU1RSIiB2YWx1ZT0i2KfZhNmF2K3Yp9mI2YTYqSAlbiDZhdmGICV0Ii8+DQoJCTx1aXRleHQgbmFtZT0iUVVJWlBPRF9RVUVTVFlQRV9TVFIiIHZhbHVlPSLYp9mE2YbZiNi5OiAlcyIvPg0KCQk8dWl0ZXh0IG5hbWU9IlFVSVpQT0RfUVVFU1RZUEVfR1JEIiB2YWx1ZT0i2KrZhSDYqti12K3Zitit2YciLz4NCgkJPHVpdGV4dCBuYW1lPSJRVUlaUE9EX1FVRVNUWVBFX1NWWSIgdmFsdWU9Itin2LPYqti32YTYp9i5Ii8+DQoJCTx1aXRleHQgbmFtZT0iUVVJWlBPRF9RVUlaQVRNUFRfSU5GIiB2YWx1ZT0i2YTYpyDZhtmH2KfYptmKIi8+DQoJCTx1aXRleHQgbmFtZT0iUVVJWlBPRF9RVUVTQVRNUFRfSU5GIiB2YWx1ZT0i2YTYpyDZhtmH2KfYptmKIi8+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/ZitmIINmE2KrZhtiy2YrZhCDYo9it2K/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+DQoJCTx1aXRleHQgbmFtZT0iTVVURSIgdmFsdWU9Iti12KfZhdiqIi8+DQoJCTx1aXRleHQgbmFtZT0iRE9DV1JBUF9USVRMRSIgdmFsdWU9Itin2YTZhdmE2YHYp9iqINin2YTZhdix2YHZgtipINmB2YogUHJlc2VudGVyIi8+DQoJCTx1aXRleHQgbmFtZT0iRE9DV1JBUF9NU0ciIHZhbHVlPSLYp9mE2K3Zgdi4INmB2Yog2KzZh9in2LIg2KfZhNmD2YXYqNmK2YjYqtixIi8+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+DQoJCTx1aXRleHQgbmFtZT0iVU5OQU1FRFNMSURFVElUTEUiIHZhbHVlPSJGb2xpZSAlbiIvPg0KCQk8IS0tIHN1YnN0aXR1dGlvbjogJW4gPT0gc2xpZGUgbnVtYmVyIC0tPg0KCQk8IS0tIHN1YnN0aXR1dGlvbjogJXQgPT0gdG90YWwgc2xpZGUgY291bnQgLS0+DQoJCTx1aXRleHQgbmFtZT0iU0NSVUJCQVJTVEFUVVNfU0xJREVJTkZPIiB2YWx1ZT0iRm9saWUgJW4gLyAldCB8ICIvPg0KCQk8dWl0ZXh0IG5hbWU9IlNDUlVCQkFSU1RBVFVTX1NUT1BQRUQiIHZhbHVlPSJCZWVuZGV0Ii8+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+DQoJCTx1aXRleHQgbmFtZT0iU0NSVUJCQVJTVEFUVVNfUVVFU1RJT04iIHZhbHVlPSJGcmFnZSBiZWFudHdvcnRlbiIvPg0KCQk8dWl0ZXh0IG5hbWU9IlNDUlVCQkFSU1RBVFVTX1JFVklFV1FVSVoiIHZhbHVlPSJOb2NobWFscyBkdXJjaHNlaGVuIi8+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+DQoJCTx1aXRleHQgbmFtZT0iQklPV0lOX1RJVExFIiB2YWx1ZT0iU3ByZWNoZXI6ICVwIi8+DQoJCTx1aXRleHQgbmFtZT0iQklPQlROX1RJVExFIiB2YWx1ZT0iU3ByZWNoZXIiLz4NCgkJPHVpdGV4dCBuYW1lPSJESVZJREVSQlROX1RJVExFIiB2YWx1ZT0ifCIvPg0KCQk8dWl0ZXh0IG5hbWU9IkNPTlRBQ1RCVE5fVElUTEUiIHZhbHVlPSJLb250YWt0Ii8+DQoJCTx1aXRleHQgbmFtZT0iVEFCX1FVSVoiIHZhbHVlPSJRdWl6Ii8+DQoJCTx1aXRleHQgbmFtZT0iVEFCX09VVExJTkUiIHZhbHVlPSJTdHJ1a3R1ciIvPg0KCQk8dWl0ZXh0IG5hbWU9IlRBQl9USFVNQiIgdmFsdWU9Ik1pbmlhdHVyIi8+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+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+DQoJCTx1aXRleHQgbmFtZT0iUVVJWlBPRF9RVUVTQVRNUFRfU1RSIiB2YWx1ZT0iVmVyc3VjaDogJW4gdm9uICV0Ii8+DQoJCTx1aXRleHQgbmFtZT0iUVVJWlBPRF9RVUVTVFlQRV9TVFIiIHZhbHVlPSJUeXA6ICVzIi8+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+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+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+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+DQoJPGxhbmd1YWdlIGlkPSJm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+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VklEUExBWUlORyIgdmFsdWU9IkxlY3R1cmUgdmlkw6lvIGVuIGNvdXJz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c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+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+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+DQoJCTx1aXRleHQgbmFtZT0iUVVJWlBPRF9RVUlaX1NDT1JFIiB2YWx1ZT0iTm90ZSBvYnRlbnVlIDoiLz4NCgkJPHVpdGV4dCBuYW1lPSJRVUlaUE9EX1FVSVpfUEFTU1NDT1JFIiB2YWx1ZT0iTm90ZSBkJ2FkbWlzc2liaWxpdMOpwqA6Ii8+DQoJCTx1aXRleHQgbmFtZT0iUVVJWlBPRF9RVUlaX01BWFNDT1JFIiB2YWx1ZT0iTm90ZSBtYXhpbWFsZSA6Ii8+DQoJCTx1aXRleHQgbmFtZT0iUVVJWlBPRF9RVUVTQVRNUFRfU1RSIiB2YWx1ZT0iVGVudGF0aXZlIDogJW4gc3VyICV0Ii8+DQoJCTx1aXRleHQgbmFtZT0iUVVJWlBPRF9RVUVTVFlQRV9TVFIiIHZhbHVlPSJUeXBlOiAlcyIvPg0KCQk8dWl0ZXh0IG5hbWU9IlFVSVpQT0RfUVVFU1RZUEVfR1JEIiB2YWx1ZT0iTm90w6kiLz4NCgkJPHVpdGV4dCBuYW1lPSJRVUlaUE9EX1FVRVNUWVBFX1NWWSIgdmFsdWU9IkVucXXDqnRlIi8+DQoJCTx1aXRleHQgbmFtZT0iUVVJWlBPRF9RVUlaQVRNUFRfSU5GIiB2YWx1ZT0iSWxsaW1pdMOpIi8+DQoJCTx1aXRleHQgbmFtZT0iUVVJWlBPRF9RVUVTQVRNUFRfSU5GIiB2YWx1ZT0iSWxsaW1pdMOpIi8+DQoJCTx1aXRleHQgbmFtZT0iV0FSTklOR01TR19ZRVNTVFJJTkciIHZhbHVlPSJPdWkiLz4NCgkJPHVpdGV4dCBuYW1lPSJXQVJOSU5HTVNHX05PU1RSSU5HIiB2YWx1ZT0iTm9uIi8+DQoJCTx1aXRleHQgbmFtZT0iV0FSTklOR01TR19USVRMRVNUUklORyIgdmFsdWU9IkF2ZXJ0aXNzZW1lbnQgZGUgbmF2aWdhdGlvbiBkdSBxdWVzdGlvbm5haXJlIi8+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+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+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+S7mOODleOCoeOCpOODq+itpuWRiiIvPg0KCQk8dWl0ZXh0IG5hbWU9IkFUVEFDSE1FTlRfUFJFVklFV19XQVJOSU5HTVNHIiB2YWx1ZT0i5re75LuY44OV44Kh44Kk44Or44Gv44OX44Os44OT44Ol44O844Oi44O844OJ44Gn44Gv6ZaL44GN44G+44Gb44KT44CC44OR44OW44Oq44OD44K344Ol44KS5L2/55So44GX44Gm57WQ5p6c44KS6KGo56S644GX44Gm44GP44Gg44GV44GE44CCIi8+DQoJCTx1aXRleHQgbmFtZT0iQ09MTEFCX0xPQ0FMX1BMQVlCQUNLX01TRyIgdmFsdWU9IuOCs+ODs+ODhuODs+ODhOOBr+ODreODvOOCq+ODq+OBp+WGjeeUn+OBleOCjOOBpuOBhOOBvuOBmeOAguOBk+OBruODouODvOODieOBp+OBr+WFseWQjOS9nOalreOBp+OBjeOBvuOBm+OCk+OAgiIvPg0KCQk8dWl0ZXh0IG5hbWU9IkNPTExBQl9MT0NBTF9QTEFZQkFDS19USVRMRSIgdmFsdWU9IuODreODvOOCq+ODq+WGjeeUnyIvPg0KCQk8dWl0ZXh0IG5hbWU9IkNPTExBQl9MT0NBTF9QTEFZQkFDS0JUTiIgdmFsdWU9Ik9LIi8+DQoJCTx1aXRleHQgbmFtZT0iVU5OQU1FRFNMSURFVElUTEUiIHZhbHVlPSLjgrnjg6njgqTjg4kgOiAlbiIvPg0KCQk8IS0tIHN1YnN0aXR1dGlvbjogJW4gPT0gc2xpZGUgbnVtYmVyIC0tPg0KCQk8IS0tIHN1YnN0aXR1dGlvbjogJXQgPT0gdG90YWwgc2xpZGUgY291bnQgLS0+DQoJCTx1aXRleHQgbmFtZT0iU0NSVUJCQVJTVEFUVVNfU0xJREVJTkZPIiB2YWx1ZT0i44K544Op44Kk44OJIDogJW4gLyAldCB8ICIvPg0KCQk8dWl0ZXh0IG5hbWU9IlNDUlVCQkFSU1RBVFVTX1NUT1BQRUQiIHZhbHVlPSLlgZzmraIiLz4NCgkJPHVpdGV4dCBuYW1lPSJTQ1JVQkJBUlNUQVRVU19QTEFZSU5HIiB2YWx1ZT0i5YaN55Sf5LitIi8+DQoJCTx1aXRleHQgbmFtZT0iU0NSVUJCQVJTVEFUVVNfTk9BVURJTyIgdmFsdWU9Iumfs+WjsOOBquOBlyIvPg0KCQk8dWl0ZXh0IG5hbWU9IlNDUlVCQkFSU1RBVFVTX1ZJRFBMQVlJTkciIHZhbHVlPSLjg5Pjg4fjgqrlho3nlJ/kuK0iLz4NCgkJPHVpdGV4dCBuYW1lPSJTQ1JVQkJBUlNUQVRVU19MT0FESU5HIiB2YWx1ZT0i44Ot44O844OJ5LitIi8+DQoJCTx1aXRleHQgbmFtZT0iU0NSVUJCQVJTVEFUVVNfQlVGRkVSSU5HIiB2YWx1ZT0i44OQ44OD44OV44Kh5LitIi8+DQoJCTx1aXRleHQgbmFtZT0iU0NSVUJCQVJTVEFUVVNfUVVFU1RJT04iIHZhbHVlPSLos6rllY/jgavnrZTjgYjjgabkuIvjgZXjgYQiLz4NCgkJPHVpdGV4dCBuYW1lPSJTQ1JVQkJBUlNUQVRVU19SRVZJRVdRVUlaIiB2YWx1ZT0i44Kv44Kk44K644KS44Os44OT44Ol44O844GX44Gm44GE44G+44GZIi8+DQoJCTwhLS0gc3Vic3RpdHV0aW9uOiAlbSA9PSBtaW51dGVzIHJlbWFpbmluZyAtLT4NCgkJPCEtLSBzdWJzdGl0dXRpb246ICVzID09IHNlY29uZHMgcmVtYWluaW5nIC0tPg0KCQk8dWl0ZXh0IG5hbWU9IkVMQVBTRUQiIHZhbHVlPSLmrovjgoogOiAlbSDliIYgJXMg56eSIi8+DQoJCTx1aXRleHQgbmFtZT0iTk9URk9VTkQiIHZhbHVlPSLkvZXjgoLopovjgaTjgYvjgorjgb7jgZvjgpMiLz4NCgkJPHVpdGV4dCBuYW1lPSJBVFRBQ0hNRU5UUyIgdmFsdWU9Iua3u+S7mCIvPg0KCQk8IS0tIHN1YnN0aXR1dGlvbjogJXAgPT0gY3VycmVudCBzcGVha2VyJ3MgdGl0bGUgLS0+DQoJCTx1aXRleHQgbmFtZT0iQklPV0lOX1RJVExFIiB2YWx1ZT0i57WM5q20IDogJXAiLz4NCgkJPHVpdGV4dCBuYW1lPSJCSU9CVE5fVElUTEUiIHZhbHVlPSLntYzmrbQiLz4NCgkJPHVpdGV4dCBuYW1lPSJESVZJREVSQlROX1RJVExFIiB2YWx1ZT0ifCIvPg0KCQk8dWl0ZXh0IG5hbWU9IkNPTlRBQ1RCVE5fVElUTEUiIHZhbHVlPSLjgYrllY/jgYTlkIjjgo/jgZsiLz4NCgkJPHVpdGV4dCBuYW1lPSJUQUJfUVVJWiIgdmFsdWU9IuOCr+OCpOOCuiIvPg0KCQk8dWl0ZXh0IG5hbWU9IlRBQl9PVVRMSU5FIiB2YWx1ZT0i44Ki44Km44OI44Op44Kk44OzIi8+DQoJCTx1aXRleHQgbmFtZT0iVEFCX1RIVU1CIiB2YWx1ZT0i44K144Og44ON44O844OrIi8+DQoJCTx1aXRleHQgbmFtZT0iVEFCX05PVEVTIiB2YWx1ZT0i44OO44O844OIIi8+DQoJCTx1aXRleHQgbmFtZT0iVEFCX1NFQVJDSCIgdmFsdWU9IuaknOe0oiIvPg0KCQk8dWl0ZXh0IG5hbWU9IlNMSURFX0hFQURJTkciIHZhbHVlPSLjgrnjg6njgqTjg4njgr/jgqTjg4jjg6siLz4NCgkJPHVpdGV4dCBuYW1lPSJEVVJBVElPTl9IRUFESU5HIiB2YWx1ZT0i6ZW344GVIi8+DQoJCTx1aXRleHQgbmFtZT0iU0VBUkNIX0hFQURJTkciIHZhbHVlPSLmpJzntKLjgZnjgovjg4bjgq3jgrnjg4ggOiAiLz4NCgkJPHVpdGV4dCBuYW1lPSJUSFVNQl9IRUFESU5HIiB2YWx1ZT0i44K544Op44Kk44OJIi8+DQoJCTx1aXRleHQgbmFtZT0iVEhVTUJfSU5GTyIgdmFsdWU9IuOCueODqeOCpOODieOCv+OCpOODiOODqyAvIOmVt+OBlSIvPg0KCQk8dWl0ZXh0IG5hbWU9IkFUVEFDSE5BTUVfSEVBRElORyIgdmFsdWU9IuODleOCoeOCpOODq+WQjSIvPg0KCQk8dWl0ZXh0IG5hbWU9IkFUVEFDSFNJWkVfSEVBRElORyIgdmFsdWU9IuOCteOCpOOCuiIvPg0KCQk8dWl0ZXh0IG5hbWU9IlNMSURFX05PVEVTIiB2YWx1ZT0i44K544Op44Kk44OJ44OO44O844OIIi8+DQoJCTx1aXRleHQgbmFtZT0iQ09VUlNFX1NUQVRVUyIgdmFsdWU9IuODouOCuOODpeODvOODq+OCueODhuODvOOCv+OCuSIvPg0KCQk8dWl0ZXh0IG5hbWU9IlBBU1NFRF9TVFJJTkciIHZhbHVlPSLlkIjmoLwiLz4NCgkJPHVpdGV4dCBuYW1lPSJGQUlMRURfU1RSSU5HIiB2YWx1ZT0i5LiN5ZCI5qC8Ii8+DQoJCTwhLS1xdWl6IHBvZCBhbmQgbWVzc2FnZSBib3ggdGV4dHMtLT4NCgkJPHVpdGV4dCBuYW1lPSJRVUlaUE9EX1FVSVpfQVRURU1QVCIgdmFsdWU9IuOCr+OCpOOCuuippuihjOWbnuaVsCA6ICIvPg0KCQk8dWl0ZXh0IG5hbWU9IlFVSVpQT0RfUVVJWl9BVFRFTVBUX1ZBTFVFIiB2YWx1ZT0iJW4gLyAldCIvPg0KCQk8dWl0ZXh0IG5hbWU9IlFVSVpQT0RfUVVJWl9TQ09SRSIgdmFsdWU9IuOCueOCs+OCoiA6ICIvPg0KCQk8dWl0ZXh0IG5hbWU9IlFVSVpQT0RfUVVJWl9QQVNTU0NPUkUiIHZhbHVlPSLlkIjmoLzngrkgOiIvPg0KCQk8dWl0ZXh0IG5hbWU9IlFVSVpQT0RfUVVJWl9NQVhTQ09SRSIgdmFsdWU9IuacgOmrmOW+l+eCuSA6ICIvPg0KCQk8dWl0ZXh0IG5hbWU9IlFVSVpQT0RfUVVFU0FUTVBUX1NUUiIgdmFsdWU9IuippuihjOWbnuaVsCA6ICVuIC8gJXQiLz4NCgkJPHVpdGV4dCBuYW1lPSJRVUlaUE9EX1FVRVNUWVBFX1NUUiIgdmFsdWU9IuOCv+OCpOODlyA6ICVzIi8+DQoJCTx1aXRleHQgbmFtZT0iUVVJWlBPRF9RVUVTVFlQRV9HUkQiIHZhbHVlPSLoqZXkvqEiLz4NCgkJPHVpdGV4dCBuYW1lPSJRVUlaUE9EX1FVRVNUWVBFX1NWWSIgdmFsdWU9IuOCouODs+OCseODvOODiCIvPg0KCQk8dWl0ZXh0IG5hbWU9IlFVSVpQT0RfUVVJWkFUTVBUX0lORiIgdmFsdWU9IueEoeWItumZkCIvPg0KCQk8dWl0ZXh0IG5hbWU9IlFVSVpQT0RfUVVFU0FUTVBUX0lORiIgdmFsdWU9IueEoeWItumZkCIvPg0KCQk8dWl0ZXh0IG5hbWU9IldBUk5JTkdNU0dfWUVTU1RSSU5HIiB2YWx1ZT0i44Gv44GEIi8+DQoJCTx1aXRleHQgbmFtZT0iV0FSTklOR01TR19OT1NUUklORyIgdmFsdWU9IuOBhOOBhOOBiCIvPg0KCQk8dWl0ZXh0IG5hbWU9IldBUk5JTkdNU0dfVElUTEVTVFJJTkciIHZhbHVlPSLjgq/jgqTjgrrjga7jg4rjg5PjgrLjg7zjgrfjg6fjg7PjgavplqLjgZnjgovorablkYoiLz4NCgkJPHVpdGV4dCBuYW1lPSJXQVJOSU5HTVNHX01TR1NUUklORyIgdmFsdWU9IuOBk+OBruOCr+OCpOOCuuOBq+OBr+OAgeOBvuOBoOino+etlOOBl+OBpuOBhOOBquOBhOizquWVj+OBjOOBguOCiuOBvuOBmeOAgiYjeEE7JiN4QTsg44Kv44Kk44K644KS57WC5LqG44GZ44KL44Gr44Gv44CB44CM44Gv44GE44CN44KS44Kv44Oq44OD44Kv44GX44G+44GZ44CC44Kv44Kk44K644KS57aa6KGM44GZ44KL44Gr44Gv44CB44CM44GE44GE44GI44CN44KS44Kv44Oq44OD44Kv44GX44G+44GZ44CCIi8+DQoJCTx1aXRleHQgbmFtZT0iSU5GT1JNQVRJT05fSDI2NF9GTEFTSFBMQVlFUiIgdmFsdWU9IuOBiuS9v+OBhOOBruOCs+ODs+ODlOODpeODvOOCv+OBq+ePvuWcqOOCpOODs+OCueODiOODvOODq+OBleOCjOOBpuOBhOOCiyBGbGFzaCBQbGF5ZXIg44Gu44OQ44O844K444On44Oz44Gv44CB44GT44Gu44OT44OH44Kq44KS44K144Od44O844OI44GX44Gm44GE44G+44Gb44KT44CC5pyA5paw44GuIEZsYXNoIFBsYXllciDjgpLjg4Djgqbjg7Pjg63jg7zjg4njgZnjgovjgavjga/jgIHjg5Pjg4fjgqrpoJjln5/jgpLjgq/jg6rjg4Pjgq/jgZfjgabjgY/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+C5Yqg6ICF44Gr6KaL44Gb44KLIi8+DQoJCTx1aXRleHQgbmFtZT0iTVVURSIgdmFsdWU9IuODn+ODpeODvOODiCIvPg0KCQk8dWl0ZXh0IG5hbWU9IkRPQ1dSQVBfVElUTEUiIHZhbHVlPSJQcmVzZW50ZXI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+ZIOyekeyXheydhCDsiJjtlontlaAg7IiYIOyXhuyKteuLiOuLpC4iLz4NCgkJPHVpdGV4dCBuYW1lPSJDT0xMQUJfTE9DQUxfUExBWUJBQ0tfVElUTEUiIHZhbHVlPSLroZzsu6wg7J6s7IOdIi8+DQoJCTx1aXRleHQgbmFtZT0iQ09MTEFCX0xPQ0FMX1BMQVlCQUNLQlROIiB2YWx1ZT0i7ZmV7J24Ii8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RVUlaIiB2YWx1ZT0i7YC07KaIIi8+DQoJCTx1aXRleHQgbmFtZT0iVEFCX09VVExJTkUiIHZhbHVlPSLqsJzsmpQiLz4NCgkJPHVpdGV4dCBuYW1lPSJUQUJfVEhVTUIiIHZhbHVlPSLstpXshoztjJAiLz4NCgkJPHVpdGV4dCBuYW1lPSJUQUJfTk9URVMiIHZhbHVlPSLrhbjtirgiLz4NCgkJPHVpdGV4dCBuYW1lPSJUQUJfU0VBUkNIIiB2YWx1ZT0i6rKA7IOJIi8+DQoJCTx1aXRleHQgbmFtZT0iU0xJREVfSEVBRElORyIgdmFsdWU9IuyKrOudvOydtOuTnCDsoJzrqqkiLz4NCgkJPHVpdGV4dCBuYW1lPSJEVVJBVElPTl9IRUFESU5HIiB2YWx1ZT0i7J6s7IOd7Iuc6rCEIi8+DQoJCTx1aXRleHQgbmFtZT0iU0VBUkNIX0hFQURJTkciIHZhbHVlPSLthY3siqTtirgg6rKA7IOJOiIvPg0KCQk8dWl0ZXh0IG5hbWU9IlRIVU1CX0hFQURJTkciIHZhbHVlPSLsiqzrnbzsnbTrk5wiLz4NCgkJPHVpdGV4dCBuYW1lPSJUSFVNQl9JTkZPIiB2YWx1ZT0i7KCc66qpL+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+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+DQoJCTx1aXRleHQgbmFtZT0iUVVJWlBPRF9RVUlaX1BBU1NTQ09SRSIgdmFsdWU9Iu2GteqzvCDsoJDsiJg6Ii8+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+E7ZWY7KeAIOyViuydgCDsp4jrrLjsnbQg7J6I7Iq164uI64ukLiYjeEE7JiN4QTvtgLTspojrpbwg7KKF66OM7ZWY66Ck66m0IFvsmIhd66W8IO2BtOumre2VmOqzoCwg7YC07KaI66W8IOqzhOyGje2VmOugpOuptCBb7JWE64uI7JikXeulvCDtgbTrpq3tlZjsi63si5zsmKQuIi8+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+DQoJCTx1aXRleHQgbmFtZT0iRE9DV1JBUF9QUk9NUFQiIHZhbHVlPSLtgbTrpq3tlZjsl6wg64uk7Jq066Gc65OcIi8+DQoJPC9sYW5ndWFnZT4NCgk8bGFuZ3VhZ2UgaWQ9ImVz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+DQoJCTx1aXRleHQgbmFtZT0iQ09MTEFCX0xPQ0FMX1BMQVlCQUNLQlROIiB2YWx1ZT0iT2siLz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RldGVuaWRhIi8+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+DQoJCTx1aXRleHQgbmFtZT0iU0NSVUJCQVJTVEFUVVNfUkVWSUVXUVVJWiIgdmFsdWU9IlJldmlzYW5kbyBwcnVlYmEiLz4NCgkJPCEtLSBzdWJzdGl0dXRpb246ICVtID09IG1pbnV0ZXMgcmVtYWluaW5nIC0tPg0KCQk8IS0tIHN1YnN0aXR1dGlvbjogJXMgPT0gc2Vjb25kcyByZW1haW5pbmcgLS0+DQoJCTx1aXRleHQgbmFtZT0iRUxBUFNFRCIgdmFsdWU9IiVtIG1pbnV0b3MgJXMgc2VndW5kb3MgcmVzdGFudGVzIi8+DQoJCTx1aXRleHQgbmFtZT0iTk9URk9VTkQiIHZhbHVlPSJObyBzZSBoYSBlbmNvbnRyYWRvIG5hZGEiLz4NCgkJPHVpdGV4dCBuYW1lPSJBVFRBQ0hNRU5UUyIgdmFsdWU9IkFyY2hpdm9zIGFkanVudG9zIi8+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+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+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+DQoJCTx1aXRleHQgbmFtZT0iUVVJWlBPRF9RVUlaX0FUVEVNUFQiIHZhbHVlPSJJbnRlbnRvIGRlIHBydWViYToiLz4NCgkJPHVpdGV4dCBuYW1lPSJRVUlaUE9EX1FVSVpfQVRURU1QVF9WQUxVRSIgdmFsdWU9IiVuIGRlICV0Ii8+DQoJCTx1aXRleHQgbmFtZT0iUVVJWlBPRF9RVUlaX1NDT1JFIiB2YWx1ZT0iUHVudHVhY2nDs246Ii8+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+DQoJCTx1aXRleHQgbmFtZT0iV0FSTklOR01TR19ZRVNTVFJJTkciIHZhbHVlPSJTw60iLz4NCgkJPHVpdGV4dCBuYW1lPSJXQVJOSU5HTVNHX05PU1RSSU5HIiB2YWx1ZT0iTm8iLz4NCgkJPHVpdGV4dCBuYW1lPSJXQVJOSU5HTVNHX1RJVExFU1RSSU5HIiB2YWx1ZT0iQXZpc28gZGUgbmF2ZWdhY2nDs24gZGUgcHJ1ZWJhIi8+DQoJCTx1aXRleHQgbmFtZT0iV0FSTklOR01TR19NU0dTVFJJTkciIHZhbHVlPSJIYXkgcHJlZ3VudGFzIHNpbiBpbnRlbnRvcyBlbiBlc3RhIHBydWViYS4mI3hBOyYjeEE7UGFyYSBzYWxpciBkZSBsYSBwcnVlYmEsIGhhZ2EgY2xpYyBlbiBTw60uIFBhcmEgY29udGludWFyLCBoYWdhIGNsaWMgZW4gTm8uIi8+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+DQoJCTwhLS0gc3Vic3RpdHV0aW9uOiAlbiA9PSBzbGlkZSBudW1iZXIgLS0+DQoJCTx1aXRleHQgbmFtZT0iQk9PS01BUktTTElERSIgdmFsdWU9IkFkb2JlIFByZXNlbnRlcjogJXAgJXMiLz4NCgkJPHVpdGV4dCBuYW1lPSJTSE9XU0lERUJBUiIgdmFsdWU9Ik1vc3RyYXIgYmFycmEgbGF0ZXJhbCBhIGxvcyBwYXJ0aWNpcGFudGVzIi8+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+DQoJPGxhbmd1YWdlIGlkPSJw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+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+DQoJCTx1aXRleHQgbmFtZT0iU0NSVUJCQVJTVEFUVVNfUExBWUlORyIgdmFsdWU9IlJlcHJvZHV6aW5kbyIvPg0KCQk8dWl0ZXh0IG5hbWU9IlNDUlVCQkFSU1RBVFVTX05PQVVESU8iIHZhbHVlPSJTZW0gw6F1ZGlvIi8+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+DQoJCTx1aXRleHQgbmFtZT0iU0NSVUJCQVJTVEFUVVNfUkVWSUVXUVVJWiIgdmFsdWU9IlJldmlzYW5kbyBxdWVzdGlvbsOhcmlvIi8+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+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+DQoJCTx1aXRleHQgbmFtZT0iVEFCX1FVSVoiIHZhbHVlPSJRdWVzdC4iLz4NCgkJPHVpdGV4dCBuYW1lPSJUQUJfT1VUTElORSIgdmFsdWU9IkVzcXVlbWEiLz4NCgkJPHVpdGV4dCBuYW1lPSJUQUJfVEhVTUIiIHZhbHVlPSJNaW5pIi8+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+DQoJCTx1aXRleHQgbmFtZT0iQ09VUlNFX1NUQVRVUyIgdmFsdWU9IlN0YXR1cyBkbyBtw7NkdWxvIi8+DQoJCTx1aXRleHQgbmFtZT0iUEFTU0VEX1NUUklORyIgdmFsdWU9IkFwcm92YWRvIi8+DQoJCTx1aXRleHQgbmFtZT0iRkFJTEVEX1NUUklORyIgdmFsdWU9IlJlcHJvdmFkbyIvPg0KCQk8IS0tcXVpeiBwb2QgYW5kIG1lc3NhZ2UgYm94IHRleHRzLS0+DQoJCTx1aXRleHQgbmFtZT0iUVVJWlBPRF9RVUlaX0FUVEVNUFQiIHZhbHVlPSJUZW50YXRpdmEgbm8gcXVlc3Rpb27DoXJpbzoiLz4NCgkJPHVpdGV4dCBuYW1lPSJRVUlaUE9EX1FVSVpfQVRURU1QVF9WQUxVRSIgdmFsdWU9IiVuIGRlICV0Ii8+DQoJCTx1aXRleHQgbmFtZT0iUVVJWlBPRF9RVUlaX1NDT1JFIiB2YWx1ZT0iUG9udHVhw6fDo286Ii8+DQoJCTx1aXRleHQgbmFtZT0iUVVJWlBPRF9RVUlaX1BBU1NTQ09SRSIgdmFsdWU9IlBvbnR1YcOnw6NvIGRlIGFwcm92YcOnw6NvOiIvPg0KCQk8dWl0ZXh0IG5hbWU9IlFVSVpQT0RfUVVJWl9NQVhTQ09SRSIgdmFsdWU9IlBvbnR1YcOnw6NvIG3DoXhpbWE6Ii8+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+DQoJCTx1aXRleHQgbmFtZT0iUVVJWlBPRF9RVUlaQVRNUFRfSU5GIiB2YWx1ZT0iSW5maW5pdG8iLz4NCgkJPHVpdGV4dCBuYW1lPSJRVUlaUE9EX1FVRVNBVE1QVF9JTkYiIHZhbHVlPSJJbmZpbml0byIvPg0KCQk8dWl0ZXh0IG5hbWU9IldBUk5JTkdNU0dfWUVTU1RSSU5HIiB2YWx1ZT0iU2ltIi8+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+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+DQoJPC9sYW5ndWFnZT4NCgk8bGFuZ3VhZ2UgaWQ9Iml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+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ludGVycm90dG8iLz4NCgkJPHVpdGV4dCBuYW1lPSJTQ1JVQkJBUlNUQVRVU19QTEFZSU5HIiB2YWx1ZT0iUmlwcm9kdXppb25lIi8+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+DQoJCTx1aXRleHQgbmFtZT0iRUxBUFNFRCIgdmFsdWU9IiVtIE1pbnV0aSAlcyBTZWNvbmRpIHJpbWFuZW50aSIvPg0KCQk8dWl0ZXh0IG5hbWU9Ik5PVEZPVU5EIiB2YWx1ZT0iTmVzc3VuIGVsZW1lbnRvIHRyb3ZhdG8iLz4NCgkJPHVpdGV4dCBuYW1lPSJBVFRBQ0hNRU5UUyIgdmFsdWU9IkFsbGVnYXRp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+DQoJCTx1aXRleHQgbmFtZT0iRFVSQVRJT05fSEVBRElORyIgdmFsdWU9IkR1cmF0YSIvPg0KCQk8dWl0ZXh0IG5hbWU9IlNFQVJDSF9IRUFESU5HIiB2YWx1ZT0iQ2VyY2EgdGVzdG86Ii8+DQoJCTx1aXRleHQgbmFtZT0iVEhVTUJfSEVBRElORyIgdmFsdWU9IkRpYXBvc2l0aXZhIi8+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+DQoJCTx1aXRleHQgbmFtZT0iUVVJWlBPRF9RVUlaX1BBU1NTQ09SRSIgdmFsdWU9IlB1bnRlZ2dpbyBtaW5pbW86Ii8+DQoJCTx1aXRleHQgbmFtZT0iUVVJWlBPRF9RVUlaX01BWFNDT1JFIiB2YWx1ZT0iUHVudGVnZ2lvIG1hc3NpbW86Ii8+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+DQoJCTx1aXRleHQgbmFtZT0iV0FSTklOR01TR19ZRVNTVFJJTkciIHZhbHVlPSJTw6wiLz4NCgkJPHVpdGV4dCBuYW1lPSJXQVJOSU5HTVNHX05PU1RSSU5HIiB2YWx1ZT0iTm8iLz4NCgkJPHVpdGV4dCBuYW1lPSJXQVJOSU5HTVNHX1RJVExFU1RSSU5HIiB2YWx1ZT0iQXZ2ZXJ0ZW56YSBuYXZpZ2F6aW9uZSBxdWl6Ii8+DQoJCTx1aXRleHQgbmFtZT0iV0FSTklOR01TR19NU0dTVFJJTkciIHZhbHVlPSJPY2NvcnJlIGFuY29yYSByaXNwb25kZXJlIGFkIGFsY3VuZSBkb21hbmRlIGRlbCBxdWl6LiYjeEE7JiN4QTtTZSBmYXRlIGNsaWMgc3UgU8OsLCB1c2NpcmV0ZSBkYWwgcXVpei4gRmF0ZSBjbGljIHN1IE5vIHBlciBjb250aW51YXJlIGlsIHF1aXouIi8+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EgYmFycmEgbGF0ZXJhbGUgYWkgcGFydGVjaXBhbnRpIi8+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+DQoJPGxhbmd1YWdlIGlkPSJub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+DQoJCTx1aXRleHQgbmFtZT0iQ09MTEFCX0xPQ0FMX1BMQVlCQUNLX01TRyIgdmFsdWU9IkNvbnRlbnQgaXMgYmVpbmcgcGxheWVkIGxvY2FsbHkuXG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+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+DQoJCTx1aXRleHQgbmFtZT0iU0NSVUJCQVJTVEFUVVNfUVVFU1RJT04iIHZhbHVlPSJWcmFhZyBtZXQgYW50d29vcmQiLz4NCgkJPHVpdGV4dCBuYW1lPSJTQ1JVQkJBUlNUQVRVU19SRVZJRVdRVUlaIiB2YWx1ZT0iUXVpeiBjb250cm9sZXJlbiIvPg0KCQk8IS0tIHN1YnN0aXR1dGlvbjogJW0gPT0gbWludXRlcyByZW1haW5pbmcgLS0+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+DQoJCTwhLS0gc3Vic3RpdHV0aW9uOiAlcCA9PSBjdXJyZW50IHNwZWFrZXIncyB0aXRsZSAtLT4NCgkJPHVpdGV4dCBuYW1lPSJCSU9XSU5fVElUTEUiIHZhbHVlPSJCaW9ncmFmaWU6ICVwIi8+DQoJCTx1aXRleHQgbmFtZT0iQklPQlROX1RJVExFIiB2YWx1ZT0iQmlvZ3JhZmllIi8+DQoJCTx1aXRleHQgbmFtZT0iRElWSURFUkJUTl9USVRMRSIgdmFsdWU9InwiLz4NCgkJPHVpdGV4dCBuYW1lPSJDT05UQUNUQlROX1RJVExFIiB2YWx1ZT0iQ29udGFjdCIvPg0KCQk8dWl0ZXh0IG5hbWU9IlRBQl9RVUlaIiB2YWx1ZT0iUXVpeiIvPg0KCQk8dWl0ZXh0IG5hbWU9IlRBQl9PVVRMSU5FIiB2YWx1ZT0iT3ZlcnppY2h0Ii8+DQoJCTx1aXRleHQgbmFtZT0iVEFCX1RIVU1CIiB2YWx1ZT0iTWluaWF0dXVyIi8+DQoJCTx1aXRleHQgbmFtZT0iVEFCX05PVEVTIiB2YWx1ZT0iTm90aXRpZXMiLz4NCgkJPHVpdGV4dCBuYW1lPSJUQUJfU0VBUkNIIiB2YWx1ZT0iWm9la2VuIi8+DQoJCTx1aXRleHQgbmFtZT0iU0xJREVfSEVBRElORyIgdmFsdWU9IlRpdGVsIHZhbiBkaWEiLz4NCgkJPHVpdGV4dCBuYW1lPSJEVVJBVElPTl9IRUFESU5HIiB2YWx1ZT0iRHV1ciIvPg0KCQk8dWl0ZXh0IG5hbWU9IlNFQVJDSF9IRUFESU5HIiB2YWx1ZT0iWm9la2VuIG5hYXIgdGVrc3Q6Ii8+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+DQoJCTx1aXRleHQgbmFtZT0iU0xJREVfTk9URVMiIHZhbHVlPSJEaWFub3RpdGllc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+DQoJCTx1aXRleHQgbmFtZT0iUVVJWlBPRF9RVUlaX01BWFNDT1JFIiB2YWx1ZT0iTWF4aW1hYWwgaGFhbGJhcmUgc2NvcmU6Ii8+DQoJCTx1aXRleHQgbmFtZT0iUVVJWlBPRF9RVUVTQVRNUFRfU1RSIiB2YWx1ZT0iUG9naW5nOiAlbiB2YW4gJXQiLz4NCgkJPHVpdGV4dCBuYW1lPSJRVUlaUE9EX1FVRVNUWVBFX1NUUiIgdmFsdWU9IlR5cGU6ICVzIi8+DQoJCTx1aXRleHQgbmFtZT0iUVVJWlBPRF9RVUVTVFlQRV9HUkQiIHZhbHVlPSJUZWx0IHZvb3Igc2NvcmUiLz4NCgkJPHVpdGV4dCBuYW1lPSJRVUlaUE9EX1FVRVNUWVBFX1NWWSIgdmFsdWU9IkVucXXDqnRlIi8+DQoJCTx1aXRleHQgbmFtZT0iUVVJWlBPRF9RVUlaQVRNUFRfSU5GIiB2YWx1ZT0iT25iZXBlcmt0Ii8+DQoJCTx1aXRleHQgbmFtZT0iUVVJWlBPRF9RVUVTQVRNUFRfSU5GIiB2YWx1ZT0iT25iZXBlcmt0Ii8+DQoJCTx1aXRleHQgbmFtZT0iV0FSTklOR01TR19ZRVNTVFJJTkciIHZhbHVlPSJKYSIvPg0KCQk8dWl0ZXh0IG5hbWU9IldBUk5JTkdNU0dfTk9TVFJJTkciIHZhbHVlPSJOZWUiLz4NCgkJPHVpdGV4dCBuYW1lPSJXQVJOSU5HTVNHX1RJVExFU1RSSU5HIiB2YWx1ZT0iV2FhcnNjaHV3aW5nIG1ldCBiZXRyZWtraW5nIHRvdCBxdWl6bmF2aWdhdGllIi8+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aaWpwYW5lZWwgYWFuIGRlZWxuZW1lcnMgd2VlcmdldmVuIi8+DQoJCTx1aXRleHQgbmFtZT0iTVVURSIgdmFsdWU9IkRlbXBlbiIvPg0KCQk8dWl0ZXh0IG5hbWU9IkRPQ1dSQVBfVElUTEUiIHZhbHVlPSJQcmVzZW50ZXItYmVzdGFuZHNiaWpsYWdlIi8+DQoJCTx1aXRleHQgbmFtZT0iRE9DV1JBUF9NU0ciIHZhbHVlPSJPcHNsYWFuIGluIERlemUgY29tcHV0ZXIiLz4NCgkJPHVpdGV4dCBuYW1lPSJET0NXUkFQX1BST01QVCIgdmFsdWU9IktsaWsgb20gdGUgZG93bmxvYWRlbiIvPg0KCTwvbGFuZ3VhZ2U+DQoJPGxhbmd1YWdlIGlkPSJjbiI+DQoJCTwhLS0gZm9ybWF0IGZvciB1aWZvbnQgdmFsdWUgaXMgImZvbnQsc2l6ZSxpc2JvbGQsaXNpdGFsaWMsaXNzaGFkb3dlZCIgLS0+DQoJCTx1aWZvbnQgbmFtZT0iRk9OVF9RVUlaWklORyIgdmFsdWU9IuWui+S9ky0xODAzMCwxMCxmYWxzZSxmYWxzZSxmYWxzZSIvPg0KCQk8dWlmb250IG5hbWU9IkZPTlRfU0NSVUJTVEFUVVMiIHZhbHVlPSLlrovkvZMtMTgwMzAsMTAsdHJ1ZSxmYWxzZSx0cnVlIi8+DQoJCTx1aWZvbnQgbmFtZT0iRk9OVF9TQ1JVQlRJTUUiIHZhbHVlPSLlrovkvZMtMTgwMzAsMTAsZmFsc2UsZmFsc2UsdHJ1ZSIvPg0KCQk8dWlmb250IG5hbWU9IkZPTlRfRUxBUFNFRFRJTUUiIHZhbHVlPSLlrovkvZMtMTgwMzAsMTAsdHJ1ZSxmYWxzZSx0cnVlIi8+DQoJCTx1aWZvbnQgbmFtZT0iRk9OVF9VVElMU01FTlUiIHZhbHVlPSLlrovkvZMtMTgwMzAsMTAsdHJ1ZSxmYWxzZSxmYWxzZSIvPg0KCQk8dWlmb250IG5hbWU9IkZPTlRfVEFCUyIgdmFsdWU9IuWui+S9ky0xODAzMCwxNCx0cnVlLGZhbHNlLHRydWUiLz4NCgkJPHVpZm9udCBuYW1lPSJGT05UX1BSRVNFTlRBVElPTk5BTUUiIHZhbHVlPSLlrovkvZMtMTgwMzAsMTQsZmFsc2UsZmFsc2UsdHJ1ZSIvPg0KCQk8dWlmb250IG5hbWU9IkZPTlRfUFJFU0VOVEVSTkFNRSIgdmFsdWU9IuWui+S9ky0xODAzMCwxNCx0cnVlLGZhbHNlLHRydWUiLz4NCgkJPHVpZm9udCBuYW1lPSJGT05UX1BSRVNFTlRFUlRJVExFIiB2YWx1ZT0i5a6L5L2TLTE4MDMwLDEzLGZhbHNlLGZhbHNlLHRydWUiLz4NCgkJPHVpZm9udCBuYW1lPSJGT05UX0JJT0JUTiIgdmFsdWU9IuWui+S9ky0xODAzMCwxMCxmYWxzZSxmYWxzZSx0cnVlIi8+DQoJCTx1aWZvbnQgbmFtZT0iRk9OVF9OT1RFUyIgdmFsdWU9IuWui+S9ky0xODAzMCwxMixmYWxzZSxmYWxzZSxmYWxzZSIvPg0KCQk8dWlmb250IG5hbWU9IkZPTlRfT1VUTElORSIgdmFsdWU9IuWui+S9ky0xODAzMCwxMixmYWxzZSxmYWxzZSx0cnVlIi8+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+DQoJCTx1aWZvbnQgbmFtZT0iRk9OVF9MSVNUSEVBRElORyIgdmFsdWU9IuWui+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+S9ky0xODAzMCwxMix0cnVlLGZhbHNlLHRydWUiLz4NCgkJPHVpZm9udCBuYW1lPSJGT05UX01TR0JPWF9NU0ciIHZhbHVlPSLlrovkvZMtMTgwMzAsMTIsZmFsc2UsZmFsc2UsdHJ1ZSIvPg0KCQk8dWlmb250IG5hbWU9IkZPTlRfTVNHQk9YX09QVElPTlMiIHZhbHVlPSLlrovkvZMtMTgwMzAsMTAsdHJ1ZSxmYWxzZSx0cnVlIi8+DQoJCTx1aWZvbnQgbmFtZT0iRk9OVF9RVUlaUE9EX1FVSVpfVElUTEUiIHZhbHVlPSLlrovkvZMtMTgwMzAsMTIsdHJ1ZSxmYWxzZSx0cnVlIi8+DQoJCTx1aWZvbnQgbmFtZT0iRk9OVF9RVUlaUE9EX1FVSVpfQVRURU1QVCIgdmFsdWU9IuWui+S9ky0xODAzMCwxMCxmYWxzZSxmYWxzZSx0cnVlIi8+DQoJCTx1aWZvbnQgbmFtZT0iRk9OVF9RVUlaUE9EX1FVSVpfQVRURU1QVF9WQUxVRSIgdmFsdWU9IuWui+S9ky0xODAzMCwxMCx0cnVlLGZhbHNlLHRydWUiLz4NCgkJPHVpZm9udCBuYW1lPSJGT05UX1FVSVpQT0RfUVVFU1RJT05fU0NPUkUiIHZhbHVlPSLlrovkvZMtMTgwMzAsMTAsZmFsc2UsZmFsc2UsdHJ1ZSIvPg0KCQk8dWlmb250IG5hbWU9IkZPTlRfUVVJWlBPRF9RVUVTVElPTl9TQ09SRV9WQUxVRSIgdmFsdWU9IuWui+S9ky0xODAzMCwxMCx0cnVlLGZhbHNlLHRydWUiLz4NCgkJPHVpZm9udCBuYW1lPSJGT05UX1FVSVpQT0RfUVVFU1RJT05fQVRURU1QVCIgdmFsdWU9IuWui+S9ky0xODAzMCwxMCxmYWxzZSxmYWxzZSx0cnVlIi8+DQoJCTx1aWZvbnQgbmFtZT0iRk9OVF9RVUlaUE9EX1FVRVNUSU9OX0FUVEVNUFRfVkFMVUUiIHZhbHVlPSLlrovkvZMtMTgwMzAsMTAsdHJ1ZSxmYWxzZSx0cnVlIi8+DQoJCTx1aWZvbnQgbmFtZT0iRk9OVF9RVUlaUE9EX1FVRVNUSU9OX1RBRyIgdmFsdWU9IuWui+S9ky0xODAzMCwxMix0cnVlLGZhbHNlLHRydWUiLz4NCgkJPHVpZm9udCBuYW1lPSJGT05UX1FVSVpQT0RfUVVJWl9RVUVTVElPTl9DT1VOVCIgdmFsdWU9IuWui+S9ky0xODAzMCwxMCxmYWxzZSxmYWxzZSx0cnVlIi8+DQoJCTx1aWZvbnQgbmFtZT0iRk9OVF9RVUlaUE9EX1FVSVpfUVVFU1RJT05fQ09VTlRfVkFMVUUiIHZhbHVlPSLlrovkvZMtMTgwMzAsMTAsdHJ1ZSxmYWxzZSx0cnVlIi8+DQoJCTx1aWZvbnQgbmFtZT0iRk9OVF9RVUlaUE9EX1FVSVpfUVVFU1RJT05fQVRURU1QVEVEIiB2YWx1ZT0i5a6L5L2TLTE4MDMwLDEwLGZhbHNlLGZhbHNlLHRydWUiLz4NCgkJPHVpZm9udCBuYW1lPSJGT05UX1FVSVpQT0RfUVVJWl9RVUVTVElPTl9BVFRFTVBURURfVkFMVUUiIHZhbHVlPSLlrovkvZMtMTgwMzAsMTAsdHJ1ZSxmYWxzZSx0cnVlIi8+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+S9ky0xODAzMCwxMCx0cnVlLGZhbHNlLHRydWUiLz4NCgkJPHVpZm9udCBuYW1lPSJGT05UX1FVSVpQT0RfUVVJWl9NQVhTQ09SRSIgdmFsdWU9IuWui+S9ky0xODAzMCwxMCxmYWxzZSxmYWxzZSx0cnVlIi8+DQoJCTx1aWZvbnQgbmFtZT0iRk9OVF9RVUlaUE9EX1FVSVpfTUFYU0NPUkVfVkFMVUUiIHZhbHVlPSLlrovkvZMtMTgwMzAsMTAsdHJ1ZSxmYWxzZSx0cnVlIi8+DQoJCTx1aWZvbnQgbmFtZT0iRk9OVF9RVUlaUE9EX1FVSVpfUEFTU1NDT1JFIiB2YWx1ZT0i5a6L5L2TLTE4MDMwLDEwLGZhbHNlLGZhbHNlLHRydWUiLz4NCgkJPHVpZm9udCBuYW1lPSJGT05UX1FVSVpQT0RfUVVJWl9QQVNTU0NPUkVfVkFMVUUiIHZhbHVlPSLlrovkvZMtMTgwMzAsMTAsdHJ1ZSxmYWxzZSx0cnVlIi8+DQoJCTwhLS0gdWl0ZXh0IC0tPg0KCQk8IS0tIHN1YnN0aXR1dGlvbjogJW4gPT0gc2xpZGUgbnVtYmVyIC0t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+DQoJCTx1aXRleHQgbmFtZT0iQ09MTEFCX0xPQ0FMX1BMQVlCQUNLX1RJVExFIiB2YWx1ZT0iTG9jYWwgUGxheWJhY2siLz4NCgkJPHVpdGV4dCBuYW1lPSJDT0xMQUJfTE9DQUxfUExBWUJBQ0tCVE4iIHZhbHVlPSJPayIvPg0KCQk8dWl0ZXh0IG5hbWU9IlVOTkFNRURTTElERVRJVExFIiB2YWx1ZT0i5bm754Gv54mHICVuIi8+DQoJCTwhLS0gc3Vic3RpdHV0aW9uOiAlbiA9PSBzbGlkZSBudW1iZXIgLS0+DQoJCTwhLS0gc3Vic3RpdHV0aW9uOiAldCA9PSB0b3RhbCBzbGlkZSBjb3VudCAtLT4NCgkJPHVpdGV4dCBuYW1lPSJTQ1JVQkJBUlNUQVRVU19TTElERUlORk8iIHZhbHVlPSLlubvnga/niYcgJW4gLyAldCB8ICIvPg0KCQk8dWl0ZXh0IG5hbWU9IlNDUlVCQkFSU1RBVFVTX1NUT1BQRUQiIHZhbHVlPSLlt7LlgZzmraIiLz4NCgkJPHVpdGV4dCBuYW1lPSJTQ1JVQkJBUlNUQVRVU19QTEFZSU5HIiB2YWx1ZT0i5q2j5Zyo5pKt5pS+Ii8+DQoJCTx1aXRleHQgbmFtZT0iU0NSVUJCQVJTVEFUVVNfTk9BVURJTyIgdmFsdWU9IuaXoOmfs+mikSIvPg0KCQk8dWl0ZXh0IG5hbWU9IlNDUlVCQkFSU1RBVFVTX1ZJRFBMQVlJTkciIHZhbHVlPSLop4bpopHmkq3mlL4iLz4NCgkJPHVpdGV4dCBuYW1lPSJTQ1JVQkJBUlNUQVRVU19MT0FESU5HIiB2YWx1ZT0i5q2j5Zyo6L295YWlIi8+DQoJCTx1aXRleHQgbmFtZT0iU0NSVUJCQVJTVEFUVVNfQlVGRkVSSU5HIiB2YWx1ZT0i5q2j5Zyo6L+b6KGM57yT5Yay5aSE55CGIi8+DQoJCTx1aXRleHQgbmFtZT0iU0NSVUJCQVJTVEFUVVNfUVVFU1RJT04iIHZhbHVlPSLlm57nrZTpl67popgiLz4NCgkJPHVpdGV4dCBuYW1lPSJTQ1JVQkJBUlNUQVRVU19SRVZJRVdRVUlaIiB2YWx1ZT0i5q2j5Zyo5a6h6ZiF5rWL6aqMIi8+DQoJCTwhLS0gc3Vic3RpdHV0aW9uOiAlbSA9PSBtaW51dGVzIHJlbWFpbmluZyAtLT4NCgkJPCEtLSBzdWJzdGl0dXRpb246ICVzID09IHNlY29uZHMgcmVtYWluaW5nIC0tPg0KCQk8dWl0ZXh0IG5hbWU9IkVMQVBTRUQiIHZhbHVlPSLliankvZkgJW0g5YiG6ZKfICVzIOenkiIvPg0KCQk8dWl0ZXh0IG5hbWU9Ik5PVEZPVU5EIiB2YWx1ZT0i5pyq5om+5Yiw5Lu75L2V5YaF5a65Ii8+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+mqjCIvPg0KCQk8dWl0ZXh0IG5hbWU9IlRBQl9PVVRMSU5FIiB2YWx1ZT0i5aSn57qyIi8+DQoJCTx1aXRleHQgbmFtZT0iVEFCX1RIVU1CIiB2YWx1ZT0i57yp55Wl5Zu+Ii8+DQoJCTx1aXRleHQgbmFtZT0iVEFCX05PVEVTIiB2YWx1ZT0i5aSH5rOoIi8+DQoJCTx1aXRleHQgbmFtZT0iVEFCX1NFQVJDSCIgdmFsdWU9IuaQnOe0oiIvPg0KCQk8dWl0ZXh0IG5hbWU9IlNMSURFX0hFQURJTkciIHZhbHVlPSLlubvnga/niYfmoIfpopgiLz4NCgkJPHVpdGV4dCBuYW1lPSJEVVJBVElPTl9IRUFESU5HIiB2YWx1ZT0i5oyB57ut5pe26Ze0Ii8+DQoJCTx1aXRleHQgbmFtZT0iU0VBUkNIX0hFQURJTkciIHZhbHVlPSLmkJzntKLmlofmnKw6Ii8+DQoJCTx1aXRleHQgbmFtZT0iVEhVTUJfSEVBRElORyIgdmFsdWU9IuW5u+eBr+eJhyIvPg0KCQk8dWl0ZXh0IG5hbWU9IlRIVU1CX0lORk8iIHZhbHVlPSLlubvnga/niYfmoIfpopgv5oyB57ut5pe26Ze0Ii8+DQoJCTx1aXRleHQgbmFtZT0iQVRUQUNITkFNRV9IRUFESU5HIiB2YWx1ZT0i5paH5Lu25ZCNIi8+DQoJCTx1aXRleHQgbmFtZT0iQVRUQUNIU0laRV9IRUFESU5HIiB2YWx1ZT0i5aSn5bCPIi8+DQoJCTx1aXRleHQgbmFtZT0iU0xJREVfTk9URVMiIHZhbHVlPSLlubvnga/niYflpIfms6g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ua1i+mqjOWwneivleasoeaVsDoiLz4NCgkJPHVpdGV4dCBuYW1lPSJRVUlaUE9EX1FVSVpfQVRURU1QVF9WQUxVRSIgdmFsdWU9IuesrCAlbiDmrKHvvIzlhbEgJXQg5qyhIi8+DQoJCTx1aXRleHQgbmFtZT0iUVVJWlBPRF9RVUlaX1NDT1JFIiB2YWx1ZT0i5b6X5YiGOiIvPg0KCQk8dWl0ZXh0IG5hbWU9IlFVSVpQT0RfUVVJWl9QQVNTU0NPUkUiIHZhbHVlPSLlj4rmoLzliIbmlbA6Ii8+DQoJCTx1aXRleHQgbmFtZT0iUVVJWlBPRF9RVUlaX01BWFNDT1JFIiB2YWx1ZT0i5pyA6auY5YiG5pWwOiIvPg0KCQk8dWl0ZXh0IG5hbWU9IlFVSVpQT0RfUVVFU0FUTVBUX1NUUiIgdmFsdWU9IuWwneivleasoeaVsDog56ysICVuIOasoe+8jOWFsSAldCDmrKEiLz4NCgkJPHVpdGV4dCBuYW1lPSJRVUlaUE9EX1FVRVNUWVBFX1NUUiIgdmFsdWU9Iuexu+WeizogJXMiLz4NCgkJPHVpdGV4dCBuYW1lPSJRVUlaUE9EX1FVRVNUWVBFX0dSRCIgdmFsdWU9IuivhOe6pyIvPg0KCQk8dWl0ZXh0IG5hbWU9IlFVSVpQT0RfUVVFU1RZUEVfU1ZZIiB2YWx1ZT0i6LCD5p+lIi8+DQoJCTx1aXRleHQgbmFtZT0iUVVJWlBPRF9RVUlaQVRNUFRfSU5GIiB2YWx1ZT0i5peg6ZmQIi8+DQoJCTx1aXRleHQgbmFtZT0iUVVJWlBPRF9RVUVTQVRNUFRfSU5GIiB2YWx1ZT0i5peg6ZmQIi8+DQoJCTx1aXRleHQgbmFtZT0iV0FSTklOR01TR19ZRVNTVFJJTkciIHZhbHVlPSLmmK8iLz4NCgkJPHVpdGV4dCBuYW1lPSJXQVJOSU5HTVNHX05PU1RSSU5HIiB2YWx1ZT0i5ZCmIi8+DQoJCTx1aXRleHQgbmFtZT0iV0FSTklOR01TR19USVRMRVNUUklORyIgdmFsdWU9Iua1i+mqjOWvvOiIquitpuWRiiIvPg0KCQk8dWl0ZXh0IG5hbWU9IldBUk5JTkdNU0dfTVNHU1RSSU5HIiB2YWx1ZT0i5q2k5rWL6aqM5Lit5pyJ5pyq5bCd6K+V5L2c562U55qE6Zeu6aKY44CCJiN4QTsmI3hBO+WNleWHu+KAnOaYr+KAnemAgOWHuuatpOa1i+mqjOOAguWNleWHu+KAnOWQpuKAnee7p+e7rea1i+mqjOOAgiIvPg0KCQk8dWl0ZXh0IG5hbWU9IklORk9STUFUSU9OX0gyNjRfRkxBU0hQTEFZRVIiIHZhbHVlPSLlvZPliY3lronoo4XlnKjmgqjnmoTorqHnrpfmnLrkuIrnmoQgRmxhc2ggUGxheWVyIOeJiOacrOS4jeaUr+aMgeivpeinhumikeOAguWNleWHu+inhumikeWMuuWfn+S4i+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+C5Yqg6ICF5pi+56S65o+Q6KaB5qCPIi8+DQoJCTx1aXRleHQgbmFtZT0iTVVURSIgdmFsdWU9IumdmemfsyIvPg0KCQk8dWl0ZXh0IG5hbWU9IkRPQ1dSQVBfVElUTEUiIHZhbHVlPSJQcmVzZW50ZXIg5paH5Lu26ZmE5Lu2Ii8+DQoJCTx1aXRleHQgbmFtZT0iRE9DV1JBUF9NU0ciIHZhbHVlPSLkv53lrZjliLDmiJHnmoTorqHnrpfmnLoiLz4NCgkJPHVpdGV4dCBuYW1lPSJET0NXUkFQX1BST01QVCIgdmFsdWU9IuWNleWHu+S7peS4i+i9vSIvPg0KCTwvbGFuZ3VhZ2U+DQoJPGxhbmd1YWdlIGlkPSJ0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x1aXRleHQgbmFtZT0iVU5OQU1FRFNMSURFVElUTEUiIHZhbHVlPSJTbGF5dCAlbiIvPg0KCQk8IS0tIHN1YnN0aXR1dGlvbjogJW4gPT0gc2xpZGUgbnVtYmVyIC0tPg0KCQk8IS0tIHN1YnN0aXR1dGlvbjogJXQgPT0gdG90YWwgc2xpZGUgY291bnQgLS0+DQoJCTx1aXRleHQgbmFtZT0iU0NSVUJCQVJTVEFUVVNfU0xJREVJTkZPIiB2YWx1ZT0iU2xheXQgJW4gLyAldCB8ICIvPg0KCQk8dWl0ZXh0IG5hbWU9IlNDUlVCQkFSU1RBVFVTX1NUT1BQRUQiIHZhbHVlPSJEdXJkdXJ1bGR1Ii8+DQoJCTx1aXRleHQgbmFtZT0iU0NSVUJCQVJTVEFUVVNfUExBWUlORyIgdmFsdWU9Ik95bmF0xLFsxLF5b3IiLz4NCgkJPHVpdGV4dCBuYW1lPSJTQ1JVQkJBUlNUQVRVU19OT0FVRElPIiB2YWx1ZT0iU2VzIFlvayIvPg0KCQk8dWl0ZXh0IG5hbWU9IlNDUlVCQkFSU1RBVFVTX1ZJRFBMQVlJTkciIHZhbHVlPSJWaWRlbyBPeW5hdMSxbMSxeW9yIi8+DQoJCTx1aXRleHQgbmFtZT0iU0NSVUJCQVJTVEFUVVNfTE9BRElORyIgdmFsdWU9IlnDvGtsZW5peW9yIi8+DQoJCTx1aXRleHQgbmFtZT0iU0NSVUJCQVJTVEFUVVNfQlVGRkVSSU5HIiB2YWx1ZT0iQXJhYmVsbGXEn2UgQWzEsW7EsXlvciIvPg0KCQk8dWl0ZXh0IG5hbWU9IlNDUlVCQkFSU1RBVFVTX1FVRVNUSU9OIiB2YWx1ZT0iU29ydXl1IFlhbsSxdGxhIi8+DQoJCTx1aXRleHQgbmFtZT0iU0NSVUJCQVJTVEFUVVNfUkVWSUVXUVVJWiIgdmFsdWU9IlPEsW5hdiDEsG5jZWxlbml5b3IiLz4NCgkJPCEtLSBzdWJzdGl0dXRpb246ICVtID09IG1pbnV0ZXMgcmVtYWluaW5nIC0tPg0KCQk8IS0tIHN1YnN0aXR1dGlvbjogJXMgPT0gc2Vjb25kcyByZW1haW5pbmcgLS0+DQoJCTx1aXRleHQgbmFtZT0iRUxBUFNFRCIgdmFsdWU9IiVtIERha2lrYSAlcyBTYW5peWUgS2FsZMSxIi8+DQoJCTx1aXRleHQgbmFtZT0iTk9URk9VTkQiIHZhbHVlPSJIZXJoYW5naSBCaXIgxZ5leSBCdWx1bm1hZMSxIi8+DQoJCTx1aXRleHQgbmFtZT0iQVRUQUNITUVOVFMiIHZhbHVlPSJFa2xlci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sSwcnRpYmF0Ii8+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PEsW5hdiBEZW5lbWVzaToiLz4NCgkJPHVpdGV4dCBuYW1lPSJRVUlaUE9EX1FVSVpfQVRURU1QVF9WQUxVRSIgdmFsdWU9IiVuLyV0Ii8+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+DQoJCTx1aXRleHQgbmFtZT0iUVVJWlBPRF9RVUVTVFlQRV9HUkQiIHZhbHVlPSJCYXNhbWFrbMSxIi8+DQoJCTx1aXRleHQgbmFtZT0iUVVJWlBPRF9RVUVTVFlQRV9TVlkiIHZhbHVlPSJBbmtldCIvPg0KCQk8dWl0ZXh0IG5hbWU9IlFVSVpQT0RfUVVJWkFUTVBUX0lORiIgdmFsdWU9IlPEsW7EsXJzxLF6Ii8+DQoJCTx1aXRleHQgbmFtZT0iUVVJWlBPRF9RVUVTQVRNUFRfSU5GIiB2YWx1ZT0iU8SxbsSxcnPEsXoiLz4NCgkJPHVpdGV4dCBuYW1lPSJXQVJOSU5HTVNHX1lFU1NUUklORyIgdmFsdWU9IkV2ZXQiLz4NCgkJPHVpdGV4dCBuYW1lPSJXQVJOSU5HTVNHX05PU1RSSU5HIiB2YWx1ZT0iSGF5xLFyIi8+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+DQoJCTx1aXRleHQgbmFtZT0iRE9DV1JBUF9QUk9NUFQiIHZhbHVlPSLEsG5kaXJtZWsgacOnaW4gVMSxa2xhdMSxbiIvPg0KCTwvbGFuZ3VhZ2U+DQoJPGxhbmd1YWdlIGlkPSJyd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LQodC70LDQudC0ICVuIC8gJXQgfCAiLz4NCgkJPHVpdGV4dCBuYW1lPSJTQ1JVQkJBUlNUQVRVU19TVE9QUEVEIiB2YWx1ZT0i0J7RgdGC0LDQvdC+0LLQu9C10L3QviIvPg0KCQk8dWl0ZXh0IG5hbWU9IlNDUlVCQkFSU1RBVFVTX1BMQVlJTkciIHZhbHVlPSLQktC+0YHQv9GA0L7QuNC30LLQtdC00LXQvdC40LUiLz4NCgkJPHVpdGV4dCBuYW1lPSJTQ1JVQkJBUlNUQVRVU19OT0FVRElPIiB2YWx1ZT0i0J3QtdGCINCw0YPQtNC40L4iLz4NCgkJPHVpdGV4dCBuYW1lPSJTQ1JVQkJBUlNUQVRVU19WSURQTEFZSU5HIiB2YWx1ZT0i0JLQvtGB0L/RgNC+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+0L/RgNC+0YEiLz4NCgkJPHVpdGV4dCBuYW1lPSJTQ1JVQkJBUlNUQVRVU19SRVZJRVdRVUlaIiB2YWx1ZT0i0J7QsdC30L7RgCDQvtC/0YDQvtGB0LAiLz4NCgkJPCEtLSBzdWJzdGl0dXRpb246ICVtID09IG1pbnV0ZXMgcmVtYWluaW5nIC0tPg0KCQk8IS0tIHN1YnN0aXR1dGlvbjogJXMgPT0gc2Vjb25kcyByZW1haW5pbmcgLS0+DQoJCTx1aXRleHQgbmFtZT0iRUxBUFNFRCIgdmFsdWU9ItCe0YHRgtCw0LvQvtGB0YwgJW0g0LzQuNC9LiAlcyDRgSIvPg0KCQk8dWl0ZXh0IG5hbWU9Ik5PVEZPVU5EIiB2YWx1ZT0i0J3QuNGH0LXQs9C+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+0L3RgtCw0LrRgiIvPg0KCQk8dWl0ZXh0IG5hbWU9IlRBQl9RVUlaIiB2YWx1ZT0i0J7Qv9GA0L7RgSIvPg0KCQk8dWl0ZXh0IG5hbWU9IlRBQl9PVVRMSU5FIiB2YWx1ZT0i0KHRhdC10LzQsCIvPg0KCQk8dWl0ZXh0IG5hbWU9IlRBQl9USFVNQiIgdmFsdWU9ItCR0LXQs9GD0L3QvtC6Ii8+DQoJCTx1aXRleHQgbmFtZT0iVEFCX05PVEVTIiB2YWx1ZT0i0JfQsNC80LXRgtC60LgiLz4NCgkJPHVpdGV4dCBuYW1lPSJUQUJfU0VBUkNIIiB2YWx1ZT0i0J/QvtC40YHQuiIvPg0KCQk8dWl0ZXh0IG5hbWU9IlNMSURFX0hFQURJTkciIHZhbHVlPSLQl9Cw0LPQvtC70L7QstC+0Log0YHQu9Cw0LnQtNCwIi8+DQoJCTx1aXRleHQgbmFtZT0iRFVSQVRJT05fSEVBRElORyIgdmFsdWU9ItCU0LvQuNGCLdGB0YLRjCIvPg0KCQk8dWl0ZXh0IG5hbWU9IlNFQVJDSF9IRUFESU5HIiB2YWx1ZT0i0J/QvtC40YHQuiDRgtC10LrRgdGC0LA6Ii8+DQoJCTx1aXRleHQgbmFtZT0iVEhVTUJfSEVBRElORyIgdmFsdWU9ItCh0LvQsNC50LQiLz4NCgkJPHVpdGV4dCBuYW1lPSJUSFVNQl9JTkZPIiB2YWx1ZT0i0J3QsNC30LLQsNC90LjQtS/QtNC70LjRgi3QvdC+0YHRgtGMIi8+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0J/QvtC/0YvRgtC60LAg0L/RgNC+0LnRgtC4INC+0L/RgNC+0YE6Ii8+DQoJCTx1aXRleHQgbmFtZT0iUVVJWlBPRF9RVUlaX0FUVEVNUFRfVkFMVUUiIHZhbHVlPSIlbiDQuNC3ICV0Ii8+DQoJCTx1aXRleHQgbmFtZT0iUVVJWlBPRF9RVUlaX1NDT1JFIiB2YWx1ZT0i0J3QsNCx0YDQsNC90L4g0LHQsNC70LvQvtCyOiIvPg0KCQk8dWl0ZXh0IG5hbWU9IlFVSVpQT0RfUVVJWl9QQVNTU0NPUkUiIHZhbHVlPSLQn9GA0L7RhdC+0LTQvdC+0Lkg0YDQtdC30YPQu9GM0YLQsNGCOiIvPg0KCQk8dWl0ZXh0IG5hbWU9IlFVSVpQT0RfUVVJWl9NQVhTQ09SRSIgdmFsdWU9ItCc0LDQutGB0LjQvNCw0LvRjNC90YvQuSDRgNC10LfRg9C70YzRgtCw0YI6Ii8+DQoJCTx1aXRleHQgbmFtZT0iUVVJWlBPRF9RVUVTQVRNUFRfU1RSIiB2YWx1ZT0i0J/QvtC/0YvRgtC60LA6ICVuINC40LcgJXQiLz4NCgkJPHVpdGV4dCBuYW1lPSJRVUlaUE9EX1FVRVNUWVBFX1NUUiIgdmFsdWU9ItCi0LjQvzogJXMiLz4NCgkJPHVpdGV4dCBuYW1lPSJRVUlaUE9EX1FVRVNUWVBFX0dSRCIgdmFsdWU9ItChINC+0YbQtdC90LrQvtC5Ii8+DQoJCTx1aXRleHQgbmFtZT0iUVVJWlBPRF9RVUVTVFlQRV9TVlkiIHZhbHVlPSLQntCx0LfQvtGAIi8+DQoJCTx1aXRleHQgbmFtZT0iUVVJWlBPRF9RVUlaQVRNUFRfSU5GIiB2YWx1ZT0i0JHQvtC70YzRiNC+0LUg0YfQuNGB0LvQviIvPg0KCQk8dWl0ZXh0IG5hbWU9IlFVSVpQT0RfUVVFU0FUTVBUX0lORiIgdmFsdWU9ItCR0L7Qu9GM0YjQvtC1INGH0LjRgdC70L4iLz4NCgkJPHVpdGV4dCBuYW1lPSJXQVJOSU5HTVNHX1lFU1NUUklORyIgdmFsdWU9ItCU0LAiLz4NCgkJPHVpdGV4dCBuYW1lPSJXQVJOSU5HTVNHX05PU1RSSU5HIiB2YWx1ZT0i0J3QtdGCIi8+DQoJCTx1aXRleHQgbmFtZT0iV0FSTklOR01TR19USVRMRVNUUklORyIgdmFsdWU9ItCf0YDQtdC00YPQv9GA0LXQttC00LXQvdC40LUg0L4g0L3QsNCy0LjQs9Cw0YbQuNC4INCyINC+0L/RgNC+0YHQtSIvPg0KCQk8dWl0ZXh0IG5hbWU9IldBUk5JTkdNU0dfTVNHU1RSSU5HIiB2YWx1ZT0i0JIg0L7Qv9GA0L7RgdC1INC+0YHRgtCw0LvQuNGB0Ywg0L3QtdC+0YLQstC10YfQtdC90L3Ri9C1INCy0L7Qv9GA0L7RgdGLLtCd0LDQttCw0YLQuNC1INC60L3QvtC/0LrQuCAmcXVvdDvQlNCwJnF1b3Q7INC/0YDQuNCy0LXQtNC10YIg0Log0LfQsNC60YDRi9GC0LjRjiDQvtC/0YDQvtGB0LAuINCd0LDQttCw0YLQuNC1INC60L3QvtC/0LrQuCAmcXVvdDvQndC10YImcXVvdDsg0L/RgNC+0LTQvtC70LbQuNGCINC+0L/RgNC+0YEuIi8+DQoJCTx1aXRleHQgbmFtZT0iSU5GT1JNQVRJT05fSDI2NF9GTEFTSFBMQVlFUiIgdmFsdWU9ItCi0LXQutGD0YnQsNGPINCy0LXRgNGB0LjRjyDQv9GA0L7QuNCz0YDRi9Cy0LDRgtC10LvRjyBGbGFzaCBQbGF5ZXIsINGD0YHRgtCw0L3QvtCy0LvQtdC90L3QsNGPINC90LAg0Y3RgtC+0Lwg0LrQvtC80L/RjNGO0YLQtdGA0LUsINC90LUg0L/QvtC00LTQtdGA0LbQuNCy0LDQtdGCINGN0YLQviDQstC40LTQtdC+LiDQqdC10LvQutC90LjRgtC1INCyINC+0LHQu9Cw0YHRgtC4INCy0LjQtNC10L4sINGH0YLQvtCx0Ysg0LfQsNCz0YDRg9C30LjRgtGMINC/0L7RgdC70LXQtNC90Y7RjiDQstC10YDRgdC40Y4g0L/RgNC+0LjQs9GA0YvQstCw0YLQtdC70Y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Qn9C+0LrQsNC30YvQstCw0YLRjCDQstGA0LXQt9C60YMg0YPRh9Cw0YHRgtC90LjQutCw0LwiLz4NCgkJPHVpdGV4dCBuYW1lPSJNVVRFIiB2YWx1ZT0i0J7RgtC60LvRjtGH0LjRgtGMINC30LLRg9C6Ii8+DQoJCTx1aXRleHQgbmFtZT0iRE9DV1JBUF9USVRMRSIgdmFsdWU9ItCS0LvQvtC20LXQvdC40LUg0LIg0YTQsNC50LsgQWRvYmUgUHJlc2VudGVyIi8+DQoJCTx1aXRleHQgbmFtZT0iRE9DV1JBUF9NU0ciIHZhbHVlPSLQodC+0YXRgNCw0L3QuNGC0Ywg0LIg0L/QsNC/0LrRgyAmcXVvdDvQnNC+0Lkg0LrQvtC80L/RjNGO0YLQtdGAJnF1b3Q7Ii8+DQoJCTx1aXRleHQgbmFtZT0iRE9DV1JBUF9QUk9NUFQiIHZhbHVlPSLQqdC10LvQutC90YPRgtGMINC00LvRjyDQt9Cw0LPRgNGD0LfQutC4Ii8+DQoJPC9sYW5ndWFnZT4NCjwvY29uZmlndXJhdGlvbj4NCg=="/>
  <p:tag name="MMPROD_UIDATA" val="&lt;database version=&quot;11.0&quot;&gt;&lt;object type=&quot;1&quot; unique_id=&quot;10001&quot;&gt;&lt;property id=&quot;20141&quot; value=&quot;ECE/CS 552 - Integer Multiplication and Division&quot;/&gt;&lt;property id=&quot;20144&quot; value=&quot;0&quot;/&gt;&lt;property id=&quot;20146&quot; value=&quot;0&quot;/&gt;&lt;property id=&quot;20147&quot; value=&quot;0&quot;/&gt;&lt;property id=&quot;20148&quot; value=&quot;5&quot;/&gt;&lt;property id=&quot;20180&quot; value=&quot;0&quot;/&gt;&lt;property id=&quot;20181&quot; value=&quot;1&quot;/&gt;&lt;property id=&quot;20183&quot; value=&quot;1&quot;/&gt;&lt;property id=&quot;20184&quot; value=&quot;7&quot;/&gt;&lt;property id=&quot;20193&quot; value=&quot;-1&quot;/&gt;&lt;property id=&quot;20224&quot; value=&quot;C:\Users\sanmi\Documents\My Adobe Presentations\ece552-IntegerMulDiv&quot;/&gt;&lt;property id=&quot;20250&quot; value=&quot;0&quot;/&gt;&lt;property id=&quot;20251&quot; value=&quot;0&quot;/&gt;&lt;property id=&quot;20259&quot; value=&quot;0&quot;/&gt;&lt;property id=&quot;20263&quot; value=&quot;2&quot;/&gt;&lt;property id=&quot;20264&quot; value=&quot;1&quot;/&gt;&lt;property id=&quot;20519&quot; value=&quot;0&quot;/&gt;&lt;property id=&quot;20700&quot; value=&quot;0&quot;/&gt;&lt;object type=&quot;8&quot; unique_id=&quot;10002&quot;&gt;&lt;/object&gt;&lt;object type=&quot;2&quot; unique_id=&quot;10003&quot;&gt;&lt;object type=&quot;3&quot; unique_id=&quot;11456&quot;&gt;&lt;property id=&quot;20148&quot; value=&quot;5&quot;/&gt;&lt;property id=&quot;20300&quot; value=&quot;Slide 1 - &amp;quot;ECE/CS 552: Integer Multiplication and Division&amp;quot;&quot;/&gt;&lt;property id=&quot;20307&quot; value=&quot;346&quot;/&gt;&lt;property id=&quot;20309&quot; value=&quot;-1&quot;/&gt;&lt;/object&gt;&lt;object type=&quot;3&quot; unique_id=&quot;13278&quot;&gt;&lt;property id=&quot;20148&quot; value=&quot;5&quot;/&gt;&lt;property id=&quot;20300&quot; value=&quot;Slide 2 - &amp;quot;Improved Multiplier&amp;quot;&quot;/&gt;&lt;property id=&quot;20307&quot; value=&quot;363&quot;/&gt;&lt;property id=&quot;20309&quot; value=&quot;-1&quot;/&gt;&lt;/object&gt;&lt;object type=&quot;3&quot; unique_id=&quot;13281&quot;&gt;&lt;property id=&quot;20148&quot; value=&quot;5&quot;/&gt;&lt;property id=&quot;20300&quot; value=&quot;Slide 3 - &amp;quot;Improved Multiplier&amp;quot;&quot;/&gt;&lt;property id=&quot;20307&quot; value=&quot;366&quot;/&gt;&lt;property id=&quot;20309&quot; value=&quot;-1&quot;/&gt;&lt;/object&gt;&lt;object type=&quot;3&quot; unique_id=&quot;13286&quot;&gt;&lt;property id=&quot;20148&quot; value=&quot;5&quot;/&gt;&lt;property id=&quot;20300&quot; value=&quot;Slide 4 - &amp;quot;Booth’s Multiplier&amp;quot;&quot;/&gt;&lt;property id=&quot;20307&quot; value=&quot;309&quot;/&gt;&lt;property id=&quot;20309&quot; value=&quot;-1&quot;/&gt;&lt;/object&gt;&lt;object type=&quot;3&quot; unique_id=&quot;13288&quot;&gt;&lt;property id=&quot;20148&quot; value=&quot;5&quot;/&gt;&lt;property id=&quot;20300&quot; value=&quot;Slide 5 - &amp;quot;Booth’s Multiplier&amp;quot;&quot;/&gt;&lt;property id=&quot;20307&quot; value=&quot;375&quot;/&gt;&lt;property id=&quot;20309&quot; value=&quot;-1&quot;/&gt;&lt;/object&gt;&lt;/object&gt;&lt;object type=&quot;10&quot; unique_id=&quot;13261&quot;&gt;&lt;object type=&quot;11&quot; unique_id=&quot;13262&quot;&gt;&lt;property id=&quot;20180&quot; value=&quot;0&quot;/&gt;&lt;property id=&quot;20181&quot; value=&quot;1&quot;/&gt;&lt;property id=&quot;20183&quot; value=&quot;1&quot;/&gt;&lt;/object&gt;&lt;object type=&quot;12&quot; unique_id=&quot;23369&quot;&gt;&lt;/object&gt;&lt;/object&gt;&lt;object type=&quot;4&quot; unique_id=&quot;13263&quot;&gt;&lt;/object&gt;&lt;/object&gt;&lt;/database&gt;"/>
  <p:tag name="SECTOMILLISECCONVER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6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6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6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.PNG&quot;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721D1E45-8C32-4FE6-9724-453FE2192842}_1.png&quot;/&gt;&lt;left val=&quot;27&quot;/&gt;&lt;top val=&quot;184&quot;/&gt;&lt;width val=&quot;675&quot;/&gt;&lt;height val=&quot;146&quot;/&gt;&lt;hasText val=&quot;1&quot;/&gt;&lt;/Image&gt;&lt;/ThreeDShapeInfo&gt;"/>
  <p:tag name="PRESENTER_SHAPETEXTINFO" val="&lt;ShapeTextInfo&gt;&lt;TableIndex row=&quot;-1&quot; col=&quot;-1&quot;&gt;&lt;linesCount val=&quot;2&quot;/&gt;&lt;lineCharCount val=&quot;35&quot;/&gt;&lt;lineCharCount val=&quot;12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13449F5B-FC8E-4140-9ADC-3DD8F502922B}_1.png&quot;/&gt;&lt;left val=&quot;103&quot;/&gt;&lt;top val=&quot;302&quot;/&gt;&lt;width val=&quot;512&quot;/&gt;&lt;height val=&quot;163&quot;/&gt;&lt;hasText val=&quot;1&quot;/&gt;&lt;/Image&gt;&lt;/ThreeDShapeInfo&gt;"/>
  <p:tag name="PRESENTER_SHAPETEXTINFO" val="&lt;ShapeTextInfo&gt;&lt;TableIndex row=&quot;-1&quot; col=&quot;-1&quot;&gt;&lt;linesCount val=&quot;6&quot;/&gt;&lt;lineCharCount val=&quot;24&quot;/&gt;&lt;lineCharCount val=&quot;1&quot;/&gt;&lt;lineCharCount val=&quot;55&quot;/&gt;&lt;lineCharCount val=&quot;53&quot;/&gt;&lt;lineCharCount val=&quot;14&quot;/&gt;&lt;lineCharCount val=&quot;3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.PNG&quot;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9CC00A6A-1D7F-4A00-BF16-EDAABC63585D}_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DC979A23-6885-4328-B16A-A49BC0394A92}_3.png&quot;/&gt;&lt;left val=&quot;24&quot;/&gt;&lt;top val=&quot;112&quot;/&gt;&lt;width val=&quot;683&quot;/&gt;&lt;height val=&quot;416&quot;/&gt;&lt;hasText val=&quot;1&quot;/&gt;&lt;/Image&gt;&lt;/ThreeDShapeInfo&gt;"/>
  <p:tag name="PRESENTER_SHAPETEXTINFO" val="&lt;ShapeTextInfo&gt;&lt;TableIndex row=&quot;-1&quot; col=&quot;-1&quot;&gt;&lt;linesCount val=&quot;11&quot;/&gt;&lt;lineCharCount val=&quot;35&quot;/&gt;&lt;lineCharCount val=&quot;49&quot;/&gt;&lt;lineCharCount val=&quot;43&quot;/&gt;&lt;lineCharCount val=&quot;10&quot;/&gt;&lt;lineCharCount val=&quot;48&quot;/&gt;&lt;lineCharCount val=&quot;14&quot;/&gt;&lt;lineCharCount val=&quot;48&quot;/&gt;&lt;lineCharCount val=&quot;44&quot;/&gt;&lt;lineCharCount val=&quot;23&quot;/&gt;&lt;lineCharCount val=&quot;26&quot;/&gt;&lt;lineCharCount val=&quot;12&quot;/&gt;&lt;/TableIndex&gt;&lt;/ShapeText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1A457FB7-F267-4A3F-AAC0-C093C23F76F2}_3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2.PNG&quot;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DE79D3E7-6832-406A-A48D-A244924C7D69}_1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4790D056-8C8A-49FD-A960-376127A288AD}_12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CCB790F1-D1A8-4F2F-BD6C-18F7B4B0EC51}"/>
  <p:tag name="PRESENTER_SHAPEINFO" val="&lt;ThreeDShapeInfo&gt;&lt;uuid val=&quot;{90633961-0E67-4293-B512-71AA94E193E2}&quot;/&gt;&lt;isInvalidForFieldText val=&quot;0&quot;/&gt;&lt;Image&gt;&lt;filename val=&quot;C:\Users\sanmi\Documents\My Adobe Presentations\ece552-IntegerMulDiv\data\asimages\{90633961-0E67-4293-B512-71AA94E193E2}.png&quot;/&gt;&lt;left val=&quot;59&quot;/&gt;&lt;top val=&quot;125&quot;/&gt;&lt;width val=&quot;618&quot;/&gt;&lt;height val=&quot;371&quot;/&gt;&lt;hasText val=&quot;1&quot;/&gt;&lt;/Image&gt;&lt;/ThreeDShape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A7C4F4AD-96A0-4D96-882F-752AC8A56F22}_12.png&quot;/&gt;&lt;left val=&quot;195&quot;/&gt;&lt;top val=&quot;142&quot;/&gt;&lt;width val=&quot;117&quot;/&gt;&lt;height val=&quot;76&quot;/&gt;&lt;hasText val=&quot;1&quot;/&gt;&lt;/Image&gt;&lt;/ThreeDShapeInfo&gt;"/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C4F62535-BD14-4C1F-9E04-2432BCBCC146}_12.png&quot;/&gt;&lt;left val=&quot;135&quot;/&gt;&lt;top val=&quot;391&quot;/&gt;&lt;width val=&quot;279&quot;/&gt;&lt;height val=&quot;76&quot;/&gt;&lt;hasText val=&quot;1&quot;/&gt;&lt;/Image&gt;&lt;/ThreeDShapeInfo&gt;"/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1CF1A238-7425-4BBA-B348-B21614777A7C}_12.png&quot;/&gt;&lt;left val=&quot;276&quot;/&gt;&lt;top val=&quot;309&quot;/&gt;&lt;width val=&quot;162&quot;/&gt;&lt;height val=&quot;42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1D6EEC99-0C79-40D4-907A-424E4ED8442B}_12.png&quot;/&gt;&lt;left val=&quot;59&quot;/&gt;&lt;top val=&quot;125&quot;/&gt;&lt;width val=&quot;618&quot;/&gt;&lt;height val=&quot;371&quot;/&gt;&lt;hasText val=&quot;1&quot;/&gt;&lt;/Image&gt;&lt;/ThreeDShapeInfo&gt;"/>
  <p:tag name="PRESENTER_SHAPEINFO" val="&lt;ThreeDShapeInfo&gt;&lt;uuid val=&quot;{38D0B454-B210-418F-8C3A-34D779997F4A}&quot;/&gt;&lt;isInvalidForFieldText val=&quot;0&quot;/&gt;&lt;Image&gt;&lt;filename val=&quot;C:\Users\sanmi\Documents\My Adobe Presentations\ece552-IntegerMulDiv\data\asimages\{38D0B454-B210-418F-8C3A-34D779997F4A}.png&quot;/&gt;&lt;left val=&quot;59&quot;/&gt;&lt;top val=&quot;125&quot;/&gt;&lt;width val=&quot;618&quot;/&gt;&lt;height val=&quot;371&quot;/&gt;&lt;hasText val=&quot;1&quot;/&gt;&lt;/Image&gt;&lt;/ThreeDShapeInfo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668E0F05-089A-47A4-942C-91D69B66EDBF}_12.png&quot;/&gt;&lt;left val=&quot;510&quot;/&gt;&lt;top val=&quot;12&quot;/&gt;&lt;width val=&quot;198&quot;/&gt;&lt;height val=&quot;238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0&quot;/&gt;&lt;/TableIndex&gt;&lt;TableIndex row=&quot;1&quot; col=&quot;3&quot;&gt;&lt;linesCount val=&quot;0&quot;/&gt;&lt;/TableIndex&gt;&lt;TableIndex row=&quot;1&quot; col=&quot;4&quot;&gt;&lt;linesCount val=&quot;0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2&quot; col=&quot;1&quot;&gt;&lt;linesCount val=&quot;0&quot;/&gt;&lt;/TableIndex&gt;&lt;TableIndex row=&quot;2&quot; col=&quot;2&quot;&gt;&lt;linesCount val=&quot;0&quot;/&gt;&lt;/TableIndex&gt;&lt;TableIndex row=&quot;2&quot; col=&quot;3&quot;&gt;&lt;linesCount val=&quot;0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1&quot;/&gt;&lt;/TableIndex&gt;&lt;TableIndex row=&quot;4&quot; col=&quot;5&quot;&gt;&lt;linesCount val=&quot;1&quot;/&gt;&lt;lineCharCount val=&quot;1&quot;/&gt;&lt;/TableIndex&gt;&lt;TableIndex row=&quot;4&quot; col=&quot;6&quot;&gt;&lt;linesCount val=&quot;1&quot;/&gt;&lt;lineCharCount val=&quot;1&quot;/&gt;&lt;/TableIndex&gt;&lt;TableIndex row=&quot;4&quot; col=&quot;7&quot;&gt;&lt;linesCount val=&quot;1&quot;/&gt;&lt;lineCharCount val=&quot;1&quot;/&gt;&lt;/TableIndex&gt;&lt;TableIndex row=&quot;4&quot; col=&quot;8&quot;&gt;&lt;linesCount val=&quot;0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1&quot;/&gt;&lt;lineCharCount val=&quot;1&quot;/&gt;&lt;/TableIndex&gt;&lt;TableIndex row=&quot;5&quot; col=&quot;4&quot;&gt;&lt;linesCount val=&quot;1&quot;/&gt;&lt;lineCharCount val=&quot;1&quot;/&gt;&lt;/TableIndex&gt;&lt;TableIndex row=&quot;5&quot; col=&quot;5&quot;&gt;&lt;linesCount val=&quot;1&quot;/&gt;&lt;lineCharCount val=&quot;1&quot;/&gt;&lt;/TableIndex&gt;&lt;TableIndex row=&quot;5&quot; col=&quot;6&quot;&gt;&lt;linesCount val=&quot;1&quot;/&gt;&lt;lineCharCount val=&quot;1&quot;/&gt;&lt;/TableIndex&gt;&lt;TableIndex row=&quot;5&quot; col=&quot;7&quot;&gt;&lt;linesCount val=&quot;0&quot;/&gt;&lt;/TableIndex&gt;&lt;TableIndex row=&quot;5&quot; col=&quot;8&quot;&gt;&lt;linesCount val=&quot;0&quot;/&gt;&lt;/TableIndex&gt;&lt;TableIndex row=&quot;6&quot; col=&quot;1&quot;&gt;&lt;linesCount val=&quot;0&quot;/&gt;&lt;/TableIndex&gt;&lt;TableIndex row=&quot;6&quot; col=&quot;2&quot;&gt;&lt;linesCount val=&quot;1&quot;/&gt;&lt;lineCharCount val=&quot;1&quot;/&gt;&lt;/TableIndex&gt;&lt;TableIndex row=&quot;6&quot; col=&quot;3&quot;&gt;&lt;linesCount val=&quot;1&quot;/&gt;&lt;lineCharCount val=&quot;1&quot;/&gt;&lt;/TableIndex&gt;&lt;TableIndex row=&quot;6&quot; col=&quot;4&quot;&gt;&lt;linesCount val=&quot;1&quot;/&gt;&lt;lineCharCount val=&quot;1&quot;/&gt;&lt;/TableIndex&gt;&lt;TableIndex row=&quot;6&quot; col=&quot;5&quot;&gt;&lt;linesCount val=&quot;1&quot;/&gt;&lt;lineCharCount val=&quot;1&quot;/&gt;&lt;/TableIndex&gt;&lt;TableIndex row=&quot;6&quot; col=&quot;6&quot;&gt;&lt;linesCount val=&quot;0&quot;/&gt;&lt;/TableIndex&gt;&lt;TableIndex row=&quot;6&quot; col=&quot;7&quot;&gt;&lt;linesCount val=&quot;0&quot;/&gt;&lt;/TableIndex&gt;&lt;TableIndex row=&quot;6&quot; col=&quot;8&quot;&gt;&lt;linesCount val=&quot;0&quot;/&gt;&lt;/TableIndex&gt;&lt;TableIndex row=&quot;7&quot; col=&quot;1&quot;&gt;&lt;linesCount val=&quot;1&quot;/&gt;&lt;lineCharCount val=&quot;1&quot;/&gt;&lt;/TableIndex&gt;&lt;TableIndex row=&quot;7&quot; col=&quot;2&quot;&gt;&lt;linesCount val=&quot;1&quot;/&gt;&lt;lineCharCount val=&quot;1&quot;/&gt;&lt;/TableIndex&gt;&lt;TableIndex row=&quot;7&quot; col=&quot;3&quot;&gt;&lt;linesCount val=&quot;1&quot;/&gt;&lt;lineCharCount val=&quot;1&quot;/&gt;&lt;/TableIndex&gt;&lt;TableIndex row=&quot;7&quot; col=&quot;4&quot;&gt;&lt;linesCount val=&quot;1&quot;/&gt;&lt;lineCharCount val=&quot;1&quot;/&gt;&lt;/TableIndex&gt;&lt;TableIndex row=&quot;7&quot; col=&quot;5&quot;&gt;&lt;linesCount val=&quot;1&quot;/&gt;&lt;lineCharCount val=&quot;1&quot;/&gt;&lt;/TableIndex&gt;&lt;TableIndex row=&quot;7&quot; col=&quot;6&quot;&gt;&lt;linesCount val=&quot;1&quot;/&gt;&lt;lineCharCount val=&quot;1&quot;/&gt;&lt;/TableIndex&gt;&lt;TableIndex row=&quot;7&quot; col=&quot;7&quot;&gt;&lt;linesCount val=&quot;1&quot;/&gt;&lt;lineCharCount val=&quot;1&quot;/&gt;&lt;/TableIndex&gt;&lt;TableIndex row=&quot;7&quot; col=&quot;8&quot;&gt;&lt;linesCount val=&quot;1&quot;/&gt;&lt;lineCharCount val=&quot;1&quot;/&gt;&lt;/TableIndex&gt;&lt;/ShapeTextInfo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CCB790F1-D1A8-4F2F-BD6C-18F7B4B0EC51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3.PNG&quot;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04AE3A98-B9CE-4DDC-A394-8A9C05A6D309}_13.png&quot;/&gt;&lt;left val=&quot;59&quot;/&gt;&lt;top val=&quot;125&quot;/&gt;&lt;width val=&quot;618&quot;/&gt;&lt;height val=&quot;371&quot;/&gt;&lt;hasText val=&quot;1&quot;/&gt;&lt;/Image&gt;&lt;/ThreeDShapeInfo&gt;"/>
  <p:tag name="PRESENTER_SHAPEINFO" val="&lt;ThreeDShapeInfo&gt;&lt;uuid val=&quot;{AE6F610A-4599-4665-9959-47179BDE55F1}&quot;/&gt;&lt;isInvalidForFieldText val=&quot;0&quot;/&gt;&lt;Image&gt;&lt;filename val=&quot;C:\Users\sanmi\Documents\My Adobe Presentations\ece552-IntegerMulDiv\data\asimages\{AE6F610A-4599-4665-9959-47179BDE55F1}.png&quot;/&gt;&lt;left val=&quot;59&quot;/&gt;&lt;top val=&quot;125&quot;/&gt;&lt;width val=&quot;618&quot;/&gt;&lt;height val=&quot;371&quot;/&gt;&lt;hasText val=&quot;1&quot;/&gt;&lt;/Image&gt;&lt;/ThreeDShapeInfo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E162046D-340B-488C-84D3-BD577C83942A}_1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AF1DC741-034E-422D-A122-1D6DB87F1751}_13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0375C467-671D-4B01-AE28-66E4C63D35A2}_13.png&quot;/&gt;&lt;left val=&quot;59&quot;/&gt;&lt;top val=&quot;125&quot;/&gt;&lt;width val=&quot;618&quot;/&gt;&lt;height val=&quot;371&quot;/&gt;&lt;hasText val=&quot;1&quot;/&gt;&lt;/Image&gt;&lt;/ThreeDShapeInfo&gt;"/>
  <p:tag name="PRESENTER_SHAPEINFO" val="&lt;ThreeDShapeInfo&gt;&lt;uuid val=&quot;{13FF009D-5501-4035-9BA0-24D3AE288A5F}&quot;/&gt;&lt;isInvalidForFieldText val=&quot;0&quot;/&gt;&lt;Image&gt;&lt;filename val=&quot;C:\Users\sanmi\Documents\My Adobe Presentations\ece552-IntegerMulDiv\data\asimages\{13FF009D-5501-4035-9BA0-24D3AE288A5F}.png&quot;/&gt;&lt;left val=&quot;59&quot;/&gt;&lt;top val=&quot;125&quot;/&gt;&lt;width val=&quot;618&quot;/&gt;&lt;height val=&quot;371&quot;/&gt;&lt;hasText val=&quot;1&quot;/&gt;&lt;/Image&gt;&lt;/ThreeDShapeInfo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338323ED-6BD7-42D7-9CFC-2162F227CF05}_13.png&quot;/&gt;&lt;left val=&quot;59&quot;/&gt;&lt;top val=&quot;125&quot;/&gt;&lt;width val=&quot;618&quot;/&gt;&lt;height val=&quot;371&quot;/&gt;&lt;hasText val=&quot;1&quot;/&gt;&lt;/Image&gt;&lt;/ThreeDShapeInfo&gt;"/>
  <p:tag name="PRESENTER_SHAPEINFO" val="&lt;ThreeDShapeInfo&gt;&lt;uuid val=&quot;{6C8B64D9-FEB5-47DB-911E-191A6DD65385}&quot;/&gt;&lt;isInvalidForFieldText val=&quot;0&quot;/&gt;&lt;Image&gt;&lt;filename val=&quot;C:\Users\sanmi\Documents\My Adobe Presentations\ece552-IntegerMulDiv\data\asimages\{6C8B64D9-FEB5-47DB-911E-191A6DD65385}.png&quot;/&gt;&lt;left val=&quot;59&quot;/&gt;&lt;top val=&quot;125&quot;/&gt;&lt;width val=&quot;618&quot;/&gt;&lt;height val=&quot;371&quot;/&gt;&lt;hasText val=&quot;1&quot;/&gt;&lt;/Image&gt;&lt;/ThreeDShapeInfo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55E37238-877A-44D8-9326-E219CD5E6853}_13.png&quot;/&gt;&lt;left val=&quot;59&quot;/&gt;&lt;top val=&quot;125&quot;/&gt;&lt;width val=&quot;618&quot;/&gt;&lt;height val=&quot;371&quot;/&gt;&lt;hasText val=&quot;1&quot;/&gt;&lt;/Image&gt;&lt;/ThreeDShapeInfo&gt;"/>
  <p:tag name="PRESENTER_SHAPEINFO" val="&lt;ThreeDShapeInfo&gt;&lt;uuid val=&quot;{BF47149F-6189-4A02-8BFF-0D750D90E899}&quot;/&gt;&lt;isInvalidForFieldText val=&quot;0&quot;/&gt;&lt;Image&gt;&lt;filename val=&quot;C:\Users\sanmi\Documents\My Adobe Presentations\ece552-IntegerMulDiv\data\asimages\{BF47149F-6189-4A02-8BFF-0D750D90E899}.png&quot;/&gt;&lt;left val=&quot;59&quot;/&gt;&lt;top val=&quot;125&quot;/&gt;&lt;width val=&quot;618&quot;/&gt;&lt;height val=&quot;371&quot;/&gt;&lt;hasText val=&quot;1&quot;/&gt;&lt;/Image&gt;&lt;/ThreeDShapeInfo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5AE95A97-D394-447B-8EE4-F2C9FAA05AF9}_13.png&quot;/&gt;&lt;left val=&quot;510&quot;/&gt;&lt;top val=&quot;12&quot;/&gt;&lt;width val=&quot;198&quot;/&gt;&lt;height val=&quot;238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0&quot;/&gt;&lt;/TableIndex&gt;&lt;TableIndex row=&quot;1&quot; col=&quot;3&quot;&gt;&lt;linesCount val=&quot;0&quot;/&gt;&lt;/TableIndex&gt;&lt;TableIndex row=&quot;1&quot; col=&quot;4&quot;&gt;&lt;linesCount val=&quot;0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2&quot; col=&quot;1&quot;&gt;&lt;linesCount val=&quot;0&quot;/&gt;&lt;/TableIndex&gt;&lt;TableIndex row=&quot;2&quot; col=&quot;2&quot;&gt;&lt;linesCount val=&quot;0&quot;/&gt;&lt;/TableIndex&gt;&lt;TableIndex row=&quot;2&quot; col=&quot;3&quot;&gt;&lt;linesCount val=&quot;0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1&quot;/&gt;&lt;/TableIndex&gt;&lt;TableIndex row=&quot;4&quot; col=&quot;5&quot;&gt;&lt;linesCount val=&quot;1&quot;/&gt;&lt;lineCharCount val=&quot;1&quot;/&gt;&lt;/TableIndex&gt;&lt;TableIndex row=&quot;4&quot; col=&quot;6&quot;&gt;&lt;linesCount val=&quot;1&quot;/&gt;&lt;lineCharCount val=&quot;1&quot;/&gt;&lt;/TableIndex&gt;&lt;TableIndex row=&quot;4&quot; col=&quot;7&quot;&gt;&lt;linesCount val=&quot;1&quot;/&gt;&lt;lineCharCount val=&quot;1&quot;/&gt;&lt;/TableIndex&gt;&lt;TableIndex row=&quot;4&quot; col=&quot;8&quot;&gt;&lt;linesCount val=&quot;0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1&quot;/&gt;&lt;lineCharCount val=&quot;1&quot;/&gt;&lt;/TableIndex&gt;&lt;TableIndex row=&quot;5&quot; col=&quot;4&quot;&gt;&lt;linesCount val=&quot;1&quot;/&gt;&lt;lineCharCount val=&quot;1&quot;/&gt;&lt;/TableIndex&gt;&lt;TableIndex row=&quot;5&quot; col=&quot;5&quot;&gt;&lt;linesCount val=&quot;1&quot;/&gt;&lt;lineCharCount val=&quot;1&quot;/&gt;&lt;/TableIndex&gt;&lt;TableIndex row=&quot;5&quot; col=&quot;6&quot;&gt;&lt;linesCount val=&quot;1&quot;/&gt;&lt;lineCharCount val=&quot;1&quot;/&gt;&lt;/TableIndex&gt;&lt;TableIndex row=&quot;5&quot; col=&quot;7&quot;&gt;&lt;linesCount val=&quot;0&quot;/&gt;&lt;/TableIndex&gt;&lt;TableIndex row=&quot;5&quot; col=&quot;8&quot;&gt;&lt;linesCount val=&quot;0&quot;/&gt;&lt;/TableIndex&gt;&lt;TableIndex row=&quot;6&quot; col=&quot;1&quot;&gt;&lt;linesCount val=&quot;0&quot;/&gt;&lt;/TableIndex&gt;&lt;TableIndex row=&quot;6&quot; col=&quot;2&quot;&gt;&lt;linesCount val=&quot;1&quot;/&gt;&lt;lineCharCount val=&quot;1&quot;/&gt;&lt;/TableIndex&gt;&lt;TableIndex row=&quot;6&quot; col=&quot;3&quot;&gt;&lt;linesCount val=&quot;1&quot;/&gt;&lt;lineCharCount val=&quot;1&quot;/&gt;&lt;/TableIndex&gt;&lt;TableIndex row=&quot;6&quot; col=&quot;4&quot;&gt;&lt;linesCount val=&quot;1&quot;/&gt;&lt;lineCharCount val=&quot;1&quot;/&gt;&lt;/TableIndex&gt;&lt;TableIndex row=&quot;6&quot; col=&quot;5&quot;&gt;&lt;linesCount val=&quot;1&quot;/&gt;&lt;lineCharCount val=&quot;1&quot;/&gt;&lt;/TableIndex&gt;&lt;TableIndex row=&quot;6&quot; col=&quot;6&quot;&gt;&lt;linesCount val=&quot;0&quot;/&gt;&lt;/TableIndex&gt;&lt;TableIndex row=&quot;6&quot; col=&quot;7&quot;&gt;&lt;linesCount val=&quot;0&quot;/&gt;&lt;/TableIndex&gt;&lt;TableIndex row=&quot;6&quot; col=&quot;8&quot;&gt;&lt;linesCount val=&quot;0&quot;/&gt;&lt;/TableIndex&gt;&lt;TableIndex row=&quot;7&quot; col=&quot;1&quot;&gt;&lt;linesCount val=&quot;1&quot;/&gt;&lt;lineCharCount val=&quot;1&quot;/&gt;&lt;/TableIndex&gt;&lt;TableIndex row=&quot;7&quot; col=&quot;2&quot;&gt;&lt;linesCount val=&quot;1&quot;/&gt;&lt;lineCharCount val=&quot;1&quot;/&gt;&lt;/TableIndex&gt;&lt;TableIndex row=&quot;7&quot; col=&quot;3&quot;&gt;&lt;linesCount val=&quot;1&quot;/&gt;&lt;lineCharCount val=&quot;1&quot;/&gt;&lt;/TableIndex&gt;&lt;TableIndex row=&quot;7&quot; col=&quot;4&quot;&gt;&lt;linesCount val=&quot;1&quot;/&gt;&lt;lineCharCount val=&quot;1&quot;/&gt;&lt;/TableIndex&gt;&lt;TableIndex row=&quot;7&quot; col=&quot;5&quot;&gt;&lt;linesCount val=&quot;1&quot;/&gt;&lt;lineCharCount val=&quot;1&quot;/&gt;&lt;/TableIndex&gt;&lt;TableIndex row=&quot;7&quot; col=&quot;6&quot;&gt;&lt;linesCount val=&quot;1&quot;/&gt;&lt;lineCharCount val=&quot;1&quot;/&gt;&lt;/TableIndex&gt;&lt;TableIndex row=&quot;7&quot; col=&quot;7&quot;&gt;&lt;linesCount val=&quot;1&quot;/&gt;&lt;lineCharCount val=&quot;1&quot;/&gt;&lt;/TableIndex&gt;&lt;TableIndex row=&quot;7&quot; col=&quot;8&quot;&gt;&lt;linesCount val=&quot;1&quot;/&gt;&lt;lineCharCount val=&quot;1&quot;/&gt;&lt;/TableIndex&gt;&lt;/ShapeTextInfo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1F01318C-DBE4-467A-AE90-0AC84CBFA3B8}_13.png&quot;/&gt;&lt;left val=&quot;276&quot;/&gt;&lt;top val=&quot;267&quot;/&gt;&lt;width val=&quot;313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43&quot;/&gt;&lt;/TableIndex&gt;&lt;/ShapeTextInfo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CCB790F1-D1A8-4F2F-BD6C-18F7B4B0EC51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CCB790F1-D1A8-4F2F-BD6C-18F7B4B0EC51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CCB790F1-D1A8-4F2F-BD6C-18F7B4B0EC51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CCB790F1-D1A8-4F2F-BD6C-18F7B4B0EC51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5.PNG&quot;/&gt;"/>
  <p:tag name="PPSNARRATION" val="15,226974800,C:\Users\sanmi\GoogleDrive\UWMdrive\Courses\ECE552\ece552-lec20_IntegerMulDiv_pptx\Media.ppcx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1FECE866-3F35-49C7-B880-21B7FC0FCB4E}_15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1F229D83-59BB-451A-86C8-2FC8A9C32E58}_15.png&quot;/&gt;&lt;left val=&quot;27&quot;/&gt;&lt;top val=&quot;114&quot;/&gt;&lt;width val=&quot;661&quot;/&gt;&lt;height val=&quot;378&quot;/&gt;&lt;hasText val=&quot;1&quot;/&gt;&lt;/Image&gt;&lt;/ThreeDShapeInfo&gt;"/>
  <p:tag name="PRESENTER_SHAPETEXTINFO" val="&lt;ShapeTextInfo&gt;&lt;TableIndex row=&quot;-1&quot; col=&quot;-1&quot;&gt;&lt;linesCount val=&quot;12&quot;/&gt;&lt;lineCharCount val=&quot;26&quot;/&gt;&lt;lineCharCount val=&quot;23&quot;/&gt;&lt;lineCharCount val=&quot;66&quot;/&gt;&lt;lineCharCount val=&quot;56&quot;/&gt;&lt;lineCharCount val=&quot;63&quot;/&gt;&lt;lineCharCount val=&quot;12&quot;/&gt;&lt;lineCharCount val=&quot;46&quot;/&gt;&lt;lineCharCount val=&quot;53&quot;/&gt;&lt;lineCharCount val=&quot;55&quot;/&gt;&lt;lineCharCount val=&quot;21&quot;/&gt;&lt;lineCharCount val=&quot;59&quot;/&gt;&lt;lineCharCount val=&quot;30&quot;/&gt;&lt;/TableIndex&gt;&lt;/ShapeTextInfo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8B0DF759-9B2C-4E30-A896-4DBE673C2E5D}_15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6.PNG&quot;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7C422A3C-1060-44D2-8D02-2BEBAF424723}_1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5951BD03-0D80-4A86-B1C3-01633FE183DD}_1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7A169308-BD55-4ED2-BCF5-CBA9544BE5FA}_16.png&quot;/&gt;&lt;left val=&quot;24&quot;/&gt;&lt;top val=&quot;141&quot;/&gt;&lt;width val=&quot;668&quot;/&gt;&lt;height val=&quot;327&quot;/&gt;&lt;hasText val=&quot;1&quot;/&gt;&lt;/Image&gt;&lt;/ThreeDShapeInfo&gt;"/>
  <p:tag name="PRESENTER_SHAPETEXTINFO" val="&lt;ShapeTextInfo&gt;&lt;TableIndex row=&quot;1&quot; col=&quot;1&quot;&gt;&lt;linesCount val=&quot;1&quot;/&gt;&lt;lineCharCount val=&quot;15&quot;/&gt;&lt;/TableIndex&gt;&lt;TableIndex row=&quot;1&quot; col=&quot;2&quot;&gt;&lt;linesCount val=&quot;2&quot;/&gt;&lt;lineCharCount val=&quot;8&quot;/&gt;&lt;lineCharCount val=&quot;3&quot;/&gt;&lt;/TableIndex&gt;&lt;TableIndex row=&quot;1&quot; col=&quot;3&quot;&gt;&lt;linesCount val=&quot;2&quot;/&gt;&lt;lineCharCount val=&quot;9&quot;/&gt;&lt;lineCharCount val=&quot;3&quot;/&gt;&lt;/TableIndex&gt;&lt;TableIndex row=&quot;1&quot; col=&quot;4&quot;&gt;&lt;linesCount val=&quot;1&quot;/&gt;&lt;lineCharCount val=&quot;11&quot;/&gt;&lt;/TableIndex&gt;&lt;TableIndex row=&quot;1&quot; col=&quot;5&quot;&gt;&lt;linesCount val=&quot;1&quot;/&gt;&lt;lineCharCount val=&quot;9&quot;/&gt;&lt;/TableIndex&gt;&lt;TableIndex row=&quot;2&quot; col=&quot;1&quot;&gt;&lt;linesCount val=&quot;1&quot;/&gt;&lt;lineCharCount val=&quot;11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2&quot;/&gt;&lt;lineCharCount val=&quot;17&quot;/&gt;&lt;lineCharCount val=&quot;13&quot;/&gt;&lt;/TableIndex&gt;&lt;TableIndex row=&quot;2&quot; col=&quot;5&quot;&gt;&lt;linesCount val=&quot;1&quot;/&gt;&lt;lineCharCount val=&quot;12&quot;/&gt;&lt;/TableIndex&gt;&lt;TableIndex row=&quot;3&quot; col=&quot;1&quot;&gt;&lt;linesCount val=&quot;1&quot;/&gt;&lt;lineCharCount val=&quot;11&quot;/&gt;&lt;/TableIndex&gt;&lt;TableIndex row=&quot;3&quot; col=&quot;2&quot;&gt;&lt;linesCount val=&quot;1&quot;/&gt;&lt;lineCharCount val=&quot;1&quot;/&gt;&lt;/TableIndex&gt;&lt;TableIndex row=&quot;3&quot; col=&quot;3&quot;&gt;&lt;linesCount val=&quot;1&quot;/&gt;&lt;lineCharCount val=&quot;1&quot;/&gt;&lt;/TableIndex&gt;&lt;TableIndex row=&quot;3&quot; col=&quot;4&quot;&gt;&lt;linesCount val=&quot;1&quot;/&gt;&lt;lineCharCount val=&quot;19&quot;/&gt;&lt;/TableIndex&gt;&lt;TableIndex row=&quot;3&quot; col=&quot;5&quot;&gt;&lt;linesCount val=&quot;1&quot;/&gt;&lt;lineCharCount val=&quot;11&quot;/&gt;&lt;/TableIndex&gt;&lt;TableIndex row=&quot;4&quot; col=&quot;1&quot;&gt;&lt;linesCount val=&quot;1&quot;/&gt;&lt;lineCharCount val=&quot;11&quot;/&gt;&lt;/TableIndex&gt;&lt;TableIndex row=&quot;4&quot; col=&quot;2&quot;&gt;&lt;linesCount val=&quot;1&quot;/&gt;&lt;lineCharCount val=&quot;1&quot;/&gt;&lt;/TableIndex&gt;&lt;TableIndex row=&quot;4&quot; col=&quot;3&quot;&gt;&lt;linesCount val=&quot;1&quot;/&gt;&lt;lineCharCount val=&quot;1&quot;/&gt;&lt;/TableIndex&gt;&lt;TableIndex row=&quot;4&quot; col=&quot;4&quot;&gt;&lt;linesCount val=&quot;2&quot;/&gt;&lt;lineCharCount val=&quot;17&quot;/&gt;&lt;lineCharCount val=&quot;14&quot;/&gt;&lt;/TableIndex&gt;&lt;TableIndex row=&quot;4&quot; col=&quot;5&quot;&gt;&lt;linesCount val=&quot;1&quot;/&gt;&lt;lineCharCount val=&quot;7&quot;/&gt;&lt;/TableIndex&gt;&lt;TableIndex row=&quot;5&quot; col=&quot;1&quot;&gt;&lt;linesCount val=&quot;1&quot;/&gt;&lt;lineCharCount val=&quot;11&quot;/&gt;&lt;/TableIndex&gt;&lt;TableIndex row=&quot;5&quot; col=&quot;2&quot;&gt;&lt;linesCount val=&quot;1&quot;/&gt;&lt;lineCharCount val=&quot;1&quot;/&gt;&lt;/TableIndex&gt;&lt;TableIndex row=&quot;5&quot; col=&quot;3&quot;&gt;&lt;linesCount val=&quot;1&quot;/&gt;&lt;lineCharCount val=&quot;1&quot;/&gt;&lt;/TableIndex&gt;&lt;TableIndex row=&quot;5&quot; col=&quot;4&quot;&gt;&lt;linesCount val=&quot;1&quot;/&gt;&lt;lineCharCount val=&quot;19&quot;/&gt;&lt;/TableIndex&gt;&lt;TableIndex row=&quot;5&quot; col=&quot;5&quot;&gt;&lt;linesCount val=&quot;1&quot;/&gt;&lt;lineCharCount val=&quot;11&quot;/&gt;&lt;/TableIndex&gt;&lt;/ShapeTextInfo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6A690046-AD1F-43A4-9EAE-3D34BE3A8B2C}_16.png&quot;/&gt;&lt;left val=&quot;25&quot;/&gt;&lt;top val=&quot;96&quot;/&gt;&lt;width val=&quot;673&quot;/&gt;&lt;height val=&quot;60&quot;/&gt;&lt;hasText val=&quot;1&quot;/&gt;&lt;/Image&gt;&lt;/ThreeDShapeInfo&gt;"/>
  <p:tag name="PRESENTER_SHAPETEXTINFO" val="&lt;ShapeTextInfo&gt;&lt;TableIndex row=&quot;-1&quot; col=&quot;-1&quot;&gt;&lt;linesCount val=&quot;1&quot;/&gt;&lt;lineCharCount val=&quot;62&quot;/&gt;&lt;/TableIndex&gt;&lt;/ShapeTextInfo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37862F34-F378-42BA-866C-91B54B27C50C}_16.png&quot;/&gt;&lt;left val=&quot;25&quot;/&gt;&lt;top val=&quot;456&quot;/&gt;&lt;width val=&quot;658&quot;/&gt;&lt;height val=&quot;77&quot;/&gt;&lt;hasText val=&quot;1&quot;/&gt;&lt;/Image&gt;&lt;/ThreeDShapeInfo&gt;"/>
  <p:tag name="PRESENTER_SHAPETEXTINFO" val="&lt;ShapeTextInfo&gt;&lt;TableIndex row=&quot;-1&quot; col=&quot;-1&quot;&gt;&lt;linesCount val=&quot;2&quot;/&gt;&lt;lineCharCount val=&quot;30&quot;/&gt;&lt;lineCharCount val=&quot;62&quot;/&gt;&lt;/TableIndex&gt;&lt;/ShapeTextInfo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7.PNG&quot;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1481F276-12BB-48C8-828B-6FB2AEB996D1}_17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4&quot;/&gt;&lt;lineCharCount val=&quot;22&quot;/&gt;&lt;lineCharCount val=&quot;13&quot;/&gt;&lt;lineCharCount val=&quot;12&quot;/&gt;&lt;lineCharCount val=&quot;43&quot;/&gt;&lt;/TableIndex&gt;&lt;/ShapeTextInfo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FDD37808-6807-4C9A-AE02-A2ECD5F74E03}_1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138CFA8E-BF40-4C71-A0C7-B5A6F270154E}_17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C00068AE-40EF-41E9-9E96-924099A8A7AD}_17.png&quot;/&gt;&lt;left val=&quot;5&quot;/&gt;&lt;top val=&quot;318&quot;/&gt;&lt;width val=&quot;210&quot;/&gt;&lt;height val=&quot;73&quot;/&gt;&lt;hasText val=&quot;1&quot;/&gt;&lt;/Image&gt;&lt;/ThreeDShapeInfo&gt;"/>
  <p:tag name="PRESENTER_SHAPETEXTINFO" val="&lt;ShapeTextInfo&gt;&lt;TableIndex row=&quot;-1&quot; col=&quot;-1&quot;&gt;&lt;linesCount val=&quot;3&quot;/&gt;&lt;lineCharCount val=&quot;22&quot;/&gt;&lt;lineCharCount val=&quot;25&quot;/&gt;&lt;lineCharCount val=&quot;5&quot;/&gt;&lt;/TableIndex&gt;&lt;/ShapeTextInfo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AC203256-2B39-438C-B9A2-13FC974A1D51}_17.png&quot;/&gt;&lt;left val=&quot;192&quot;/&gt;&lt;top val=&quot;300&quot;/&gt;&lt;width val=&quot;490&quot;/&gt;&lt;height val=&quot;190&quot;/&gt;&lt;hasText val=&quot;1&quot;/&gt;&lt;/Image&gt;&lt;/ThreeDShapeInfo&gt;"/>
  <p:tag name="PRESENTER_SHAPETEXTINFO" val="&lt;ShapeTextInfo&gt;&lt;TableIndex row=&quot;1&quot; col=&quot;1&quot;&gt;&lt;linesCount val=&quot;1&quot;/&gt;&lt;lineCharCount val=&quot;9&quot;/&gt;&lt;/TableIndex&gt;&lt;TableIndex row=&quot;1&quot; col=&quot;2&quot;&gt;&lt;linesCount val=&quot;1&quot;/&gt;&lt;lineCharCount val=&quot;3&quot;/&gt;&lt;/TableIndex&gt;&lt;TableIndex row=&quot;1&quot; col=&quot;3&quot;&gt;&lt;linesCount val=&quot;1&quot;/&gt;&lt;lineCharCount val=&quot;9&quot;/&gt;&lt;/TableIndex&gt;&lt;TableIndex row=&quot;2&quot; col=&quot;1&quot;&gt;&lt;linesCount val=&quot;1&quot;/&gt;&lt;lineCharCount val=&quot;9&quot;/&gt;&lt;/TableIndex&gt;&lt;TableIndex row=&quot;2&quot; col=&quot;2&quot;&gt;&lt;linesCount val=&quot;1&quot;/&gt;&lt;lineCharCount val=&quot;4&quot;/&gt;&lt;/TableIndex&gt;&lt;TableIndex row=&quot;2&quot; col=&quot;3&quot;&gt;&lt;linesCount val=&quot;1&quot;/&gt;&lt;lineCharCount val=&quot;9&quot;/&gt;&lt;/TableIndex&gt;&lt;TableIndex row=&quot;3&quot; col=&quot;1&quot;&gt;&lt;linesCount val=&quot;1&quot;/&gt;&lt;lineCharCount val=&quot;9&quot;/&gt;&lt;/TableIndex&gt;&lt;TableIndex row=&quot;3&quot; col=&quot;2&quot;&gt;&lt;linesCount val=&quot;1&quot;/&gt;&lt;lineCharCount val=&quot;3&quot;/&gt;&lt;/TableIndex&gt;&lt;TableIndex row=&quot;3&quot; col=&quot;3&quot;&gt;&lt;linesCount val=&quot;1&quot;/&gt;&lt;lineCharCount val=&quot;9&quot;/&gt;&lt;/TableIndex&gt;&lt;TableIndex row=&quot;4&quot; col=&quot;1&quot;&gt;&lt;linesCount val=&quot;1&quot;/&gt;&lt;lineCharCount val=&quot;9&quot;/&gt;&lt;/TableIndex&gt;&lt;TableIndex row=&quot;4&quot; col=&quot;2&quot;&gt;&lt;linesCount val=&quot;1&quot;/&gt;&lt;lineCharCount val=&quot;4&quot;/&gt;&lt;/TableIndex&gt;&lt;TableIndex row=&quot;4&quot; col=&quot;3&quot;&gt;&lt;linesCount val=&quot;1&quot;/&gt;&lt;lineCharCount val=&quot;11&quot;/&gt;&lt;/TableIndex&gt;&lt;TableIndex row=&quot;5&quot; col=&quot;1&quot;&gt;&lt;linesCount val=&quot;0&quot;/&gt;&lt;/TableIndex&gt;&lt;TableIndex row=&quot;5&quot; col=&quot;2&quot;&gt;&lt;linesCount val=&quot;1&quot;/&gt;&lt;lineCharCount val=&quot;10&quot;/&gt;&lt;/TableIndex&gt;&lt;TableIndex row=&quot;5&quot; col=&quot;3&quot;&gt;&lt;linesCount val=&quot;1&quot;/&gt;&lt;lineCharCount val=&quot;15&quot;/&gt;&lt;/TableIndex&gt;&lt;/ShapeTextInfo&gt;"/>
</p:tagLst>
</file>

<file path=ppt/theme/theme1.xml><?xml version="1.0" encoding="utf-8"?>
<a:theme xmlns:a="http://schemas.openxmlformats.org/drawingml/2006/main" name="Lecture Notes 55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Notes 552</Template>
  <TotalTime>1940</TotalTime>
  <Words>483</Words>
  <Application>Microsoft Macintosh PowerPoint</Application>
  <PresentationFormat>On-screen Show (4:3)</PresentationFormat>
  <Paragraphs>177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Tahoma</vt:lpstr>
      <vt:lpstr>Times New Roman</vt:lpstr>
      <vt:lpstr>Wingdings</vt:lpstr>
      <vt:lpstr>Lecture Notes 552</vt:lpstr>
      <vt:lpstr>ECE/CS 552: Integer Multiplication and Division</vt:lpstr>
      <vt:lpstr>Announcements</vt:lpstr>
      <vt:lpstr>Improved Multiplier</vt:lpstr>
      <vt:lpstr>Improved Multiplier</vt:lpstr>
      <vt:lpstr>Booth’s Multiplier</vt:lpstr>
      <vt:lpstr>Booth’s Multiplier</vt:lpstr>
      <vt:lpstr>Booth’s Multiplier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ECE/CS 552: Integer Multiplication and Division</dc:title>
  <dc:creator/>
  <cp:lastModifiedBy>Boone Severson</cp:lastModifiedBy>
  <cp:revision>498</cp:revision>
  <cp:lastPrinted>1601-01-01T00:00:00Z</cp:lastPrinted>
  <dcterms:created xsi:type="dcterms:W3CDTF">1601-01-01T00:00:00Z</dcterms:created>
  <dcterms:modified xsi:type="dcterms:W3CDTF">2024-12-03T03:38:28Z</dcterms:modified>
</cp:coreProperties>
</file>