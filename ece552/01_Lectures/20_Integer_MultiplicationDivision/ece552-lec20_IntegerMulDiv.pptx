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3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4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5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6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7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8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9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10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notesSlides/notesSlide11.xml" ContentType="application/vnd.openxmlformats-officedocument.presentationml.notesSlide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notesSlides/notesSlide12.xml" ContentType="application/vnd.openxmlformats-officedocument.presentationml.notesSlide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notesSlides/notesSlide13.xml" ContentType="application/vnd.openxmlformats-officedocument.presentationml.notesSlide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notesSlides/notesSlide14.xml" ContentType="application/vnd.openxmlformats-officedocument.presentationml.notesSlide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notesSlides/notesSlide15.xml" ContentType="application/vnd.openxmlformats-officedocument.presentationml.notesSlide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notesSlides/notesSlide16.xml" ContentType="application/vnd.openxmlformats-officedocument.presentationml.notesSlide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notesSlides/notesSlide17.xml" ContentType="application/vnd.openxmlformats-officedocument.presentationml.notesSlide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notesSlides/notesSlide18.xml" ContentType="application/vnd.openxmlformats-officedocument.presentationml.notesSlide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notesSlides/notesSlide19.xml" ContentType="application/vnd.openxmlformats-officedocument.presentationml.notesSlide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notesSlides/notesSlide20.xml" ContentType="application/vnd.openxmlformats-officedocument.presentationml.notesSlide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notesSlides/notesSlide21.xml" ContentType="application/vnd.openxmlformats-officedocument.presentationml.notesSlide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notesSlides/notesSlide22.xml" ContentType="application/vnd.openxmlformats-officedocument.presentationml.notesSlide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notesSlides/notesSlide23.xml" ContentType="application/vnd.openxmlformats-officedocument.presentationml.notesSlide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notesSlides/notesSlide24.xml" ContentType="application/vnd.openxmlformats-officedocument.presentationml.notesSlide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notesSlides/notesSlide25.xml" ContentType="application/vnd.openxmlformats-officedocument.presentationml.notesSlide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notesSlides/notesSlide26.xml" ContentType="application/vnd.openxmlformats-officedocument.presentationml.notesSlide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notesSlides/notesSlide27.xml" ContentType="application/vnd.openxmlformats-officedocument.presentationml.notesSlide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notesSlides/notesSlide28.xml" ContentType="application/vnd.openxmlformats-officedocument.presentationml.notesSlide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notesSlides/notesSlide29.xml" ContentType="application/vnd.openxmlformats-officedocument.presentationml.notesSlide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notesSlides/notesSlide30.xml" ContentType="application/vnd.openxmlformats-officedocument.presentationml.notesSlide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notesSlides/notesSlide31.xml" ContentType="application/vnd.openxmlformats-officedocument.presentationml.notesSlide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notesSlides/notesSlide32.xml" ContentType="application/vnd.openxmlformats-officedocument.presentationml.notesSlide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notesSlides/notesSlide33.xml" ContentType="application/vnd.openxmlformats-officedocument.presentationml.notesSlide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notesSlides/notesSlide34.xml" ContentType="application/vnd.openxmlformats-officedocument.presentationml.notesSlide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notesSlides/notesSlide35.xml" ContentType="application/vnd.openxmlformats-officedocument.presentationml.notesSlide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notesSlides/notesSlide36.xml" ContentType="application/vnd.openxmlformats-officedocument.presentationml.notesSlide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notesSlides/notesSlide37.xml" ContentType="application/vnd.openxmlformats-officedocument.presentationml.notesSlide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notesSlides/notesSlide38.xml" ContentType="application/vnd.openxmlformats-officedocument.presentationml.notesSlide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notesSlides/notesSlide39.xml" ContentType="application/vnd.openxmlformats-officedocument.presentationml.notesSlide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notesSlides/notesSlide40.xml" ContentType="application/vnd.openxmlformats-officedocument.presentationml.notesSlide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43"/>
  </p:notesMasterIdLst>
  <p:handoutMasterIdLst>
    <p:handoutMasterId r:id="rId44"/>
  </p:handoutMasterIdLst>
  <p:sldIdLst>
    <p:sldId id="346" r:id="rId2"/>
    <p:sldId id="441" r:id="rId3"/>
    <p:sldId id="430" r:id="rId4"/>
    <p:sldId id="443" r:id="rId5"/>
    <p:sldId id="342" r:id="rId6"/>
    <p:sldId id="345" r:id="rId7"/>
    <p:sldId id="431" r:id="rId8"/>
    <p:sldId id="302" r:id="rId9"/>
    <p:sldId id="354" r:id="rId10"/>
    <p:sldId id="357" r:id="rId11"/>
    <p:sldId id="358" r:id="rId12"/>
    <p:sldId id="305" r:id="rId13"/>
    <p:sldId id="363" r:id="rId14"/>
    <p:sldId id="366" r:id="rId15"/>
    <p:sldId id="442" r:id="rId16"/>
    <p:sldId id="434" r:id="rId17"/>
    <p:sldId id="309" r:id="rId18"/>
    <p:sldId id="375" r:id="rId19"/>
    <p:sldId id="435" r:id="rId20"/>
    <p:sldId id="436" r:id="rId21"/>
    <p:sldId id="315" r:id="rId22"/>
    <p:sldId id="383" r:id="rId23"/>
    <p:sldId id="387" r:id="rId24"/>
    <p:sldId id="390" r:id="rId25"/>
    <p:sldId id="393" r:id="rId26"/>
    <p:sldId id="438" r:id="rId27"/>
    <p:sldId id="398" r:id="rId28"/>
    <p:sldId id="439" r:id="rId29"/>
    <p:sldId id="401" r:id="rId30"/>
    <p:sldId id="404" r:id="rId31"/>
    <p:sldId id="407" r:id="rId32"/>
    <p:sldId id="410" r:id="rId33"/>
    <p:sldId id="440" r:id="rId34"/>
    <p:sldId id="413" r:id="rId35"/>
    <p:sldId id="416" r:id="rId36"/>
    <p:sldId id="427" r:id="rId37"/>
    <p:sldId id="419" r:id="rId38"/>
    <p:sldId id="422" r:id="rId39"/>
    <p:sldId id="425" r:id="rId40"/>
    <p:sldId id="433" r:id="rId41"/>
    <p:sldId id="432" r:id="rId42"/>
  </p:sldIdLst>
  <p:sldSz cx="9144000" cy="6858000" type="screen4x3"/>
  <p:notesSz cx="6845300" cy="9396413"/>
  <p:custDataLst>
    <p:tags r:id="rId4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00"/>
    <a:srgbClr val="006600"/>
    <a:srgbClr val="FFFF66"/>
    <a:srgbClr val="FFCC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16" autoAdjust="0"/>
    <p:restoredTop sz="71316" autoAdjust="0"/>
  </p:normalViewPr>
  <p:slideViewPr>
    <p:cSldViewPr>
      <p:cViewPr varScale="1">
        <p:scale>
          <a:sx n="211" d="100"/>
          <a:sy n="211" d="100"/>
        </p:scale>
        <p:origin x="415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5" d="100"/>
        <a:sy n="15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2328" y="-90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BF462E3-B006-4321-934E-AFE05A0BD19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94ED7E0E-5212-408C-B06A-32C60ADECEE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80363B93-D514-44FE-A143-2DCC3B99444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349408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ECE/CS 552: Introduction To Computer Architecture</a:t>
            </a: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3C8ACD42-A87D-45F2-A669-D279F50476C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ECEB71A3-EC59-4543-ABF9-F378B1A3DD4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D29207F-3104-4AFB-A04D-74A4468B570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6FC673D4-F8D7-4929-B0F2-0A81CFE38D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19104974-E074-4447-BF79-846D6CC19A1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74738" y="704850"/>
            <a:ext cx="4697412" cy="35226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84BE667A-2198-4F6C-A412-8F46ABE1CCD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3B98749B-ABA3-462F-98DB-9E9489A6E8B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9B97316B-DB98-45E5-B7CA-4EC213A16D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B5B0F207-7F00-4985-B46D-7543007A9E3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545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0404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9827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FA5BC-92DF-877B-8608-ACEA3001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416A35-1EE7-45BD-A12E-427D9F298B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15F239-5CFB-DD78-05B3-3F8F09125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CB353-433E-32EF-9E02-DA560FD1CE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1342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3878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>
            <a:extLst>
              <a:ext uri="{FF2B5EF4-FFF2-40B4-BE49-F238E27FC236}">
                <a16:creationId xmlns:a16="http://schemas.microsoft.com/office/drawing/2014/main" id="{FF06C7AA-8FDF-42B0-A331-43881F4C6D8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>
            <a:extLst>
              <a:ext uri="{FF2B5EF4-FFF2-40B4-BE49-F238E27FC236}">
                <a16:creationId xmlns:a16="http://schemas.microsoft.com/office/drawing/2014/main" id="{A99BC6D5-1F3D-48AB-9FF6-30AFA4287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714505FC-9D93-42C6-987C-B44287EA7A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F83C2BC-CA2C-43C4-B7BD-8E9CAED2CF67}" type="slidenum">
              <a:rPr kumimoji="0" lang="en-US" altLang="en-US"/>
              <a:pPr>
                <a:spcBef>
                  <a:spcPct val="0"/>
                </a:spcBef>
              </a:pPr>
              <a:t>6</a:t>
            </a:fld>
            <a:endParaRPr kumimoji="0"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17650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00034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57972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46648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01745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94448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31022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49698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17142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51882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03550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24128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01857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50192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1369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96846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8224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84985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56674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75535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76350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40634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4932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48792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42833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41525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78145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8563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61737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997834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307515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66612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622750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730444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9420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_200">
            <a:extLst>
              <a:ext uri="{FF2B5EF4-FFF2-40B4-BE49-F238E27FC236}">
                <a16:creationId xmlns:a16="http://schemas.microsoft.com/office/drawing/2014/main" id="{5C9648DA-AAE8-4917-B9FC-8184572D4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LOGO_200">
            <a:extLst>
              <a:ext uri="{FF2B5EF4-FFF2-40B4-BE49-F238E27FC236}">
                <a16:creationId xmlns:a16="http://schemas.microsoft.com/office/drawing/2014/main" id="{3DE07CB5-C99C-444A-BD28-2D62F09D8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362200"/>
            <a:ext cx="7772400" cy="1238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2F111BEC-5429-4C32-AC69-7102C03A14F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502E335-F5AB-49A0-80CF-0A2FAC4EFCCE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2008-2009 by Yu Hen Hu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0D9F60A-6720-4EF9-8C12-A764A418459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12ADF9F2-76EF-46C6-8052-C2466D7ED9D5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436945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94F56DB-625A-4168-BF32-DB2C21814CE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1CDBBDF-4984-46F7-B6BC-B6A6AC01B0D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2008-2009 by Yu Hen Hu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F37F583-B9DA-4679-AC61-0435020C3CF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D5165859-7B18-4E77-9AA4-4EE94ABD8331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953554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3" Type="http://schemas.openxmlformats.org/officeDocument/2006/relationships/theme" Target="../theme/theme1.xml"/><Relationship Id="rId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38CBD29A-A78F-49CB-991F-EB0DEBD700C8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4A0E5DB-CA03-4BEB-813A-C7EF833F3F83}"/>
              </a:ext>
            </a:extLst>
          </p:cNvPr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AEC47-9B13-4CF7-891D-69E525E267EE}"/>
              </a:ext>
            </a:extLst>
          </p:cNvPr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0B156-0684-414E-B963-F532861002B8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(C) 2008-2009 by Yu Hen Hu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1A9FB-B7B1-41E6-8F9D-376401E2527C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7620000" y="6356350"/>
            <a:ext cx="1066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2pPr lvl="1" algn="r">
              <a:defRPr>
                <a:latin typeface="Calibri" panose="020F0502020204030204" pitchFamily="34" charset="0"/>
              </a:defRPr>
            </a:lvl2pPr>
          </a:lstStyle>
          <a:p>
            <a:pPr lvl="1"/>
            <a:fld id="{077BAFBB-0D8F-4942-B8BC-A60A73FD4290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tags" Target="../tags/tag45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17" Type="http://schemas.openxmlformats.org/officeDocument/2006/relationships/image" Target="../media/image2.png"/><Relationship Id="rId2" Type="http://schemas.openxmlformats.org/officeDocument/2006/relationships/tags" Target="../tags/tag34.xml"/><Relationship Id="rId16" Type="http://schemas.openxmlformats.org/officeDocument/2006/relationships/hyperlink" Target="http://en.wikipedia.org/wiki/Image:AND_ANSI.svg" TargetMode="Externa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5" Type="http://schemas.openxmlformats.org/officeDocument/2006/relationships/tags" Target="../tags/tag37.xml"/><Relationship Id="rId15" Type="http://schemas.openxmlformats.org/officeDocument/2006/relationships/notesSlide" Target="../notesSlides/notesSlide5.xml"/><Relationship Id="rId10" Type="http://schemas.openxmlformats.org/officeDocument/2006/relationships/tags" Target="../tags/tag42.xml"/><Relationship Id="rId4" Type="http://schemas.openxmlformats.org/officeDocument/2006/relationships/tags" Target="../tags/tag36.xml"/><Relationship Id="rId9" Type="http://schemas.openxmlformats.org/officeDocument/2006/relationships/tags" Target="../tags/tag41.xml"/><Relationship Id="rId1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image" Target="../media/image3.png"/><Relationship Id="rId5" Type="http://schemas.openxmlformats.org/officeDocument/2006/relationships/tags" Target="../tags/tag50.xml"/><Relationship Id="rId10" Type="http://schemas.openxmlformats.org/officeDocument/2006/relationships/notesSlide" Target="../notesSlides/notesSlide6.xml"/><Relationship Id="rId4" Type="http://schemas.openxmlformats.org/officeDocument/2006/relationships/tags" Target="../tags/tag49.xml"/><Relationship Id="rId9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7" Type="http://schemas.openxmlformats.org/officeDocument/2006/relationships/image" Target="../media/image4.pn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13" Type="http://schemas.openxmlformats.org/officeDocument/2006/relationships/tags" Target="../tags/tag74.xml"/><Relationship Id="rId18" Type="http://schemas.openxmlformats.org/officeDocument/2006/relationships/image" Target="../media/image4.png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12" Type="http://schemas.openxmlformats.org/officeDocument/2006/relationships/tags" Target="../tags/tag73.xml"/><Relationship Id="rId17" Type="http://schemas.openxmlformats.org/officeDocument/2006/relationships/notesSlide" Target="../notesSlides/notesSlide9.xml"/><Relationship Id="rId2" Type="http://schemas.openxmlformats.org/officeDocument/2006/relationships/tags" Target="../tags/tag63.xml"/><Relationship Id="rId16" Type="http://schemas.openxmlformats.org/officeDocument/2006/relationships/slideLayout" Target="../slideLayouts/slideLayout2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tags" Target="../tags/tag72.xml"/><Relationship Id="rId5" Type="http://schemas.openxmlformats.org/officeDocument/2006/relationships/tags" Target="../tags/tag66.xml"/><Relationship Id="rId15" Type="http://schemas.openxmlformats.org/officeDocument/2006/relationships/tags" Target="../tags/tag76.xml"/><Relationship Id="rId10" Type="http://schemas.openxmlformats.org/officeDocument/2006/relationships/tags" Target="../tags/tag71.xml"/><Relationship Id="rId4" Type="http://schemas.openxmlformats.org/officeDocument/2006/relationships/tags" Target="../tags/tag65.xml"/><Relationship Id="rId9" Type="http://schemas.openxmlformats.org/officeDocument/2006/relationships/tags" Target="../tags/tag70.xml"/><Relationship Id="rId14" Type="http://schemas.openxmlformats.org/officeDocument/2006/relationships/tags" Target="../tags/tag7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84.xml"/><Relationship Id="rId3" Type="http://schemas.openxmlformats.org/officeDocument/2006/relationships/tags" Target="../tags/tag79.xml"/><Relationship Id="rId7" Type="http://schemas.openxmlformats.org/officeDocument/2006/relationships/tags" Target="../tags/tag83.xml"/><Relationship Id="rId12" Type="http://schemas.openxmlformats.org/officeDocument/2006/relationships/image" Target="../media/image4.png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notesSlide" Target="../notesSlides/notesSlide10.xml"/><Relationship Id="rId5" Type="http://schemas.openxmlformats.org/officeDocument/2006/relationships/tags" Target="../tags/tag81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9" Type="http://schemas.openxmlformats.org/officeDocument/2006/relationships/tags" Target="../tags/tag8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tags" Target="../tags/tag103.xml"/><Relationship Id="rId26" Type="http://schemas.openxmlformats.org/officeDocument/2006/relationships/image" Target="../media/image4.png"/><Relationship Id="rId3" Type="http://schemas.openxmlformats.org/officeDocument/2006/relationships/tags" Target="../tags/tag88.xml"/><Relationship Id="rId21" Type="http://schemas.openxmlformats.org/officeDocument/2006/relationships/tags" Target="../tags/tag106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5" Type="http://schemas.openxmlformats.org/officeDocument/2006/relationships/notesSlide" Target="../notesSlides/notesSlide11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20" Type="http://schemas.openxmlformats.org/officeDocument/2006/relationships/tags" Target="../tags/tag105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24" Type="http://schemas.openxmlformats.org/officeDocument/2006/relationships/slideLayout" Target="../slideLayouts/slideLayout2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23" Type="http://schemas.openxmlformats.org/officeDocument/2006/relationships/tags" Target="../tags/tag108.xml"/><Relationship Id="rId10" Type="http://schemas.openxmlformats.org/officeDocument/2006/relationships/tags" Target="../tags/tag95.xml"/><Relationship Id="rId19" Type="http://schemas.openxmlformats.org/officeDocument/2006/relationships/tags" Target="../tags/tag104.xml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Relationship Id="rId22" Type="http://schemas.openxmlformats.org/officeDocument/2006/relationships/tags" Target="../tags/tag10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16.xml"/><Relationship Id="rId13" Type="http://schemas.openxmlformats.org/officeDocument/2006/relationships/image" Target="../media/image5.wmf"/><Relationship Id="rId3" Type="http://schemas.openxmlformats.org/officeDocument/2006/relationships/tags" Target="../tags/tag111.xml"/><Relationship Id="rId7" Type="http://schemas.openxmlformats.org/officeDocument/2006/relationships/tags" Target="../tags/tag115.xml"/><Relationship Id="rId12" Type="http://schemas.openxmlformats.org/officeDocument/2006/relationships/notesSlide" Target="../notesSlides/notesSlide12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tags" Target="../tags/tag114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113.xml"/><Relationship Id="rId10" Type="http://schemas.openxmlformats.org/officeDocument/2006/relationships/tags" Target="../tags/tag118.xml"/><Relationship Id="rId4" Type="http://schemas.openxmlformats.org/officeDocument/2006/relationships/tags" Target="../tags/tag112.xml"/><Relationship Id="rId9" Type="http://schemas.openxmlformats.org/officeDocument/2006/relationships/tags" Target="../tags/tag11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26.xml"/><Relationship Id="rId13" Type="http://schemas.openxmlformats.org/officeDocument/2006/relationships/tags" Target="../tags/tag131.xml"/><Relationship Id="rId18" Type="http://schemas.openxmlformats.org/officeDocument/2006/relationships/notesSlide" Target="../notesSlides/notesSlide13.xml"/><Relationship Id="rId3" Type="http://schemas.openxmlformats.org/officeDocument/2006/relationships/tags" Target="../tags/tag121.xml"/><Relationship Id="rId7" Type="http://schemas.openxmlformats.org/officeDocument/2006/relationships/tags" Target="../tags/tag125.xml"/><Relationship Id="rId12" Type="http://schemas.openxmlformats.org/officeDocument/2006/relationships/tags" Target="../tags/tag13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20.xml"/><Relationship Id="rId16" Type="http://schemas.openxmlformats.org/officeDocument/2006/relationships/tags" Target="../tags/tag134.xml"/><Relationship Id="rId1" Type="http://schemas.openxmlformats.org/officeDocument/2006/relationships/tags" Target="../tags/tag119.xml"/><Relationship Id="rId6" Type="http://schemas.openxmlformats.org/officeDocument/2006/relationships/tags" Target="../tags/tag124.xml"/><Relationship Id="rId11" Type="http://schemas.openxmlformats.org/officeDocument/2006/relationships/tags" Target="../tags/tag129.xml"/><Relationship Id="rId5" Type="http://schemas.openxmlformats.org/officeDocument/2006/relationships/tags" Target="../tags/tag123.xml"/><Relationship Id="rId15" Type="http://schemas.openxmlformats.org/officeDocument/2006/relationships/tags" Target="../tags/tag133.xml"/><Relationship Id="rId10" Type="http://schemas.openxmlformats.org/officeDocument/2006/relationships/tags" Target="../tags/tag128.xml"/><Relationship Id="rId19" Type="http://schemas.openxmlformats.org/officeDocument/2006/relationships/image" Target="../media/image5.wmf"/><Relationship Id="rId4" Type="http://schemas.openxmlformats.org/officeDocument/2006/relationships/tags" Target="../tags/tag122.xml"/><Relationship Id="rId9" Type="http://schemas.openxmlformats.org/officeDocument/2006/relationships/tags" Target="../tags/tag127.xml"/><Relationship Id="rId14" Type="http://schemas.openxmlformats.org/officeDocument/2006/relationships/tags" Target="../tags/tag132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tags" Target="../tags/tag147.xml"/><Relationship Id="rId18" Type="http://schemas.openxmlformats.org/officeDocument/2006/relationships/tags" Target="../tags/tag152.xml"/><Relationship Id="rId26" Type="http://schemas.openxmlformats.org/officeDocument/2006/relationships/tags" Target="../tags/tag160.xml"/><Relationship Id="rId21" Type="http://schemas.openxmlformats.org/officeDocument/2006/relationships/tags" Target="../tags/tag155.xml"/><Relationship Id="rId34" Type="http://schemas.openxmlformats.org/officeDocument/2006/relationships/tags" Target="../tags/tag168.xml"/><Relationship Id="rId7" Type="http://schemas.openxmlformats.org/officeDocument/2006/relationships/tags" Target="../tags/tag141.xml"/><Relationship Id="rId12" Type="http://schemas.openxmlformats.org/officeDocument/2006/relationships/tags" Target="../tags/tag146.xml"/><Relationship Id="rId17" Type="http://schemas.openxmlformats.org/officeDocument/2006/relationships/tags" Target="../tags/tag151.xml"/><Relationship Id="rId25" Type="http://schemas.openxmlformats.org/officeDocument/2006/relationships/tags" Target="../tags/tag159.xml"/><Relationship Id="rId33" Type="http://schemas.openxmlformats.org/officeDocument/2006/relationships/tags" Target="../tags/tag167.xml"/><Relationship Id="rId2" Type="http://schemas.openxmlformats.org/officeDocument/2006/relationships/tags" Target="../tags/tag136.xml"/><Relationship Id="rId16" Type="http://schemas.openxmlformats.org/officeDocument/2006/relationships/tags" Target="../tags/tag150.xml"/><Relationship Id="rId20" Type="http://schemas.openxmlformats.org/officeDocument/2006/relationships/tags" Target="../tags/tag154.xml"/><Relationship Id="rId29" Type="http://schemas.openxmlformats.org/officeDocument/2006/relationships/tags" Target="../tags/tag163.xml"/><Relationship Id="rId1" Type="http://schemas.openxmlformats.org/officeDocument/2006/relationships/tags" Target="../tags/tag135.xml"/><Relationship Id="rId6" Type="http://schemas.openxmlformats.org/officeDocument/2006/relationships/tags" Target="../tags/tag140.xml"/><Relationship Id="rId11" Type="http://schemas.openxmlformats.org/officeDocument/2006/relationships/tags" Target="../tags/tag145.xml"/><Relationship Id="rId24" Type="http://schemas.openxmlformats.org/officeDocument/2006/relationships/tags" Target="../tags/tag158.xml"/><Relationship Id="rId32" Type="http://schemas.openxmlformats.org/officeDocument/2006/relationships/tags" Target="../tags/tag166.xml"/><Relationship Id="rId37" Type="http://schemas.openxmlformats.org/officeDocument/2006/relationships/image" Target="../media/image5.wmf"/><Relationship Id="rId5" Type="http://schemas.openxmlformats.org/officeDocument/2006/relationships/tags" Target="../tags/tag139.xml"/><Relationship Id="rId15" Type="http://schemas.openxmlformats.org/officeDocument/2006/relationships/tags" Target="../tags/tag149.xml"/><Relationship Id="rId23" Type="http://schemas.openxmlformats.org/officeDocument/2006/relationships/tags" Target="../tags/tag157.xml"/><Relationship Id="rId28" Type="http://schemas.openxmlformats.org/officeDocument/2006/relationships/tags" Target="../tags/tag162.xml"/><Relationship Id="rId36" Type="http://schemas.openxmlformats.org/officeDocument/2006/relationships/notesSlide" Target="../notesSlides/notesSlide14.xml"/><Relationship Id="rId10" Type="http://schemas.openxmlformats.org/officeDocument/2006/relationships/tags" Target="../tags/tag144.xml"/><Relationship Id="rId19" Type="http://schemas.openxmlformats.org/officeDocument/2006/relationships/tags" Target="../tags/tag153.xml"/><Relationship Id="rId31" Type="http://schemas.openxmlformats.org/officeDocument/2006/relationships/tags" Target="../tags/tag165.xml"/><Relationship Id="rId4" Type="http://schemas.openxmlformats.org/officeDocument/2006/relationships/tags" Target="../tags/tag138.xml"/><Relationship Id="rId9" Type="http://schemas.openxmlformats.org/officeDocument/2006/relationships/tags" Target="../tags/tag143.xml"/><Relationship Id="rId14" Type="http://schemas.openxmlformats.org/officeDocument/2006/relationships/tags" Target="../tags/tag148.xml"/><Relationship Id="rId22" Type="http://schemas.openxmlformats.org/officeDocument/2006/relationships/tags" Target="../tags/tag156.xml"/><Relationship Id="rId27" Type="http://schemas.openxmlformats.org/officeDocument/2006/relationships/tags" Target="../tags/tag161.xml"/><Relationship Id="rId30" Type="http://schemas.openxmlformats.org/officeDocument/2006/relationships/tags" Target="../tags/tag164.xml"/><Relationship Id="rId35" Type="http://schemas.openxmlformats.org/officeDocument/2006/relationships/slideLayout" Target="../slideLayouts/slideLayout2.xml"/><Relationship Id="rId8" Type="http://schemas.openxmlformats.org/officeDocument/2006/relationships/tags" Target="../tags/tag142.xml"/><Relationship Id="rId3" Type="http://schemas.openxmlformats.org/officeDocument/2006/relationships/tags" Target="../tags/tag13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3" Type="http://schemas.openxmlformats.org/officeDocument/2006/relationships/tags" Target="../tags/tag179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78.xml"/><Relationship Id="rId1" Type="http://schemas.openxmlformats.org/officeDocument/2006/relationships/tags" Target="../tags/tag177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" Type="http://schemas.openxmlformats.org/officeDocument/2006/relationships/tags" Target="../tags/tag18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90.xml"/><Relationship Id="rId13" Type="http://schemas.openxmlformats.org/officeDocument/2006/relationships/tags" Target="../tags/tag195.xml"/><Relationship Id="rId3" Type="http://schemas.openxmlformats.org/officeDocument/2006/relationships/tags" Target="../tags/tag185.xml"/><Relationship Id="rId7" Type="http://schemas.openxmlformats.org/officeDocument/2006/relationships/tags" Target="../tags/tag189.xml"/><Relationship Id="rId12" Type="http://schemas.openxmlformats.org/officeDocument/2006/relationships/tags" Target="../tags/tag194.xml"/><Relationship Id="rId2" Type="http://schemas.openxmlformats.org/officeDocument/2006/relationships/tags" Target="../tags/tag184.xml"/><Relationship Id="rId16" Type="http://schemas.openxmlformats.org/officeDocument/2006/relationships/notesSlide" Target="../notesSlides/notesSlide18.xml"/><Relationship Id="rId1" Type="http://schemas.openxmlformats.org/officeDocument/2006/relationships/tags" Target="../tags/tag183.xml"/><Relationship Id="rId6" Type="http://schemas.openxmlformats.org/officeDocument/2006/relationships/tags" Target="../tags/tag188.xml"/><Relationship Id="rId11" Type="http://schemas.openxmlformats.org/officeDocument/2006/relationships/tags" Target="../tags/tag193.xml"/><Relationship Id="rId5" Type="http://schemas.openxmlformats.org/officeDocument/2006/relationships/tags" Target="../tags/tag187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192.xml"/><Relationship Id="rId4" Type="http://schemas.openxmlformats.org/officeDocument/2006/relationships/tags" Target="../tags/tag186.xml"/><Relationship Id="rId9" Type="http://schemas.openxmlformats.org/officeDocument/2006/relationships/tags" Target="../tags/tag191.xml"/><Relationship Id="rId14" Type="http://schemas.openxmlformats.org/officeDocument/2006/relationships/tags" Target="../tags/tag19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199.xml"/><Relationship Id="rId7" Type="http://schemas.openxmlformats.org/officeDocument/2006/relationships/notesSlide" Target="../notesSlides/notesSlide19.xml"/><Relationship Id="rId2" Type="http://schemas.openxmlformats.org/officeDocument/2006/relationships/tags" Target="../tags/tag198.xml"/><Relationship Id="rId1" Type="http://schemas.openxmlformats.org/officeDocument/2006/relationships/tags" Target="../tags/tag19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01.xml"/><Relationship Id="rId4" Type="http://schemas.openxmlformats.org/officeDocument/2006/relationships/tags" Target="../tags/tag20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" Type="http://schemas.openxmlformats.org/officeDocument/2006/relationships/tags" Target="../tags/tag202.xml"/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.xml"/><Relationship Id="rId3" Type="http://schemas.openxmlformats.org/officeDocument/2006/relationships/tags" Target="../tags/tag208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07.xml"/><Relationship Id="rId1" Type="http://schemas.openxmlformats.org/officeDocument/2006/relationships/tags" Target="../tags/tag206.xml"/><Relationship Id="rId6" Type="http://schemas.openxmlformats.org/officeDocument/2006/relationships/tags" Target="../tags/tag211.xml"/><Relationship Id="rId5" Type="http://schemas.openxmlformats.org/officeDocument/2006/relationships/tags" Target="../tags/tag210.xml"/><Relationship Id="rId4" Type="http://schemas.openxmlformats.org/officeDocument/2006/relationships/tags" Target="../tags/tag209.xml"/><Relationship Id="rId9" Type="http://schemas.openxmlformats.org/officeDocument/2006/relationships/image" Target="../media/image6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219.xml"/><Relationship Id="rId13" Type="http://schemas.openxmlformats.org/officeDocument/2006/relationships/tags" Target="../tags/tag224.xml"/><Relationship Id="rId18" Type="http://schemas.openxmlformats.org/officeDocument/2006/relationships/tags" Target="../tags/tag229.xml"/><Relationship Id="rId26" Type="http://schemas.openxmlformats.org/officeDocument/2006/relationships/tags" Target="../tags/tag237.xml"/><Relationship Id="rId3" Type="http://schemas.openxmlformats.org/officeDocument/2006/relationships/tags" Target="../tags/tag214.xml"/><Relationship Id="rId21" Type="http://schemas.openxmlformats.org/officeDocument/2006/relationships/tags" Target="../tags/tag232.xml"/><Relationship Id="rId7" Type="http://schemas.openxmlformats.org/officeDocument/2006/relationships/tags" Target="../tags/tag218.xml"/><Relationship Id="rId12" Type="http://schemas.openxmlformats.org/officeDocument/2006/relationships/tags" Target="../tags/tag223.xml"/><Relationship Id="rId17" Type="http://schemas.openxmlformats.org/officeDocument/2006/relationships/tags" Target="../tags/tag228.xml"/><Relationship Id="rId25" Type="http://schemas.openxmlformats.org/officeDocument/2006/relationships/tags" Target="../tags/tag236.xml"/><Relationship Id="rId2" Type="http://schemas.openxmlformats.org/officeDocument/2006/relationships/tags" Target="../tags/tag213.xml"/><Relationship Id="rId16" Type="http://schemas.openxmlformats.org/officeDocument/2006/relationships/tags" Target="../tags/tag227.xml"/><Relationship Id="rId20" Type="http://schemas.openxmlformats.org/officeDocument/2006/relationships/tags" Target="../tags/tag231.xml"/><Relationship Id="rId29" Type="http://schemas.openxmlformats.org/officeDocument/2006/relationships/slideLayout" Target="../slideLayouts/slideLayout2.xml"/><Relationship Id="rId1" Type="http://schemas.openxmlformats.org/officeDocument/2006/relationships/tags" Target="../tags/tag212.xml"/><Relationship Id="rId6" Type="http://schemas.openxmlformats.org/officeDocument/2006/relationships/tags" Target="../tags/tag217.xml"/><Relationship Id="rId11" Type="http://schemas.openxmlformats.org/officeDocument/2006/relationships/tags" Target="../tags/tag222.xml"/><Relationship Id="rId24" Type="http://schemas.openxmlformats.org/officeDocument/2006/relationships/tags" Target="../tags/tag235.xml"/><Relationship Id="rId5" Type="http://schemas.openxmlformats.org/officeDocument/2006/relationships/tags" Target="../tags/tag216.xml"/><Relationship Id="rId15" Type="http://schemas.openxmlformats.org/officeDocument/2006/relationships/tags" Target="../tags/tag226.xml"/><Relationship Id="rId23" Type="http://schemas.openxmlformats.org/officeDocument/2006/relationships/tags" Target="../tags/tag234.xml"/><Relationship Id="rId28" Type="http://schemas.openxmlformats.org/officeDocument/2006/relationships/tags" Target="../tags/tag239.xml"/><Relationship Id="rId10" Type="http://schemas.openxmlformats.org/officeDocument/2006/relationships/tags" Target="../tags/tag221.xml"/><Relationship Id="rId19" Type="http://schemas.openxmlformats.org/officeDocument/2006/relationships/tags" Target="../tags/tag230.xml"/><Relationship Id="rId31" Type="http://schemas.openxmlformats.org/officeDocument/2006/relationships/image" Target="../media/image6.wmf"/><Relationship Id="rId4" Type="http://schemas.openxmlformats.org/officeDocument/2006/relationships/tags" Target="../tags/tag215.xml"/><Relationship Id="rId9" Type="http://schemas.openxmlformats.org/officeDocument/2006/relationships/tags" Target="../tags/tag220.xml"/><Relationship Id="rId14" Type="http://schemas.openxmlformats.org/officeDocument/2006/relationships/tags" Target="../tags/tag225.xml"/><Relationship Id="rId22" Type="http://schemas.openxmlformats.org/officeDocument/2006/relationships/tags" Target="../tags/tag233.xml"/><Relationship Id="rId27" Type="http://schemas.openxmlformats.org/officeDocument/2006/relationships/tags" Target="../tags/tag238.xml"/><Relationship Id="rId3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247.xml"/><Relationship Id="rId13" Type="http://schemas.openxmlformats.org/officeDocument/2006/relationships/tags" Target="../tags/tag252.xml"/><Relationship Id="rId18" Type="http://schemas.openxmlformats.org/officeDocument/2006/relationships/tags" Target="../tags/tag257.xml"/><Relationship Id="rId3" Type="http://schemas.openxmlformats.org/officeDocument/2006/relationships/tags" Target="../tags/tag242.xml"/><Relationship Id="rId21" Type="http://schemas.openxmlformats.org/officeDocument/2006/relationships/notesSlide" Target="../notesSlides/notesSlide23.xml"/><Relationship Id="rId7" Type="http://schemas.openxmlformats.org/officeDocument/2006/relationships/tags" Target="../tags/tag246.xml"/><Relationship Id="rId12" Type="http://schemas.openxmlformats.org/officeDocument/2006/relationships/tags" Target="../tags/tag251.xml"/><Relationship Id="rId17" Type="http://schemas.openxmlformats.org/officeDocument/2006/relationships/tags" Target="../tags/tag256.xml"/><Relationship Id="rId2" Type="http://schemas.openxmlformats.org/officeDocument/2006/relationships/tags" Target="../tags/tag241.xml"/><Relationship Id="rId16" Type="http://schemas.openxmlformats.org/officeDocument/2006/relationships/tags" Target="../tags/tag255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240.xml"/><Relationship Id="rId6" Type="http://schemas.openxmlformats.org/officeDocument/2006/relationships/tags" Target="../tags/tag245.xml"/><Relationship Id="rId11" Type="http://schemas.openxmlformats.org/officeDocument/2006/relationships/tags" Target="../tags/tag250.xml"/><Relationship Id="rId5" Type="http://schemas.openxmlformats.org/officeDocument/2006/relationships/tags" Target="../tags/tag244.xml"/><Relationship Id="rId15" Type="http://schemas.openxmlformats.org/officeDocument/2006/relationships/tags" Target="../tags/tag254.xml"/><Relationship Id="rId10" Type="http://schemas.openxmlformats.org/officeDocument/2006/relationships/tags" Target="../tags/tag249.xml"/><Relationship Id="rId19" Type="http://schemas.openxmlformats.org/officeDocument/2006/relationships/tags" Target="../tags/tag258.xml"/><Relationship Id="rId4" Type="http://schemas.openxmlformats.org/officeDocument/2006/relationships/tags" Target="../tags/tag243.xml"/><Relationship Id="rId9" Type="http://schemas.openxmlformats.org/officeDocument/2006/relationships/tags" Target="../tags/tag248.xml"/><Relationship Id="rId14" Type="http://schemas.openxmlformats.org/officeDocument/2006/relationships/tags" Target="../tags/tag253.xml"/><Relationship Id="rId22" Type="http://schemas.openxmlformats.org/officeDocument/2006/relationships/image" Target="../media/image6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266.xml"/><Relationship Id="rId13" Type="http://schemas.openxmlformats.org/officeDocument/2006/relationships/tags" Target="../tags/tag271.xml"/><Relationship Id="rId18" Type="http://schemas.openxmlformats.org/officeDocument/2006/relationships/tags" Target="../tags/tag276.xml"/><Relationship Id="rId26" Type="http://schemas.openxmlformats.org/officeDocument/2006/relationships/tags" Target="../tags/tag284.xml"/><Relationship Id="rId3" Type="http://schemas.openxmlformats.org/officeDocument/2006/relationships/tags" Target="../tags/tag261.xml"/><Relationship Id="rId21" Type="http://schemas.openxmlformats.org/officeDocument/2006/relationships/tags" Target="../tags/tag279.xml"/><Relationship Id="rId7" Type="http://schemas.openxmlformats.org/officeDocument/2006/relationships/tags" Target="../tags/tag265.xml"/><Relationship Id="rId12" Type="http://schemas.openxmlformats.org/officeDocument/2006/relationships/tags" Target="../tags/tag270.xml"/><Relationship Id="rId17" Type="http://schemas.openxmlformats.org/officeDocument/2006/relationships/tags" Target="../tags/tag275.xml"/><Relationship Id="rId25" Type="http://schemas.openxmlformats.org/officeDocument/2006/relationships/tags" Target="../tags/tag283.xml"/><Relationship Id="rId2" Type="http://schemas.openxmlformats.org/officeDocument/2006/relationships/tags" Target="../tags/tag260.xml"/><Relationship Id="rId16" Type="http://schemas.openxmlformats.org/officeDocument/2006/relationships/tags" Target="../tags/tag274.xml"/><Relationship Id="rId20" Type="http://schemas.openxmlformats.org/officeDocument/2006/relationships/tags" Target="../tags/tag278.xml"/><Relationship Id="rId29" Type="http://schemas.openxmlformats.org/officeDocument/2006/relationships/tags" Target="../tags/tag287.xml"/><Relationship Id="rId1" Type="http://schemas.openxmlformats.org/officeDocument/2006/relationships/tags" Target="../tags/tag259.xml"/><Relationship Id="rId6" Type="http://schemas.openxmlformats.org/officeDocument/2006/relationships/tags" Target="../tags/tag264.xml"/><Relationship Id="rId11" Type="http://schemas.openxmlformats.org/officeDocument/2006/relationships/tags" Target="../tags/tag269.xml"/><Relationship Id="rId24" Type="http://schemas.openxmlformats.org/officeDocument/2006/relationships/tags" Target="../tags/tag282.xml"/><Relationship Id="rId32" Type="http://schemas.openxmlformats.org/officeDocument/2006/relationships/image" Target="../media/image6.wmf"/><Relationship Id="rId5" Type="http://schemas.openxmlformats.org/officeDocument/2006/relationships/tags" Target="../tags/tag263.xml"/><Relationship Id="rId15" Type="http://schemas.openxmlformats.org/officeDocument/2006/relationships/tags" Target="../tags/tag273.xml"/><Relationship Id="rId23" Type="http://schemas.openxmlformats.org/officeDocument/2006/relationships/tags" Target="../tags/tag281.xml"/><Relationship Id="rId28" Type="http://schemas.openxmlformats.org/officeDocument/2006/relationships/tags" Target="../tags/tag286.xml"/><Relationship Id="rId10" Type="http://schemas.openxmlformats.org/officeDocument/2006/relationships/tags" Target="../tags/tag268.xml"/><Relationship Id="rId19" Type="http://schemas.openxmlformats.org/officeDocument/2006/relationships/tags" Target="../tags/tag277.xml"/><Relationship Id="rId31" Type="http://schemas.openxmlformats.org/officeDocument/2006/relationships/notesSlide" Target="../notesSlides/notesSlide24.xml"/><Relationship Id="rId4" Type="http://schemas.openxmlformats.org/officeDocument/2006/relationships/tags" Target="../tags/tag262.xml"/><Relationship Id="rId9" Type="http://schemas.openxmlformats.org/officeDocument/2006/relationships/tags" Target="../tags/tag267.xml"/><Relationship Id="rId14" Type="http://schemas.openxmlformats.org/officeDocument/2006/relationships/tags" Target="../tags/tag272.xml"/><Relationship Id="rId22" Type="http://schemas.openxmlformats.org/officeDocument/2006/relationships/tags" Target="../tags/tag280.xml"/><Relationship Id="rId27" Type="http://schemas.openxmlformats.org/officeDocument/2006/relationships/tags" Target="../tags/tag285.xml"/><Relationship Id="rId30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295.xml"/><Relationship Id="rId13" Type="http://schemas.openxmlformats.org/officeDocument/2006/relationships/tags" Target="../tags/tag300.xml"/><Relationship Id="rId18" Type="http://schemas.openxmlformats.org/officeDocument/2006/relationships/tags" Target="../tags/tag305.xml"/><Relationship Id="rId3" Type="http://schemas.openxmlformats.org/officeDocument/2006/relationships/tags" Target="../tags/tag290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294.xml"/><Relationship Id="rId12" Type="http://schemas.openxmlformats.org/officeDocument/2006/relationships/tags" Target="../tags/tag299.xml"/><Relationship Id="rId17" Type="http://schemas.openxmlformats.org/officeDocument/2006/relationships/tags" Target="../tags/tag304.xml"/><Relationship Id="rId2" Type="http://schemas.openxmlformats.org/officeDocument/2006/relationships/tags" Target="../tags/tag289.xml"/><Relationship Id="rId16" Type="http://schemas.openxmlformats.org/officeDocument/2006/relationships/tags" Target="../tags/tag303.xml"/><Relationship Id="rId20" Type="http://schemas.openxmlformats.org/officeDocument/2006/relationships/tags" Target="../tags/tag307.xml"/><Relationship Id="rId1" Type="http://schemas.openxmlformats.org/officeDocument/2006/relationships/tags" Target="../tags/tag288.xml"/><Relationship Id="rId6" Type="http://schemas.openxmlformats.org/officeDocument/2006/relationships/tags" Target="../tags/tag293.xml"/><Relationship Id="rId11" Type="http://schemas.openxmlformats.org/officeDocument/2006/relationships/tags" Target="../tags/tag298.xml"/><Relationship Id="rId5" Type="http://schemas.openxmlformats.org/officeDocument/2006/relationships/tags" Target="../tags/tag292.xml"/><Relationship Id="rId15" Type="http://schemas.openxmlformats.org/officeDocument/2006/relationships/tags" Target="../tags/tag302.xml"/><Relationship Id="rId23" Type="http://schemas.openxmlformats.org/officeDocument/2006/relationships/image" Target="../media/image6.wmf"/><Relationship Id="rId10" Type="http://schemas.openxmlformats.org/officeDocument/2006/relationships/tags" Target="../tags/tag297.xml"/><Relationship Id="rId19" Type="http://schemas.openxmlformats.org/officeDocument/2006/relationships/tags" Target="../tags/tag306.xml"/><Relationship Id="rId4" Type="http://schemas.openxmlformats.org/officeDocument/2006/relationships/tags" Target="../tags/tag291.xml"/><Relationship Id="rId9" Type="http://schemas.openxmlformats.org/officeDocument/2006/relationships/tags" Target="../tags/tag296.xml"/><Relationship Id="rId14" Type="http://schemas.openxmlformats.org/officeDocument/2006/relationships/tags" Target="../tags/tag301.xml"/><Relationship Id="rId2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310.xml"/><Relationship Id="rId2" Type="http://schemas.openxmlformats.org/officeDocument/2006/relationships/tags" Target="../tags/tag309.xml"/><Relationship Id="rId1" Type="http://schemas.openxmlformats.org/officeDocument/2006/relationships/tags" Target="../tags/tag308.xml"/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1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319.xml"/><Relationship Id="rId3" Type="http://schemas.openxmlformats.org/officeDocument/2006/relationships/tags" Target="../tags/tag314.xml"/><Relationship Id="rId7" Type="http://schemas.openxmlformats.org/officeDocument/2006/relationships/tags" Target="../tags/tag318.xml"/><Relationship Id="rId12" Type="http://schemas.openxmlformats.org/officeDocument/2006/relationships/image" Target="../media/image7.wmf"/><Relationship Id="rId2" Type="http://schemas.openxmlformats.org/officeDocument/2006/relationships/tags" Target="../tags/tag313.xml"/><Relationship Id="rId1" Type="http://schemas.openxmlformats.org/officeDocument/2006/relationships/tags" Target="../tags/tag312.xml"/><Relationship Id="rId6" Type="http://schemas.openxmlformats.org/officeDocument/2006/relationships/tags" Target="../tags/tag317.xml"/><Relationship Id="rId11" Type="http://schemas.openxmlformats.org/officeDocument/2006/relationships/notesSlide" Target="../notesSlides/notesSlide27.xml"/><Relationship Id="rId5" Type="http://schemas.openxmlformats.org/officeDocument/2006/relationships/tags" Target="../tags/tag316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315.xml"/><Relationship Id="rId9" Type="http://schemas.openxmlformats.org/officeDocument/2006/relationships/tags" Target="../tags/tag320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328.xml"/><Relationship Id="rId13" Type="http://schemas.openxmlformats.org/officeDocument/2006/relationships/image" Target="../media/image7.wmf"/><Relationship Id="rId3" Type="http://schemas.openxmlformats.org/officeDocument/2006/relationships/tags" Target="../tags/tag323.xml"/><Relationship Id="rId7" Type="http://schemas.openxmlformats.org/officeDocument/2006/relationships/tags" Target="../tags/tag327.xml"/><Relationship Id="rId12" Type="http://schemas.openxmlformats.org/officeDocument/2006/relationships/notesSlide" Target="../notesSlides/notesSlide28.xml"/><Relationship Id="rId2" Type="http://schemas.openxmlformats.org/officeDocument/2006/relationships/tags" Target="../tags/tag322.xml"/><Relationship Id="rId1" Type="http://schemas.openxmlformats.org/officeDocument/2006/relationships/tags" Target="../tags/tag321.xml"/><Relationship Id="rId6" Type="http://schemas.openxmlformats.org/officeDocument/2006/relationships/tags" Target="../tags/tag326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325.xml"/><Relationship Id="rId10" Type="http://schemas.openxmlformats.org/officeDocument/2006/relationships/tags" Target="../tags/tag330.xml"/><Relationship Id="rId4" Type="http://schemas.openxmlformats.org/officeDocument/2006/relationships/tags" Target="../tags/tag324.xml"/><Relationship Id="rId9" Type="http://schemas.openxmlformats.org/officeDocument/2006/relationships/tags" Target="../tags/tag329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338.xml"/><Relationship Id="rId13" Type="http://schemas.openxmlformats.org/officeDocument/2006/relationships/tags" Target="../tags/tag343.xml"/><Relationship Id="rId18" Type="http://schemas.openxmlformats.org/officeDocument/2006/relationships/tags" Target="../tags/tag348.xml"/><Relationship Id="rId26" Type="http://schemas.openxmlformats.org/officeDocument/2006/relationships/tags" Target="../tags/tag356.xml"/><Relationship Id="rId3" Type="http://schemas.openxmlformats.org/officeDocument/2006/relationships/tags" Target="../tags/tag333.xml"/><Relationship Id="rId21" Type="http://schemas.openxmlformats.org/officeDocument/2006/relationships/tags" Target="../tags/tag351.xml"/><Relationship Id="rId7" Type="http://schemas.openxmlformats.org/officeDocument/2006/relationships/tags" Target="../tags/tag337.xml"/><Relationship Id="rId12" Type="http://schemas.openxmlformats.org/officeDocument/2006/relationships/tags" Target="../tags/tag342.xml"/><Relationship Id="rId17" Type="http://schemas.openxmlformats.org/officeDocument/2006/relationships/tags" Target="../tags/tag347.xml"/><Relationship Id="rId25" Type="http://schemas.openxmlformats.org/officeDocument/2006/relationships/tags" Target="../tags/tag355.xml"/><Relationship Id="rId2" Type="http://schemas.openxmlformats.org/officeDocument/2006/relationships/tags" Target="../tags/tag332.xml"/><Relationship Id="rId16" Type="http://schemas.openxmlformats.org/officeDocument/2006/relationships/tags" Target="../tags/tag346.xml"/><Relationship Id="rId20" Type="http://schemas.openxmlformats.org/officeDocument/2006/relationships/tags" Target="../tags/tag350.xml"/><Relationship Id="rId29" Type="http://schemas.openxmlformats.org/officeDocument/2006/relationships/slideLayout" Target="../slideLayouts/slideLayout2.xml"/><Relationship Id="rId1" Type="http://schemas.openxmlformats.org/officeDocument/2006/relationships/tags" Target="../tags/tag331.xml"/><Relationship Id="rId6" Type="http://schemas.openxmlformats.org/officeDocument/2006/relationships/tags" Target="../tags/tag336.xml"/><Relationship Id="rId11" Type="http://schemas.openxmlformats.org/officeDocument/2006/relationships/tags" Target="../tags/tag341.xml"/><Relationship Id="rId24" Type="http://schemas.openxmlformats.org/officeDocument/2006/relationships/tags" Target="../tags/tag354.xml"/><Relationship Id="rId5" Type="http://schemas.openxmlformats.org/officeDocument/2006/relationships/tags" Target="../tags/tag335.xml"/><Relationship Id="rId15" Type="http://schemas.openxmlformats.org/officeDocument/2006/relationships/tags" Target="../tags/tag345.xml"/><Relationship Id="rId23" Type="http://schemas.openxmlformats.org/officeDocument/2006/relationships/tags" Target="../tags/tag353.xml"/><Relationship Id="rId28" Type="http://schemas.openxmlformats.org/officeDocument/2006/relationships/tags" Target="../tags/tag358.xml"/><Relationship Id="rId10" Type="http://schemas.openxmlformats.org/officeDocument/2006/relationships/tags" Target="../tags/tag340.xml"/><Relationship Id="rId19" Type="http://schemas.openxmlformats.org/officeDocument/2006/relationships/tags" Target="../tags/tag349.xml"/><Relationship Id="rId31" Type="http://schemas.openxmlformats.org/officeDocument/2006/relationships/image" Target="../media/image7.wmf"/><Relationship Id="rId4" Type="http://schemas.openxmlformats.org/officeDocument/2006/relationships/tags" Target="../tags/tag334.xml"/><Relationship Id="rId9" Type="http://schemas.openxmlformats.org/officeDocument/2006/relationships/tags" Target="../tags/tag339.xml"/><Relationship Id="rId14" Type="http://schemas.openxmlformats.org/officeDocument/2006/relationships/tags" Target="../tags/tag344.xml"/><Relationship Id="rId22" Type="http://schemas.openxmlformats.org/officeDocument/2006/relationships/tags" Target="../tags/tag352.xml"/><Relationship Id="rId27" Type="http://schemas.openxmlformats.org/officeDocument/2006/relationships/tags" Target="../tags/tag357.xml"/><Relationship Id="rId30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366.xml"/><Relationship Id="rId13" Type="http://schemas.openxmlformats.org/officeDocument/2006/relationships/tags" Target="../tags/tag371.xml"/><Relationship Id="rId18" Type="http://schemas.openxmlformats.org/officeDocument/2006/relationships/tags" Target="../tags/tag376.xml"/><Relationship Id="rId26" Type="http://schemas.openxmlformats.org/officeDocument/2006/relationships/tags" Target="../tags/tag384.xml"/><Relationship Id="rId3" Type="http://schemas.openxmlformats.org/officeDocument/2006/relationships/tags" Target="../tags/tag361.xml"/><Relationship Id="rId21" Type="http://schemas.openxmlformats.org/officeDocument/2006/relationships/tags" Target="../tags/tag379.xml"/><Relationship Id="rId7" Type="http://schemas.openxmlformats.org/officeDocument/2006/relationships/tags" Target="../tags/tag365.xml"/><Relationship Id="rId12" Type="http://schemas.openxmlformats.org/officeDocument/2006/relationships/tags" Target="../tags/tag370.xml"/><Relationship Id="rId17" Type="http://schemas.openxmlformats.org/officeDocument/2006/relationships/tags" Target="../tags/tag375.xml"/><Relationship Id="rId25" Type="http://schemas.openxmlformats.org/officeDocument/2006/relationships/tags" Target="../tags/tag383.xml"/><Relationship Id="rId2" Type="http://schemas.openxmlformats.org/officeDocument/2006/relationships/tags" Target="../tags/tag360.xml"/><Relationship Id="rId16" Type="http://schemas.openxmlformats.org/officeDocument/2006/relationships/tags" Target="../tags/tag374.xml"/><Relationship Id="rId20" Type="http://schemas.openxmlformats.org/officeDocument/2006/relationships/tags" Target="../tags/tag378.xml"/><Relationship Id="rId29" Type="http://schemas.openxmlformats.org/officeDocument/2006/relationships/image" Target="../media/image7.wmf"/><Relationship Id="rId1" Type="http://schemas.openxmlformats.org/officeDocument/2006/relationships/tags" Target="../tags/tag359.xml"/><Relationship Id="rId6" Type="http://schemas.openxmlformats.org/officeDocument/2006/relationships/tags" Target="../tags/tag364.xml"/><Relationship Id="rId11" Type="http://schemas.openxmlformats.org/officeDocument/2006/relationships/tags" Target="../tags/tag369.xml"/><Relationship Id="rId24" Type="http://schemas.openxmlformats.org/officeDocument/2006/relationships/tags" Target="../tags/tag382.xml"/><Relationship Id="rId5" Type="http://schemas.openxmlformats.org/officeDocument/2006/relationships/tags" Target="../tags/tag363.xml"/><Relationship Id="rId15" Type="http://schemas.openxmlformats.org/officeDocument/2006/relationships/tags" Target="../tags/tag373.xml"/><Relationship Id="rId23" Type="http://schemas.openxmlformats.org/officeDocument/2006/relationships/tags" Target="../tags/tag381.xml"/><Relationship Id="rId28" Type="http://schemas.openxmlformats.org/officeDocument/2006/relationships/notesSlide" Target="../notesSlides/notesSlide30.xml"/><Relationship Id="rId10" Type="http://schemas.openxmlformats.org/officeDocument/2006/relationships/tags" Target="../tags/tag368.xml"/><Relationship Id="rId19" Type="http://schemas.openxmlformats.org/officeDocument/2006/relationships/tags" Target="../tags/tag377.xml"/><Relationship Id="rId4" Type="http://schemas.openxmlformats.org/officeDocument/2006/relationships/tags" Target="../tags/tag362.xml"/><Relationship Id="rId9" Type="http://schemas.openxmlformats.org/officeDocument/2006/relationships/tags" Target="../tags/tag367.xml"/><Relationship Id="rId14" Type="http://schemas.openxmlformats.org/officeDocument/2006/relationships/tags" Target="../tags/tag372.xml"/><Relationship Id="rId22" Type="http://schemas.openxmlformats.org/officeDocument/2006/relationships/tags" Target="../tags/tag380.xml"/><Relationship Id="rId27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392.xml"/><Relationship Id="rId13" Type="http://schemas.openxmlformats.org/officeDocument/2006/relationships/tags" Target="../tags/tag397.xml"/><Relationship Id="rId18" Type="http://schemas.openxmlformats.org/officeDocument/2006/relationships/tags" Target="../tags/tag402.xml"/><Relationship Id="rId26" Type="http://schemas.openxmlformats.org/officeDocument/2006/relationships/tags" Target="../tags/tag410.xml"/><Relationship Id="rId3" Type="http://schemas.openxmlformats.org/officeDocument/2006/relationships/tags" Target="../tags/tag387.xml"/><Relationship Id="rId21" Type="http://schemas.openxmlformats.org/officeDocument/2006/relationships/tags" Target="../tags/tag405.xml"/><Relationship Id="rId7" Type="http://schemas.openxmlformats.org/officeDocument/2006/relationships/tags" Target="../tags/tag391.xml"/><Relationship Id="rId12" Type="http://schemas.openxmlformats.org/officeDocument/2006/relationships/tags" Target="../tags/tag396.xml"/><Relationship Id="rId17" Type="http://schemas.openxmlformats.org/officeDocument/2006/relationships/tags" Target="../tags/tag401.xml"/><Relationship Id="rId25" Type="http://schemas.openxmlformats.org/officeDocument/2006/relationships/tags" Target="../tags/tag409.xml"/><Relationship Id="rId2" Type="http://schemas.openxmlformats.org/officeDocument/2006/relationships/tags" Target="../tags/tag386.xml"/><Relationship Id="rId16" Type="http://schemas.openxmlformats.org/officeDocument/2006/relationships/tags" Target="../tags/tag400.xml"/><Relationship Id="rId20" Type="http://schemas.openxmlformats.org/officeDocument/2006/relationships/tags" Target="../tags/tag404.xml"/><Relationship Id="rId29" Type="http://schemas.openxmlformats.org/officeDocument/2006/relationships/image" Target="../media/image7.wmf"/><Relationship Id="rId1" Type="http://schemas.openxmlformats.org/officeDocument/2006/relationships/tags" Target="../tags/tag385.xml"/><Relationship Id="rId6" Type="http://schemas.openxmlformats.org/officeDocument/2006/relationships/tags" Target="../tags/tag390.xml"/><Relationship Id="rId11" Type="http://schemas.openxmlformats.org/officeDocument/2006/relationships/tags" Target="../tags/tag395.xml"/><Relationship Id="rId24" Type="http://schemas.openxmlformats.org/officeDocument/2006/relationships/tags" Target="../tags/tag408.xml"/><Relationship Id="rId5" Type="http://schemas.openxmlformats.org/officeDocument/2006/relationships/tags" Target="../tags/tag389.xml"/><Relationship Id="rId15" Type="http://schemas.openxmlformats.org/officeDocument/2006/relationships/tags" Target="../tags/tag399.xml"/><Relationship Id="rId23" Type="http://schemas.openxmlformats.org/officeDocument/2006/relationships/tags" Target="../tags/tag407.xml"/><Relationship Id="rId28" Type="http://schemas.openxmlformats.org/officeDocument/2006/relationships/notesSlide" Target="../notesSlides/notesSlide31.xml"/><Relationship Id="rId10" Type="http://schemas.openxmlformats.org/officeDocument/2006/relationships/tags" Target="../tags/tag394.xml"/><Relationship Id="rId19" Type="http://schemas.openxmlformats.org/officeDocument/2006/relationships/tags" Target="../tags/tag403.xml"/><Relationship Id="rId4" Type="http://schemas.openxmlformats.org/officeDocument/2006/relationships/tags" Target="../tags/tag388.xml"/><Relationship Id="rId9" Type="http://schemas.openxmlformats.org/officeDocument/2006/relationships/tags" Target="../tags/tag393.xml"/><Relationship Id="rId14" Type="http://schemas.openxmlformats.org/officeDocument/2006/relationships/tags" Target="../tags/tag398.xml"/><Relationship Id="rId22" Type="http://schemas.openxmlformats.org/officeDocument/2006/relationships/tags" Target="../tags/tag406.xml"/><Relationship Id="rId27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418.xml"/><Relationship Id="rId13" Type="http://schemas.openxmlformats.org/officeDocument/2006/relationships/tags" Target="../tags/tag423.xml"/><Relationship Id="rId18" Type="http://schemas.openxmlformats.org/officeDocument/2006/relationships/tags" Target="../tags/tag428.xml"/><Relationship Id="rId3" Type="http://schemas.openxmlformats.org/officeDocument/2006/relationships/tags" Target="../tags/tag413.xml"/><Relationship Id="rId21" Type="http://schemas.openxmlformats.org/officeDocument/2006/relationships/image" Target="../media/image7.wmf"/><Relationship Id="rId7" Type="http://schemas.openxmlformats.org/officeDocument/2006/relationships/tags" Target="../tags/tag417.xml"/><Relationship Id="rId12" Type="http://schemas.openxmlformats.org/officeDocument/2006/relationships/tags" Target="../tags/tag422.xml"/><Relationship Id="rId17" Type="http://schemas.openxmlformats.org/officeDocument/2006/relationships/tags" Target="../tags/tag427.xml"/><Relationship Id="rId2" Type="http://schemas.openxmlformats.org/officeDocument/2006/relationships/tags" Target="../tags/tag412.xml"/><Relationship Id="rId16" Type="http://schemas.openxmlformats.org/officeDocument/2006/relationships/tags" Target="../tags/tag426.xml"/><Relationship Id="rId20" Type="http://schemas.openxmlformats.org/officeDocument/2006/relationships/notesSlide" Target="../notesSlides/notesSlide32.xml"/><Relationship Id="rId1" Type="http://schemas.openxmlformats.org/officeDocument/2006/relationships/tags" Target="../tags/tag411.xml"/><Relationship Id="rId6" Type="http://schemas.openxmlformats.org/officeDocument/2006/relationships/tags" Target="../tags/tag416.xml"/><Relationship Id="rId11" Type="http://schemas.openxmlformats.org/officeDocument/2006/relationships/tags" Target="../tags/tag421.xml"/><Relationship Id="rId5" Type="http://schemas.openxmlformats.org/officeDocument/2006/relationships/tags" Target="../tags/tag415.xml"/><Relationship Id="rId15" Type="http://schemas.openxmlformats.org/officeDocument/2006/relationships/tags" Target="../tags/tag425.xml"/><Relationship Id="rId10" Type="http://schemas.openxmlformats.org/officeDocument/2006/relationships/tags" Target="../tags/tag420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414.xml"/><Relationship Id="rId9" Type="http://schemas.openxmlformats.org/officeDocument/2006/relationships/tags" Target="../tags/tag419.xml"/><Relationship Id="rId14" Type="http://schemas.openxmlformats.org/officeDocument/2006/relationships/tags" Target="../tags/tag42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431.xml"/><Relationship Id="rId2" Type="http://schemas.openxmlformats.org/officeDocument/2006/relationships/tags" Target="../tags/tag430.xml"/><Relationship Id="rId1" Type="http://schemas.openxmlformats.org/officeDocument/2006/relationships/tags" Target="../tags/tag429.xml"/><Relationship Id="rId6" Type="http://schemas.openxmlformats.org/officeDocument/2006/relationships/notesSlide" Target="../notesSlides/notesSlide3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3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440.xml"/><Relationship Id="rId13" Type="http://schemas.openxmlformats.org/officeDocument/2006/relationships/tags" Target="../tags/tag445.xml"/><Relationship Id="rId18" Type="http://schemas.openxmlformats.org/officeDocument/2006/relationships/notesSlide" Target="../notesSlides/notesSlide34.xml"/><Relationship Id="rId3" Type="http://schemas.openxmlformats.org/officeDocument/2006/relationships/tags" Target="../tags/tag435.xml"/><Relationship Id="rId7" Type="http://schemas.openxmlformats.org/officeDocument/2006/relationships/tags" Target="../tags/tag439.xml"/><Relationship Id="rId12" Type="http://schemas.openxmlformats.org/officeDocument/2006/relationships/tags" Target="../tags/tag44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34.xml"/><Relationship Id="rId16" Type="http://schemas.openxmlformats.org/officeDocument/2006/relationships/tags" Target="../tags/tag448.xml"/><Relationship Id="rId1" Type="http://schemas.openxmlformats.org/officeDocument/2006/relationships/tags" Target="../tags/tag433.xml"/><Relationship Id="rId6" Type="http://schemas.openxmlformats.org/officeDocument/2006/relationships/tags" Target="../tags/tag438.xml"/><Relationship Id="rId11" Type="http://schemas.openxmlformats.org/officeDocument/2006/relationships/tags" Target="../tags/tag443.xml"/><Relationship Id="rId5" Type="http://schemas.openxmlformats.org/officeDocument/2006/relationships/tags" Target="../tags/tag437.xml"/><Relationship Id="rId15" Type="http://schemas.openxmlformats.org/officeDocument/2006/relationships/tags" Target="../tags/tag447.xml"/><Relationship Id="rId10" Type="http://schemas.openxmlformats.org/officeDocument/2006/relationships/tags" Target="../tags/tag442.xml"/><Relationship Id="rId19" Type="http://schemas.openxmlformats.org/officeDocument/2006/relationships/image" Target="../media/image7.wmf"/><Relationship Id="rId4" Type="http://schemas.openxmlformats.org/officeDocument/2006/relationships/tags" Target="../tags/tag436.xml"/><Relationship Id="rId9" Type="http://schemas.openxmlformats.org/officeDocument/2006/relationships/tags" Target="../tags/tag441.xml"/><Relationship Id="rId14" Type="http://schemas.openxmlformats.org/officeDocument/2006/relationships/tags" Target="../tags/tag446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456.xml"/><Relationship Id="rId13" Type="http://schemas.openxmlformats.org/officeDocument/2006/relationships/tags" Target="../tags/tag461.xml"/><Relationship Id="rId18" Type="http://schemas.openxmlformats.org/officeDocument/2006/relationships/tags" Target="../tags/tag466.xml"/><Relationship Id="rId3" Type="http://schemas.openxmlformats.org/officeDocument/2006/relationships/tags" Target="../tags/tag451.xml"/><Relationship Id="rId21" Type="http://schemas.openxmlformats.org/officeDocument/2006/relationships/tags" Target="../tags/tag469.xml"/><Relationship Id="rId7" Type="http://schemas.openxmlformats.org/officeDocument/2006/relationships/tags" Target="../tags/tag455.xml"/><Relationship Id="rId12" Type="http://schemas.openxmlformats.org/officeDocument/2006/relationships/tags" Target="../tags/tag460.xml"/><Relationship Id="rId17" Type="http://schemas.openxmlformats.org/officeDocument/2006/relationships/tags" Target="../tags/tag465.xml"/><Relationship Id="rId2" Type="http://schemas.openxmlformats.org/officeDocument/2006/relationships/tags" Target="../tags/tag450.xml"/><Relationship Id="rId16" Type="http://schemas.openxmlformats.org/officeDocument/2006/relationships/tags" Target="../tags/tag464.xml"/><Relationship Id="rId20" Type="http://schemas.openxmlformats.org/officeDocument/2006/relationships/tags" Target="../tags/tag468.xml"/><Relationship Id="rId1" Type="http://schemas.openxmlformats.org/officeDocument/2006/relationships/tags" Target="../tags/tag449.xml"/><Relationship Id="rId6" Type="http://schemas.openxmlformats.org/officeDocument/2006/relationships/tags" Target="../tags/tag454.xml"/><Relationship Id="rId11" Type="http://schemas.openxmlformats.org/officeDocument/2006/relationships/tags" Target="../tags/tag459.xml"/><Relationship Id="rId24" Type="http://schemas.openxmlformats.org/officeDocument/2006/relationships/image" Target="../media/image7.wmf"/><Relationship Id="rId5" Type="http://schemas.openxmlformats.org/officeDocument/2006/relationships/tags" Target="../tags/tag453.xml"/><Relationship Id="rId15" Type="http://schemas.openxmlformats.org/officeDocument/2006/relationships/tags" Target="../tags/tag463.xml"/><Relationship Id="rId23" Type="http://schemas.openxmlformats.org/officeDocument/2006/relationships/notesSlide" Target="../notesSlides/notesSlide35.xml"/><Relationship Id="rId10" Type="http://schemas.openxmlformats.org/officeDocument/2006/relationships/tags" Target="../tags/tag458.xml"/><Relationship Id="rId19" Type="http://schemas.openxmlformats.org/officeDocument/2006/relationships/tags" Target="../tags/tag467.xml"/><Relationship Id="rId4" Type="http://schemas.openxmlformats.org/officeDocument/2006/relationships/tags" Target="../tags/tag452.xml"/><Relationship Id="rId9" Type="http://schemas.openxmlformats.org/officeDocument/2006/relationships/tags" Target="../tags/tag457.xml"/><Relationship Id="rId14" Type="http://schemas.openxmlformats.org/officeDocument/2006/relationships/tags" Target="../tags/tag462.xml"/><Relationship Id="rId22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477.xml"/><Relationship Id="rId13" Type="http://schemas.openxmlformats.org/officeDocument/2006/relationships/tags" Target="../tags/tag482.xml"/><Relationship Id="rId18" Type="http://schemas.openxmlformats.org/officeDocument/2006/relationships/tags" Target="../tags/tag487.xml"/><Relationship Id="rId3" Type="http://schemas.openxmlformats.org/officeDocument/2006/relationships/tags" Target="../tags/tag472.xml"/><Relationship Id="rId21" Type="http://schemas.openxmlformats.org/officeDocument/2006/relationships/tags" Target="../tags/tag490.xml"/><Relationship Id="rId7" Type="http://schemas.openxmlformats.org/officeDocument/2006/relationships/tags" Target="../tags/tag476.xml"/><Relationship Id="rId12" Type="http://schemas.openxmlformats.org/officeDocument/2006/relationships/tags" Target="../tags/tag481.xml"/><Relationship Id="rId17" Type="http://schemas.openxmlformats.org/officeDocument/2006/relationships/tags" Target="../tags/tag486.xml"/><Relationship Id="rId25" Type="http://schemas.openxmlformats.org/officeDocument/2006/relationships/image" Target="../media/image7.wmf"/><Relationship Id="rId2" Type="http://schemas.openxmlformats.org/officeDocument/2006/relationships/tags" Target="../tags/tag471.xml"/><Relationship Id="rId16" Type="http://schemas.openxmlformats.org/officeDocument/2006/relationships/tags" Target="../tags/tag485.xml"/><Relationship Id="rId20" Type="http://schemas.openxmlformats.org/officeDocument/2006/relationships/tags" Target="../tags/tag489.xml"/><Relationship Id="rId1" Type="http://schemas.openxmlformats.org/officeDocument/2006/relationships/tags" Target="../tags/tag470.xml"/><Relationship Id="rId6" Type="http://schemas.openxmlformats.org/officeDocument/2006/relationships/tags" Target="../tags/tag475.xml"/><Relationship Id="rId11" Type="http://schemas.openxmlformats.org/officeDocument/2006/relationships/tags" Target="../tags/tag480.xml"/><Relationship Id="rId24" Type="http://schemas.openxmlformats.org/officeDocument/2006/relationships/notesSlide" Target="../notesSlides/notesSlide36.xml"/><Relationship Id="rId5" Type="http://schemas.openxmlformats.org/officeDocument/2006/relationships/tags" Target="../tags/tag474.xml"/><Relationship Id="rId15" Type="http://schemas.openxmlformats.org/officeDocument/2006/relationships/tags" Target="../tags/tag484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479.xml"/><Relationship Id="rId19" Type="http://schemas.openxmlformats.org/officeDocument/2006/relationships/tags" Target="../tags/tag488.xml"/><Relationship Id="rId4" Type="http://schemas.openxmlformats.org/officeDocument/2006/relationships/tags" Target="../tags/tag473.xml"/><Relationship Id="rId9" Type="http://schemas.openxmlformats.org/officeDocument/2006/relationships/tags" Target="../tags/tag478.xml"/><Relationship Id="rId14" Type="http://schemas.openxmlformats.org/officeDocument/2006/relationships/tags" Target="../tags/tag483.xml"/><Relationship Id="rId22" Type="http://schemas.openxmlformats.org/officeDocument/2006/relationships/tags" Target="../tags/tag491.xml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tags" Target="../tags/tag504.xml"/><Relationship Id="rId18" Type="http://schemas.openxmlformats.org/officeDocument/2006/relationships/tags" Target="../tags/tag509.xml"/><Relationship Id="rId26" Type="http://schemas.openxmlformats.org/officeDocument/2006/relationships/tags" Target="../tags/tag517.xml"/><Relationship Id="rId3" Type="http://schemas.openxmlformats.org/officeDocument/2006/relationships/tags" Target="../tags/tag494.xml"/><Relationship Id="rId21" Type="http://schemas.openxmlformats.org/officeDocument/2006/relationships/tags" Target="../tags/tag512.xml"/><Relationship Id="rId7" Type="http://schemas.openxmlformats.org/officeDocument/2006/relationships/tags" Target="../tags/tag498.xml"/><Relationship Id="rId12" Type="http://schemas.openxmlformats.org/officeDocument/2006/relationships/tags" Target="../tags/tag503.xml"/><Relationship Id="rId17" Type="http://schemas.openxmlformats.org/officeDocument/2006/relationships/tags" Target="../tags/tag508.xml"/><Relationship Id="rId25" Type="http://schemas.openxmlformats.org/officeDocument/2006/relationships/tags" Target="../tags/tag516.xml"/><Relationship Id="rId33" Type="http://schemas.openxmlformats.org/officeDocument/2006/relationships/image" Target="../media/image7.wmf"/><Relationship Id="rId2" Type="http://schemas.openxmlformats.org/officeDocument/2006/relationships/tags" Target="../tags/tag493.xml"/><Relationship Id="rId16" Type="http://schemas.openxmlformats.org/officeDocument/2006/relationships/tags" Target="../tags/tag507.xml"/><Relationship Id="rId20" Type="http://schemas.openxmlformats.org/officeDocument/2006/relationships/tags" Target="../tags/tag511.xml"/><Relationship Id="rId29" Type="http://schemas.openxmlformats.org/officeDocument/2006/relationships/tags" Target="../tags/tag520.xml"/><Relationship Id="rId1" Type="http://schemas.openxmlformats.org/officeDocument/2006/relationships/tags" Target="../tags/tag492.xml"/><Relationship Id="rId6" Type="http://schemas.openxmlformats.org/officeDocument/2006/relationships/tags" Target="../tags/tag497.xml"/><Relationship Id="rId11" Type="http://schemas.openxmlformats.org/officeDocument/2006/relationships/tags" Target="../tags/tag502.xml"/><Relationship Id="rId24" Type="http://schemas.openxmlformats.org/officeDocument/2006/relationships/tags" Target="../tags/tag515.xml"/><Relationship Id="rId32" Type="http://schemas.openxmlformats.org/officeDocument/2006/relationships/notesSlide" Target="../notesSlides/notesSlide37.xml"/><Relationship Id="rId5" Type="http://schemas.openxmlformats.org/officeDocument/2006/relationships/tags" Target="../tags/tag496.xml"/><Relationship Id="rId15" Type="http://schemas.openxmlformats.org/officeDocument/2006/relationships/tags" Target="../tags/tag506.xml"/><Relationship Id="rId23" Type="http://schemas.openxmlformats.org/officeDocument/2006/relationships/tags" Target="../tags/tag514.xml"/><Relationship Id="rId28" Type="http://schemas.openxmlformats.org/officeDocument/2006/relationships/tags" Target="../tags/tag519.xml"/><Relationship Id="rId10" Type="http://schemas.openxmlformats.org/officeDocument/2006/relationships/tags" Target="../tags/tag501.xml"/><Relationship Id="rId19" Type="http://schemas.openxmlformats.org/officeDocument/2006/relationships/tags" Target="../tags/tag510.xml"/><Relationship Id="rId31" Type="http://schemas.openxmlformats.org/officeDocument/2006/relationships/slideLayout" Target="../slideLayouts/slideLayout2.xml"/><Relationship Id="rId4" Type="http://schemas.openxmlformats.org/officeDocument/2006/relationships/tags" Target="../tags/tag495.xml"/><Relationship Id="rId9" Type="http://schemas.openxmlformats.org/officeDocument/2006/relationships/tags" Target="../tags/tag500.xml"/><Relationship Id="rId14" Type="http://schemas.openxmlformats.org/officeDocument/2006/relationships/tags" Target="../tags/tag505.xml"/><Relationship Id="rId22" Type="http://schemas.openxmlformats.org/officeDocument/2006/relationships/tags" Target="../tags/tag513.xml"/><Relationship Id="rId27" Type="http://schemas.openxmlformats.org/officeDocument/2006/relationships/tags" Target="../tags/tag518.xml"/><Relationship Id="rId30" Type="http://schemas.openxmlformats.org/officeDocument/2006/relationships/tags" Target="../tags/tag521.xml"/><Relationship Id="rId8" Type="http://schemas.openxmlformats.org/officeDocument/2006/relationships/tags" Target="../tags/tag499.xml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tags" Target="../tags/tag534.xml"/><Relationship Id="rId18" Type="http://schemas.openxmlformats.org/officeDocument/2006/relationships/tags" Target="../tags/tag539.xml"/><Relationship Id="rId26" Type="http://schemas.openxmlformats.org/officeDocument/2006/relationships/tags" Target="../tags/tag547.xml"/><Relationship Id="rId3" Type="http://schemas.openxmlformats.org/officeDocument/2006/relationships/tags" Target="../tags/tag524.xml"/><Relationship Id="rId21" Type="http://schemas.openxmlformats.org/officeDocument/2006/relationships/tags" Target="../tags/tag542.xml"/><Relationship Id="rId7" Type="http://schemas.openxmlformats.org/officeDocument/2006/relationships/tags" Target="../tags/tag528.xml"/><Relationship Id="rId12" Type="http://schemas.openxmlformats.org/officeDocument/2006/relationships/tags" Target="../tags/tag533.xml"/><Relationship Id="rId17" Type="http://schemas.openxmlformats.org/officeDocument/2006/relationships/tags" Target="../tags/tag538.xml"/><Relationship Id="rId25" Type="http://schemas.openxmlformats.org/officeDocument/2006/relationships/tags" Target="../tags/tag546.xml"/><Relationship Id="rId33" Type="http://schemas.openxmlformats.org/officeDocument/2006/relationships/image" Target="../media/image7.wmf"/><Relationship Id="rId2" Type="http://schemas.openxmlformats.org/officeDocument/2006/relationships/tags" Target="../tags/tag523.xml"/><Relationship Id="rId16" Type="http://schemas.openxmlformats.org/officeDocument/2006/relationships/tags" Target="../tags/tag537.xml"/><Relationship Id="rId20" Type="http://schemas.openxmlformats.org/officeDocument/2006/relationships/tags" Target="../tags/tag541.xml"/><Relationship Id="rId29" Type="http://schemas.openxmlformats.org/officeDocument/2006/relationships/tags" Target="../tags/tag550.xml"/><Relationship Id="rId1" Type="http://schemas.openxmlformats.org/officeDocument/2006/relationships/tags" Target="../tags/tag522.xml"/><Relationship Id="rId6" Type="http://schemas.openxmlformats.org/officeDocument/2006/relationships/tags" Target="../tags/tag527.xml"/><Relationship Id="rId11" Type="http://schemas.openxmlformats.org/officeDocument/2006/relationships/tags" Target="../tags/tag532.xml"/><Relationship Id="rId24" Type="http://schemas.openxmlformats.org/officeDocument/2006/relationships/tags" Target="../tags/tag545.xml"/><Relationship Id="rId32" Type="http://schemas.openxmlformats.org/officeDocument/2006/relationships/notesSlide" Target="../notesSlides/notesSlide38.xml"/><Relationship Id="rId5" Type="http://schemas.openxmlformats.org/officeDocument/2006/relationships/tags" Target="../tags/tag526.xml"/><Relationship Id="rId15" Type="http://schemas.openxmlformats.org/officeDocument/2006/relationships/tags" Target="../tags/tag536.xml"/><Relationship Id="rId23" Type="http://schemas.openxmlformats.org/officeDocument/2006/relationships/tags" Target="../tags/tag544.xml"/><Relationship Id="rId28" Type="http://schemas.openxmlformats.org/officeDocument/2006/relationships/tags" Target="../tags/tag549.xml"/><Relationship Id="rId10" Type="http://schemas.openxmlformats.org/officeDocument/2006/relationships/tags" Target="../tags/tag531.xml"/><Relationship Id="rId19" Type="http://schemas.openxmlformats.org/officeDocument/2006/relationships/tags" Target="../tags/tag540.xml"/><Relationship Id="rId31" Type="http://schemas.openxmlformats.org/officeDocument/2006/relationships/slideLayout" Target="../slideLayouts/slideLayout2.xml"/><Relationship Id="rId4" Type="http://schemas.openxmlformats.org/officeDocument/2006/relationships/tags" Target="../tags/tag525.xml"/><Relationship Id="rId9" Type="http://schemas.openxmlformats.org/officeDocument/2006/relationships/tags" Target="../tags/tag530.xml"/><Relationship Id="rId14" Type="http://schemas.openxmlformats.org/officeDocument/2006/relationships/tags" Target="../tags/tag535.xml"/><Relationship Id="rId22" Type="http://schemas.openxmlformats.org/officeDocument/2006/relationships/tags" Target="../tags/tag543.xml"/><Relationship Id="rId27" Type="http://schemas.openxmlformats.org/officeDocument/2006/relationships/tags" Target="../tags/tag548.xml"/><Relationship Id="rId30" Type="http://schemas.openxmlformats.org/officeDocument/2006/relationships/tags" Target="../tags/tag551.xml"/><Relationship Id="rId8" Type="http://schemas.openxmlformats.org/officeDocument/2006/relationships/tags" Target="../tags/tag529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559.xml"/><Relationship Id="rId13" Type="http://schemas.openxmlformats.org/officeDocument/2006/relationships/tags" Target="../tags/tag564.xml"/><Relationship Id="rId18" Type="http://schemas.openxmlformats.org/officeDocument/2006/relationships/tags" Target="../tags/tag569.xml"/><Relationship Id="rId3" Type="http://schemas.openxmlformats.org/officeDocument/2006/relationships/tags" Target="../tags/tag554.xml"/><Relationship Id="rId21" Type="http://schemas.openxmlformats.org/officeDocument/2006/relationships/image" Target="../media/image7.wmf"/><Relationship Id="rId7" Type="http://schemas.openxmlformats.org/officeDocument/2006/relationships/tags" Target="../tags/tag558.xml"/><Relationship Id="rId12" Type="http://schemas.openxmlformats.org/officeDocument/2006/relationships/tags" Target="../tags/tag563.xml"/><Relationship Id="rId17" Type="http://schemas.openxmlformats.org/officeDocument/2006/relationships/tags" Target="../tags/tag568.xml"/><Relationship Id="rId2" Type="http://schemas.openxmlformats.org/officeDocument/2006/relationships/tags" Target="../tags/tag553.xml"/><Relationship Id="rId16" Type="http://schemas.openxmlformats.org/officeDocument/2006/relationships/tags" Target="../tags/tag567.xml"/><Relationship Id="rId20" Type="http://schemas.openxmlformats.org/officeDocument/2006/relationships/notesSlide" Target="../notesSlides/notesSlide39.xml"/><Relationship Id="rId1" Type="http://schemas.openxmlformats.org/officeDocument/2006/relationships/tags" Target="../tags/tag552.xml"/><Relationship Id="rId6" Type="http://schemas.openxmlformats.org/officeDocument/2006/relationships/tags" Target="../tags/tag557.xml"/><Relationship Id="rId11" Type="http://schemas.openxmlformats.org/officeDocument/2006/relationships/tags" Target="../tags/tag562.xml"/><Relationship Id="rId5" Type="http://schemas.openxmlformats.org/officeDocument/2006/relationships/tags" Target="../tags/tag556.xml"/><Relationship Id="rId15" Type="http://schemas.openxmlformats.org/officeDocument/2006/relationships/tags" Target="../tags/tag566.xml"/><Relationship Id="rId10" Type="http://schemas.openxmlformats.org/officeDocument/2006/relationships/tags" Target="../tags/tag561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555.xml"/><Relationship Id="rId9" Type="http://schemas.openxmlformats.org/officeDocument/2006/relationships/tags" Target="../tags/tag560.xml"/><Relationship Id="rId14" Type="http://schemas.openxmlformats.org/officeDocument/2006/relationships/tags" Target="../tags/tag56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tags" Target="../tags/tag572.xml"/><Relationship Id="rId7" Type="http://schemas.openxmlformats.org/officeDocument/2006/relationships/notesSlide" Target="../notesSlides/notesSlide40.xml"/><Relationship Id="rId2" Type="http://schemas.openxmlformats.org/officeDocument/2006/relationships/tags" Target="../tags/tag571.xml"/><Relationship Id="rId1" Type="http://schemas.openxmlformats.org/officeDocument/2006/relationships/tags" Target="../tags/tag57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74.xml"/><Relationship Id="rId4" Type="http://schemas.openxmlformats.org/officeDocument/2006/relationships/tags" Target="../tags/tag573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tags" Target="../tags/tag582.xml"/><Relationship Id="rId13" Type="http://schemas.openxmlformats.org/officeDocument/2006/relationships/notesSlide" Target="../notesSlides/notesSlide41.xml"/><Relationship Id="rId3" Type="http://schemas.openxmlformats.org/officeDocument/2006/relationships/tags" Target="../tags/tag577.xml"/><Relationship Id="rId7" Type="http://schemas.openxmlformats.org/officeDocument/2006/relationships/tags" Target="../tags/tag581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576.xml"/><Relationship Id="rId1" Type="http://schemas.openxmlformats.org/officeDocument/2006/relationships/tags" Target="../tags/tag575.xml"/><Relationship Id="rId6" Type="http://schemas.openxmlformats.org/officeDocument/2006/relationships/tags" Target="../tags/tag580.xml"/><Relationship Id="rId11" Type="http://schemas.openxmlformats.org/officeDocument/2006/relationships/tags" Target="../tags/tag585.xml"/><Relationship Id="rId5" Type="http://schemas.openxmlformats.org/officeDocument/2006/relationships/tags" Target="../tags/tag579.xml"/><Relationship Id="rId10" Type="http://schemas.openxmlformats.org/officeDocument/2006/relationships/tags" Target="../tags/tag584.xml"/><Relationship Id="rId4" Type="http://schemas.openxmlformats.org/officeDocument/2006/relationships/tags" Target="../tags/tag578.xml"/><Relationship Id="rId9" Type="http://schemas.openxmlformats.org/officeDocument/2006/relationships/tags" Target="../tags/tag5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85D4764F-5267-4FC1-AF92-03C7F7F47AE5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57200" y="2571750"/>
            <a:ext cx="8229600" cy="1238250"/>
          </a:xfrm>
        </p:spPr>
        <p:txBody>
          <a:bodyPr/>
          <a:lstStyle/>
          <a:p>
            <a:pPr eaLnBrk="1" hangingPunct="1"/>
            <a:r>
              <a:rPr lang="en-US" altLang="en-US" dirty="0"/>
              <a:t>ECE/CS 552: Integer Multiplication and Division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4561EA-A79C-4564-B20E-34A5AA822DF8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371600" y="3886200"/>
            <a:ext cx="6400800" cy="1752600"/>
          </a:xfrm>
        </p:spPr>
        <p:txBody>
          <a:bodyPr>
            <a:noAutofit/>
          </a:bodyPr>
          <a:lstStyle/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Boone Severson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Lecture notes based in part on slides created by Joshua San Miguel, </a:t>
            </a:r>
            <a:r>
              <a:rPr lang="en-US" sz="2200" dirty="0" err="1"/>
              <a:t>Mikko</a:t>
            </a:r>
            <a:r>
              <a:rPr lang="en-US" sz="2200" dirty="0"/>
              <a:t> </a:t>
            </a:r>
            <a:r>
              <a:rPr lang="en-US" sz="2200" dirty="0" err="1"/>
              <a:t>Lipasti</a:t>
            </a:r>
            <a:r>
              <a:rPr lang="en-US" sz="2200" dirty="0"/>
              <a:t>, Mark Hill, David Wood, </a:t>
            </a:r>
            <a:r>
              <a:rPr lang="en-US" sz="2200" dirty="0" err="1"/>
              <a:t>Guri</a:t>
            </a:r>
            <a:r>
              <a:rPr lang="en-US" sz="2200" dirty="0"/>
              <a:t> Sohi, John Shen and Jim Smith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  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186A91C-9BE4-4D01-91F4-E6CAD5172B0D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Forecast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334A49D-8FB8-4259-AE30-58959BB342E6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Integer multiplication</a:t>
            </a:r>
          </a:p>
          <a:p>
            <a:pPr lvl="1" eaLnBrk="1" hangingPunct="1"/>
            <a:r>
              <a:rPr lang="en-US" altLang="en-US" dirty="0"/>
              <a:t>Array multiplier</a:t>
            </a:r>
          </a:p>
          <a:p>
            <a:pPr lvl="1" eaLnBrk="1" hangingPunct="1"/>
            <a:r>
              <a:rPr lang="en-US" altLang="en-US" dirty="0"/>
              <a:t>Multicycle multiplier</a:t>
            </a:r>
          </a:p>
          <a:p>
            <a:pPr lvl="1" eaLnBrk="1" hangingPunct="1"/>
            <a:r>
              <a:rPr lang="en-US" altLang="en-US" dirty="0"/>
              <a:t>Booth’s encoding</a:t>
            </a:r>
          </a:p>
          <a:p>
            <a:pPr eaLnBrk="1" hangingPunct="1"/>
            <a:r>
              <a:rPr lang="en-US" altLang="en-US" dirty="0"/>
              <a:t>Integer division</a:t>
            </a:r>
          </a:p>
          <a:p>
            <a:pPr lvl="1" eaLnBrk="1" hangingPunct="1"/>
            <a:r>
              <a:rPr lang="en-US" altLang="en-US" dirty="0"/>
              <a:t>Restoring division</a:t>
            </a:r>
          </a:p>
          <a:p>
            <a:pPr lvl="1" eaLnBrk="1" hangingPunct="1"/>
            <a:r>
              <a:rPr lang="en-US" altLang="en-US" dirty="0"/>
              <a:t>Non-restoring division</a:t>
            </a:r>
          </a:p>
        </p:txBody>
      </p:sp>
      <p:sp>
        <p:nvSpPr>
          <p:cNvPr id="10244" name="Slide Number Placeholder 5">
            <a:extLst>
              <a:ext uri="{FF2B5EF4-FFF2-40B4-BE49-F238E27FC236}">
                <a16:creationId xmlns:a16="http://schemas.microsoft.com/office/drawing/2014/main" id="{76488DB5-5E6D-4341-B485-CF0219752AC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6E045A26-C39E-4D15-AF66-C1AF91BC2590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631963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12FE084-E5C5-4776-A6EC-31C2D22CE468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Multiplication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FA69287-6E29-4468-8C1B-8BB0F1BB0698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5" y="1524000"/>
            <a:ext cx="5489575" cy="4572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Flashback to 3</a:t>
            </a:r>
            <a:r>
              <a:rPr lang="en-US" altLang="en-US" sz="2800" baseline="30000" dirty="0"/>
              <a:t>rd</a:t>
            </a:r>
            <a:r>
              <a:rPr lang="en-US" altLang="en-US" sz="2800" dirty="0"/>
              <a:t> grade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Multiplier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Multiplicand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Partial products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Final sum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e.g., 8 × 9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8 + 0&lt;&lt;1 + 0&lt;&lt;2 + 8&lt;&lt;3 = 72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How wide is the result?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log(n x k) = log(n) + log(k)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32b x 32b = 64b result</a:t>
            </a:r>
          </a:p>
        </p:txBody>
      </p:sp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A905A5E6-E3F3-43CE-8BED-5B99DCD93EE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C04C6457-A8F3-4B12-BEB1-8BAB6F4439CA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173325" name="Group 269">
            <a:extLst>
              <a:ext uri="{FF2B5EF4-FFF2-40B4-BE49-F238E27FC236}">
                <a16:creationId xmlns:a16="http://schemas.microsoft.com/office/drawing/2014/main" id="{C7B70E6B-9784-478A-8A4E-9C3B877F878A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689898815"/>
              </p:ext>
            </p:extLst>
          </p:nvPr>
        </p:nvGraphicFramePr>
        <p:xfrm>
          <a:off x="5029200" y="1524000"/>
          <a:ext cx="3657600" cy="4232278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0483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Multiplicand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83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Multiplier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91184866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E0DF1-040C-78F9-5D44-4C74EC155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FA58089-6780-7DB3-016E-FEE7B9BDD413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Multiplication</a:t>
            </a:r>
          </a:p>
        </p:txBody>
      </p:sp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EA6D8F86-A05C-D424-456D-046B9CFA8DD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C04C6457-A8F3-4B12-BEB1-8BAB6F4439CA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173325" name="Group 269">
            <a:extLst>
              <a:ext uri="{FF2B5EF4-FFF2-40B4-BE49-F238E27FC236}">
                <a16:creationId xmlns:a16="http://schemas.microsoft.com/office/drawing/2014/main" id="{7481BE0B-7749-7AF0-999A-8EC4A227F5CD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55566154"/>
              </p:ext>
            </p:extLst>
          </p:nvPr>
        </p:nvGraphicFramePr>
        <p:xfrm>
          <a:off x="1409700" y="1524000"/>
          <a:ext cx="6324600" cy="4232278"/>
        </p:xfrm>
        <a:graphic>
          <a:graphicData uri="http://schemas.openxmlformats.org/drawingml/2006/table">
            <a:tbl>
              <a:tblPr/>
              <a:tblGrid>
                <a:gridCol w="790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0483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Multiplicand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83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Multiplier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F497D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sz="20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sz="20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0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F497D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sz="20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sz="20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0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F497D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sz="20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sz="20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0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F497D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sz="20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sz="20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1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F497D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sz="20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sz="20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1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F497D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sz="20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sz="20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1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F497D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sz="20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sz="20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2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F497D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sz="20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sz="20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2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F497D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sz="20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sz="20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2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F497D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sz="20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sz="20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3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F497D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sz="20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sz="20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3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F497D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sz="20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sz="20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+mn-cs"/>
                        </a:rPr>
                        <a:t>3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4886B8F-5C07-37A0-C466-706B8183CEF8}"/>
              </a:ext>
            </a:extLst>
          </p:cNvPr>
          <p:cNvSpPr txBox="1"/>
          <p:nvPr/>
        </p:nvSpPr>
        <p:spPr>
          <a:xfrm>
            <a:off x="4114800" y="2994508"/>
            <a:ext cx="6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894585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47BBC8ED-3148-4893-B567-43BFCDA2C2A1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Array Multiplier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D21EFE5C-FC9C-427F-9482-E5937B853325}"/>
              </a:ext>
            </a:extLst>
          </p:cNvPr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800600" y="1600200"/>
            <a:ext cx="4038600" cy="1600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Adding all partial products simultaneously using an array of basic cells</a:t>
            </a:r>
          </a:p>
        </p:txBody>
      </p:sp>
      <p:sp>
        <p:nvSpPr>
          <p:cNvPr id="17413" name="Slide Number Placeholder 4">
            <a:extLst>
              <a:ext uri="{FF2B5EF4-FFF2-40B4-BE49-F238E27FC236}">
                <a16:creationId xmlns:a16="http://schemas.microsoft.com/office/drawing/2014/main" id="{26DA57C8-A01D-42A0-AC1A-31A5A0AB91A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0C4AC3D-F06D-4BAD-A9F6-BF15FA44DEBE}" type="slidenum">
              <a:rPr lang="en-US" altLang="en-US" sz="2400"/>
              <a:pPr algn="r"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2400"/>
          </a:p>
        </p:txBody>
      </p:sp>
      <p:graphicFrame>
        <p:nvGraphicFramePr>
          <p:cNvPr id="6" name="Group 269">
            <a:extLst>
              <a:ext uri="{FF2B5EF4-FFF2-40B4-BE49-F238E27FC236}">
                <a16:creationId xmlns:a16="http://schemas.microsoft.com/office/drawing/2014/main" id="{FB7EE4FA-4D03-4C95-A62A-1B00B87BD138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609600" y="1524000"/>
          <a:ext cx="3657600" cy="4232278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04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1A169304-12A9-4DDA-B815-BB8FD52327B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572000" y="3733800"/>
            <a:ext cx="2209800" cy="1752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pic>
        <p:nvPicPr>
          <p:cNvPr id="8270" name="Picture 2" descr="AND symbol">
            <a:hlinkClick r:id="rId16" tooltip="AND symbol"/>
            <a:extLst>
              <a:ext uri="{FF2B5EF4-FFF2-40B4-BE49-F238E27FC236}">
                <a16:creationId xmlns:a16="http://schemas.microsoft.com/office/drawing/2014/main" id="{6004343D-0DDE-46A0-9986-F804E47518D9}"/>
              </a:ext>
            </a:extLst>
          </p:cNvPr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657600"/>
            <a:ext cx="838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AC558CB-31E0-4DB6-B4E3-C8CF96972D4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4953000" y="4495800"/>
            <a:ext cx="1447800" cy="685800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Full Adder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66A25CE-5555-4EB2-8AFA-328CAEDD258C}"/>
              </a:ext>
            </a:extLst>
          </p:cNvPr>
          <p:cNvCxnSpPr/>
          <p:nvPr/>
        </p:nvCxnSpPr>
        <p:spPr>
          <a:xfrm rot="5400000">
            <a:off x="5416550" y="4044950"/>
            <a:ext cx="903288" cy="1587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898D9E4-A396-4338-9FC9-5CD82C05D182}"/>
              </a:ext>
            </a:extLst>
          </p:cNvPr>
          <p:cNvCxnSpPr>
            <a:cxnSpLocks/>
          </p:cNvCxnSpPr>
          <p:nvPr/>
        </p:nvCxnSpPr>
        <p:spPr>
          <a:xfrm flipH="1">
            <a:off x="6138862" y="3600450"/>
            <a:ext cx="795338" cy="89535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1CB1CB1-F4D3-42CA-AC20-4A882923691E}"/>
              </a:ext>
            </a:extLst>
          </p:cNvPr>
          <p:cNvCxnSpPr>
            <a:cxnSpLocks/>
          </p:cNvCxnSpPr>
          <p:nvPr/>
        </p:nvCxnSpPr>
        <p:spPr>
          <a:xfrm flipH="1">
            <a:off x="5053012" y="5181600"/>
            <a:ext cx="661988" cy="68580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58584D-0AA5-404A-8AFD-A3AADB32D0B0}"/>
              </a:ext>
            </a:extLst>
          </p:cNvPr>
          <p:cNvCxnSpPr/>
          <p:nvPr/>
        </p:nvCxnSpPr>
        <p:spPr>
          <a:xfrm rot="5400000">
            <a:off x="5525294" y="5523706"/>
            <a:ext cx="685800" cy="1588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76" name="TextBox 19">
            <a:extLst>
              <a:ext uri="{FF2B5EF4-FFF2-40B4-BE49-F238E27FC236}">
                <a16:creationId xmlns:a16="http://schemas.microsoft.com/office/drawing/2014/main" id="{3F2218CC-B8BC-4113-A08B-913C0F5A05B0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878388" y="3127314"/>
            <a:ext cx="258921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A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   </a:t>
            </a:r>
            <a:r>
              <a:rPr lang="en-US" altLang="en-US" sz="2000" dirty="0" err="1">
                <a:latin typeface="Times New Roman" panose="02020603050405020304" pitchFamily="18" charset="0"/>
              </a:rPr>
              <a:t>B</a:t>
            </a:r>
            <a:r>
              <a:rPr lang="en-US" altLang="en-US" sz="2000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   </a:t>
            </a:r>
            <a:r>
              <a:rPr lang="en-US" altLang="en-US" sz="2000" dirty="0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in</a:t>
            </a:r>
            <a:r>
              <a:rPr lang="en-US" altLang="en-US" sz="2000" dirty="0">
                <a:latin typeface="Times New Roman" panose="02020603050405020304" pitchFamily="18" charset="0"/>
              </a:rPr>
              <a:t>             C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in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432FE28-D2F0-486F-9B26-080CCBAE4207}"/>
              </a:ext>
            </a:extLst>
          </p:cNvPr>
          <p:cNvCxnSpPr/>
          <p:nvPr/>
        </p:nvCxnSpPr>
        <p:spPr>
          <a:xfrm rot="5400000">
            <a:off x="4953794" y="3733006"/>
            <a:ext cx="304800" cy="15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9D81887-48A0-4F78-97AA-CD86700A5D9E}"/>
              </a:ext>
            </a:extLst>
          </p:cNvPr>
          <p:cNvCxnSpPr/>
          <p:nvPr/>
        </p:nvCxnSpPr>
        <p:spPr>
          <a:xfrm rot="5400000">
            <a:off x="5290344" y="3739356"/>
            <a:ext cx="304800" cy="15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79" name="TextBox 26">
            <a:extLst>
              <a:ext uri="{FF2B5EF4-FFF2-40B4-BE49-F238E27FC236}">
                <a16:creationId xmlns:a16="http://schemas.microsoft.com/office/drawing/2014/main" id="{46DACCEB-9782-4E6A-AC05-0CD3A3650982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815680" y="5791200"/>
            <a:ext cx="19661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 err="1">
                <a:latin typeface="Times New Roman" panose="02020603050405020304" pitchFamily="18" charset="0"/>
              </a:rPr>
              <a:t>C</a:t>
            </a:r>
            <a:r>
              <a:rPr lang="en-US" altLang="en-US" sz="2400" baseline="-25000" dirty="0" err="1">
                <a:latin typeface="Times New Roman" panose="02020603050405020304" pitchFamily="18" charset="0"/>
              </a:rPr>
              <a:t>out</a:t>
            </a:r>
            <a:r>
              <a:rPr lang="en-US" altLang="en-US" sz="2400" dirty="0">
                <a:latin typeface="Times New Roman" panose="02020603050405020304" pitchFamily="18" charset="0"/>
              </a:rPr>
              <a:t>     </a:t>
            </a:r>
            <a:r>
              <a:rPr lang="en-US" altLang="en-US" sz="2400" dirty="0" err="1">
                <a:latin typeface="Times New Roman" panose="02020603050405020304" pitchFamily="18" charset="0"/>
              </a:rPr>
              <a:t>S</a:t>
            </a:r>
            <a:r>
              <a:rPr lang="en-US" altLang="en-US" sz="2400" baseline="-25000" dirty="0" err="1">
                <a:latin typeface="Times New Roman" panose="02020603050405020304" pitchFamily="18" charset="0"/>
              </a:rPr>
              <a:t>out</a:t>
            </a: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8280" name="Group 34">
            <a:extLst>
              <a:ext uri="{FF2B5EF4-FFF2-40B4-BE49-F238E27FC236}">
                <a16:creationId xmlns:a16="http://schemas.microsoft.com/office/drawing/2014/main" id="{92B552CC-3833-46E6-864F-651E9845B7D0}"/>
              </a:ext>
            </a:extLst>
          </p:cNvPr>
          <p:cNvGrpSpPr>
            <a:grpSpLocks/>
          </p:cNvGrpSpPr>
          <p:nvPr>
            <p:custDataLst>
              <p:tags r:id="rId11"/>
            </p:custDataLst>
          </p:nvPr>
        </p:nvGrpSpPr>
        <p:grpSpPr bwMode="auto">
          <a:xfrm>
            <a:off x="7429500" y="3886200"/>
            <a:ext cx="1409700" cy="1447800"/>
            <a:chOff x="7429500" y="3886200"/>
            <a:chExt cx="1409700" cy="14478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DCF7C7C-64D2-4DED-AE8E-F8F811CDBE04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7467600" y="4267200"/>
              <a:ext cx="952500" cy="685800"/>
            </a:xfrm>
            <a:prstGeom prst="rect">
              <a:avLst/>
            </a:prstGeom>
            <a:noFill/>
            <a:ln w="28575" cap="flat" cmpd="sng" algn="ctr">
              <a:solidFill>
                <a:schemeClr val="accent1">
                  <a:shade val="5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>
                  <a:solidFill>
                    <a:srgbClr val="00B050"/>
                  </a:solidFill>
                </a:rPr>
                <a:t>A</a:t>
              </a:r>
              <a:r>
                <a:rPr lang="en-US" b="1" baseline="-25000">
                  <a:solidFill>
                    <a:srgbClr val="00B050"/>
                  </a:solidFill>
                </a:rPr>
                <a:t>i</a:t>
              </a:r>
              <a:r>
                <a:rPr lang="en-US" b="1">
                  <a:solidFill>
                    <a:srgbClr val="00B050"/>
                  </a:solidFill>
                </a:rPr>
                <a:t> ,B</a:t>
              </a:r>
              <a:r>
                <a:rPr lang="en-US" b="1" baseline="-25000">
                  <a:solidFill>
                    <a:srgbClr val="00B050"/>
                  </a:solidFill>
                </a:rPr>
                <a:t>j</a:t>
              </a:r>
              <a:endParaRPr lang="en-US" b="1">
                <a:solidFill>
                  <a:srgbClr val="00B050"/>
                </a:solidFill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2635371-4A9A-4D8F-9EEB-FF5A71547A62}"/>
                </a:ext>
              </a:extLst>
            </p:cNvPr>
            <p:cNvCxnSpPr/>
            <p:nvPr/>
          </p:nvCxnSpPr>
          <p:spPr>
            <a:xfrm rot="10800000" flipV="1">
              <a:off x="8420100" y="4000500"/>
              <a:ext cx="419100" cy="304800"/>
            </a:xfrm>
            <a:prstGeom prst="straightConnector1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tailEnd type="arrow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362A4FA-DD01-4E70-93C0-66177B63CD14}"/>
                </a:ext>
              </a:extLst>
            </p:cNvPr>
            <p:cNvCxnSpPr/>
            <p:nvPr/>
          </p:nvCxnSpPr>
          <p:spPr>
            <a:xfrm rot="10800000" flipV="1">
              <a:off x="7429500" y="4953000"/>
              <a:ext cx="419100" cy="304800"/>
            </a:xfrm>
            <a:prstGeom prst="straightConnector1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tailEnd type="arrow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E0EEF47-6FC8-4F7E-9A52-7D2543ACDF0C}"/>
                </a:ext>
              </a:extLst>
            </p:cNvPr>
            <p:cNvCxnSpPr/>
            <p:nvPr/>
          </p:nvCxnSpPr>
          <p:spPr>
            <a:xfrm rot="5400000">
              <a:off x="7735094" y="4075906"/>
              <a:ext cx="381000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tailEnd type="arrow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CDD591B-8B30-414D-88CB-8595D7A85879}"/>
                </a:ext>
              </a:extLst>
            </p:cNvPr>
            <p:cNvCxnSpPr/>
            <p:nvPr/>
          </p:nvCxnSpPr>
          <p:spPr>
            <a:xfrm rot="5400000">
              <a:off x="7773194" y="5142706"/>
              <a:ext cx="381000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tailEnd type="arrow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ight Arrow 35">
            <a:extLst>
              <a:ext uri="{FF2B5EF4-FFF2-40B4-BE49-F238E27FC236}">
                <a16:creationId xmlns:a16="http://schemas.microsoft.com/office/drawing/2014/main" id="{D46D4961-4130-4F7A-A539-61658F65133E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972300" y="4419600"/>
            <a:ext cx="381000" cy="4572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2D3D173-2C67-43CC-ADA8-88B2634F2B1A}"/>
              </a:ext>
            </a:extLst>
          </p:cNvPr>
          <p:cNvCxnSpPr/>
          <p:nvPr/>
        </p:nvCxnSpPr>
        <p:spPr>
          <a:xfrm flipV="1">
            <a:off x="3352800" y="3733800"/>
            <a:ext cx="1219200" cy="158750"/>
          </a:xfrm>
          <a:prstGeom prst="line">
            <a:avLst/>
          </a:prstGeom>
          <a:ln w="254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CCD4E24-AEA3-4B91-A999-AF8D1DB047B1}"/>
              </a:ext>
            </a:extLst>
          </p:cNvPr>
          <p:cNvCxnSpPr>
            <a:cxnSpLocks/>
          </p:cNvCxnSpPr>
          <p:nvPr/>
        </p:nvCxnSpPr>
        <p:spPr>
          <a:xfrm>
            <a:off x="3352800" y="4572000"/>
            <a:ext cx="1254126" cy="952500"/>
          </a:xfrm>
          <a:prstGeom prst="line">
            <a:avLst/>
          </a:prstGeom>
          <a:ln w="254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Content Placeholder 6" descr="c6288.gif">
            <a:extLst>
              <a:ext uri="{FF2B5EF4-FFF2-40B4-BE49-F238E27FC236}">
                <a16:creationId xmlns:a16="http://schemas.microsoft.com/office/drawing/2014/main" id="{689F0D98-9C4F-4CFB-B236-B3FDEBE60A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1304925"/>
            <a:ext cx="7200900" cy="3952875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15B20F-657D-4A8D-91FD-909ECFF73B5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919DB783-D0D0-4B4F-ADB1-E383E5363E14}" type="slidenum">
              <a:rPr lang="en-US" altLang="en-US">
                <a:latin typeface="Calibri" panose="020F0502020204030204" pitchFamily="34" charset="0"/>
              </a:rPr>
              <a:pPr lvl="1" eaLnBrk="1" hangingPunct="1"/>
              <a:t>6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8" name="Rectangle 1027">
            <a:extLst>
              <a:ext uri="{FF2B5EF4-FFF2-40B4-BE49-F238E27FC236}">
                <a16:creationId xmlns:a16="http://schemas.microsoft.com/office/drawing/2014/main" id="{B2531A43-0209-4AF2-B6A6-1BC7D2E9F66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81000" y="5334000"/>
            <a:ext cx="80772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en-US" kern="0" dirty="0">
                <a:latin typeface="+mn-lt"/>
                <a:cs typeface="+mn-cs"/>
              </a:rPr>
              <a:t>+ Conceptually straightforward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en-US" kern="0" dirty="0">
                <a:latin typeface="+mn-lt"/>
                <a:cs typeface="+mn-cs"/>
              </a:rPr>
              <a:t>- Fairly expensive hardware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en-US" kern="0" dirty="0">
                <a:latin typeface="+mn-lt"/>
                <a:cs typeface="+mn-cs"/>
              </a:rPr>
              <a:t>- Integer multiplies are relatively rare</a:t>
            </a:r>
          </a:p>
        </p:txBody>
      </p:sp>
      <p:sp>
        <p:nvSpPr>
          <p:cNvPr id="9222" name="TextBox 8">
            <a:extLst>
              <a:ext uri="{FF2B5EF4-FFF2-40B4-BE49-F238E27FC236}">
                <a16:creationId xmlns:a16="http://schemas.microsoft.com/office/drawing/2014/main" id="{45AF4F52-79C3-48A6-8DC7-5656FDDD7095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152650" y="6538912"/>
            <a:ext cx="47244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dirty="0">
                <a:latin typeface="Times New Roman" panose="02020603050405020304" pitchFamily="18" charset="0"/>
              </a:rPr>
              <a:t>[Source: J. Hayes, Univ. of Michigan]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971244-26A5-46BB-8F1C-D626722FDA94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dirty="0"/>
              <a:t>Array Multiplier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550B7B-D391-4394-A6ED-EB6CE835273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477000" y="3505200"/>
            <a:ext cx="121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</a:rPr>
              <a:t>16b × 16b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1EC173-EF68-4FD9-AD02-83D4AACAC26F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086816" y="1170801"/>
            <a:ext cx="10310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A</a:t>
            </a:r>
            <a:r>
              <a:rPr lang="en-US" sz="1200" baseline="-25000" dirty="0">
                <a:latin typeface="Arial" panose="020B0604020202020204" pitchFamily="34" charset="0"/>
              </a:rPr>
              <a:t>15</a:t>
            </a:r>
            <a:r>
              <a:rPr lang="en-US" sz="1200" dirty="0">
                <a:latin typeface="Arial" panose="020B0604020202020204" pitchFamily="34" charset="0"/>
              </a:rPr>
              <a:t>B</a:t>
            </a:r>
            <a:r>
              <a:rPr lang="en-US" sz="1200" baseline="-25000" dirty="0">
                <a:latin typeface="Arial" panose="020B0604020202020204" pitchFamily="34" charset="0"/>
              </a:rPr>
              <a:t>0</a:t>
            </a:r>
            <a:r>
              <a:rPr lang="en-US" sz="1200" dirty="0">
                <a:latin typeface="Arial" panose="020B0604020202020204" pitchFamily="34" charset="0"/>
              </a:rPr>
              <a:t>+A</a:t>
            </a:r>
            <a:r>
              <a:rPr lang="en-US" sz="1200" baseline="-25000" dirty="0">
                <a:latin typeface="Arial" panose="020B0604020202020204" pitchFamily="34" charset="0"/>
              </a:rPr>
              <a:t>14</a:t>
            </a:r>
            <a:r>
              <a:rPr lang="en-US" sz="1200" dirty="0">
                <a:latin typeface="Arial" panose="020B0604020202020204" pitchFamily="34" charset="0"/>
              </a:rPr>
              <a:t>B</a:t>
            </a:r>
            <a:r>
              <a:rPr lang="en-US" sz="1200" baseline="-25000" dirty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C40A69-F54B-4438-A131-E62101EBEA1B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7697941" y="1170801"/>
            <a:ext cx="5052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A</a:t>
            </a:r>
            <a:r>
              <a:rPr lang="en-US" sz="1200" baseline="-25000" dirty="0">
                <a:latin typeface="Arial" panose="020B0604020202020204" pitchFamily="34" charset="0"/>
              </a:rPr>
              <a:t>0</a:t>
            </a:r>
            <a:r>
              <a:rPr lang="en-US" sz="1200" dirty="0">
                <a:latin typeface="Arial" panose="020B0604020202020204" pitchFamily="34" charset="0"/>
              </a:rPr>
              <a:t>B</a:t>
            </a:r>
            <a:r>
              <a:rPr lang="en-US" sz="1200" baseline="-25000" dirty="0">
                <a:latin typeface="Arial" panose="020B0604020202020204" pitchFamily="34" charset="0"/>
              </a:rPr>
              <a:t>0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186A91C-9BE4-4D01-91F4-E6CAD5172B0D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Multicycle Multiplier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334A49D-8FB8-4259-AE30-58959BB342E6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Multicycle multipliers</a:t>
            </a:r>
          </a:p>
          <a:p>
            <a:pPr lvl="1" eaLnBrk="1" hangingPunct="1"/>
            <a:r>
              <a:rPr lang="en-US" altLang="en-US" dirty="0"/>
              <a:t>Accumulate the partial products row-by-row</a:t>
            </a:r>
          </a:p>
          <a:p>
            <a:pPr lvl="1" eaLnBrk="1" hangingPunct="1"/>
            <a:r>
              <a:rPr lang="en-US" altLang="en-US" dirty="0"/>
              <a:t>Iterate through each bit of the multiplier:</a:t>
            </a:r>
          </a:p>
          <a:p>
            <a:pPr lvl="2" eaLnBrk="1" hangingPunct="1"/>
            <a:r>
              <a:rPr lang="en-US" altLang="en-US" dirty="0"/>
              <a:t>If 1, add the multiplicand</a:t>
            </a:r>
          </a:p>
          <a:p>
            <a:pPr lvl="2" eaLnBrk="1" hangingPunct="1"/>
            <a:r>
              <a:rPr lang="en-US" altLang="en-US" dirty="0"/>
              <a:t>Shift the multiplicand and move on to the next bit</a:t>
            </a:r>
          </a:p>
        </p:txBody>
      </p:sp>
      <p:sp>
        <p:nvSpPr>
          <p:cNvPr id="10244" name="Slide Number Placeholder 5">
            <a:extLst>
              <a:ext uri="{FF2B5EF4-FFF2-40B4-BE49-F238E27FC236}">
                <a16:creationId xmlns:a16="http://schemas.microsoft.com/office/drawing/2014/main" id="{76488DB5-5E6D-4341-B485-CF0219752AC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6E045A26-C39E-4D15-AF66-C1AF91BC2590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918198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D94372D-1065-4D23-8FD0-F2F4B9285E80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Multicycle Multiplier</a:t>
            </a:r>
          </a:p>
        </p:txBody>
      </p:sp>
      <p:sp>
        <p:nvSpPr>
          <p:cNvPr id="11267" name="Slide Number Placeholder 5">
            <a:extLst>
              <a:ext uri="{FF2B5EF4-FFF2-40B4-BE49-F238E27FC236}">
                <a16:creationId xmlns:a16="http://schemas.microsoft.com/office/drawing/2014/main" id="{5F5E4B78-7C21-4235-B6E3-BE0EC27D8FE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6B43C51B-1D55-4ED0-83EA-DEED47B5FD11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FF0471E1-40B5-42F3-8E77-4461AFD951D3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28800"/>
            <a:ext cx="8305800" cy="422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D94372D-1065-4D23-8FD0-F2F4B9285E80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Multicycle Multiplier</a:t>
            </a:r>
          </a:p>
        </p:txBody>
      </p:sp>
      <p:sp>
        <p:nvSpPr>
          <p:cNvPr id="11267" name="Slide Number Placeholder 5">
            <a:extLst>
              <a:ext uri="{FF2B5EF4-FFF2-40B4-BE49-F238E27FC236}">
                <a16:creationId xmlns:a16="http://schemas.microsoft.com/office/drawing/2014/main" id="{5F5E4B78-7C21-4235-B6E3-BE0EC27D8FE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6B43C51B-1D55-4ED0-83EA-DEED47B5FD11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FF0471E1-40B5-42F3-8E77-4461AFD951D3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28800"/>
            <a:ext cx="8305800" cy="422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38C3637-4C60-45C8-B231-688C47FA31C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46184" y="2209800"/>
            <a:ext cx="2161169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0000 1000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58C8B8-1BEF-469A-A72B-B2F09BF9C5D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7543800" y="3011269"/>
            <a:ext cx="1120820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1001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B24A8E-E9FF-4ED4-A6ED-5D6AD56E39A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676400" y="4953000"/>
            <a:ext cx="2161169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0000 0000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2FC9D0D-C45F-474A-A1B1-4F340752DA43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381000" y="1828800"/>
            <a:ext cx="8305800" cy="4225925"/>
            <a:chOff x="381000" y="1828800"/>
            <a:chExt cx="8305800" cy="4225925"/>
          </a:xfrm>
        </p:grpSpPr>
        <p:pic>
          <p:nvPicPr>
            <p:cNvPr id="13" name="Picture 4">
              <a:extLst>
                <a:ext uri="{FF2B5EF4-FFF2-40B4-BE49-F238E27FC236}">
                  <a16:creationId xmlns:a16="http://schemas.microsoft.com/office/drawing/2014/main" id="{B39A20C0-33D2-4D9C-A9D0-D29861FB797E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0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000" y="1828800"/>
              <a:ext cx="8305800" cy="4225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268F02A-DCA9-414B-AF8D-0C11399BE783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2446184" y="2209800"/>
              <a:ext cx="2161169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0000 1000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DDB0FDC-CC49-4FD8-A20B-EAE8C8C7F4EF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7543800" y="3011269"/>
              <a:ext cx="1120820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r"/>
              <a:r>
                <a:rPr lang="en-US" sz="3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1001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E0734F2-80A1-4EA9-9363-7BF3820F1B4E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676400" y="4953000"/>
              <a:ext cx="2161169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0000 1000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808BDBC-556F-43B2-BC8B-A31A5E1C6476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7543800" y="3011269"/>
              <a:ext cx="1120820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r"/>
              <a:r>
                <a:rPr lang="en-US" sz="3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100</a:t>
              </a:r>
              <a:r>
                <a:rPr lang="en-US" sz="3600" b="1" u="sng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370DF43-9C39-4FBE-BA9C-2B8795F73209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4008658" y="3593068"/>
              <a:ext cx="1584088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8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 = enable add</a:t>
              </a:r>
            </a:p>
          </p:txBody>
        </p:sp>
      </p:grpSp>
      <p:graphicFrame>
        <p:nvGraphicFramePr>
          <p:cNvPr id="178273" name="Group 97">
            <a:extLst>
              <a:ext uri="{FF2B5EF4-FFF2-40B4-BE49-F238E27FC236}">
                <a16:creationId xmlns:a16="http://schemas.microsoft.com/office/drawing/2014/main" id="{9CE54585-D2F6-4D06-94B8-DAAB6B352249}"/>
              </a:ext>
            </a:extLst>
          </p:cNvPr>
          <p:cNvGraphicFramePr>
            <a:graphicFrameLocks noGrp="1"/>
          </p:cNvGraphicFramePr>
          <p:nvPr>
            <p:custDataLst>
              <p:tags r:id="rId9"/>
            </p:custDataLst>
          </p:nvPr>
        </p:nvGraphicFramePr>
        <p:xfrm>
          <a:off x="6553200" y="228600"/>
          <a:ext cx="2362200" cy="2895602"/>
        </p:xfrm>
        <a:graphic>
          <a:graphicData uri="http://schemas.openxmlformats.org/drawingml/2006/table">
            <a:tbl>
              <a:tblPr/>
              <a:tblGrid>
                <a:gridCol w="29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7299133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D94372D-1065-4D23-8FD0-F2F4B9285E80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Multicycle Multiplier</a:t>
            </a:r>
          </a:p>
        </p:txBody>
      </p:sp>
      <p:sp>
        <p:nvSpPr>
          <p:cNvPr id="11267" name="Slide Number Placeholder 5">
            <a:extLst>
              <a:ext uri="{FF2B5EF4-FFF2-40B4-BE49-F238E27FC236}">
                <a16:creationId xmlns:a16="http://schemas.microsoft.com/office/drawing/2014/main" id="{5F5E4B78-7C21-4235-B6E3-BE0EC27D8FE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6B43C51B-1D55-4ED0-83EA-DEED47B5FD11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FF0471E1-40B5-42F3-8E77-4461AFD951D3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28800"/>
            <a:ext cx="8305800" cy="422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graphicFrame>
        <p:nvGraphicFramePr>
          <p:cNvPr id="178273" name="Group 97">
            <a:extLst>
              <a:ext uri="{FF2B5EF4-FFF2-40B4-BE49-F238E27FC236}">
                <a16:creationId xmlns:a16="http://schemas.microsoft.com/office/drawing/2014/main" id="{9CE54585-D2F6-4D06-94B8-DAAB6B352249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6553200" y="228600"/>
          <a:ext cx="2362200" cy="2895602"/>
        </p:xfrm>
        <a:graphic>
          <a:graphicData uri="http://schemas.openxmlformats.org/drawingml/2006/table">
            <a:tbl>
              <a:tblPr/>
              <a:tblGrid>
                <a:gridCol w="29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38C3637-4C60-45C8-B231-688C47FA31C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46183" y="2209800"/>
            <a:ext cx="2161169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0001 0000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58C8B8-1BEF-469A-A72B-B2F09BF9C5DC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7777839" y="3011269"/>
            <a:ext cx="886781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10</a:t>
            </a:r>
            <a:r>
              <a:rPr lang="en-US" sz="3600" b="1" u="sng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B24A8E-E9FF-4ED4-A6ED-5D6AD56E39AA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676400" y="4953000"/>
            <a:ext cx="2161169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0000 1000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5E4163-73A6-442D-B1EA-23E90828F3DC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4008658" y="3593068"/>
            <a:ext cx="1616148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 = disable add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116686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5764226-2A76-40AA-AE24-C2D1C32255E4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381000" y="1828800"/>
            <a:ext cx="8305800" cy="4225925"/>
            <a:chOff x="381000" y="1828800"/>
            <a:chExt cx="8305800" cy="4225925"/>
          </a:xfrm>
        </p:grpSpPr>
        <p:pic>
          <p:nvPicPr>
            <p:cNvPr id="11268" name="Picture 4">
              <a:extLst>
                <a:ext uri="{FF2B5EF4-FFF2-40B4-BE49-F238E27FC236}">
                  <a16:creationId xmlns:a16="http://schemas.microsoft.com/office/drawing/2014/main" id="{FF0471E1-40B5-42F3-8E77-4461AFD951D3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9"/>
              </p:custDataLst>
            </p:nvPr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000" y="1828800"/>
              <a:ext cx="8305800" cy="4225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38C3637-4C60-45C8-B231-688C47FA31C7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2446183" y="2209800"/>
              <a:ext cx="2161169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0010 0000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758C8B8-1BEF-469A-A72B-B2F09BF9C5DC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>
            <a:xfrm>
              <a:off x="8011877" y="3011269"/>
              <a:ext cx="652743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r"/>
              <a:r>
                <a:rPr lang="en-US" sz="3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</a:t>
              </a:r>
              <a:r>
                <a:rPr lang="en-US" sz="3600" b="1" u="sng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CB24A8E-E9FF-4ED4-A6ED-5D6AD56E39AA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1676400" y="4953000"/>
              <a:ext cx="2161169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0000 1000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65E4163-73A6-442D-B1EA-23E90828F3DC}"/>
                </a:ext>
              </a:extLst>
            </p:cNvPr>
            <p:cNvSpPr txBox="1"/>
            <p:nvPr>
              <p:custDataLst>
                <p:tags r:id="rId23"/>
              </p:custDataLst>
            </p:nvPr>
          </p:nvSpPr>
          <p:spPr>
            <a:xfrm>
              <a:off x="4047931" y="3593068"/>
              <a:ext cx="1616148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8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 = disable add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BB91F86-83F0-4846-8B98-D40CB7240CF9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381000" y="1828800"/>
            <a:ext cx="8305800" cy="4225925"/>
            <a:chOff x="381000" y="1828800"/>
            <a:chExt cx="8305800" cy="4225925"/>
          </a:xfrm>
        </p:grpSpPr>
        <p:pic>
          <p:nvPicPr>
            <p:cNvPr id="13" name="Picture 4">
              <a:extLst>
                <a:ext uri="{FF2B5EF4-FFF2-40B4-BE49-F238E27FC236}">
                  <a16:creationId xmlns:a16="http://schemas.microsoft.com/office/drawing/2014/main" id="{03CB3AA8-2BC9-45AA-9CE7-5DE901A44BE1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4"/>
              </p:custDataLst>
            </p:nvPr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000" y="1828800"/>
              <a:ext cx="8305800" cy="4225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6E1FC13-2563-4A17-AE84-147306EAD392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446183" y="2209800"/>
              <a:ext cx="2161169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0100 0000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EBD17DB-CAE0-4CBF-A7E9-9AF33CC5400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8245916" y="3011269"/>
              <a:ext cx="418704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r"/>
              <a:r>
                <a:rPr lang="en-US" sz="3600" b="1" u="sng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BE796FF-D45F-47C0-85E8-8E647F08D75F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676400" y="4953000"/>
              <a:ext cx="2161169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0100 1000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F62E31D-34F4-41E1-ABFB-D41D4D30D6CD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4008658" y="3593068"/>
              <a:ext cx="1584088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8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 = enable add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F8187BB-7A89-4728-9D6C-DA982DAA3D63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381000" y="1828800"/>
            <a:ext cx="8305800" cy="4225925"/>
            <a:chOff x="381000" y="1828800"/>
            <a:chExt cx="8305800" cy="4225925"/>
          </a:xfrm>
        </p:grpSpPr>
        <p:pic>
          <p:nvPicPr>
            <p:cNvPr id="19" name="Picture 4">
              <a:extLst>
                <a:ext uri="{FF2B5EF4-FFF2-40B4-BE49-F238E27FC236}">
                  <a16:creationId xmlns:a16="http://schemas.microsoft.com/office/drawing/2014/main" id="{5BB2907A-8461-42F3-8705-1481769D25BD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0"/>
              </p:custDataLst>
            </p:nvPr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000" y="1828800"/>
              <a:ext cx="8305800" cy="4225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D5F8B9A-3DDC-43C4-B7C7-434C4981CD8E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2446183" y="2209800"/>
              <a:ext cx="2161169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1000 0000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9792135-0AE6-4D65-B01D-E7747747B327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1676400" y="4953000"/>
              <a:ext cx="2161169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0100 1000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8B45EE7-EE5C-49BB-AFB7-6088DDDA402B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5843411" y="5224046"/>
              <a:ext cx="619080" cy="33855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done</a:t>
              </a:r>
            </a:p>
          </p:txBody>
        </p:sp>
      </p:grpSp>
      <p:sp>
        <p:nvSpPr>
          <p:cNvPr id="11266" name="Rectangle 2">
            <a:extLst>
              <a:ext uri="{FF2B5EF4-FFF2-40B4-BE49-F238E27FC236}">
                <a16:creationId xmlns:a16="http://schemas.microsoft.com/office/drawing/2014/main" id="{0D94372D-1065-4D23-8FD0-F2F4B9285E80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5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Multicycle Multiplier</a:t>
            </a:r>
          </a:p>
        </p:txBody>
      </p:sp>
      <p:sp>
        <p:nvSpPr>
          <p:cNvPr id="11267" name="Slide Number Placeholder 5">
            <a:extLst>
              <a:ext uri="{FF2B5EF4-FFF2-40B4-BE49-F238E27FC236}">
                <a16:creationId xmlns:a16="http://schemas.microsoft.com/office/drawing/2014/main" id="{5F5E4B78-7C21-4235-B6E3-BE0EC27D8FE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6B43C51B-1D55-4ED0-83EA-DEED47B5FD11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6BFD7F-E801-4960-B3DD-EAD31203D17C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593731" y="4066600"/>
            <a:ext cx="2045069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but only need to add 32 bits at a time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6C72DD0-988B-4681-9AB4-883EBCDF711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600200" y="3352800"/>
            <a:ext cx="2161169" cy="1219200"/>
          </a:xfrm>
          <a:prstGeom prst="ellipse">
            <a:avLst/>
          </a:prstGeom>
          <a:noFill/>
          <a:ln w="508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8273" name="Group 97">
            <a:extLst>
              <a:ext uri="{FF2B5EF4-FFF2-40B4-BE49-F238E27FC236}">
                <a16:creationId xmlns:a16="http://schemas.microsoft.com/office/drawing/2014/main" id="{9CE54585-D2F6-4D06-94B8-DAAB6B352249}"/>
              </a:ext>
            </a:extLst>
          </p:cNvPr>
          <p:cNvGraphicFramePr>
            <a:graphicFrameLocks noGrp="1"/>
          </p:cNvGraphicFramePr>
          <p:nvPr>
            <p:custDataLst>
              <p:tags r:id="rId9"/>
            </p:custDataLst>
          </p:nvPr>
        </p:nvGraphicFramePr>
        <p:xfrm>
          <a:off x="6553200" y="228600"/>
          <a:ext cx="2362200" cy="2895602"/>
        </p:xfrm>
        <a:graphic>
          <a:graphicData uri="http://schemas.openxmlformats.org/drawingml/2006/table">
            <a:tbl>
              <a:tblPr/>
              <a:tblGrid>
                <a:gridCol w="29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4542906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73A2ECA-F784-4AEE-B860-F542FF950168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Improved Multiplier</a:t>
            </a:r>
          </a:p>
        </p:txBody>
      </p:sp>
      <p:sp>
        <p:nvSpPr>
          <p:cNvPr id="14339" name="Slide Number Placeholder 5">
            <a:extLst>
              <a:ext uri="{FF2B5EF4-FFF2-40B4-BE49-F238E27FC236}">
                <a16:creationId xmlns:a16="http://schemas.microsoft.com/office/drawing/2014/main" id="{FEC4C1F6-3588-448E-B78E-04C8C36F4BD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FB8CD66D-2FD6-450B-853A-4B2127EB5257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pic>
        <p:nvPicPr>
          <p:cNvPr id="14340" name="Picture 4" descr="f0431">
            <a:extLst>
              <a:ext uri="{FF2B5EF4-FFF2-40B4-BE49-F238E27FC236}">
                <a16:creationId xmlns:a16="http://schemas.microsoft.com/office/drawing/2014/main" id="{B58F7F73-EFF0-45C2-9E02-AC5BE4AE69E4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00200"/>
            <a:ext cx="7848600" cy="470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3CE6F4-66E8-4A17-84BA-1399496DF2C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114800" y="2438400"/>
            <a:ext cx="2045069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only need 32-bit multiplicand register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BC6B4DF-A43E-4170-99D7-AD2E6C8DD284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048000" y="2286000"/>
            <a:ext cx="1322969" cy="584775"/>
          </a:xfrm>
          <a:prstGeom prst="ellipse">
            <a:avLst/>
          </a:prstGeom>
          <a:noFill/>
          <a:ln w="508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9CCC2ECA-3776-4201-A697-A8AA1B937CEA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 rot="16200000">
            <a:off x="4308096" y="3539169"/>
            <a:ext cx="526475" cy="2134936"/>
          </a:xfrm>
          <a:prstGeom prst="rightBrace">
            <a:avLst>
              <a:gd name="adj1" fmla="val 35641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822EDC-4F5C-471E-8DA1-DA79A179C3D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517531" y="3960782"/>
            <a:ext cx="204506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</a:rPr>
              <a:t>Multiplier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B1B3C1-C070-4660-B38C-A21E55C41C5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4953000" y="3758625"/>
            <a:ext cx="2045069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combine multiplier with product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reg</a:t>
            </a:r>
            <a:endParaRPr lang="en-US" sz="16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79D7FB2-0185-477F-B744-D859B1693ED1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878580" y="3880077"/>
            <a:ext cx="1322969" cy="584775"/>
          </a:xfrm>
          <a:prstGeom prst="ellipse">
            <a:avLst/>
          </a:prstGeom>
          <a:noFill/>
          <a:ln w="508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  <p:bldP spid="12" grpId="0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73A2ECA-F784-4AEE-B860-F542FF950168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Improved Multiplier</a:t>
            </a:r>
          </a:p>
        </p:txBody>
      </p:sp>
      <p:sp>
        <p:nvSpPr>
          <p:cNvPr id="14339" name="Slide Number Placeholder 5">
            <a:extLst>
              <a:ext uri="{FF2B5EF4-FFF2-40B4-BE49-F238E27FC236}">
                <a16:creationId xmlns:a16="http://schemas.microsoft.com/office/drawing/2014/main" id="{FEC4C1F6-3588-448E-B78E-04C8C36F4BD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FB8CD66D-2FD6-450B-853A-4B2127EB5257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pic>
        <p:nvPicPr>
          <p:cNvPr id="14340" name="Picture 4" descr="f0431">
            <a:extLst>
              <a:ext uri="{FF2B5EF4-FFF2-40B4-BE49-F238E27FC236}">
                <a16:creationId xmlns:a16="http://schemas.microsoft.com/office/drawing/2014/main" id="{B58F7F73-EFF0-45C2-9E02-AC5BE4AE69E4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00200"/>
            <a:ext cx="7848600" cy="4708525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0E872D6-040E-47BD-A0AF-A5A46E3A6BF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667000" y="1905000"/>
            <a:ext cx="1120820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1000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528971-186E-4C1F-BE41-4979EF931B3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95609" y="5068669"/>
            <a:ext cx="3203121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0000           1001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71F692AE-48D1-48A1-BA26-8FD02EBD49C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 rot="16200000">
            <a:off x="4308096" y="3539169"/>
            <a:ext cx="526475" cy="2134936"/>
          </a:xfrm>
          <a:prstGeom prst="rightBrace">
            <a:avLst>
              <a:gd name="adj1" fmla="val 35641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59DFDE-0681-4E15-A375-6EC7F84A0A89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517531" y="3960782"/>
            <a:ext cx="204506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</a:rPr>
              <a:t>Multiplier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7E71E81-1549-46F0-BCA7-E3F63685EBE4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762000" y="1600200"/>
            <a:ext cx="7848600" cy="4708525"/>
            <a:chOff x="762000" y="1600200"/>
            <a:chExt cx="7848600" cy="4708525"/>
          </a:xfrm>
        </p:grpSpPr>
        <p:pic>
          <p:nvPicPr>
            <p:cNvPr id="21" name="Picture 4" descr="f0431">
              <a:extLst>
                <a:ext uri="{FF2B5EF4-FFF2-40B4-BE49-F238E27FC236}">
                  <a16:creationId xmlns:a16="http://schemas.microsoft.com/office/drawing/2014/main" id="{5990E0C4-C196-4971-B848-2DCBC5C393F4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1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" y="1600200"/>
              <a:ext cx="7848600" cy="47085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CB08689-B3BF-4120-B9B6-8578BACE1E96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667000" y="1905000"/>
              <a:ext cx="1120820" cy="646331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1000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9780906-5BA7-49C5-8121-91618695C511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895609" y="5068669"/>
              <a:ext cx="3203121" cy="646331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1000           100</a:t>
              </a:r>
              <a:r>
                <a:rPr lang="en-US" sz="3600" b="1" u="sng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28CE2BA-DFE5-40F6-9C90-7DCA4348BDEC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3810000" y="3440668"/>
              <a:ext cx="1584088" cy="369332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18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 = enable add</a:t>
              </a:r>
            </a:p>
          </p:txBody>
        </p:sp>
        <p:sp>
          <p:nvSpPr>
            <p:cNvPr id="25" name="Right Brace 24">
              <a:extLst>
                <a:ext uri="{FF2B5EF4-FFF2-40B4-BE49-F238E27FC236}">
                  <a16:creationId xmlns:a16="http://schemas.microsoft.com/office/drawing/2014/main" id="{FFD7BF84-BE85-4664-A8C2-3B0B8C26905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 rot="16200000">
              <a:off x="4308096" y="3539169"/>
              <a:ext cx="526475" cy="2134936"/>
            </a:xfrm>
            <a:prstGeom prst="rightBrace">
              <a:avLst>
                <a:gd name="adj1" fmla="val 35641"/>
                <a:gd name="adj2" fmla="val 5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D67C47C-5963-4593-BB7E-A260F932C1B7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3517531" y="3960782"/>
              <a:ext cx="2045069" cy="400110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dirty="0">
                  <a:latin typeface="Arial" panose="020B0604020202020204" pitchFamily="34" charset="0"/>
                </a:rPr>
                <a:t>Multiplier</a:t>
              </a:r>
            </a:p>
          </p:txBody>
        </p:sp>
      </p:grpSp>
      <p:graphicFrame>
        <p:nvGraphicFramePr>
          <p:cNvPr id="8" name="Group 5">
            <a:extLst>
              <a:ext uri="{FF2B5EF4-FFF2-40B4-BE49-F238E27FC236}">
                <a16:creationId xmlns:a16="http://schemas.microsoft.com/office/drawing/2014/main" id="{683AD915-98B4-45F5-84EC-063510223D66}"/>
              </a:ext>
            </a:extLst>
          </p:cNvPr>
          <p:cNvGraphicFramePr>
            <a:graphicFrameLocks noGrp="1"/>
          </p:cNvGraphicFramePr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1804425860"/>
              </p:ext>
            </p:extLst>
          </p:nvPr>
        </p:nvGraphicFramePr>
        <p:xfrm>
          <a:off x="6553200" y="228600"/>
          <a:ext cx="2362200" cy="2895602"/>
        </p:xfrm>
        <a:graphic>
          <a:graphicData uri="http://schemas.openxmlformats.org/drawingml/2006/table">
            <a:tbl>
              <a:tblPr/>
              <a:tblGrid>
                <a:gridCol w="29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291307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E40F508-3D41-47C0-BDF5-E87AA82A99A3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762000" y="1600200"/>
            <a:ext cx="7848600" cy="4708525"/>
            <a:chOff x="762000" y="1600200"/>
            <a:chExt cx="7848600" cy="4708525"/>
          </a:xfrm>
        </p:grpSpPr>
        <p:pic>
          <p:nvPicPr>
            <p:cNvPr id="14340" name="Picture 4" descr="f0431">
              <a:extLst>
                <a:ext uri="{FF2B5EF4-FFF2-40B4-BE49-F238E27FC236}">
                  <a16:creationId xmlns:a16="http://schemas.microsoft.com/office/drawing/2014/main" id="{B58F7F73-EFF0-45C2-9E02-AC5BE4AE69E4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29"/>
              </p:custDataLst>
            </p:nvPr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" y="1600200"/>
              <a:ext cx="7848600" cy="47085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0E872D6-040E-47BD-A0AF-A5A46E3A6BF2}"/>
                </a:ext>
              </a:extLst>
            </p:cNvPr>
            <p:cNvSpPr txBox="1"/>
            <p:nvPr>
              <p:custDataLst>
                <p:tags r:id="rId30"/>
              </p:custDataLst>
            </p:nvPr>
          </p:nvSpPr>
          <p:spPr>
            <a:xfrm>
              <a:off x="2667000" y="1905000"/>
              <a:ext cx="1120820" cy="646331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1000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1528971-186E-4C1F-BE41-4979EF931B38}"/>
                </a:ext>
              </a:extLst>
            </p:cNvPr>
            <p:cNvSpPr txBox="1"/>
            <p:nvPr>
              <p:custDataLst>
                <p:tags r:id="rId31"/>
              </p:custDataLst>
            </p:nvPr>
          </p:nvSpPr>
          <p:spPr>
            <a:xfrm>
              <a:off x="1895609" y="5068669"/>
              <a:ext cx="3203121" cy="646331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0100           010</a:t>
              </a:r>
              <a:r>
                <a:rPr lang="en-US" sz="3600" b="1" u="sng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DFAC3A0-CDF9-4F2C-BC44-BC978FF2688A}"/>
                </a:ext>
              </a:extLst>
            </p:cNvPr>
            <p:cNvSpPr txBox="1"/>
            <p:nvPr>
              <p:custDataLst>
                <p:tags r:id="rId32"/>
              </p:custDataLst>
            </p:nvPr>
          </p:nvSpPr>
          <p:spPr>
            <a:xfrm>
              <a:off x="3822824" y="3440668"/>
              <a:ext cx="1616148" cy="369332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18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 = disable add</a:t>
              </a:r>
            </a:p>
          </p:txBody>
        </p:sp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3131962B-2A90-40B1-B4B5-DD8C4768D606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 rot="16200000">
              <a:off x="4308096" y="3539169"/>
              <a:ext cx="526475" cy="2134936"/>
            </a:xfrm>
            <a:prstGeom prst="rightBrace">
              <a:avLst>
                <a:gd name="adj1" fmla="val 35641"/>
                <a:gd name="adj2" fmla="val 5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E097557-5D15-46C1-B8C8-018CB000CE1F}"/>
                </a:ext>
              </a:extLst>
            </p:cNvPr>
            <p:cNvSpPr txBox="1"/>
            <p:nvPr>
              <p:custDataLst>
                <p:tags r:id="rId34"/>
              </p:custDataLst>
            </p:nvPr>
          </p:nvSpPr>
          <p:spPr>
            <a:xfrm>
              <a:off x="3517531" y="3960782"/>
              <a:ext cx="2045069" cy="400110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dirty="0">
                  <a:latin typeface="Arial" panose="020B0604020202020204" pitchFamily="34" charset="0"/>
                </a:rPr>
                <a:t>Multiplier</a:t>
              </a:r>
            </a:p>
          </p:txBody>
        </p:sp>
      </p:grpSp>
      <p:sp>
        <p:nvSpPr>
          <p:cNvPr id="14338" name="Rectangle 2">
            <a:extLst>
              <a:ext uri="{FF2B5EF4-FFF2-40B4-BE49-F238E27FC236}">
                <a16:creationId xmlns:a16="http://schemas.microsoft.com/office/drawing/2014/main" id="{F73A2ECA-F784-4AEE-B860-F542FF950168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Improved Multiplier</a:t>
            </a:r>
          </a:p>
        </p:txBody>
      </p:sp>
      <p:sp>
        <p:nvSpPr>
          <p:cNvPr id="14339" name="Slide Number Placeholder 5">
            <a:extLst>
              <a:ext uri="{FF2B5EF4-FFF2-40B4-BE49-F238E27FC236}">
                <a16:creationId xmlns:a16="http://schemas.microsoft.com/office/drawing/2014/main" id="{FEC4C1F6-3588-448E-B78E-04C8C36F4BD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FB8CD66D-2FD6-450B-853A-4B2127EB5257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EE0F35A-D876-4C15-BCDC-FDA46D61BC7E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762000" y="1600200"/>
            <a:ext cx="7848600" cy="4708525"/>
            <a:chOff x="762000" y="1600200"/>
            <a:chExt cx="7848600" cy="4708525"/>
          </a:xfrm>
        </p:grpSpPr>
        <p:pic>
          <p:nvPicPr>
            <p:cNvPr id="13" name="Picture 4" descr="f0431">
              <a:extLst>
                <a:ext uri="{FF2B5EF4-FFF2-40B4-BE49-F238E27FC236}">
                  <a16:creationId xmlns:a16="http://schemas.microsoft.com/office/drawing/2014/main" id="{DC063122-06DB-4BFD-A467-E85DBE29F99B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23"/>
              </p:custDataLst>
            </p:nvPr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" y="1600200"/>
              <a:ext cx="7848600" cy="47085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784B4FE-66B2-4AC5-A1A3-A7D0094D7146}"/>
                </a:ext>
              </a:extLst>
            </p:cNvPr>
            <p:cNvSpPr txBox="1"/>
            <p:nvPr>
              <p:custDataLst>
                <p:tags r:id="rId24"/>
              </p:custDataLst>
            </p:nvPr>
          </p:nvSpPr>
          <p:spPr>
            <a:xfrm>
              <a:off x="2667000" y="1905000"/>
              <a:ext cx="1120820" cy="646331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1000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EAD1D88-AB67-4E81-8353-431D5B1F70BA}"/>
                </a:ext>
              </a:extLst>
            </p:cNvPr>
            <p:cNvSpPr txBox="1"/>
            <p:nvPr>
              <p:custDataLst>
                <p:tags r:id="rId25"/>
              </p:custDataLst>
            </p:nvPr>
          </p:nvSpPr>
          <p:spPr>
            <a:xfrm>
              <a:off x="1895609" y="5068669"/>
              <a:ext cx="3203121" cy="646331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0010           001</a:t>
              </a:r>
              <a:r>
                <a:rPr lang="en-US" sz="3600" b="1" u="sng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209A84B-92CA-4ADF-AE1A-39839ACA7E92}"/>
                </a:ext>
              </a:extLst>
            </p:cNvPr>
            <p:cNvSpPr txBox="1"/>
            <p:nvPr>
              <p:custDataLst>
                <p:tags r:id="rId26"/>
              </p:custDataLst>
            </p:nvPr>
          </p:nvSpPr>
          <p:spPr>
            <a:xfrm>
              <a:off x="3810000" y="3440668"/>
              <a:ext cx="1616148" cy="369332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18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 = disable add</a:t>
              </a:r>
            </a:p>
          </p:txBody>
        </p:sp>
        <p:sp>
          <p:nvSpPr>
            <p:cNvPr id="19" name="Right Brace 18">
              <a:extLst>
                <a:ext uri="{FF2B5EF4-FFF2-40B4-BE49-F238E27FC236}">
                  <a16:creationId xmlns:a16="http://schemas.microsoft.com/office/drawing/2014/main" id="{AAB5B33A-54AF-4DB2-A8F7-C9163CD82F94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 rot="16200000">
              <a:off x="4308096" y="3539169"/>
              <a:ext cx="526475" cy="2134936"/>
            </a:xfrm>
            <a:prstGeom prst="rightBrace">
              <a:avLst>
                <a:gd name="adj1" fmla="val 35641"/>
                <a:gd name="adj2" fmla="val 5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45E1762-CC88-4155-B8CB-BFC0AAB65A9A}"/>
                </a:ext>
              </a:extLst>
            </p:cNvPr>
            <p:cNvSpPr txBox="1"/>
            <p:nvPr>
              <p:custDataLst>
                <p:tags r:id="rId28"/>
              </p:custDataLst>
            </p:nvPr>
          </p:nvSpPr>
          <p:spPr>
            <a:xfrm>
              <a:off x="3517531" y="3960782"/>
              <a:ext cx="2045069" cy="400110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dirty="0">
                  <a:latin typeface="Arial" panose="020B0604020202020204" pitchFamily="34" charset="0"/>
                </a:rPr>
                <a:t>Multiplier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A922773-B288-4D4E-B47E-528A0902641D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762000" y="1600200"/>
            <a:ext cx="7848600" cy="4708525"/>
            <a:chOff x="762000" y="1600200"/>
            <a:chExt cx="7848600" cy="4708525"/>
          </a:xfrm>
        </p:grpSpPr>
        <p:pic>
          <p:nvPicPr>
            <p:cNvPr id="22" name="Picture 4" descr="f0431">
              <a:extLst>
                <a:ext uri="{FF2B5EF4-FFF2-40B4-BE49-F238E27FC236}">
                  <a16:creationId xmlns:a16="http://schemas.microsoft.com/office/drawing/2014/main" id="{0E497724-3CB7-42FF-9C0C-5606D78F9186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7"/>
              </p:custDataLst>
            </p:nvPr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" y="1600200"/>
              <a:ext cx="7848600" cy="47085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1F2A6FE-4172-4FC1-A425-C2B51DE8B422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667000" y="1905000"/>
              <a:ext cx="1120820" cy="646331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1000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3E9D73A-75D3-4913-B1AF-820F270EFF72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895608" y="5068669"/>
              <a:ext cx="3203121" cy="646331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1001           000</a:t>
              </a:r>
              <a:r>
                <a:rPr lang="en-US" sz="3600" b="1" u="sng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5FDBB70-8FE7-4D77-9159-F9B25EECF376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3810000" y="3440668"/>
              <a:ext cx="1584088" cy="369332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18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 = enable add</a:t>
              </a:r>
            </a:p>
          </p:txBody>
        </p:sp>
        <p:sp>
          <p:nvSpPr>
            <p:cNvPr id="26" name="Right Brace 25">
              <a:extLst>
                <a:ext uri="{FF2B5EF4-FFF2-40B4-BE49-F238E27FC236}">
                  <a16:creationId xmlns:a16="http://schemas.microsoft.com/office/drawing/2014/main" id="{17615B53-0D4E-438E-BE4D-B9AB7AC5B94E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 rot="16200000">
              <a:off x="4308096" y="3539169"/>
              <a:ext cx="526475" cy="2134936"/>
            </a:xfrm>
            <a:prstGeom prst="rightBrace">
              <a:avLst>
                <a:gd name="adj1" fmla="val 35641"/>
                <a:gd name="adj2" fmla="val 5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7130CDC-5CD9-48B1-8CD4-7FE1D594C466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3517531" y="3960782"/>
              <a:ext cx="2045069" cy="400110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dirty="0">
                  <a:latin typeface="Arial" panose="020B0604020202020204" pitchFamily="34" charset="0"/>
                </a:rPr>
                <a:t>Multiplier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510365F-EAF5-4D98-9297-517AAB8485B1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762000" y="1600200"/>
            <a:ext cx="7848600" cy="4708525"/>
            <a:chOff x="762000" y="1600200"/>
            <a:chExt cx="7848600" cy="4708525"/>
          </a:xfrm>
        </p:grpSpPr>
        <p:pic>
          <p:nvPicPr>
            <p:cNvPr id="29" name="Picture 4" descr="f0431">
              <a:extLst>
                <a:ext uri="{FF2B5EF4-FFF2-40B4-BE49-F238E27FC236}">
                  <a16:creationId xmlns:a16="http://schemas.microsoft.com/office/drawing/2014/main" id="{BC6F9CC9-F12A-4434-AF12-385C819EAB66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1"/>
              </p:custDataLst>
            </p:nvPr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" y="1600200"/>
              <a:ext cx="7848600" cy="47085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88CE628-5E42-4210-B35B-EDD065FA8A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667000" y="1905000"/>
              <a:ext cx="1120820" cy="646331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1000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00E9414-0A68-4382-9863-D2B7EA6D064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895608" y="5068669"/>
              <a:ext cx="3203121" cy="646331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0100           1000</a:t>
              </a:r>
              <a:endParaRPr lang="en-US" sz="3600" b="1" u="sng" dirty="0">
                <a:solidFill>
                  <a:schemeClr val="accent6">
                    <a:lumMod val="75000"/>
                  </a:schemeClr>
                </a:solidFill>
                <a:latin typeface="+mn-lt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2C3987C-E259-437D-AF74-A03CDDEAE739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7239000" y="5452646"/>
              <a:ext cx="619080" cy="338554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done</a:t>
              </a:r>
            </a:p>
          </p:txBody>
        </p:sp>
        <p:sp>
          <p:nvSpPr>
            <p:cNvPr id="33" name="Right Brace 32">
              <a:extLst>
                <a:ext uri="{FF2B5EF4-FFF2-40B4-BE49-F238E27FC236}">
                  <a16:creationId xmlns:a16="http://schemas.microsoft.com/office/drawing/2014/main" id="{80688DDA-BCEA-4A1D-9868-E3D0305A0482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 rot="16200000">
              <a:off x="4308096" y="3539169"/>
              <a:ext cx="526475" cy="2134936"/>
            </a:xfrm>
            <a:prstGeom prst="rightBrace">
              <a:avLst>
                <a:gd name="adj1" fmla="val 35641"/>
                <a:gd name="adj2" fmla="val 5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283F4E1-4809-467F-840F-981CD0C4251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3517531" y="3960782"/>
              <a:ext cx="2045069" cy="400110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dirty="0">
                  <a:latin typeface="Arial" panose="020B0604020202020204" pitchFamily="34" charset="0"/>
                </a:rPr>
                <a:t>Multiplier</a:t>
              </a:r>
            </a:p>
          </p:txBody>
        </p:sp>
      </p:grpSp>
      <p:graphicFrame>
        <p:nvGraphicFramePr>
          <p:cNvPr id="9" name="Group 5">
            <a:extLst>
              <a:ext uri="{FF2B5EF4-FFF2-40B4-BE49-F238E27FC236}">
                <a16:creationId xmlns:a16="http://schemas.microsoft.com/office/drawing/2014/main" id="{1E2A5261-9471-43DB-9274-9A2BA9D6238C}"/>
              </a:ext>
            </a:extLst>
          </p:cNvPr>
          <p:cNvGraphicFramePr>
            <a:graphicFrameLocks noGrp="1"/>
          </p:cNvGraphicFramePr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804425860"/>
              </p:ext>
            </p:extLst>
          </p:nvPr>
        </p:nvGraphicFramePr>
        <p:xfrm>
          <a:off x="6553200" y="228600"/>
          <a:ext cx="2362200" cy="2895602"/>
        </p:xfrm>
        <a:graphic>
          <a:graphicData uri="http://schemas.openxmlformats.org/drawingml/2006/table">
            <a:tbl>
              <a:tblPr/>
              <a:tblGrid>
                <a:gridCol w="29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7A9C185D-127A-4CFB-913A-A42150263AC4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517531" y="3421097"/>
            <a:ext cx="397043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number of adds = number of 1s in multiplier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F4BC135-7C1B-495D-A5FB-BD518D638488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371600" y="3124200"/>
            <a:ext cx="2161169" cy="1219200"/>
          </a:xfrm>
          <a:prstGeom prst="ellipse">
            <a:avLst/>
          </a:prstGeom>
          <a:noFill/>
          <a:ln w="508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5635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EE0D2C1F-0032-41FD-83DC-4D972D88F64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Signed Multiplication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6CA5E51-E3D3-41F6-AF98-B93EEBD1ED37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09600" y="1600200"/>
            <a:ext cx="7772400" cy="4800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So far, only unsigned multiplication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Option 1: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Convert multiplier/multiplicand to positive integers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Multiply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Compute sign, then convert product accordingly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Option 2: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Implement the improved multiplier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Arithmetic right shift instead of logical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If multiplier negative, on last multiplier bit, subtract multiplicand instead of adding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DFF98F60-1ED8-4EBA-924E-24FAD7ADCB7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621997C4-34EA-4915-B16C-FF46DE29485F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56011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917D1BF-B469-4787-9461-9ED1F5EA11A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Booth’s Multiplier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E84964F7-FCF0-4444-993D-45EC879D5589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Recall grade school trick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When multiplying by 9: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Multiply by 10 (easy, just shift digits left), then subtract once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e.g., 123456 x 9 = 123456 x (10 – 1) = 1234560 – 123456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Converts addition of six partial products to one shift and one subtraction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b="1" dirty="0"/>
              <a:t>Booth’s multiplier </a:t>
            </a:r>
            <a:r>
              <a:rPr lang="en-US" altLang="en-US" sz="2800" dirty="0"/>
              <a:t>applies the same principle</a:t>
            </a:r>
          </a:p>
          <a:p>
            <a:pPr lvl="1" eaLnBrk="1" hangingPunct="1"/>
            <a:r>
              <a:rPr lang="en-US" altLang="en-US" sz="2400" dirty="0"/>
              <a:t>e.g., Multiplying by 00001111000 (120 in decimal) is equivalent to multiplying by 000</a:t>
            </a:r>
            <a:r>
              <a:rPr lang="en-US" altLang="en-US" sz="2400" b="1" dirty="0"/>
              <a:t>1</a:t>
            </a:r>
            <a:r>
              <a:rPr lang="en-US" altLang="en-US" sz="2400" dirty="0"/>
              <a:t>0000000 – 0000000</a:t>
            </a:r>
            <a:r>
              <a:rPr lang="en-US" altLang="en-US" sz="2400" b="1" dirty="0"/>
              <a:t>1</a:t>
            </a:r>
            <a:r>
              <a:rPr lang="en-US" altLang="en-US" sz="2400" dirty="0"/>
              <a:t>000 (128 – 8 in decimal)</a:t>
            </a:r>
          </a:p>
          <a:p>
            <a:pPr lvl="1" eaLnBrk="1" hangingPunct="1"/>
            <a:r>
              <a:rPr lang="en-US" altLang="en-US" sz="2400" b="1" dirty="0"/>
              <a:t>Booth’s Encoding</a:t>
            </a:r>
            <a:r>
              <a:rPr lang="en-US" altLang="en-US" sz="2400" dirty="0"/>
              <a:t>: Convert each run of 1s in the multiplier to a difference of powers of 2</a:t>
            </a:r>
          </a:p>
        </p:txBody>
      </p:sp>
      <p:sp>
        <p:nvSpPr>
          <p:cNvPr id="17412" name="Slide Number Placeholder 5">
            <a:extLst>
              <a:ext uri="{FF2B5EF4-FFF2-40B4-BE49-F238E27FC236}">
                <a16:creationId xmlns:a16="http://schemas.microsoft.com/office/drawing/2014/main" id="{7F5FEFA4-5AA1-477D-8B8D-789B1DEEB02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A11738F2-6AD2-42B9-A3D2-B2F808ECD90C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138141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8E97CBE-1F47-4941-A97A-06BCC364808D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Booth’s Multiplier</a:t>
            </a:r>
          </a:p>
        </p:txBody>
      </p:sp>
      <p:sp>
        <p:nvSpPr>
          <p:cNvPr id="19459" name="Slide Number Placeholder 5">
            <a:extLst>
              <a:ext uri="{FF2B5EF4-FFF2-40B4-BE49-F238E27FC236}">
                <a16:creationId xmlns:a16="http://schemas.microsoft.com/office/drawing/2014/main" id="{C9F302DB-3C1A-4105-BDC4-1FD77A781B7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05ABAD2B-6DB0-48BA-8F1D-B749E4DA3010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185430" name="Group 86">
            <a:extLst>
              <a:ext uri="{FF2B5EF4-FFF2-40B4-BE49-F238E27FC236}">
                <a16:creationId xmlns:a16="http://schemas.microsoft.com/office/drawing/2014/main" id="{6921AE51-E4ED-43A7-A260-679695C12BDE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642356292"/>
              </p:ext>
            </p:extLst>
          </p:nvPr>
        </p:nvGraphicFramePr>
        <p:xfrm>
          <a:off x="381000" y="1858963"/>
          <a:ext cx="8382000" cy="40640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1169032988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12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Multiplier bits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Current bit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Previous bit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Operation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0000111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Begins run of 1s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(rising edge)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Subtract (-)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000011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Middle of run of 1s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Nothing 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01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111000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End of run of 1s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(falling edge)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Add (+)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00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01111000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Middle of run of 0s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Nothing 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D2EA55F6-C32A-4CB2-A4CB-E50482F42C22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5"/>
            </p:custDataLst>
          </p:nvPr>
        </p:nvSpPr>
        <p:spPr>
          <a:xfrm>
            <a:off x="457200" y="1295400"/>
            <a:ext cx="8382000" cy="563563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dirty="0"/>
              <a:t>From right (least significant) to left (most significant) bit: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9CF8129-7208-4A1B-8A16-38C926C23EC9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57200" y="5867400"/>
            <a:ext cx="822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en-US" sz="2800" dirty="0"/>
              <a:t>Booth’s encoding: 000</a:t>
            </a:r>
            <a:r>
              <a:rPr lang="en-US" altLang="en-US" sz="2800" b="1" dirty="0"/>
              <a:t>+</a:t>
            </a:r>
            <a:r>
              <a:rPr lang="en-US" altLang="en-US" sz="2800" dirty="0"/>
              <a:t>000</a:t>
            </a:r>
            <a:r>
              <a:rPr lang="en-US" altLang="en-US" sz="2800" b="1" dirty="0"/>
              <a:t>-</a:t>
            </a:r>
            <a:r>
              <a:rPr lang="en-US" altLang="en-US" sz="2800" dirty="0"/>
              <a:t>000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1800" dirty="0"/>
              <a:t>e.g., Multiplying by 00001111000 (= 000</a:t>
            </a:r>
            <a:r>
              <a:rPr lang="en-US" altLang="en-US" sz="1800" b="1" dirty="0"/>
              <a:t>1</a:t>
            </a:r>
            <a:r>
              <a:rPr lang="en-US" altLang="en-US" sz="1800" dirty="0"/>
              <a:t>0000000 – 0000000</a:t>
            </a:r>
            <a:r>
              <a:rPr lang="en-US" altLang="en-US" sz="1800" b="1" dirty="0"/>
              <a:t>1</a:t>
            </a:r>
            <a:r>
              <a:rPr lang="en-US" altLang="en-US" sz="1800" dirty="0"/>
              <a:t>000)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874FB6FA-F592-4F0B-8861-8D8BC0144526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Booth’s Multiplier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37C22C01-0033-46DF-B12E-31CE96D1874A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US" altLang="en-US" dirty="0"/>
              <a:t>Positive multiplier: 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-6 x 6 = -36</a:t>
            </a:r>
          </a:p>
          <a:p>
            <a:pPr lvl="1" eaLnBrk="1" hangingPunct="1">
              <a:buFontTx/>
              <a:buNone/>
            </a:pP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1010</a:t>
            </a:r>
            <a:r>
              <a:rPr lang="en-US" altLang="en-US" dirty="0"/>
              <a:t> x 0110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Multiplier 0110 in Booth’s encoding is +0-</a:t>
            </a:r>
            <a:r>
              <a:rPr lang="en-US" altLang="en-US" dirty="0">
                <a:solidFill>
                  <a:schemeClr val="accent3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3556" name="Slide Number Placeholder 5">
            <a:extLst>
              <a:ext uri="{FF2B5EF4-FFF2-40B4-BE49-F238E27FC236}">
                <a16:creationId xmlns:a16="http://schemas.microsoft.com/office/drawing/2014/main" id="{25BC7CC7-22C9-4416-909C-4A07352E265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2BF1CBC9-C291-4DEA-9AA0-AA635218C263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193566" name="Group 30">
            <a:extLst>
              <a:ext uri="{FF2B5EF4-FFF2-40B4-BE49-F238E27FC236}">
                <a16:creationId xmlns:a16="http://schemas.microsoft.com/office/drawing/2014/main" id="{ADA5735D-5AD9-4F31-897B-9FC89E3394CD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312181173"/>
              </p:ext>
            </p:extLst>
          </p:nvPr>
        </p:nvGraphicFramePr>
        <p:xfrm>
          <a:off x="2514600" y="3886200"/>
          <a:ext cx="6096000" cy="2311402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1111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1010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0000 0000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Final Sum: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04A4370-3251-41B8-A9A8-266D5C1BC084}"/>
              </a:ext>
            </a:extLst>
          </p:cNvPr>
          <p:cNvCxnSpPr>
            <a:cxnSpLocks/>
          </p:cNvCxnSpPr>
          <p:nvPr/>
        </p:nvCxnSpPr>
        <p:spPr>
          <a:xfrm flipH="1">
            <a:off x="6858000" y="3200400"/>
            <a:ext cx="609600" cy="0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3">
            <a:extLst>
              <a:ext uri="{FF2B5EF4-FFF2-40B4-BE49-F238E27FC236}">
                <a16:creationId xmlns:a16="http://schemas.microsoft.com/office/drawing/2014/main" id="{634CA194-9C73-49F2-AAB2-D6A059B7D937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/>
              <a:t>Positive multiplier: </a:t>
            </a:r>
          </a:p>
          <a:p>
            <a:pPr lvl="1" eaLnBrk="1" hangingPunct="1">
              <a:buFontTx/>
              <a:buNone/>
            </a:pPr>
            <a:r>
              <a:rPr lang="en-US" altLang="en-US"/>
              <a:t>-6 x 6 = -36</a:t>
            </a:r>
          </a:p>
          <a:p>
            <a:pPr lvl="1" eaLnBrk="1" hangingPunct="1">
              <a:buFontTx/>
              <a:buNone/>
            </a:pPr>
            <a:r>
              <a:rPr lang="en-US" altLang="en-US">
                <a:solidFill>
                  <a:schemeClr val="accent6">
                    <a:lumMod val="75000"/>
                  </a:schemeClr>
                </a:solidFill>
              </a:rPr>
              <a:t>1010</a:t>
            </a:r>
            <a:r>
              <a:rPr lang="en-US" altLang="en-US"/>
              <a:t> x 0110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/>
              <a:t>Multiplier 0110 in Booth’s encoding is +0</a:t>
            </a:r>
            <a:r>
              <a:rPr lang="en-US" altLang="en-US">
                <a:solidFill>
                  <a:schemeClr val="accent3">
                    <a:lumMod val="75000"/>
                  </a:schemeClr>
                </a:solidFill>
              </a:rPr>
              <a:t>-0</a:t>
            </a:r>
            <a:endParaRPr lang="en-US" alt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graphicFrame>
        <p:nvGraphicFramePr>
          <p:cNvPr id="13" name="Group 30">
            <a:extLst>
              <a:ext uri="{FF2B5EF4-FFF2-40B4-BE49-F238E27FC236}">
                <a16:creationId xmlns:a16="http://schemas.microsoft.com/office/drawing/2014/main" id="{1A391AD1-AC4F-451F-993E-FBF7CE554F23}"/>
              </a:ext>
            </a:extLst>
          </p:cNvPr>
          <p:cNvGraphicFramePr>
            <a:graphicFrameLocks noGrp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226797051"/>
              </p:ext>
            </p:extLst>
          </p:nvPr>
        </p:nvGraphicFramePr>
        <p:xfrm>
          <a:off x="2514600" y="3886200"/>
          <a:ext cx="6096000" cy="2311402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1111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1010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0000 0000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1 010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–1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0000 1100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Final Sum: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122D4AB-6885-40E7-AE3A-F5F2113C7DFD}"/>
              </a:ext>
            </a:extLst>
          </p:cNvPr>
          <p:cNvCxnSpPr>
            <a:cxnSpLocks/>
          </p:cNvCxnSpPr>
          <p:nvPr/>
        </p:nvCxnSpPr>
        <p:spPr>
          <a:xfrm flipH="1">
            <a:off x="6858000" y="3200400"/>
            <a:ext cx="609600" cy="0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3">
            <a:extLst>
              <a:ext uri="{FF2B5EF4-FFF2-40B4-BE49-F238E27FC236}">
                <a16:creationId xmlns:a16="http://schemas.microsoft.com/office/drawing/2014/main" id="{64C503AD-9DD7-4DCB-ADE3-34ED1FA42277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/>
              <a:t>Positive multiplier: </a:t>
            </a:r>
          </a:p>
          <a:p>
            <a:pPr lvl="1" eaLnBrk="1" hangingPunct="1">
              <a:buFontTx/>
              <a:buNone/>
            </a:pPr>
            <a:r>
              <a:rPr lang="en-US" altLang="en-US"/>
              <a:t>-6 x 6 = -36</a:t>
            </a:r>
          </a:p>
          <a:p>
            <a:pPr lvl="1" eaLnBrk="1" hangingPunct="1">
              <a:buFontTx/>
              <a:buNone/>
            </a:pPr>
            <a:r>
              <a:rPr lang="en-US" altLang="en-US">
                <a:solidFill>
                  <a:schemeClr val="accent6">
                    <a:lumMod val="75000"/>
                  </a:schemeClr>
                </a:solidFill>
              </a:rPr>
              <a:t>1010</a:t>
            </a:r>
            <a:r>
              <a:rPr lang="en-US" altLang="en-US"/>
              <a:t> x 0110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/>
              <a:t>Multiplier 0110 in Booth’s encoding is +</a:t>
            </a:r>
            <a:r>
              <a:rPr lang="en-US" altLang="en-US">
                <a:solidFill>
                  <a:schemeClr val="accent3">
                    <a:lumMod val="75000"/>
                  </a:schemeClr>
                </a:solidFill>
              </a:rPr>
              <a:t>0-0</a:t>
            </a:r>
            <a:endParaRPr lang="en-US" alt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graphicFrame>
        <p:nvGraphicFramePr>
          <p:cNvPr id="16" name="Group 30">
            <a:extLst>
              <a:ext uri="{FF2B5EF4-FFF2-40B4-BE49-F238E27FC236}">
                <a16:creationId xmlns:a16="http://schemas.microsoft.com/office/drawing/2014/main" id="{968F2DC9-1CCF-418F-8643-94013E712951}"/>
              </a:ext>
            </a:extLst>
          </p:cNvPr>
          <p:cNvGraphicFramePr>
            <a:graphicFrameLocks noGrp="1"/>
          </p:cNvGraphicFramePr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2014190134"/>
              </p:ext>
            </p:extLst>
          </p:nvPr>
        </p:nvGraphicFramePr>
        <p:xfrm>
          <a:off x="2514600" y="3886200"/>
          <a:ext cx="6096000" cy="2311402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1111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1010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0000 0000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1 010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–1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0000 1100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10 10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0000 0000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Final Sum: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91EC071-F965-4536-AE61-937B5E4516B6}"/>
              </a:ext>
            </a:extLst>
          </p:cNvPr>
          <p:cNvCxnSpPr>
            <a:cxnSpLocks/>
          </p:cNvCxnSpPr>
          <p:nvPr/>
        </p:nvCxnSpPr>
        <p:spPr>
          <a:xfrm flipH="1">
            <a:off x="6858000" y="3200400"/>
            <a:ext cx="609600" cy="0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3">
            <a:extLst>
              <a:ext uri="{FF2B5EF4-FFF2-40B4-BE49-F238E27FC236}">
                <a16:creationId xmlns:a16="http://schemas.microsoft.com/office/drawing/2014/main" id="{BD52C218-8D6F-4F92-9EC7-0A5DD2B590B1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/>
              <a:t>Positive multiplier: </a:t>
            </a:r>
          </a:p>
          <a:p>
            <a:pPr lvl="1" eaLnBrk="1" hangingPunct="1">
              <a:buFontTx/>
              <a:buNone/>
            </a:pPr>
            <a:r>
              <a:rPr lang="en-US" altLang="en-US"/>
              <a:t>-6 x 6 = -36</a:t>
            </a:r>
          </a:p>
          <a:p>
            <a:pPr lvl="1" eaLnBrk="1" hangingPunct="1">
              <a:buFontTx/>
              <a:buNone/>
            </a:pPr>
            <a:r>
              <a:rPr lang="en-US" altLang="en-US">
                <a:solidFill>
                  <a:schemeClr val="accent6">
                    <a:lumMod val="75000"/>
                  </a:schemeClr>
                </a:solidFill>
              </a:rPr>
              <a:t>1010</a:t>
            </a:r>
            <a:r>
              <a:rPr lang="en-US" altLang="en-US"/>
              <a:t> x 0110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/>
              <a:t>Multiplier 0110 in Booth’s encoding is </a:t>
            </a:r>
            <a:r>
              <a:rPr lang="en-US" altLang="en-US">
                <a:solidFill>
                  <a:schemeClr val="accent3">
                    <a:lumMod val="75000"/>
                  </a:schemeClr>
                </a:solidFill>
              </a:rPr>
              <a:t>+0-0</a:t>
            </a:r>
            <a:endParaRPr lang="en-US" alt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graphicFrame>
        <p:nvGraphicFramePr>
          <p:cNvPr id="19" name="Group 30">
            <a:extLst>
              <a:ext uri="{FF2B5EF4-FFF2-40B4-BE49-F238E27FC236}">
                <a16:creationId xmlns:a16="http://schemas.microsoft.com/office/drawing/2014/main" id="{6AEC6835-21E1-4EAC-81B0-3BBC6A7FA8E1}"/>
              </a:ext>
            </a:extLst>
          </p:cNvPr>
          <p:cNvGraphicFramePr>
            <a:graphicFrameLocks noGrp="1"/>
          </p:cNvGraphicFramePr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4088102746"/>
              </p:ext>
            </p:extLst>
          </p:nvPr>
        </p:nvGraphicFramePr>
        <p:xfrm>
          <a:off x="2514600" y="3886200"/>
          <a:ext cx="6096000" cy="2311402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1111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1010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0000 0000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1 010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–1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0000 1100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10 10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0000 0000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101 0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+1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+ 1101 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Final Sum: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1101 1100 (-36)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CBC829E-8CE6-406E-9818-19FC9B69359E}"/>
              </a:ext>
            </a:extLst>
          </p:cNvPr>
          <p:cNvCxnSpPr>
            <a:cxnSpLocks/>
          </p:cNvCxnSpPr>
          <p:nvPr/>
        </p:nvCxnSpPr>
        <p:spPr>
          <a:xfrm flipH="1">
            <a:off x="6858000" y="3200400"/>
            <a:ext cx="609600" cy="0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122A5FD-2273-4F02-B96A-90D8699C0BEB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76200" y="4067889"/>
            <a:ext cx="2667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number of adds/subs = number of falling/rising edges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3310C13-3AA3-4952-930F-3C97E270E73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343400" y="4267200"/>
            <a:ext cx="1066800" cy="533400"/>
          </a:xfrm>
          <a:prstGeom prst="ellipse">
            <a:avLst/>
          </a:prstGeom>
          <a:noFill/>
          <a:ln w="508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51CCDBD-6DBB-479E-87EE-50A759C0EC1F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339087" y="5181600"/>
            <a:ext cx="1066800" cy="533400"/>
          </a:xfrm>
          <a:prstGeom prst="ellipse">
            <a:avLst/>
          </a:prstGeom>
          <a:noFill/>
          <a:ln w="508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0245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8" grpId="0" animBg="1"/>
      <p:bldP spid="21" grpId="0"/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0FBD251-4E35-46D6-8035-8DA96A4A2F9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Division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D1FEB27-DC25-48C5-94CE-39DCB10664F4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5" y="1676400"/>
            <a:ext cx="7772400" cy="4419600"/>
          </a:xfrm>
        </p:spPr>
        <p:txBody>
          <a:bodyPr/>
          <a:lstStyle/>
          <a:p>
            <a:pPr eaLnBrk="1" hangingPunct="1"/>
            <a:r>
              <a:rPr lang="en-US" altLang="en-US"/>
              <a:t>Again, back to 3</a:t>
            </a:r>
            <a:r>
              <a:rPr lang="en-US" altLang="en-US" baseline="30000"/>
              <a:t>rd</a:t>
            </a:r>
            <a:r>
              <a:rPr lang="en-US" altLang="en-US"/>
              <a:t> grade (74 </a:t>
            </a:r>
            <a:r>
              <a:rPr lang="en-US" altLang="en-US">
                <a:cs typeface="Times New Roman" panose="02020603050405020304" pitchFamily="18" charset="0"/>
              </a:rPr>
              <a:t>÷ 8 = 9 rem 2)</a:t>
            </a:r>
          </a:p>
        </p:txBody>
      </p:sp>
      <p:sp>
        <p:nvSpPr>
          <p:cNvPr id="25604" name="Slide Number Placeholder 5">
            <a:extLst>
              <a:ext uri="{FF2B5EF4-FFF2-40B4-BE49-F238E27FC236}">
                <a16:creationId xmlns:a16="http://schemas.microsoft.com/office/drawing/2014/main" id="{1DD0EE00-3889-4FCC-A33D-88BEDF5D437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091EB215-5F20-4385-A943-2AB11E083B9A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189845" name="Group 405">
            <a:extLst>
              <a:ext uri="{FF2B5EF4-FFF2-40B4-BE49-F238E27FC236}">
                <a16:creationId xmlns:a16="http://schemas.microsoft.com/office/drawing/2014/main" id="{1FD3C11D-4C41-4EB1-BBDB-A299C170A1CD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511367156"/>
              </p:ext>
            </p:extLst>
          </p:nvPr>
        </p:nvGraphicFramePr>
        <p:xfrm>
          <a:off x="609600" y="2362200"/>
          <a:ext cx="7848600" cy="4089400"/>
        </p:xfrm>
        <a:graphic>
          <a:graphicData uri="http://schemas.openxmlformats.org/drawingml/2006/table">
            <a:tbl>
              <a:tblPr/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Quotient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Divisor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Dividend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Remainder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0556814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17AEAF7-0DFF-4EB2-8D55-CE618046E21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Restoring Division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B3A6C18-BB0F-4257-9CF5-90DB481E4A5A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How does hardware know if divisor fits at each bit position?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Subtract: remainder = remainder – divisor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Then check if remainder </a:t>
            </a:r>
            <a:r>
              <a:rPr lang="en-US" altLang="en-US" dirty="0">
                <a:cs typeface="Times New Roman" panose="02020603050405020304" pitchFamily="18" charset="0"/>
                <a:sym typeface="StarMath"/>
              </a:rPr>
              <a:t>≥</a:t>
            </a:r>
            <a:r>
              <a:rPr lang="en-US" altLang="en-US" dirty="0"/>
              <a:t> 0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If not, add the divisor back to </a:t>
            </a:r>
            <a:r>
              <a:rPr lang="en-US" altLang="en-US" i="1" dirty="0"/>
              <a:t>restore</a:t>
            </a:r>
            <a:r>
              <a:rPr lang="en-US" altLang="en-US" dirty="0"/>
              <a:t> the remainder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Then shift to the next bit position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26628" name="Slide Number Placeholder 5">
            <a:extLst>
              <a:ext uri="{FF2B5EF4-FFF2-40B4-BE49-F238E27FC236}">
                <a16:creationId xmlns:a16="http://schemas.microsoft.com/office/drawing/2014/main" id="{9CB94E95-C96A-4F8C-B6C3-623E43D5441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30F1B252-9487-4623-AB35-892670B4EBF5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7248180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Slide Number Placeholder 5">
            <a:extLst>
              <a:ext uri="{FF2B5EF4-FFF2-40B4-BE49-F238E27FC236}">
                <a16:creationId xmlns:a16="http://schemas.microsoft.com/office/drawing/2014/main" id="{F7260A33-538E-45C6-B0FE-189B3910ACA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8B0A6227-0B99-4D06-80D6-38A9DF446492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pic>
        <p:nvPicPr>
          <p:cNvPr id="9220" name="Picture 5" descr="f0436">
            <a:extLst>
              <a:ext uri="{FF2B5EF4-FFF2-40B4-BE49-F238E27FC236}">
                <a16:creationId xmlns:a16="http://schemas.microsoft.com/office/drawing/2014/main" id="{94173C63-49E0-44BB-9F5C-9F3550F6BF89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362200"/>
            <a:ext cx="7467600" cy="384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91BD8479-699B-4449-98F4-D7E7E51895E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 rot="16200000">
            <a:off x="3165097" y="4148769"/>
            <a:ext cx="145473" cy="1601537"/>
          </a:xfrm>
          <a:prstGeom prst="rightBrace">
            <a:avLst>
              <a:gd name="adj1" fmla="val 35641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2A2FE7-894A-4933-9FD0-1E11C0090E5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590800" y="4614446"/>
            <a:ext cx="121919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</a:rPr>
              <a:t>Dividend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2B510B-E29A-42F1-9594-912A6BD3592C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dirty="0"/>
              <a:t>Restoring Division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64029EF-DF86-4A87-B413-12A7E36CAE78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4343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Restoring Division</a:t>
            </a:r>
          </a:p>
        </p:txBody>
      </p:sp>
      <p:sp>
        <p:nvSpPr>
          <p:cNvPr id="28675" name="Slide Number Placeholder 5">
            <a:extLst>
              <a:ext uri="{FF2B5EF4-FFF2-40B4-BE49-F238E27FC236}">
                <a16:creationId xmlns:a16="http://schemas.microsoft.com/office/drawing/2014/main" id="{F7260A33-538E-45C6-B0FE-189B3910ACA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8B0A6227-0B99-4D06-80D6-38A9DF446492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pic>
        <p:nvPicPr>
          <p:cNvPr id="9220" name="Picture 5" descr="f0436">
            <a:extLst>
              <a:ext uri="{FF2B5EF4-FFF2-40B4-BE49-F238E27FC236}">
                <a16:creationId xmlns:a16="http://schemas.microsoft.com/office/drawing/2014/main" id="{94173C63-49E0-44BB-9F5C-9F3550F6BF89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362200"/>
            <a:ext cx="7467600" cy="384175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F618CB-C639-4744-8E65-59F81EA529C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978052" y="2057400"/>
            <a:ext cx="2319866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00001000 00000000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26F163-5401-49B8-AD0F-1B09C0EAD0A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247575" y="5319354"/>
            <a:ext cx="2319866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00000000 01001010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7CE2DF34-2BDC-45C9-B0DD-E2BB510414C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 rot="16200000">
            <a:off x="3165097" y="4148769"/>
            <a:ext cx="145473" cy="1601537"/>
          </a:xfrm>
          <a:prstGeom prst="rightBrace">
            <a:avLst>
              <a:gd name="adj1" fmla="val 35641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E91F6E-17B0-4B4C-8E95-A66D4D6E3D9D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590800" y="4614446"/>
            <a:ext cx="121919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</a:rPr>
              <a:t>Dividend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A1D8646-2F14-429B-92C2-1822DDC91834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304800" y="2057400"/>
            <a:ext cx="7685617" cy="4146550"/>
            <a:chOff x="304800" y="2057400"/>
            <a:chExt cx="7685617" cy="4146550"/>
          </a:xfrm>
        </p:grpSpPr>
        <p:pic>
          <p:nvPicPr>
            <p:cNvPr id="13" name="Picture 5" descr="f0436">
              <a:extLst>
                <a:ext uri="{FF2B5EF4-FFF2-40B4-BE49-F238E27FC236}">
                  <a16:creationId xmlns:a16="http://schemas.microsoft.com/office/drawing/2014/main" id="{0C2A771C-4029-4084-A082-423252BAE581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21"/>
              </p:custDataLst>
            </p:nvPr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0" y="2362200"/>
              <a:ext cx="7467600" cy="38417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9181C10-893D-4D72-9277-C760B2EE795B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1978052" y="2057400"/>
              <a:ext cx="2319866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00001000 00000000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0FB4E21-9AFF-4BBF-94FA-F46022F5113D}"/>
                </a:ext>
              </a:extLst>
            </p:cNvPr>
            <p:cNvSpPr txBox="1"/>
            <p:nvPr>
              <p:custDataLst>
                <p:tags r:id="rId23"/>
              </p:custDataLst>
            </p:nvPr>
          </p:nvSpPr>
          <p:spPr>
            <a:xfrm>
              <a:off x="1247575" y="5319354"/>
              <a:ext cx="2319866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11111000 01001010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B8D11B8-6837-41B8-84C8-12CE125ADFDC}"/>
                </a:ext>
              </a:extLst>
            </p:cNvPr>
            <p:cNvSpPr txBox="1"/>
            <p:nvPr>
              <p:custDataLst>
                <p:tags r:id="rId24"/>
              </p:custDataLst>
            </p:nvPr>
          </p:nvSpPr>
          <p:spPr>
            <a:xfrm>
              <a:off x="5867400" y="5588479"/>
              <a:ext cx="2123017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≥ 0? no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9749221-F32E-4E2D-85A3-4A54C196D6E0}"/>
                </a:ext>
              </a:extLst>
            </p:cNvPr>
            <p:cNvSpPr txBox="1"/>
            <p:nvPr>
              <p:custDataLst>
                <p:tags r:id="rId25"/>
              </p:custDataLst>
            </p:nvPr>
          </p:nvSpPr>
          <p:spPr>
            <a:xfrm>
              <a:off x="1752600" y="3178314"/>
              <a:ext cx="1402415" cy="707886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– divisor</a:t>
              </a:r>
            </a:p>
          </p:txBody>
        </p:sp>
        <p:sp>
          <p:nvSpPr>
            <p:cNvPr id="18" name="Right Brace 17">
              <a:extLst>
                <a:ext uri="{FF2B5EF4-FFF2-40B4-BE49-F238E27FC236}">
                  <a16:creationId xmlns:a16="http://schemas.microsoft.com/office/drawing/2014/main" id="{FA456F49-1340-4395-B91F-8D9991B2D6FD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 rot="16200000">
              <a:off x="3165097" y="4148769"/>
              <a:ext cx="145473" cy="1601537"/>
            </a:xfrm>
            <a:prstGeom prst="rightBrace">
              <a:avLst>
                <a:gd name="adj1" fmla="val 35641"/>
                <a:gd name="adj2" fmla="val 5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EE3C528-2637-4BE2-B4E2-DFBF14FE8557}"/>
                </a:ext>
              </a:extLst>
            </p:cNvPr>
            <p:cNvSpPr txBox="1"/>
            <p:nvPr>
              <p:custDataLst>
                <p:tags r:id="rId27"/>
              </p:custDataLst>
            </p:nvPr>
          </p:nvSpPr>
          <p:spPr>
            <a:xfrm>
              <a:off x="2590800" y="4614446"/>
              <a:ext cx="1219199" cy="338554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</a:rPr>
                <a:t>Dividend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8F726AD-B600-4DAC-862B-161B46B4D7FE}"/>
                </a:ext>
              </a:extLst>
            </p:cNvPr>
            <p:cNvSpPr txBox="1"/>
            <p:nvPr>
              <p:custDataLst>
                <p:tags r:id="rId28"/>
              </p:custDataLst>
            </p:nvPr>
          </p:nvSpPr>
          <p:spPr>
            <a:xfrm>
              <a:off x="6852503" y="3429000"/>
              <a:ext cx="314510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5592CD9-55DD-40E0-A436-0554E919AB21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304800" y="2057400"/>
            <a:ext cx="7685617" cy="4146550"/>
            <a:chOff x="304800" y="2057400"/>
            <a:chExt cx="7685617" cy="4146550"/>
          </a:xfrm>
        </p:grpSpPr>
        <p:pic>
          <p:nvPicPr>
            <p:cNvPr id="22" name="Picture 5" descr="f0436">
              <a:extLst>
                <a:ext uri="{FF2B5EF4-FFF2-40B4-BE49-F238E27FC236}">
                  <a16:creationId xmlns:a16="http://schemas.microsoft.com/office/drawing/2014/main" id="{C7DF7363-B8FE-4474-94B4-C76E81934D3B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2"/>
              </p:custDataLst>
            </p:nvPr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0" y="2362200"/>
              <a:ext cx="7467600" cy="38417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83F5A38-A93F-435E-B2A5-B1A935E95669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978052" y="2057400"/>
              <a:ext cx="2319866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00001000 00000000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5C2C1C6-9FEB-49D4-86C4-68FA9D3B9002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5867400" y="5588479"/>
              <a:ext cx="2123017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≥ 0? no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D3A53C3-8988-4C67-B01D-8D33D166BA72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1752600" y="3178314"/>
              <a:ext cx="1402415" cy="707886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+ divisor</a:t>
              </a:r>
            </a:p>
          </p:txBody>
        </p:sp>
        <p:sp>
          <p:nvSpPr>
            <p:cNvPr id="26" name="Right Brace 25">
              <a:extLst>
                <a:ext uri="{FF2B5EF4-FFF2-40B4-BE49-F238E27FC236}">
                  <a16:creationId xmlns:a16="http://schemas.microsoft.com/office/drawing/2014/main" id="{48B644A7-0FBF-4741-88B0-50F617E354DF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 rot="16200000">
              <a:off x="3165097" y="4148769"/>
              <a:ext cx="145473" cy="1601537"/>
            </a:xfrm>
            <a:prstGeom prst="rightBrace">
              <a:avLst>
                <a:gd name="adj1" fmla="val 35641"/>
                <a:gd name="adj2" fmla="val 5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552D3F5-B814-44E0-9595-6BFCD16355E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2590800" y="4614446"/>
              <a:ext cx="1219199" cy="338554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</a:rPr>
                <a:t>Dividend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16F15BF-F732-4667-B45B-21E0FE02FF8C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6852503" y="3429000"/>
              <a:ext cx="314510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DA28A6B-11CB-4CBB-800C-E85D470B8636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247575" y="5319354"/>
              <a:ext cx="2319866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00000000 01001010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7151E5B-0792-4EE0-B995-04813100BF3C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808046" y="5010090"/>
              <a:ext cx="944554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restore</a:t>
              </a:r>
            </a:p>
          </p:txBody>
        </p:sp>
      </p:grpSp>
      <p:graphicFrame>
        <p:nvGraphicFramePr>
          <p:cNvPr id="191612" name="Group 124">
            <a:extLst>
              <a:ext uri="{FF2B5EF4-FFF2-40B4-BE49-F238E27FC236}">
                <a16:creationId xmlns:a16="http://schemas.microsoft.com/office/drawing/2014/main" id="{9F2928EE-CC88-4340-B74A-5B3AF94CC8AA}"/>
              </a:ext>
            </a:extLst>
          </p:cNvPr>
          <p:cNvGraphicFramePr>
            <a:graphicFrameLocks noGrp="1"/>
          </p:cNvGraphicFramePr>
          <p:nvPr>
            <p:custDataLst>
              <p:tags r:id="rId11"/>
            </p:custDataLst>
          </p:nvPr>
        </p:nvGraphicFramePr>
        <p:xfrm>
          <a:off x="4953000" y="228600"/>
          <a:ext cx="4083051" cy="2266992"/>
        </p:xfrm>
        <a:graphic>
          <a:graphicData uri="http://schemas.openxmlformats.org/drawingml/2006/table">
            <a:tbl>
              <a:tblPr/>
              <a:tblGrid>
                <a:gridCol w="717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07464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Quotient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Divisor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Dividend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Remainder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8576809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64029EF-DF86-4A87-B413-12A7E36CAE78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4343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Restoring Division</a:t>
            </a:r>
          </a:p>
        </p:txBody>
      </p:sp>
      <p:sp>
        <p:nvSpPr>
          <p:cNvPr id="28675" name="Slide Number Placeholder 5">
            <a:extLst>
              <a:ext uri="{FF2B5EF4-FFF2-40B4-BE49-F238E27FC236}">
                <a16:creationId xmlns:a16="http://schemas.microsoft.com/office/drawing/2014/main" id="{F7260A33-538E-45C6-B0FE-189B3910ACA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8B0A6227-0B99-4D06-80D6-38A9DF446492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pic>
        <p:nvPicPr>
          <p:cNvPr id="9220" name="Picture 5" descr="f0436">
            <a:extLst>
              <a:ext uri="{FF2B5EF4-FFF2-40B4-BE49-F238E27FC236}">
                <a16:creationId xmlns:a16="http://schemas.microsoft.com/office/drawing/2014/main" id="{94173C63-49E0-44BB-9F5C-9F3550F6BF89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362200"/>
            <a:ext cx="7467600" cy="384175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F618CB-C639-4744-8E65-59F81EA529C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978052" y="2057400"/>
            <a:ext cx="2319866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00000000 01000000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26F163-5401-49B8-AD0F-1B09C0EAD0A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247575" y="5319354"/>
            <a:ext cx="2319866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00000000 01001010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4715C5-CC20-4AB8-A927-6CD5FFF9362E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462974" y="3429000"/>
            <a:ext cx="70403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FBEBD70D-3603-4C82-8EC4-49912C18C558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 rot="16200000">
            <a:off x="3165097" y="4148769"/>
            <a:ext cx="145473" cy="1601537"/>
          </a:xfrm>
          <a:prstGeom prst="rightBrace">
            <a:avLst>
              <a:gd name="adj1" fmla="val 35641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06AA13-6DEA-4E39-A82C-F0E0E369012B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590800" y="4614446"/>
            <a:ext cx="121919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</a:rPr>
              <a:t>Dividend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1A9B5A-8328-4642-8D29-B1639334BB6C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304800" y="2057400"/>
            <a:ext cx="7761279" cy="4146550"/>
            <a:chOff x="304800" y="2057400"/>
            <a:chExt cx="7761279" cy="4146550"/>
          </a:xfrm>
        </p:grpSpPr>
        <p:pic>
          <p:nvPicPr>
            <p:cNvPr id="15" name="Picture 5" descr="f0436">
              <a:extLst>
                <a:ext uri="{FF2B5EF4-FFF2-40B4-BE49-F238E27FC236}">
                  <a16:creationId xmlns:a16="http://schemas.microsoft.com/office/drawing/2014/main" id="{833EFD85-1838-4D15-845A-DC366E3DD453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2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0" y="2362200"/>
              <a:ext cx="7467600" cy="38417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1904492-8DE0-47FC-BCD1-E0C8123DB99A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978052" y="2057400"/>
              <a:ext cx="2319866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00000000 01000000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0186CCE-A77C-44C6-A312-607ABF4C51FD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1247575" y="5319354"/>
              <a:ext cx="2319866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00000000 00001010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EA84AD8-3F6D-4D76-9487-56C3C8ECFCCA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6333130" y="3429000"/>
              <a:ext cx="833883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00001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889F17C-6DE4-4887-A7EC-22018952ADA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5867400" y="5588479"/>
              <a:ext cx="2198679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≥ 0? yes</a:t>
              </a:r>
            </a:p>
          </p:txBody>
        </p:sp>
        <p:sp>
          <p:nvSpPr>
            <p:cNvPr id="20" name="Right Brace 19">
              <a:extLst>
                <a:ext uri="{FF2B5EF4-FFF2-40B4-BE49-F238E27FC236}">
                  <a16:creationId xmlns:a16="http://schemas.microsoft.com/office/drawing/2014/main" id="{BCA7B2A2-A8FE-497B-897C-CA2CA32C0947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 rot="16200000">
              <a:off x="3165097" y="4148769"/>
              <a:ext cx="145473" cy="1601537"/>
            </a:xfrm>
            <a:prstGeom prst="rightBrace">
              <a:avLst>
                <a:gd name="adj1" fmla="val 35641"/>
                <a:gd name="adj2" fmla="val 5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0EC63B2-4EF2-4EE1-B09A-121F40286B91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90800" y="4614446"/>
              <a:ext cx="1219199" cy="338554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</a:rPr>
                <a:t>Dividend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F7C0B0E-E5CF-47D4-9FBD-0B2B763C69CD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752600" y="3178314"/>
              <a:ext cx="1402415" cy="707886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– divisor</a:t>
              </a:r>
            </a:p>
          </p:txBody>
        </p:sp>
      </p:grpSp>
      <p:graphicFrame>
        <p:nvGraphicFramePr>
          <p:cNvPr id="191612" name="Group 124">
            <a:extLst>
              <a:ext uri="{FF2B5EF4-FFF2-40B4-BE49-F238E27FC236}">
                <a16:creationId xmlns:a16="http://schemas.microsoft.com/office/drawing/2014/main" id="{9F2928EE-CC88-4340-B74A-5B3AF94CC8AA}"/>
              </a:ext>
            </a:extLst>
          </p:cNvPr>
          <p:cNvGraphicFramePr>
            <a:graphicFrameLocks noGrp="1"/>
          </p:cNvGraphicFramePr>
          <p:nvPr>
            <p:custDataLst>
              <p:tags r:id="rId11"/>
            </p:custDataLst>
          </p:nvPr>
        </p:nvGraphicFramePr>
        <p:xfrm>
          <a:off x="4953000" y="228600"/>
          <a:ext cx="4083051" cy="2266992"/>
        </p:xfrm>
        <a:graphic>
          <a:graphicData uri="http://schemas.openxmlformats.org/drawingml/2006/table">
            <a:tbl>
              <a:tblPr/>
              <a:tblGrid>
                <a:gridCol w="717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07464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Quotient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Divisor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Dividend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Remainder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3404796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5" descr="f0436">
            <a:extLst>
              <a:ext uri="{FF2B5EF4-FFF2-40B4-BE49-F238E27FC236}">
                <a16:creationId xmlns:a16="http://schemas.microsoft.com/office/drawing/2014/main" id="{94173C63-49E0-44BB-9F5C-9F3550F6BF89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362200"/>
            <a:ext cx="7467600" cy="384175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F618CB-C639-4744-8E65-59F81EA529C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978052" y="2057400"/>
            <a:ext cx="2319866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00000000 00100000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26F163-5401-49B8-AD0F-1B09C0EAD0A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247575" y="5319354"/>
            <a:ext cx="2319866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00000000 00001010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4715C5-CC20-4AB8-A927-6CD5FFF9362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333130" y="3429000"/>
            <a:ext cx="833883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00001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CA51DFBA-4E89-4EE0-9240-61339FF310AF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 rot="16200000">
            <a:off x="3165097" y="4148769"/>
            <a:ext cx="145473" cy="1601537"/>
          </a:xfrm>
          <a:prstGeom prst="rightBrace">
            <a:avLst>
              <a:gd name="adj1" fmla="val 35641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2FEC71-0CCF-4BF9-AF77-F746655680A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590800" y="4614446"/>
            <a:ext cx="121919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</a:rPr>
              <a:t>Dividend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6154606-9AD3-47A8-AD8F-191DC359A622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304800" y="2057400"/>
            <a:ext cx="7685617" cy="4146550"/>
            <a:chOff x="304800" y="2057400"/>
            <a:chExt cx="7685617" cy="4146550"/>
          </a:xfrm>
        </p:grpSpPr>
        <p:pic>
          <p:nvPicPr>
            <p:cNvPr id="15" name="Picture 5" descr="f0436">
              <a:extLst>
                <a:ext uri="{FF2B5EF4-FFF2-40B4-BE49-F238E27FC236}">
                  <a16:creationId xmlns:a16="http://schemas.microsoft.com/office/drawing/2014/main" id="{29B6731F-5EE6-4BC5-8962-667420E98B4A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22"/>
              </p:custDataLst>
            </p:nvPr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0" y="2362200"/>
              <a:ext cx="7467600" cy="38417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E6BAB12-17F9-4AC4-BDD6-8E1B92B14633}"/>
                </a:ext>
              </a:extLst>
            </p:cNvPr>
            <p:cNvSpPr txBox="1"/>
            <p:nvPr>
              <p:custDataLst>
                <p:tags r:id="rId23"/>
              </p:custDataLst>
            </p:nvPr>
          </p:nvSpPr>
          <p:spPr>
            <a:xfrm>
              <a:off x="1978052" y="2057400"/>
              <a:ext cx="2319866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00000000 00100000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0B04348-D970-4FF6-B968-19378C27745D}"/>
                </a:ext>
              </a:extLst>
            </p:cNvPr>
            <p:cNvSpPr txBox="1"/>
            <p:nvPr>
              <p:custDataLst>
                <p:tags r:id="rId24"/>
              </p:custDataLst>
            </p:nvPr>
          </p:nvSpPr>
          <p:spPr>
            <a:xfrm>
              <a:off x="1247575" y="5319354"/>
              <a:ext cx="2319866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11111111 11101010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067D511-99E5-4510-9E50-2F6CB52CC8A2}"/>
                </a:ext>
              </a:extLst>
            </p:cNvPr>
            <p:cNvSpPr txBox="1"/>
            <p:nvPr>
              <p:custDataLst>
                <p:tags r:id="rId25"/>
              </p:custDataLst>
            </p:nvPr>
          </p:nvSpPr>
          <p:spPr>
            <a:xfrm>
              <a:off x="6333130" y="3429000"/>
              <a:ext cx="833883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00001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6BE3307-71C0-474B-A33D-8894A3D7492B}"/>
                </a:ext>
              </a:extLst>
            </p:cNvPr>
            <p:cNvSpPr txBox="1"/>
            <p:nvPr>
              <p:custDataLst>
                <p:tags r:id="rId26"/>
              </p:custDataLst>
            </p:nvPr>
          </p:nvSpPr>
          <p:spPr>
            <a:xfrm>
              <a:off x="5867400" y="5588479"/>
              <a:ext cx="2123017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≥ 0? no</a:t>
              </a:r>
            </a:p>
          </p:txBody>
        </p:sp>
        <p:sp>
          <p:nvSpPr>
            <p:cNvPr id="20" name="Right Brace 19">
              <a:extLst>
                <a:ext uri="{FF2B5EF4-FFF2-40B4-BE49-F238E27FC236}">
                  <a16:creationId xmlns:a16="http://schemas.microsoft.com/office/drawing/2014/main" id="{BB609160-4CDB-4830-9892-95E94E47AE70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 rot="16200000">
              <a:off x="3165097" y="4148769"/>
              <a:ext cx="145473" cy="1601537"/>
            </a:xfrm>
            <a:prstGeom prst="rightBrace">
              <a:avLst>
                <a:gd name="adj1" fmla="val 35641"/>
                <a:gd name="adj2" fmla="val 5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8040B26-322B-4847-8DFD-BA6693BBAC1B}"/>
                </a:ext>
              </a:extLst>
            </p:cNvPr>
            <p:cNvSpPr txBox="1"/>
            <p:nvPr>
              <p:custDataLst>
                <p:tags r:id="rId28"/>
              </p:custDataLst>
            </p:nvPr>
          </p:nvSpPr>
          <p:spPr>
            <a:xfrm>
              <a:off x="2590800" y="4614446"/>
              <a:ext cx="1219199" cy="338554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</a:rPr>
                <a:t>Dividend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AC360C8-9F56-455B-BDA2-0C56A868603B}"/>
                </a:ext>
              </a:extLst>
            </p:cNvPr>
            <p:cNvSpPr txBox="1"/>
            <p:nvPr>
              <p:custDataLst>
                <p:tags r:id="rId29"/>
              </p:custDataLst>
            </p:nvPr>
          </p:nvSpPr>
          <p:spPr>
            <a:xfrm>
              <a:off x="1752600" y="3178314"/>
              <a:ext cx="1402415" cy="707886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– divisor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DA93E0F-0150-473D-B47B-3C795206A989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304800" y="2057400"/>
            <a:ext cx="7685617" cy="4146550"/>
            <a:chOff x="304800" y="2057400"/>
            <a:chExt cx="7685617" cy="4146550"/>
          </a:xfrm>
        </p:grpSpPr>
        <p:pic>
          <p:nvPicPr>
            <p:cNvPr id="24" name="Picture 5" descr="f0436">
              <a:extLst>
                <a:ext uri="{FF2B5EF4-FFF2-40B4-BE49-F238E27FC236}">
                  <a16:creationId xmlns:a16="http://schemas.microsoft.com/office/drawing/2014/main" id="{28847D6F-BB47-4785-9F20-3812F84B7C22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3"/>
              </p:custDataLst>
            </p:nvPr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0" y="2362200"/>
              <a:ext cx="7467600" cy="38417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5B09CAA-58F1-4892-AAAA-1FA0C8756A97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1978052" y="2057400"/>
              <a:ext cx="2319866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00000000 00100000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2323FFC-8866-47A1-92FF-15DB4CB83AF5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1247575" y="5319354"/>
              <a:ext cx="2319866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00000000 00001010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7CCFEE1-85E4-40B3-8166-A53ACFB0ABE0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203288" y="3429000"/>
              <a:ext cx="963725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000010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D1BBB62-CAD1-4BA5-B672-4CF2BA65E18A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5867400" y="5588479"/>
              <a:ext cx="2123017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≥ 0? no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0388164-5E40-4622-A2C9-772201CF3021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808046" y="5010090"/>
              <a:ext cx="944554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restore</a:t>
              </a:r>
            </a:p>
          </p:txBody>
        </p:sp>
        <p:sp>
          <p:nvSpPr>
            <p:cNvPr id="30" name="Right Brace 29">
              <a:extLst>
                <a:ext uri="{FF2B5EF4-FFF2-40B4-BE49-F238E27FC236}">
                  <a16:creationId xmlns:a16="http://schemas.microsoft.com/office/drawing/2014/main" id="{4C89638C-3C2F-4458-8D7A-83D6DCCA56AE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 rot="16200000">
              <a:off x="3165097" y="4148769"/>
              <a:ext cx="145473" cy="1601537"/>
            </a:xfrm>
            <a:prstGeom prst="rightBrace">
              <a:avLst>
                <a:gd name="adj1" fmla="val 35641"/>
                <a:gd name="adj2" fmla="val 5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1731FA6-C105-4F76-AC8F-E261ED169890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2590800" y="4614446"/>
              <a:ext cx="1219199" cy="338554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</a:rPr>
                <a:t>Dividend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FD7AF0C-DAC8-4D3B-94A3-65420FA7E5E5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>
            <a:xfrm>
              <a:off x="1752600" y="3178314"/>
              <a:ext cx="1402415" cy="707886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+ divisor</a:t>
              </a:r>
            </a:p>
          </p:txBody>
        </p:sp>
      </p:grpSp>
      <p:sp>
        <p:nvSpPr>
          <p:cNvPr id="9218" name="Rectangle 2">
            <a:extLst>
              <a:ext uri="{FF2B5EF4-FFF2-40B4-BE49-F238E27FC236}">
                <a16:creationId xmlns:a16="http://schemas.microsoft.com/office/drawing/2014/main" id="{564029EF-DF86-4A87-B413-12A7E36CAE78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0"/>
            </p:custDataLst>
          </p:nvPr>
        </p:nvSpPr>
        <p:spPr>
          <a:xfrm>
            <a:off x="457200" y="274638"/>
            <a:ext cx="4343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Restoring Division</a:t>
            </a:r>
          </a:p>
        </p:txBody>
      </p:sp>
      <p:sp>
        <p:nvSpPr>
          <p:cNvPr id="28675" name="Slide Number Placeholder 5">
            <a:extLst>
              <a:ext uri="{FF2B5EF4-FFF2-40B4-BE49-F238E27FC236}">
                <a16:creationId xmlns:a16="http://schemas.microsoft.com/office/drawing/2014/main" id="{F7260A33-538E-45C6-B0FE-189B3910ACA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8B0A6227-0B99-4D06-80D6-38A9DF446492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191612" name="Group 124">
            <a:extLst>
              <a:ext uri="{FF2B5EF4-FFF2-40B4-BE49-F238E27FC236}">
                <a16:creationId xmlns:a16="http://schemas.microsoft.com/office/drawing/2014/main" id="{9F2928EE-CC88-4340-B74A-5B3AF94CC8AA}"/>
              </a:ext>
            </a:extLst>
          </p:cNvPr>
          <p:cNvGraphicFramePr>
            <a:graphicFrameLocks noGrp="1"/>
          </p:cNvGraphicFramePr>
          <p:nvPr>
            <p:custDataLst>
              <p:tags r:id="rId12"/>
            </p:custDataLst>
          </p:nvPr>
        </p:nvGraphicFramePr>
        <p:xfrm>
          <a:off x="4953000" y="228600"/>
          <a:ext cx="4083051" cy="2266992"/>
        </p:xfrm>
        <a:graphic>
          <a:graphicData uri="http://schemas.openxmlformats.org/drawingml/2006/table">
            <a:tbl>
              <a:tblPr/>
              <a:tblGrid>
                <a:gridCol w="717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07464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Quotient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Divisor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Dividend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Remainder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2673542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5" descr="f0436">
            <a:extLst>
              <a:ext uri="{FF2B5EF4-FFF2-40B4-BE49-F238E27FC236}">
                <a16:creationId xmlns:a16="http://schemas.microsoft.com/office/drawing/2014/main" id="{94173C63-49E0-44BB-9F5C-9F3550F6BF89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362200"/>
            <a:ext cx="7467600" cy="384175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F618CB-C639-4744-8E65-59F81EA529C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978052" y="2057400"/>
            <a:ext cx="2319866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00000000 00001000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26F163-5401-49B8-AD0F-1B09C0EAD0A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247575" y="5319354"/>
            <a:ext cx="2319866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00000000 00001010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4715C5-CC20-4AB8-A927-6CD5FFF9362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073444" y="3429000"/>
            <a:ext cx="109356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0000100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37E0A4B4-8E13-4961-B20E-A18DDA64DA6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 rot="16200000">
            <a:off x="3165097" y="4148769"/>
            <a:ext cx="145473" cy="1601537"/>
          </a:xfrm>
          <a:prstGeom prst="rightBrace">
            <a:avLst>
              <a:gd name="adj1" fmla="val 35641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4BF644-4FA2-4133-BA01-B857BA19D736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590800" y="4614446"/>
            <a:ext cx="121919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</a:rPr>
              <a:t>Dividend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87B26F4-721A-42D4-8EDC-7ADF555AED1F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304800" y="2057400"/>
            <a:ext cx="7761279" cy="4146550"/>
            <a:chOff x="304800" y="2057400"/>
            <a:chExt cx="7761279" cy="4146550"/>
          </a:xfrm>
        </p:grpSpPr>
        <p:pic>
          <p:nvPicPr>
            <p:cNvPr id="15" name="Picture 5" descr="f0436">
              <a:extLst>
                <a:ext uri="{FF2B5EF4-FFF2-40B4-BE49-F238E27FC236}">
                  <a16:creationId xmlns:a16="http://schemas.microsoft.com/office/drawing/2014/main" id="{427807A6-32AE-4CD5-AD32-641B0B14BEDC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3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0" y="2362200"/>
              <a:ext cx="7467600" cy="38417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4E2E6F6-70AC-4432-8E6C-BD2B54F96153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1978052" y="2057400"/>
              <a:ext cx="2319866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00000000 00001000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E9C1558-BA05-4958-8771-B39BEAC70BA9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1247575" y="5319354"/>
              <a:ext cx="2319866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00000000 00000010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0CB8075-81AB-4198-8E52-E163BB483B84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5943600" y="3429000"/>
              <a:ext cx="1223413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00001001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AFA76FD-23A7-4662-8413-83F6EED53BA1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5867400" y="5588479"/>
              <a:ext cx="2198679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≥ 0? yes</a:t>
              </a:r>
            </a:p>
          </p:txBody>
        </p:sp>
        <p:sp>
          <p:nvSpPr>
            <p:cNvPr id="20" name="Right Brace 19">
              <a:extLst>
                <a:ext uri="{FF2B5EF4-FFF2-40B4-BE49-F238E27FC236}">
                  <a16:creationId xmlns:a16="http://schemas.microsoft.com/office/drawing/2014/main" id="{AA6875A8-771C-46BB-8FE1-7DDD3086FBCB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 rot="16200000">
              <a:off x="3165097" y="4148769"/>
              <a:ext cx="145473" cy="1601537"/>
            </a:xfrm>
            <a:prstGeom prst="rightBrace">
              <a:avLst>
                <a:gd name="adj1" fmla="val 35641"/>
                <a:gd name="adj2" fmla="val 5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19C21C8-F59A-4EE8-8E31-31BD8A5E416C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2590800" y="4614446"/>
              <a:ext cx="1219199" cy="338554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</a:rPr>
                <a:t>Dividend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2AE6181-953B-46EC-BFB6-8FF244E7FD67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1752600" y="3178314"/>
              <a:ext cx="1402415" cy="707886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– divisor</a:t>
              </a:r>
            </a:p>
          </p:txBody>
        </p:sp>
      </p:grpSp>
      <p:sp>
        <p:nvSpPr>
          <p:cNvPr id="9218" name="Rectangle 2">
            <a:extLst>
              <a:ext uri="{FF2B5EF4-FFF2-40B4-BE49-F238E27FC236}">
                <a16:creationId xmlns:a16="http://schemas.microsoft.com/office/drawing/2014/main" id="{564029EF-DF86-4A87-B413-12A7E36CAE78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9"/>
            </p:custDataLst>
          </p:nvPr>
        </p:nvSpPr>
        <p:spPr>
          <a:xfrm>
            <a:off x="457200" y="274638"/>
            <a:ext cx="4343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Restoring Division</a:t>
            </a:r>
          </a:p>
        </p:txBody>
      </p:sp>
      <p:sp>
        <p:nvSpPr>
          <p:cNvPr id="28675" name="Slide Number Placeholder 5">
            <a:extLst>
              <a:ext uri="{FF2B5EF4-FFF2-40B4-BE49-F238E27FC236}">
                <a16:creationId xmlns:a16="http://schemas.microsoft.com/office/drawing/2014/main" id="{F7260A33-538E-45C6-B0FE-189B3910ACA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8B0A6227-0B99-4D06-80D6-38A9DF446492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191612" name="Group 124">
            <a:extLst>
              <a:ext uri="{FF2B5EF4-FFF2-40B4-BE49-F238E27FC236}">
                <a16:creationId xmlns:a16="http://schemas.microsoft.com/office/drawing/2014/main" id="{9F2928EE-CC88-4340-B74A-5B3AF94CC8AA}"/>
              </a:ext>
            </a:extLst>
          </p:cNvPr>
          <p:cNvGraphicFramePr>
            <a:graphicFrameLocks noGrp="1"/>
          </p:cNvGraphicFramePr>
          <p:nvPr>
            <p:custDataLst>
              <p:tags r:id="rId11"/>
            </p:custDataLst>
          </p:nvPr>
        </p:nvGraphicFramePr>
        <p:xfrm>
          <a:off x="4953000" y="228600"/>
          <a:ext cx="4083051" cy="2266992"/>
        </p:xfrm>
        <a:graphic>
          <a:graphicData uri="http://schemas.openxmlformats.org/drawingml/2006/table">
            <a:tbl>
              <a:tblPr/>
              <a:tblGrid>
                <a:gridCol w="717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07464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Quotient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Divisor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Dividend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Remainder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7DCB16C8-8316-46B1-9B3A-25D4B39E461E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172120" y="5452646"/>
            <a:ext cx="619080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done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37413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5CE7862-614C-4B96-A2F0-07CE3C6B1995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Improved Division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3003D6A-6056-40DA-9DA2-06DE46280E2E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Skip the first subtraction</a:t>
            </a:r>
          </a:p>
          <a:p>
            <a:pPr lvl="1" eaLnBrk="1" hangingPunct="1"/>
            <a:r>
              <a:rPr lang="en-US" altLang="en-US" dirty="0"/>
              <a:t>Remainder is initially 0, so no use subtracting</a:t>
            </a:r>
          </a:p>
          <a:p>
            <a:pPr lvl="1" eaLnBrk="1" hangingPunct="1"/>
            <a:r>
              <a:rPr lang="en-US" altLang="en-US" dirty="0"/>
              <a:t>Shift first, then subtract</a:t>
            </a:r>
          </a:p>
          <a:p>
            <a:pPr lvl="2" eaLnBrk="1" hangingPunct="1"/>
            <a:r>
              <a:rPr lang="en-US" altLang="en-US" dirty="0"/>
              <a:t>Need to undo extra shift in the end</a:t>
            </a:r>
          </a:p>
          <a:p>
            <a:pPr eaLnBrk="1" hangingPunct="1"/>
            <a:r>
              <a:rPr lang="en-US" altLang="en-US" dirty="0"/>
              <a:t>Hardware similar to multiplier</a:t>
            </a:r>
          </a:p>
          <a:p>
            <a:pPr lvl="1" eaLnBrk="1" hangingPunct="1"/>
            <a:r>
              <a:rPr lang="en-US" altLang="en-US" dirty="0"/>
              <a:t>Can store quotient in remainder register</a:t>
            </a:r>
          </a:p>
          <a:p>
            <a:pPr lvl="1" eaLnBrk="1" hangingPunct="1"/>
            <a:r>
              <a:rPr lang="en-US" altLang="en-US" dirty="0"/>
              <a:t>Only need 32-bit ALU</a:t>
            </a:r>
          </a:p>
        </p:txBody>
      </p:sp>
      <p:sp>
        <p:nvSpPr>
          <p:cNvPr id="29700" name="Slide Number Placeholder 5">
            <a:extLst>
              <a:ext uri="{FF2B5EF4-FFF2-40B4-BE49-F238E27FC236}">
                <a16:creationId xmlns:a16="http://schemas.microsoft.com/office/drawing/2014/main" id="{A7D09AD6-1FEF-4B8E-A3B0-6B46790B877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DC501516-8A85-426D-BD19-EAD8ED17C997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0488895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Slide Number Placeholder 5">
            <a:extLst>
              <a:ext uri="{FF2B5EF4-FFF2-40B4-BE49-F238E27FC236}">
                <a16:creationId xmlns:a16="http://schemas.microsoft.com/office/drawing/2014/main" id="{1B144D0D-EDD8-4CB0-B304-CAFD5A8357B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922414B6-292B-4967-BBC7-199EC7D8A196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pic>
        <p:nvPicPr>
          <p:cNvPr id="12292" name="Picture 4" descr="f0441">
            <a:extLst>
              <a:ext uri="{FF2B5EF4-FFF2-40B4-BE49-F238E27FC236}">
                <a16:creationId xmlns:a16="http://schemas.microsoft.com/office/drawing/2014/main" id="{DD535943-BE0B-4780-95D2-DC441A9B3065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00200"/>
            <a:ext cx="7467600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Group 124">
            <a:extLst>
              <a:ext uri="{FF2B5EF4-FFF2-40B4-BE49-F238E27FC236}">
                <a16:creationId xmlns:a16="http://schemas.microsoft.com/office/drawing/2014/main" id="{FAA14827-B8DB-4DED-A895-D41666FDE24B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4953000" y="228600"/>
          <a:ext cx="4083051" cy="2266992"/>
        </p:xfrm>
        <a:graphic>
          <a:graphicData uri="http://schemas.openxmlformats.org/drawingml/2006/table">
            <a:tbl>
              <a:tblPr/>
              <a:tblGrid>
                <a:gridCol w="717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07464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Quotient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Divisor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Dividend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Remainder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AEF24F0A-4BA5-42DC-9275-8DB85D0FD7B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5"/>
            </p:custDataLst>
          </p:nvPr>
        </p:nvSpPr>
        <p:spPr>
          <a:xfrm>
            <a:off x="457200" y="274638"/>
            <a:ext cx="4343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Improved Division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F3FF6D-E48A-4F1E-867C-32338C7EDF9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286000" y="5319354"/>
            <a:ext cx="2319866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00000000 01001010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6BB246-A409-42B6-93EE-1C4291D1938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529428" y="1981200"/>
            <a:ext cx="122341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00001000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17889FB3-AECB-4133-A6D8-9C3BC7A4414E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 rot="16200000">
            <a:off x="4354926" y="3607305"/>
            <a:ext cx="242980" cy="2019969"/>
          </a:xfrm>
          <a:prstGeom prst="rightBrace">
            <a:avLst>
              <a:gd name="adj1" fmla="val 35641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97AD42-0C55-47F4-8495-32665EC50C6B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505201" y="4191000"/>
            <a:ext cx="198119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</a:rPr>
              <a:t>Dividend/Quotient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34686312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Slide Number Placeholder 5">
            <a:extLst>
              <a:ext uri="{FF2B5EF4-FFF2-40B4-BE49-F238E27FC236}">
                <a16:creationId xmlns:a16="http://schemas.microsoft.com/office/drawing/2014/main" id="{1B144D0D-EDD8-4CB0-B304-CAFD5A8357B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922414B6-292B-4967-BBC7-199EC7D8A196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pic>
        <p:nvPicPr>
          <p:cNvPr id="12292" name="Picture 4" descr="f0441">
            <a:extLst>
              <a:ext uri="{FF2B5EF4-FFF2-40B4-BE49-F238E27FC236}">
                <a16:creationId xmlns:a16="http://schemas.microsoft.com/office/drawing/2014/main" id="{DD535943-BE0B-4780-95D2-DC441A9B3065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00200"/>
            <a:ext cx="7467600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Group 124">
            <a:extLst>
              <a:ext uri="{FF2B5EF4-FFF2-40B4-BE49-F238E27FC236}">
                <a16:creationId xmlns:a16="http://schemas.microsoft.com/office/drawing/2014/main" id="{FAA14827-B8DB-4DED-A895-D41666FDE24B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4953000" y="228600"/>
          <a:ext cx="4083051" cy="2266992"/>
        </p:xfrm>
        <a:graphic>
          <a:graphicData uri="http://schemas.openxmlformats.org/drawingml/2006/table">
            <a:tbl>
              <a:tblPr/>
              <a:tblGrid>
                <a:gridCol w="717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07464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Quotient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Divisor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Dividend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Remainder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AEF24F0A-4BA5-42DC-9275-8DB85D0FD7B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5"/>
            </p:custDataLst>
          </p:nvPr>
        </p:nvSpPr>
        <p:spPr>
          <a:xfrm>
            <a:off x="457200" y="274638"/>
            <a:ext cx="4343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Improved Division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F3FF6D-E48A-4F1E-867C-32338C7EDF9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286000" y="5319354"/>
            <a:ext cx="2319866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00000000 1001010</a:t>
            </a:r>
            <a:r>
              <a:rPr lang="en-US" sz="2000" b="1" u="sng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6BB246-A409-42B6-93EE-1C4291D1938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529428" y="1981200"/>
            <a:ext cx="122341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00001000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17889FB3-AECB-4133-A6D8-9C3BC7A4414E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 rot="16200000">
            <a:off x="4354926" y="3607305"/>
            <a:ext cx="242980" cy="2019969"/>
          </a:xfrm>
          <a:prstGeom prst="rightBrace">
            <a:avLst>
              <a:gd name="adj1" fmla="val 35641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97AD42-0C55-47F4-8495-32665EC50C6B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505201" y="4191000"/>
            <a:ext cx="198119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</a:rPr>
              <a:t>Dividend/Quotient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A5DA35-580B-4FC6-A9AE-FDFA7C4197D3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434900" y="4709846"/>
            <a:ext cx="1726498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left-shift in a 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51184854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Slide Number Placeholder 5">
            <a:extLst>
              <a:ext uri="{FF2B5EF4-FFF2-40B4-BE49-F238E27FC236}">
                <a16:creationId xmlns:a16="http://schemas.microsoft.com/office/drawing/2014/main" id="{1B144D0D-EDD8-4CB0-B304-CAFD5A8357B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922414B6-292B-4967-BBC7-199EC7D8A196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pic>
        <p:nvPicPr>
          <p:cNvPr id="12292" name="Picture 4" descr="f0441">
            <a:extLst>
              <a:ext uri="{FF2B5EF4-FFF2-40B4-BE49-F238E27FC236}">
                <a16:creationId xmlns:a16="http://schemas.microsoft.com/office/drawing/2014/main" id="{DD535943-BE0B-4780-95D2-DC441A9B3065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00200"/>
            <a:ext cx="7467600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AEF24F0A-4BA5-42DC-9275-8DB85D0FD7B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4"/>
            </p:custDataLst>
          </p:nvPr>
        </p:nvSpPr>
        <p:spPr>
          <a:xfrm>
            <a:off x="457200" y="274638"/>
            <a:ext cx="4343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Improved Division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F3FF6D-E48A-4F1E-867C-32338C7EDF9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286001" y="5319354"/>
            <a:ext cx="2319866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11111000 10010100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6BB246-A409-42B6-93EE-1C4291D1938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529428" y="1981200"/>
            <a:ext cx="122341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00001000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114B0C-9B58-4B3C-BA63-AC8B62AB853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781800" y="4419600"/>
            <a:ext cx="2123017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remainder ≥ 0? no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3EBC400D-62C0-476E-8F59-45FA47E0FFD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 rot="16200000">
            <a:off x="4354926" y="3607305"/>
            <a:ext cx="242980" cy="2019969"/>
          </a:xfrm>
          <a:prstGeom prst="rightBrace">
            <a:avLst>
              <a:gd name="adj1" fmla="val 35641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E2AD1B-439C-44AD-9423-A6A79A723E63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505201" y="4191000"/>
            <a:ext cx="198119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</a:rPr>
              <a:t>Dividend/Quotient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54C212-2235-4E45-9161-35E15F17D92D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752600" y="2590800"/>
            <a:ext cx="1402415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remainder – divisor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24F9C2C-B410-4E9F-949C-6BB8EAA4BF13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838200" y="1600200"/>
            <a:ext cx="8066617" cy="4752975"/>
            <a:chOff x="838200" y="1600200"/>
            <a:chExt cx="8066617" cy="4752975"/>
          </a:xfrm>
        </p:grpSpPr>
        <p:pic>
          <p:nvPicPr>
            <p:cNvPr id="23" name="Picture 4" descr="f0441">
              <a:extLst>
                <a:ext uri="{FF2B5EF4-FFF2-40B4-BE49-F238E27FC236}">
                  <a16:creationId xmlns:a16="http://schemas.microsoft.com/office/drawing/2014/main" id="{D0C804D5-1625-4840-978C-5382AE6703FD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21"/>
              </p:custDataLst>
            </p:nvPr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1600200"/>
              <a:ext cx="7467600" cy="47529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AE45BA7-AE47-4F1F-A237-8459A6A46F50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2286002" y="5319354"/>
              <a:ext cx="2319866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00000000 10010100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E903B6D-DCA0-4A2F-80B6-5E6ED7CC0064}"/>
                </a:ext>
              </a:extLst>
            </p:cNvPr>
            <p:cNvSpPr txBox="1"/>
            <p:nvPr>
              <p:custDataLst>
                <p:tags r:id="rId23"/>
              </p:custDataLst>
            </p:nvPr>
          </p:nvSpPr>
          <p:spPr>
            <a:xfrm>
              <a:off x="2529428" y="1981200"/>
              <a:ext cx="1223412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00001000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2C964EE-9AAB-4A01-8540-1787EE27EE10}"/>
                </a:ext>
              </a:extLst>
            </p:cNvPr>
            <p:cNvSpPr txBox="1"/>
            <p:nvPr>
              <p:custDataLst>
                <p:tags r:id="rId24"/>
              </p:custDataLst>
            </p:nvPr>
          </p:nvSpPr>
          <p:spPr>
            <a:xfrm>
              <a:off x="6781800" y="4419600"/>
              <a:ext cx="2123017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≥ 0? no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0BC26A6-924A-4E5D-9EA6-E1872BDBF08B}"/>
                </a:ext>
              </a:extLst>
            </p:cNvPr>
            <p:cNvSpPr txBox="1"/>
            <p:nvPr>
              <p:custDataLst>
                <p:tags r:id="rId25"/>
              </p:custDataLst>
            </p:nvPr>
          </p:nvSpPr>
          <p:spPr>
            <a:xfrm>
              <a:off x="1434900" y="4709846"/>
              <a:ext cx="944554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restore</a:t>
              </a:r>
            </a:p>
          </p:txBody>
        </p:sp>
        <p:sp>
          <p:nvSpPr>
            <p:cNvPr id="28" name="Right Brace 27">
              <a:extLst>
                <a:ext uri="{FF2B5EF4-FFF2-40B4-BE49-F238E27FC236}">
                  <a16:creationId xmlns:a16="http://schemas.microsoft.com/office/drawing/2014/main" id="{C375C96A-BAFE-426B-AAFC-D987DD2BAFC9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 rot="16200000">
              <a:off x="4354926" y="3607305"/>
              <a:ext cx="242980" cy="2019969"/>
            </a:xfrm>
            <a:prstGeom prst="rightBrace">
              <a:avLst>
                <a:gd name="adj1" fmla="val 35641"/>
                <a:gd name="adj2" fmla="val 5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626C8B4-F371-4B12-BA47-2E6FE352CA77}"/>
                </a:ext>
              </a:extLst>
            </p:cNvPr>
            <p:cNvSpPr txBox="1"/>
            <p:nvPr>
              <p:custDataLst>
                <p:tags r:id="rId27"/>
              </p:custDataLst>
            </p:nvPr>
          </p:nvSpPr>
          <p:spPr>
            <a:xfrm>
              <a:off x="3505201" y="4191000"/>
              <a:ext cx="1981199" cy="338554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</a:rPr>
                <a:t>Dividend/Quotient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F30E332-5684-49E1-B520-B5F67785C412}"/>
                </a:ext>
              </a:extLst>
            </p:cNvPr>
            <p:cNvSpPr txBox="1"/>
            <p:nvPr>
              <p:custDataLst>
                <p:tags r:id="rId28"/>
              </p:custDataLst>
            </p:nvPr>
          </p:nvSpPr>
          <p:spPr>
            <a:xfrm>
              <a:off x="1752600" y="2590800"/>
              <a:ext cx="1402415" cy="707886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+ divisor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1596984-D613-4710-8131-63800B2C8E03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838200" y="1600200"/>
            <a:ext cx="8066617" cy="4752975"/>
            <a:chOff x="838200" y="1600200"/>
            <a:chExt cx="8066617" cy="4752975"/>
          </a:xfrm>
        </p:grpSpPr>
        <p:pic>
          <p:nvPicPr>
            <p:cNvPr id="32" name="Picture 4" descr="f0441">
              <a:extLst>
                <a:ext uri="{FF2B5EF4-FFF2-40B4-BE49-F238E27FC236}">
                  <a16:creationId xmlns:a16="http://schemas.microsoft.com/office/drawing/2014/main" id="{DF332F84-3A80-423B-84E5-E92A943E48C1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4"/>
              </p:custDataLst>
            </p:nvPr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1600200"/>
              <a:ext cx="7467600" cy="47529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CA59021-C9B2-4AF0-AD02-97847B6BD699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286002" y="5319354"/>
              <a:ext cx="2319866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00000001 0010100</a:t>
              </a:r>
              <a:r>
                <a:rPr lang="en-US" sz="2000" b="1" u="sng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8815686-B9DC-44B1-8072-51EA47923EB7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29428" y="1981200"/>
              <a:ext cx="1223412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00001000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B1E895B-5B6C-431B-9339-4E39A2FDCBC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6781800" y="4419600"/>
              <a:ext cx="2123017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≥ 0? no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70CF7C4-829D-4F4F-B9C4-A548A755B191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1434900" y="4709846"/>
              <a:ext cx="1726498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left-shift in a 0</a:t>
              </a:r>
            </a:p>
          </p:txBody>
        </p:sp>
        <p:sp>
          <p:nvSpPr>
            <p:cNvPr id="37" name="Right Brace 36">
              <a:extLst>
                <a:ext uri="{FF2B5EF4-FFF2-40B4-BE49-F238E27FC236}">
                  <a16:creationId xmlns:a16="http://schemas.microsoft.com/office/drawing/2014/main" id="{09155DE0-63A7-4F15-BACD-ECB3CE95F9E1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 rot="16200000">
              <a:off x="4354926" y="3607305"/>
              <a:ext cx="242980" cy="2019969"/>
            </a:xfrm>
            <a:prstGeom prst="rightBrace">
              <a:avLst>
                <a:gd name="adj1" fmla="val 35641"/>
                <a:gd name="adj2" fmla="val 5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47AF4B2-6028-4FF2-8ACD-966FB4E26DA5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3505201" y="4191000"/>
              <a:ext cx="1981199" cy="338554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</a:rPr>
                <a:t>Dividend/Quotient</a:t>
              </a:r>
            </a:p>
          </p:txBody>
        </p:sp>
      </p:grpSp>
      <p:graphicFrame>
        <p:nvGraphicFramePr>
          <p:cNvPr id="5" name="Group 124">
            <a:extLst>
              <a:ext uri="{FF2B5EF4-FFF2-40B4-BE49-F238E27FC236}">
                <a16:creationId xmlns:a16="http://schemas.microsoft.com/office/drawing/2014/main" id="{FAA14827-B8DB-4DED-A895-D41666FDE24B}"/>
              </a:ext>
            </a:extLst>
          </p:cNvPr>
          <p:cNvGraphicFramePr>
            <a:graphicFrameLocks noGrp="1"/>
          </p:cNvGraphicFramePr>
          <p:nvPr>
            <p:custDataLst>
              <p:tags r:id="rId13"/>
            </p:custDataLst>
          </p:nvPr>
        </p:nvGraphicFramePr>
        <p:xfrm>
          <a:off x="4953000" y="228600"/>
          <a:ext cx="4083051" cy="2266992"/>
        </p:xfrm>
        <a:graphic>
          <a:graphicData uri="http://schemas.openxmlformats.org/drawingml/2006/table">
            <a:tbl>
              <a:tblPr/>
              <a:tblGrid>
                <a:gridCol w="717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07464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Quotient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Divisor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Dividend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Remainder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9630900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Slide Number Placeholder 5">
            <a:extLst>
              <a:ext uri="{FF2B5EF4-FFF2-40B4-BE49-F238E27FC236}">
                <a16:creationId xmlns:a16="http://schemas.microsoft.com/office/drawing/2014/main" id="{1B144D0D-EDD8-4CB0-B304-CAFD5A8357B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922414B6-292B-4967-BBC7-199EC7D8A196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pic>
        <p:nvPicPr>
          <p:cNvPr id="12292" name="Picture 4" descr="f0441">
            <a:extLst>
              <a:ext uri="{FF2B5EF4-FFF2-40B4-BE49-F238E27FC236}">
                <a16:creationId xmlns:a16="http://schemas.microsoft.com/office/drawing/2014/main" id="{DD535943-BE0B-4780-95D2-DC441A9B3065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00200"/>
            <a:ext cx="7467600" cy="4752975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AEF24F0A-4BA5-42DC-9275-8DB85D0FD7B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4"/>
            </p:custDataLst>
          </p:nvPr>
        </p:nvSpPr>
        <p:spPr>
          <a:xfrm>
            <a:off x="457200" y="274638"/>
            <a:ext cx="4343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Improved Division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F3FF6D-E48A-4F1E-867C-32338C7EDF9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286003" y="5319354"/>
            <a:ext cx="2319867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00001001 0100</a:t>
            </a:r>
            <a:r>
              <a:rPr lang="en-US" sz="2000" b="1" u="sng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6BB246-A409-42B6-93EE-1C4291D1938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529428" y="1981200"/>
            <a:ext cx="122341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00001000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C3E9CC-6392-4812-83E1-29ADB06798FC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818844" y="5791200"/>
            <a:ext cx="1096775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skip ahead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B4F3A01A-0AF9-422C-A3FB-9C828EBB327A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 rot="16200000">
            <a:off x="4354926" y="3607305"/>
            <a:ext cx="242980" cy="2019969"/>
          </a:xfrm>
          <a:prstGeom prst="rightBrace">
            <a:avLst>
              <a:gd name="adj1" fmla="val 35641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889C1C-B45D-428E-8029-FEA5700D5855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505201" y="4191000"/>
            <a:ext cx="198119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</a:rPr>
              <a:t>Dividend/Quotient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2D68E37-B5F1-464C-90A7-97C1AFB0507C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838200" y="1600200"/>
            <a:ext cx="8142279" cy="4752975"/>
            <a:chOff x="838200" y="1600200"/>
            <a:chExt cx="8142279" cy="4752975"/>
          </a:xfrm>
        </p:grpSpPr>
        <p:pic>
          <p:nvPicPr>
            <p:cNvPr id="13" name="Picture 4" descr="f0441">
              <a:extLst>
                <a:ext uri="{FF2B5EF4-FFF2-40B4-BE49-F238E27FC236}">
                  <a16:creationId xmlns:a16="http://schemas.microsoft.com/office/drawing/2014/main" id="{145A3F76-9004-4BAE-A9A4-34E009ADE382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20"/>
              </p:custDataLst>
            </p:nvPr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1600200"/>
              <a:ext cx="7467600" cy="47529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71AC43-487D-4AA0-B349-E2FE1417CC14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>
            <a:xfrm>
              <a:off x="2286003" y="5319354"/>
              <a:ext cx="2319866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00000001 01000000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802866C-D6A2-4C9E-96FE-E20A51C4140C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2529428" y="1981200"/>
              <a:ext cx="1223412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00001000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DD9D535-D72D-4078-BD67-5CB4EDDD1E33}"/>
                </a:ext>
              </a:extLst>
            </p:cNvPr>
            <p:cNvSpPr txBox="1"/>
            <p:nvPr>
              <p:custDataLst>
                <p:tags r:id="rId23"/>
              </p:custDataLst>
            </p:nvPr>
          </p:nvSpPr>
          <p:spPr>
            <a:xfrm>
              <a:off x="6781800" y="4419600"/>
              <a:ext cx="2198679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≥ 0? yes</a:t>
              </a:r>
            </a:p>
          </p:txBody>
        </p:sp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62C13FB8-3B1A-4C3A-B211-A4CFB00608F1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 rot="16200000">
              <a:off x="4354926" y="3607305"/>
              <a:ext cx="242980" cy="2019969"/>
            </a:xfrm>
            <a:prstGeom prst="rightBrace">
              <a:avLst>
                <a:gd name="adj1" fmla="val 35641"/>
                <a:gd name="adj2" fmla="val 5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790D51F-7B94-4D80-847D-EE25D842AD31}"/>
                </a:ext>
              </a:extLst>
            </p:cNvPr>
            <p:cNvSpPr txBox="1"/>
            <p:nvPr>
              <p:custDataLst>
                <p:tags r:id="rId25"/>
              </p:custDataLst>
            </p:nvPr>
          </p:nvSpPr>
          <p:spPr>
            <a:xfrm>
              <a:off x="3505201" y="4191000"/>
              <a:ext cx="1981199" cy="338554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</a:rPr>
                <a:t>Dividend/Quotient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96C631-BC7A-4F32-AD54-7327EC30D467}"/>
                </a:ext>
              </a:extLst>
            </p:cNvPr>
            <p:cNvSpPr txBox="1"/>
            <p:nvPr>
              <p:custDataLst>
                <p:tags r:id="rId26"/>
              </p:custDataLst>
            </p:nvPr>
          </p:nvSpPr>
          <p:spPr>
            <a:xfrm>
              <a:off x="1752600" y="2590800"/>
              <a:ext cx="1402415" cy="707886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– divisor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3239FC9-D451-4A19-B834-0B698FE6CA50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838200" y="1600200"/>
            <a:ext cx="8124325" cy="4752975"/>
            <a:chOff x="838200" y="1600200"/>
            <a:chExt cx="8124325" cy="4752975"/>
          </a:xfrm>
        </p:grpSpPr>
        <p:pic>
          <p:nvPicPr>
            <p:cNvPr id="21" name="Picture 4" descr="f0441">
              <a:extLst>
                <a:ext uri="{FF2B5EF4-FFF2-40B4-BE49-F238E27FC236}">
                  <a16:creationId xmlns:a16="http://schemas.microsoft.com/office/drawing/2014/main" id="{AA0EF665-0037-4DC4-9767-B3EFCDC18359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3"/>
              </p:custDataLst>
            </p:nvPr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1600200"/>
              <a:ext cx="7467600" cy="47529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AA8E74D-A711-4A6F-AF6F-2CBCFD25D831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2286003" y="5319354"/>
              <a:ext cx="2319866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00000010 1000000</a:t>
              </a:r>
              <a:r>
                <a:rPr lang="en-US" sz="2000" b="1" u="sng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99533BC-4D9C-492B-B32C-1D70E0D797BA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29428" y="1981200"/>
              <a:ext cx="1223412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00001000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E2F4762-F003-4404-A409-53B758432B4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781800" y="4419600"/>
              <a:ext cx="2180725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≥ 0? yes</a:t>
              </a:r>
            </a:p>
          </p:txBody>
        </p:sp>
        <p:sp>
          <p:nvSpPr>
            <p:cNvPr id="25" name="Right Brace 24">
              <a:extLst>
                <a:ext uri="{FF2B5EF4-FFF2-40B4-BE49-F238E27FC236}">
                  <a16:creationId xmlns:a16="http://schemas.microsoft.com/office/drawing/2014/main" id="{8F4359BC-A04A-45BD-935D-404FA14C775E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 rot="16200000">
              <a:off x="4354926" y="3607305"/>
              <a:ext cx="242980" cy="2019969"/>
            </a:xfrm>
            <a:prstGeom prst="rightBrace">
              <a:avLst>
                <a:gd name="adj1" fmla="val 35641"/>
                <a:gd name="adj2" fmla="val 5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5D212B3-D9F5-49AF-A0DA-92F761E37AF9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3505201" y="4191000"/>
              <a:ext cx="1981199" cy="338554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</a:rPr>
                <a:t>Dividend/Quotient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06B4718-42FC-415C-BDFE-D2C2A3B222BB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434900" y="4709846"/>
              <a:ext cx="1726498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left-shift in a 1</a:t>
              </a:r>
            </a:p>
          </p:txBody>
        </p:sp>
      </p:grpSp>
      <p:graphicFrame>
        <p:nvGraphicFramePr>
          <p:cNvPr id="5" name="Group 124">
            <a:extLst>
              <a:ext uri="{FF2B5EF4-FFF2-40B4-BE49-F238E27FC236}">
                <a16:creationId xmlns:a16="http://schemas.microsoft.com/office/drawing/2014/main" id="{FAA14827-B8DB-4DED-A895-D41666FDE24B}"/>
              </a:ext>
            </a:extLst>
          </p:cNvPr>
          <p:cNvGraphicFramePr>
            <a:graphicFrameLocks noGrp="1"/>
          </p:cNvGraphicFramePr>
          <p:nvPr>
            <p:custDataLst>
              <p:tags r:id="rId12"/>
            </p:custDataLst>
          </p:nvPr>
        </p:nvGraphicFramePr>
        <p:xfrm>
          <a:off x="4953000" y="228600"/>
          <a:ext cx="4083051" cy="2266992"/>
        </p:xfrm>
        <a:graphic>
          <a:graphicData uri="http://schemas.openxmlformats.org/drawingml/2006/table">
            <a:tbl>
              <a:tblPr/>
              <a:tblGrid>
                <a:gridCol w="717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07464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Quotient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Divisor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Dividend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Remainder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0614066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Slide Number Placeholder 5">
            <a:extLst>
              <a:ext uri="{FF2B5EF4-FFF2-40B4-BE49-F238E27FC236}">
                <a16:creationId xmlns:a16="http://schemas.microsoft.com/office/drawing/2014/main" id="{1B144D0D-EDD8-4CB0-B304-CAFD5A8357B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922414B6-292B-4967-BBC7-199EC7D8A196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pic>
        <p:nvPicPr>
          <p:cNvPr id="12292" name="Picture 4" descr="f0441">
            <a:extLst>
              <a:ext uri="{FF2B5EF4-FFF2-40B4-BE49-F238E27FC236}">
                <a16:creationId xmlns:a16="http://schemas.microsoft.com/office/drawing/2014/main" id="{DD535943-BE0B-4780-95D2-DC441A9B3065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00200"/>
            <a:ext cx="7467600" cy="4752975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AEF24F0A-4BA5-42DC-9275-8DB85D0FD7B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4"/>
            </p:custDataLst>
          </p:nvPr>
        </p:nvSpPr>
        <p:spPr>
          <a:xfrm>
            <a:off x="457200" y="274638"/>
            <a:ext cx="4343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Improved Division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F3FF6D-E48A-4F1E-867C-32338C7EDF9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257149" y="5319354"/>
            <a:ext cx="2377575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00001010 00000</a:t>
            </a:r>
            <a:r>
              <a:rPr lang="en-US" sz="2000" b="1" u="sng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100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6BB246-A409-42B6-93EE-1C4291D1938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529428" y="1981200"/>
            <a:ext cx="122341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00001000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B0900C-7775-4B5B-A813-E1A2A6F70B39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818844" y="5791200"/>
            <a:ext cx="1096775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skip ahead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A5DA47E2-1E8B-4A35-9EE5-85FAC352057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 rot="16200000">
            <a:off x="4354926" y="3607305"/>
            <a:ext cx="242980" cy="2019969"/>
          </a:xfrm>
          <a:prstGeom prst="rightBrace">
            <a:avLst>
              <a:gd name="adj1" fmla="val 35641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6436E4-617F-48A6-9ACD-4C03C6CCAF46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505201" y="4191000"/>
            <a:ext cx="198119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</a:rPr>
              <a:t>Dividend/Quotient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97C2736-BE9A-4E54-ACCF-69BD9650379E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838200" y="1600200"/>
            <a:ext cx="8124325" cy="4752975"/>
            <a:chOff x="838200" y="1600200"/>
            <a:chExt cx="8124325" cy="4752975"/>
          </a:xfrm>
        </p:grpSpPr>
        <p:pic>
          <p:nvPicPr>
            <p:cNvPr id="13" name="Picture 4" descr="f0441">
              <a:extLst>
                <a:ext uri="{FF2B5EF4-FFF2-40B4-BE49-F238E27FC236}">
                  <a16:creationId xmlns:a16="http://schemas.microsoft.com/office/drawing/2014/main" id="{7A9F604E-2A5E-4598-B276-628F8EE1D576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20"/>
              </p:custDataLst>
            </p:nvPr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1600200"/>
              <a:ext cx="7467600" cy="47529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4DCC492-B75A-4A5B-8673-EA94A40C671D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>
            <a:xfrm>
              <a:off x="2286003" y="5319354"/>
              <a:ext cx="2319866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00000010 00000100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3E6B096-9069-4593-8573-0BB3B9366F5F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2529428" y="1981200"/>
              <a:ext cx="1223412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00001000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584F3AE-7EAF-4580-AD0E-2F06B6E22B7F}"/>
                </a:ext>
              </a:extLst>
            </p:cNvPr>
            <p:cNvSpPr txBox="1"/>
            <p:nvPr>
              <p:custDataLst>
                <p:tags r:id="rId23"/>
              </p:custDataLst>
            </p:nvPr>
          </p:nvSpPr>
          <p:spPr>
            <a:xfrm>
              <a:off x="6781800" y="4419600"/>
              <a:ext cx="2180725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≥ 0? yes</a:t>
              </a:r>
            </a:p>
          </p:txBody>
        </p:sp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27F9C9C7-4498-43AC-B914-68569224DA24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 rot="16200000">
              <a:off x="4354926" y="3607305"/>
              <a:ext cx="242980" cy="2019969"/>
            </a:xfrm>
            <a:prstGeom prst="rightBrace">
              <a:avLst>
                <a:gd name="adj1" fmla="val 35641"/>
                <a:gd name="adj2" fmla="val 5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23EE254-DDC2-46F6-AA4E-D5355A42AF0B}"/>
                </a:ext>
              </a:extLst>
            </p:cNvPr>
            <p:cNvSpPr txBox="1"/>
            <p:nvPr>
              <p:custDataLst>
                <p:tags r:id="rId25"/>
              </p:custDataLst>
            </p:nvPr>
          </p:nvSpPr>
          <p:spPr>
            <a:xfrm>
              <a:off x="3505201" y="4191000"/>
              <a:ext cx="1981199" cy="338554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</a:rPr>
                <a:t>Dividend/Quotient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A9FB721-889E-4D33-8338-8F04041F5B2D}"/>
                </a:ext>
              </a:extLst>
            </p:cNvPr>
            <p:cNvSpPr txBox="1"/>
            <p:nvPr>
              <p:custDataLst>
                <p:tags r:id="rId26"/>
              </p:custDataLst>
            </p:nvPr>
          </p:nvSpPr>
          <p:spPr>
            <a:xfrm>
              <a:off x="1752600" y="2590800"/>
              <a:ext cx="1402415" cy="707886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– divisor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F2CFCF3-37D5-42C8-9BEF-0B93ED99B9EC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838200" y="1600200"/>
            <a:ext cx="8124325" cy="4752975"/>
            <a:chOff x="838200" y="1600200"/>
            <a:chExt cx="8124325" cy="4752975"/>
          </a:xfrm>
        </p:grpSpPr>
        <p:pic>
          <p:nvPicPr>
            <p:cNvPr id="21" name="Picture 4" descr="f0441">
              <a:extLst>
                <a:ext uri="{FF2B5EF4-FFF2-40B4-BE49-F238E27FC236}">
                  <a16:creationId xmlns:a16="http://schemas.microsoft.com/office/drawing/2014/main" id="{0E69B38A-FCA7-4CD2-9836-171B9D035296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3"/>
              </p:custDataLst>
            </p:nvPr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1600200"/>
              <a:ext cx="7467600" cy="47529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3A735E4-3A9B-493B-A5A7-F262C268AC6A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2286003" y="5319354"/>
              <a:ext cx="2319866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00000100 0000100</a:t>
              </a:r>
              <a:r>
                <a:rPr lang="en-US" sz="2000" b="1" u="sng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A363F23-9B7A-4164-8258-644803426FEB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29428" y="1981200"/>
              <a:ext cx="1223412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00001000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1788F72-78A5-4C91-9ABD-CE43941BB799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781800" y="4419600"/>
              <a:ext cx="2180725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≥ 0? yes</a:t>
              </a:r>
            </a:p>
          </p:txBody>
        </p:sp>
        <p:sp>
          <p:nvSpPr>
            <p:cNvPr id="25" name="Right Brace 24">
              <a:extLst>
                <a:ext uri="{FF2B5EF4-FFF2-40B4-BE49-F238E27FC236}">
                  <a16:creationId xmlns:a16="http://schemas.microsoft.com/office/drawing/2014/main" id="{AD7582B8-99CF-4339-87AB-335C75440521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 rot="16200000">
              <a:off x="4354926" y="3607305"/>
              <a:ext cx="242980" cy="2019969"/>
            </a:xfrm>
            <a:prstGeom prst="rightBrace">
              <a:avLst>
                <a:gd name="adj1" fmla="val 35641"/>
                <a:gd name="adj2" fmla="val 5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691A15B-5ABD-45FA-87DE-A74AE4F75A0F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3505201" y="4191000"/>
              <a:ext cx="1981199" cy="338554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</a:rPr>
                <a:t>Dividend/Quotient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A3616B0-EB0B-4266-A94F-A705A9BFDF64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434900" y="4709846"/>
              <a:ext cx="1726498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left-shift in a 1</a:t>
              </a:r>
            </a:p>
          </p:txBody>
        </p:sp>
      </p:grpSp>
      <p:graphicFrame>
        <p:nvGraphicFramePr>
          <p:cNvPr id="5" name="Group 124">
            <a:extLst>
              <a:ext uri="{FF2B5EF4-FFF2-40B4-BE49-F238E27FC236}">
                <a16:creationId xmlns:a16="http://schemas.microsoft.com/office/drawing/2014/main" id="{FAA14827-B8DB-4DED-A895-D41666FDE24B}"/>
              </a:ext>
            </a:extLst>
          </p:cNvPr>
          <p:cNvGraphicFramePr>
            <a:graphicFrameLocks noGrp="1"/>
          </p:cNvGraphicFramePr>
          <p:nvPr>
            <p:custDataLst>
              <p:tags r:id="rId12"/>
            </p:custDataLst>
          </p:nvPr>
        </p:nvGraphicFramePr>
        <p:xfrm>
          <a:off x="4953000" y="228600"/>
          <a:ext cx="4083051" cy="2266992"/>
        </p:xfrm>
        <a:graphic>
          <a:graphicData uri="http://schemas.openxmlformats.org/drawingml/2006/table">
            <a:tbl>
              <a:tblPr/>
              <a:tblGrid>
                <a:gridCol w="717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07464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Quotient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Divisor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Dividend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Remainder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6668647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Slide Number Placeholder 5">
            <a:extLst>
              <a:ext uri="{FF2B5EF4-FFF2-40B4-BE49-F238E27FC236}">
                <a16:creationId xmlns:a16="http://schemas.microsoft.com/office/drawing/2014/main" id="{1B144D0D-EDD8-4CB0-B304-CAFD5A8357B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922414B6-292B-4967-BBC7-199EC7D8A196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pic>
        <p:nvPicPr>
          <p:cNvPr id="12292" name="Picture 4" descr="f0441">
            <a:extLst>
              <a:ext uri="{FF2B5EF4-FFF2-40B4-BE49-F238E27FC236}">
                <a16:creationId xmlns:a16="http://schemas.microsoft.com/office/drawing/2014/main" id="{DD535943-BE0B-4780-95D2-DC441A9B3065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00200"/>
            <a:ext cx="7467600" cy="4752975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AEF24F0A-4BA5-42DC-9275-8DB85D0FD7B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4"/>
            </p:custDataLst>
          </p:nvPr>
        </p:nvSpPr>
        <p:spPr>
          <a:xfrm>
            <a:off x="457200" y="274638"/>
            <a:ext cx="4343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Improved Division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F3FF6D-E48A-4F1E-867C-32338C7EDF9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286003" y="5319354"/>
            <a:ext cx="2319866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00000100 00001001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6BB246-A409-42B6-93EE-1C4291D1938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529428" y="1981200"/>
            <a:ext cx="122341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00001000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64A828-300B-4F7E-AB3D-A08AB961895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7000920" y="5452646"/>
            <a:ext cx="619080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done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617CDB55-0D4C-4DEE-922B-2572E5378B5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 rot="16200000">
            <a:off x="4354926" y="3607305"/>
            <a:ext cx="242980" cy="2019969"/>
          </a:xfrm>
          <a:prstGeom prst="rightBrace">
            <a:avLst>
              <a:gd name="adj1" fmla="val 35641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2396A9-AC4F-46FC-B11E-A4E06F842FA5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505201" y="4191000"/>
            <a:ext cx="198119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</a:rPr>
              <a:t>Dividend/Quotient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7E2DA3D-7FB1-48A9-A65B-BBCFBBF5C9B0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838200" y="1600200"/>
            <a:ext cx="7467600" cy="4752975"/>
            <a:chOff x="838200" y="1600200"/>
            <a:chExt cx="7467600" cy="4752975"/>
          </a:xfrm>
        </p:grpSpPr>
        <p:pic>
          <p:nvPicPr>
            <p:cNvPr id="13" name="Picture 4" descr="f0441">
              <a:extLst>
                <a:ext uri="{FF2B5EF4-FFF2-40B4-BE49-F238E27FC236}">
                  <a16:creationId xmlns:a16="http://schemas.microsoft.com/office/drawing/2014/main" id="{DC3EB170-6EB3-4648-9726-DE31F31EC901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2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1600200"/>
              <a:ext cx="7467600" cy="47529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A114A7C-DBE7-48E1-9A7D-590EA8F6F45B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2286003" y="5319354"/>
              <a:ext cx="2319866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u="sng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00000010</a:t>
              </a:r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 00001001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61597B1-6E71-4BE7-B3C9-05C0006F5203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2529428" y="1981200"/>
              <a:ext cx="1223412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00001000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C87BAA8-4E97-47A2-909F-33F4465A5381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7000920" y="5452646"/>
              <a:ext cx="619080" cy="338554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done</a:t>
              </a:r>
            </a:p>
          </p:txBody>
        </p:sp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0C51012E-0E35-4230-B279-15D8554E343E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 rot="16200000">
              <a:off x="4354926" y="3607305"/>
              <a:ext cx="242980" cy="2019969"/>
            </a:xfrm>
            <a:prstGeom prst="rightBrace">
              <a:avLst>
                <a:gd name="adj1" fmla="val 35641"/>
                <a:gd name="adj2" fmla="val 5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C6D445A-ECD7-4501-92DF-9380290957C7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3505201" y="4191000"/>
              <a:ext cx="1981199" cy="338554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</a:rPr>
                <a:t>Dividend/Quotient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ACB6C15-F947-4BA3-A52B-A260760690AD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1434900" y="4709846"/>
              <a:ext cx="1235466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right-shift</a:t>
              </a:r>
            </a:p>
          </p:txBody>
        </p:sp>
      </p:grpSp>
      <p:graphicFrame>
        <p:nvGraphicFramePr>
          <p:cNvPr id="5" name="Group 124">
            <a:extLst>
              <a:ext uri="{FF2B5EF4-FFF2-40B4-BE49-F238E27FC236}">
                <a16:creationId xmlns:a16="http://schemas.microsoft.com/office/drawing/2014/main" id="{FAA14827-B8DB-4DED-A895-D41666FDE24B}"/>
              </a:ext>
            </a:extLst>
          </p:cNvPr>
          <p:cNvGraphicFramePr>
            <a:graphicFrameLocks noGrp="1"/>
          </p:cNvGraphicFramePr>
          <p:nvPr>
            <p:custDataLst>
              <p:tags r:id="rId11"/>
            </p:custDataLst>
          </p:nvPr>
        </p:nvGraphicFramePr>
        <p:xfrm>
          <a:off x="4953000" y="228600"/>
          <a:ext cx="4083051" cy="2266992"/>
        </p:xfrm>
        <a:graphic>
          <a:graphicData uri="http://schemas.openxmlformats.org/drawingml/2006/table">
            <a:tbl>
              <a:tblPr/>
              <a:tblGrid>
                <a:gridCol w="717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07464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Quotient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Divisor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Dividend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Remainder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8750466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8BC8C78-20C7-4715-A2AB-9258E0B24DDA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Non-Restoring Division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1649ED1-8865-4802-9998-DF52AC47958A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Restoring division takes 2 ALU cycles per bit position</a:t>
            </a:r>
          </a:p>
          <a:p>
            <a:pPr lvl="1" eaLnBrk="1" hangingPunct="1"/>
            <a:r>
              <a:rPr lang="en-US" altLang="en-US" sz="2400" dirty="0"/>
              <a:t>1 cycle to check for divisibility (i.e., subtraction)</a:t>
            </a:r>
          </a:p>
          <a:p>
            <a:pPr lvl="1" eaLnBrk="1" hangingPunct="1"/>
            <a:r>
              <a:rPr lang="en-US" altLang="en-US" sz="2400" dirty="0"/>
              <a:t>1 cycle to restore if needed (i.e., addition)</a:t>
            </a:r>
          </a:p>
          <a:p>
            <a:pPr eaLnBrk="1" hangingPunct="1"/>
            <a:r>
              <a:rPr lang="en-US" altLang="en-US" sz="2800" b="1" dirty="0"/>
              <a:t>Non-restoring division: </a:t>
            </a:r>
            <a:r>
              <a:rPr lang="en-US" altLang="en-US" sz="2800" dirty="0"/>
              <a:t>reduce to 1 cycle per bit position</a:t>
            </a:r>
          </a:p>
          <a:p>
            <a:pPr lvl="1" eaLnBrk="1" hangingPunct="1"/>
            <a:r>
              <a:rPr lang="en-US" altLang="en-US" sz="2400" dirty="0"/>
              <a:t>First, subtract: </a:t>
            </a:r>
            <a:r>
              <a:rPr lang="en-US" altLang="en-US" sz="2400" dirty="0" err="1"/>
              <a:t>rem</a:t>
            </a:r>
            <a:r>
              <a:rPr lang="en-US" altLang="en-US" sz="2400" baseline="-25000" dirty="0" err="1"/>
              <a:t>i</a:t>
            </a:r>
            <a:r>
              <a:rPr lang="en-US" altLang="en-US" sz="2400" dirty="0"/>
              <a:t> = rem</a:t>
            </a:r>
            <a:r>
              <a:rPr lang="en-US" altLang="en-US" sz="2400" baseline="-25000" dirty="0"/>
              <a:t>i-1</a:t>
            </a:r>
            <a:r>
              <a:rPr lang="en-US" altLang="en-US" sz="2400" dirty="0"/>
              <a:t> – divisor</a:t>
            </a:r>
            <a:endParaRPr lang="en-US" altLang="en-US" sz="2400" dirty="0">
              <a:solidFill>
                <a:srgbClr val="FF0000"/>
              </a:solidFill>
            </a:endParaRPr>
          </a:p>
          <a:p>
            <a:pPr lvl="1" eaLnBrk="1" hangingPunct="1"/>
            <a:r>
              <a:rPr lang="en-US" altLang="en-US" sz="2400" dirty="0"/>
              <a:t>If </a:t>
            </a:r>
            <a:r>
              <a:rPr lang="en-US" altLang="en-US" sz="2400" dirty="0" err="1"/>
              <a:t>rem</a:t>
            </a:r>
            <a:r>
              <a:rPr lang="en-US" altLang="en-US" sz="2400" baseline="-25000" dirty="0" err="1"/>
              <a:t>i</a:t>
            </a:r>
            <a:r>
              <a:rPr lang="en-US" altLang="en-US" sz="2400" dirty="0"/>
              <a:t> &lt; 0, don’t restore yet:</a:t>
            </a:r>
          </a:p>
          <a:p>
            <a:pPr lvl="2" eaLnBrk="1" hangingPunct="1"/>
            <a:r>
              <a:rPr lang="en-US" altLang="en-US" sz="2000" dirty="0"/>
              <a:t>Correct rem</a:t>
            </a:r>
            <a:r>
              <a:rPr lang="en-US" altLang="en-US" sz="2000" baseline="-25000" dirty="0"/>
              <a:t>i+1</a:t>
            </a:r>
            <a:r>
              <a:rPr lang="en-US" altLang="en-US" sz="2000" dirty="0"/>
              <a:t> = ((</a:t>
            </a:r>
            <a:r>
              <a:rPr lang="en-US" altLang="en-US" sz="2000" dirty="0" err="1"/>
              <a:t>rem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 + divisor) &lt;&lt; 1) – divisor</a:t>
            </a:r>
          </a:p>
          <a:p>
            <a:pPr lvl="2" eaLnBrk="1" hangingPunct="1"/>
            <a:r>
              <a:rPr lang="en-US" altLang="en-US" sz="2000" dirty="0"/>
              <a:t>= (</a:t>
            </a:r>
            <a:r>
              <a:rPr lang="en-US" altLang="en-US" sz="2000" dirty="0" err="1"/>
              <a:t>rem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 + divisor)*2 – divisor = </a:t>
            </a:r>
            <a:r>
              <a:rPr lang="en-US" altLang="en-US" sz="2000" dirty="0" err="1"/>
              <a:t>rem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 + divisor</a:t>
            </a:r>
          </a:p>
          <a:p>
            <a:pPr lvl="1" eaLnBrk="1" hangingPunct="1"/>
            <a:r>
              <a:rPr lang="en-US" altLang="en-US" sz="2400" dirty="0"/>
              <a:t>Thus if </a:t>
            </a:r>
            <a:r>
              <a:rPr lang="en-US" altLang="en-US" sz="2400" dirty="0" err="1"/>
              <a:t>rem</a:t>
            </a:r>
            <a:r>
              <a:rPr lang="en-US" altLang="en-US" sz="2400" baseline="-25000" dirty="0" err="1"/>
              <a:t>i</a:t>
            </a:r>
            <a:r>
              <a:rPr lang="en-US" altLang="en-US" sz="2400" dirty="0"/>
              <a:t> &lt; 0, </a:t>
            </a:r>
            <a:r>
              <a:rPr lang="en-US" altLang="en-US" sz="2400" b="1" dirty="0"/>
              <a:t>add</a:t>
            </a:r>
            <a:r>
              <a:rPr lang="en-US" altLang="en-US" sz="2400" dirty="0"/>
              <a:t> instead of subtract next:</a:t>
            </a:r>
          </a:p>
          <a:p>
            <a:pPr lvl="2" eaLnBrk="1" hangingPunct="1"/>
            <a:r>
              <a:rPr lang="en-US" altLang="en-US" sz="2000" dirty="0"/>
              <a:t>rem</a:t>
            </a:r>
            <a:r>
              <a:rPr lang="en-US" altLang="en-US" sz="2000" baseline="-25000" dirty="0"/>
              <a:t>i+1</a:t>
            </a:r>
            <a:r>
              <a:rPr lang="en-US" altLang="en-US" sz="2000" dirty="0"/>
              <a:t> = </a:t>
            </a:r>
            <a:r>
              <a:rPr lang="en-US" altLang="en-US" sz="2000" dirty="0" err="1"/>
              <a:t>rem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 + divisor</a:t>
            </a:r>
          </a:p>
        </p:txBody>
      </p:sp>
      <p:sp>
        <p:nvSpPr>
          <p:cNvPr id="32772" name="Slide Number Placeholder 5">
            <a:extLst>
              <a:ext uri="{FF2B5EF4-FFF2-40B4-BE49-F238E27FC236}">
                <a16:creationId xmlns:a16="http://schemas.microsoft.com/office/drawing/2014/main" id="{EA68EB3B-B2A4-47B4-AD38-DFF164F830F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90441B5E-56C3-4EC0-BC5C-A353E544CC40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51298655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Slide Number Placeholder 5">
            <a:extLst>
              <a:ext uri="{FF2B5EF4-FFF2-40B4-BE49-F238E27FC236}">
                <a16:creationId xmlns:a16="http://schemas.microsoft.com/office/drawing/2014/main" id="{1B144D0D-EDD8-4CB0-B304-CAFD5A8357B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922414B6-292B-4967-BBC7-199EC7D8A196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pic>
        <p:nvPicPr>
          <p:cNvPr id="12292" name="Picture 4" descr="f0441">
            <a:extLst>
              <a:ext uri="{FF2B5EF4-FFF2-40B4-BE49-F238E27FC236}">
                <a16:creationId xmlns:a16="http://schemas.microsoft.com/office/drawing/2014/main" id="{DD535943-BE0B-4780-95D2-DC441A9B3065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00200"/>
            <a:ext cx="7467600" cy="4752975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AEF24F0A-4BA5-42DC-9275-8DB85D0FD7B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4"/>
            </p:custDataLst>
          </p:nvPr>
        </p:nvSpPr>
        <p:spPr>
          <a:xfrm>
            <a:off x="457200" y="274638"/>
            <a:ext cx="4343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Non-Restoring Division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F3FF6D-E48A-4F1E-867C-32338C7EDF9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286000" y="5319354"/>
            <a:ext cx="2319866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00000000 01001010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6BB246-A409-42B6-93EE-1C4291D1938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529428" y="1981200"/>
            <a:ext cx="122341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00001000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18039FC8-B168-404A-A778-15344E027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 rot="16200000">
            <a:off x="4354926" y="3607305"/>
            <a:ext cx="242980" cy="2019969"/>
          </a:xfrm>
          <a:prstGeom prst="rightBrace">
            <a:avLst>
              <a:gd name="adj1" fmla="val 35641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81303C-D997-4ABD-84B6-8B2D5DCFDDB8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505201" y="4191000"/>
            <a:ext cx="198119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</a:rPr>
              <a:t>Dividend/Quotient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26F37DA-3753-4AC4-BBCA-C214939E84A1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838200" y="1600200"/>
            <a:ext cx="7467600" cy="4752975"/>
            <a:chOff x="838200" y="1600200"/>
            <a:chExt cx="7467600" cy="4752975"/>
          </a:xfrm>
        </p:grpSpPr>
        <p:pic>
          <p:nvPicPr>
            <p:cNvPr id="12" name="Picture 4" descr="f0441">
              <a:extLst>
                <a:ext uri="{FF2B5EF4-FFF2-40B4-BE49-F238E27FC236}">
                  <a16:creationId xmlns:a16="http://schemas.microsoft.com/office/drawing/2014/main" id="{EC9EA791-0958-4CBA-8AE1-DAF2717CF911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1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1600200"/>
              <a:ext cx="7467600" cy="47529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84907B-0155-468C-B5BC-CA290646E004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286000" y="5319354"/>
              <a:ext cx="2319866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00000000 1001010</a:t>
              </a:r>
              <a:r>
                <a:rPr lang="en-US" sz="2000" b="1" u="sng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98C318C-4418-4E05-8ED3-E412EFE485BA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2529428" y="1981200"/>
              <a:ext cx="1223412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00001000</a:t>
              </a:r>
            </a:p>
          </p:txBody>
        </p:sp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D16F81CB-6BD5-4587-AD2F-454C08E628A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 rot="16200000">
              <a:off x="4354926" y="3607305"/>
              <a:ext cx="242980" cy="2019969"/>
            </a:xfrm>
            <a:prstGeom prst="rightBrace">
              <a:avLst>
                <a:gd name="adj1" fmla="val 35641"/>
                <a:gd name="adj2" fmla="val 5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8AE8BA2-F9B5-474E-99AF-5E80BCE92F8A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3505201" y="4191000"/>
              <a:ext cx="1981199" cy="338554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</a:rPr>
                <a:t>Dividend/Quotient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584B5D7-D0F2-4140-81A2-BC84EBA80495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434900" y="4709846"/>
              <a:ext cx="1726498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left-shift in a 0</a:t>
              </a:r>
            </a:p>
          </p:txBody>
        </p:sp>
      </p:grpSp>
      <p:graphicFrame>
        <p:nvGraphicFramePr>
          <p:cNvPr id="5" name="Group 124">
            <a:extLst>
              <a:ext uri="{FF2B5EF4-FFF2-40B4-BE49-F238E27FC236}">
                <a16:creationId xmlns:a16="http://schemas.microsoft.com/office/drawing/2014/main" id="{FAA14827-B8DB-4DED-A895-D41666FDE24B}"/>
              </a:ext>
            </a:extLst>
          </p:cNvPr>
          <p:cNvGraphicFramePr>
            <a:graphicFrameLocks noGrp="1"/>
          </p:cNvGraphicFramePr>
          <p:nvPr>
            <p:custDataLst>
              <p:tags r:id="rId10"/>
            </p:custDataLst>
          </p:nvPr>
        </p:nvGraphicFramePr>
        <p:xfrm>
          <a:off x="4953000" y="228600"/>
          <a:ext cx="4083051" cy="2266992"/>
        </p:xfrm>
        <a:graphic>
          <a:graphicData uri="http://schemas.openxmlformats.org/drawingml/2006/table">
            <a:tbl>
              <a:tblPr/>
              <a:tblGrid>
                <a:gridCol w="717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07464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Quotient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Divisor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Dividend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Remainder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0788676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Slide Number Placeholder 5">
            <a:extLst>
              <a:ext uri="{FF2B5EF4-FFF2-40B4-BE49-F238E27FC236}">
                <a16:creationId xmlns:a16="http://schemas.microsoft.com/office/drawing/2014/main" id="{1B144D0D-EDD8-4CB0-B304-CAFD5A8357B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922414B6-292B-4967-BBC7-199EC7D8A196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pic>
        <p:nvPicPr>
          <p:cNvPr id="12292" name="Picture 4" descr="f0441">
            <a:extLst>
              <a:ext uri="{FF2B5EF4-FFF2-40B4-BE49-F238E27FC236}">
                <a16:creationId xmlns:a16="http://schemas.microsoft.com/office/drawing/2014/main" id="{DD535943-BE0B-4780-95D2-DC441A9B3065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00200"/>
            <a:ext cx="7467600" cy="4752975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AEF24F0A-4BA5-42DC-9275-8DB85D0FD7B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4"/>
            </p:custDataLst>
          </p:nvPr>
        </p:nvSpPr>
        <p:spPr>
          <a:xfrm>
            <a:off x="457200" y="274638"/>
            <a:ext cx="4343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Non-Restoring Division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F3FF6D-E48A-4F1E-867C-32338C7EDF9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286001" y="5319354"/>
            <a:ext cx="2319866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11111000 10010100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6BB246-A409-42B6-93EE-1C4291D1938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529428" y="1981200"/>
            <a:ext cx="122341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00001000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114B0C-9B58-4B3C-BA63-AC8B62AB853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781800" y="4419600"/>
            <a:ext cx="2123017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remainder ≥ 0? no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55E80055-5EC6-4C2D-AD60-AECB7ADF7FD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 rot="16200000">
            <a:off x="4354926" y="3607305"/>
            <a:ext cx="242980" cy="2019969"/>
          </a:xfrm>
          <a:prstGeom prst="rightBrace">
            <a:avLst>
              <a:gd name="adj1" fmla="val 35641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0A3B15-B608-4336-929E-BA88BF855AEE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505201" y="4191000"/>
            <a:ext cx="198119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</a:rPr>
              <a:t>Dividend/Quotient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60667F-8F80-47D2-A29B-2973506B2BE4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752600" y="2590800"/>
            <a:ext cx="1402415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remainder – divisor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A80C430-55EB-4131-94EE-359543B41A15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838200" y="1600200"/>
            <a:ext cx="8066617" cy="4752975"/>
            <a:chOff x="838200" y="1600200"/>
            <a:chExt cx="8066617" cy="4752975"/>
          </a:xfrm>
        </p:grpSpPr>
        <p:pic>
          <p:nvPicPr>
            <p:cNvPr id="14" name="Picture 4" descr="f0441">
              <a:extLst>
                <a:ext uri="{FF2B5EF4-FFF2-40B4-BE49-F238E27FC236}">
                  <a16:creationId xmlns:a16="http://schemas.microsoft.com/office/drawing/2014/main" id="{2AFB1A4F-F485-459C-A557-6D369B3D7DD6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3"/>
              </p:custDataLst>
            </p:nvPr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1600200"/>
              <a:ext cx="7467600" cy="47529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9D3151C-95B9-4D85-AE7F-08E79E2B1C94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2286003" y="5319354"/>
              <a:ext cx="2319866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11110001 0010100</a:t>
              </a:r>
              <a:r>
                <a:rPr lang="en-US" sz="2000" b="1" u="sng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0CFEA5C-6C1A-4A70-A57A-9868F56BB68D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29428" y="1981200"/>
              <a:ext cx="1223412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00001000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BDB8AA3-63B2-4AC5-B469-44605DF7143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781800" y="4419600"/>
              <a:ext cx="2123017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≥ 0? no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0D331AD-1871-4A3B-A864-54A58106AC2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3691091" y="3289171"/>
              <a:ext cx="1185709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next: add</a:t>
              </a:r>
            </a:p>
          </p:txBody>
        </p:sp>
        <p:sp>
          <p:nvSpPr>
            <p:cNvPr id="19" name="Right Brace 18">
              <a:extLst>
                <a:ext uri="{FF2B5EF4-FFF2-40B4-BE49-F238E27FC236}">
                  <a16:creationId xmlns:a16="http://schemas.microsoft.com/office/drawing/2014/main" id="{C95F440E-7077-4065-93DB-18FAC831555F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 rot="16200000">
              <a:off x="4354926" y="3607305"/>
              <a:ext cx="242980" cy="2019969"/>
            </a:xfrm>
            <a:prstGeom prst="rightBrace">
              <a:avLst>
                <a:gd name="adj1" fmla="val 35641"/>
                <a:gd name="adj2" fmla="val 5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4834FA7-3BFA-4912-BAF3-8DA11A39B49E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3505201" y="4191000"/>
              <a:ext cx="1981199" cy="338554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</a:rPr>
                <a:t>Dividend/Quotient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5A45D07-F062-4091-9F0C-D04D71A46CC6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1434900" y="4709846"/>
              <a:ext cx="1726498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left-shift in a 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F11D0D9-ACE3-4A24-8FF8-E33518734434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>
            <a:xfrm>
              <a:off x="1752600" y="2590800"/>
              <a:ext cx="1402415" cy="707886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– divisor</a:t>
              </a:r>
            </a:p>
          </p:txBody>
        </p:sp>
      </p:grpSp>
      <p:graphicFrame>
        <p:nvGraphicFramePr>
          <p:cNvPr id="5" name="Group 124">
            <a:extLst>
              <a:ext uri="{FF2B5EF4-FFF2-40B4-BE49-F238E27FC236}">
                <a16:creationId xmlns:a16="http://schemas.microsoft.com/office/drawing/2014/main" id="{FAA14827-B8DB-4DED-A895-D41666FDE24B}"/>
              </a:ext>
            </a:extLst>
          </p:cNvPr>
          <p:cNvGraphicFramePr>
            <a:graphicFrameLocks noGrp="1"/>
          </p:cNvGraphicFramePr>
          <p:nvPr>
            <p:custDataLst>
              <p:tags r:id="rId12"/>
            </p:custDataLst>
          </p:nvPr>
        </p:nvGraphicFramePr>
        <p:xfrm>
          <a:off x="4953000" y="228600"/>
          <a:ext cx="4083051" cy="2266992"/>
        </p:xfrm>
        <a:graphic>
          <a:graphicData uri="http://schemas.openxmlformats.org/drawingml/2006/table">
            <a:tbl>
              <a:tblPr/>
              <a:tblGrid>
                <a:gridCol w="717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07464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Quotient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Divisor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Dividend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Remainder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1536062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Slide Number Placeholder 5">
            <a:extLst>
              <a:ext uri="{FF2B5EF4-FFF2-40B4-BE49-F238E27FC236}">
                <a16:creationId xmlns:a16="http://schemas.microsoft.com/office/drawing/2014/main" id="{1B144D0D-EDD8-4CB0-B304-CAFD5A8357B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922414B6-292B-4967-BBC7-199EC7D8A196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pic>
        <p:nvPicPr>
          <p:cNvPr id="12292" name="Picture 4" descr="f0441">
            <a:extLst>
              <a:ext uri="{FF2B5EF4-FFF2-40B4-BE49-F238E27FC236}">
                <a16:creationId xmlns:a16="http://schemas.microsoft.com/office/drawing/2014/main" id="{DD535943-BE0B-4780-95D2-DC441A9B3065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00200"/>
            <a:ext cx="7467600" cy="4752975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AEF24F0A-4BA5-42DC-9275-8DB85D0FD7B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4"/>
            </p:custDataLst>
          </p:nvPr>
        </p:nvSpPr>
        <p:spPr>
          <a:xfrm>
            <a:off x="457200" y="274638"/>
            <a:ext cx="4343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Non-Restoring Division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F3FF6D-E48A-4F1E-867C-32338C7EDF9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286003" y="5319354"/>
            <a:ext cx="2319866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11111001 00101000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6BB246-A409-42B6-93EE-1C4291D1938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529428" y="1981200"/>
            <a:ext cx="122341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00001000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B3189E-9B73-447A-9658-8DFE8EED6121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691091" y="3289171"/>
            <a:ext cx="118570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next: add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167439FB-0422-4683-9466-8B4B9C1A76F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 rot="16200000">
            <a:off x="4354926" y="3607305"/>
            <a:ext cx="242980" cy="2019969"/>
          </a:xfrm>
          <a:prstGeom prst="rightBrace">
            <a:avLst>
              <a:gd name="adj1" fmla="val 35641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B025BB-0E78-47D1-B3E3-44E2F0EBD1D9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505201" y="4191000"/>
            <a:ext cx="198119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</a:rPr>
              <a:t>Dividend/Quotient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B2B393-A899-4741-B88B-7721269CFB2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752600" y="2590800"/>
            <a:ext cx="1402415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remainder + divisor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E394ED-55A2-4DB3-A0DB-26B440FBF35B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781800" y="4419600"/>
            <a:ext cx="2123017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remainder ≥ 0? no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DA5CAD8-F036-4C19-9BAA-FE1085248D46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838200" y="1600200"/>
            <a:ext cx="8066617" cy="4752975"/>
            <a:chOff x="838200" y="1600200"/>
            <a:chExt cx="8066617" cy="4752975"/>
          </a:xfrm>
        </p:grpSpPr>
        <p:pic>
          <p:nvPicPr>
            <p:cNvPr id="15" name="Picture 4" descr="f0441">
              <a:extLst>
                <a:ext uri="{FF2B5EF4-FFF2-40B4-BE49-F238E27FC236}">
                  <a16:creationId xmlns:a16="http://schemas.microsoft.com/office/drawing/2014/main" id="{99EFE5CD-0244-4928-800D-CA2055781D5D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4"/>
              </p:custDataLst>
            </p:nvPr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1600200"/>
              <a:ext cx="7467600" cy="47529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E1C024E-AA2B-45C4-A52B-006E770231F0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257149" y="5319354"/>
              <a:ext cx="2377575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11110010 0101000</a:t>
              </a:r>
              <a:r>
                <a:rPr lang="en-US" sz="2000" b="1" u="sng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0EF86EB-3727-4D76-A2E0-AC1A8DB923CC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29428" y="1981200"/>
              <a:ext cx="1223412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00001000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257C3DE-8723-417B-9568-9BCF1F78AEEA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3691091" y="3289171"/>
              <a:ext cx="1185709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next: add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B4E47A3-154D-490D-84E5-78D4FC08F0F2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6781800" y="4419600"/>
              <a:ext cx="2123017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≥ 0? no</a:t>
              </a:r>
            </a:p>
          </p:txBody>
        </p:sp>
        <p:sp>
          <p:nvSpPr>
            <p:cNvPr id="20" name="Right Brace 19">
              <a:extLst>
                <a:ext uri="{FF2B5EF4-FFF2-40B4-BE49-F238E27FC236}">
                  <a16:creationId xmlns:a16="http://schemas.microsoft.com/office/drawing/2014/main" id="{B0BC1411-FC6C-418A-AB50-EFEB9907D84D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 rot="16200000">
              <a:off x="4354926" y="3607305"/>
              <a:ext cx="242980" cy="2019969"/>
            </a:xfrm>
            <a:prstGeom prst="rightBrace">
              <a:avLst>
                <a:gd name="adj1" fmla="val 35641"/>
                <a:gd name="adj2" fmla="val 5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DB4182E-F356-40EB-A1E3-626A5DA93A24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3505201" y="4191000"/>
              <a:ext cx="1981199" cy="338554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</a:rPr>
                <a:t>Dividend/Quotient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2E66DBE-F1D0-4759-9DB9-8164B72C37B0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>
            <a:xfrm>
              <a:off x="1434900" y="4709846"/>
              <a:ext cx="1726498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left-shift in a 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2174298-342F-40B9-BBB1-B2C0F42042B6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1752600" y="2590800"/>
              <a:ext cx="1402415" cy="707886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+ divisor</a:t>
              </a:r>
            </a:p>
          </p:txBody>
        </p:sp>
      </p:grpSp>
      <p:graphicFrame>
        <p:nvGraphicFramePr>
          <p:cNvPr id="5" name="Group 124">
            <a:extLst>
              <a:ext uri="{FF2B5EF4-FFF2-40B4-BE49-F238E27FC236}">
                <a16:creationId xmlns:a16="http://schemas.microsoft.com/office/drawing/2014/main" id="{FAA14827-B8DB-4DED-A895-D41666FDE24B}"/>
              </a:ext>
            </a:extLst>
          </p:cNvPr>
          <p:cNvGraphicFramePr>
            <a:graphicFrameLocks noGrp="1"/>
          </p:cNvGraphicFramePr>
          <p:nvPr>
            <p:custDataLst>
              <p:tags r:id="rId13"/>
            </p:custDataLst>
          </p:nvPr>
        </p:nvGraphicFramePr>
        <p:xfrm>
          <a:off x="4953000" y="228600"/>
          <a:ext cx="4083051" cy="2266992"/>
        </p:xfrm>
        <a:graphic>
          <a:graphicData uri="http://schemas.openxmlformats.org/drawingml/2006/table">
            <a:tbl>
              <a:tblPr/>
              <a:tblGrid>
                <a:gridCol w="717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07464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Quotient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Divisor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Dividend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Remainder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2288036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Slide Number Placeholder 5">
            <a:extLst>
              <a:ext uri="{FF2B5EF4-FFF2-40B4-BE49-F238E27FC236}">
                <a16:creationId xmlns:a16="http://schemas.microsoft.com/office/drawing/2014/main" id="{1B144D0D-EDD8-4CB0-B304-CAFD5A8357B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922414B6-292B-4967-BBC7-199EC7D8A196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pic>
        <p:nvPicPr>
          <p:cNvPr id="12292" name="Picture 4" descr="f0441">
            <a:extLst>
              <a:ext uri="{FF2B5EF4-FFF2-40B4-BE49-F238E27FC236}">
                <a16:creationId xmlns:a16="http://schemas.microsoft.com/office/drawing/2014/main" id="{DD535943-BE0B-4780-95D2-DC441A9B3065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00200"/>
            <a:ext cx="7467600" cy="4752975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AEF24F0A-4BA5-42DC-9275-8DB85D0FD7B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4"/>
            </p:custDataLst>
          </p:nvPr>
        </p:nvSpPr>
        <p:spPr>
          <a:xfrm>
            <a:off x="457200" y="274638"/>
            <a:ext cx="4343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Non-Restoring Division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F3FF6D-E48A-4F1E-867C-32338C7EDF9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286005" y="5319354"/>
            <a:ext cx="2319866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11111001 01000</a:t>
            </a:r>
            <a:r>
              <a:rPr lang="en-US" sz="2000" b="1" u="sng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6BB246-A409-42B6-93EE-1C4291D1938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529428" y="1981200"/>
            <a:ext cx="122341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00001000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0B7CB2-B5C8-42DB-BD66-68C53057C152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691091" y="3289171"/>
            <a:ext cx="118570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next: add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A4E514-CB6B-449A-A56A-7B4DD0C919F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818844" y="5791200"/>
            <a:ext cx="1096775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skip ahead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7151C68B-E48F-4D52-BB8B-20B83C7BBF25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 rot="16200000">
            <a:off x="4354926" y="3607305"/>
            <a:ext cx="242980" cy="2019969"/>
          </a:xfrm>
          <a:prstGeom prst="rightBrace">
            <a:avLst>
              <a:gd name="adj1" fmla="val 35641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739006-549A-4D31-8450-D23641D08D1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505201" y="4191000"/>
            <a:ext cx="198119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</a:rPr>
              <a:t>Dividend/Quotient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530D208-D2DB-4565-8553-93DB76792EED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838200" y="1600200"/>
            <a:ext cx="8124325" cy="4752975"/>
            <a:chOff x="838200" y="1600200"/>
            <a:chExt cx="8124325" cy="4752975"/>
          </a:xfrm>
        </p:grpSpPr>
        <p:pic>
          <p:nvPicPr>
            <p:cNvPr id="14" name="Picture 4" descr="f0441">
              <a:extLst>
                <a:ext uri="{FF2B5EF4-FFF2-40B4-BE49-F238E27FC236}">
                  <a16:creationId xmlns:a16="http://schemas.microsoft.com/office/drawing/2014/main" id="{91FB37FD-E34A-4DFC-B1EE-C70D442A2F63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23"/>
              </p:custDataLst>
            </p:nvPr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1600200"/>
              <a:ext cx="7467600" cy="47529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6F3F7E8-3182-4140-A894-6C2212AF1B8C}"/>
                </a:ext>
              </a:extLst>
            </p:cNvPr>
            <p:cNvSpPr txBox="1"/>
            <p:nvPr>
              <p:custDataLst>
                <p:tags r:id="rId24"/>
              </p:custDataLst>
            </p:nvPr>
          </p:nvSpPr>
          <p:spPr>
            <a:xfrm>
              <a:off x="2286003" y="5319354"/>
              <a:ext cx="2319866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00000001 01000000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0FF10DE-00BB-49C8-B9CD-4B14192E8A81}"/>
                </a:ext>
              </a:extLst>
            </p:cNvPr>
            <p:cNvSpPr txBox="1"/>
            <p:nvPr>
              <p:custDataLst>
                <p:tags r:id="rId25"/>
              </p:custDataLst>
            </p:nvPr>
          </p:nvSpPr>
          <p:spPr>
            <a:xfrm>
              <a:off x="2529428" y="1981200"/>
              <a:ext cx="1223412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00001000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B90327F-A8BA-4071-83ED-C5D5ED7A99E5}"/>
                </a:ext>
              </a:extLst>
            </p:cNvPr>
            <p:cNvSpPr txBox="1"/>
            <p:nvPr>
              <p:custDataLst>
                <p:tags r:id="rId26"/>
              </p:custDataLst>
            </p:nvPr>
          </p:nvSpPr>
          <p:spPr>
            <a:xfrm>
              <a:off x="6781800" y="4419600"/>
              <a:ext cx="2180725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≥ 0? yes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159570B-1413-41EB-8FA7-6EAED9252782}"/>
                </a:ext>
              </a:extLst>
            </p:cNvPr>
            <p:cNvSpPr txBox="1"/>
            <p:nvPr>
              <p:custDataLst>
                <p:tags r:id="rId27"/>
              </p:custDataLst>
            </p:nvPr>
          </p:nvSpPr>
          <p:spPr>
            <a:xfrm>
              <a:off x="3691091" y="3289171"/>
              <a:ext cx="1185709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next: add</a:t>
              </a:r>
            </a:p>
          </p:txBody>
        </p:sp>
        <p:sp>
          <p:nvSpPr>
            <p:cNvPr id="19" name="Right Brace 18">
              <a:extLst>
                <a:ext uri="{FF2B5EF4-FFF2-40B4-BE49-F238E27FC236}">
                  <a16:creationId xmlns:a16="http://schemas.microsoft.com/office/drawing/2014/main" id="{DA19C8A2-D45C-44B7-93C5-7D0A0E45CE9C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 rot="16200000">
              <a:off x="4354926" y="3607305"/>
              <a:ext cx="242980" cy="2019969"/>
            </a:xfrm>
            <a:prstGeom prst="rightBrace">
              <a:avLst>
                <a:gd name="adj1" fmla="val 35641"/>
                <a:gd name="adj2" fmla="val 5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166513B-7A6E-4917-8B77-D3082FCAB6C7}"/>
                </a:ext>
              </a:extLst>
            </p:cNvPr>
            <p:cNvSpPr txBox="1"/>
            <p:nvPr>
              <p:custDataLst>
                <p:tags r:id="rId29"/>
              </p:custDataLst>
            </p:nvPr>
          </p:nvSpPr>
          <p:spPr>
            <a:xfrm>
              <a:off x="3505201" y="4191000"/>
              <a:ext cx="1981199" cy="338554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</a:rPr>
                <a:t>Dividend/Quotient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6FA80A9-D7C7-4A9E-8F1B-9117242EE89E}"/>
                </a:ext>
              </a:extLst>
            </p:cNvPr>
            <p:cNvSpPr txBox="1"/>
            <p:nvPr>
              <p:custDataLst>
                <p:tags r:id="rId30"/>
              </p:custDataLst>
            </p:nvPr>
          </p:nvSpPr>
          <p:spPr>
            <a:xfrm>
              <a:off x="1752600" y="2590800"/>
              <a:ext cx="1402415" cy="707886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+ divisor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B89E36F-87B7-464F-A950-D3759991A596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838200" y="1600200"/>
            <a:ext cx="8124325" cy="4752975"/>
            <a:chOff x="838200" y="1600200"/>
            <a:chExt cx="8124325" cy="4752975"/>
          </a:xfrm>
        </p:grpSpPr>
        <p:pic>
          <p:nvPicPr>
            <p:cNvPr id="23" name="Picture 4" descr="f0441">
              <a:extLst>
                <a:ext uri="{FF2B5EF4-FFF2-40B4-BE49-F238E27FC236}">
                  <a16:creationId xmlns:a16="http://schemas.microsoft.com/office/drawing/2014/main" id="{1055ACF6-EE8D-4615-9C07-B58E28EAEBCF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4"/>
              </p:custDataLst>
            </p:nvPr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1600200"/>
              <a:ext cx="7467600" cy="47529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235E614-72B3-4E91-950B-54E0E953A8F5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286003" y="5319354"/>
              <a:ext cx="2319866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00000010 1000000</a:t>
              </a:r>
              <a:r>
                <a:rPr lang="en-US" sz="2000" b="1" u="sng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84EC290-A2AB-4171-A1DD-003DB4104981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29428" y="1981200"/>
              <a:ext cx="1223412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00001000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7C5D382-51A3-4D97-A653-E12A4D59045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6781800" y="4419600"/>
              <a:ext cx="2180725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≥ 0? yes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493A298-B15D-4DB1-8211-840F3039EFDF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3691091" y="3289171"/>
              <a:ext cx="1161665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next: sub</a:t>
              </a:r>
            </a:p>
          </p:txBody>
        </p:sp>
        <p:sp>
          <p:nvSpPr>
            <p:cNvPr id="28" name="Right Brace 27">
              <a:extLst>
                <a:ext uri="{FF2B5EF4-FFF2-40B4-BE49-F238E27FC236}">
                  <a16:creationId xmlns:a16="http://schemas.microsoft.com/office/drawing/2014/main" id="{46ABBF73-70DF-497E-94F1-6B0543FC04E7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 rot="16200000">
              <a:off x="4354926" y="3607305"/>
              <a:ext cx="242980" cy="2019969"/>
            </a:xfrm>
            <a:prstGeom prst="rightBrace">
              <a:avLst>
                <a:gd name="adj1" fmla="val 35641"/>
                <a:gd name="adj2" fmla="val 5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C11835B-E06D-44B7-8DE3-E322E6C171A8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3505201" y="4191000"/>
              <a:ext cx="1981199" cy="338554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</a:rPr>
                <a:t>Dividend/Quotient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4274510-11A2-4A2D-A375-E2BB793945DF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>
            <a:xfrm>
              <a:off x="1434900" y="4709846"/>
              <a:ext cx="1726498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left-shift in a 1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0361EA1-BC16-455C-B0A0-DA83700E8DF9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1752600" y="2590800"/>
              <a:ext cx="1402415" cy="707886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+ divisor</a:t>
              </a:r>
            </a:p>
          </p:txBody>
        </p:sp>
      </p:grpSp>
      <p:graphicFrame>
        <p:nvGraphicFramePr>
          <p:cNvPr id="5" name="Group 124">
            <a:extLst>
              <a:ext uri="{FF2B5EF4-FFF2-40B4-BE49-F238E27FC236}">
                <a16:creationId xmlns:a16="http://schemas.microsoft.com/office/drawing/2014/main" id="{FAA14827-B8DB-4DED-A895-D41666FDE24B}"/>
              </a:ext>
            </a:extLst>
          </p:cNvPr>
          <p:cNvGraphicFramePr>
            <a:graphicFrameLocks noGrp="1"/>
          </p:cNvGraphicFramePr>
          <p:nvPr>
            <p:custDataLst>
              <p:tags r:id="rId13"/>
            </p:custDataLst>
          </p:nvPr>
        </p:nvGraphicFramePr>
        <p:xfrm>
          <a:off x="4953000" y="228600"/>
          <a:ext cx="4083051" cy="2266992"/>
        </p:xfrm>
        <a:graphic>
          <a:graphicData uri="http://schemas.openxmlformats.org/drawingml/2006/table">
            <a:tbl>
              <a:tblPr/>
              <a:tblGrid>
                <a:gridCol w="717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07464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Quotient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Divisor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Dividend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Remainder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657531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Slide Number Placeholder 5">
            <a:extLst>
              <a:ext uri="{FF2B5EF4-FFF2-40B4-BE49-F238E27FC236}">
                <a16:creationId xmlns:a16="http://schemas.microsoft.com/office/drawing/2014/main" id="{1B144D0D-EDD8-4CB0-B304-CAFD5A8357B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922414B6-292B-4967-BBC7-199EC7D8A196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pic>
        <p:nvPicPr>
          <p:cNvPr id="12292" name="Picture 4" descr="f0441">
            <a:extLst>
              <a:ext uri="{FF2B5EF4-FFF2-40B4-BE49-F238E27FC236}">
                <a16:creationId xmlns:a16="http://schemas.microsoft.com/office/drawing/2014/main" id="{DD535943-BE0B-4780-95D2-DC441A9B3065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00200"/>
            <a:ext cx="7467600" cy="4752975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AEF24F0A-4BA5-42DC-9275-8DB85D0FD7B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4"/>
            </p:custDataLst>
          </p:nvPr>
        </p:nvSpPr>
        <p:spPr>
          <a:xfrm>
            <a:off x="457200" y="274638"/>
            <a:ext cx="4343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Non-Restoring Division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F3FF6D-E48A-4F1E-867C-32338C7EDF9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286004" y="5319354"/>
            <a:ext cx="2319866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11111010 00000</a:t>
            </a:r>
            <a:r>
              <a:rPr lang="en-US" sz="2000" b="1" u="sng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100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6BB246-A409-42B6-93EE-1C4291D1938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529428" y="1981200"/>
            <a:ext cx="122341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00001000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94F7D1-E410-4247-B924-5E0987AF7E8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691091" y="3289171"/>
            <a:ext cx="118570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next: add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1B57CF-7CDA-49F1-BEB5-77500B29728C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818844" y="5791200"/>
            <a:ext cx="1096775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skip ahead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8A0CA38F-80F7-47E7-B0E8-5FC3F6DCF8E0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 rot="16200000">
            <a:off x="4354926" y="3607305"/>
            <a:ext cx="242980" cy="2019969"/>
          </a:xfrm>
          <a:prstGeom prst="rightBrace">
            <a:avLst>
              <a:gd name="adj1" fmla="val 35641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E95AD8-1FC4-4417-9E0F-2C3DEE470EA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505201" y="4191000"/>
            <a:ext cx="198119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</a:rPr>
              <a:t>Dividend/Quotient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E6C4F7C-085B-4992-9416-6D76F710C800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838200" y="1600200"/>
            <a:ext cx="8124325" cy="4752975"/>
            <a:chOff x="838200" y="1600200"/>
            <a:chExt cx="8124325" cy="4752975"/>
          </a:xfrm>
        </p:grpSpPr>
        <p:pic>
          <p:nvPicPr>
            <p:cNvPr id="14" name="Picture 4" descr="f0441">
              <a:extLst>
                <a:ext uri="{FF2B5EF4-FFF2-40B4-BE49-F238E27FC236}">
                  <a16:creationId xmlns:a16="http://schemas.microsoft.com/office/drawing/2014/main" id="{E8A30364-C7DE-490E-9FCC-9E6BD5358A84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23"/>
              </p:custDataLst>
            </p:nvPr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1600200"/>
              <a:ext cx="7467600" cy="47529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6DE8BAC-3871-40CB-947E-41CF0FF9ADA6}"/>
                </a:ext>
              </a:extLst>
            </p:cNvPr>
            <p:cNvSpPr txBox="1"/>
            <p:nvPr>
              <p:custDataLst>
                <p:tags r:id="rId24"/>
              </p:custDataLst>
            </p:nvPr>
          </p:nvSpPr>
          <p:spPr>
            <a:xfrm>
              <a:off x="2286003" y="5319354"/>
              <a:ext cx="2319866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00000010 00000100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C107BFB-D945-4CF2-BED0-B9AACB6CAD7E}"/>
                </a:ext>
              </a:extLst>
            </p:cNvPr>
            <p:cNvSpPr txBox="1"/>
            <p:nvPr>
              <p:custDataLst>
                <p:tags r:id="rId25"/>
              </p:custDataLst>
            </p:nvPr>
          </p:nvSpPr>
          <p:spPr>
            <a:xfrm>
              <a:off x="2529428" y="1981200"/>
              <a:ext cx="1223412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00001000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6A88FD5-3ABB-4124-AF88-71A96C46EFB3}"/>
                </a:ext>
              </a:extLst>
            </p:cNvPr>
            <p:cNvSpPr txBox="1"/>
            <p:nvPr>
              <p:custDataLst>
                <p:tags r:id="rId26"/>
              </p:custDataLst>
            </p:nvPr>
          </p:nvSpPr>
          <p:spPr>
            <a:xfrm>
              <a:off x="6781800" y="4419600"/>
              <a:ext cx="2180725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≥ 0? yes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BDCF0D0-B2CD-493A-99D2-BAF9E4713B74}"/>
                </a:ext>
              </a:extLst>
            </p:cNvPr>
            <p:cNvSpPr txBox="1"/>
            <p:nvPr>
              <p:custDataLst>
                <p:tags r:id="rId27"/>
              </p:custDataLst>
            </p:nvPr>
          </p:nvSpPr>
          <p:spPr>
            <a:xfrm>
              <a:off x="3691091" y="3289171"/>
              <a:ext cx="1185709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next: add</a:t>
              </a:r>
            </a:p>
          </p:txBody>
        </p:sp>
        <p:sp>
          <p:nvSpPr>
            <p:cNvPr id="19" name="Right Brace 18">
              <a:extLst>
                <a:ext uri="{FF2B5EF4-FFF2-40B4-BE49-F238E27FC236}">
                  <a16:creationId xmlns:a16="http://schemas.microsoft.com/office/drawing/2014/main" id="{64CA5511-D50B-4377-B91A-F25747B1391F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 rot="16200000">
              <a:off x="4354926" y="3607305"/>
              <a:ext cx="242980" cy="2019969"/>
            </a:xfrm>
            <a:prstGeom prst="rightBrace">
              <a:avLst>
                <a:gd name="adj1" fmla="val 35641"/>
                <a:gd name="adj2" fmla="val 5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54091BD-1FFA-46B5-B3E3-F5F15BB87587}"/>
                </a:ext>
              </a:extLst>
            </p:cNvPr>
            <p:cNvSpPr txBox="1"/>
            <p:nvPr>
              <p:custDataLst>
                <p:tags r:id="rId29"/>
              </p:custDataLst>
            </p:nvPr>
          </p:nvSpPr>
          <p:spPr>
            <a:xfrm>
              <a:off x="3505201" y="4191000"/>
              <a:ext cx="1981199" cy="338554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</a:rPr>
                <a:t>Dividend/Quotient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D8E80CE-5051-4FDF-B2A3-A113B7DED6CF}"/>
                </a:ext>
              </a:extLst>
            </p:cNvPr>
            <p:cNvSpPr txBox="1"/>
            <p:nvPr>
              <p:custDataLst>
                <p:tags r:id="rId30"/>
              </p:custDataLst>
            </p:nvPr>
          </p:nvSpPr>
          <p:spPr>
            <a:xfrm>
              <a:off x="1752600" y="2590800"/>
              <a:ext cx="1402415" cy="707886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+ divisor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EEE6B45-1748-4CD2-A4F3-D7508446C3DB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838200" y="1600200"/>
            <a:ext cx="8124325" cy="4752975"/>
            <a:chOff x="838200" y="1600200"/>
            <a:chExt cx="8124325" cy="4752975"/>
          </a:xfrm>
        </p:grpSpPr>
        <p:pic>
          <p:nvPicPr>
            <p:cNvPr id="23" name="Picture 4" descr="f0441">
              <a:extLst>
                <a:ext uri="{FF2B5EF4-FFF2-40B4-BE49-F238E27FC236}">
                  <a16:creationId xmlns:a16="http://schemas.microsoft.com/office/drawing/2014/main" id="{E97B8D4A-1F98-4386-874C-601F46EBB86B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4"/>
              </p:custDataLst>
            </p:nvPr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1600200"/>
              <a:ext cx="7467600" cy="47529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13F04FA-2D3A-4FB8-B108-4946AAAA1B94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286003" y="5319354"/>
              <a:ext cx="2319866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00000100 0000100</a:t>
              </a:r>
              <a:r>
                <a:rPr lang="en-US" sz="2000" b="1" u="sng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1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DFF9200-2956-4D78-A7EA-7446BE89ABB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29428" y="1981200"/>
              <a:ext cx="1223412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00001000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BBE9461-13AC-4906-A198-7D17744FB1A1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6781800" y="4419600"/>
              <a:ext cx="2180725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≥ 0? yes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6DC037F-05BB-4DAC-A5CC-EFE8FB85BA44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3691091" y="3289171"/>
              <a:ext cx="1161665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next: sub</a:t>
              </a:r>
            </a:p>
          </p:txBody>
        </p:sp>
        <p:sp>
          <p:nvSpPr>
            <p:cNvPr id="28" name="Right Brace 27">
              <a:extLst>
                <a:ext uri="{FF2B5EF4-FFF2-40B4-BE49-F238E27FC236}">
                  <a16:creationId xmlns:a16="http://schemas.microsoft.com/office/drawing/2014/main" id="{7B1F800E-0F11-4095-8DE9-096B4AB00445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 rot="16200000">
              <a:off x="4354926" y="3607305"/>
              <a:ext cx="242980" cy="2019969"/>
            </a:xfrm>
            <a:prstGeom prst="rightBrace">
              <a:avLst>
                <a:gd name="adj1" fmla="val 35641"/>
                <a:gd name="adj2" fmla="val 5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EE47D38-54E7-4861-8D68-729BD7DB8026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3505201" y="4191000"/>
              <a:ext cx="1981199" cy="338554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</a:rPr>
                <a:t>Dividend/Quotient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E4C5E35-7CDE-4B8F-B695-538718ADAEC1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>
            <a:xfrm>
              <a:off x="1434900" y="4709846"/>
              <a:ext cx="1726498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left-shift in a 1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5BD336C-D359-453C-8FE5-D2B274736D8F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1752600" y="2590800"/>
              <a:ext cx="1402415" cy="707886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remainder + divisor</a:t>
              </a:r>
            </a:p>
          </p:txBody>
        </p:sp>
      </p:grpSp>
      <p:graphicFrame>
        <p:nvGraphicFramePr>
          <p:cNvPr id="5" name="Group 124">
            <a:extLst>
              <a:ext uri="{FF2B5EF4-FFF2-40B4-BE49-F238E27FC236}">
                <a16:creationId xmlns:a16="http://schemas.microsoft.com/office/drawing/2014/main" id="{FAA14827-B8DB-4DED-A895-D41666FDE24B}"/>
              </a:ext>
            </a:extLst>
          </p:cNvPr>
          <p:cNvGraphicFramePr>
            <a:graphicFrameLocks noGrp="1"/>
          </p:cNvGraphicFramePr>
          <p:nvPr>
            <p:custDataLst>
              <p:tags r:id="rId13"/>
            </p:custDataLst>
          </p:nvPr>
        </p:nvGraphicFramePr>
        <p:xfrm>
          <a:off x="4953000" y="228600"/>
          <a:ext cx="4083051" cy="2266992"/>
        </p:xfrm>
        <a:graphic>
          <a:graphicData uri="http://schemas.openxmlformats.org/drawingml/2006/table">
            <a:tbl>
              <a:tblPr/>
              <a:tblGrid>
                <a:gridCol w="717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07464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Quotient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Divisor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Dividend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Remainder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2154576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Slide Number Placeholder 5">
            <a:extLst>
              <a:ext uri="{FF2B5EF4-FFF2-40B4-BE49-F238E27FC236}">
                <a16:creationId xmlns:a16="http://schemas.microsoft.com/office/drawing/2014/main" id="{1B144D0D-EDD8-4CB0-B304-CAFD5A8357B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922414B6-292B-4967-BBC7-199EC7D8A196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pic>
        <p:nvPicPr>
          <p:cNvPr id="12292" name="Picture 4" descr="f0441">
            <a:extLst>
              <a:ext uri="{FF2B5EF4-FFF2-40B4-BE49-F238E27FC236}">
                <a16:creationId xmlns:a16="http://schemas.microsoft.com/office/drawing/2014/main" id="{DD535943-BE0B-4780-95D2-DC441A9B3065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00200"/>
            <a:ext cx="7467600" cy="4752975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AEF24F0A-4BA5-42DC-9275-8DB85D0FD7B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4"/>
            </p:custDataLst>
          </p:nvPr>
        </p:nvSpPr>
        <p:spPr>
          <a:xfrm>
            <a:off x="457200" y="274638"/>
            <a:ext cx="4343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Non-Restoring Division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F3FF6D-E48A-4F1E-867C-32338C7EDF9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286003" y="5319354"/>
            <a:ext cx="2319866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00000100 00001001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6BB246-A409-42B6-93EE-1C4291D1938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529428" y="1981200"/>
            <a:ext cx="122341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00001000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64A828-300B-4F7E-AB3D-A08AB961895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7000920" y="5452646"/>
            <a:ext cx="619080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done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568FE0D8-D04E-4BBD-B584-D2CFD717E0CD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 rot="16200000">
            <a:off x="4354926" y="3607305"/>
            <a:ext cx="242980" cy="2019969"/>
          </a:xfrm>
          <a:prstGeom prst="rightBrace">
            <a:avLst>
              <a:gd name="adj1" fmla="val 35641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9F60D3-2EED-4A25-8F6C-1229788DCAD7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505201" y="4191000"/>
            <a:ext cx="198119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</a:rPr>
              <a:t>Dividend/Quotient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67897A-BBA3-4098-8C86-050922923D8B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838200" y="1600200"/>
            <a:ext cx="7467600" cy="4752975"/>
            <a:chOff x="838200" y="1600200"/>
            <a:chExt cx="7467600" cy="4752975"/>
          </a:xfrm>
        </p:grpSpPr>
        <p:pic>
          <p:nvPicPr>
            <p:cNvPr id="13" name="Picture 4" descr="f0441">
              <a:extLst>
                <a:ext uri="{FF2B5EF4-FFF2-40B4-BE49-F238E27FC236}">
                  <a16:creationId xmlns:a16="http://schemas.microsoft.com/office/drawing/2014/main" id="{B266C7F3-77D0-440B-8415-0A2AEC63CCB4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2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1600200"/>
              <a:ext cx="7467600" cy="47529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485E285-0FC7-409A-9ADE-AEFFB76700E0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2286003" y="5319354"/>
              <a:ext cx="2319866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u="sng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00000010</a:t>
              </a:r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 00001001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80E001A-9308-4C0B-AB49-9D383706DDEF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2529428" y="1981200"/>
              <a:ext cx="1223412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00001000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EC95CBA-82DA-425A-BE45-1C857B86CE96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7000920" y="5452646"/>
              <a:ext cx="619080" cy="338554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done</a:t>
              </a:r>
            </a:p>
          </p:txBody>
        </p:sp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42A4B2E1-AF33-41CC-B1CE-99EC23970CEA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 rot="16200000">
              <a:off x="4354926" y="3607305"/>
              <a:ext cx="242980" cy="2019969"/>
            </a:xfrm>
            <a:prstGeom prst="rightBrace">
              <a:avLst>
                <a:gd name="adj1" fmla="val 35641"/>
                <a:gd name="adj2" fmla="val 5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C2DE19C-11EC-4B03-980D-CC394FAB996F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3505201" y="4191000"/>
              <a:ext cx="1981199" cy="338554"/>
            </a:xfrm>
            <a:prstGeom prst="rect">
              <a:avLst/>
            </a:prstGeom>
            <a:noFill/>
            <a:ln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</a:rPr>
                <a:t>Dividend/Quotient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BE626AA-08F2-4D8D-946E-1A263122080B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1434900" y="4709846"/>
              <a:ext cx="1235466" cy="400110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right-shift</a:t>
              </a:r>
            </a:p>
          </p:txBody>
        </p:sp>
      </p:grpSp>
      <p:graphicFrame>
        <p:nvGraphicFramePr>
          <p:cNvPr id="5" name="Group 124">
            <a:extLst>
              <a:ext uri="{FF2B5EF4-FFF2-40B4-BE49-F238E27FC236}">
                <a16:creationId xmlns:a16="http://schemas.microsoft.com/office/drawing/2014/main" id="{FAA14827-B8DB-4DED-A895-D41666FDE24B}"/>
              </a:ext>
            </a:extLst>
          </p:cNvPr>
          <p:cNvGraphicFramePr>
            <a:graphicFrameLocks noGrp="1"/>
          </p:cNvGraphicFramePr>
          <p:nvPr>
            <p:custDataLst>
              <p:tags r:id="rId11"/>
            </p:custDataLst>
          </p:nvPr>
        </p:nvGraphicFramePr>
        <p:xfrm>
          <a:off x="4953000" y="228600"/>
          <a:ext cx="4083051" cy="2266992"/>
        </p:xfrm>
        <a:graphic>
          <a:graphicData uri="http://schemas.openxmlformats.org/drawingml/2006/table">
            <a:tbl>
              <a:tblPr/>
              <a:tblGrid>
                <a:gridCol w="717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82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07464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Quotient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Divisor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Dividend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Remainder</a:t>
                      </a:r>
                    </a:p>
                  </a:txBody>
                  <a:tcPr marL="91432" marR="91432" marT="45675" marB="4567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2821479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BD85D4E-189D-4E63-B625-6C1C8C83F0C8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 – Booth’s Multiplier</a:t>
            </a:r>
          </a:p>
        </p:txBody>
      </p:sp>
      <p:sp>
        <p:nvSpPr>
          <p:cNvPr id="24580" name="Slide Number Placeholder 5">
            <a:extLst>
              <a:ext uri="{FF2B5EF4-FFF2-40B4-BE49-F238E27FC236}">
                <a16:creationId xmlns:a16="http://schemas.microsoft.com/office/drawing/2014/main" id="{615D75C2-FD4F-4EF4-B6ED-8758ED8A43E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E2AD0966-96D2-4B4E-B6A0-DBA22F46A1CA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CD3BED9-3E3A-4519-B6E9-6B02802919AF}"/>
              </a:ext>
            </a:extLst>
          </p:cNvPr>
          <p:cNvCxnSpPr>
            <a:cxnSpLocks/>
          </p:cNvCxnSpPr>
          <p:nvPr/>
        </p:nvCxnSpPr>
        <p:spPr>
          <a:xfrm flipH="1">
            <a:off x="6858000" y="3200400"/>
            <a:ext cx="609600" cy="0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3">
            <a:extLst>
              <a:ext uri="{FF2B5EF4-FFF2-40B4-BE49-F238E27FC236}">
                <a16:creationId xmlns:a16="http://schemas.microsoft.com/office/drawing/2014/main" id="{94C73AE8-29D6-4513-83A5-FBAE8D078DE4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dirty="0"/>
              <a:t>Negative multiplier: 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-6 x -2 = 12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1010 x </a:t>
            </a:r>
            <a:r>
              <a:rPr lang="en-US" altLang="en-US" dirty="0">
                <a:solidFill>
                  <a:schemeClr val="accent3">
                    <a:lumMod val="75000"/>
                  </a:schemeClr>
                </a:solidFill>
              </a:rPr>
              <a:t>1110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35B8D4-09A9-44BA-B967-61BA1B6A621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50980" y="3015734"/>
            <a:ext cx="112082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1800" b="1" dirty="0">
                <a:solidFill>
                  <a:schemeClr val="accent3">
                    <a:lumMod val="75000"/>
                  </a:schemeClr>
                </a:solidFill>
                <a:latin typeface="+mn-lt"/>
              </a:rPr>
              <a:t>multiplier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9267549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BD85D4E-189D-4E63-B625-6C1C8C83F0C8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 – Booth’s Multiplier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E5EC7EE1-6534-4070-95B8-5F3156C5FB2C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US" altLang="en-US" dirty="0"/>
              <a:t>Negative multiplier: 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-6 x -2 = 12</a:t>
            </a:r>
          </a:p>
          <a:p>
            <a:pPr lvl="1" eaLnBrk="1" hangingPunct="1">
              <a:buFontTx/>
              <a:buNone/>
            </a:pP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1010</a:t>
            </a:r>
            <a:r>
              <a:rPr lang="en-US" altLang="en-US" dirty="0"/>
              <a:t> x 1110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Multiplier 1110 in Booth’s encoding is 00-</a:t>
            </a:r>
            <a:r>
              <a:rPr lang="en-US" altLang="en-US" dirty="0">
                <a:solidFill>
                  <a:schemeClr val="accent3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4580" name="Slide Number Placeholder 5">
            <a:extLst>
              <a:ext uri="{FF2B5EF4-FFF2-40B4-BE49-F238E27FC236}">
                <a16:creationId xmlns:a16="http://schemas.microsoft.com/office/drawing/2014/main" id="{615D75C2-FD4F-4EF4-B6ED-8758ED8A43E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E2AD0966-96D2-4B4E-B6A0-DBA22F46A1CA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202756" name="Group 4">
            <a:extLst>
              <a:ext uri="{FF2B5EF4-FFF2-40B4-BE49-F238E27FC236}">
                <a16:creationId xmlns:a16="http://schemas.microsoft.com/office/drawing/2014/main" id="{FFDF1AA1-B0D1-40CE-B578-98F7CF752C97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2514600" y="3886200"/>
          <a:ext cx="6096000" cy="2311402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1111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1010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0000 0000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Final Sum: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CD3BED9-3E3A-4519-B6E9-6B02802919AF}"/>
              </a:ext>
            </a:extLst>
          </p:cNvPr>
          <p:cNvCxnSpPr>
            <a:cxnSpLocks/>
          </p:cNvCxnSpPr>
          <p:nvPr/>
        </p:nvCxnSpPr>
        <p:spPr>
          <a:xfrm flipH="1">
            <a:off x="6858000" y="3200400"/>
            <a:ext cx="609600" cy="0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3">
            <a:extLst>
              <a:ext uri="{FF2B5EF4-FFF2-40B4-BE49-F238E27FC236}">
                <a16:creationId xmlns:a16="http://schemas.microsoft.com/office/drawing/2014/main" id="{94C73AE8-29D6-4513-83A5-FBAE8D078DE4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/>
              <a:t>Negative multiplier: </a:t>
            </a:r>
          </a:p>
          <a:p>
            <a:pPr lvl="1" eaLnBrk="1" hangingPunct="1">
              <a:buFontTx/>
              <a:buNone/>
            </a:pPr>
            <a:r>
              <a:rPr lang="en-US" altLang="en-US"/>
              <a:t>-6 x -2 = 12</a:t>
            </a:r>
          </a:p>
          <a:p>
            <a:pPr lvl="1" eaLnBrk="1" hangingPunct="1">
              <a:buFontTx/>
              <a:buNone/>
            </a:pPr>
            <a:r>
              <a:rPr lang="en-US" altLang="en-US">
                <a:solidFill>
                  <a:schemeClr val="accent6">
                    <a:lumMod val="75000"/>
                  </a:schemeClr>
                </a:solidFill>
              </a:rPr>
              <a:t>1010</a:t>
            </a:r>
            <a:r>
              <a:rPr lang="en-US" altLang="en-US"/>
              <a:t> x 1110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/>
              <a:t>Multiplier 1110 in Booth’s encoding is 00</a:t>
            </a:r>
            <a:r>
              <a:rPr lang="en-US" altLang="en-US">
                <a:solidFill>
                  <a:schemeClr val="accent3">
                    <a:lumMod val="75000"/>
                  </a:schemeClr>
                </a:solidFill>
              </a:rPr>
              <a:t>-0</a:t>
            </a:r>
            <a:endParaRPr lang="en-US" alt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graphicFrame>
        <p:nvGraphicFramePr>
          <p:cNvPr id="14" name="Group 4">
            <a:extLst>
              <a:ext uri="{FF2B5EF4-FFF2-40B4-BE49-F238E27FC236}">
                <a16:creationId xmlns:a16="http://schemas.microsoft.com/office/drawing/2014/main" id="{DD69C0A2-7553-4C62-9ED7-27F2BC1FDD1F}"/>
              </a:ext>
            </a:extLst>
          </p:cNvPr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2514600" y="3886200"/>
          <a:ext cx="6096000" cy="2311402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1111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1010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0000 0000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1 010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–1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0000 1100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Final Sum: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35ED9F2-3410-41AD-95F2-9CAB68E07786}"/>
              </a:ext>
            </a:extLst>
          </p:cNvPr>
          <p:cNvCxnSpPr>
            <a:cxnSpLocks/>
          </p:cNvCxnSpPr>
          <p:nvPr/>
        </p:nvCxnSpPr>
        <p:spPr>
          <a:xfrm flipH="1">
            <a:off x="6858000" y="3200400"/>
            <a:ext cx="609600" cy="0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3">
            <a:extLst>
              <a:ext uri="{FF2B5EF4-FFF2-40B4-BE49-F238E27FC236}">
                <a16:creationId xmlns:a16="http://schemas.microsoft.com/office/drawing/2014/main" id="{044FB787-C73D-49A5-B81A-6D5074FF6E4A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/>
              <a:t>Negative multiplier: </a:t>
            </a:r>
          </a:p>
          <a:p>
            <a:pPr lvl="1" eaLnBrk="1" hangingPunct="1">
              <a:buFontTx/>
              <a:buNone/>
            </a:pPr>
            <a:r>
              <a:rPr lang="en-US" altLang="en-US"/>
              <a:t>-6 x -2 = 12</a:t>
            </a:r>
          </a:p>
          <a:p>
            <a:pPr lvl="1" eaLnBrk="1" hangingPunct="1">
              <a:buFontTx/>
              <a:buNone/>
            </a:pPr>
            <a:r>
              <a:rPr lang="en-US" altLang="en-US">
                <a:solidFill>
                  <a:schemeClr val="accent6">
                    <a:lumMod val="75000"/>
                  </a:schemeClr>
                </a:solidFill>
              </a:rPr>
              <a:t>1010</a:t>
            </a:r>
            <a:r>
              <a:rPr lang="en-US" altLang="en-US"/>
              <a:t> x 1110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/>
              <a:t>Multiplier 1110 in Booth’s encoding is 0</a:t>
            </a:r>
            <a:r>
              <a:rPr lang="en-US" altLang="en-US">
                <a:solidFill>
                  <a:schemeClr val="accent3">
                    <a:lumMod val="75000"/>
                  </a:schemeClr>
                </a:solidFill>
              </a:rPr>
              <a:t>0-0</a:t>
            </a:r>
            <a:endParaRPr lang="en-US" alt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graphicFrame>
        <p:nvGraphicFramePr>
          <p:cNvPr id="17" name="Group 4">
            <a:extLst>
              <a:ext uri="{FF2B5EF4-FFF2-40B4-BE49-F238E27FC236}">
                <a16:creationId xmlns:a16="http://schemas.microsoft.com/office/drawing/2014/main" id="{51259207-7AB2-4227-9734-DE5C833DBA87}"/>
              </a:ext>
            </a:extLst>
          </p:cNvPr>
          <p:cNvGraphicFramePr>
            <a:graphicFrameLocks noGrp="1"/>
          </p:cNvGraphicFramePr>
          <p:nvPr>
            <p:custDataLst>
              <p:tags r:id="rId9"/>
            </p:custDataLst>
          </p:nvPr>
        </p:nvGraphicFramePr>
        <p:xfrm>
          <a:off x="2514600" y="3886200"/>
          <a:ext cx="6096000" cy="2311402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1111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1010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0000 0000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1 010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–1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0000 1100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10 10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0000 0000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Final Sum: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8200289-6ACE-4850-8C91-E2D989EE1259}"/>
              </a:ext>
            </a:extLst>
          </p:cNvPr>
          <p:cNvCxnSpPr>
            <a:cxnSpLocks/>
          </p:cNvCxnSpPr>
          <p:nvPr/>
        </p:nvCxnSpPr>
        <p:spPr>
          <a:xfrm flipH="1">
            <a:off x="6858000" y="3200400"/>
            <a:ext cx="609600" cy="0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">
            <a:extLst>
              <a:ext uri="{FF2B5EF4-FFF2-40B4-BE49-F238E27FC236}">
                <a16:creationId xmlns:a16="http://schemas.microsoft.com/office/drawing/2014/main" id="{A0F5CBEB-E246-4171-9BEC-E3ACFD2C7560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dirty="0"/>
              <a:t>Negative multiplier: 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-6 x -2 = 12</a:t>
            </a:r>
          </a:p>
          <a:p>
            <a:pPr lvl="1" eaLnBrk="1" hangingPunct="1">
              <a:buFontTx/>
              <a:buNone/>
            </a:pP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1010</a:t>
            </a:r>
            <a:r>
              <a:rPr lang="en-US" altLang="en-US" dirty="0"/>
              <a:t> x 1110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Multiplier 1110 in Booth’s encoding is </a:t>
            </a:r>
            <a:r>
              <a:rPr lang="en-US" altLang="en-US" dirty="0">
                <a:solidFill>
                  <a:schemeClr val="accent3">
                    <a:lumMod val="75000"/>
                  </a:schemeClr>
                </a:solidFill>
              </a:rPr>
              <a:t>00-0</a:t>
            </a:r>
          </a:p>
        </p:txBody>
      </p:sp>
      <p:graphicFrame>
        <p:nvGraphicFramePr>
          <p:cNvPr id="20" name="Group 4">
            <a:extLst>
              <a:ext uri="{FF2B5EF4-FFF2-40B4-BE49-F238E27FC236}">
                <a16:creationId xmlns:a16="http://schemas.microsoft.com/office/drawing/2014/main" id="{F01E1AF6-66BE-4372-BFB9-6E6452D748BD}"/>
              </a:ext>
            </a:extLst>
          </p:cNvPr>
          <p:cNvGraphicFramePr>
            <a:graphicFrameLocks noGrp="1"/>
          </p:cNvGraphicFramePr>
          <p:nvPr>
            <p:custDataLst>
              <p:tags r:id="rId11"/>
            </p:custDataLst>
          </p:nvPr>
        </p:nvGraphicFramePr>
        <p:xfrm>
          <a:off x="2514600" y="3886200"/>
          <a:ext cx="6096000" cy="2311402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1111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1010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0000 0000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1 010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–1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0000 1100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10 10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0000 0000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101 0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+ 0000 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Final Sum: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0000 1100 (12)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6D215DC-4922-42C5-8632-A73B42E8675C}"/>
              </a:ext>
            </a:extLst>
          </p:cNvPr>
          <p:cNvCxnSpPr>
            <a:cxnSpLocks/>
          </p:cNvCxnSpPr>
          <p:nvPr/>
        </p:nvCxnSpPr>
        <p:spPr>
          <a:xfrm flipH="1">
            <a:off x="6858000" y="3200400"/>
            <a:ext cx="609600" cy="0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626456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9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PERSISTENCEDATA" val="MMPROD_UIPERSISTENCEDATA"/>
  <p:tag name="MMPROD_THEME_BG_IMAGE" val=""/>
  <p:tag name="MMPROD_UIDATA" val="&lt;database version=&quot;11.0&quot;&gt;&lt;object type=&quot;1&quot; unique_id=&quot;10001&quot;&gt;&lt;property id=&quot;20141&quot; value=&quot;ECE/CS 552 - Integer Multiplication and Division&quot;/&gt;&lt;property id=&quot;20144&quot; value=&quot;0&quot;/&gt;&lt;property id=&quot;20146&quot; value=&quot;0&quot;/&gt;&lt;property id=&quot;20147&quot; value=&quot;0&quot;/&gt;&lt;property id=&quot;20148&quot; value=&quot;5&quot;/&gt;&lt;property id=&quot;20180&quot; value=&quot;0&quot;/&gt;&lt;property id=&quot;20181&quot; value=&quot;1&quot;/&gt;&lt;property id=&quot;20183&quot; value=&quot;1&quot;/&gt;&lt;property id=&quot;20184&quot; value=&quot;7&quot;/&gt;&lt;property id=&quot;20193&quot; value=&quot;-1&quot;/&gt;&lt;property id=&quot;20224&quot; value=&quot;C:\Users\sanmi\Documents\My Adobe Presentations\ece552-IntegerMulDiv&quot;/&gt;&lt;property id=&quot;20250&quot; value=&quot;0&quot;/&gt;&lt;property id=&quot;20251&quot; value=&quot;0&quot;/&gt;&lt;property id=&quot;20259&quot; value=&quot;0&quot;/&gt;&lt;property id=&quot;20263&quot; value=&quot;2&quot;/&gt;&lt;property id=&quot;20264&quot; value=&quot;1&quot;/&gt;&lt;property id=&quot;20519&quot; value=&quot;0&quot;/&gt;&lt;property id=&quot;20700&quot; value=&quot;0&quot;/&gt;&lt;object type=&quot;8&quot; unique_id=&quot;10002&quot;&gt;&lt;/object&gt;&lt;object type=&quot;2&quot; unique_id=&quot;10003&quot;&gt;&lt;object type=&quot;3&quot; unique_id=&quot;11456&quot;&gt;&lt;property id=&quot;20148&quot; value=&quot;5&quot;/&gt;&lt;property id=&quot;20300&quot; value=&quot;Slide 1 - &amp;quot;ECE/CS 552: Integer Multiplication and Division&amp;quot;&quot;/&gt;&lt;property id=&quot;20307&quot; value=&quot;346&quot;/&gt;&lt;property id=&quot;20309&quot; value=&quot;-1&quot;/&gt;&lt;/object&gt;&lt;object type=&quot;3&quot; unique_id=&quot;13265&quot;&gt;&lt;property id=&quot;20148&quot; value=&quot;5&quot;/&gt;&lt;property id=&quot;20300&quot; value=&quot;Slide 4 - &amp;quot;Array Multiplier&amp;quot;&quot;/&gt;&lt;property id=&quot;20307&quot; value=&quot;342&quot;/&gt;&lt;property id=&quot;20309&quot; value=&quot;-1&quot;/&gt;&lt;/object&gt;&lt;object type=&quot;3&quot; unique_id=&quot;13266&quot;&gt;&lt;property id=&quot;20148&quot; value=&quot;5&quot;/&gt;&lt;property id=&quot;20300&quot; value=&quot;Slide 5 - &amp;quot;Array Multiplier&amp;quot;&quot;/&gt;&lt;property id=&quot;20307&quot; value=&quot;345&quot;/&gt;&lt;property id=&quot;20309&quot; value=&quot;-1&quot;/&gt;&lt;/object&gt;&lt;object type=&quot;3&quot; unique_id=&quot;13267&quot;&gt;&lt;property id=&quot;20148&quot; value=&quot;5&quot;/&gt;&lt;property id=&quot;20300&quot; value=&quot;Slide 7 - &amp;quot;Multicycle Multiplier&amp;quot;&quot;/&gt;&lt;property id=&quot;20307&quot; value=&quot;302&quot;/&gt;&lt;property id=&quot;20309&quot; value=&quot;-1&quot;/&gt;&lt;/object&gt;&lt;object type=&quot;3&quot; unique_id=&quot;13268&quot;&gt;&lt;property id=&quot;20148&quot; value=&quot;5&quot;/&gt;&lt;property id=&quot;20300&quot; value=&quot;Slide 8 - &amp;quot;Multicycle Multiplier&amp;quot;&quot;/&gt;&lt;property id=&quot;20307&quot; value=&quot;354&quot;/&gt;&lt;property id=&quot;20309&quot; value=&quot;-1&quot;/&gt;&lt;/object&gt;&lt;object type=&quot;3&quot; unique_id=&quot;13271&quot;&gt;&lt;property id=&quot;20148&quot; value=&quot;5&quot;/&gt;&lt;property id=&quot;20300&quot; value=&quot;Slide 9 - &amp;quot;Multicycle Multiplier&amp;quot;&quot;/&gt;&lt;property id=&quot;20307&quot; value=&quot;357&quot;/&gt;&lt;property id=&quot;20309&quot; value=&quot;-1&quot;/&gt;&lt;/object&gt;&lt;object type=&quot;3&quot; unique_id=&quot;13272&quot;&gt;&lt;property id=&quot;20148&quot; value=&quot;5&quot;/&gt;&lt;property id=&quot;20300&quot; value=&quot;Slide 10 - &amp;quot;Multicycle Multiplier&amp;quot;&quot;/&gt;&lt;property id=&quot;20307&quot; value=&quot;358&quot;/&gt;&lt;property id=&quot;20309&quot; value=&quot;-1&quot;/&gt;&lt;/object&gt;&lt;object type=&quot;3&quot; unique_id=&quot;13277&quot;&gt;&lt;property id=&quot;20148&quot; value=&quot;5&quot;/&gt;&lt;property id=&quot;20300&quot; value=&quot;Slide 11 - &amp;quot;Improved Multiplier&amp;quot;&quot;/&gt;&lt;property id=&quot;20307&quot; value=&quot;305&quot;/&gt;&lt;property id=&quot;20309&quot; value=&quot;-1&quot;/&gt;&lt;/object&gt;&lt;object type=&quot;3&quot; unique_id=&quot;13278&quot;&gt;&lt;property id=&quot;20148&quot; value=&quot;5&quot;/&gt;&lt;property id=&quot;20300&quot; value=&quot;Slide 12 - &amp;quot;Improved Multiplier&amp;quot;&quot;/&gt;&lt;property id=&quot;20307&quot; value=&quot;363&quot;/&gt;&lt;property id=&quot;20309&quot; value=&quot;-1&quot;/&gt;&lt;/object&gt;&lt;object type=&quot;3&quot; unique_id=&quot;13281&quot;&gt;&lt;property id=&quot;20148&quot; value=&quot;5&quot;/&gt;&lt;property id=&quot;20300&quot; value=&quot;Slide 13 - &amp;quot;Improved Multiplier&amp;quot;&quot;/&gt;&lt;property id=&quot;20307&quot; value=&quot;366&quot;/&gt;&lt;property id=&quot;20309&quot; value=&quot;-1&quot;/&gt;&lt;/object&gt;&lt;object type=&quot;3&quot; unique_id=&quot;13286&quot;&gt;&lt;property id=&quot;20148&quot; value=&quot;5&quot;/&gt;&lt;property id=&quot;20300&quot; value=&quot;Slide 16 - &amp;quot;Booth’s Multiplier&amp;quot;&quot;/&gt;&lt;property id=&quot;20307&quot; value=&quot;309&quot;/&gt;&lt;property id=&quot;20309&quot; value=&quot;-1&quot;/&gt;&lt;/object&gt;&lt;object type=&quot;3&quot; unique_id=&quot;13288&quot;&gt;&lt;property id=&quot;20148&quot; value=&quot;5&quot;/&gt;&lt;property id=&quot;20300&quot; value=&quot;Slide 17 - &amp;quot;Booth’s Multiplier&amp;quot;&quot;/&gt;&lt;property id=&quot;20307&quot; value=&quot;375&quot;/&gt;&lt;property id=&quot;20309&quot; value=&quot;-1&quot;/&gt;&lt;/object&gt;&lt;object type=&quot;3&quot; unique_id=&quot;13299&quot;&gt;&lt;property id=&quot;20148&quot; value=&quot;5&quot;/&gt;&lt;property id=&quot;20300&quot; value=&quot;Slide 20 - &amp;quot;Restoring Division&amp;quot;&quot;/&gt;&lt;property id=&quot;20307&quot; value=&quot;315&quot;/&gt;&lt;property id=&quot;20309&quot; value=&quot;-1&quot;/&gt;&lt;/object&gt;&lt;object type=&quot;3&quot; unique_id=&quot;13300&quot;&gt;&lt;property id=&quot;20148&quot; value=&quot;5&quot;/&gt;&lt;property id=&quot;20300&quot; value=&quot;Slide 21 - &amp;quot;Restoring Division&amp;quot;&quot;/&gt;&lt;property id=&quot;20307&quot; value=&quot;383&quot;/&gt;&lt;property id=&quot;20309&quot; value=&quot;-1&quot;/&gt;&lt;/object&gt;&lt;object type=&quot;3&quot; unique_id=&quot;13304&quot;&gt;&lt;property id=&quot;20148&quot; value=&quot;5&quot;/&gt;&lt;property id=&quot;20300&quot; value=&quot;Slide 22 - &amp;quot;Restoring Division&amp;quot;&quot;/&gt;&lt;property id=&quot;20307&quot; value=&quot;387&quot;/&gt;&lt;property id=&quot;20309&quot; value=&quot;-1&quot;/&gt;&lt;/object&gt;&lt;object type=&quot;3&quot; unique_id=&quot;13307&quot;&gt;&lt;property id=&quot;20148&quot; value=&quot;5&quot;/&gt;&lt;property id=&quot;20300&quot; value=&quot;Slide 23 - &amp;quot;Restoring Division&amp;quot;&quot;/&gt;&lt;property id=&quot;20307&quot; value=&quot;390&quot;/&gt;&lt;property id=&quot;20309&quot; value=&quot;-1&quot;/&gt;&lt;/object&gt;&lt;object type=&quot;3&quot; unique_id=&quot;13310&quot;&gt;&lt;property id=&quot;20148&quot; value=&quot;5&quot;/&gt;&lt;property id=&quot;20300&quot; value=&quot;Slide 24 - &amp;quot;Restoring Division&amp;quot;&quot;/&gt;&lt;property id=&quot;20307&quot; value=&quot;393&quot;/&gt;&lt;property id=&quot;20309&quot; value=&quot;-1&quot;/&gt;&lt;/object&gt;&lt;object type=&quot;3&quot; unique_id=&quot;13316&quot;&gt;&lt;property id=&quot;20148&quot; value=&quot;5&quot;/&gt;&lt;property id=&quot;20300&quot; value=&quot;Slide 26 - &amp;quot;Improved Division&amp;quot;&quot;/&gt;&lt;property id=&quot;20307&quot; value=&quot;398&quot;/&gt;&lt;property id=&quot;20309&quot; value=&quot;-1&quot;/&gt;&lt;/object&gt;&lt;object type=&quot;3&quot; unique_id=&quot;13318&quot;&gt;&lt;property id=&quot;20148&quot; value=&quot;5&quot;/&gt;&lt;property id=&quot;20300&quot; value=&quot;Slide 28 - &amp;quot;Improved Division&amp;quot;&quot;/&gt;&lt;property id=&quot;20307&quot; value=&quot;401&quot;/&gt;&lt;property id=&quot;20309&quot; value=&quot;-1&quot;/&gt;&lt;/object&gt;&lt;object type=&quot;3&quot; unique_id=&quot;13321&quot;&gt;&lt;property id=&quot;20148&quot; value=&quot;5&quot;/&gt;&lt;property id=&quot;20300&quot; value=&quot;Slide 29 - &amp;quot;Improved Division&amp;quot;&quot;/&gt;&lt;property id=&quot;20307&quot; value=&quot;404&quot;/&gt;&lt;property id=&quot;20309&quot; value=&quot;-1&quot;/&gt;&lt;/object&gt;&lt;object type=&quot;3&quot; unique_id=&quot;13324&quot;&gt;&lt;property id=&quot;20148&quot; value=&quot;5&quot;/&gt;&lt;property id=&quot;20300&quot; value=&quot;Slide 30 - &amp;quot;Improved Division&amp;quot;&quot;/&gt;&lt;property id=&quot;20307&quot; value=&quot;407&quot;/&gt;&lt;property id=&quot;20309&quot; value=&quot;-1&quot;/&gt;&lt;/object&gt;&lt;object type=&quot;3&quot; unique_id=&quot;13327&quot;&gt;&lt;property id=&quot;20148&quot; value=&quot;5&quot;/&gt;&lt;property id=&quot;20300&quot; value=&quot;Slide 31 - &amp;quot;Improved Division&amp;quot;&quot;/&gt;&lt;property id=&quot;20307&quot; value=&quot;410&quot;/&gt;&lt;property id=&quot;20309&quot; value=&quot;-1&quot;/&gt;&lt;/object&gt;&lt;object type=&quot;3&quot; unique_id=&quot;13330&quot;&gt;&lt;property id=&quot;20148&quot; value=&quot;5&quot;/&gt;&lt;property id=&quot;20300&quot; value=&quot;Slide 33 - &amp;quot;Non-Restoring Division&amp;quot;&quot;/&gt;&lt;property id=&quot;20307&quot; value=&quot;413&quot;/&gt;&lt;property id=&quot;20309&quot; value=&quot;-1&quot;/&gt;&lt;/object&gt;&lt;object type=&quot;3&quot; unique_id=&quot;13332&quot;&gt;&lt;property id=&quot;20148&quot; value=&quot;5&quot;/&gt;&lt;property id=&quot;20300&quot; value=&quot;Slide 34 - &amp;quot;Non-Restoring Division&amp;quot;&quot;/&gt;&lt;property id=&quot;20307&quot; value=&quot;416&quot;/&gt;&lt;property id=&quot;20309&quot; value=&quot;-1&quot;/&gt;&lt;/object&gt;&lt;object type=&quot;3&quot; unique_id=&quot;13334&quot;&gt;&lt;property id=&quot;20148&quot; value=&quot;5&quot;/&gt;&lt;property id=&quot;20300&quot; value=&quot;Slide 35 - &amp;quot;Non-Restoring Division&amp;quot;&quot;/&gt;&lt;property id=&quot;20307&quot; value=&quot;427&quot;/&gt;&lt;property id=&quot;20309&quot; value=&quot;-1&quot;/&gt;&lt;/object&gt;&lt;object type=&quot;3&quot; unique_id=&quot;13337&quot;&gt;&lt;property id=&quot;20148&quot; value=&quot;5&quot;/&gt;&lt;property id=&quot;20300&quot; value=&quot;Slide 36 - &amp;quot;Non-Restoring Division&amp;quot;&quot;/&gt;&lt;property id=&quot;20307&quot; value=&quot;419&quot;/&gt;&lt;property id=&quot;20309&quot; value=&quot;-1&quot;/&gt;&lt;/object&gt;&lt;object type=&quot;3&quot; unique_id=&quot;13340&quot;&gt;&lt;property id=&quot;20148&quot; value=&quot;5&quot;/&gt;&lt;property id=&quot;20300&quot; value=&quot;Slide 37 - &amp;quot;Non-Restoring Division&amp;quot;&quot;/&gt;&lt;property id=&quot;20307&quot; value=&quot;422&quot;/&gt;&lt;property id=&quot;20309&quot; value=&quot;-1&quot;/&gt;&lt;/object&gt;&lt;object type=&quot;3&quot; unique_id=&quot;13343&quot;&gt;&lt;property id=&quot;20148&quot; value=&quot;5&quot;/&gt;&lt;property id=&quot;20300&quot; value=&quot;Slide 38 - &amp;quot;Non-Restoring Division&amp;quot;&quot;/&gt;&lt;property id=&quot;20307&quot; value=&quot;425&quot;/&gt;&lt;property id=&quot;20309&quot; value=&quot;-1&quot;/&gt;&lt;/object&gt;&lt;object type=&quot;3&quot; unique_id=&quot;13606&quot;&gt;&lt;property id=&quot;20148&quot; value=&quot;5&quot;/&gt;&lt;property id=&quot;20300&quot; value=&quot;Slide 3 - &amp;quot;Multiplication&amp;quot;&quot;/&gt;&lt;property id=&quot;20307&quot; value=&quot;430&quot;/&gt;&lt;property id=&quot;20309&quot; value=&quot;-1&quot;/&gt;&lt;/object&gt;&lt;object type=&quot;3&quot; unique_id=&quot;14999&quot;&gt;&lt;property id=&quot;20148&quot; value=&quot;5&quot;/&gt;&lt;property id=&quot;20300&quot; value=&quot;Slide 6 - &amp;quot;Multicycle Multiplier&amp;quot;&quot;/&gt;&lt;property id=&quot;20307&quot; value=&quot;431&quot;/&gt;&lt;property id=&quot;20309&quot; value=&quot;-1&quot;/&gt;&lt;/object&gt;&lt;object type=&quot;3&quot; unique_id=&quot;15267&quot;&gt;&lt;property id=&quot;20148&quot; value=&quot;5&quot;/&gt;&lt;property id=&quot;20300&quot; value=&quot;Slide 39 - &amp;quot;Exercise – Booth’s Multiplier&amp;quot;&quot;/&gt;&lt;property id=&quot;20307&quot; value=&quot;433&quot;/&gt;&lt;property id=&quot;20309&quot; value=&quot;-1&quot;/&gt;&lt;/object&gt;&lt;object type=&quot;3&quot; unique_id=&quot;15268&quot;&gt;&lt;property id=&quot;20148&quot; value=&quot;5&quot;/&gt;&lt;property id=&quot;20300&quot; value=&quot;Slide 40 - &amp;quot;Exercise – Booth’s Multiplier&amp;quot;&quot;/&gt;&lt;property id=&quot;20307&quot; value=&quot;432&quot;/&gt;&lt;property id=&quot;20309&quot; value=&quot;-1&quot;/&gt;&lt;/object&gt;&lt;object type=&quot;3&quot; unique_id=&quot;15540&quot;&gt;&lt;property id=&quot;20148&quot; value=&quot;5&quot;/&gt;&lt;property id=&quot;20300&quot; value=&quot;Slide 15 - &amp;quot;Booth’s Multiplier&amp;quot;&quot;/&gt;&lt;property id=&quot;20307&quot; value=&quot;434&quot;/&gt;&lt;property id=&quot;20309&quot; value=&quot;-1&quot;/&gt;&lt;/object&gt;&lt;object type=&quot;3&quot; unique_id=&quot;15852&quot;&gt;&lt;property id=&quot;20148&quot; value=&quot;5&quot;/&gt;&lt;property id=&quot;20300&quot; value=&quot;Slide 18 - &amp;quot;Division&amp;quot;&quot;/&gt;&lt;property id=&quot;20307&quot; value=&quot;435&quot;/&gt;&lt;property id=&quot;20309&quot; value=&quot;-1&quot;/&gt;&lt;/object&gt;&lt;object type=&quot;3&quot; unique_id=&quot;15853&quot;&gt;&lt;property id=&quot;20148&quot; value=&quot;5&quot;/&gt;&lt;property id=&quot;20300&quot; value=&quot;Slide 19 - &amp;quot;Restoring Division&amp;quot;&quot;/&gt;&lt;property id=&quot;20307&quot; value=&quot;436&quot;/&gt;&lt;property id=&quot;20309&quot; value=&quot;-1&quot;/&gt;&lt;/object&gt;&lt;object type=&quot;3&quot; unique_id=&quot;17629&quot;&gt;&lt;property id=&quot;20148&quot; value=&quot;5&quot;/&gt;&lt;property id=&quot;20300&quot; value=&quot;Slide 25 - &amp;quot;Improved Division&amp;quot;&quot;/&gt;&lt;property id=&quot;20307&quot; value=&quot;438&quot;/&gt;&lt;property id=&quot;20309&quot; value=&quot;-1&quot;/&gt;&lt;/object&gt;&lt;object type=&quot;3&quot; unique_id=&quot;18457&quot;&gt;&lt;property id=&quot;20148&quot; value=&quot;5&quot;/&gt;&lt;property id=&quot;20300&quot; value=&quot;Slide 27 - &amp;quot;Improved Division&amp;quot;&quot;/&gt;&lt;property id=&quot;20307&quot; value=&quot;439&quot;/&gt;&lt;property id=&quot;20309&quot; value=&quot;-1&quot;/&gt;&lt;/object&gt;&lt;object type=&quot;3&quot; unique_id=&quot;18629&quot;&gt;&lt;property id=&quot;20148&quot; value=&quot;5&quot;/&gt;&lt;property id=&quot;20300&quot; value=&quot;Slide 32 - &amp;quot;Non-Restoring Division&amp;quot;&quot;/&gt;&lt;property id=&quot;20307&quot; value=&quot;440&quot;/&gt;&lt;property id=&quot;20309&quot; value=&quot;-1&quot;/&gt;&lt;/object&gt;&lt;object type=&quot;3&quot; unique_id=&quot;18762&quot;&gt;&lt;property id=&quot;20148&quot; value=&quot;5&quot;/&gt;&lt;property id=&quot;20300&quot; value=&quot;Slide 2 - &amp;quot;Forecast&amp;quot;&quot;/&gt;&lt;property id=&quot;20307&quot; value=&quot;441&quot;/&gt;&lt;property id=&quot;20309&quot; value=&quot;-1&quot;/&gt;&lt;/object&gt;&lt;object type=&quot;3&quot; unique_id=&quot;20710&quot;&gt;&lt;property id=&quot;20148&quot; value=&quot;5&quot;/&gt;&lt;property id=&quot;20300&quot; value=&quot;Slide 14 - &amp;quot;Signed Multiplication&amp;quot;&quot;/&gt;&lt;property id=&quot;20307&quot; value=&quot;442&quot;/&gt;&lt;property id=&quot;20309&quot; value=&quot;-1&quot;/&gt;&lt;/object&gt;&lt;/object&gt;&lt;object type=&quot;10&quot; unique_id=&quot;13261&quot;&gt;&lt;object type=&quot;11&quot; unique_id=&quot;13262&quot;&gt;&lt;property id=&quot;20180&quot; value=&quot;0&quot;/&gt;&lt;property id=&quot;20181&quot; value=&quot;1&quot;/&gt;&lt;property id=&quot;20183&quot; value=&quot;1&quot;/&gt;&lt;/object&gt;&lt;object type=&quot;12&quot; unique_id=&quot;23369&quot;&gt;&lt;/object&gt;&lt;/object&gt;&lt;object type=&quot;4&quot; unique_id=&quot;13263&quot;&gt;&lt;/object&gt;&lt;/object&gt;&lt;/database&gt;"/>
  <p:tag name="MMPROD_TAG_VCONFIG" val="PD94bWwgdmVyc2lvbj0iMS4wIj8+DQo8Y29uZmlndXJhdGlvbj4NCgk8YnJhbmRpbmc+DQoJCTx1aWZvbnQgbmFtZT0iRk9OVF9OT1RFU19URVhUIiB2YWx1ZT0iVmVyZGFuYSw5LGZhbHNlLGZhbHNlLGZhbHNlIi8+DQoJPC9icmFuZGluZz4NCgk8Y29sb3JzPg0KCQk8dWljb2xvciBuYW1lPSJwcmltYXJ5IiB2YWx1ZT0iMHg2Rjg0ODgiLz4NCgkJPHVpY29sb3IgbmFtZT0iZ2xvdyIgdmFsdWU9IjB4NjA5NzczIi8+DQoJCTx1aWNvbG9yIG5hbWU9InRleHQiIHZhbHVlPSIweEZGRkZGRiIvPg0KCQk8dWljb2xvciBuYW1lPSJsaWdodCIgdmFsdWU9IjB4NEU1RDYwIi8+DQoJCTx1aWNvbG9yIG5hbWU9InNoYWRvdyIgdmFsdWU9IjB4MDAwMDAwIi8+DQoJCTx1aWNvbG9yIG5hbWU9ImJhY2tncm91bmQiIHZhbHVlPSIweDcyNzk3MSIvPg0KCTwvY29sb3JzPg0KCTxsYXlvdXQ+DQoJCTx1aXNob3cgbmFtZT0icHJlc2VudGF0aW9udGl0bGUiIHZhbHVlPSJ0cnVlIi8+PHVpc2hvdyBuYW1lPSJwcmVzZW50ZXJwaG90byIgdmFsdWU9InRydWUiLz48dWlzaG93IG5hbWU9InByZXNlbnRlcm5hbWUiIHZhbHVlPSJ0cnVlIi8+PHVpc2hvdyBuYW1lPSJwcmVzZW50ZXJ0aXRsZSIgdmFsdWU9InRydWUiLz48dWlzaG93IG5hbWU9InByZXNlbnRlcmVtYWlsIiB2YWx1ZT0idHJ1ZSIvPjx1aXNob3cgbmFtZT0icHJlc2VudGVyYmlvIiB2YWx1ZT0idHJ1ZSIvPjx1aXNob3cgbmFtZT0iY29tcGFueWxvZ28iIHZhbHVlPSJ0cnVlIi8+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+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+PHVpc2hvdyBuYW1lPSJ2aWV3Y2hhbmdlIiB2YWx1ZT0idHJ1ZSIvPjx1aXNob3cgbmFtZT0iYWx3YXlzU2NydW5jaCIgdmFsdWU9ImZhbHNlIi8+PHVpc2hvdyBuYW1lPSJpbml0aWFsZGlzcGxheW1vZGVpc25vcm1hbCIgdmFsdWU9InRydWUiLz48dWlyZXBsYWNlIG5hbWU9ImxvZ28iIHZhbHVlPSIiLz48dWlyZXBsYWNlIG5hbWU9ImJnaW1hZ2UiIHZhbHVlPSIiLz48dWlyZXBsYWNlIG5hbWU9ImluaXRpYWx0YWIiIHZhbHVlPSJvdXRsaW5lIi8+PHVpc2hvdyBuYW1lPSJjY3RleHRoaWdobGlnaHRpbmciIHZhbHVlPSJ0cnVlIi8+DQoJPC9sYXlvdXQ+DQoJPHByZWxvYWRlcj48c2V0Qm9vbCBuYW1lPSJkaXNhYmxlQXNzZXRQcmVsb2FkZXIiIHZhbHVlPSJ0cnVlIi8+PC9wcmVsb2FkZXI+PGxhbmd1YWdlIGlkPSJlb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TbGlkZSAlbiIv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x1aXRleHQgbmFtZT0iQ09VUlNFX1NUQVRVUyIgdmFsdWU9Ik1vZHVsZSBTdGF0dXMiLz4NCgkJPHVpdGV4dCBuYW1lPSJQQVNTRURfU1RSSU5HIiB2YWx1ZT0iUGFzc2VkIi8+DQoJCTx1aXRleHQgbmFtZT0iRkFJTEVEX1NUUklORyIgdmFsdWU9IkZhaWxlZCIvPg0KCQk8IS0tcXVpeiBwb2QgYW5kIG1lc3NhZ2UgYm94IHRleHRz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+DQoJCTx1aXRleHQgbmFtZT0iUVVJWlBPRF9RVUlaX1BBU1NTQ09SRSIgdmFsdWU9IlBhc3NpbmcgU2NvcmU6Ii8+DQoJCTx1aXRleHQgbmFtZT0iUVVJWlBPRF9RVUlaX01BWFNDT1JFIiB2YWx1ZT0iTWF4IFNjb3JlOiIvPg0KCQk8dWl0ZXh0IG5hbWU9IlFVSVpQT0RfUVVFU0FUTVBUX1NUUiIgdmFsdWU9IkF0dGVtcHQ6ICVuIG9mICV0Ii8+DQoJCTx1aXRleHQgbmFtZT0iUVVJWlBPRF9RVUVTVFlQRV9TVFIiIHZhbHVlPSJUeXBlOiAlcyIvPg0KCQk8dWl0ZXh0IG5hbWU9IlFVSVpQT0RfUVVFU1RZUEVfR1JEIiB2YWx1ZT0iR3JhZGVkIi8+DQoJCTx1aXRleHQgbmFtZT0iUVVJWlBPRF9RVUVTVFlQRV9TVlkiIHZhbHVlPSJTdXJ2ZXkiLz4NCgkJPHVpdGV4dCBuYW1lPSJRVUlaUE9EX1FVSVpBVE1QVF9JTkYiIHZhbHVlPSJJbmZpbml0ZSIvPg0KCQk8dWl0ZXh0IG5hbWU9IlFVSVpQT0RfUVVFU0FUTVBUX0lORiIgdmFsdWU9IkluZmluaXRlIi8+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TaG93IHNpZGViYXIgdG8gcGFydGljaXBhbnRzIi8+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/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+DQoJCTx1aXRleHQgbmFtZT0iQ09MTEFCX0xPQ0FMX1BMQVlCQUNLQlROIiB2YWx1ZT0i2YXZiNin2YHZgiIvPg0KCQk8IS0tIHN1YnN0aXR1dGlvbjogJW4gPT0gc2xpZGUgbnVtYmVyIC0tPg0KCQk8IS0tIHN1YnN0aXR1dGlvbjogJXQgPT0gdG90YWwgc2xpZGUgY291bnQgLS0+DQoJCTx1aXRleHQgbmFtZT0iU0NSVUJCQVJTVEFUVVNfU0xJREVJTkZPIiB2YWx1ZT0i2LTYsdmK2K3YqSAlbiAvICV0IHwgIi8+DQoJCTx1aXRleHQgbmFtZT0iU0NSVUJCQVJTVEFUVVNfU1RPUFBFRCIgdmFsdWU9ItmF2KrZiNmC2YEiLz4NCgkJPHVpdGV4dCBuYW1lPSJTQ1JVQkJBUlNUQVRVU19QTEFZSU5HIiB2YWx1ZT0i2YLZitivINin2YTYqti02LrZitmEIi8+DQoJCTx1aXRleHQgbmFtZT0iU0NSVUJCQVJTVEFUVVNfTk9BVURJTyIgdmFsdWU9ItmE2Kcg2YrZiNis2K8g2LXZiNiqIi8+DQoJCTx1aXRleHQgbmFtZT0iU0NSVUJCQVJTVEFUVVNfVklEUExBWUlORyIgdmFsdWU9Itin2YTZgdmK2K/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+DQoJCTwhLS0gc3Vic3RpdHV0aW9uOiAlcyA9PSBzZWNvbmRzIHJlbWFpbmluZyAtLT4NCgkJPHVpdGV4dCBuYW1lPSJFTEFQU0VEIiB2YWx1ZT0iJW0g2K/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+DQoJCTx1aXRleHQgbmFtZT0iVEFCX1FVSVoiIHZhbHVlPSLZhdiz2KfYqNmC2KkiLz4NCgkJPHVpdGV4dCBuYW1lPSJUQUJfT1VUTElORSIgdmFsdWU9ItmF2K7Yt9i3Ii8+DQoJCTx1aXRleHQgbmFtZT0iVEFCX1RIVU1CIiB2YWx1ZT0i2YXYtdi62ZHYsdipIi8+DQoJCTx1aXRleHQgbmFtZT0iVEFCX05PVEVTIiB2YWx1ZT0i2YXZhNin2K3YuNin2KoiLz4NCgkJPHVpdGV4dCBuYW1lPSJUQUJfU0VBUkNIIiB2YWx1ZT0i2KjYrdirIi8+DQoJCTx1aXRleHQgbmFtZT0iU0xJREVfSEVBRElORyIgdmFsdWU9Iti52YbZiNin2YYg2KfZhNi02LHZitit2KkgIi8+DQoJCTx1aXRleHQgbmFtZT0iRFVSQVRJT05fSEVBRElORyIgdmFsdWU9ItmF2K/YqSIvPg0KCQk8dWl0ZXh0IG5hbWU9IlNFQVJDSF9IRUFESU5HIiB2YWx1ZT0iOtin2YTYqNit2Ksg2LnZhiDZhti1Ii8+DQoJCTx1aXRleHQgbmFtZT0iVEhVTUJfSEVBRElORyIgdmFsdWU9Iti02LHZitit2KkiLz4NCgkJPHVpdGV4dCBuYW1lPSJUSFVNQl9JTkZPIiB2YWx1ZT0i2LnZhtmI2KfZhi/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+DQoJCTx1aXRleHQgbmFtZT0iQ09VUlNFX1NUQVRVUyIgdmFsdWU9Itit2KfZhNipINin2YTZiNit2K/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/Ysdis2Kkg2KfZhNmF2LPYrNmE2KkiLz4NCgkJPHVpdGV4dCBuYW1lPSJRVUlaUE9EX1FVSVpfUEFTU1NDT1JFIiB2YWx1ZT0iOtiv2LHYrNipINin2YTZhtis2KfYrSIvPg0KCQk8dWl0ZXh0IG5hbWU9IlFVSVpQT0RfUVVJWl9NQVhTQ09SRSIgdmFsdWU9IjrYp9mE2K/Ysdis2Kkg2KfZhNmC2LXZiNmJIi8+DQoJCTx1aXRleHQgbmFtZT0iUVVJWlBPRF9RVUVTQVRNUFRfU1RSIiB2YWx1ZT0i2KfZhNmF2K3Yp9mI2YTYqSAlbiDZhdmGICV0Ii8+DQoJCTx1aXRleHQgbmFtZT0iUVVJWlBPRF9RVUVTVFlQRV9TVFIiIHZhbHVlPSLYp9mE2YbZiNi5OiAlcyIvPg0KCQk8dWl0ZXh0IG5hbWU9IlFVSVpQT0RfUVVFU1RZUEVfR1JEIiB2YWx1ZT0i2KrZhSDYqti12K3Zitit2YciLz4NCgkJPHVpdGV4dCBuYW1lPSJRVUlaUE9EX1FVRVNUWVBFX1NWWSIgdmFsdWU9Itin2LPYqti32YTYp9i5Ii8+DQoJCTx1aXRleHQgbmFtZT0iUVVJWlBPRF9RVUlaQVRNUFRfSU5GIiB2YWx1ZT0i2YTYpyDZhtmH2KfYptmKIi8+DQoJCTx1aXRleHQgbmFtZT0iUVVJWlBPRF9RVUVTQVRNUFRfSU5GIiB2YWx1ZT0i2YTYpyDZhtmH2KfYptmKIi8+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/ZitmIINmE2KrZhtiy2YrZhCDYo9it2K/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+DQoJCTx1aXRleHQgbmFtZT0iTVVURSIgdmFsdWU9Iti12KfZhdiqIi8+DQoJCTx1aXRleHQgbmFtZT0iRE9DV1JBUF9USVRMRSIgdmFsdWU9Itin2YTZhdmE2YHYp9iqINin2YTZhdix2YHZgtipINmB2YogUHJlc2VudGVyIi8+DQoJCTx1aXRleHQgbmFtZT0iRE9DV1JBUF9NU0ciIHZhbHVlPSLYp9mE2K3Zgdi4INmB2Yog2KzZh9in2LIg2KfZhNmD2YXYqNmK2YjYqtixIi8+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+DQoJCTx1aXRleHQgbmFtZT0iVU5OQU1FRFNMSURFVElUTEUiIHZhbHVlPSJGb2xpZSAlbiIvPg0KCQk8IS0tIHN1YnN0aXR1dGlvbjogJW4gPT0gc2xpZGUgbnVtYmVyIC0tPg0KCQk8IS0tIHN1YnN0aXR1dGlvbjogJXQgPT0gdG90YWwgc2xpZGUgY291bnQgLS0+DQoJCTx1aXRleHQgbmFtZT0iU0NSVUJCQVJTVEFUVVNfU0xJREVJTkZPIiB2YWx1ZT0iRm9saWUgJW4gLyAldCB8ICIvPg0KCQk8dWl0ZXh0IG5hbWU9IlNDUlVCQkFSU1RBVFVTX1NUT1BQRUQiIHZhbHVlPSJCZWVuZGV0Ii8+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+DQoJCTx1aXRleHQgbmFtZT0iU0NSVUJCQVJTVEFUVVNfUVVFU1RJT04iIHZhbHVlPSJGcmFnZSBiZWFudHdvcnRlbiIvPg0KCQk8dWl0ZXh0IG5hbWU9IlNDUlVCQkFSU1RBVFVTX1JFVklFV1FVSVoiIHZhbHVlPSJOb2NobWFscyBkdXJjaHNlaGVuIi8+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+DQoJCTx1aXRleHQgbmFtZT0iQklPV0lOX1RJVExFIiB2YWx1ZT0iU3ByZWNoZXI6ICVwIi8+DQoJCTx1aXRleHQgbmFtZT0iQklPQlROX1RJVExFIiB2YWx1ZT0iU3ByZWNoZXIiLz4NCgkJPHVpdGV4dCBuYW1lPSJESVZJREVSQlROX1RJVExFIiB2YWx1ZT0ifCIvPg0KCQk8dWl0ZXh0IG5hbWU9IkNPTlRBQ1RCVE5fVElUTEUiIHZhbHVlPSJLb250YWt0Ii8+DQoJCTx1aXRleHQgbmFtZT0iVEFCX1FVSVoiIHZhbHVlPSJRdWl6Ii8+DQoJCTx1aXRleHQgbmFtZT0iVEFCX09VVExJTkUiIHZhbHVlPSJTdHJ1a3R1ciIvPg0KCQk8dWl0ZXh0IG5hbWU9IlRBQl9USFVNQiIgdmFsdWU9Ik1pbmlhdHVyIi8+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+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+DQoJCTx1aXRleHQgbmFtZT0iUVVJWlBPRF9RVUVTQVRNUFRfU1RSIiB2YWx1ZT0iVmVyc3VjaDogJW4gdm9uICV0Ii8+DQoJCTx1aXRleHQgbmFtZT0iUVVJWlBPRF9RVUVTVFlQRV9TVFIiIHZhbHVlPSJUeXA6ICVzIi8+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+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+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+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+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+S7mOODleOCoeOCpOODq+itpuWRiiIvPg0KCQk8dWl0ZXh0IG5hbWU9IkFUVEFDSE1FTlRfUFJFVklFV19XQVJOSU5HTVNHIiB2YWx1ZT0i5re75LuY44OV44Kh44Kk44Or44Gv44OX44Os44OT44Ol44O844Oi44O844OJ44Gn44Gv6ZaL44GN44G+44Gb44KT44CC44OR44OW44Oq44OD44K344Ol44KS5L2/55So44GX44Gm57WQ5p6c44KS6KGo56S644GX44Gm44GP44Gg44GV44GE44CCIi8+DQoJCTx1aXRleHQgbmFtZT0iQ09MTEFCX0xPQ0FMX1BMQVlCQUNLX01TRyIgdmFsdWU9IuOCs+ODs+ODhuODs+ODhOOBr+ODreODvOOCq+ODq+OBp+WGjeeUn+OBleOCjOOBpuOBhOOBvuOBmeOAguOBk+OBruODouODvOODieOBp+OBr+WFseWQjOS9nOalreOBp+OBjeOBvuOBm+OCk+OAgiIvPg0KCQk8dWl0ZXh0IG5hbWU9IkNPTExBQl9MT0NBTF9QTEFZQkFDS19USVRMRSIgdmFsdWU9IuODreODvOOCq+ODq+WGjeeUnyIvPg0KCQk8dWl0ZXh0IG5hbWU9IkNPTExBQl9MT0NBTF9QTEFZQkFDS0JUTiIgdmFsdWU9Ik9LIi8+DQoJCTx1aXRleHQgbmFtZT0iVU5OQU1FRFNMSURFVElUTEUiIHZhbHVlPSLjgrnjg6njgqTjg4kgOiAlbiIvPg0KCQk8IS0tIHN1YnN0aXR1dGlvbjogJW4gPT0gc2xpZGUgbnVtYmVyIC0tPg0KCQk8IS0tIHN1YnN0aXR1dGlvbjogJXQgPT0gdG90YWwgc2xpZGUgY291bnQgLS0+DQoJCTx1aXRleHQgbmFtZT0iU0NSVUJCQVJTVEFUVVNfU0xJREVJTkZPIiB2YWx1ZT0i44K544Op44Kk44OJIDogJW4gLyAldCB8ICIvPg0KCQk8dWl0ZXh0IG5hbWU9IlNDUlVCQkFSU1RBVFVTX1NUT1BQRUQiIHZhbHVlPSLlgZzmraIiLz4NCgkJPHVpdGV4dCBuYW1lPSJTQ1JVQkJBUlNUQVRVU19QTEFZSU5HIiB2YWx1ZT0i5YaN55Sf5LitIi8+DQoJCTx1aXRleHQgbmFtZT0iU0NSVUJCQVJTVEFUVVNfTk9BVURJTyIgdmFsdWU9Iumfs+WjsOOBquOBlyIvPg0KCQk8dWl0ZXh0IG5hbWU9IlNDUlVCQkFSU1RBVFVTX1ZJRFBMQVlJTkciIHZhbHVlPSLjg5Pjg4fjgqrlho3nlJ/kuK0iLz4NCgkJPHVpdGV4dCBuYW1lPSJTQ1JVQkJBUlNUQVRVU19MT0FESU5HIiB2YWx1ZT0i44Ot44O844OJ5LitIi8+DQoJCTx1aXRleHQgbmFtZT0iU0NSVUJCQVJTVEFUVVNfQlVGRkVSSU5HIiB2YWx1ZT0i44OQ44OD44OV44Kh5LitIi8+DQoJCTx1aXRleHQgbmFtZT0iU0NSVUJCQVJTVEFUVVNfUVVFU1RJT04iIHZhbHVlPSLos6rllY/jgavnrZTjgYjjgabkuIvjgZXjgYQiLz4NCgkJPHVpdGV4dCBuYW1lPSJTQ1JVQkJBUlNUQVRVU19SRVZJRVdRVUlaIiB2YWx1ZT0i44Kv44Kk44K644KS44Os44OT44Ol44O844GX44Gm44GE44G+44GZIi8+DQoJCTwhLS0gc3Vic3RpdHV0aW9uOiAlbSA9PSBtaW51dGVzIHJlbWFpbmluZyAtLT4NCgkJPCEtLSBzdWJzdGl0dXRpb246ICVzID09IHNlY29uZHMgcmVtYWluaW5nIC0tPg0KCQk8dWl0ZXh0IG5hbWU9IkVMQVBTRUQiIHZhbHVlPSLmrovjgoogOiAlbSDliIYgJXMg56eSIi8+DQoJCTx1aXRleHQgbmFtZT0iTk9URk9VTkQiIHZhbHVlPSLkvZXjgoLopovjgaTjgYvjgorjgb7jgZvjgpMiLz4NCgkJPHVpdGV4dCBuYW1lPSJBVFRBQ0hNRU5UUyIgdmFsdWU9Iua3u+S7mCIvPg0KCQk8IS0tIHN1YnN0aXR1dGlvbjogJXAgPT0gY3VycmVudCBzcGVha2VyJ3MgdGl0bGUgLS0+DQoJCTx1aXRleHQgbmFtZT0iQklPV0lOX1RJVExFIiB2YWx1ZT0i57WM5q20IDogJXAiLz4NCgkJPHVpdGV4dCBuYW1lPSJCSU9CVE5fVElUTEUiIHZhbHVlPSLntYzmrbQiLz4NCgkJPHVpdGV4dCBuYW1lPSJESVZJREVSQlROX1RJVExFIiB2YWx1ZT0ifCIvPg0KCQk8dWl0ZXh0IG5hbWU9IkNPTlRBQ1RCVE5fVElUTEUiIHZhbHVlPSLjgYrllY/jgYTlkIjjgo/jgZsiLz4NCgkJPHVpdGV4dCBuYW1lPSJUQUJfUVVJWiIgdmFsdWU9IuOCr+OCpOOCuiIvPg0KCQk8dWl0ZXh0IG5hbWU9IlRBQl9PVVRMSU5FIiB2YWx1ZT0i44Ki44Km44OI44Op44Kk44OzIi8+DQoJCTx1aXRleHQgbmFtZT0iVEFCX1RIVU1CIiB2YWx1ZT0i44K144Og44ON44O844OrIi8+DQoJCTx1aXRleHQgbmFtZT0iVEFCX05PVEVTIiB2YWx1ZT0i44OO44O844OIIi8+DQoJCTx1aXRleHQgbmFtZT0iVEFCX1NFQVJDSCIgdmFsdWU9IuaknOe0oiIvPg0KCQk8dWl0ZXh0IG5hbWU9IlNMSURFX0hFQURJTkciIHZhbHVlPSLjgrnjg6njgqTjg4njgr/jgqTjg4jjg6siLz4NCgkJPHVpdGV4dCBuYW1lPSJEVVJBVElPTl9IRUFESU5HIiB2YWx1ZT0i6ZW344GVIi8+DQoJCTx1aXRleHQgbmFtZT0iU0VBUkNIX0hFQURJTkciIHZhbHVlPSLmpJzntKLjgZnjgovjg4bjgq3jgrnjg4ggOiAiLz4NCgkJPHVpdGV4dCBuYW1lPSJUSFVNQl9IRUFESU5HIiB2YWx1ZT0i44K544Op44Kk44OJIi8+DQoJCTx1aXRleHQgbmFtZT0iVEhVTUJfSU5GTyIgdmFsdWU9IuOCueODqeOCpOODieOCv+OCpOODiOODqyAvIOmVt+OBlSIvPg0KCQk8dWl0ZXh0IG5hbWU9IkFUVEFDSE5BTUVfSEVBRElORyIgdmFsdWU9IuODleOCoeOCpOODq+WQjSIvPg0KCQk8dWl0ZXh0IG5hbWU9IkFUVEFDSFNJWkVfSEVBRElORyIgdmFsdWU9IuOCteOCpOOCuiIvPg0KCQk8dWl0ZXh0IG5hbWU9IlNMSURFX05PVEVTIiB2YWx1ZT0i44K544Op44Kk44OJ44OO44O844OIIi8+DQoJCTx1aXRleHQgbmFtZT0iQ09VUlNFX1NUQVRVUyIgdmFsdWU9IuODouOCuOODpeODvOODq+OCueODhuODvOOCv+OCuSIvPg0KCQk8dWl0ZXh0IG5hbWU9IlBBU1NFRF9TVFJJTkciIHZhbHVlPSLlkIjmoLwiLz4NCgkJPHVpdGV4dCBuYW1lPSJGQUlMRURfU1RSSU5HIiB2YWx1ZT0i5LiN5ZCI5qC8Ii8+DQoJCTwhLS1xdWl6IHBvZCBhbmQgbWVzc2FnZSBib3ggdGV4dHMtLT4NCgkJPHVpdGV4dCBuYW1lPSJRVUlaUE9EX1FVSVpfQVRURU1QVCIgdmFsdWU9IuOCr+OCpOOCuuippuihjOWbnuaVsCA6ICIvPg0KCQk8dWl0ZXh0IG5hbWU9IlFVSVpQT0RfUVVJWl9BVFRFTVBUX1ZBTFVFIiB2YWx1ZT0iJW4gLyAldCIvPg0KCQk8dWl0ZXh0IG5hbWU9IlFVSVpQT0RfUVVJWl9TQ09SRSIgdmFsdWU9IuOCueOCs+OCoiA6ICIvPg0KCQk8dWl0ZXh0IG5hbWU9IlFVSVpQT0RfUVVJWl9QQVNTU0NPUkUiIHZhbHVlPSLlkIjmoLzngrkgOiIvPg0KCQk8dWl0ZXh0IG5hbWU9IlFVSVpQT0RfUVVJWl9NQVhTQ09SRSIgdmFsdWU9IuacgOmrmOW+l+eCuSA6ICIvPg0KCQk8dWl0ZXh0IG5hbWU9IlFVSVpQT0RfUVVFU0FUTVBUX1NUUiIgdmFsdWU9IuippuihjOWbnuaVsCA6ICVuIC8gJXQiLz4NCgkJPHVpdGV4dCBuYW1lPSJRVUlaUE9EX1FVRVNUWVBFX1NUUiIgdmFsdWU9IuOCv+OCpOODlyA6ICVzIi8+DQoJCTx1aXRleHQgbmFtZT0iUVVJWlBPRF9RVUVTVFlQRV9HUkQiIHZhbHVlPSLoqZXkvqEiLz4NCgkJPHVpdGV4dCBuYW1lPSJRVUlaUE9EX1FVRVNUWVBFX1NWWSIgdmFsdWU9IuOCouODs+OCseODvOODiCIvPg0KCQk8dWl0ZXh0IG5hbWU9IlFVSVpQT0RfUVVJWkFUTVBUX0lORiIgdmFsdWU9IueEoeWItumZkCIvPg0KCQk8dWl0ZXh0IG5hbWU9IlFVSVpQT0RfUVVFU0FUTVBUX0lORiIgdmFsdWU9IueEoeWItumZkCIvPg0KCQk8dWl0ZXh0IG5hbWU9IldBUk5JTkdNU0dfWUVTU1RSSU5HIiB2YWx1ZT0i44Gv44GEIi8+DQoJCTx1aXRleHQgbmFtZT0iV0FSTklOR01TR19OT1NUUklORyIgdmFsdWU9IuOBhOOBhOOBiCIvPg0KCQk8dWl0ZXh0IG5hbWU9IldBUk5JTkdNU0dfVElUTEVTVFJJTkciIHZhbHVlPSLjgq/jgqTjgrrjga7jg4rjg5PjgrLjg7zjgrfjg6fjg7PjgavplqLjgZnjgovorablkYoiLz4NCgkJPHVpdGV4dCBuYW1lPSJXQVJOSU5HTVNHX01TR1NUUklORyIgdmFsdWU9IuOBk+OBruOCr+OCpOOCuuOBq+OBr+OAgeOBvuOBoOino+etlOOBl+OBpuOBhOOBquOBhOizquWVj+OBjOOBguOCiuOBvuOBmeOAgiYjeEE7JiN4QTsg44Kv44Kk44K644KS57WC5LqG44GZ44KL44Gr44Gv44CB44CM44Gv44GE44CN44KS44Kv44Oq44OD44Kv44GX44G+44GZ44CC44Kv44Kk44K644KS57aa6KGM44GZ44KL44Gr44Gv44CB44CM44GE44GE44GI44CN44KS44Kv44Oq44OD44Kv44GX44G+44GZ44CCIi8+DQoJCTx1aXRleHQgbmFtZT0iSU5GT1JNQVRJT05fSDI2NF9GTEFTSFBMQVlFUiIgdmFsdWU9IuOBiuS9v+OBhOOBruOCs+ODs+ODlOODpeODvOOCv+OBq+ePvuWcqOOCpOODs+OCueODiOODvOODq+OBleOCjOOBpuOBhOOCiyBGbGFzaCBQbGF5ZXIg44Gu44OQ44O844K444On44Oz44Gv44CB44GT44Gu44OT44OH44Kq44KS44K144Od44O844OI44GX44Gm44GE44G+44Gb44KT44CC5pyA5paw44GuIEZsYXNoIFBsYXllciDjgpLjg4Djgqbjg7Pjg63jg7zjg4njgZnjgovjgavjga/jgIHjg5Pjg4fjgqrpoJjln5/jgpLjgq/jg6rjg4Pjgq/jgZfjgabjgY/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+C5Yqg6ICF44Gr6KaL44Gb44KLIi8+DQoJCTx1aXRleHQgbmFtZT0iTVVURSIgdmFsdWU9IuODn+ODpeODvOODiCIvPg0KCQk8dWl0ZXh0IG5hbWU9IkRPQ1dSQVBfVElUTEUiIHZhbHVlPSJQcmVzZW50ZXI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+ZIOyekeyXheydhCDsiJjtlontlaAg7IiYIOyXhuyKteuLiOuLpC4iLz4NCgkJPHVpdGV4dCBuYW1lPSJDT0xMQUJfTE9DQUxfUExBWUJBQ0tfVElUTEUiIHZhbHVlPSLroZzsu6wg7J6s7IOdIi8+DQoJCTx1aXRleHQgbmFtZT0iQ09MTEFCX0xPQ0FMX1BMQVlCQUNLQlROIiB2YWx1ZT0i7ZmV7J24Ii8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+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+DQoJCTx1aXRleHQgbmFtZT0iUVVJWlBPRF9RVUlaX1BBU1NTQ09SRSIgdmFsdWU9Iu2GteqzvCDsoJDsiJg6Ii8+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+E7ZWY7KeAIOyViuydgCDsp4jrrLjsnbQg7J6I7Iq164uI64ukLiYjeEE7JiN4QTvtgLTspojrpbwg7KKF66OM7ZWY66Ck66m0IFvsmIhd66W8IO2BtOumre2VmOqzoCwg7YC07KaI66W8IOqzhOyGje2VmOugpOuptCBb7JWE64uI7JikXeulvCDtgbTrpq3tlZjsi63si5zsmKQuIi8+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+DQoJCTx1aXRleHQgbmFtZT0iRE9DV1JBUF9QUk9NUFQiIHZhbHVlPSLtgbTrpq3tlZjsl6wg64uk7Jq066Gc65OcIi8+DQoJPC9sYW5ndWFnZT4NCgk8bGFuZ3VhZ2UgaWQ9ImVz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+DQoJCTx1aXRleHQgbmFtZT0iQ09MTEFCX0xPQ0FMX1BMQVlCQUNLQlROIiB2YWx1ZT0iT2siLz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RldGVuaWRhIi8+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+DQoJCTx1aXRleHQgbmFtZT0iU0NSVUJCQVJTVEFUVVNfUkVWSUVXUVVJWiIgdmFsdWU9IlJldmlzYW5kbyBwcnVlYmEiLz4NCgkJPCEtLSBzdWJzdGl0dXRpb246ICVtID09IG1pbnV0ZXMgcmVtYWluaW5nIC0tPg0KCQk8IS0tIHN1YnN0aXR1dGlvbjogJXMgPT0gc2Vjb25kcyByZW1haW5pbmcgLS0+DQoJCTx1aXRleHQgbmFtZT0iRUxBUFNFRCIgdmFsdWU9IiVtIG1pbnV0b3MgJXMgc2VndW5kb3MgcmVzdGFudGVzIi8+DQoJCTx1aXRleHQgbmFtZT0iTk9URk9VTkQiIHZhbHVlPSJObyBzZSBoYSBlbmNvbnRyYWRvIG5hZGEiLz4NCgkJPHVpdGV4dCBuYW1lPSJBVFRBQ0hNRU5UUyIgdmFsdWU9IkFyY2hpdm9zIGFkanVudG9zIi8+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+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+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+DQoJPGxhbmd1YWdlIGlkPSJw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+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+DQoJCTx1aXRleHQgbmFtZT0iU0NSVUJCQVJTVEFUVVNfUExBWUlORyIgdmFsdWU9IlJlcHJvZHV6aW5kbyIvPg0KCQk8dWl0ZXh0IG5hbWU9IlNDUlVCQkFSU1RBVFVTX05PQVVESU8iIHZhbHVlPSJTZW0gw6F1ZGlvIi8+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+DQoJCTx1aXRleHQgbmFtZT0iU0NSVUJCQVJTVEFUVVNfUkVWSUVXUVVJWiIgdmFsdWU9IlJldmlzYW5kbyBxdWVzdGlvbsOhcmlvIi8+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+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+DQoJCTx1aXRleHQgbmFtZT0iVEFCX1FVSVoiIHZhbHVlPSJRdWVzdC4iLz4NCgkJPHVpdGV4dCBuYW1lPSJUQUJfT1VUTElORSIgdmFsdWU9IkVzcXVlbWEiLz4NCgkJPHVpdGV4dCBuYW1lPSJUQUJfVEhVTUIiIHZhbHVlPSJNaW5pIi8+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+DQoJCTx1aXRleHQgbmFtZT0iQ09VUlNFX1NUQVRVUyIgdmFsdWU9IlN0YXR1cyBkbyBtw7NkdWxvIi8+DQoJCTx1aXRleHQgbmFtZT0iUEFTU0VEX1NUUklORyIgdmFsdWU9IkFwcm92YWRvIi8+DQoJCTx1aXRleHQgbmFtZT0iRkFJTEVEX1NUUklORyIgdmFsdWU9IlJlcHJvdmFkby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+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+DQoJCTx1aXRleHQgbmFtZT0iUVVJWlBPRF9RVUlaX1BBU1NTQ09SRSIgdmFsdWU9IlB1bnRlZ2dpbyBtaW5pbW86Ii8+DQoJCTx1aXRleHQgbmFtZT0iUVVJWlBPRF9RVUlaX01BWFNDT1JFIiB2YWx1ZT0iUHVudGVnZ2lvIG1hc3NpbW86Ii8+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+DQoJCTx1aXRleHQgbmFtZT0iV0FSTklOR01TR19ZRVNTVFJJTkciIHZhbHVlPSJTw6wiLz4NCgkJPHVpdGV4dCBuYW1lPSJXQVJOSU5HTVNHX05PU1RSSU5HIiB2YWx1ZT0iTm8iLz4NCgkJPHVpdGV4dCBuYW1lPSJXQVJOSU5HTVNHX1RJVExFU1RSSU5HIiB2YWx1ZT0iQXZ2ZXJ0ZW56YSBuYXZpZ2F6aW9uZSBxdWl6Ii8+DQoJCTx1aXRleHQgbmFtZT0iV0FSTklOR01TR19NU0dTVFJJTkciIHZhbHVlPSJPY2NvcnJlIGFuY29yYSByaXNwb25kZXJlIGFkIGFsY3VuZSBkb21hbmRlIGRlbCBxdWl6LiYjeEE7JiN4QTtTZSBmYXRlIGNsaWMgc3UgU8OsLCB1c2NpcmV0ZSBkYWwgcXVpei4gRmF0ZSBjbGljIHN1IE5vIHBlciBjb250aW51YXJlIGlsIHF1aXouIi8+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EgYmFycmEgbGF0ZXJhbGUgYWkgcGFydGVjaXBhbnRpIi8+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+DQoJPGxhbmd1YWdlIGlkPSJub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+DQoJCTx1aXRleHQgbmFtZT0iQ09MTEFCX0xPQ0FMX1BMQVlCQUNLX01TRyIgdmFsdWU9IkNvbnRlbnQgaXMgYmVpbmcgcGxheWVkIGxvY2FsbHkuXG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+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+DQoJCTx1aXRleHQgbmFtZT0iU0NSVUJCQVJTVEFUVVNfUVVFU1RJT04iIHZhbHVlPSJWcmFhZyBtZXQgYW50d29vcmQiLz4NCgkJPHVpdGV4dCBuYW1lPSJTQ1JVQkJBUlNUQVRVU19SRVZJRVdRVUlaIiB2YWx1ZT0iUXVpeiBjb250cm9sZXJlbiIvPg0KCQk8IS0tIHN1YnN0aXR1dGlvbjogJW0gPT0gbWludXRlcyByZW1haW5pbmcgLS0+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+DQoJCTwhLS0gc3Vic3RpdHV0aW9uOiAlcCA9PSBjdXJyZW50IHNwZWFrZXIncyB0aXRsZSAtLT4NCgkJPHVpdGV4dCBuYW1lPSJCSU9XSU5fVElUTEUiIHZhbHVlPSJCaW9ncmFmaWU6ICVwIi8+DQoJCTx1aXRleHQgbmFtZT0iQklPQlROX1RJVExFIiB2YWx1ZT0iQmlvZ3JhZmllIi8+DQoJCTx1aXRleHQgbmFtZT0iRElWSURFUkJUTl9USVRMRSIgdmFsdWU9InwiLz4NCgkJPHVpdGV4dCBuYW1lPSJDT05UQUNUQlROX1RJVExFIiB2YWx1ZT0iQ29udGFjdCIvPg0KCQk8dWl0ZXh0IG5hbWU9IlRBQl9RVUlaIiB2YWx1ZT0iUXVpeiIvPg0KCQk8dWl0ZXh0IG5hbWU9IlRBQl9PVVRMSU5FIiB2YWx1ZT0iT3ZlcnppY2h0Ii8+DQoJCTx1aXRleHQgbmFtZT0iVEFCX1RIVU1CIiB2YWx1ZT0iTWluaWF0dXVyIi8+DQoJCTx1aXRleHQgbmFtZT0iVEFCX05PVEVTIiB2YWx1ZT0iTm90aXRpZXMiLz4NCgkJPHVpdGV4dCBuYW1lPSJUQUJfU0VBUkNIIiB2YWx1ZT0iWm9la2VuIi8+DQoJCTx1aXRleHQgbmFtZT0iU0xJREVfSEVBRElORyIgdmFsdWU9IlRpdGVsIHZhbiBkaWEiLz4NCgkJPHVpdGV4dCBuYW1lPSJEVVJBVElPTl9IRUFESU5HIiB2YWx1ZT0iRHV1ciIvPg0KCQk8dWl0ZXh0IG5hbWU9IlNFQVJDSF9IRUFESU5HIiB2YWx1ZT0iWm9la2VuIG5hYXIgdGVrc3Q6Ii8+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+DQoJCTx1aXRleHQgbmFtZT0iU0xJREVfTk9URVMiIHZhbHVlPSJEaWFub3RpdGllc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+DQoJCTx1aXRleHQgbmFtZT0iUVVJWlBPRF9RVUlaX01BWFNDT1JFIiB2YWx1ZT0iTWF4aW1hYWwgaGFhbGJhcmUgc2NvcmU6Ii8+DQoJCTx1aXRleHQgbmFtZT0iUVVJWlBPRF9RVUVTQVRNUFRfU1RSIiB2YWx1ZT0iUG9naW5nOiAlbiB2YW4gJXQiLz4NCgkJPHVpdGV4dCBuYW1lPSJRVUlaUE9EX1FVRVNUWVBFX1NUUiIgdmFsdWU9IlR5cGU6ICVzIi8+DQoJCTx1aXRleHQgbmFtZT0iUVVJWlBPRF9RVUVTVFlQRV9HUkQiIHZhbHVlPSJUZWx0IHZvb3Igc2NvcmUiLz4NCgkJPHVpdGV4dCBuYW1lPSJRVUlaUE9EX1FVRVNUWVBFX1NWWSIgdmFsdWU9IkVucXXDqnRlIi8+DQoJCTx1aXRleHQgbmFtZT0iUVVJWlBPRF9RVUlaQVRNUFRfSU5GIiB2YWx1ZT0iT25iZXBlcmt0Ii8+DQoJCTx1aXRleHQgbmFtZT0iUVVJWlBPRF9RVUVTQVRNUFRfSU5GIiB2YWx1ZT0iT25iZXBlcmt0Ii8+DQoJCTx1aXRleHQgbmFtZT0iV0FSTklOR01TR19ZRVNTVFJJTkciIHZhbHVlPSJKYSIvPg0KCQk8dWl0ZXh0IG5hbWU9IldBUk5JTkdNU0dfTk9TVFJJTkciIHZhbHVlPSJOZWUiLz4NCgkJPHVpdGV4dCBuYW1lPSJXQVJOSU5HTVNHX1RJVExFU1RSSU5HIiB2YWx1ZT0iV2FhcnNjaHV3aW5nIG1ldCBiZXRyZWtraW5nIHRvdCBxdWl6bmF2aWdhdGllIi8+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aaWpwYW5lZWwgYWFuIGRlZWxuZW1lcnMgd2VlcmdldmVuIi8+DQoJCTx1aXRleHQgbmFtZT0iTVVURSIgdmFsdWU9IkRlbXBlbiIvPg0KCQk8dWl0ZXh0IG5hbWU9IkRPQ1dSQVBfVElUTEUiIHZhbHVlPSJQcmVzZW50ZXItYmVzdGFuZHNiaWpsYWdlIi8+DQoJCTx1aXRleHQgbmFtZT0iRE9DV1JBUF9NU0ciIHZhbHVlPSJPcHNsYWFuIGluIERlemUgY29tcHV0ZXIiLz4NCgkJPHVpdGV4dCBuYW1lPSJET0NXUkFQX1BST01QVCIgdmFsdWU9IktsaWsgb20gdGUgZG93bmxvYWRlbiIvPg0KCTwvbGFuZ3VhZ2U+DQoJPGxhbmd1YWdlIGlkPSJjbiI+DQoJCTwhLS0gZm9ybWF0IGZvciB1aWZvbnQgdmFsdWUgaXMgImZvbnQsc2l6ZSxpc2JvbGQsaXNpdGFsaWMsaXNzaGFkb3dlZCIgLS0+DQoJCTx1aWZvbnQgbmFtZT0iRk9OVF9RVUlaWklORyIgdmFsdWU9IuWui+S9ky0xODAzMCwxMCxmYWxzZSxmYWxzZSxmYWxzZSIvPg0KCQk8dWlmb250IG5hbWU9IkZPTlRfU0NSVUJTVEFUVVMiIHZhbHVlPSLlrovkvZMtMTgwMzAsMTAsdHJ1ZSxmYWxzZSx0cnVlIi8+DQoJCTx1aWZvbnQgbmFtZT0iRk9OVF9TQ1JVQlRJTUUiIHZhbHVlPSLlrovkvZMtMTgwMzAsMTAsZmFsc2UsZmFsc2UsdHJ1ZSIvPg0KCQk8dWlmb250IG5hbWU9IkZPTlRfRUxBUFNFRFRJTUUiIHZhbHVlPSLlrovkvZMtMTgwMzAsMTAsdHJ1ZSxmYWxzZSx0cnVlIi8+DQoJCTx1aWZvbnQgbmFtZT0iRk9OVF9VVElMU01FTlUiIHZhbHVlPSLlrovkvZMtMTgwMzAsMTAsdHJ1ZSxmYWxzZSxmYWxzZSIvPg0KCQk8dWlmb250IG5hbWU9IkZPTlRfVEFCUyIgdmFsdWU9IuWui+S9ky0xODAzMCwxNCx0cnVlLGZhbHNlLHRydWUiLz4NCgkJPHVpZm9udCBuYW1lPSJGT05UX1BSRVNFTlRBVElPTk5BTUUiIHZhbHVlPSLlrovkvZMtMTgwMzAsMTQsZmFsc2UsZmFsc2UsdHJ1ZSIvPg0KCQk8dWlmb250IG5hbWU9IkZPTlRfUFJFU0VOVEVSTkFNRSIgdmFsdWU9IuWui+S9ky0xODAzMCwxNCx0cnVlLGZhbHNlLHRydWUiLz4NCgkJPHVpZm9udCBuYW1lPSJGT05UX1BSRVNFTlRFUlRJVExFIiB2YWx1ZT0i5a6L5L2TLTE4MDMwLDEzLGZhbHNlLGZhbHNlLHRydWUiLz4NCgkJPHVpZm9udCBuYW1lPSJGT05UX0JJT0JUTiIgdmFsdWU9IuWui+S9ky0xODAzMCwxMCxmYWxzZSxmYWxzZSx0cnVlIi8+DQoJCTx1aWZvbnQgbmFtZT0iRk9OVF9OT1RFUyIgdmFsdWU9IuWui+S9ky0xODAzMCwxMixmYWxzZSxmYWxzZSxmYWxzZSIvPg0KCQk8dWlmb250IG5hbWU9IkZPTlRfT1VUTElORSIgdmFsdWU9IuWui+S9ky0xODAzMCwxMixmYWxzZSxmYWxzZSx0cnVlIi8+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+DQoJCTx1aWZvbnQgbmFtZT0iRk9OVF9MSVNUSEVBRElORyIgdmFsdWU9IuWui+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+S9ky0xODAzMCwxMix0cnVlLGZhbHNlLHRydWUiLz4NCgkJPHVpZm9udCBuYW1lPSJGT05UX01TR0JPWF9NU0ciIHZhbHVlPSLlrovkvZMtMTgwMzAsMTIsZmFsc2UsZmFsc2UsdHJ1ZSIvPg0KCQk8dWlmb250IG5hbWU9IkZPTlRfTVNHQk9YX09QVElPTlMiIHZhbHVlPSLlrovkvZMtMTgwMzAsMTAsdHJ1ZSxmYWxzZSx0cnVlIi8+DQoJCTx1aWZvbnQgbmFtZT0iRk9OVF9RVUlaUE9EX1FVSVpfVElUTEUiIHZhbHVlPSLlrovkvZMtMTgwMzAsMTIsdHJ1ZSxmYWxzZSx0cnVlIi8+DQoJCTx1aWZvbnQgbmFtZT0iRk9OVF9RVUlaUE9EX1FVSVpfQVRURU1QVCIgdmFsdWU9IuWui+S9ky0xODAzMCwxMCxmYWxzZSxmYWxzZSx0cnVlIi8+DQoJCTx1aWZvbnQgbmFtZT0iRk9OVF9RVUlaUE9EX1FVSVpfQVRURU1QVF9WQUxVRSIgdmFsdWU9IuWui+S9ky0xODAzMCwxMCx0cnVlLGZhbHNlLHRydWUiLz4NCgkJPHVpZm9udCBuYW1lPSJGT05UX1FVSVpQT0RfUVVFU1RJT05fU0NPUkUiIHZhbHVlPSLlrovkvZMtMTgwMzAsMTAsZmFsc2UsZmFsc2UsdHJ1ZSIvPg0KCQk8dWlmb250IG5hbWU9IkZPTlRfUVVJWlBPRF9RVUVTVElPTl9TQ09SRV9WQUxVRSIgdmFsdWU9IuWui+S9ky0xODAzMCwxMCx0cnVlLGZhbHNlLHRydWUiLz4NCgkJPHVpZm9udCBuYW1lPSJGT05UX1FVSVpQT0RfUVVFU1RJT05fQVRURU1QVCIgdmFsdWU9IuWui+S9ky0xODAzMCwxMCxmYWxzZSxmYWxzZSx0cnVlIi8+DQoJCTx1aWZvbnQgbmFtZT0iRk9OVF9RVUlaUE9EX1FVRVNUSU9OX0FUVEVNUFRfVkFMVUUiIHZhbHVlPSLlrovkvZMtMTgwMzAsMTAsdHJ1ZSxmYWxzZSx0cnVlIi8+DQoJCTx1aWZvbnQgbmFtZT0iRk9OVF9RVUlaUE9EX1FVRVNUSU9OX1RBRyIgdmFsdWU9IuWui+S9ky0xODAzMCwxMix0cnVlLGZhbHNlLHRydWUiLz4NCgkJPHVpZm9udCBuYW1lPSJGT05UX1FVSVpQT0RfUVVJWl9RVUVTVElPTl9DT1VOVCIgdmFsdWU9IuWui+S9ky0xODAzMCwxMCxmYWxzZSxmYWxzZSx0cnVlIi8+DQoJCTx1aWZvbnQgbmFtZT0iRk9OVF9RVUlaUE9EX1FVSVpfUVVFU1RJT05fQ09VTlRfVkFMVUUiIHZhbHVlPSLlrovkvZMtMTgwMzAsMTAsdHJ1ZSxmYWxzZSx0cnVlIi8+DQoJCTx1aWZvbnQgbmFtZT0iRk9OVF9RVUlaUE9EX1FVSVpfUVVFU1RJT05fQVRURU1QVEVEIiB2YWx1ZT0i5a6L5L2TLTE4MDMwLDEwLGZhbHNlLGZhbHNlLHRydWUiLz4NCgkJPHVpZm9udCBuYW1lPSJGT05UX1FVSVpQT0RfUVVJWl9RVUVTVElPTl9BVFRFTVBURURfVkFMVUUiIHZhbHVlPSLlrovkvZMtMTgwMzAsMTAsdHJ1ZSxmYWxzZSx0cnVlIi8+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+S9ky0xODAzMCwxMCx0cnVlLGZhbHNlLHRydWUiLz4NCgkJPHVpZm9udCBuYW1lPSJGT05UX1FVSVpQT0RfUVVJWl9NQVhTQ09SRSIgdmFsdWU9IuWui+S9ky0xODAzMCwxMCxmYWxzZSxmYWxzZSx0cnVlIi8+DQoJCTx1aWZvbnQgbmFtZT0iRk9OVF9RVUlaUE9EX1FVSVpfTUFYU0NPUkVfVkFMVUUiIHZhbHVlPSLlrovkvZMtMTgwMzAsMTAsdHJ1ZSxmYWxzZSx0cnVlIi8+DQoJCTx1aWZvbnQgbmFtZT0iRk9OVF9RVUlaUE9EX1FVSVpfUEFTU1NDT1JFIiB2YWx1ZT0i5a6L5L2TLTE4MDMwLDEwLGZhbHNlLGZhbHNlLHRydWUiLz4NCgkJPHVpZm9udCBuYW1lPSJGT05UX1FVSVpQT0RfUVVJWl9QQVNTU0NPUkVfVkFMVUUiIHZhbHVlPSLlrovkvZMtMTgwMzAsMTAsdHJ1ZSxmYWxzZSx0cnVlIi8+DQoJCTwhLS0gdWl0ZXh0IC0tPg0KCQk8IS0tIHN1YnN0aXR1dGlvbjogJW4gPT0gc2xpZGUgbnVtYmVyIC0t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+DQoJCTx1aXRleHQgbmFtZT0iQ09MTEFCX0xPQ0FMX1BMQVlCQUNLX1RJVExFIiB2YWx1ZT0iTG9jYWwgUGxheWJhY2siLz4NCgkJPHVpdGV4dCBuYW1lPSJDT0xMQUJfTE9DQUxfUExBWUJBQ0tCVE4iIHZhbHVlPSJPayIvPg0KCQk8dWl0ZXh0IG5hbWU9IlVOTkFNRURTTElERVRJVExFIiB2YWx1ZT0i5bm754Gv54mHICVuIi8+DQoJCTwhLS0gc3Vic3RpdHV0aW9uOiAlbiA9PSBzbGlkZSBudW1iZXIgLS0+DQoJCTwhLS0gc3Vic3RpdHV0aW9uOiAldCA9PSB0b3RhbCBzbGlkZSBjb3VudCAtLT4NCgkJPHVpdGV4dCBuYW1lPSJTQ1JVQkJBUlNUQVRVU19TTElERUlORk8iIHZhbHVlPSLlubvnga/niYcgJW4gLyAldCB8ICIvPg0KCQk8dWl0ZXh0IG5hbWU9IlNDUlVCQkFSU1RBVFVTX1NUT1BQRUQiIHZhbHVlPSLlt7LlgZzmraIiLz4NCgkJPHVpdGV4dCBuYW1lPSJTQ1JVQkJBUlNUQVRVU19QTEFZSU5HIiB2YWx1ZT0i5q2j5Zyo5pKt5pS+Ii8+DQoJCTx1aXRleHQgbmFtZT0iU0NSVUJCQVJTVEFUVVNfTk9BVURJTyIgdmFsdWU9IuaXoOmfs+mikSIvPg0KCQk8dWl0ZXh0IG5hbWU9IlNDUlVCQkFSU1RBVFVTX1ZJRFBMQVlJTkciIHZhbHVlPSLop4bpopHmkq3mlL4iLz4NCgkJPHVpdGV4dCBuYW1lPSJTQ1JVQkJBUlNUQVRVU19MT0FESU5HIiB2YWx1ZT0i5q2j5Zyo6L295YWlIi8+DQoJCTx1aXRleHQgbmFtZT0iU0NSVUJCQVJTVEFUVVNfQlVGRkVSSU5HIiB2YWx1ZT0i5q2j5Zyo6L+b6KGM57yT5Yay5aSE55CGIi8+DQoJCTx1aXRleHQgbmFtZT0iU0NSVUJCQVJTVEFUVVNfUVVFU1RJT04iIHZhbHVlPSLlm57nrZTpl67popgiLz4NCgkJPHVpdGV4dCBuYW1lPSJTQ1JVQkJBUlNUQVRVU19SRVZJRVdRVUlaIiB2YWx1ZT0i5q2j5Zyo5a6h6ZiF5rWL6aqMIi8+DQoJCTwhLS0gc3Vic3RpdHV0aW9uOiAlbSA9PSBtaW51dGVzIHJlbWFpbmluZyAtLT4NCgkJPCEtLSBzdWJzdGl0dXRpb246ICVzID09IHNlY29uZHMgcmVtYWluaW5nIC0tPg0KCQk8dWl0ZXh0IG5hbWU9IkVMQVBTRUQiIHZhbHVlPSLliankvZkgJW0g5YiG6ZKfICVzIOenkiIvPg0KCQk8dWl0ZXh0IG5hbWU9Ik5PVEZPVU5EIiB2YWx1ZT0i5pyq5om+5Yiw5Lu75L2V5YaF5a65Ii8+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+mqjCIvPg0KCQk8dWl0ZXh0IG5hbWU9IlRBQl9PVVRMSU5FIiB2YWx1ZT0i5aSn57qyIi8+DQoJCTx1aXRleHQgbmFtZT0iVEFCX1RIVU1CIiB2YWx1ZT0i57yp55Wl5Zu+Ii8+DQoJCTx1aXRleHQgbmFtZT0iVEFCX05PVEVTIiB2YWx1ZT0i5aSH5rOoIi8+DQoJCTx1aXRleHQgbmFtZT0iVEFCX1NFQVJDSCIgdmFsdWU9IuaQnOe0oiIvPg0KCQk8dWl0ZXh0IG5hbWU9IlNMSURFX0hFQURJTkciIHZhbHVlPSLlubvnga/niYfmoIfpopgiLz4NCgkJPHVpdGV4dCBuYW1lPSJEVVJBVElPTl9IRUFESU5HIiB2YWx1ZT0i5oyB57ut5pe26Ze0Ii8+DQoJCTx1aXRleHQgbmFtZT0iU0VBUkNIX0hFQURJTkciIHZhbHVlPSLmkJzntKLmlofmnKw6Ii8+DQoJCTx1aXRleHQgbmFtZT0iVEhVTUJfSEVBRElORyIgdmFsdWU9IuW5u+eBr+eJhyIvPg0KCQk8dWl0ZXh0IG5hbWU9IlRIVU1CX0lORk8iIHZhbHVlPSLlubvnga/niYfmoIfpopgv5oyB57ut5pe26Ze0Ii8+DQoJCTx1aXRleHQgbmFtZT0iQVRUQUNITkFNRV9IRUFESU5HIiB2YWx1ZT0i5paH5Lu25ZCNIi8+DQoJCTx1aXRleHQgbmFtZT0iQVRUQUNIU0laRV9IRUFESU5HIiB2YWx1ZT0i5aSn5bCPIi8+DQoJCTx1aXRleHQgbmFtZT0iU0xJREVfTk9URVMiIHZhbHVlPSLlubvnga/niYflpIfms6g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JPGxhbmd1YWdlIGlkPSJ0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x1aXRleHQgbmFtZT0iVU5OQU1FRFNMSURFVElUTEUiIHZhbHVlPSJTbGF5dCAlbiIvPg0KCQk8IS0tIHN1YnN0aXR1dGlvbjogJW4gPT0gc2xpZGUgbnVtYmVyIC0tPg0KCQk8IS0tIHN1YnN0aXR1dGlvbjogJXQgPT0gdG90YWwgc2xpZGUgY291bnQgLS0+DQoJCTx1aXRleHQgbmFtZT0iU0NSVUJCQVJTVEFUVVNfU0xJREVJTkZPIiB2YWx1ZT0iU2xheXQgJW4gLyAldCB8ICIvPg0KCQk8dWl0ZXh0IG5hbWU9IlNDUlVCQkFSU1RBVFVTX1NUT1BQRUQiIHZhbHVlPSJEdXJkdXJ1bGR1Ii8+DQoJCTx1aXRleHQgbmFtZT0iU0NSVUJCQVJTVEFUVVNfUExBWUlORyIgdmFsdWU9Ik95bmF0xLFsxLF5b3IiLz4NCgkJPHVpdGV4dCBuYW1lPSJTQ1JVQkJBUlNUQVRVU19OT0FVRElPIiB2YWx1ZT0iU2VzIFlvayIvPg0KCQk8dWl0ZXh0IG5hbWU9IlNDUlVCQkFSU1RBVFVTX1ZJRFBMQVlJTkciIHZhbHVlPSJWaWRlbyBPeW5hdMSxbMSxeW9yIi8+DQoJCTx1aXRleHQgbmFtZT0iU0NSVUJCQVJTVEFUVVNfTE9BRElORyIgdmFsdWU9IlnDvGtsZW5peW9yIi8+DQoJCTx1aXRleHQgbmFtZT0iU0NSVUJCQVJTVEFUVVNfQlVGRkVSSU5HIiB2YWx1ZT0iQXJhYmVsbGXEn2UgQWzEsW7EsXlvciIvPg0KCQk8dWl0ZXh0IG5hbWU9IlNDUlVCQkFSU1RBVFVTX1FVRVNUSU9OIiB2YWx1ZT0iU29ydXl1IFlhbsSxdGxhIi8+DQoJCTx1aXRleHQgbmFtZT0iU0NSVUJCQVJTVEFUVVNfUkVWSUVXUVVJWiIgdmFsdWU9IlPEsW5hdiDEsG5jZWxlbml5b3IiLz4NCgkJPCEtLSBzdWJzdGl0dXRpb246ICVtID09IG1pbnV0ZXMgcmVtYWluaW5nIC0tPg0KCQk8IS0tIHN1YnN0aXR1dGlvbjogJXMgPT0gc2Vjb25kcyByZW1haW5pbmcgLS0+DQoJCTx1aXRleHQgbmFtZT0iRUxBUFNFRCIgdmFsdWU9IiVtIERha2lrYSAlcyBTYW5peWUgS2FsZMSxIi8+DQoJCTx1aXRleHQgbmFtZT0iTk9URk9VTkQiIHZhbHVlPSJIZXJoYW5naSBCaXIgxZ5leSBCdWx1bm1hZMSxIi8+DQoJCTx1aXRleHQgbmFtZT0iQVRUQUNITUVOVFMiIHZhbHVlPSJFa2xlci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sSwcnRpYmF0Ii8+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PEsW5hdiBEZW5lbWVzaToiLz4NCgkJPHVpdGV4dCBuYW1lPSJRVUlaUE9EX1FVSVpfQVRURU1QVF9WQUxVRSIgdmFsdWU9IiVuLyV0Ii8+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+DQoJCTx1aXRleHQgbmFtZT0iUVVJWlBPRF9RVUVTVFlQRV9HUkQiIHZhbHVlPSJCYXNhbWFrbMSxIi8+DQoJCTx1aXRleHQgbmFtZT0iUVVJWlBPRF9RVUVTVFlQRV9TVlkiIHZhbHVlPSJBbmtldCIvPg0KCQk8dWl0ZXh0IG5hbWU9IlFVSVpQT0RfUVVJWkFUTVBUX0lORiIgdmFsdWU9IlPEsW7EsXJzxLF6Ii8+DQoJCTx1aXRleHQgbmFtZT0iUVVJWlBPRF9RVUVTQVRNUFRfSU5GIiB2YWx1ZT0iU8SxbsSxcnPEsXoiLz4NCgkJPHVpdGV4dCBuYW1lPSJXQVJOSU5HTVNHX1lFU1NUUklORyIgdmFsdWU9IkV2ZXQiLz4NCgkJPHVpdGV4dCBuYW1lPSJXQVJOSU5HTVNHX05PU1RSSU5HIiB2YWx1ZT0iSGF5xLFyIi8+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+DQoJCTx1aXRleHQgbmFtZT0iRE9DV1JBUF9QUk9NUFQiIHZhbHVlPSLEsG5kaXJtZWsgacOnaW4gVMSxa2xhdMSxbiIvPg0KCTwvbGFuZ3VhZ2U+DQoJPGxhbmd1YWdlIGlkPSJyd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LQodC70LDQudC0ICVuIC8gJXQgfCAiLz4NCgkJPHVpdGV4dCBuYW1lPSJTQ1JVQkJBUlNUQVRVU19TVE9QUEVEIiB2YWx1ZT0i0J7RgdGC0LDQvdC+0LLQu9C10L3QviIvPg0KCQk8dWl0ZXh0IG5hbWU9IlNDUlVCQkFSU1RBVFVTX1BMQVlJTkciIHZhbHVlPSLQktC+0YHQv9GA0L7QuNC30LLQtdC00LXQvdC40LUiLz4NCgkJPHVpdGV4dCBuYW1lPSJTQ1JVQkJBUlNUQVRVU19OT0FVRElPIiB2YWx1ZT0i0J3QtdGCINCw0YPQtNC40L4iLz4NCgkJPHVpdGV4dCBuYW1lPSJTQ1JVQkJBUlNUQVRVU19WSURQTEFZSU5HIiB2YWx1ZT0i0JLQvtGB0L/RgNC+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+0L/RgNC+0YEiLz4NCgkJPHVpdGV4dCBuYW1lPSJTQ1JVQkJBUlNUQVRVU19SRVZJRVdRVUlaIiB2YWx1ZT0i0J7QsdC30L7RgCDQvtC/0YDQvtGB0LAiLz4NCgkJPCEtLSBzdWJzdGl0dXRpb246ICVtID09IG1pbnV0ZXMgcmVtYWluaW5nIC0tPg0KCQk8IS0tIHN1YnN0aXR1dGlvbjogJXMgPT0gc2Vjb25kcyByZW1haW5pbmcgLS0+DQoJCTx1aXRleHQgbmFtZT0iRUxBUFNFRCIgdmFsdWU9ItCe0YHRgtCw0LvQvtGB0YwgJW0g0LzQuNC9LiAlcyDRgSIvPg0KCQk8dWl0ZXh0IG5hbWU9Ik5PVEZPVU5EIiB2YWx1ZT0i0J3QuNGH0LXQs9C+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+0L3RgtCw0LrRgiIvPg0KCQk8dWl0ZXh0IG5hbWU9IlRBQl9RVUlaIiB2YWx1ZT0i0J7Qv9GA0L7RgSIvPg0KCQk8dWl0ZXh0IG5hbWU9IlRBQl9PVVRMSU5FIiB2YWx1ZT0i0KHRhdC10LzQsCIvPg0KCQk8dWl0ZXh0IG5hbWU9IlRBQl9USFVNQiIgdmFsdWU9ItCR0LXQs9GD0L3QvtC6Ii8+DQoJCTx1aXRleHQgbmFtZT0iVEFCX05PVEVTIiB2YWx1ZT0i0JfQsNC80LXRgtC60LgiLz4NCgkJPHVpdGV4dCBuYW1lPSJUQUJfU0VBUkNIIiB2YWx1ZT0i0J/QvtC40YHQuiIvPg0KCQk8dWl0ZXh0IG5hbWU9IlNMSURFX0hFQURJTkciIHZhbHVlPSLQl9Cw0LPQvtC70L7QstC+0Log0YHQu9Cw0LnQtNCwIi8+DQoJCTx1aXRleHQgbmFtZT0iRFVSQVRJT05fSEVBRElORyIgdmFsdWU9ItCU0LvQuNGCLdGB0YLRjCIvPg0KCQk8dWl0ZXh0IG5hbWU9IlNFQVJDSF9IRUFESU5HIiB2YWx1ZT0i0J/QvtC40YHQuiDRgtC10LrRgdGC0LA6Ii8+DQoJCTx1aXRleHQgbmFtZT0iVEhVTUJfSEVBRElORyIgdmFsdWU9ItCh0LvQsNC50LQiLz4NCgkJPHVpdGV4dCBuYW1lPSJUSFVNQl9JTkZPIiB2YWx1ZT0i0J3QsNC30LLQsNC90LjQtS/QtNC70LjRgi3QvdC+0YHRgtGMIi8+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0J/QvtC/0YvRgtC60LAg0L/RgNC+0LnRgtC4INC+0L/RgNC+0YE6Ii8+DQoJCTx1aXRleHQgbmFtZT0iUVVJWlBPRF9RVUlaX0FUVEVNUFRfVkFMVUUiIHZhbHVlPSIlbiDQuNC3ICV0Ii8+DQoJCTx1aXRleHQgbmFtZT0iUVVJWlBPRF9RVUlaX1NDT1JFIiB2YWx1ZT0i0J3QsNCx0YDQsNC90L4g0LHQsNC70LvQvtCyOiIvPg0KCQk8dWl0ZXh0IG5hbWU9IlFVSVpQT0RfUVVJWl9QQVNTU0NPUkUiIHZhbHVlPSLQn9GA0L7RhdC+0LTQvdC+0Lkg0YDQtdC30YPQu9GM0YLQsNGCOiIvPg0KCQk8dWl0ZXh0IG5hbWU9IlFVSVpQT0RfUVVJWl9NQVhTQ09SRSIgdmFsdWU9ItCc0LDQutGB0LjQvNCw0LvRjNC90YvQuSDRgNC10LfRg9C70YzRgtCw0YI6Ii8+DQoJCTx1aXRleHQgbmFtZT0iUVVJWlBPRF9RVUVTQVRNUFRfU1RSIiB2YWx1ZT0i0J/QvtC/0YvRgtC60LA6ICVuINC40LcgJXQiLz4NCgkJPHVpdGV4dCBuYW1lPSJRVUlaUE9EX1FVRVNUWVBFX1NUUiIgdmFsdWU9ItCi0LjQvzogJXMiLz4NCgkJPHVpdGV4dCBuYW1lPSJRVUlaUE9EX1FVRVNUWVBFX0dSRCIgdmFsdWU9ItChINC+0YbQtdC90LrQvtC5Ii8+DQoJCTx1aXRleHQgbmFtZT0iUVVJWlBPRF9RVUVTVFlQRV9TVlkiIHZhbHVlPSLQntCx0LfQvtGAIi8+DQoJCTx1aXRleHQgbmFtZT0iUVVJWlBPRF9RVUlaQVRNUFRfSU5GIiB2YWx1ZT0i0JHQvtC70YzRiNC+0LUg0YfQuNGB0LvQviIvPg0KCQk8dWl0ZXh0IG5hbWU9IlFVSVpQT0RfUVVFU0FUTVBUX0lORiIgdmFsdWU9ItCR0L7Qu9GM0YjQvtC1INGH0LjRgdC70L4iLz4NCgkJPHVpdGV4dCBuYW1lPSJXQVJOSU5HTVNHX1lFU1NUUklORyIgdmFsdWU9ItCU0LAiLz4NCgkJPHVpdGV4dCBuYW1lPSJXQVJOSU5HTVNHX05PU1RSSU5HIiB2YWx1ZT0i0J3QtdGCIi8+DQoJCTx1aXRleHQgbmFtZT0iV0FSTklOR01TR19USVRMRVNUUklORyIgdmFsdWU9ItCf0YDQtdC00YPQv9GA0LXQttC00LXQvdC40LUg0L4g0L3QsNCy0LjQs9Cw0YbQuNC4INCyINC+0L/RgNC+0YHQtSIvPg0KCQk8dWl0ZXh0IG5hbWU9IldBUk5JTkdNU0dfTVNHU1RSSU5HIiB2YWx1ZT0i0JIg0L7Qv9GA0L7RgdC1INC+0YHRgtCw0LvQuNGB0Ywg0L3QtdC+0YLQstC10YfQtdC90L3Ri9C1INCy0L7Qv9GA0L7RgdGLLtCd0LDQttCw0YLQuNC1INC60L3QvtC/0LrQuCAmcXVvdDvQlNCwJnF1b3Q7INC/0YDQuNCy0LXQtNC10YIg0Log0LfQsNC60YDRi9GC0LjRjiDQvtC/0YDQvtGB0LAuINCd0LDQttCw0YLQuNC1INC60L3QvtC/0LrQuCAmcXVvdDvQndC10YImcXVvdDsg0L/RgNC+0LTQvtC70LbQuNGCINC+0L/RgNC+0YEuIi8+DQoJCTx1aXRleHQgbmFtZT0iSU5GT1JNQVRJT05fSDI2NF9GTEFTSFBMQVlFUiIgdmFsdWU9ItCi0LXQutGD0YnQsNGPINCy0LXRgNGB0LjRjyDQv9GA0L7QuNCz0YDRi9Cy0LDRgtC10LvRjyBGbGFzaCBQbGF5ZXIsINGD0YHRgtCw0L3QvtCy0LvQtdC90L3QsNGPINC90LAg0Y3RgtC+0Lwg0LrQvtC80L/RjNGO0YLQtdGA0LUsINC90LUg0L/QvtC00LTQtdGA0LbQuNCy0LDQtdGCINGN0YLQviDQstC40LTQtdC+LiDQqdC10LvQutC90LjRgtC1INCyINC+0LHQu9Cw0YHRgtC4INCy0LjQtNC10L4sINGH0YLQvtCx0Ysg0LfQsNCz0YDRg9C30LjRgtGMINC/0L7RgdC70LXQtNC90Y7RjiDQstC10YDRgdC40Y4g0L/RgNC+0LjQs9GA0YvQstCw0YLQtdC70Y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Qn9C+0LrQsNC30YvQstCw0YLRjCDQstGA0LXQt9C60YMg0YPRh9Cw0YHRgtC90LjQutCw0LwiLz4NCgkJPHVpdGV4dCBuYW1lPSJNVVRFIiB2YWx1ZT0i0J7RgtC60LvRjtGH0LjRgtGMINC30LLRg9C6Ii8+DQoJCTx1aXRleHQgbmFtZT0iRE9DV1JBUF9USVRMRSIgdmFsdWU9ItCS0LvQvtC20LXQvdC40LUg0LIg0YTQsNC50LsgQWRvYmUgUHJlc2VudGVyIi8+DQoJCTx1aXRleHQgbmFtZT0iRE9DV1JBUF9NU0ciIHZhbHVlPSLQodC+0YXRgNCw0L3QuNGC0Ywg0LIg0L/QsNC/0LrRgyAmcXVvdDvQnNC+0Lkg0LrQvtC80L/RjNGO0YLQtdGAJnF1b3Q7Ii8+DQoJCTx1aXRleHQgbmFtZT0iRE9DV1JBUF9QUk9NUFQiIHZhbHVlPSLQqdC10LvQutC90YPRgtGMINC00LvRjyDQt9Cw0LPRgNGD0LfQutC4Ii8+DQoJPC9sYW5ndWFnZT4NCjwvY29uZmlndXJhdGlvbj4NCg==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6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6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6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.PNG&quot;/&gt;"/>
  <p:tag name="PPSNARRATION" val="1,226974800,C:\Users\sanmi\GoogleDrive\UWMdrive\Courses\ECE552\ece552-lec20_IntegerMulDiv_pptx\Media.ppcx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721D1E45-8C32-4FE6-9724-453FE2192842}_1.png&quot;/&gt;&lt;left val=&quot;27&quot;/&gt;&lt;top val=&quot;184&quot;/&gt;&lt;width val=&quot;675&quot;/&gt;&lt;height val=&quot;146&quot;/&gt;&lt;hasText val=&quot;1&quot;/&gt;&lt;/Image&gt;&lt;/ThreeDShapeInfo&gt;"/>
  <p:tag name="PRESENTER_SHAPETEXTINFO" val="&lt;ShapeTextInfo&gt;&lt;TableIndex row=&quot;-1&quot; col=&quot;-1&quot;&gt;&lt;linesCount val=&quot;2&quot;/&gt;&lt;lineCharCount val=&quot;35&quot;/&gt;&lt;lineCharCount val=&quot;12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13449F5B-FC8E-4140-9ADC-3DD8F502922B}_1.png&quot;/&gt;&lt;left val=&quot;103&quot;/&gt;&lt;top val=&quot;302&quot;/&gt;&lt;width val=&quot;512&quot;/&gt;&lt;height val=&quot;163&quot;/&gt;&lt;hasText val=&quot;1&quot;/&gt;&lt;/Image&gt;&lt;/ThreeDShapeInfo&gt;"/>
  <p:tag name="PRESENTER_SHAPETEXTINFO" val="&lt;ShapeTextInfo&gt;&lt;TableIndex row=&quot;-1&quot; col=&quot;-1&quot;&gt;&lt;linesCount val=&quot;6&quot;/&gt;&lt;lineCharCount val=&quot;24&quot;/&gt;&lt;lineCharCount val=&quot;1&quot;/&gt;&lt;lineCharCount val=&quot;55&quot;/&gt;&lt;lineCharCount val=&quot;53&quot;/&gt;&lt;lineCharCount val=&quot;14&quot;/&gt;&lt;lineCharCount val=&quot;3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.PNG&quot;/&gt;"/>
  <p:tag name="PPSNARRATION" val="2,226974800,C:\Users\sanmi\GoogleDrive\UWMdrive\Courses\ECE552\ece552-lec20_IntegerMulDiv_pptx\Media.ppcx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0D612209-D779-4DAD-8E7C-60B712934CB5}_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7E7323CD-1899-4DC7-9E22-C88402D3489A}_2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7&quot;/&gt;&lt;lineCharCount val=&quot;23&quot;/&gt;&lt;lineCharCount val=&quot;17&quot;/&gt;&lt;lineCharCount val=&quot;22&quot;/&gt;&lt;lineCharCount val=&quot;17&quot;/&gt;&lt;lineCharCount val=&quot;17&quot;/&gt;&lt;lineCharCount val=&quot;19&quot;/&gt;&lt;lineCharCount val=&quot;22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417F6F48-9FAE-413E-9431-46B7EBA27946}_2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.PNG&quot;/&gt;"/>
  <p:tag name="PPSNARRATION" val="3,226974800,C:\Users\sanmi\GoogleDrive\UWMdrive\Courses\ECE552\ece552-lec20_IntegerMulDiv_pptx\Media.ppcx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E7647014-FC3A-4911-B231-A4650FD55EA4}_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51E186D7-55A6-45D3-B7D3-150EDB3FA0D8}_3.png&quot;/&gt;&lt;left val=&quot;44&quot;/&gt;&lt;top val=&quot;108&quot;/&gt;&lt;width val=&quot;441&quot;/&gt;&lt;height val=&quot;372&quot;/&gt;&lt;hasText val=&quot;1&quot;/&gt;&lt;/Image&gt;&lt;/ThreeDShapeInfo&gt;"/>
  <p:tag name="PRESENTER_SHAPETEXTINFO" val="&lt;ShapeTextInfo&gt;&lt;TableIndex row=&quot;-1&quot; col=&quot;-1&quot;&gt;&lt;linesCount val=&quot;10&quot;/&gt;&lt;lineCharCount val=&quot;23&quot;/&gt;&lt;lineCharCount val=&quot;11&quot;/&gt;&lt;lineCharCount val=&quot;13&quot;/&gt;&lt;lineCharCount val=&quot;17&quot;/&gt;&lt;lineCharCount val=&quot;10&quot;/&gt;&lt;lineCharCount val=&quot;12&quot;/&gt;&lt;lineCharCount val=&quot;28&quot;/&gt;&lt;lineCharCount val=&quot;24&quot;/&gt;&lt;lineCharCount val=&quot;29&quot;/&gt;&lt;lineCharCount val=&quot;22&quot;/&gt;&lt;/TableIndex&gt;&lt;/ShapeText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DE5B2039-D664-42FC-8805-03A764DE55F4}_3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F22E9975-8499-43AF-87E0-E4ADF9DFEE1A}_3.png&quot;/&gt;&lt;left val=&quot;385&quot;/&gt;&lt;top val=&quot;111&quot;/&gt;&lt;width val=&quot;300&quot;/&gt;&lt;height val=&quot;345&quot;/&gt;&lt;hasText val=&quot;1&quot;/&gt;&lt;/Image&gt;&lt;/ThreeDShapeInfo&gt;"/>
  <p:tag name="PRESENTER_SHAPETEXTINFO" val="&lt;ShapeTextInfo&gt;&lt;TableIndex row=&quot;1&quot; col=&quot;1&quot;&gt;&lt;linesCount val=&quot;1&quot;/&gt;&lt;lineCharCount val=&quot;12&quot;/&gt;&lt;/TableIndex&gt;&lt;TableIndex row=&quot;1&quot; col=&quot;2&quot;&gt;&lt;linesCount val=&quot;1&quot;/&gt;&lt;lineCharCount val=&quot;12&quot;/&gt;&lt;/TableIndex&gt;&lt;TableIndex row=&quot;1&quot; col=&quot;3&quot;&gt;&lt;linesCount val=&quot;1&quot;/&gt;&lt;lineCharCount val=&quot;12&quot;/&gt;&lt;/TableIndex&gt;&lt;TableIndex row=&quot;1&quot; col=&quot;4&quot;&gt;&lt;linesCount val=&quot;0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2&quot; col=&quot;1&quot;&gt;&lt;linesCount val=&quot;1&quot;/&gt;&lt;lineCharCount val=&quot;10&quot;/&gt;&lt;/TableIndex&gt;&lt;TableIndex row=&quot;2&quot; col=&quot;2&quot;&gt;&lt;linesCount val=&quot;1&quot;/&gt;&lt;lineCharCount val=&quot;10&quot;/&gt;&lt;/TableIndex&gt;&lt;TableIndex row=&quot;2&quot; col=&quot;3&quot;&gt;&lt;linesCount val=&quot;1&quot;/&gt;&lt;lineCharCount val=&quot;10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1&quot;/&gt;&lt;/TableIndex&gt;&lt;TableIndex row=&quot;4&quot; col=&quot;5&quot;&gt;&lt;linesCount val=&quot;1&quot;/&gt;&lt;lineCharCount val=&quot;1&quot;/&gt;&lt;/TableIndex&gt;&lt;TableIndex row=&quot;4&quot; col=&quot;6&quot;&gt;&lt;linesCount val=&quot;1&quot;/&gt;&lt;lineCharCount val=&quot;1&quot;/&gt;&lt;/TableIndex&gt;&lt;TableIndex row=&quot;4&quot; col=&quot;7&quot;&gt;&lt;linesCount val=&quot;1&quot;/&gt;&lt;lineCharCount val=&quot;1&quot;/&gt;&lt;/TableIndex&gt;&lt;TableIndex row=&quot;4&quot; col=&quot;8&quot;&gt;&lt;linesCount val=&quot;0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1&quot;/&gt;&lt;lineCharCount val=&quot;1&quot;/&gt;&lt;/TableIndex&gt;&lt;TableIndex row=&quot;5&quot; col=&quot;4&quot;&gt;&lt;linesCount val=&quot;1&quot;/&gt;&lt;lineCharCount val=&quot;1&quot;/&gt;&lt;/TableIndex&gt;&lt;TableIndex row=&quot;5&quot; col=&quot;5&quot;&gt;&lt;linesCount val=&quot;1&quot;/&gt;&lt;lineCharCount val=&quot;1&quot;/&gt;&lt;/TableIndex&gt;&lt;TableIndex row=&quot;5&quot; col=&quot;6&quot;&gt;&lt;linesCount val=&quot;1&quot;/&gt;&lt;lineCharCount val=&quot;1&quot;/&gt;&lt;/TableIndex&gt;&lt;TableIndex row=&quot;5&quot; col=&quot;7&quot;&gt;&lt;linesCount val=&quot;0&quot;/&gt;&lt;/TableIndex&gt;&lt;TableIndex row=&quot;5&quot; col=&quot;8&quot;&gt;&lt;linesCount val=&quot;0&quot;/&gt;&lt;/TableIndex&gt;&lt;TableIndex row=&quot;6&quot; col=&quot;1&quot;&gt;&lt;linesCount val=&quot;0&quot;/&gt;&lt;/TableIndex&gt;&lt;TableIndex row=&quot;6&quot; col=&quot;2&quot;&gt;&lt;linesCount val=&quot;1&quot;/&gt;&lt;lineCharCount val=&quot;1&quot;/&gt;&lt;/TableIndex&gt;&lt;TableIndex row=&quot;6&quot; col=&quot;3&quot;&gt;&lt;linesCount val=&quot;1&quot;/&gt;&lt;lineCharCount val=&quot;1&quot;/&gt;&lt;/TableIndex&gt;&lt;TableIndex row=&quot;6&quot; col=&quot;4&quot;&gt;&lt;linesCount val=&quot;1&quot;/&gt;&lt;lineCharCount val=&quot;1&quot;/&gt;&lt;/TableIndex&gt;&lt;TableIndex row=&quot;6&quot; col=&quot;5&quot;&gt;&lt;linesCount val=&quot;1&quot;/&gt;&lt;lineCharCount val=&quot;1&quot;/&gt;&lt;/TableIndex&gt;&lt;TableIndex row=&quot;6&quot; col=&quot;6&quot;&gt;&lt;linesCount val=&quot;0&quot;/&gt;&lt;/TableIndex&gt;&lt;TableIndex row=&quot;6&quot; col=&quot;7&quot;&gt;&lt;linesCount val=&quot;0&quot;/&gt;&lt;/TableIndex&gt;&lt;TableIndex row=&quot;6&quot; col=&quot;8&quot;&gt;&lt;linesCount val=&quot;0&quot;/&gt;&lt;/TableIndex&gt;&lt;TableIndex row=&quot;7&quot; col=&quot;1&quot;&gt;&lt;linesCount val=&quot;1&quot;/&gt;&lt;lineCharCount val=&quot;1&quot;/&gt;&lt;/TableIndex&gt;&lt;TableIndex row=&quot;7&quot; col=&quot;2&quot;&gt;&lt;linesCount val=&quot;1&quot;/&gt;&lt;lineCharCount val=&quot;1&quot;/&gt;&lt;/TableIndex&gt;&lt;TableIndex row=&quot;7&quot; col=&quot;3&quot;&gt;&lt;linesCount val=&quot;1&quot;/&gt;&lt;lineCharCount val=&quot;1&quot;/&gt;&lt;/TableIndex&gt;&lt;TableIndex row=&quot;7&quot; col=&quot;4&quot;&gt;&lt;linesCount val=&quot;1&quot;/&gt;&lt;lineCharCount val=&quot;1&quot;/&gt;&lt;/TableIndex&gt;&lt;TableIndex row=&quot;7&quot; col=&quot;5&quot;&gt;&lt;linesCount val=&quot;1&quot;/&gt;&lt;lineCharCount val=&quot;1&quot;/&gt;&lt;/TableIndex&gt;&lt;TableIndex row=&quot;7&quot; col=&quot;6&quot;&gt;&lt;linesCount val=&quot;1&quot;/&gt;&lt;lineCharCount val=&quot;1&quot;/&gt;&lt;/TableIndex&gt;&lt;TableIndex row=&quot;7&quot; col=&quot;7&quot;&gt;&lt;linesCount val=&quot;1&quot;/&gt;&lt;lineCharCount val=&quot;1&quot;/&gt;&lt;/TableIndex&gt;&lt;TableIndex row=&quot;7&quot; col=&quot;8&quot;&gt;&lt;linesCount val=&quot;1&quot;/&gt;&lt;lineCharCount val=&quot;1&quot;/&gt;&lt;/TableIndex&gt;&lt;/ShapeTextInfo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.PNG&quot;/&gt;"/>
  <p:tag name="PPSNARRATION" val="3,226974800,C:\Users\sanmi\GoogleDrive\UWMdrive\Courses\ECE552\ece552-lec20_IntegerMulDiv_pptx\Media.ppcx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E7647014-FC3A-4911-B231-A4650FD55EA4}_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DE5B2039-D664-42FC-8805-03A764DE55F4}_3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F22E9975-8499-43AF-87E0-E4ADF9DFEE1A}_3.png&quot;/&gt;&lt;left val=&quot;385&quot;/&gt;&lt;top val=&quot;111&quot;/&gt;&lt;width val=&quot;300&quot;/&gt;&lt;height val=&quot;345&quot;/&gt;&lt;hasText val=&quot;1&quot;/&gt;&lt;/Image&gt;&lt;/ThreeDShapeInfo&gt;"/>
  <p:tag name="PRESENTER_SHAPETEXTINFO" val="&lt;ShapeTextInfo&gt;&lt;TableIndex row=&quot;1&quot; col=&quot;1&quot;&gt;&lt;linesCount val=&quot;1&quot;/&gt;&lt;lineCharCount val=&quot;12&quot;/&gt;&lt;/TableIndex&gt;&lt;TableIndex row=&quot;1&quot; col=&quot;2&quot;&gt;&lt;linesCount val=&quot;1&quot;/&gt;&lt;lineCharCount val=&quot;12&quot;/&gt;&lt;/TableIndex&gt;&lt;TableIndex row=&quot;1&quot; col=&quot;3&quot;&gt;&lt;linesCount val=&quot;1&quot;/&gt;&lt;lineCharCount val=&quot;12&quot;/&gt;&lt;/TableIndex&gt;&lt;TableIndex row=&quot;1&quot; col=&quot;4&quot;&gt;&lt;linesCount val=&quot;0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2&quot; col=&quot;1&quot;&gt;&lt;linesCount val=&quot;1&quot;/&gt;&lt;lineCharCount val=&quot;10&quot;/&gt;&lt;/TableIndex&gt;&lt;TableIndex row=&quot;2&quot; col=&quot;2&quot;&gt;&lt;linesCount val=&quot;1&quot;/&gt;&lt;lineCharCount val=&quot;10&quot;/&gt;&lt;/TableIndex&gt;&lt;TableIndex row=&quot;2&quot; col=&quot;3&quot;&gt;&lt;linesCount val=&quot;1&quot;/&gt;&lt;lineCharCount val=&quot;10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1&quot;/&gt;&lt;/TableIndex&gt;&lt;TableIndex row=&quot;4&quot; col=&quot;5&quot;&gt;&lt;linesCount val=&quot;1&quot;/&gt;&lt;lineCharCount val=&quot;1&quot;/&gt;&lt;/TableIndex&gt;&lt;TableIndex row=&quot;4&quot; col=&quot;6&quot;&gt;&lt;linesCount val=&quot;1&quot;/&gt;&lt;lineCharCount val=&quot;1&quot;/&gt;&lt;/TableIndex&gt;&lt;TableIndex row=&quot;4&quot; col=&quot;7&quot;&gt;&lt;linesCount val=&quot;1&quot;/&gt;&lt;lineCharCount val=&quot;1&quot;/&gt;&lt;/TableIndex&gt;&lt;TableIndex row=&quot;4&quot; col=&quot;8&quot;&gt;&lt;linesCount val=&quot;0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1&quot;/&gt;&lt;lineCharCount val=&quot;1&quot;/&gt;&lt;/TableIndex&gt;&lt;TableIndex row=&quot;5&quot; col=&quot;4&quot;&gt;&lt;linesCount val=&quot;1&quot;/&gt;&lt;lineCharCount val=&quot;1&quot;/&gt;&lt;/TableIndex&gt;&lt;TableIndex row=&quot;5&quot; col=&quot;5&quot;&gt;&lt;linesCount val=&quot;1&quot;/&gt;&lt;lineCharCount val=&quot;1&quot;/&gt;&lt;/TableIndex&gt;&lt;TableIndex row=&quot;5&quot; col=&quot;6&quot;&gt;&lt;linesCount val=&quot;1&quot;/&gt;&lt;lineCharCount val=&quot;1&quot;/&gt;&lt;/TableIndex&gt;&lt;TableIndex row=&quot;5&quot; col=&quot;7&quot;&gt;&lt;linesCount val=&quot;0&quot;/&gt;&lt;/TableIndex&gt;&lt;TableIndex row=&quot;5&quot; col=&quot;8&quot;&gt;&lt;linesCount val=&quot;0&quot;/&gt;&lt;/TableIndex&gt;&lt;TableIndex row=&quot;6&quot; col=&quot;1&quot;&gt;&lt;linesCount val=&quot;0&quot;/&gt;&lt;/TableIndex&gt;&lt;TableIndex row=&quot;6&quot; col=&quot;2&quot;&gt;&lt;linesCount val=&quot;1&quot;/&gt;&lt;lineCharCount val=&quot;1&quot;/&gt;&lt;/TableIndex&gt;&lt;TableIndex row=&quot;6&quot; col=&quot;3&quot;&gt;&lt;linesCount val=&quot;1&quot;/&gt;&lt;lineCharCount val=&quot;1&quot;/&gt;&lt;/TableIndex&gt;&lt;TableIndex row=&quot;6&quot; col=&quot;4&quot;&gt;&lt;linesCount val=&quot;1&quot;/&gt;&lt;lineCharCount val=&quot;1&quot;/&gt;&lt;/TableIndex&gt;&lt;TableIndex row=&quot;6&quot; col=&quot;5&quot;&gt;&lt;linesCount val=&quot;1&quot;/&gt;&lt;lineCharCount val=&quot;1&quot;/&gt;&lt;/TableIndex&gt;&lt;TableIndex row=&quot;6&quot; col=&quot;6&quot;&gt;&lt;linesCount val=&quot;0&quot;/&gt;&lt;/TableIndex&gt;&lt;TableIndex row=&quot;6&quot; col=&quot;7&quot;&gt;&lt;linesCount val=&quot;0&quot;/&gt;&lt;/TableIndex&gt;&lt;TableIndex row=&quot;6&quot; col=&quot;8&quot;&gt;&lt;linesCount val=&quot;0&quot;/&gt;&lt;/TableIndex&gt;&lt;TableIndex row=&quot;7&quot; col=&quot;1&quot;&gt;&lt;linesCount val=&quot;1&quot;/&gt;&lt;lineCharCount val=&quot;1&quot;/&gt;&lt;/TableIndex&gt;&lt;TableIndex row=&quot;7&quot; col=&quot;2&quot;&gt;&lt;linesCount val=&quot;1&quot;/&gt;&lt;lineCharCount val=&quot;1&quot;/&gt;&lt;/TableIndex&gt;&lt;TableIndex row=&quot;7&quot; col=&quot;3&quot;&gt;&lt;linesCount val=&quot;1&quot;/&gt;&lt;lineCharCount val=&quot;1&quot;/&gt;&lt;/TableIndex&gt;&lt;TableIndex row=&quot;7&quot; col=&quot;4&quot;&gt;&lt;linesCount val=&quot;1&quot;/&gt;&lt;lineCharCount val=&quot;1&quot;/&gt;&lt;/TableIndex&gt;&lt;TableIndex row=&quot;7&quot; col=&quot;5&quot;&gt;&lt;linesCount val=&quot;1&quot;/&gt;&lt;lineCharCount val=&quot;1&quot;/&gt;&lt;/TableIndex&gt;&lt;TableIndex row=&quot;7&quot; col=&quot;6&quot;&gt;&lt;linesCount val=&quot;1&quot;/&gt;&lt;lineCharCount val=&quot;1&quot;/&gt;&lt;/TableIndex&gt;&lt;TableIndex row=&quot;7&quot; col=&quot;7&quot;&gt;&lt;linesCount val=&quot;1&quot;/&gt;&lt;lineCharCount val=&quot;1&quot;/&gt;&lt;/TableIndex&gt;&lt;TableIndex row=&quot;7&quot; col=&quot;8&quot;&gt;&lt;linesCount val=&quot;1&quot;/&gt;&lt;lineCharCount val=&quot;1&quot;/&gt;&lt;/TableIndex&gt;&lt;/ShapeTextInfo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4.PNG&quot;/&gt;"/>
  <p:tag name="PPSNARRATION" val="4,226974800,C:\Users\sanmi\GoogleDrive\UWMdrive\Courses\ECE552\ece552-lec20_IntegerMulDiv_pptx\Media.ppcx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25DADA55-4C39-4567-8C8B-84086D266119}_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19E48C99-F117-4C49-9238-A25B05AD72A0}_4.png&quot;/&gt;&lt;left val=&quot;371&quot;/&gt;&lt;top val=&quot;122&quot;/&gt;&lt;width val=&quot;325&quot;/&gt;&lt;height val=&quot;130&quot;/&gt;&lt;hasText val=&quot;1&quot;/&gt;&lt;/Image&gt;&lt;/ThreeDShapeInfo&gt;"/>
  <p:tag name="PRESENTER_SHAPETEXTINFO" val="&lt;ShapeTextInfo&gt;&lt;TableIndex row=&quot;-1&quot; col=&quot;-1&quot;&gt;&lt;linesCount val=&quot;3&quot;/&gt;&lt;lineCharCount val=&quot;28&quot;/&gt;&lt;lineCharCount val=&quot;24&quot;/&gt;&lt;lineCharCount val=&quot;20&quot;/&gt;&lt;/TableIndex&gt;&lt;/ShapeText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21329543-D571-413A-947B-6590F3CC0C51}_4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5944136F-3015-412B-B3DC-CC998B66A918}_4.png&quot;/&gt;&lt;left val=&quot;37&quot;/&gt;&lt;top val=&quot;111&quot;/&gt;&lt;width val=&quot;300&quot;/&gt;&lt;height val=&quot;345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0&quot;/&gt;&lt;/TableIndex&gt;&lt;TableIndex row=&quot;1&quot; col=&quot;3&quot;&gt;&lt;linesCount val=&quot;0&quot;/&gt;&lt;/TableIndex&gt;&lt;TableIndex row=&quot;1&quot; col=&quot;4&quot;&gt;&lt;linesCount val=&quot;0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2&quot; col=&quot;1&quot;&gt;&lt;linesCount val=&quot;0&quot;/&gt;&lt;/TableIndex&gt;&lt;TableIndex row=&quot;2&quot; col=&quot;2&quot;&gt;&lt;linesCount val=&quot;0&quot;/&gt;&lt;/TableIndex&gt;&lt;TableIndex row=&quot;2&quot; col=&quot;3&quot;&gt;&lt;linesCount val=&quot;0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1&quot;/&gt;&lt;/TableIndex&gt;&lt;TableIndex row=&quot;4&quot; col=&quot;5&quot;&gt;&lt;linesCount val=&quot;1&quot;/&gt;&lt;lineCharCount val=&quot;1&quot;/&gt;&lt;/TableIndex&gt;&lt;TableIndex row=&quot;4&quot; col=&quot;6&quot;&gt;&lt;linesCount val=&quot;1&quot;/&gt;&lt;lineCharCount val=&quot;1&quot;/&gt;&lt;/TableIndex&gt;&lt;TableIndex row=&quot;4&quot; col=&quot;7&quot;&gt;&lt;linesCount val=&quot;1&quot;/&gt;&lt;lineCharCount val=&quot;1&quot;/&gt;&lt;/TableIndex&gt;&lt;TableIndex row=&quot;4&quot; col=&quot;8&quot;&gt;&lt;linesCount val=&quot;0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1&quot;/&gt;&lt;lineCharCount val=&quot;1&quot;/&gt;&lt;/TableIndex&gt;&lt;TableIndex row=&quot;5&quot; col=&quot;4&quot;&gt;&lt;linesCount val=&quot;1&quot;/&gt;&lt;lineCharCount val=&quot;1&quot;/&gt;&lt;/TableIndex&gt;&lt;TableIndex row=&quot;5&quot; col=&quot;5&quot;&gt;&lt;linesCount val=&quot;1&quot;/&gt;&lt;lineCharCount val=&quot;1&quot;/&gt;&lt;/TableIndex&gt;&lt;TableIndex row=&quot;5&quot; col=&quot;6&quot;&gt;&lt;linesCount val=&quot;1&quot;/&gt;&lt;lineCharCount val=&quot;1&quot;/&gt;&lt;/TableIndex&gt;&lt;TableIndex row=&quot;5&quot; col=&quot;7&quot;&gt;&lt;linesCount val=&quot;0&quot;/&gt;&lt;/TableIndex&gt;&lt;TableIndex row=&quot;5&quot; col=&quot;8&quot;&gt;&lt;linesCount val=&quot;0&quot;/&gt;&lt;/TableIndex&gt;&lt;TableIndex row=&quot;6&quot; col=&quot;1&quot;&gt;&lt;linesCount val=&quot;0&quot;/&gt;&lt;/TableIndex&gt;&lt;TableIndex row=&quot;6&quot; col=&quot;2&quot;&gt;&lt;linesCount val=&quot;1&quot;/&gt;&lt;lineCharCount val=&quot;1&quot;/&gt;&lt;/TableIndex&gt;&lt;TableIndex row=&quot;6&quot; col=&quot;3&quot;&gt;&lt;linesCount val=&quot;1&quot;/&gt;&lt;lineCharCount val=&quot;1&quot;/&gt;&lt;/TableIndex&gt;&lt;TableIndex row=&quot;6&quot; col=&quot;4&quot;&gt;&lt;linesCount val=&quot;1&quot;/&gt;&lt;lineCharCount val=&quot;1&quot;/&gt;&lt;/TableIndex&gt;&lt;TableIndex row=&quot;6&quot; col=&quot;5&quot;&gt;&lt;linesCount val=&quot;1&quot;/&gt;&lt;lineCharCount val=&quot;1&quot;/&gt;&lt;/TableIndex&gt;&lt;TableIndex row=&quot;6&quot; col=&quot;6&quot;&gt;&lt;linesCount val=&quot;0&quot;/&gt;&lt;/TableIndex&gt;&lt;TableIndex row=&quot;6&quot; col=&quot;7&quot;&gt;&lt;linesCount val=&quot;0&quot;/&gt;&lt;/TableIndex&gt;&lt;TableIndex row=&quot;6&quot; col=&quot;8&quot;&gt;&lt;linesCount val=&quot;0&quot;/&gt;&lt;/TableIndex&gt;&lt;TableIndex row=&quot;7&quot; col=&quot;1&quot;&gt;&lt;linesCount val=&quot;1&quot;/&gt;&lt;lineCharCount val=&quot;1&quot;/&gt;&lt;/TableIndex&gt;&lt;TableIndex row=&quot;7&quot; col=&quot;2&quot;&gt;&lt;linesCount val=&quot;1&quot;/&gt;&lt;lineCharCount val=&quot;1&quot;/&gt;&lt;/TableIndex&gt;&lt;TableIndex row=&quot;7&quot; col=&quot;3&quot;&gt;&lt;linesCount val=&quot;1&quot;/&gt;&lt;lineCharCount val=&quot;1&quot;/&gt;&lt;/TableIndex&gt;&lt;TableIndex row=&quot;7&quot; col=&quot;4&quot;&gt;&lt;linesCount val=&quot;1&quot;/&gt;&lt;lineCharCount val=&quot;1&quot;/&gt;&lt;/TableIndex&gt;&lt;TableIndex row=&quot;7&quot; col=&quot;5&quot;&gt;&lt;linesCount val=&quot;1&quot;/&gt;&lt;lineCharCount val=&quot;1&quot;/&gt;&lt;/TableIndex&gt;&lt;TableIndex row=&quot;7&quot; col=&quot;6&quot;&gt;&lt;linesCount val=&quot;1&quot;/&gt;&lt;lineCharCount val=&quot;1&quot;/&gt;&lt;/TableIndex&gt;&lt;TableIndex row=&quot;7&quot; col=&quot;7&quot;&gt;&lt;linesCount val=&quot;1&quot;/&gt;&lt;lineCharCount val=&quot;1&quot;/&gt;&lt;/TableIndex&gt;&lt;TableIndex row=&quot;7&quot; col=&quot;8&quot;&gt;&lt;linesCount val=&quot;1&quot;/&gt;&lt;lineCharCount val=&quot;1&quot;/&gt;&lt;/TableIndex&gt;&lt;/ShapeTextInfo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599BCD75-E1DF-497F-A612-2E2B4CC03DAD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AB6F2E62-71A3-4B57-B752-4DB60F93088B}_4.png&quot;/&gt;&lt;left val=&quot;382&quot;/&gt;&lt;top val=&quot;353&quot;/&gt;&lt;width val=&quot;129&quot;/&gt;&lt;height val=&quot;56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D7A05C9D-DE26-4D25-9B5F-D796E65D1944}_4.png&quot;/&gt;&lt;left val=&quot;372&quot;/&gt;&lt;top val=&quot;249&quot;/&gt;&lt;width val=&quot;185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E73FC798-BC4A-44A8-AF39-9F7D6121D3A0}_4.png&quot;/&gt;&lt;left val=&quot;414&quot;/&gt;&lt;top val=&quot;433&quot;/&gt;&lt;width val=&quot;119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3&quot;/&gt;&lt;/TableIndex&gt;&lt;/ShapeTextInfo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D15FB0C2-1AFB-45EA-99FD-8BE4A04514DE}_4.png&quot;/&gt;&lt;left val=&quot;584&quot;/&gt;&lt;top val=&quot;305&quot;/&gt;&lt;width val=&quot;111&quot;/&gt;&lt;height val=&quot;114&quot;/&gt;&lt;hasText val=&quot;1&quot;/&gt;&lt;/Image&gt;&lt;/ThreeDShapeInfo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5.8|24|11.8|1|14.1"/>
  <p:tag name="HTML_SHAPEINFO" val="&lt;SlideThumbPath val=&quot;Slide5.PNG&quot;/&gt;"/>
  <p:tag name="PPSNARRATION" val="5,226974800,C:\Users\sanmi\GoogleDrive\UWMdrive\Courses\ECE552\ece552-lec20_IntegerMulDiv_pptx\Media.ppcx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F1B3B656-2353-492F-BF06-16698ADEB144}_5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F9B3C147-C59E-49AB-9747-39B2C0569C69}_5.png&quot;/&gt;&lt;left val=&quot;29&quot;/&gt;&lt;top val=&quot;413&quot;/&gt;&lt;width val=&quot;636&quot;/&gt;&lt;height val=&quot;114&quot;/&gt;&lt;hasText val=&quot;1&quot;/&gt;&lt;/Image&gt;&lt;/ThreeDShapeInfo&gt;"/>
  <p:tag name="PRESENTER_SHAPETEXTINFO" val="&lt;ShapeTextInfo&gt;&lt;TableIndex row=&quot;-1&quot; col=&quot;-1&quot;&gt;&lt;linesCount val=&quot;3&quot;/&gt;&lt;lineCharCount val=&quot;31&quot;/&gt;&lt;lineCharCount val=&quot;28&quot;/&gt;&lt;lineCharCount val=&quot;40&quot;/&gt;&lt;/TableIndex&gt;&lt;/ShapeTextInfo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1C388129-3B51-4B6B-B3A4-791B7E075078}_5.png&quot;/&gt;&lt;left val=&quot;168&quot;/&gt;&lt;top val=&quot;514&quot;/&gt;&lt;width val=&quot;373&quot;/&gt;&lt;height val=&quot;26&quot;/&gt;&lt;hasText val=&quot;1&quot;/&gt;&lt;/Image&gt;&lt;/ThreeDShapeInfo&gt;"/>
  <p:tag name="PRESENTER_SHAPETEXTINFO" val="&lt;ShapeTextInfo&gt;&lt;TableIndex row=&quot;-1&quot; col=&quot;-1&quot;&gt;&lt;linesCount val=&quot;1&quot;/&gt;&lt;lineCharCount val=&quot;37&quot;/&gt;&lt;/TableIndex&gt;&lt;/ShapeTextInfo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89A7685B-9473-4ACC-9206-E4C01ED7916E}_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A947627F-E1C1-4690-B129-61F31D2F263A}_5.png&quot;/&gt;&lt;left val=&quot;505&quot;/&gt;&lt;top val=&quot;273&quot;/&gt;&lt;width val=&quot;103&quot;/&gt;&lt;height val=&quot;39&quot;/&gt;&lt;hasText val=&quot;1&quot;/&gt;&lt;/Image&gt;&lt;/ThreeDShapeInfo&gt;"/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78FA3800-C1DD-4790-B837-2781B13202DC}_5.png&quot;/&gt;&lt;left val=&quot;321&quot;/&gt;&lt;top val=&quot;91&quot;/&gt;&lt;width val=&quot;82&quot;/&gt;&lt;height val=&quot;26&quot;/&gt;&lt;hasText val=&quot;1&quot;/&gt;&lt;/Image&gt;&lt;/ThreeDShapeInfo&gt;"/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6C56FED8-C03C-4660-87A0-9769D77F2D2A}_5.png&quot;/&gt;&lt;left val=&quot;605&quot;/&gt;&lt;top val=&quot;91&quot;/&gt;&lt;width val=&quot;40&quot;/&gt;&lt;height val=&quot;26&quot;/&gt;&lt;hasText val=&quot;1&quot;/&gt;&lt;/Image&gt;&lt;/ThreeDShapeInfo&gt;"/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6.PNG&quot;/&gt;"/>
  <p:tag name="PPSNARRATION" val="6,226974800,C:\Users\sanmi\GoogleDrive\UWMdrive\Courses\ECE552\ece552-lec20_IntegerMulDiv_pptx\Media.ppcx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FFB14178-D372-4F8E-B5B8-F88F84F47CA6}_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E7EBBF3C-4820-406C-8BC7-407B068D657F}_6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5&quot;/&gt;&lt;lineCharCount val=&quot;23&quot;/&gt;&lt;lineCharCount val=&quot;43&quot;/&gt;&lt;lineCharCount val=&quot;44&quot;/&gt;&lt;lineCharCount val=&quot;27&quot;/&gt;&lt;lineCharCount val=&quot;50&quot;/&gt;&lt;/TableIndex&gt;&lt;/ShapeTextInfo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52958264-7A3A-4CE2-9B99-5C3374E8A8EE}_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7.PNG&quot;/&gt;"/>
  <p:tag name="PPSNARRATION" val="7,226974800,C:\Users\sanmi\GoogleDrive\UWMdrive\Courses\ECE552\ece552-lec20_IntegerMulDiv_pptx\Media.ppcx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FF3608E0-4ACF-438D-B27B-CC45BBFD8E9C}_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5F856A2D-1062-4C67-98BB-C150F2C8F30B}_7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CA65DD8E-A4C9-4C38-8093-89A7E0229401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8.PNG&quot;/&gt;"/>
  <p:tag name="PPSNARRATION" val="8,226974800,C:\Users\sanmi\GoogleDrive\UWMdrive\Courses\ECE552\ece552-lec20_IntegerMulDiv_pptx\Media.ppcx"/>
  <p:tag name="TIMING" val="|22.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20A3223F-6CC1-4974-9C47-0E206DFC2D68}_8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F1F8BFB2-0616-4EAC-9668-AEBEA02289F0}_8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CA65DD8E-A4C9-4C38-8093-89A7E0229401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6B61574E-70DD-4246-A2D9-1FEF855F9CCE}_8.png&quot;/&gt;&lt;left val=&quot;178&quot;/&gt;&lt;top val=&quot;166&quot;/&gt;&lt;width val=&quot;198&quot;/&gt;&lt;height val=&quot;76&quot;/&gt;&lt;hasText val=&quot;1&quot;/&gt;&lt;/Image&gt;&lt;/ThreeDShapeInfo&gt;"/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37781EE1-2BC3-49A3-ACF3-43454D9C6F13}_8.png&quot;/&gt;&lt;left val=&quot;579&quot;/&gt;&lt;top val=&quot;229&quot;/&gt;&lt;width val=&quot;117&quot;/&gt;&lt;height val=&quot;76&quot;/&gt;&lt;hasText val=&quot;1&quot;/&gt;&lt;/Image&gt;&lt;/ThreeDShapeInfo&gt;"/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035B2324-8A36-4268-AE5B-0EFDE72F616B}_8.png&quot;/&gt;&lt;left val=&quot;117&quot;/&gt;&lt;top val=&quot;382&quot;/&gt;&lt;width val=&quot;198&quot;/&gt;&lt;height val=&quot;76&quot;/&gt;&lt;hasText val=&quot;1&quot;/&gt;&lt;/Image&gt;&lt;/ThreeDShapeInfo&gt;"/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AA2E99F7-516A-43B9-A973-66FC203F5A65}_8.png&quot;/&gt;&lt;left val=&quot;29&quot;/&gt;&lt;top val=&quot;143&quot;/&gt;&lt;width val=&quot;667&quot;/&gt;&lt;height val=&quot;333&quot;/&gt;&lt;hasText val=&quot;1&quot;/&gt;&lt;/Image&gt;&lt;/ThreeDShapeInfo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7D30CECF-8EEF-42A7-8B3C-6D8901E3309B}_8.png&quot;/&gt;&lt;left val=&quot;510&quot;/&gt;&lt;top val=&quot;12&quot;/&gt;&lt;width val=&quot;198&quot;/&gt;&lt;height val=&quot;238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0&quot;/&gt;&lt;/TableIndex&gt;&lt;TableIndex row=&quot;1&quot; col=&quot;3&quot;&gt;&lt;linesCount val=&quot;0&quot;/&gt;&lt;/TableIndex&gt;&lt;TableIndex row=&quot;1&quot; col=&quot;4&quot;&gt;&lt;linesCount val=&quot;0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2&quot; col=&quot;1&quot;&gt;&lt;linesCount val=&quot;0&quot;/&gt;&lt;/TableIndex&gt;&lt;TableIndex row=&quot;2&quot; col=&quot;2&quot;&gt;&lt;linesCount val=&quot;0&quot;/&gt;&lt;/TableIndex&gt;&lt;TableIndex row=&quot;2&quot; col=&quot;3&quot;&gt;&lt;linesCount val=&quot;0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1&quot;/&gt;&lt;/TableIndex&gt;&lt;TableIndex row=&quot;4&quot; col=&quot;5&quot;&gt;&lt;linesCount val=&quot;1&quot;/&gt;&lt;lineCharCount val=&quot;1&quot;/&gt;&lt;/TableIndex&gt;&lt;TableIndex row=&quot;4&quot; col=&quot;6&quot;&gt;&lt;linesCount val=&quot;1&quot;/&gt;&lt;lineCharCount val=&quot;1&quot;/&gt;&lt;/TableIndex&gt;&lt;TableIndex row=&quot;4&quot; col=&quot;7&quot;&gt;&lt;linesCount val=&quot;1&quot;/&gt;&lt;lineCharCount val=&quot;1&quot;/&gt;&lt;/TableIndex&gt;&lt;TableIndex row=&quot;4&quot; col=&quot;8&quot;&gt;&lt;linesCount val=&quot;0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1&quot;/&gt;&lt;lineCharCount val=&quot;1&quot;/&gt;&lt;/TableIndex&gt;&lt;TableIndex row=&quot;5&quot; col=&quot;4&quot;&gt;&lt;linesCount val=&quot;1&quot;/&gt;&lt;lineCharCount val=&quot;1&quot;/&gt;&lt;/TableIndex&gt;&lt;TableIndex row=&quot;5&quot; col=&quot;5&quot;&gt;&lt;linesCount val=&quot;1&quot;/&gt;&lt;lineCharCount val=&quot;1&quot;/&gt;&lt;/TableIndex&gt;&lt;TableIndex row=&quot;5&quot; col=&quot;6&quot;&gt;&lt;linesCount val=&quot;1&quot;/&gt;&lt;lineCharCount val=&quot;1&quot;/&gt;&lt;/TableIndex&gt;&lt;TableIndex row=&quot;5&quot; col=&quot;7&quot;&gt;&lt;linesCount val=&quot;0&quot;/&gt;&lt;/TableIndex&gt;&lt;TableIndex row=&quot;5&quot; col=&quot;8&quot;&gt;&lt;linesCount val=&quot;0&quot;/&gt;&lt;/TableIndex&gt;&lt;TableIndex row=&quot;6&quot; col=&quot;1&quot;&gt;&lt;linesCount val=&quot;0&quot;/&gt;&lt;/TableIndex&gt;&lt;TableIndex row=&quot;6&quot; col=&quot;2&quot;&gt;&lt;linesCount val=&quot;1&quot;/&gt;&lt;lineCharCount val=&quot;1&quot;/&gt;&lt;/TableIndex&gt;&lt;TableIndex row=&quot;6&quot; col=&quot;3&quot;&gt;&lt;linesCount val=&quot;1&quot;/&gt;&lt;lineCharCount val=&quot;1&quot;/&gt;&lt;/TableIndex&gt;&lt;TableIndex row=&quot;6&quot; col=&quot;4&quot;&gt;&lt;linesCount val=&quot;1&quot;/&gt;&lt;lineCharCount val=&quot;1&quot;/&gt;&lt;/TableIndex&gt;&lt;TableIndex row=&quot;6&quot; col=&quot;5&quot;&gt;&lt;linesCount val=&quot;1&quot;/&gt;&lt;lineCharCount val=&quot;1&quot;/&gt;&lt;/TableIndex&gt;&lt;TableIndex row=&quot;6&quot; col=&quot;6&quot;&gt;&lt;linesCount val=&quot;0&quot;/&gt;&lt;/TableIndex&gt;&lt;TableIndex row=&quot;6&quot; col=&quot;7&quot;&gt;&lt;linesCount val=&quot;0&quot;/&gt;&lt;/TableIndex&gt;&lt;TableIndex row=&quot;6&quot; col=&quot;8&quot;&gt;&lt;linesCount val=&quot;0&quot;/&gt;&lt;/TableIndex&gt;&lt;TableIndex row=&quot;7&quot; col=&quot;1&quot;&gt;&lt;linesCount val=&quot;1&quot;/&gt;&lt;lineCharCount val=&quot;1&quot;/&gt;&lt;/TableIndex&gt;&lt;TableIndex row=&quot;7&quot; col=&quot;2&quot;&gt;&lt;linesCount val=&quot;1&quot;/&gt;&lt;lineCharCount val=&quot;1&quot;/&gt;&lt;/TableIndex&gt;&lt;TableIndex row=&quot;7&quot; col=&quot;3&quot;&gt;&lt;linesCount val=&quot;1&quot;/&gt;&lt;lineCharCount val=&quot;1&quot;/&gt;&lt;/TableIndex&gt;&lt;TableIndex row=&quot;7&quot; col=&quot;4&quot;&gt;&lt;linesCount val=&quot;1&quot;/&gt;&lt;lineCharCount val=&quot;1&quot;/&gt;&lt;/TableIndex&gt;&lt;TableIndex row=&quot;7&quot; col=&quot;5&quot;&gt;&lt;linesCount val=&quot;1&quot;/&gt;&lt;lineCharCount val=&quot;1&quot;/&gt;&lt;/TableIndex&gt;&lt;TableIndex row=&quot;7&quot; col=&quot;6&quot;&gt;&lt;linesCount val=&quot;1&quot;/&gt;&lt;lineCharCount val=&quot;1&quot;/&gt;&lt;/TableIndex&gt;&lt;TableIndex row=&quot;7&quot; col=&quot;7&quot;&gt;&lt;linesCount val=&quot;1&quot;/&gt;&lt;lineCharCount val=&quot;1&quot;/&gt;&lt;/TableIndex&gt;&lt;TableIndex row=&quot;7&quot; col=&quot;8&quot;&gt;&lt;linesCount val=&quot;1&quot;/&gt;&lt;lineCharCount val=&quot;1&quot;/&gt;&lt;/TableIndex&gt;&lt;/ShapeTextInfo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CA65DD8E-A4C9-4C38-8093-89A7E0229401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9.PNG&quot;/&gt;"/>
  <p:tag name="PPSNARRATION" val="9,226974800,C:\Users\sanmi\GoogleDrive\UWMdrive\Courses\ECE552\ece552-lec20_IntegerMulDiv_pptx\Media.ppcx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B66CC2D0-45D8-4E74-85C0-F4B33C572952}_9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CF711A95-24AF-4DA9-8971-A7A34AFA2AB5}_9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CA65DD8E-A4C9-4C38-8093-89A7E0229401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D949FBE6-DE36-4CB9-9E06-FFB43CFFD577}_9.png&quot;/&gt;&lt;left val=&quot;510&quot;/&gt;&lt;top val=&quot;12&quot;/&gt;&lt;width val=&quot;198&quot;/&gt;&lt;height val=&quot;238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0&quot;/&gt;&lt;/TableIndex&gt;&lt;TableIndex row=&quot;1&quot; col=&quot;3&quot;&gt;&lt;linesCount val=&quot;0&quot;/&gt;&lt;/TableIndex&gt;&lt;TableIndex row=&quot;1&quot; col=&quot;4&quot;&gt;&lt;linesCount val=&quot;0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2&quot; col=&quot;1&quot;&gt;&lt;linesCount val=&quot;0&quot;/&gt;&lt;/TableIndex&gt;&lt;TableIndex row=&quot;2&quot; col=&quot;2&quot;&gt;&lt;linesCount val=&quot;0&quot;/&gt;&lt;/TableIndex&gt;&lt;TableIndex row=&quot;2&quot; col=&quot;3&quot;&gt;&lt;linesCount val=&quot;0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1&quot;/&gt;&lt;/TableIndex&gt;&lt;TableIndex row=&quot;4&quot; col=&quot;5&quot;&gt;&lt;linesCount val=&quot;1&quot;/&gt;&lt;lineCharCount val=&quot;1&quot;/&gt;&lt;/TableIndex&gt;&lt;TableIndex row=&quot;4&quot; col=&quot;6&quot;&gt;&lt;linesCount val=&quot;1&quot;/&gt;&lt;lineCharCount val=&quot;1&quot;/&gt;&lt;/TableIndex&gt;&lt;TableIndex row=&quot;4&quot; col=&quot;7&quot;&gt;&lt;linesCount val=&quot;1&quot;/&gt;&lt;lineCharCount val=&quot;1&quot;/&gt;&lt;/TableIndex&gt;&lt;TableIndex row=&quot;4&quot; col=&quot;8&quot;&gt;&lt;linesCount val=&quot;0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1&quot;/&gt;&lt;lineCharCount val=&quot;1&quot;/&gt;&lt;/TableIndex&gt;&lt;TableIndex row=&quot;5&quot; col=&quot;4&quot;&gt;&lt;linesCount val=&quot;1&quot;/&gt;&lt;lineCharCount val=&quot;1&quot;/&gt;&lt;/TableIndex&gt;&lt;TableIndex row=&quot;5&quot; col=&quot;5&quot;&gt;&lt;linesCount val=&quot;1&quot;/&gt;&lt;lineCharCount val=&quot;1&quot;/&gt;&lt;/TableIndex&gt;&lt;TableIndex row=&quot;5&quot; col=&quot;6&quot;&gt;&lt;linesCount val=&quot;1&quot;/&gt;&lt;lineCharCount val=&quot;1&quot;/&gt;&lt;/TableIndex&gt;&lt;TableIndex row=&quot;5&quot; col=&quot;7&quot;&gt;&lt;linesCount val=&quot;0&quot;/&gt;&lt;/TableIndex&gt;&lt;TableIndex row=&quot;5&quot; col=&quot;8&quot;&gt;&lt;linesCount val=&quot;0&quot;/&gt;&lt;/TableIndex&gt;&lt;TableIndex row=&quot;6&quot; col=&quot;1&quot;&gt;&lt;linesCount val=&quot;0&quot;/&gt;&lt;/TableIndex&gt;&lt;TableIndex row=&quot;6&quot; col=&quot;2&quot;&gt;&lt;linesCount val=&quot;1&quot;/&gt;&lt;lineCharCount val=&quot;1&quot;/&gt;&lt;/TableIndex&gt;&lt;TableIndex row=&quot;6&quot; col=&quot;3&quot;&gt;&lt;linesCount val=&quot;1&quot;/&gt;&lt;lineCharCount val=&quot;1&quot;/&gt;&lt;/TableIndex&gt;&lt;TableIndex row=&quot;6&quot; col=&quot;4&quot;&gt;&lt;linesCount val=&quot;1&quot;/&gt;&lt;lineCharCount val=&quot;1&quot;/&gt;&lt;/TableIndex&gt;&lt;TableIndex row=&quot;6&quot; col=&quot;5&quot;&gt;&lt;linesCount val=&quot;1&quot;/&gt;&lt;lineCharCount val=&quot;1&quot;/&gt;&lt;/TableIndex&gt;&lt;TableIndex row=&quot;6&quot; col=&quot;6&quot;&gt;&lt;linesCount val=&quot;0&quot;/&gt;&lt;/TableIndex&gt;&lt;TableIndex row=&quot;6&quot; col=&quot;7&quot;&gt;&lt;linesCount val=&quot;0&quot;/&gt;&lt;/TableIndex&gt;&lt;TableIndex row=&quot;6&quot; col=&quot;8&quot;&gt;&lt;linesCount val=&quot;0&quot;/&gt;&lt;/TableIndex&gt;&lt;TableIndex row=&quot;7&quot; col=&quot;1&quot;&gt;&lt;linesCount val=&quot;1&quot;/&gt;&lt;lineCharCount val=&quot;1&quot;/&gt;&lt;/TableIndex&gt;&lt;TableIndex row=&quot;7&quot; col=&quot;2&quot;&gt;&lt;linesCount val=&quot;1&quot;/&gt;&lt;lineCharCount val=&quot;1&quot;/&gt;&lt;/TableIndex&gt;&lt;TableIndex row=&quot;7&quot; col=&quot;3&quot;&gt;&lt;linesCount val=&quot;1&quot;/&gt;&lt;lineCharCount val=&quot;1&quot;/&gt;&lt;/TableIndex&gt;&lt;TableIndex row=&quot;7&quot; col=&quot;4&quot;&gt;&lt;linesCount val=&quot;1&quot;/&gt;&lt;lineCharCount val=&quot;1&quot;/&gt;&lt;/TableIndex&gt;&lt;TableIndex row=&quot;7&quot; col=&quot;5&quot;&gt;&lt;linesCount val=&quot;1&quot;/&gt;&lt;lineCharCount val=&quot;1&quot;/&gt;&lt;/TableIndex&gt;&lt;TableIndex row=&quot;7&quot; col=&quot;6&quot;&gt;&lt;linesCount val=&quot;1&quot;/&gt;&lt;lineCharCount val=&quot;1&quot;/&gt;&lt;/TableIndex&gt;&lt;TableIndex row=&quot;7&quot; col=&quot;7&quot;&gt;&lt;linesCount val=&quot;1&quot;/&gt;&lt;lineCharCount val=&quot;1&quot;/&gt;&lt;/TableIndex&gt;&lt;TableIndex row=&quot;7&quot; col=&quot;8&quot;&gt;&lt;linesCount val=&quot;1&quot;/&gt;&lt;lineCharCount val=&quot;1&quot;/&gt;&lt;/TableIndex&gt;&lt;/ShapeTextInfo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3D2E7F88-6BB0-4D61-BC20-E32B8636B5F8}_9.png&quot;/&gt;&lt;left val=&quot;178&quot;/&gt;&lt;top val=&quot;166&quot;/&gt;&lt;width val=&quot;198&quot;/&gt;&lt;height val=&quot;76&quot;/&gt;&lt;hasText val=&quot;1&quot;/&gt;&lt;/Image&gt;&lt;/ThreeDShapeInfo&gt;"/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9885F72B-2ABC-4551-8EF4-8B438E486D73}_9.png&quot;/&gt;&lt;left val=&quot;598&quot;/&gt;&lt;top val=&quot;229&quot;/&gt;&lt;width val=&quot;99&quot;/&gt;&lt;height val=&quot;76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19FD7C5A-3372-494E-9C34-D7ABD6FA0900}_9.png&quot;/&gt;&lt;left val=&quot;117&quot;/&gt;&lt;top val=&quot;382&quot;/&gt;&lt;width val=&quot;198&quot;/&gt;&lt;height val=&quot;76&quot;/&gt;&lt;hasText val=&quot;1&quot;/&gt;&lt;/Image&gt;&lt;/ThreeDShapeInfo&gt;"/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437CE10D-6D3F-4632-829F-1399D4B2A4C7}_9.png&quot;/&gt;&lt;left val=&quot;311&quot;/&gt;&lt;top val=&quot;280&quot;/&gt;&lt;width val=&quot;134&quot;/&gt;&lt;height val=&quot;38&quot;/&gt;&lt;hasText val=&quot;1&quot;/&gt;&lt;/Image&gt;&lt;/ThreeDShapeInfo&gt;"/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0.PNG&quot;/&gt;"/>
  <p:tag name="PPSNARRATION" val="10,226974800,C:\Users\sanmi\GoogleDrive\UWMdrive\Courses\ECE552\ece552-lec20_IntegerMulDiv_pptx\Media.ppcx"/>
  <p:tag name="TIMING" val="|6.4|7.6|9.9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41E8EC46-BD53-4B34-BECC-0543A8D0D4F6}_10.png&quot;/&gt;&lt;left val=&quot;29&quot;/&gt;&lt;top val=&quot;143&quot;/&gt;&lt;width val=&quot;667&quot;/&gt;&lt;height val=&quot;333&quot;/&gt;&lt;hasText val=&quot;1&quot;/&gt;&lt;/Image&gt;&lt;/ThreeDShapeInfo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557E3B98-17A2-46CE-8C60-4DD7BB9771E1}_10.png&quot;/&gt;&lt;left val=&quot;29&quot;/&gt;&lt;top val=&quot;143&quot;/&gt;&lt;width val=&quot;667&quot;/&gt;&lt;height val=&quot;333&quot;/&gt;&lt;hasText val=&quot;1&quot;/&gt;&lt;/Image&gt;&lt;/ThreeDShapeInfo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EC5CC80B-8BCA-4CB0-A5AB-78E5D2580BBA}_10.png&quot;/&gt;&lt;left val=&quot;29&quot;/&gt;&lt;top val=&quot;143&quot;/&gt;&lt;width val=&quot;654&quot;/&gt;&lt;height val=&quot;333&quot;/&gt;&lt;hasText val=&quot;1&quot;/&gt;&lt;/Image&gt;&lt;/ThreeDShapeInfo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150B0F81-25EF-4C93-B924-F001F4120578}_10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9810C585-49BD-4FDE-BA5B-027A279569ED}_10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BCF54639-15C8-4C02-B944-AFE0CB6BE182}_10.png&quot;/&gt;&lt;left val=&quot;282&quot;/&gt;&lt;top val=&quot;318&quot;/&gt;&lt;width val=&quot;164&quot;/&gt;&lt;height val=&quot;54&quot;/&gt;&lt;hasText val=&quot;1&quot;/&gt;&lt;/Image&gt;&lt;/ThreeDShapeInfo&gt;"/>
  <p:tag name="PRESENTER_SHAPETEXTINFO" val="&lt;ShapeTextInfo&gt;&lt;TableIndex row=&quot;-1&quot; col=&quot;-1&quot;&gt;&lt;linesCount val=&quot;2&quot;/&gt;&lt;lineCharCount val=&quot;21&quot;/&gt;&lt;lineCharCount val=&quot;17&quot;/&gt;&lt;/TableIndex&gt;&lt;/ShapeTextInfo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9D9929C8-F3C5-4570-AE69-AAD68A617D57}_10.png&quot;/&gt;&lt;left val=&quot;510&quot;/&gt;&lt;top val=&quot;12&quot;/&gt;&lt;width val=&quot;198&quot;/&gt;&lt;height val=&quot;238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0&quot;/&gt;&lt;/TableIndex&gt;&lt;TableIndex row=&quot;1&quot; col=&quot;3&quot;&gt;&lt;linesCount val=&quot;0&quot;/&gt;&lt;/TableIndex&gt;&lt;TableIndex row=&quot;1&quot; col=&quot;4&quot;&gt;&lt;linesCount val=&quot;0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2&quot; col=&quot;1&quot;&gt;&lt;linesCount val=&quot;0&quot;/&gt;&lt;/TableIndex&gt;&lt;TableIndex row=&quot;2&quot; col=&quot;2&quot;&gt;&lt;linesCount val=&quot;0&quot;/&gt;&lt;/TableIndex&gt;&lt;TableIndex row=&quot;2&quot; col=&quot;3&quot;&gt;&lt;linesCount val=&quot;0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1&quot;/&gt;&lt;/TableIndex&gt;&lt;TableIndex row=&quot;4&quot; col=&quot;5&quot;&gt;&lt;linesCount val=&quot;1&quot;/&gt;&lt;lineCharCount val=&quot;1&quot;/&gt;&lt;/TableIndex&gt;&lt;TableIndex row=&quot;4&quot; col=&quot;6&quot;&gt;&lt;linesCount val=&quot;1&quot;/&gt;&lt;lineCharCount val=&quot;1&quot;/&gt;&lt;/TableIndex&gt;&lt;TableIndex row=&quot;4&quot; col=&quot;7&quot;&gt;&lt;linesCount val=&quot;1&quot;/&gt;&lt;lineCharCount val=&quot;1&quot;/&gt;&lt;/TableIndex&gt;&lt;TableIndex row=&quot;4&quot; col=&quot;8&quot;&gt;&lt;linesCount val=&quot;0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1&quot;/&gt;&lt;lineCharCount val=&quot;1&quot;/&gt;&lt;/TableIndex&gt;&lt;TableIndex row=&quot;5&quot; col=&quot;4&quot;&gt;&lt;linesCount val=&quot;1&quot;/&gt;&lt;lineCharCount val=&quot;1&quot;/&gt;&lt;/TableIndex&gt;&lt;TableIndex row=&quot;5&quot; col=&quot;5&quot;&gt;&lt;linesCount val=&quot;1&quot;/&gt;&lt;lineCharCount val=&quot;1&quot;/&gt;&lt;/TableIndex&gt;&lt;TableIndex row=&quot;5&quot; col=&quot;6&quot;&gt;&lt;linesCount val=&quot;1&quot;/&gt;&lt;lineCharCount val=&quot;1&quot;/&gt;&lt;/TableIndex&gt;&lt;TableIndex row=&quot;5&quot; col=&quot;7&quot;&gt;&lt;linesCount val=&quot;0&quot;/&gt;&lt;/TableIndex&gt;&lt;TableIndex row=&quot;5&quot; col=&quot;8&quot;&gt;&lt;linesCount val=&quot;0&quot;/&gt;&lt;/TableIndex&gt;&lt;TableIndex row=&quot;6&quot; col=&quot;1&quot;&gt;&lt;linesCount val=&quot;0&quot;/&gt;&lt;/TableIndex&gt;&lt;TableIndex row=&quot;6&quot; col=&quot;2&quot;&gt;&lt;linesCount val=&quot;1&quot;/&gt;&lt;lineCharCount val=&quot;1&quot;/&gt;&lt;/TableIndex&gt;&lt;TableIndex row=&quot;6&quot; col=&quot;3&quot;&gt;&lt;linesCount val=&quot;1&quot;/&gt;&lt;lineCharCount val=&quot;1&quot;/&gt;&lt;/TableIndex&gt;&lt;TableIndex row=&quot;6&quot; col=&quot;4&quot;&gt;&lt;linesCount val=&quot;1&quot;/&gt;&lt;lineCharCount val=&quot;1&quot;/&gt;&lt;/TableIndex&gt;&lt;TableIndex row=&quot;6&quot; col=&quot;5&quot;&gt;&lt;linesCount val=&quot;1&quot;/&gt;&lt;lineCharCount val=&quot;1&quot;/&gt;&lt;/TableIndex&gt;&lt;TableIndex row=&quot;6&quot; col=&quot;6&quot;&gt;&lt;linesCount val=&quot;0&quot;/&gt;&lt;/TableIndex&gt;&lt;TableIndex row=&quot;6&quot; col=&quot;7&quot;&gt;&lt;linesCount val=&quot;0&quot;/&gt;&lt;/TableIndex&gt;&lt;TableIndex row=&quot;6&quot; col=&quot;8&quot;&gt;&lt;linesCount val=&quot;0&quot;/&gt;&lt;/TableIndex&gt;&lt;TableIndex row=&quot;7&quot; col=&quot;1&quot;&gt;&lt;linesCount val=&quot;1&quot;/&gt;&lt;lineCharCount val=&quot;1&quot;/&gt;&lt;/TableIndex&gt;&lt;TableIndex row=&quot;7&quot; col=&quot;2&quot;&gt;&lt;linesCount val=&quot;1&quot;/&gt;&lt;lineCharCount val=&quot;1&quot;/&gt;&lt;/TableIndex&gt;&lt;TableIndex row=&quot;7&quot; col=&quot;3&quot;&gt;&lt;linesCount val=&quot;1&quot;/&gt;&lt;lineCharCount val=&quot;1&quot;/&gt;&lt;/TableIndex&gt;&lt;TableIndex row=&quot;7&quot; col=&quot;4&quot;&gt;&lt;linesCount val=&quot;1&quot;/&gt;&lt;lineCharCount val=&quot;1&quot;/&gt;&lt;/TableIndex&gt;&lt;TableIndex row=&quot;7&quot; col=&quot;5&quot;&gt;&lt;linesCount val=&quot;1&quot;/&gt;&lt;lineCharCount val=&quot;1&quot;/&gt;&lt;/TableIndex&gt;&lt;TableIndex row=&quot;7&quot; col=&quot;6&quot;&gt;&lt;linesCount val=&quot;1&quot;/&gt;&lt;lineCharCount val=&quot;1&quot;/&gt;&lt;/TableIndex&gt;&lt;TableIndex row=&quot;7&quot; col=&quot;7&quot;&gt;&lt;linesCount val=&quot;1&quot;/&gt;&lt;lineCharCount val=&quot;1&quot;/&gt;&lt;/TableIndex&gt;&lt;TableIndex row=&quot;7&quot; col=&quot;8&quot;&gt;&lt;linesCount val=&quot;1&quot;/&gt;&lt;lineCharCount val=&quot;1&quot;/&gt;&lt;/TableIndex&gt;&lt;/ShapeTextInfo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CA65DD8E-A4C9-4C38-8093-89A7E0229401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CA65DD8E-A4C9-4C38-8093-89A7E0229401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CA65DD8E-A4C9-4C38-8093-89A7E0229401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1.PNG&quot;/&gt;"/>
  <p:tag name="PPSNARRATION" val="11,226974800,C:\Users\sanmi\GoogleDrive\UWMdrive\Courses\ECE552\ece552-lec20_IntegerMulDiv_pptx\Media.ppcx"/>
  <p:tag name="TIMING" val="|25.5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A2F12D2B-DC17-40B7-98AE-8BFB68778A12}_11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AA44AC0E-5481-4F9F-8AF9-039C0986CA74}_11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CCB790F1-D1A8-4F2F-BD6C-18F7B4B0EC51}"/>
  <p:tag name="PRESENTER_SHAPEINFO" val="&lt;ThreeDShapeInfo&gt;&lt;uuid val=&quot;{55C969B0-89BB-4A95-B0A5-A568382A3F03}&quot;/&gt;&lt;isInvalidForFieldText val=&quot;0&quot;/&gt;&lt;Image&gt;&lt;filename val=&quot;C:\Users\sanmi\Documents\My Adobe Presentations\ece552-IntegerMulDiv\data\asimages\{55C969B0-89BB-4A95-B0A5-A568382A3F03}.png&quot;/&gt;&lt;left val=&quot;59&quot;/&gt;&lt;top val=&quot;125&quot;/&gt;&lt;width val=&quot;618&quot;/&gt;&lt;height val=&quot;371&quot;/&gt;&lt;hasText val=&quot;1&quot;/&gt;&lt;/Image&gt;&lt;/ThreeDShapeInfo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7A9B90CF-1F32-464C-819D-D77B748D1656}_11.png&quot;/&gt;&lt;left val=&quot;323&quot;/&gt;&lt;top val=&quot;190&quot;/&gt;&lt;width val=&quot;162&quot;/&gt;&lt;height val=&quot;53&quot;/&gt;&lt;hasText val=&quot;1&quot;/&gt;&lt;/Image&gt;&lt;/ThreeDShapeInfo&gt;"/>
  <p:tag name="PRESENTER_SHAPETEXTINFO" val="&lt;ShapeTextInfo&gt;&lt;TableIndex row=&quot;-1&quot; col=&quot;-1&quot;&gt;&lt;linesCount val=&quot;2&quot;/&gt;&lt;lineCharCount val=&quot;17&quot;/&gt;&lt;lineCharCount val=&quot;21&quot;/&gt;&lt;/TableIndex&gt;&lt;/ShapeTextInfo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4E13A8DC-A023-43EE-BE1C-A3E732F1EFC4}_11.png&quot;/&gt;&lt;left val=&quot;276&quot;/&gt;&lt;top val=&quot;309&quot;/&gt;&lt;width val=&quot;162&quot;/&gt;&lt;height val=&quot;42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E480C71D-673E-4079-A728-7AB88BD24C00}_11.png&quot;/&gt;&lt;left val=&quot;389&quot;/&gt;&lt;top val=&quot;294&quot;/&gt;&lt;width val=&quot;162&quot;/&gt;&lt;height val=&quot;54&quot;/&gt;&lt;hasText val=&quot;1&quot;/&gt;&lt;/Image&gt;&lt;/ThreeDShapeInfo&gt;"/>
  <p:tag name="PRESENTER_SHAPETEXTINFO" val="&lt;ShapeTextInfo&gt;&lt;TableIndex row=&quot;-1&quot; col=&quot;-1&quot;&gt;&lt;linesCount val=&quot;2&quot;/&gt;&lt;lineCharCount val=&quot;19&quot;/&gt;&lt;lineCharCount val=&quot;16&quot;/&gt;&lt;/TableIndex&gt;&lt;/ShapeTextInfo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2.PNG&quot;/&gt;"/>
  <p:tag name="PPSNARRATION" val="12,226974800,C:\Users\sanmi\GoogleDrive\UWMdrive\Courses\ECE552\ece552-lec20_IntegerMulDiv_pptx\Media.ppcx"/>
  <p:tag name="TIMING" val="|15.5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DE79D3E7-6832-406A-A48D-A244924C7D69}_1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4790D056-8C8A-49FD-A960-376127A288AD}_12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CCB790F1-D1A8-4F2F-BD6C-18F7B4B0EC51}"/>
  <p:tag name="PRESENTER_SHAPEINFO" val="&lt;ThreeDShapeInfo&gt;&lt;uuid val=&quot;{90633961-0E67-4293-B512-71AA94E193E2}&quot;/&gt;&lt;isInvalidForFieldText val=&quot;0&quot;/&gt;&lt;Image&gt;&lt;filename val=&quot;C:\Users\sanmi\Documents\My Adobe Presentations\ece552-IntegerMulDiv\data\asimages\{90633961-0E67-4293-B512-71AA94E193E2}.png&quot;/&gt;&lt;left val=&quot;59&quot;/&gt;&lt;top val=&quot;125&quot;/&gt;&lt;width val=&quot;618&quot;/&gt;&lt;height val=&quot;371&quot;/&gt;&lt;hasText val=&quot;1&quot;/&gt;&lt;/Image&gt;&lt;/ThreeDShapeInfo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A7C4F4AD-96A0-4D96-882F-752AC8A56F22}_12.png&quot;/&gt;&lt;left val=&quot;195&quot;/&gt;&lt;top val=&quot;142&quot;/&gt;&lt;width val=&quot;117&quot;/&gt;&lt;height val=&quot;76&quot;/&gt;&lt;hasText val=&quot;1&quot;/&gt;&lt;/Image&gt;&lt;/ThreeDShapeInfo&gt;"/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C4F62535-BD14-4C1F-9E04-2432BCBCC146}_12.png&quot;/&gt;&lt;left val=&quot;135&quot;/&gt;&lt;top val=&quot;391&quot;/&gt;&lt;width val=&quot;279&quot;/&gt;&lt;height val=&quot;76&quot;/&gt;&lt;hasText val=&quot;1&quot;/&gt;&lt;/Image&gt;&lt;/ThreeDShapeInfo&gt;"/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1CF1A238-7425-4BBA-B348-B21614777A7C}_12.png&quot;/&gt;&lt;left val=&quot;276&quot;/&gt;&lt;top val=&quot;309&quot;/&gt;&lt;width val=&quot;162&quot;/&gt;&lt;height val=&quot;42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1D6EEC99-0C79-40D4-907A-424E4ED8442B}_12.png&quot;/&gt;&lt;left val=&quot;59&quot;/&gt;&lt;top val=&quot;125&quot;/&gt;&lt;width val=&quot;618&quot;/&gt;&lt;height val=&quot;371&quot;/&gt;&lt;hasText val=&quot;1&quot;/&gt;&lt;/Image&gt;&lt;/ThreeDShapeInfo&gt;"/>
  <p:tag name="PRESENTER_SHAPEINFO" val="&lt;ThreeDShapeInfo&gt;&lt;uuid val=&quot;{38D0B454-B210-418F-8C3A-34D779997F4A}&quot;/&gt;&lt;isInvalidForFieldText val=&quot;0&quot;/&gt;&lt;Image&gt;&lt;filename val=&quot;C:\Users\sanmi\Documents\My Adobe Presentations\ece552-IntegerMulDiv\data\asimages\{38D0B454-B210-418F-8C3A-34D779997F4A}.png&quot;/&gt;&lt;left val=&quot;59&quot;/&gt;&lt;top val=&quot;125&quot;/&gt;&lt;width val=&quot;618&quot;/&gt;&lt;height val=&quot;371&quot;/&gt;&lt;hasText val=&quot;1&quot;/&gt;&lt;/Image&gt;&lt;/ThreeDShapeInfo&gt;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668E0F05-089A-47A4-942C-91D69B66EDBF}_12.png&quot;/&gt;&lt;left val=&quot;510&quot;/&gt;&lt;top val=&quot;12&quot;/&gt;&lt;width val=&quot;198&quot;/&gt;&lt;height val=&quot;238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0&quot;/&gt;&lt;/TableIndex&gt;&lt;TableIndex row=&quot;1&quot; col=&quot;3&quot;&gt;&lt;linesCount val=&quot;0&quot;/&gt;&lt;/TableIndex&gt;&lt;TableIndex row=&quot;1&quot; col=&quot;4&quot;&gt;&lt;linesCount val=&quot;0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2&quot; col=&quot;1&quot;&gt;&lt;linesCount val=&quot;0&quot;/&gt;&lt;/TableIndex&gt;&lt;TableIndex row=&quot;2&quot; col=&quot;2&quot;&gt;&lt;linesCount val=&quot;0&quot;/&gt;&lt;/TableIndex&gt;&lt;TableIndex row=&quot;2&quot; col=&quot;3&quot;&gt;&lt;linesCount val=&quot;0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1&quot;/&gt;&lt;/TableIndex&gt;&lt;TableIndex row=&quot;4&quot; col=&quot;5&quot;&gt;&lt;linesCount val=&quot;1&quot;/&gt;&lt;lineCharCount val=&quot;1&quot;/&gt;&lt;/TableIndex&gt;&lt;TableIndex row=&quot;4&quot; col=&quot;6&quot;&gt;&lt;linesCount val=&quot;1&quot;/&gt;&lt;lineCharCount val=&quot;1&quot;/&gt;&lt;/TableIndex&gt;&lt;TableIndex row=&quot;4&quot; col=&quot;7&quot;&gt;&lt;linesCount val=&quot;1&quot;/&gt;&lt;lineCharCount val=&quot;1&quot;/&gt;&lt;/TableIndex&gt;&lt;TableIndex row=&quot;4&quot; col=&quot;8&quot;&gt;&lt;linesCount val=&quot;0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1&quot;/&gt;&lt;lineCharCount val=&quot;1&quot;/&gt;&lt;/TableIndex&gt;&lt;TableIndex row=&quot;5&quot; col=&quot;4&quot;&gt;&lt;linesCount val=&quot;1&quot;/&gt;&lt;lineCharCount val=&quot;1&quot;/&gt;&lt;/TableIndex&gt;&lt;TableIndex row=&quot;5&quot; col=&quot;5&quot;&gt;&lt;linesCount val=&quot;1&quot;/&gt;&lt;lineCharCount val=&quot;1&quot;/&gt;&lt;/TableIndex&gt;&lt;TableIndex row=&quot;5&quot; col=&quot;6&quot;&gt;&lt;linesCount val=&quot;1&quot;/&gt;&lt;lineCharCount val=&quot;1&quot;/&gt;&lt;/TableIndex&gt;&lt;TableIndex row=&quot;5&quot; col=&quot;7&quot;&gt;&lt;linesCount val=&quot;0&quot;/&gt;&lt;/TableIndex&gt;&lt;TableIndex row=&quot;5&quot; col=&quot;8&quot;&gt;&lt;linesCount val=&quot;0&quot;/&gt;&lt;/TableIndex&gt;&lt;TableIndex row=&quot;6&quot; col=&quot;1&quot;&gt;&lt;linesCount val=&quot;0&quot;/&gt;&lt;/TableIndex&gt;&lt;TableIndex row=&quot;6&quot; col=&quot;2&quot;&gt;&lt;linesCount val=&quot;1&quot;/&gt;&lt;lineCharCount val=&quot;1&quot;/&gt;&lt;/TableIndex&gt;&lt;TableIndex row=&quot;6&quot; col=&quot;3&quot;&gt;&lt;linesCount val=&quot;1&quot;/&gt;&lt;lineCharCount val=&quot;1&quot;/&gt;&lt;/TableIndex&gt;&lt;TableIndex row=&quot;6&quot; col=&quot;4&quot;&gt;&lt;linesCount val=&quot;1&quot;/&gt;&lt;lineCharCount val=&quot;1&quot;/&gt;&lt;/TableIndex&gt;&lt;TableIndex row=&quot;6&quot; col=&quot;5&quot;&gt;&lt;linesCount val=&quot;1&quot;/&gt;&lt;lineCharCount val=&quot;1&quot;/&gt;&lt;/TableIndex&gt;&lt;TableIndex row=&quot;6&quot; col=&quot;6&quot;&gt;&lt;linesCount val=&quot;0&quot;/&gt;&lt;/TableIndex&gt;&lt;TableIndex row=&quot;6&quot; col=&quot;7&quot;&gt;&lt;linesCount val=&quot;0&quot;/&gt;&lt;/TableIndex&gt;&lt;TableIndex row=&quot;6&quot; col=&quot;8&quot;&gt;&lt;linesCount val=&quot;0&quot;/&gt;&lt;/TableIndex&gt;&lt;TableIndex row=&quot;7&quot; col=&quot;1&quot;&gt;&lt;linesCount val=&quot;1&quot;/&gt;&lt;lineCharCount val=&quot;1&quot;/&gt;&lt;/TableIndex&gt;&lt;TableIndex row=&quot;7&quot; col=&quot;2&quot;&gt;&lt;linesCount val=&quot;1&quot;/&gt;&lt;lineCharCount val=&quot;1&quot;/&gt;&lt;/TableIndex&gt;&lt;TableIndex row=&quot;7&quot; col=&quot;3&quot;&gt;&lt;linesCount val=&quot;1&quot;/&gt;&lt;lineCharCount val=&quot;1&quot;/&gt;&lt;/TableIndex&gt;&lt;TableIndex row=&quot;7&quot; col=&quot;4&quot;&gt;&lt;linesCount val=&quot;1&quot;/&gt;&lt;lineCharCount val=&quot;1&quot;/&gt;&lt;/TableIndex&gt;&lt;TableIndex row=&quot;7&quot; col=&quot;5&quot;&gt;&lt;linesCount val=&quot;1&quot;/&gt;&lt;lineCharCount val=&quot;1&quot;/&gt;&lt;/TableIndex&gt;&lt;TableIndex row=&quot;7&quot; col=&quot;6&quot;&gt;&lt;linesCount val=&quot;1&quot;/&gt;&lt;lineCharCount val=&quot;1&quot;/&gt;&lt;/TableIndex&gt;&lt;TableIndex row=&quot;7&quot; col=&quot;7&quot;&gt;&lt;linesCount val=&quot;1&quot;/&gt;&lt;lineCharCount val=&quot;1&quot;/&gt;&lt;/TableIndex&gt;&lt;TableIndex row=&quot;7&quot; col=&quot;8&quot;&gt;&lt;linesCount val=&quot;1&quot;/&gt;&lt;lineCharCount val=&quot;1&quot;/&gt;&lt;/TableIndex&gt;&lt;/ShapeTextInfo&gt;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CCB790F1-D1A8-4F2F-BD6C-18F7B4B0EC51}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3.PNG&quot;/&gt;"/>
  <p:tag name="PPSNARRATION" val="13,226974800,C:\Users\sanmi\GoogleDrive\UWMdrive\Courses\ECE552\ece552-lec20_IntegerMulDiv_pptx\Media.ppcx"/>
  <p:tag name="TIMING" val="|9.5|4.8|5.8|7.5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04AE3A98-B9CE-4DDC-A394-8A9C05A6D309}_13.png&quot;/&gt;&lt;left val=&quot;59&quot;/&gt;&lt;top val=&quot;125&quot;/&gt;&lt;width val=&quot;618&quot;/&gt;&lt;height val=&quot;371&quot;/&gt;&lt;hasText val=&quot;1&quot;/&gt;&lt;/Image&gt;&lt;/ThreeDShapeInfo&gt;"/>
  <p:tag name="PRESENTER_SHAPEINFO" val="&lt;ThreeDShapeInfo&gt;&lt;uuid val=&quot;{AE6F610A-4599-4665-9959-47179BDE55F1}&quot;/&gt;&lt;isInvalidForFieldText val=&quot;0&quot;/&gt;&lt;Image&gt;&lt;filename val=&quot;C:\Users\sanmi\Documents\My Adobe Presentations\ece552-IntegerMulDiv\data\asimages\{AE6F610A-4599-4665-9959-47179BDE55F1}.png&quot;/&gt;&lt;left val=&quot;59&quot;/&gt;&lt;top val=&quot;125&quot;/&gt;&lt;width val=&quot;618&quot;/&gt;&lt;height val=&quot;371&quot;/&gt;&lt;hasText val=&quot;1&quot;/&gt;&lt;/Image&gt;&lt;/ThreeDShapeInfo&gt;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E162046D-340B-488C-84D3-BD577C83942A}_1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AF1DC741-034E-422D-A122-1D6DB87F1751}_13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0375C467-671D-4B01-AE28-66E4C63D35A2}_13.png&quot;/&gt;&lt;left val=&quot;59&quot;/&gt;&lt;top val=&quot;125&quot;/&gt;&lt;width val=&quot;618&quot;/&gt;&lt;height val=&quot;371&quot;/&gt;&lt;hasText val=&quot;1&quot;/&gt;&lt;/Image&gt;&lt;/ThreeDShapeInfo&gt;"/>
  <p:tag name="PRESENTER_SHAPEINFO" val="&lt;ThreeDShapeInfo&gt;&lt;uuid val=&quot;{13FF009D-5501-4035-9BA0-24D3AE288A5F}&quot;/&gt;&lt;isInvalidForFieldText val=&quot;0&quot;/&gt;&lt;Image&gt;&lt;filename val=&quot;C:\Users\sanmi\Documents\My Adobe Presentations\ece552-IntegerMulDiv\data\asimages\{13FF009D-5501-4035-9BA0-24D3AE288A5F}.png&quot;/&gt;&lt;left val=&quot;59&quot;/&gt;&lt;top val=&quot;125&quot;/&gt;&lt;width val=&quot;618&quot;/&gt;&lt;height val=&quot;371&quot;/&gt;&lt;hasText val=&quot;1&quot;/&gt;&lt;/Image&gt;&lt;/ThreeDShapeInfo&gt;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338323ED-6BD7-42D7-9CFC-2162F227CF05}_13.png&quot;/&gt;&lt;left val=&quot;59&quot;/&gt;&lt;top val=&quot;125&quot;/&gt;&lt;width val=&quot;618&quot;/&gt;&lt;height val=&quot;371&quot;/&gt;&lt;hasText val=&quot;1&quot;/&gt;&lt;/Image&gt;&lt;/ThreeDShapeInfo&gt;"/>
  <p:tag name="PRESENTER_SHAPEINFO" val="&lt;ThreeDShapeInfo&gt;&lt;uuid val=&quot;{6C8B64D9-FEB5-47DB-911E-191A6DD65385}&quot;/&gt;&lt;isInvalidForFieldText val=&quot;0&quot;/&gt;&lt;Image&gt;&lt;filename val=&quot;C:\Users\sanmi\Documents\My Adobe Presentations\ece552-IntegerMulDiv\data\asimages\{6C8B64D9-FEB5-47DB-911E-191A6DD65385}.png&quot;/&gt;&lt;left val=&quot;59&quot;/&gt;&lt;top val=&quot;125&quot;/&gt;&lt;width val=&quot;618&quot;/&gt;&lt;height val=&quot;371&quot;/&gt;&lt;hasText val=&quot;1&quot;/&gt;&lt;/Image&gt;&lt;/ThreeDShapeInfo&gt;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55E37238-877A-44D8-9326-E219CD5E6853}_13.png&quot;/&gt;&lt;left val=&quot;59&quot;/&gt;&lt;top val=&quot;125&quot;/&gt;&lt;width val=&quot;618&quot;/&gt;&lt;height val=&quot;371&quot;/&gt;&lt;hasText val=&quot;1&quot;/&gt;&lt;/Image&gt;&lt;/ThreeDShapeInfo&gt;"/>
  <p:tag name="PRESENTER_SHAPEINFO" val="&lt;ThreeDShapeInfo&gt;&lt;uuid val=&quot;{BF47149F-6189-4A02-8BFF-0D750D90E899}&quot;/&gt;&lt;isInvalidForFieldText val=&quot;0&quot;/&gt;&lt;Image&gt;&lt;filename val=&quot;C:\Users\sanmi\Documents\My Adobe Presentations\ece552-IntegerMulDiv\data\asimages\{BF47149F-6189-4A02-8BFF-0D750D90E899}.png&quot;/&gt;&lt;left val=&quot;59&quot;/&gt;&lt;top val=&quot;125&quot;/&gt;&lt;width val=&quot;618&quot;/&gt;&lt;height val=&quot;371&quot;/&gt;&lt;hasText val=&quot;1&quot;/&gt;&lt;/Image&gt;&lt;/ThreeDShapeInfo&gt;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5AE95A97-D394-447B-8EE4-F2C9FAA05AF9}_13.png&quot;/&gt;&lt;left val=&quot;510&quot;/&gt;&lt;top val=&quot;12&quot;/&gt;&lt;width val=&quot;198&quot;/&gt;&lt;height val=&quot;238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0&quot;/&gt;&lt;/TableIndex&gt;&lt;TableIndex row=&quot;1&quot; col=&quot;3&quot;&gt;&lt;linesCount val=&quot;0&quot;/&gt;&lt;/TableIndex&gt;&lt;TableIndex row=&quot;1&quot; col=&quot;4&quot;&gt;&lt;linesCount val=&quot;0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2&quot; col=&quot;1&quot;&gt;&lt;linesCount val=&quot;0&quot;/&gt;&lt;/TableIndex&gt;&lt;TableIndex row=&quot;2&quot; col=&quot;2&quot;&gt;&lt;linesCount val=&quot;0&quot;/&gt;&lt;/TableIndex&gt;&lt;TableIndex row=&quot;2&quot; col=&quot;3&quot;&gt;&lt;linesCount val=&quot;0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1&quot;/&gt;&lt;/TableIndex&gt;&lt;TableIndex row=&quot;4&quot; col=&quot;5&quot;&gt;&lt;linesCount val=&quot;1&quot;/&gt;&lt;lineCharCount val=&quot;1&quot;/&gt;&lt;/TableIndex&gt;&lt;TableIndex row=&quot;4&quot; col=&quot;6&quot;&gt;&lt;linesCount val=&quot;1&quot;/&gt;&lt;lineCharCount val=&quot;1&quot;/&gt;&lt;/TableIndex&gt;&lt;TableIndex row=&quot;4&quot; col=&quot;7&quot;&gt;&lt;linesCount val=&quot;1&quot;/&gt;&lt;lineCharCount val=&quot;1&quot;/&gt;&lt;/TableIndex&gt;&lt;TableIndex row=&quot;4&quot; col=&quot;8&quot;&gt;&lt;linesCount val=&quot;0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1&quot;/&gt;&lt;lineCharCount val=&quot;1&quot;/&gt;&lt;/TableIndex&gt;&lt;TableIndex row=&quot;5&quot; col=&quot;4&quot;&gt;&lt;linesCount val=&quot;1&quot;/&gt;&lt;lineCharCount val=&quot;1&quot;/&gt;&lt;/TableIndex&gt;&lt;TableIndex row=&quot;5&quot; col=&quot;5&quot;&gt;&lt;linesCount val=&quot;1&quot;/&gt;&lt;lineCharCount val=&quot;1&quot;/&gt;&lt;/TableIndex&gt;&lt;TableIndex row=&quot;5&quot; col=&quot;6&quot;&gt;&lt;linesCount val=&quot;1&quot;/&gt;&lt;lineCharCount val=&quot;1&quot;/&gt;&lt;/TableIndex&gt;&lt;TableIndex row=&quot;5&quot; col=&quot;7&quot;&gt;&lt;linesCount val=&quot;0&quot;/&gt;&lt;/TableIndex&gt;&lt;TableIndex row=&quot;5&quot; col=&quot;8&quot;&gt;&lt;linesCount val=&quot;0&quot;/&gt;&lt;/TableIndex&gt;&lt;TableIndex row=&quot;6&quot; col=&quot;1&quot;&gt;&lt;linesCount val=&quot;0&quot;/&gt;&lt;/TableIndex&gt;&lt;TableIndex row=&quot;6&quot; col=&quot;2&quot;&gt;&lt;linesCount val=&quot;1&quot;/&gt;&lt;lineCharCount val=&quot;1&quot;/&gt;&lt;/TableIndex&gt;&lt;TableIndex row=&quot;6&quot; col=&quot;3&quot;&gt;&lt;linesCount val=&quot;1&quot;/&gt;&lt;lineCharCount val=&quot;1&quot;/&gt;&lt;/TableIndex&gt;&lt;TableIndex row=&quot;6&quot; col=&quot;4&quot;&gt;&lt;linesCount val=&quot;1&quot;/&gt;&lt;lineCharCount val=&quot;1&quot;/&gt;&lt;/TableIndex&gt;&lt;TableIndex row=&quot;6&quot; col=&quot;5&quot;&gt;&lt;linesCount val=&quot;1&quot;/&gt;&lt;lineCharCount val=&quot;1&quot;/&gt;&lt;/TableIndex&gt;&lt;TableIndex row=&quot;6&quot; col=&quot;6&quot;&gt;&lt;linesCount val=&quot;0&quot;/&gt;&lt;/TableIndex&gt;&lt;TableIndex row=&quot;6&quot; col=&quot;7&quot;&gt;&lt;linesCount val=&quot;0&quot;/&gt;&lt;/TableIndex&gt;&lt;TableIndex row=&quot;6&quot; col=&quot;8&quot;&gt;&lt;linesCount val=&quot;0&quot;/&gt;&lt;/TableIndex&gt;&lt;TableIndex row=&quot;7&quot; col=&quot;1&quot;&gt;&lt;linesCount val=&quot;1&quot;/&gt;&lt;lineCharCount val=&quot;1&quot;/&gt;&lt;/TableIndex&gt;&lt;TableIndex row=&quot;7&quot; col=&quot;2&quot;&gt;&lt;linesCount val=&quot;1&quot;/&gt;&lt;lineCharCount val=&quot;1&quot;/&gt;&lt;/TableIndex&gt;&lt;TableIndex row=&quot;7&quot; col=&quot;3&quot;&gt;&lt;linesCount val=&quot;1&quot;/&gt;&lt;lineCharCount val=&quot;1&quot;/&gt;&lt;/TableIndex&gt;&lt;TableIndex row=&quot;7&quot; col=&quot;4&quot;&gt;&lt;linesCount val=&quot;1&quot;/&gt;&lt;lineCharCount val=&quot;1&quot;/&gt;&lt;/TableIndex&gt;&lt;TableIndex row=&quot;7&quot; col=&quot;5&quot;&gt;&lt;linesCount val=&quot;1&quot;/&gt;&lt;lineCharCount val=&quot;1&quot;/&gt;&lt;/TableIndex&gt;&lt;TableIndex row=&quot;7&quot; col=&quot;6&quot;&gt;&lt;linesCount val=&quot;1&quot;/&gt;&lt;lineCharCount val=&quot;1&quot;/&gt;&lt;/TableIndex&gt;&lt;TableIndex row=&quot;7&quot; col=&quot;7&quot;&gt;&lt;linesCount val=&quot;1&quot;/&gt;&lt;lineCharCount val=&quot;1&quot;/&gt;&lt;/TableIndex&gt;&lt;TableIndex row=&quot;7&quot; col=&quot;8&quot;&gt;&lt;linesCount val=&quot;1&quot;/&gt;&lt;lineCharCount val=&quot;1&quot;/&gt;&lt;/TableIndex&gt;&lt;/ShapeTextInfo&gt;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1F01318C-DBE4-467A-AE90-0AC84CBFA3B8}_13.png&quot;/&gt;&lt;left val=&quot;276&quot;/&gt;&lt;top val=&quot;267&quot;/&gt;&lt;width val=&quot;313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43&quot;/&gt;&lt;/TableIndex&gt;&lt;/ShapeTextInfo&gt;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CCB790F1-D1A8-4F2F-BD6C-18F7B4B0EC51}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CCB790F1-D1A8-4F2F-BD6C-18F7B4B0EC51}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CCB790F1-D1A8-4F2F-BD6C-18F7B4B0EC51}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CCB790F1-D1A8-4F2F-BD6C-18F7B4B0EC51}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4.PNG&quot;/&gt;"/>
  <p:tag name="PPSNARRATION" val="14,226974800,C:\Users\sanmi\GoogleDrive\UWMdrive\Courses\ECE552\ece552-lec20_IntegerMulDiv_pptx\Media.ppcx"/>
  <p:tag name="TIMING" val="|22.9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06AEF31E-C682-43EB-8C40-4AA448AD6692}_1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extEffect&gt;&lt;Image&gt;&lt;filename val=&quot;C:\Users\sanmi\Documents\My Adobe Presentations\ece552-IntegerMulDiv\data\asimages\{497F763F-73CA-46DA-A1E2-7F742AE89785}_1.png_crop.png&quot;/&gt;&lt;left val=&quot;56&quot;/&gt;&lt;top val=&quot;130&quot;/&gt;&lt;width val=&quot;421&quot;/&gt;&lt;height val=&quot;24&quot;/&gt;&lt;hasText val=&quot;1&quot;/&gt;&lt;paraId val=&quot;1&quot;/&gt;&lt;/Image&gt;&lt;Image&gt;&lt;filename val=&quot;C:\Users\sanmi\Documents\My Adobe Presentations\ece552-IntegerMulDiv\data\asimages\{33221EAB-3735-478F-BF8D-ED352DF64B98}_1.png_crop.png&quot;/&gt;&lt;left val=&quot;56&quot;/&gt;&lt;top val=&quot;164&quot;/&gt;&lt;width val=&quot;130&quot;/&gt;&lt;height val=&quot;23&quot;/&gt;&lt;hasText val=&quot;1&quot;/&gt;&lt;paraId val=&quot;2&quot;/&gt;&lt;/Image&gt;&lt;Image&gt;&lt;filename val=&quot;C:\Users\sanmi\Documents\My Adobe Presentations\ece552-IntegerMulDiv\data\asimages\{2695818F-36CF-40A2-B736-30084B494015}_1.png_crop.png&quot;/&gt;&lt;left val=&quot;90&quot;/&gt;&lt;top val=&quot;197&quot;/&gt;&lt;width val=&quot;519&quot;/&gt;&lt;height val=&quot;21&quot;/&gt;&lt;hasText val=&quot;1&quot;/&gt;&lt;paraId val=&quot;3&quot;/&gt;&lt;/Image&gt;&lt;Image&gt;&lt;filename val=&quot;C:\Users\sanmi\Documents\My Adobe Presentations\ece552-IntegerMulDiv\data\asimages\{26ADA6D8-A449-4A0C-BC84-E538970C0F67}_1.png_crop.png&quot;/&gt;&lt;left val=&quot;90&quot;/&gt;&lt;top val=&quot;230&quot;/&gt;&lt;width val=&quot;103&quot;/&gt;&lt;height val=&quot;20&quot;/&gt;&lt;hasText val=&quot;1&quot;/&gt;&lt;paraId val=&quot;4&quot;/&gt;&lt;/Image&gt;&lt;Image&gt;&lt;filename val=&quot;C:\Users\sanmi\Documents\My Adobe Presentations\ece552-IntegerMulDiv\data\asimages\{577273A2-7616-47CC-809E-AB5BD18FE342}_1.png_crop.png&quot;/&gt;&lt;left val=&quot;90&quot;/&gt;&lt;top val=&quot;261&quot;/&gt;&lt;width val=&quot;489&quot;/&gt;&lt;height val=&quot;20&quot;/&gt;&lt;hasText val=&quot;1&quot;/&gt;&lt;paraId val=&quot;5&quot;/&gt;&lt;/Image&gt;&lt;Image&gt;&lt;filename val=&quot;C:\Users\sanmi\Documents\My Adobe Presentations\ece552-IntegerMulDiv\data\asimages\{B38E57D9-D0F8-4FF8-810E-93B190E0B5BB}_1.png_crop.png&quot;/&gt;&lt;left val=&quot;56&quot;/&gt;&lt;top val=&quot;293&quot;/&gt;&lt;width val=&quot;130&quot;/&gt;&lt;height val=&quot;23&quot;/&gt;&lt;hasText val=&quot;1&quot;/&gt;&lt;paraId val=&quot;6&quot;/&gt;&lt;/Image&gt;&lt;Image&gt;&lt;filename val=&quot;C:\Users\sanmi\Documents\My Adobe Presentations\ece552-IntegerMulDiv\data\asimages\{5CC6B250-47CF-41AD-96B9-EF4CEE2E7675}_1.png_crop.png&quot;/&gt;&lt;left val=&quot;90&quot;/&gt;&lt;top val=&quot;327&quot;/&gt;&lt;width val=&quot;365&quot;/&gt;&lt;height val=&quot;20&quot;/&gt;&lt;hasText val=&quot;1&quot;/&gt;&lt;paraId val=&quot;7&quot;/&gt;&lt;/Image&gt;&lt;Image&gt;&lt;filename val=&quot;C:\Users\sanmi\Documents\My Adobe Presentations\ece552-IntegerMulDiv\data\asimages\{4841408D-2107-405D-95B0-F16C7826BF7C}_1.png_crop.png&quot;/&gt;&lt;left val=&quot;90&quot;/&gt;&lt;top val=&quot;358&quot;/&gt;&lt;width val=&quot;392&quot;/&gt;&lt;height val=&quot;20&quot;/&gt;&lt;hasText val=&quot;1&quot;/&gt;&lt;paraId val=&quot;8&quot;/&gt;&lt;/Image&gt;&lt;Image&gt;&lt;filename val=&quot;C:\Users\sanmi\Documents\My Adobe Presentations\ece552-IntegerMulDiv\data\asimages\{A2FD87F0-E700-4433-AB67-272FAFB9BF3E}_1.png_crop.png&quot;/&gt;&lt;left val=&quot;90&quot;/&gt;&lt;top val=&quot;390&quot;/&gt;&lt;width val=&quot;522&quot;/&gt;&lt;height val=&quot;46&quot;/&gt;&lt;hasText val=&quot;1&quot;/&gt;&lt;paraId val=&quot;9&quot;/&gt;&lt;/Image&gt;&lt;/TextEffect&gt;"/>
  <p:tag name="PRESENTER_SHAPETEXTINFO" val="&lt;ShapeTextInfo&gt;&lt;TableIndex row=&quot;-1&quot; col=&quot;-1&quot;&gt;&lt;linesCount val=&quot;10&quot;/&gt;&lt;lineCharCount val=&quot;37&quot;/&gt;&lt;lineCharCount val=&quot;10&quot;/&gt;&lt;lineCharCount val=&quot;53&quot;/&gt;&lt;lineCharCount val=&quot;9&quot;/&gt;&lt;lineCharCount val=&quot;47&quot;/&gt;&lt;lineCharCount val=&quot;10&quot;/&gt;&lt;lineCharCount val=&quot;34&quot;/&gt;&lt;lineCharCount val=&quot;42&quot;/&gt;&lt;lineCharCount val=&quot;57&quot;/&gt;&lt;lineCharCount val=&quot;30&quot;/&gt;&lt;/TableIndex&gt;&lt;/ShapeTextInfo&gt;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6F6ED063-6604-4EBE-80A4-3F3BF51CC8C8}_14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5.PNG&quot;/&gt;"/>
  <p:tag name="PPSNARRATION" val="15,226974800,C:\Users\sanmi\GoogleDrive\UWMdrive\Courses\ECE552\ece552-lec20_IntegerMulDiv_pptx\Media.ppcx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1FECE866-3F35-49C7-B880-21B7FC0FCB4E}_1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1F229D83-59BB-451A-86C8-2FC8A9C32E58}_15.png&quot;/&gt;&lt;left val=&quot;27&quot;/&gt;&lt;top val=&quot;114&quot;/&gt;&lt;width val=&quot;661&quot;/&gt;&lt;height val=&quot;378&quot;/&gt;&lt;hasText val=&quot;1&quot;/&gt;&lt;/Image&gt;&lt;/ThreeDShapeInfo&gt;"/>
  <p:tag name="PRESENTER_SHAPETEXTINFO" val="&lt;ShapeTextInfo&gt;&lt;TableIndex row=&quot;-1&quot; col=&quot;-1&quot;&gt;&lt;linesCount val=&quot;12&quot;/&gt;&lt;lineCharCount val=&quot;26&quot;/&gt;&lt;lineCharCount val=&quot;23&quot;/&gt;&lt;lineCharCount val=&quot;66&quot;/&gt;&lt;lineCharCount val=&quot;56&quot;/&gt;&lt;lineCharCount val=&quot;63&quot;/&gt;&lt;lineCharCount val=&quot;12&quot;/&gt;&lt;lineCharCount val=&quot;46&quot;/&gt;&lt;lineCharCount val=&quot;53&quot;/&gt;&lt;lineCharCount val=&quot;55&quot;/&gt;&lt;lineCharCount val=&quot;21&quot;/&gt;&lt;lineCharCount val=&quot;59&quot;/&gt;&lt;lineCharCount val=&quot;30&quot;/&gt;&lt;/TableIndex&gt;&lt;/ShapeTextInfo&gt;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8B0DF759-9B2C-4E30-A896-4DBE673C2E5D}_15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6.PNG&quot;/&gt;"/>
  <p:tag name="PPSNARRATION" val="16,226974800,C:\Users\sanmi\GoogleDrive\UWMdrive\Courses\ECE552\ece552-lec20_IntegerMulDiv_pptx\Media.ppcx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7C422A3C-1060-44D2-8D02-2BEBAF424723}_1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5951BD03-0D80-4A86-B1C3-01633FE183DD}_1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7A169308-BD55-4ED2-BCF5-CBA9544BE5FA}_16.png&quot;/&gt;&lt;left val=&quot;24&quot;/&gt;&lt;top val=&quot;141&quot;/&gt;&lt;width val=&quot;668&quot;/&gt;&lt;height val=&quot;327&quot;/&gt;&lt;hasText val=&quot;1&quot;/&gt;&lt;/Image&gt;&lt;/ThreeDShapeInfo&gt;"/>
  <p:tag name="PRESENTER_SHAPETEXTINFO" val="&lt;ShapeTextInfo&gt;&lt;TableIndex row=&quot;1&quot; col=&quot;1&quot;&gt;&lt;linesCount val=&quot;1&quot;/&gt;&lt;lineCharCount val=&quot;15&quot;/&gt;&lt;/TableIndex&gt;&lt;TableIndex row=&quot;1&quot; col=&quot;2&quot;&gt;&lt;linesCount val=&quot;2&quot;/&gt;&lt;lineCharCount val=&quot;8&quot;/&gt;&lt;lineCharCount val=&quot;3&quot;/&gt;&lt;/TableIndex&gt;&lt;TableIndex row=&quot;1&quot; col=&quot;3&quot;&gt;&lt;linesCount val=&quot;2&quot;/&gt;&lt;lineCharCount val=&quot;9&quot;/&gt;&lt;lineCharCount val=&quot;3&quot;/&gt;&lt;/TableIndex&gt;&lt;TableIndex row=&quot;1&quot; col=&quot;4&quot;&gt;&lt;linesCount val=&quot;1&quot;/&gt;&lt;lineCharCount val=&quot;11&quot;/&gt;&lt;/TableIndex&gt;&lt;TableIndex row=&quot;1&quot; col=&quot;5&quot;&gt;&lt;linesCount val=&quot;1&quot;/&gt;&lt;lineCharCount val=&quot;9&quot;/&gt;&lt;/TableIndex&gt;&lt;TableIndex row=&quot;2&quot; col=&quot;1&quot;&gt;&lt;linesCount val=&quot;1&quot;/&gt;&lt;lineCharCount val=&quot;11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2&quot;/&gt;&lt;lineCharCount val=&quot;17&quot;/&gt;&lt;lineCharCount val=&quot;13&quot;/&gt;&lt;/TableIndex&gt;&lt;TableIndex row=&quot;2&quot; col=&quot;5&quot;&gt;&lt;linesCount val=&quot;1&quot;/&gt;&lt;lineCharCount val=&quot;12&quot;/&gt;&lt;/TableIndex&gt;&lt;TableIndex row=&quot;3&quot; col=&quot;1&quot;&gt;&lt;linesCount val=&quot;1&quot;/&gt;&lt;lineCharCount val=&quot;11&quot;/&gt;&lt;/TableIndex&gt;&lt;TableIndex row=&quot;3&quot; col=&quot;2&quot;&gt;&lt;linesCount val=&quot;1&quot;/&gt;&lt;lineCharCount val=&quot;1&quot;/&gt;&lt;/TableIndex&gt;&lt;TableIndex row=&quot;3&quot; col=&quot;3&quot;&gt;&lt;linesCount val=&quot;1&quot;/&gt;&lt;lineCharCount val=&quot;1&quot;/&gt;&lt;/TableIndex&gt;&lt;TableIndex row=&quot;3&quot; col=&quot;4&quot;&gt;&lt;linesCount val=&quot;1&quot;/&gt;&lt;lineCharCount val=&quot;19&quot;/&gt;&lt;/TableIndex&gt;&lt;TableIndex row=&quot;3&quot; col=&quot;5&quot;&gt;&lt;linesCount val=&quot;1&quot;/&gt;&lt;lineCharCount val=&quot;11&quot;/&gt;&lt;/TableIndex&gt;&lt;TableIndex row=&quot;4&quot; col=&quot;1&quot;&gt;&lt;linesCount val=&quot;1&quot;/&gt;&lt;lineCharCount val=&quot;11&quot;/&gt;&lt;/TableIndex&gt;&lt;TableIndex row=&quot;4&quot; col=&quot;2&quot;&gt;&lt;linesCount val=&quot;1&quot;/&gt;&lt;lineCharCount val=&quot;1&quot;/&gt;&lt;/TableIndex&gt;&lt;TableIndex row=&quot;4&quot; col=&quot;3&quot;&gt;&lt;linesCount val=&quot;1&quot;/&gt;&lt;lineCharCount val=&quot;1&quot;/&gt;&lt;/TableIndex&gt;&lt;TableIndex row=&quot;4&quot; col=&quot;4&quot;&gt;&lt;linesCount val=&quot;2&quot;/&gt;&lt;lineCharCount val=&quot;17&quot;/&gt;&lt;lineCharCount val=&quot;14&quot;/&gt;&lt;/TableIndex&gt;&lt;TableIndex row=&quot;4&quot; col=&quot;5&quot;&gt;&lt;linesCount val=&quot;1&quot;/&gt;&lt;lineCharCount val=&quot;7&quot;/&gt;&lt;/TableIndex&gt;&lt;TableIndex row=&quot;5&quot; col=&quot;1&quot;&gt;&lt;linesCount val=&quot;1&quot;/&gt;&lt;lineCharCount val=&quot;11&quot;/&gt;&lt;/TableIndex&gt;&lt;TableIndex row=&quot;5&quot; col=&quot;2&quot;&gt;&lt;linesCount val=&quot;1&quot;/&gt;&lt;lineCharCount val=&quot;1&quot;/&gt;&lt;/TableIndex&gt;&lt;TableIndex row=&quot;5&quot; col=&quot;3&quot;&gt;&lt;linesCount val=&quot;1&quot;/&gt;&lt;lineCharCount val=&quot;1&quot;/&gt;&lt;/TableIndex&gt;&lt;TableIndex row=&quot;5&quot; col=&quot;4&quot;&gt;&lt;linesCount val=&quot;1&quot;/&gt;&lt;lineCharCount val=&quot;19&quot;/&gt;&lt;/TableIndex&gt;&lt;TableIndex row=&quot;5&quot; col=&quot;5&quot;&gt;&lt;linesCount val=&quot;1&quot;/&gt;&lt;lineCharCount val=&quot;11&quot;/&gt;&lt;/TableIndex&gt;&lt;/ShapeTextInfo&gt;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6A690046-AD1F-43A4-9EAE-3D34BE3A8B2C}_16.png&quot;/&gt;&lt;left val=&quot;25&quot;/&gt;&lt;top val=&quot;96&quot;/&gt;&lt;width val=&quot;673&quot;/&gt;&lt;height val=&quot;60&quot;/&gt;&lt;hasText val=&quot;1&quot;/&gt;&lt;/Image&gt;&lt;/ThreeDShapeInfo&gt;"/>
  <p:tag name="PRESENTER_SHAPETEXTINFO" val="&lt;ShapeTextInfo&gt;&lt;TableIndex row=&quot;-1&quot; col=&quot;-1&quot;&gt;&lt;linesCount val=&quot;1&quot;/&gt;&lt;lineCharCount val=&quot;62&quot;/&gt;&lt;/TableIndex&gt;&lt;/ShapeTextInfo&gt;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37862F34-F378-42BA-866C-91B54B27C50C}_16.png&quot;/&gt;&lt;left val=&quot;25&quot;/&gt;&lt;top val=&quot;456&quot;/&gt;&lt;width val=&quot;658&quot;/&gt;&lt;height val=&quot;77&quot;/&gt;&lt;hasText val=&quot;1&quot;/&gt;&lt;/Image&gt;&lt;/ThreeDShapeInfo&gt;"/>
  <p:tag name="PRESENTER_SHAPETEXTINFO" val="&lt;ShapeTextInfo&gt;&lt;TableIndex row=&quot;-1&quot; col=&quot;-1&quot;&gt;&lt;linesCount val=&quot;2&quot;/&gt;&lt;lineCharCount val=&quot;30&quot;/&gt;&lt;lineCharCount val=&quot;62&quot;/&gt;&lt;/TableIndex&gt;&lt;/ShapeTextInfo&gt;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7.PNG&quot;/&gt;"/>
  <p:tag name="PPSNARRATION" val="17,226974800,C:\Users\sanmi\GoogleDrive\UWMdrive\Courses\ECE552\ece552-lec20_IntegerMulDiv_pptx\Media.ppcx"/>
  <p:tag name="TIMING" val="|31.6|18|5.4|13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FDD37808-6807-4C9A-AE02-A2ECD5F74E03}_1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BE4A5AC0-999A-445F-9220-82AD674AA76E}_17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4&quot;/&gt;&lt;lineCharCount val=&quot;22&quot;/&gt;&lt;lineCharCount val=&quot;13&quot;/&gt;&lt;lineCharCount val=&quot;12&quot;/&gt;&lt;lineCharCount val=&quot;43&quot;/&gt;&lt;/TableIndex&gt;&lt;/ShapeTextInfo&gt;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138CFA8E-BF40-4C71-A0C7-B5A6F270154E}_17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E96E5FF1-A69B-48EA-B3DF-FA25492CB38F}_17.png&quot;/&gt;&lt;left val=&quot;192&quot;/&gt;&lt;top val=&quot;300&quot;/&gt;&lt;width val=&quot;490&quot;/&gt;&lt;height val=&quot;190&quot;/&gt;&lt;hasText val=&quot;1&quot;/&gt;&lt;/Image&gt;&lt;/ThreeDShapeInfo&gt;"/>
  <p:tag name="PRESENTER_SHAPETEXTINFO" val="&lt;ShapeTextInfo&gt;&lt;TableIndex row=&quot;1&quot; col=&quot;1&quot;&gt;&lt;linesCount val=&quot;1&quot;/&gt;&lt;lineCharCount val=&quot;9&quot;/&gt;&lt;/TableIndex&gt;&lt;TableIndex row=&quot;1&quot; col=&quot;2&quot;&gt;&lt;linesCount val=&quot;1&quot;/&gt;&lt;lineCharCount val=&quot;3&quot;/&gt;&lt;/TableIndex&gt;&lt;TableIndex row=&quot;1&quot; col=&quot;3&quot;&gt;&lt;linesCount val=&quot;1&quot;/&gt;&lt;lineCharCount val=&quot;9&quot;/&gt;&lt;/TableIndex&gt;&lt;TableIndex row=&quot;2&quot; col=&quot;1&quot;&gt;&lt;linesCount val=&quot;0&quot;/&gt;&lt;/TableIndex&gt;&lt;TableIndex row=&quot;2&quot; col=&quot;2&quot;&gt;&lt;linesCount val=&quot;0&quot;/&gt;&lt;/TableIndex&gt;&lt;TableIndex row=&quot;2&quot; col=&quot;3&quot;&gt;&lt;linesCount val=&quot;0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5&quot; col=&quot;1&quot;&gt;&lt;linesCount val=&quot;0&quot;/&gt;&lt;/TableIndex&gt;&lt;TableIndex row=&quot;5&quot; col=&quot;2&quot;&gt;&lt;linesCount val=&quot;1&quot;/&gt;&lt;lineCharCount val=&quot;10&quot;/&gt;&lt;/TableIndex&gt;&lt;TableIndex row=&quot;5&quot; col=&quot;3&quot;&gt;&lt;linesCount val=&quot;0&quot;/&gt;&lt;/TableIndex&gt;&lt;/ShapeTextInfo&gt;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78A9B886-60BF-4BD2-9C6E-C553E0194E1B}_17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4&quot;/&gt;&lt;lineCharCount val=&quot;22&quot;/&gt;&lt;lineCharCount val=&quot;13&quot;/&gt;&lt;lineCharCount val=&quot;12&quot;/&gt;&lt;lineCharCount val=&quot;43&quot;/&gt;&lt;/TableIndex&gt;&lt;/ShapeTextInfo&gt;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A23B8E7F-5F3A-4BE9-AB1C-55C24558C2F6}_17.png&quot;/&gt;&lt;left val=&quot;192&quot;/&gt;&lt;top val=&quot;300&quot;/&gt;&lt;width val=&quot;490&quot;/&gt;&lt;height val=&quot;190&quot;/&gt;&lt;hasText val=&quot;1&quot;/&gt;&lt;/Image&gt;&lt;/ThreeDShapeInfo&gt;"/>
  <p:tag name="PRESENTER_SHAPETEXTINFO" val="&lt;ShapeTextInfo&gt;&lt;TableIndex row=&quot;1&quot; col=&quot;1&quot;&gt;&lt;linesCount val=&quot;1&quot;/&gt;&lt;lineCharCount val=&quot;9&quot;/&gt;&lt;/TableIndex&gt;&lt;TableIndex row=&quot;1&quot; col=&quot;2&quot;&gt;&lt;linesCount val=&quot;1&quot;/&gt;&lt;lineCharCount val=&quot;3&quot;/&gt;&lt;/TableIndex&gt;&lt;TableIndex row=&quot;1&quot; col=&quot;3&quot;&gt;&lt;linesCount val=&quot;1&quot;/&gt;&lt;lineCharCount val=&quot;9&quot;/&gt;&lt;/TableIndex&gt;&lt;TableIndex row=&quot;2&quot; col=&quot;1&quot;&gt;&lt;linesCount val=&quot;1&quot;/&gt;&lt;lineCharCount val=&quot;9&quot;/&gt;&lt;/TableIndex&gt;&lt;TableIndex row=&quot;2&quot; col=&quot;2&quot;&gt;&lt;linesCount val=&quot;1&quot;/&gt;&lt;lineCharCount val=&quot;4&quot;/&gt;&lt;/TableIndex&gt;&lt;TableIndex row=&quot;2&quot; col=&quot;3&quot;&gt;&lt;linesCount val=&quot;1&quot;/&gt;&lt;lineCharCount val=&quot;9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5&quot; col=&quot;1&quot;&gt;&lt;linesCount val=&quot;0&quot;/&gt;&lt;/TableIndex&gt;&lt;TableIndex row=&quot;5&quot; col=&quot;2&quot;&gt;&lt;linesCount val=&quot;1&quot;/&gt;&lt;lineCharCount val=&quot;10&quot;/&gt;&lt;/TableIndex&gt;&lt;TableIndex row=&quot;5&quot; col=&quot;3&quot;&gt;&lt;linesCount val=&quot;0&quot;/&gt;&lt;/TableIndex&gt;&lt;/ShapeTextInfo&gt;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8294C147-154C-40E8-A5C0-1396B9FB8212}_17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4&quot;/&gt;&lt;lineCharCount val=&quot;22&quot;/&gt;&lt;lineCharCount val=&quot;13&quot;/&gt;&lt;lineCharCount val=&quot;12&quot;/&gt;&lt;lineCharCount val=&quot;43&quot;/&gt;&lt;/TableIndex&gt;&lt;/ShapeTextInfo&gt;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214DDFDF-4C9E-49E1-A07E-DCF94917E15E}_17.png&quot;/&gt;&lt;left val=&quot;192&quot;/&gt;&lt;top val=&quot;300&quot;/&gt;&lt;width val=&quot;490&quot;/&gt;&lt;height val=&quot;190&quot;/&gt;&lt;hasText val=&quot;1&quot;/&gt;&lt;/Image&gt;&lt;/ThreeDShapeInfo&gt;"/>
  <p:tag name="PRESENTER_SHAPETEXTINFO" val="&lt;ShapeTextInfo&gt;&lt;TableIndex row=&quot;1&quot; col=&quot;1&quot;&gt;&lt;linesCount val=&quot;1&quot;/&gt;&lt;lineCharCount val=&quot;9&quot;/&gt;&lt;/TableIndex&gt;&lt;TableIndex row=&quot;1&quot; col=&quot;2&quot;&gt;&lt;linesCount val=&quot;1&quot;/&gt;&lt;lineCharCount val=&quot;3&quot;/&gt;&lt;/TableIndex&gt;&lt;TableIndex row=&quot;1&quot; col=&quot;3&quot;&gt;&lt;linesCount val=&quot;1&quot;/&gt;&lt;lineCharCount val=&quot;9&quot;/&gt;&lt;/TableIndex&gt;&lt;TableIndex row=&quot;2&quot; col=&quot;1&quot;&gt;&lt;linesCount val=&quot;1&quot;/&gt;&lt;lineCharCount val=&quot;9&quot;/&gt;&lt;/TableIndex&gt;&lt;TableIndex row=&quot;2&quot; col=&quot;2&quot;&gt;&lt;linesCount val=&quot;1&quot;/&gt;&lt;lineCharCount val=&quot;4&quot;/&gt;&lt;/TableIndex&gt;&lt;TableIndex row=&quot;2&quot; col=&quot;3&quot;&gt;&lt;linesCount val=&quot;1&quot;/&gt;&lt;lineCharCount val=&quot;9&quot;/&gt;&lt;/TableIndex&gt;&lt;TableIndex row=&quot;3&quot; col=&quot;1&quot;&gt;&lt;linesCount val=&quot;1&quot;/&gt;&lt;lineCharCount val=&quot;9&quot;/&gt;&lt;/TableIndex&gt;&lt;TableIndex row=&quot;3&quot; col=&quot;2&quot;&gt;&lt;linesCount val=&quot;1&quot;/&gt;&lt;lineCharCount val=&quot;3&quot;/&gt;&lt;/TableIndex&gt;&lt;TableIndex row=&quot;3&quot; col=&quot;3&quot;&gt;&lt;linesCount val=&quot;1&quot;/&gt;&lt;lineCharCount val=&quot;9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5&quot; col=&quot;1&quot;&gt;&lt;linesCount val=&quot;0&quot;/&gt;&lt;/TableIndex&gt;&lt;TableIndex row=&quot;5&quot; col=&quot;2&quot;&gt;&lt;linesCount val=&quot;1&quot;/&gt;&lt;lineCharCount val=&quot;10&quot;/&gt;&lt;/TableIndex&gt;&lt;TableIndex row=&quot;5&quot; col=&quot;3&quot;&gt;&lt;linesCount val=&quot;0&quot;/&gt;&lt;/TableIndex&gt;&lt;/ShapeTextInfo&gt;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1481F276-12BB-48C8-828B-6FB2AEB996D1}_17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4&quot;/&gt;&lt;lineCharCount val=&quot;22&quot;/&gt;&lt;lineCharCount val=&quot;13&quot;/&gt;&lt;lineCharCount val=&quot;12&quot;/&gt;&lt;lineCharCount val=&quot;43&quot;/&gt;&lt;/TableIndex&gt;&lt;/ShapeTextInfo&gt;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AC203256-2B39-438C-B9A2-13FC974A1D51}_17.png&quot;/&gt;&lt;left val=&quot;192&quot;/&gt;&lt;top val=&quot;300&quot;/&gt;&lt;width val=&quot;490&quot;/&gt;&lt;height val=&quot;190&quot;/&gt;&lt;hasText val=&quot;1&quot;/&gt;&lt;/Image&gt;&lt;/ThreeDShapeInfo&gt;"/>
  <p:tag name="PRESENTER_SHAPETEXTINFO" val="&lt;ShapeTextInfo&gt;&lt;TableIndex row=&quot;1&quot; col=&quot;1&quot;&gt;&lt;linesCount val=&quot;1&quot;/&gt;&lt;lineCharCount val=&quot;9&quot;/&gt;&lt;/TableIndex&gt;&lt;TableIndex row=&quot;1&quot; col=&quot;2&quot;&gt;&lt;linesCount val=&quot;1&quot;/&gt;&lt;lineCharCount val=&quot;3&quot;/&gt;&lt;/TableIndex&gt;&lt;TableIndex row=&quot;1&quot; col=&quot;3&quot;&gt;&lt;linesCount val=&quot;1&quot;/&gt;&lt;lineCharCount val=&quot;9&quot;/&gt;&lt;/TableIndex&gt;&lt;TableIndex row=&quot;2&quot; col=&quot;1&quot;&gt;&lt;linesCount val=&quot;1&quot;/&gt;&lt;lineCharCount val=&quot;9&quot;/&gt;&lt;/TableIndex&gt;&lt;TableIndex row=&quot;2&quot; col=&quot;2&quot;&gt;&lt;linesCount val=&quot;1&quot;/&gt;&lt;lineCharCount val=&quot;4&quot;/&gt;&lt;/TableIndex&gt;&lt;TableIndex row=&quot;2&quot; col=&quot;3&quot;&gt;&lt;linesCount val=&quot;1&quot;/&gt;&lt;lineCharCount val=&quot;9&quot;/&gt;&lt;/TableIndex&gt;&lt;TableIndex row=&quot;3&quot; col=&quot;1&quot;&gt;&lt;linesCount val=&quot;1&quot;/&gt;&lt;lineCharCount val=&quot;9&quot;/&gt;&lt;/TableIndex&gt;&lt;TableIndex row=&quot;3&quot; col=&quot;2&quot;&gt;&lt;linesCount val=&quot;1&quot;/&gt;&lt;lineCharCount val=&quot;3&quot;/&gt;&lt;/TableIndex&gt;&lt;TableIndex row=&quot;3&quot; col=&quot;3&quot;&gt;&lt;linesCount val=&quot;1&quot;/&gt;&lt;lineCharCount val=&quot;9&quot;/&gt;&lt;/TableIndex&gt;&lt;TableIndex row=&quot;4&quot; col=&quot;1&quot;&gt;&lt;linesCount val=&quot;1&quot;/&gt;&lt;lineCharCount val=&quot;9&quot;/&gt;&lt;/TableIndex&gt;&lt;TableIndex row=&quot;4&quot; col=&quot;2&quot;&gt;&lt;linesCount val=&quot;1&quot;/&gt;&lt;lineCharCount val=&quot;4&quot;/&gt;&lt;/TableIndex&gt;&lt;TableIndex row=&quot;4&quot; col=&quot;3&quot;&gt;&lt;linesCount val=&quot;1&quot;/&gt;&lt;lineCharCount val=&quot;11&quot;/&gt;&lt;/TableIndex&gt;&lt;TableIndex row=&quot;5&quot; col=&quot;1&quot;&gt;&lt;linesCount val=&quot;0&quot;/&gt;&lt;/TableIndex&gt;&lt;TableIndex row=&quot;5&quot; col=&quot;2&quot;&gt;&lt;linesCount val=&quot;1&quot;/&gt;&lt;lineCharCount val=&quot;10&quot;/&gt;&lt;/TableIndex&gt;&lt;TableIndex row=&quot;5&quot; col=&quot;3&quot;&gt;&lt;linesCount val=&quot;1&quot;/&gt;&lt;lineCharCount val=&quot;15&quot;/&gt;&lt;/TableIndex&gt;&lt;/ShapeTextInfo&gt;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C00068AE-40EF-41E9-9E96-924099A8A7AD}_17.png&quot;/&gt;&lt;left val=&quot;5&quot;/&gt;&lt;top val=&quot;318&quot;/&gt;&lt;width val=&quot;210&quot;/&gt;&lt;height val=&quot;73&quot;/&gt;&lt;hasText val=&quot;1&quot;/&gt;&lt;/Image&gt;&lt;/ThreeDShapeInfo&gt;"/>
  <p:tag name="PRESENTER_SHAPETEXTINFO" val="&lt;ShapeTextInfo&gt;&lt;TableIndex row=&quot;-1&quot; col=&quot;-1&quot;&gt;&lt;linesCount val=&quot;3&quot;/&gt;&lt;lineCharCount val=&quot;22&quot;/&gt;&lt;lineCharCount val=&quot;25&quot;/&gt;&lt;lineCharCount val=&quot;5&quot;/&gt;&lt;/TableIndex&gt;&lt;/ShapeTextInfo&gt;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8.PNG&quot;/&gt;"/>
  <p:tag name="PPSNARRATION" val="18,226974800,C:\Users\sanmi\GoogleDrive\UWMdrive\Courses\ECE552\ece552-lec20_IntegerMulDiv_pptx\Media.ppcx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85FC4BA7-6AAB-4972-883E-B829C37FF1F4}_18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05F24C51-A3DA-42A5-8201-DF52EF0CF64B}_18.png&quot;/&gt;&lt;left val=&quot;42&quot;/&gt;&lt;top val=&quot;124&quot;/&gt;&lt;width val=&quot;623&quot;/&gt;&lt;height val=&quot;355&quot;/&gt;&lt;hasText val=&quot;1&quot;/&gt;&lt;/Image&gt;&lt;/ThreeDShapeInfo&gt;"/>
  <p:tag name="PRESENTER_SHAPETEXTINFO" val="&lt;ShapeTextInfo&gt;&lt;TableIndex row=&quot;-1&quot; col=&quot;-1&quot;&gt;&lt;linesCount val=&quot;1&quot;/&gt;&lt;lineCharCount val=&quot;43&quot;/&gt;&lt;/TableIndex&gt;&lt;/ShapeTextInfo&gt;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62F9E3CC-1262-4BD5-94CC-FB789EE5F985}_18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03060804-32EA-429C-BE7A-DF4DAF880F7D}_18.png&quot;/&gt;&lt;left val=&quot;43&quot;/&gt;&lt;top val=&quot;181&quot;/&gt;&lt;width val=&quot;622&quot;/&gt;&lt;height val=&quot;327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0&quot;/&gt;&lt;/TableIndex&gt;&lt;TableIndex row=&quot;1&quot; col=&quot;3&quot;&gt;&lt;linesCount val=&quot;0&quot;/&gt;&lt;/TableIndex&gt;&lt;TableIndex row=&quot;1&quot; col=&quot;4&quot;&gt;&lt;linesCount val=&quot;0&quot;/&gt;&lt;/TableIndex&gt;&lt;TableIndex row=&quot;1&quot; col=&quot;5&quot;&gt;&lt;linesCount val=&quot;0&quot;/&gt;&lt;/TableIndex&gt;&lt;TableIndex row=&quot;1&quot; col=&quot;6&quot;&gt;&lt;linesCount val=&quot;0&quot;/&gt;&lt;/TableIndex&gt;&lt;TableIndex row=&quot;1&quot; col=&quot;7&quot;&gt;&lt;linesCount val=&quot;0&quot;/&gt;&lt;/TableIndex&gt;&lt;TableIndex row=&quot;1&quot; col=&quot;8&quot;&gt;&lt;linesCount val=&quot;0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1&quot;/&gt;&lt;/TableIndex&gt;&lt;TableIndex row=&quot;1&quot; col=&quot;12&quot;&gt;&lt;linesCount val=&quot;1&quot;/&gt;&lt;lineCharCount val=&quot;1&quot;/&gt;&lt;/TableIndex&gt;&lt;TableIndex row=&quot;1&quot; col=&quot;13&quot;&gt;&lt;linesCount val=&quot;1&quot;/&gt;&lt;lineCharCount val=&quot;8&quot;/&gt;&lt;/TableIndex&gt;&lt;TableIndex row=&quot;2&quot; col=&quot;1&quot;&gt;&lt;linesCount val=&quot;1&quot;/&gt;&lt;lineCharCount val=&quot;7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2&quot; col=&quot;9&quot;&gt;&lt;linesCount val=&quot;1&quot;/&gt;&lt;lineCharCount val=&quot;1&quot;/&gt;&lt;/TableIndex&gt;&lt;TableIndex row=&quot;2&quot; col=&quot;10&quot;&gt;&lt;linesCount val=&quot;1&quot;/&gt;&lt;lineCharCount val=&quot;1&quot;/&gt;&lt;/TableIndex&gt;&lt;TableIndex row=&quot;2&quot; col=&quot;11&quot;&gt;&lt;linesCount val=&quot;1&quot;/&gt;&lt;lineCharCount val=&quot;1&quot;/&gt;&lt;/TableIndex&gt;&lt;TableIndex row=&quot;2&quot; col=&quot;12&quot;&gt;&lt;linesCount val=&quot;1&quot;/&gt;&lt;lineCharCount val=&quot;1&quot;/&gt;&lt;/TableIndex&gt;&lt;TableIndex row=&quot;2&quot; col=&quot;13&quot;&gt;&lt;linesCount val=&quot;1&quot;/&gt;&lt;lineCharCount val=&quot;8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1&quot;/&gt;&lt;lineCharCount val=&quot;1&quot;/&gt;&lt;/TableIndex&gt;&lt;TableIndex row=&quot;3&quot; col=&quot;10&quot;&gt;&lt;linesCount val=&quot;0&quot;/&gt;&lt;/TableIndex&gt;&lt;TableIndex row=&quot;3&quot; col=&quot;11&quot;&gt;&lt;linesCount val=&quot;0&quot;/&gt;&lt;/TableIndex&gt;&lt;TableIndex row=&quot;3&quot; col=&quot;12&quot;&gt;&lt;linesCount val=&quot;0&quot;/&gt;&lt;/TableIndex&gt;&lt;TableIndex row=&quot;3&quot; col=&quot;13&quot;&gt;&lt;linesCount val=&quot;0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0&quot;/&gt;&lt;/TableIndex&gt;&lt;TableIndex row=&quot;4&quot; col=&quot;5&quot;&gt;&lt;linesCount val=&quot;0&quot;/&gt;&lt;/TableIndex&gt;&lt;TableIndex row=&quot;4&quot; col=&quot;6&quot;&gt;&lt;linesCount val=&quot;0&quot;/&gt;&lt;/TableIndex&gt;&lt;TableIndex row=&quot;4&quot; col=&quot;7&quot;&gt;&lt;linesCount val=&quot;0&quot;/&gt;&lt;/TableIndex&gt;&lt;TableIndex row=&quot;4&quot; col=&quot;8&quot;&gt;&lt;linesCount val=&quot;0&quot;/&gt;&lt;/TableIndex&gt;&lt;TableIndex row=&quot;4&quot; col=&quot;9&quot;&gt;&lt;linesCount val=&quot;1&quot;/&gt;&lt;lineCharCount val=&quot;1&quot;/&gt;&lt;/TableIndex&gt;&lt;TableIndex row=&quot;4&quot; col=&quot;10&quot;&gt;&lt;linesCount val=&quot;1&quot;/&gt;&lt;lineCharCount val=&quot;1&quot;/&gt;&lt;/TableIndex&gt;&lt;TableIndex row=&quot;4&quot; col=&quot;11&quot;&gt;&lt;linesCount val=&quot;0&quot;/&gt;&lt;/TableIndex&gt;&lt;TableIndex row=&quot;4&quot; col=&quot;12&quot;&gt;&lt;linesCount val=&quot;0&quot;/&gt;&lt;/TableIndex&gt;&lt;TableIndex row=&quot;4&quot; col=&quot;13&quot;&gt;&lt;linesCount val=&quot;0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0&quot;/&gt;&lt;/TableIndex&gt;&lt;TableIndex row=&quot;5&quot; col=&quot;6&quot;&gt;&lt;linesCount val=&quot;0&quot;/&gt;&lt;/TableIndex&gt;&lt;TableIndex row=&quot;5&quot; col=&quot;7&quot;&gt;&lt;linesCount val=&quot;0&quot;/&gt;&lt;/TableIndex&gt;&lt;TableIndex row=&quot;5&quot; col=&quot;8&quot;&gt;&lt;linesCount val=&quot;0&quot;/&gt;&lt;/TableIndex&gt;&lt;TableIndex row=&quot;5&quot; col=&quot;9&quot;&gt;&lt;linesCount val=&quot;1&quot;/&gt;&lt;lineCharCount val=&quot;1&quot;/&gt;&lt;/TableIndex&gt;&lt;TableIndex row=&quot;5&quot; col=&quot;10&quot;&gt;&lt;linesCount val=&quot;1&quot;/&gt;&lt;lineCharCount val=&quot;1&quot;/&gt;&lt;/TableIndex&gt;&lt;TableIndex row=&quot;5&quot; col=&quot;11&quot;&gt;&lt;linesCount val=&quot;1&quot;/&gt;&lt;lineCharCount val=&quot;1&quot;/&gt;&lt;/TableIndex&gt;&lt;TableIndex row=&quot;5&quot; col=&quot;12&quot;&gt;&lt;linesCount val=&quot;0&quot;/&gt;&lt;/TableIndex&gt;&lt;TableIndex row=&quot;5&quot; col=&quot;13&quot;&gt;&lt;linesCount val=&quot;0&quot;/&gt;&lt;/TableIndex&gt;&lt;TableIndex row=&quot;6&quot; col=&quot;1&quot;&gt;&lt;linesCount val=&quot;0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0&quot;/&gt;&lt;/TableIndex&gt;&lt;TableIndex row=&quot;6&quot; col=&quot;7&quot;&gt;&lt;linesCount val=&quot;0&quot;/&gt;&lt;/TableIndex&gt;&lt;TableIndex row=&quot;6&quot; col=&quot;8&quot;&gt;&lt;linesCount val=&quot;0&quot;/&gt;&lt;/TableIndex&gt;&lt;TableIndex row=&quot;6&quot; col=&quot;9&quot;&gt;&lt;linesCount val=&quot;1&quot;/&gt;&lt;lineCharCount val=&quot;1&quot;/&gt;&lt;/TableIndex&gt;&lt;TableIndex row=&quot;6&quot; col=&quot;10&quot;&gt;&lt;linesCount val=&quot;1&quot;/&gt;&lt;lineCharCount val=&quot;1&quot;/&gt;&lt;/TableIndex&gt;&lt;TableIndex row=&quot;6&quot; col=&quot;11&quot;&gt;&lt;linesCount val=&quot;1&quot;/&gt;&lt;lineCharCount val=&quot;1&quot;/&gt;&lt;/TableIndex&gt;&lt;TableIndex row=&quot;6&quot; col=&quot;12&quot;&gt;&lt;linesCount val=&quot;1&quot;/&gt;&lt;lineCharCount val=&quot;1&quot;/&gt;&lt;/TableIndex&gt;&lt;TableIndex row=&quot;6&quot; col=&quot;13&quot;&gt;&lt;linesCount val=&quot;0&quot;/&gt;&lt;/TableIndex&gt;&lt;TableIndex row=&quot;7&quot; col=&quot;1&quot;&gt;&lt;linesCount val=&quot;0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TableIndex row=&quot;7&quot; col=&quot;5&quot;&gt;&lt;linesCount val=&quot;0&quot;/&gt;&lt;/TableIndex&gt;&lt;TableIndex row=&quot;7&quot; col=&quot;6&quot;&gt;&lt;linesCount val=&quot;0&quot;/&gt;&lt;/TableIndex&gt;&lt;TableIndex row=&quot;7&quot; col=&quot;7&quot;&gt;&lt;linesCount val=&quot;0&quot;/&gt;&lt;/TableIndex&gt;&lt;TableIndex row=&quot;7&quot; col=&quot;8&quot;&gt;&lt;linesCount val=&quot;1&quot;/&gt;&lt;lineCharCount val=&quot;1&quot;/&gt;&lt;/TableIndex&gt;&lt;TableIndex row=&quot;7&quot; col=&quot;9&quot;&gt;&lt;linesCount val=&quot;1&quot;/&gt;&lt;lineCharCount val=&quot;1&quot;/&gt;&lt;/TableIndex&gt;&lt;TableIndex row=&quot;7&quot; col=&quot;10&quot;&gt;&lt;linesCount val=&quot;1&quot;/&gt;&lt;lineCharCount val=&quot;1&quot;/&gt;&lt;/TableIndex&gt;&lt;TableIndex row=&quot;7&quot; col=&quot;11&quot;&gt;&lt;linesCount val=&quot;1&quot;/&gt;&lt;lineCharCount val=&quot;1&quot;/&gt;&lt;/TableIndex&gt;&lt;TableIndex row=&quot;7&quot; col=&quot;12&quot;&gt;&lt;linesCount val=&quot;1&quot;/&gt;&lt;lineCharCount val=&quot;1&quot;/&gt;&lt;/TableIndex&gt;&lt;TableIndex row=&quot;7&quot; col=&quot;13&quot;&gt;&lt;linesCount val=&quot;0&quot;/&gt;&lt;/TableIndex&gt;&lt;TableIndex row=&quot;8&quot; col=&quot;1&quot;&gt;&lt;linesCount val=&quot;0&quot;/&gt;&lt;/TableIndex&gt;&lt;TableIndex row=&quot;8&quot; col=&quot;2&quot;&gt;&lt;linesCount val=&quot;0&quot;/&gt;&lt;/TableIndex&gt;&lt;TableIndex row=&quot;8&quot; col=&quot;3&quot;&gt;&lt;linesCount val=&quot;0&quot;/&gt;&lt;/TableIndex&gt;&lt;TableIndex row=&quot;8&quot; col=&quot;4&quot;&gt;&lt;linesCount val=&quot;0&quot;/&gt;&lt;/TableIndex&gt;&lt;TableIndex row=&quot;8&quot; col=&quot;5&quot;&gt;&lt;linesCount val=&quot;0&quot;/&gt;&lt;/TableIndex&gt;&lt;TableIndex row=&quot;8&quot; col=&quot;6&quot;&gt;&lt;linesCount val=&quot;0&quot;/&gt;&lt;/TableIndex&gt;&lt;TableIndex row=&quot;8&quot; col=&quot;7&quot;&gt;&lt;linesCount val=&quot;0&quot;/&gt;&lt;/TableIndex&gt;&lt;TableIndex row=&quot;8&quot; col=&quot;8&quot;&gt;&lt;linesCount val=&quot;0&quot;/&gt;&lt;/TableIndex&gt;&lt;TableIndex row=&quot;8&quot; col=&quot;9&quot;&gt;&lt;linesCount val=&quot;0&quot;/&gt;&lt;/TableIndex&gt;&lt;TableIndex row=&quot;8&quot; col=&quot;10&quot;&gt;&lt;linesCount val=&quot;0&quot;/&gt;&lt;/TableIndex&gt;&lt;TableIndex row=&quot;8&quot; col=&quot;11&quot;&gt;&lt;linesCount val=&quot;1&quot;/&gt;&lt;lineCharCount val=&quot;1&quot;/&gt;&lt;/TableIndex&gt;&lt;TableIndex row=&quot;8&quot; col=&quot;12&quot;&gt;&lt;linesCount val=&quot;1&quot;/&gt;&lt;lineCharCount val=&quot;1&quot;/&gt;&lt;/TableIndex&gt;&lt;TableIndex row=&quot;8&quot; col=&quot;13&quot;&gt;&lt;linesCount val=&quot;1&quot;/&gt;&lt;lineCharCount val=&quot;9&quot;/&gt;&lt;/TableIndex&gt;&lt;/ShapeTextInfo&gt;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9.PNG&quot;/&gt;"/>
  <p:tag name="PPSNARRATION" val="19,226974800,C:\Users\sanmi\GoogleDrive\UWMdrive\Courses\ECE552\ece552-lec20_IntegerMulDiv_pptx\Media.ppcx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97DEB15A-4FBA-452E-B564-3B204074C37E}_19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97D76946-D388-4574-9ADD-4F7136E5E44E}_19.png&quot;/&gt;&lt;left val=&quot;24&quot;/&gt;&lt;top val=&quot;112&quot;/&gt;&lt;width val=&quot;682&quot;/&gt;&lt;height val=&quot;370&quot;/&gt;&lt;hasText val=&quot;1&quot;/&gt;&lt;/Image&gt;&lt;/ThreeDShapeInfo&gt;"/>
  <p:tag name="PRESENTER_SHAPETEXTINFO" val="&lt;ShapeTextInfo&gt;&lt;TableIndex row=&quot;-1&quot; col=&quot;-1&quot;&gt;&lt;linesCount val=&quot;6&quot;/&gt;&lt;lineCharCount val=&quot;47&quot;/&gt;&lt;lineCharCount val=&quot;14&quot;/&gt;&lt;lineCharCount val=&quot;42&quot;/&gt;&lt;lineCharCount val=&quot;28&quot;/&gt;&lt;lineCharCount val=&quot;54&quot;/&gt;&lt;lineCharCount val=&quot;36&quot;/&gt;&lt;/TableIndex&gt;&lt;/ShapeTextInfo&gt;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79551896-18E5-4DDE-AAD3-F0B9C67E4617}_19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0.PNG&quot;/&gt;"/>
  <p:tag name="PPSNARRATION" val="20,226974800,C:\Users\sanmi\GoogleDrive\UWMdrive\Courses\ECE552\ece552-lec20_IntegerMulDiv_pptx\Media.ppcx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28960730-F9CB-4734-8AD8-5A869000A1D3}_20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FEFF0414-3AED-4544-A036-4E021F80217C}"/>
  <p:tag name="PRESENTER_SHAPEINFO" val="&lt;ThreeDShapeInfo&gt;&lt;uuid val=&quot;{DF63ECE6-EDF7-4603-9EE2-2B047712B857}&quot;/&gt;&lt;isInvalidForFieldText val=&quot;0&quot;/&gt;&lt;Image&gt;&lt;filename val=&quot;C:\Users\sanmi\Documents\My Adobe Presentations\ece552-IntegerMulDiv\data\asimages\{DF63ECE6-EDF7-4603-9EE2-2B047712B857}.png&quot;/&gt;&lt;left val=&quot;23&quot;/&gt;&lt;top val=&quot;185&quot;/&gt;&lt;width val=&quot;588&quot;/&gt;&lt;height val=&quot;303&quot;/&gt;&lt;hasText val=&quot;1&quot;/&gt;&lt;/Image&gt;&lt;/ThreeDShapeInfo&gt;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B830E7D7-EA47-40B6-80A3-F5BFA9CC61C2}_20.png&quot;/&gt;&lt;left val=&quot;203&quot;/&gt;&lt;top val=&quot;361&quot;/&gt;&lt;width val=&quot;96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740A9109-2410-43CE-9E69-2B955B8FAECB}_20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1.PNG&quot;/&gt;"/>
  <p:tag name="PPSNARRATION" val="21,226974800,C:\Users\sanmi\GoogleDrive\UWMdrive\Courses\ECE552\ece552-lec20_IntegerMulDiv_pptx\Media.ppcx"/>
  <p:tag name="TIMING" val="|14.8|17.1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8888EAF0-C1BB-4BD1-A449-A44EA2A0BB52}_21.png&quot;/&gt;&lt;left val=&quot;20&quot;/&gt;&lt;top val=&quot;21&quot;/&gt;&lt;width val=&quot;373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38A95FE4-E4D0-4C17-8A87-8335D4EEF0A4}_21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FEFF0414-3AED-4544-A036-4E021F80217C}"/>
  <p:tag name="PRESENTER_SHAPEINFO" val="&lt;ThreeDShapeInfo&gt;&lt;uuid val=&quot;{0BEE0881-0E59-46D0-810A-994340649116}&quot;/&gt;&lt;isInvalidForFieldText val=&quot;0&quot;/&gt;&lt;Image&gt;&lt;filename val=&quot;C:\Users\sanmi\Documents\My Adobe Presentations\ece552-IntegerMulDiv\data\asimages\{0BEE0881-0E59-46D0-810A-994340649116}.png&quot;/&gt;&lt;left val=&quot;23&quot;/&gt;&lt;top val=&quot;185&quot;/&gt;&lt;width val=&quot;588&quot;/&gt;&lt;height val=&quot;303&quot;/&gt;&lt;hasText val=&quot;1&quot;/&gt;&lt;/Image&gt;&lt;/ThreeDShapeInfo&gt;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F7138D85-B5A3-45DD-86B1-12459C8717E0}_21.png&quot;/&gt;&lt;left val=&quot;151&quot;/&gt;&lt;top val=&quot;159&quot;/&gt;&lt;width val=&quot;191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31233B05-8226-4338-9A25-32A5429D6DC6}_21.png&quot;/&gt;&lt;left val=&quot;93&quot;/&gt;&lt;top val=&quot;416&quot;/&gt;&lt;width val=&quot;191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D102816F-40A7-40CB-8997-E7218C0DEE64}_21.png&quot;/&gt;&lt;left val=&quot;203&quot;/&gt;&lt;top val=&quot;361&quot;/&gt;&lt;width val=&quot;96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69E9AAEC-8868-48D8-AD1D-D9DA177C9DC5}_21.png&quot;/&gt;&lt;left val=&quot;23&quot;/&gt;&lt;top val=&quot;159&quot;/&gt;&lt;width val=&quot;609&quot;/&gt;&lt;height val=&quot;329&quot;/&gt;&lt;hasText val=&quot;1&quot;/&gt;&lt;/Image&gt;&lt;/ThreeDShapeInfo&gt;"/>
  <p:tag name="PRESENTER_SHAPEINFO" val="&lt;ThreeDShapeInfo&gt;&lt;uuid val=&quot;{F1262800-A4AE-454F-83CA-1BC4280D94EB}&quot;/&gt;&lt;isInvalidForFieldText val=&quot;0&quot;/&gt;&lt;Image&gt;&lt;filename val=&quot;C:\Users\sanmi\Documents\My Adobe Presentations\ece552-IntegerMulDiv\data\asimages\{F1262800-A4AE-454F-83CA-1BC4280D94EB}.png&quot;/&gt;&lt;left val=&quot;23&quot;/&gt;&lt;top val=&quot;159&quot;/&gt;&lt;width val=&quot;609&quot;/&gt;&lt;height val=&quot;329&quot;/&gt;&lt;hasText val=&quot;1&quot;/&gt;&lt;/Image&gt;&lt;/ThreeDShapeInfo&gt;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01B5584E-13BE-4CD3-9BDD-5FED0B1D9468}_21.png&quot;/&gt;&lt;left val=&quot;23&quot;/&gt;&lt;top val=&quot;159&quot;/&gt;&lt;width val=&quot;609&quot;/&gt;&lt;height val=&quot;329&quot;/&gt;&lt;hasText val=&quot;1&quot;/&gt;&lt;/Image&gt;&lt;/ThreeDShapeInfo&gt;"/>
  <p:tag name="PRESENTER_SHAPEINFO" val="&lt;ThreeDShapeInfo&gt;&lt;uuid val=&quot;{31FA0D15-7C42-4568-A191-6EF297F299CC}&quot;/&gt;&lt;isInvalidForFieldText val=&quot;0&quot;/&gt;&lt;Image&gt;&lt;filename val=&quot;C:\Users\sanmi\Documents\My Adobe Presentations\ece552-IntegerMulDiv\data\asimages\{31FA0D15-7C42-4568-A191-6EF297F299CC}.png&quot;/&gt;&lt;left val=&quot;23&quot;/&gt;&lt;top val=&quot;159&quot;/&gt;&lt;width val=&quot;609&quot;/&gt;&lt;height val=&quot;329&quot;/&gt;&lt;hasText val=&quot;1&quot;/&gt;&lt;/Image&gt;&lt;/ThreeDShapeInfo&gt;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481FACBB-448B-4E06-BD7F-8BA839E74F94}_21.png&quot;/&gt;&lt;left val=&quot;388&quot;/&gt;&lt;top val=&quot;15&quot;/&gt;&lt;width val=&quot;324&quot;/&gt;&lt;height val=&quot;186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0&quot;/&gt;&lt;/TableIndex&gt;&lt;TableIndex row=&quot;1&quot; col=&quot;3&quot;&gt;&lt;linesCount val=&quot;0&quot;/&gt;&lt;/TableIndex&gt;&lt;TableIndex row=&quot;1&quot; col=&quot;4&quot;&gt;&lt;linesCount val=&quot;0&quot;/&gt;&lt;/TableIndex&gt;&lt;TableIndex row=&quot;1&quot; col=&quot;5&quot;&gt;&lt;linesCount val=&quot;0&quot;/&gt;&lt;/TableIndex&gt;&lt;TableIndex row=&quot;1&quot; col=&quot;6&quot;&gt;&lt;linesCount val=&quot;0&quot;/&gt;&lt;/TableIndex&gt;&lt;TableIndex row=&quot;1&quot; col=&quot;7&quot;&gt;&lt;linesCount val=&quot;0&quot;/&gt;&lt;/TableIndex&gt;&lt;TableIndex row=&quot;1&quot; col=&quot;8&quot;&gt;&lt;linesCount val=&quot;0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1&quot;/&gt;&lt;/TableIndex&gt;&lt;TableIndex row=&quot;1&quot; col=&quot;12&quot;&gt;&lt;linesCount val=&quot;1&quot;/&gt;&lt;lineCharCount val=&quot;1&quot;/&gt;&lt;/TableIndex&gt;&lt;TableIndex row=&quot;1&quot; col=&quot;13&quot;&gt;&lt;linesCount val=&quot;1&quot;/&gt;&lt;lineCharCount val=&quot;8&quot;/&gt;&lt;/TableIndex&gt;&lt;TableIndex row=&quot;2&quot; col=&quot;1&quot;&gt;&lt;linesCount val=&quot;1&quot;/&gt;&lt;lineCharCount val=&quot;7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2&quot; col=&quot;9&quot;&gt;&lt;linesCount val=&quot;1&quot;/&gt;&lt;lineCharCount val=&quot;1&quot;/&gt;&lt;/TableIndex&gt;&lt;TableIndex row=&quot;2&quot; col=&quot;10&quot;&gt;&lt;linesCount val=&quot;1&quot;/&gt;&lt;lineCharCount val=&quot;1&quot;/&gt;&lt;/TableIndex&gt;&lt;TableIndex row=&quot;2&quot; col=&quot;11&quot;&gt;&lt;linesCount val=&quot;1&quot;/&gt;&lt;lineCharCount val=&quot;1&quot;/&gt;&lt;/TableIndex&gt;&lt;TableIndex row=&quot;2&quot; col=&quot;12&quot;&gt;&lt;linesCount val=&quot;1&quot;/&gt;&lt;lineCharCount val=&quot;1&quot;/&gt;&lt;/TableIndex&gt;&lt;TableIndex row=&quot;2&quot; col=&quot;13&quot;&gt;&lt;linesCount val=&quot;1&quot;/&gt;&lt;lineCharCount val=&quot;8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1&quot;/&gt;&lt;lineCharCount val=&quot;1&quot;/&gt;&lt;/TableIndex&gt;&lt;TableIndex row=&quot;3&quot; col=&quot;10&quot;&gt;&lt;linesCount val=&quot;0&quot;/&gt;&lt;/TableIndex&gt;&lt;TableIndex row=&quot;3&quot; col=&quot;11&quot;&gt;&lt;linesCount val=&quot;0&quot;/&gt;&lt;/TableIndex&gt;&lt;TableIndex row=&quot;3&quot; col=&quot;12&quot;&gt;&lt;linesCount val=&quot;0&quot;/&gt;&lt;/TableIndex&gt;&lt;TableIndex row=&quot;3&quot; col=&quot;13&quot;&gt;&lt;linesCount val=&quot;0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0&quot;/&gt;&lt;/TableIndex&gt;&lt;TableIndex row=&quot;4&quot; col=&quot;5&quot;&gt;&lt;linesCount val=&quot;0&quot;/&gt;&lt;/TableIndex&gt;&lt;TableIndex row=&quot;4&quot; col=&quot;6&quot;&gt;&lt;linesCount val=&quot;0&quot;/&gt;&lt;/TableIndex&gt;&lt;TableIndex row=&quot;4&quot; col=&quot;7&quot;&gt;&lt;linesCount val=&quot;0&quot;/&gt;&lt;/TableIndex&gt;&lt;TableIndex row=&quot;4&quot; col=&quot;8&quot;&gt;&lt;linesCount val=&quot;0&quot;/&gt;&lt;/TableIndex&gt;&lt;TableIndex row=&quot;4&quot; col=&quot;9&quot;&gt;&lt;linesCount val=&quot;1&quot;/&gt;&lt;lineCharCount val=&quot;1&quot;/&gt;&lt;/TableIndex&gt;&lt;TableIndex row=&quot;4&quot; col=&quot;10&quot;&gt;&lt;linesCount val=&quot;1&quot;/&gt;&lt;lineCharCount val=&quot;1&quot;/&gt;&lt;/TableIndex&gt;&lt;TableIndex row=&quot;4&quot; col=&quot;11&quot;&gt;&lt;linesCount val=&quot;0&quot;/&gt;&lt;/TableIndex&gt;&lt;TableIndex row=&quot;4&quot; col=&quot;12&quot;&gt;&lt;linesCount val=&quot;0&quot;/&gt;&lt;/TableIndex&gt;&lt;TableIndex row=&quot;4&quot; col=&quot;13&quot;&gt;&lt;linesCount val=&quot;0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0&quot;/&gt;&lt;/TableIndex&gt;&lt;TableIndex row=&quot;5&quot; col=&quot;6&quot;&gt;&lt;linesCount val=&quot;0&quot;/&gt;&lt;/TableIndex&gt;&lt;TableIndex row=&quot;5&quot; col=&quot;7&quot;&gt;&lt;linesCount val=&quot;0&quot;/&gt;&lt;/TableIndex&gt;&lt;TableIndex row=&quot;5&quot; col=&quot;8&quot;&gt;&lt;linesCount val=&quot;0&quot;/&gt;&lt;/TableIndex&gt;&lt;TableIndex row=&quot;5&quot; col=&quot;9&quot;&gt;&lt;linesCount val=&quot;1&quot;/&gt;&lt;lineCharCount val=&quot;1&quot;/&gt;&lt;/TableIndex&gt;&lt;TableIndex row=&quot;5&quot; col=&quot;10&quot;&gt;&lt;linesCount val=&quot;1&quot;/&gt;&lt;lineCharCount val=&quot;1&quot;/&gt;&lt;/TableIndex&gt;&lt;TableIndex row=&quot;5&quot; col=&quot;11&quot;&gt;&lt;linesCount val=&quot;1&quot;/&gt;&lt;lineCharCount val=&quot;1&quot;/&gt;&lt;/TableIndex&gt;&lt;TableIndex row=&quot;5&quot; col=&quot;12&quot;&gt;&lt;linesCount val=&quot;0&quot;/&gt;&lt;/TableIndex&gt;&lt;TableIndex row=&quot;5&quot; col=&quot;13&quot;&gt;&lt;linesCount val=&quot;0&quot;/&gt;&lt;/TableIndex&gt;&lt;TableIndex row=&quot;6&quot; col=&quot;1&quot;&gt;&lt;linesCount val=&quot;0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0&quot;/&gt;&lt;/TableIndex&gt;&lt;TableIndex row=&quot;6&quot; col=&quot;7&quot;&gt;&lt;linesCount val=&quot;0&quot;/&gt;&lt;/TableIndex&gt;&lt;TableIndex row=&quot;6&quot; col=&quot;8&quot;&gt;&lt;linesCount val=&quot;0&quot;/&gt;&lt;/TableIndex&gt;&lt;TableIndex row=&quot;6&quot; col=&quot;9&quot;&gt;&lt;linesCount val=&quot;1&quot;/&gt;&lt;lineCharCount val=&quot;1&quot;/&gt;&lt;/TableIndex&gt;&lt;TableIndex row=&quot;6&quot; col=&quot;10&quot;&gt;&lt;linesCount val=&quot;1&quot;/&gt;&lt;lineCharCount val=&quot;1&quot;/&gt;&lt;/TableIndex&gt;&lt;TableIndex row=&quot;6&quot; col=&quot;11&quot;&gt;&lt;linesCount val=&quot;1&quot;/&gt;&lt;lineCharCount val=&quot;1&quot;/&gt;&lt;/TableIndex&gt;&lt;TableIndex row=&quot;6&quot; col=&quot;12&quot;&gt;&lt;linesCount val=&quot;1&quot;/&gt;&lt;lineCharCount val=&quot;1&quot;/&gt;&lt;/TableIndex&gt;&lt;TableIndex row=&quot;6&quot; col=&quot;13&quot;&gt;&lt;linesCount val=&quot;0&quot;/&gt;&lt;/TableIndex&gt;&lt;TableIndex row=&quot;7&quot; col=&quot;1&quot;&gt;&lt;linesCount val=&quot;0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TableIndex row=&quot;7&quot; col=&quot;5&quot;&gt;&lt;linesCount val=&quot;0&quot;/&gt;&lt;/TableIndex&gt;&lt;TableIndex row=&quot;7&quot; col=&quot;6&quot;&gt;&lt;linesCount val=&quot;0&quot;/&gt;&lt;/TableIndex&gt;&lt;TableIndex row=&quot;7&quot; col=&quot;7&quot;&gt;&lt;linesCount val=&quot;0&quot;/&gt;&lt;/TableIndex&gt;&lt;TableIndex row=&quot;7&quot; col=&quot;8&quot;&gt;&lt;linesCount val=&quot;1&quot;/&gt;&lt;lineCharCount val=&quot;1&quot;/&gt;&lt;/TableIndex&gt;&lt;TableIndex row=&quot;7&quot; col=&quot;9&quot;&gt;&lt;linesCount val=&quot;1&quot;/&gt;&lt;lineCharCount val=&quot;1&quot;/&gt;&lt;/TableIndex&gt;&lt;TableIndex row=&quot;7&quot; col=&quot;10&quot;&gt;&lt;linesCount val=&quot;1&quot;/&gt;&lt;lineCharCount val=&quot;1&quot;/&gt;&lt;/TableIndex&gt;&lt;TableIndex row=&quot;7&quot; col=&quot;11&quot;&gt;&lt;linesCount val=&quot;1&quot;/&gt;&lt;lineCharCount val=&quot;1&quot;/&gt;&lt;/TableIndex&gt;&lt;TableIndex row=&quot;7&quot; col=&quot;12&quot;&gt;&lt;linesCount val=&quot;1&quot;/&gt;&lt;lineCharCount val=&quot;1&quot;/&gt;&lt;/TableIndex&gt;&lt;TableIndex row=&quot;7&quot; col=&quot;13&quot;&gt;&lt;linesCount val=&quot;0&quot;/&gt;&lt;/TableIndex&gt;&lt;TableIndex row=&quot;8&quot; col=&quot;1&quot;&gt;&lt;linesCount val=&quot;0&quot;/&gt;&lt;/TableIndex&gt;&lt;TableIndex row=&quot;8&quot; col=&quot;2&quot;&gt;&lt;linesCount val=&quot;0&quot;/&gt;&lt;/TableIndex&gt;&lt;TableIndex row=&quot;8&quot; col=&quot;3&quot;&gt;&lt;linesCount val=&quot;0&quot;/&gt;&lt;/TableIndex&gt;&lt;TableIndex row=&quot;8&quot; col=&quot;4&quot;&gt;&lt;linesCount val=&quot;0&quot;/&gt;&lt;/TableIndex&gt;&lt;TableIndex row=&quot;8&quot; col=&quot;5&quot;&gt;&lt;linesCount val=&quot;0&quot;/&gt;&lt;/TableIndex&gt;&lt;TableIndex row=&quot;8&quot; col=&quot;6&quot;&gt;&lt;linesCount val=&quot;0&quot;/&gt;&lt;/TableIndex&gt;&lt;TableIndex row=&quot;8&quot; col=&quot;7&quot;&gt;&lt;linesCount val=&quot;0&quot;/&gt;&lt;/TableIndex&gt;&lt;TableIndex row=&quot;8&quot; col=&quot;8&quot;&gt;&lt;linesCount val=&quot;0&quot;/&gt;&lt;/TableIndex&gt;&lt;TableIndex row=&quot;8&quot; col=&quot;9&quot;&gt;&lt;linesCount val=&quot;0&quot;/&gt;&lt;/TableIndex&gt;&lt;TableIndex row=&quot;8&quot; col=&quot;10&quot;&gt;&lt;linesCount val=&quot;0&quot;/&gt;&lt;/TableIndex&gt;&lt;TableIndex row=&quot;8&quot; col=&quot;11&quot;&gt;&lt;linesCount val=&quot;1&quot;/&gt;&lt;lineCharCount val=&quot;1&quot;/&gt;&lt;/TableIndex&gt;&lt;TableIndex row=&quot;8&quot; col=&quot;12&quot;&gt;&lt;linesCount val=&quot;1&quot;/&gt;&lt;lineCharCount val=&quot;1&quot;/&gt;&lt;/TableIndex&gt;&lt;TableIndex row=&quot;8&quot; col=&quot;13&quot;&gt;&lt;linesCount val=&quot;1&quot;/&gt;&lt;lineCharCount val=&quot;9&quot;/&gt;&lt;/TableIndex&gt;&lt;/ShapeTextInfo&gt;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FEFF0414-3AED-4544-A036-4E021F80217C}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10&quot;/&gt;&lt;lineCharCount val=&quot;9&quot;/&gt;&lt;/TableIndex&gt;&lt;/ShapeTextInfo&gt;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FEFF0414-3AED-4544-A036-4E021F80217C}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10&quot;/&gt;&lt;lineCharCount val=&quot;9&quot;/&gt;&lt;/TableIndex&gt;&lt;/ShapeTextInfo&gt;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2.PNG&quot;/&gt;"/>
  <p:tag name="PPSNARRATION" val="22,226974800,C:\Users\sanmi\GoogleDrive\UWMdrive\Courses\ECE552\ece552-lec20_IntegerMulDiv_pptx\Media.ppcx"/>
  <p:tag name="TIMING" val="|13.5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8D0EDA00-E596-4FCE-93C1-1136E0EC4A1D}_22.png&quot;/&gt;&lt;left val=&quot;20&quot;/&gt;&lt;top val=&quot;21&quot;/&gt;&lt;width val=&quot;373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83C3E85A-89C3-4322-89CA-B2EF8D9AC67C}_22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FEFF0414-3AED-4544-A036-4E021F80217C}"/>
  <p:tag name="PRESENTER_SHAPEINFO" val="&lt;ThreeDShapeInfo&gt;&lt;uuid val=&quot;{3B72F1C0-F4EF-4724-A1AF-F9423C24445B}&quot;/&gt;&lt;isInvalidForFieldText val=&quot;0&quot;/&gt;&lt;Image&gt;&lt;filename val=&quot;C:\Users\sanmi\Documents\My Adobe Presentations\ece552-IntegerMulDiv\data\asimages\{3B72F1C0-F4EF-4724-A1AF-F9423C24445B}.png&quot;/&gt;&lt;left val=&quot;23&quot;/&gt;&lt;top val=&quot;185&quot;/&gt;&lt;width val=&quot;588&quot;/&gt;&lt;height val=&quot;303&quot;/&gt;&lt;hasText val=&quot;1&quot;/&gt;&lt;/Image&gt;&lt;/ThreeDShapeInfo&gt;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2E7EDA4E-00DC-4413-8798-14A641F85D4C}_22.png&quot;/&gt;&lt;left val=&quot;151&quot;/&gt;&lt;top val=&quot;159&quot;/&gt;&lt;width val=&quot;191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B2F37A20-5539-4DE7-9C70-49C6847E99E5}_22.png&quot;/&gt;&lt;left val=&quot;93&quot;/&gt;&lt;top val=&quot;416&quot;/&gt;&lt;width val=&quot;191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3D0FC40E-375F-4F8B-928A-C0E416F5ED29}_22.png&quot;/&gt;&lt;left val=&quot;504&quot;/&gt;&lt;top val=&quot;267&quot;/&gt;&lt;width val=&quot;65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E6B47D9F-451C-41ED-85D9-DED3897C6A32}_22.png&quot;/&gt;&lt;left val=&quot;203&quot;/&gt;&lt;top val=&quot;361&quot;/&gt;&lt;width val=&quot;96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C1E34586-D8CC-42FC-8B55-14A53C78E4B8}_22.png&quot;/&gt;&lt;left val=&quot;23&quot;/&gt;&lt;top val=&quot;159&quot;/&gt;&lt;width val=&quot;615&quot;/&gt;&lt;height val=&quot;329&quot;/&gt;&lt;hasText val=&quot;1&quot;/&gt;&lt;/Image&gt;&lt;/ThreeDShapeInfo&gt;"/>
  <p:tag name="PRESENTER_SHAPEINFO" val="&lt;ThreeDShapeInfo&gt;&lt;uuid val=&quot;{A5BA820B-2C7B-455D-9D98-84C502FFA8FC}&quot;/&gt;&lt;isInvalidForFieldText val=&quot;0&quot;/&gt;&lt;Image&gt;&lt;filename val=&quot;C:\Users\sanmi\Documents\My Adobe Presentations\ece552-IntegerMulDiv\data\asimages\{A5BA820B-2C7B-455D-9D98-84C502FFA8FC}.png&quot;/&gt;&lt;left val=&quot;23&quot;/&gt;&lt;top val=&quot;159&quot;/&gt;&lt;width val=&quot;615&quot;/&gt;&lt;height val=&quot;329&quot;/&gt;&lt;hasText val=&quot;1&quot;/&gt;&lt;/Image&gt;&lt;/ThreeDShapeInfo&gt;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C06C885D-6057-4BD9-8F96-8D163EF20888}_22.png&quot;/&gt;&lt;left val=&quot;388&quot;/&gt;&lt;top val=&quot;15&quot;/&gt;&lt;width val=&quot;324&quot;/&gt;&lt;height val=&quot;186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0&quot;/&gt;&lt;/TableIndex&gt;&lt;TableIndex row=&quot;1&quot; col=&quot;3&quot;&gt;&lt;linesCount val=&quot;0&quot;/&gt;&lt;/TableIndex&gt;&lt;TableIndex row=&quot;1&quot; col=&quot;4&quot;&gt;&lt;linesCount val=&quot;0&quot;/&gt;&lt;/TableIndex&gt;&lt;TableIndex row=&quot;1&quot; col=&quot;5&quot;&gt;&lt;linesCount val=&quot;0&quot;/&gt;&lt;/TableIndex&gt;&lt;TableIndex row=&quot;1&quot; col=&quot;6&quot;&gt;&lt;linesCount val=&quot;0&quot;/&gt;&lt;/TableIndex&gt;&lt;TableIndex row=&quot;1&quot; col=&quot;7&quot;&gt;&lt;linesCount val=&quot;0&quot;/&gt;&lt;/TableIndex&gt;&lt;TableIndex row=&quot;1&quot; col=&quot;8&quot;&gt;&lt;linesCount val=&quot;0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1&quot;/&gt;&lt;/TableIndex&gt;&lt;TableIndex row=&quot;1&quot; col=&quot;12&quot;&gt;&lt;linesCount val=&quot;1&quot;/&gt;&lt;lineCharCount val=&quot;1&quot;/&gt;&lt;/TableIndex&gt;&lt;TableIndex row=&quot;1&quot; col=&quot;13&quot;&gt;&lt;linesCount val=&quot;1&quot;/&gt;&lt;lineCharCount val=&quot;8&quot;/&gt;&lt;/TableIndex&gt;&lt;TableIndex row=&quot;2&quot; col=&quot;1&quot;&gt;&lt;linesCount val=&quot;1&quot;/&gt;&lt;lineCharCount val=&quot;7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2&quot; col=&quot;9&quot;&gt;&lt;linesCount val=&quot;1&quot;/&gt;&lt;lineCharCount val=&quot;1&quot;/&gt;&lt;/TableIndex&gt;&lt;TableIndex row=&quot;2&quot; col=&quot;10&quot;&gt;&lt;linesCount val=&quot;1&quot;/&gt;&lt;lineCharCount val=&quot;1&quot;/&gt;&lt;/TableIndex&gt;&lt;TableIndex row=&quot;2&quot; col=&quot;11&quot;&gt;&lt;linesCount val=&quot;1&quot;/&gt;&lt;lineCharCount val=&quot;1&quot;/&gt;&lt;/TableIndex&gt;&lt;TableIndex row=&quot;2&quot; col=&quot;12&quot;&gt;&lt;linesCount val=&quot;1&quot;/&gt;&lt;lineCharCount val=&quot;1&quot;/&gt;&lt;/TableIndex&gt;&lt;TableIndex row=&quot;2&quot; col=&quot;13&quot;&gt;&lt;linesCount val=&quot;1&quot;/&gt;&lt;lineCharCount val=&quot;8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1&quot;/&gt;&lt;lineCharCount val=&quot;1&quot;/&gt;&lt;/TableIndex&gt;&lt;TableIndex row=&quot;3&quot; col=&quot;10&quot;&gt;&lt;linesCount val=&quot;0&quot;/&gt;&lt;/TableIndex&gt;&lt;TableIndex row=&quot;3&quot; col=&quot;11&quot;&gt;&lt;linesCount val=&quot;0&quot;/&gt;&lt;/TableIndex&gt;&lt;TableIndex row=&quot;3&quot; col=&quot;12&quot;&gt;&lt;linesCount val=&quot;0&quot;/&gt;&lt;/TableIndex&gt;&lt;TableIndex row=&quot;3&quot; col=&quot;13&quot;&gt;&lt;linesCount val=&quot;0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0&quot;/&gt;&lt;/TableIndex&gt;&lt;TableIndex row=&quot;4&quot; col=&quot;5&quot;&gt;&lt;linesCount val=&quot;0&quot;/&gt;&lt;/TableIndex&gt;&lt;TableIndex row=&quot;4&quot; col=&quot;6&quot;&gt;&lt;linesCount val=&quot;0&quot;/&gt;&lt;/TableIndex&gt;&lt;TableIndex row=&quot;4&quot; col=&quot;7&quot;&gt;&lt;linesCount val=&quot;0&quot;/&gt;&lt;/TableIndex&gt;&lt;TableIndex row=&quot;4&quot; col=&quot;8&quot;&gt;&lt;linesCount val=&quot;0&quot;/&gt;&lt;/TableIndex&gt;&lt;TableIndex row=&quot;4&quot; col=&quot;9&quot;&gt;&lt;linesCount val=&quot;1&quot;/&gt;&lt;lineCharCount val=&quot;1&quot;/&gt;&lt;/TableIndex&gt;&lt;TableIndex row=&quot;4&quot; col=&quot;10&quot;&gt;&lt;linesCount val=&quot;1&quot;/&gt;&lt;lineCharCount val=&quot;1&quot;/&gt;&lt;/TableIndex&gt;&lt;TableIndex row=&quot;4&quot; col=&quot;11&quot;&gt;&lt;linesCount val=&quot;0&quot;/&gt;&lt;/TableIndex&gt;&lt;TableIndex row=&quot;4&quot; col=&quot;12&quot;&gt;&lt;linesCount val=&quot;0&quot;/&gt;&lt;/TableIndex&gt;&lt;TableIndex row=&quot;4&quot; col=&quot;13&quot;&gt;&lt;linesCount val=&quot;0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0&quot;/&gt;&lt;/TableIndex&gt;&lt;TableIndex row=&quot;5&quot; col=&quot;6&quot;&gt;&lt;linesCount val=&quot;0&quot;/&gt;&lt;/TableIndex&gt;&lt;TableIndex row=&quot;5&quot; col=&quot;7&quot;&gt;&lt;linesCount val=&quot;0&quot;/&gt;&lt;/TableIndex&gt;&lt;TableIndex row=&quot;5&quot; col=&quot;8&quot;&gt;&lt;linesCount val=&quot;0&quot;/&gt;&lt;/TableIndex&gt;&lt;TableIndex row=&quot;5&quot; col=&quot;9&quot;&gt;&lt;linesCount val=&quot;1&quot;/&gt;&lt;lineCharCount val=&quot;1&quot;/&gt;&lt;/TableIndex&gt;&lt;TableIndex row=&quot;5&quot; col=&quot;10&quot;&gt;&lt;linesCount val=&quot;1&quot;/&gt;&lt;lineCharCount val=&quot;1&quot;/&gt;&lt;/TableIndex&gt;&lt;TableIndex row=&quot;5&quot; col=&quot;11&quot;&gt;&lt;linesCount val=&quot;1&quot;/&gt;&lt;lineCharCount val=&quot;1&quot;/&gt;&lt;/TableIndex&gt;&lt;TableIndex row=&quot;5&quot; col=&quot;12&quot;&gt;&lt;linesCount val=&quot;0&quot;/&gt;&lt;/TableIndex&gt;&lt;TableIndex row=&quot;5&quot; col=&quot;13&quot;&gt;&lt;linesCount val=&quot;0&quot;/&gt;&lt;/TableIndex&gt;&lt;TableIndex row=&quot;6&quot; col=&quot;1&quot;&gt;&lt;linesCount val=&quot;0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0&quot;/&gt;&lt;/TableIndex&gt;&lt;TableIndex row=&quot;6&quot; col=&quot;7&quot;&gt;&lt;linesCount val=&quot;0&quot;/&gt;&lt;/TableIndex&gt;&lt;TableIndex row=&quot;6&quot; col=&quot;8&quot;&gt;&lt;linesCount val=&quot;0&quot;/&gt;&lt;/TableIndex&gt;&lt;TableIndex row=&quot;6&quot; col=&quot;9&quot;&gt;&lt;linesCount val=&quot;1&quot;/&gt;&lt;lineCharCount val=&quot;1&quot;/&gt;&lt;/TableIndex&gt;&lt;TableIndex row=&quot;6&quot; col=&quot;10&quot;&gt;&lt;linesCount val=&quot;1&quot;/&gt;&lt;lineCharCount val=&quot;1&quot;/&gt;&lt;/TableIndex&gt;&lt;TableIndex row=&quot;6&quot; col=&quot;11&quot;&gt;&lt;linesCount val=&quot;1&quot;/&gt;&lt;lineCharCount val=&quot;1&quot;/&gt;&lt;/TableIndex&gt;&lt;TableIndex row=&quot;6&quot; col=&quot;12&quot;&gt;&lt;linesCount val=&quot;1&quot;/&gt;&lt;lineCharCount val=&quot;1&quot;/&gt;&lt;/TableIndex&gt;&lt;TableIndex row=&quot;6&quot; col=&quot;13&quot;&gt;&lt;linesCount val=&quot;0&quot;/&gt;&lt;/TableIndex&gt;&lt;TableIndex row=&quot;7&quot; col=&quot;1&quot;&gt;&lt;linesCount val=&quot;0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TableIndex row=&quot;7&quot; col=&quot;5&quot;&gt;&lt;linesCount val=&quot;0&quot;/&gt;&lt;/TableIndex&gt;&lt;TableIndex row=&quot;7&quot; col=&quot;6&quot;&gt;&lt;linesCount val=&quot;0&quot;/&gt;&lt;/TableIndex&gt;&lt;TableIndex row=&quot;7&quot; col=&quot;7&quot;&gt;&lt;linesCount val=&quot;0&quot;/&gt;&lt;/TableIndex&gt;&lt;TableIndex row=&quot;7&quot; col=&quot;8&quot;&gt;&lt;linesCount val=&quot;1&quot;/&gt;&lt;lineCharCount val=&quot;1&quot;/&gt;&lt;/TableIndex&gt;&lt;TableIndex row=&quot;7&quot; col=&quot;9&quot;&gt;&lt;linesCount val=&quot;1&quot;/&gt;&lt;lineCharCount val=&quot;1&quot;/&gt;&lt;/TableIndex&gt;&lt;TableIndex row=&quot;7&quot; col=&quot;10&quot;&gt;&lt;linesCount val=&quot;1&quot;/&gt;&lt;lineCharCount val=&quot;1&quot;/&gt;&lt;/TableIndex&gt;&lt;TableIndex row=&quot;7&quot; col=&quot;11&quot;&gt;&lt;linesCount val=&quot;1&quot;/&gt;&lt;lineCharCount val=&quot;1&quot;/&gt;&lt;/TableIndex&gt;&lt;TableIndex row=&quot;7&quot; col=&quot;12&quot;&gt;&lt;linesCount val=&quot;1&quot;/&gt;&lt;lineCharCount val=&quot;1&quot;/&gt;&lt;/TableIndex&gt;&lt;TableIndex row=&quot;7&quot; col=&quot;13&quot;&gt;&lt;linesCount val=&quot;0&quot;/&gt;&lt;/TableIndex&gt;&lt;TableIndex row=&quot;8&quot; col=&quot;1&quot;&gt;&lt;linesCount val=&quot;0&quot;/&gt;&lt;/TableIndex&gt;&lt;TableIndex row=&quot;8&quot; col=&quot;2&quot;&gt;&lt;linesCount val=&quot;0&quot;/&gt;&lt;/TableIndex&gt;&lt;TableIndex row=&quot;8&quot; col=&quot;3&quot;&gt;&lt;linesCount val=&quot;0&quot;/&gt;&lt;/TableIndex&gt;&lt;TableIndex row=&quot;8&quot; col=&quot;4&quot;&gt;&lt;linesCount val=&quot;0&quot;/&gt;&lt;/TableIndex&gt;&lt;TableIndex row=&quot;8&quot; col=&quot;5&quot;&gt;&lt;linesCount val=&quot;0&quot;/&gt;&lt;/TableIndex&gt;&lt;TableIndex row=&quot;8&quot; col=&quot;6&quot;&gt;&lt;linesCount val=&quot;0&quot;/&gt;&lt;/TableIndex&gt;&lt;TableIndex row=&quot;8&quot; col=&quot;7&quot;&gt;&lt;linesCount val=&quot;0&quot;/&gt;&lt;/TableIndex&gt;&lt;TableIndex row=&quot;8&quot; col=&quot;8&quot;&gt;&lt;linesCount val=&quot;0&quot;/&gt;&lt;/TableIndex&gt;&lt;TableIndex row=&quot;8&quot; col=&quot;9&quot;&gt;&lt;linesCount val=&quot;0&quot;/&gt;&lt;/TableIndex&gt;&lt;TableIndex row=&quot;8&quot; col=&quot;10&quot;&gt;&lt;linesCount val=&quot;0&quot;/&gt;&lt;/TableIndex&gt;&lt;TableIndex row=&quot;8&quot; col=&quot;11&quot;&gt;&lt;linesCount val=&quot;1&quot;/&gt;&lt;lineCharCount val=&quot;1&quot;/&gt;&lt;/TableIndex&gt;&lt;TableIndex row=&quot;8&quot; col=&quot;12&quot;&gt;&lt;linesCount val=&quot;1&quot;/&gt;&lt;lineCharCount val=&quot;1&quot;/&gt;&lt;/TableIndex&gt;&lt;TableIndex row=&quot;8&quot; col=&quot;13&quot;&gt;&lt;linesCount val=&quot;1&quot;/&gt;&lt;lineCharCount val=&quot;9&quot;/&gt;&lt;/TableIndex&gt;&lt;/ShapeTextInfo&gt;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FEFF0414-3AED-4544-A036-4E021F80217C}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10&quot;/&gt;&lt;lineCharCount val=&quot;9&quot;/&gt;&lt;/TableIndex&gt;&lt;/ShapeTextInfo&gt;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3.PNG&quot;/&gt;"/>
  <p:tag name="PPSNARRATION" val="23,226974800,C:\Users\sanmi\GoogleDrive\UWMdrive\Courses\ECE552\ece552-lec20_IntegerMulDiv_pptx\Media.ppcx"/>
  <p:tag name="TIMING" val="|5|7.1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FEFF0414-3AED-4544-A036-4E021F80217C}"/>
  <p:tag name="PRESENTER_SHAPEINFO" val="&lt;ThreeDShapeInfo&gt;&lt;uuid val=&quot;{8C3E1313-DCFF-48EC-B6C8-1CBCEEABF2BF}&quot;/&gt;&lt;isInvalidForFieldText val=&quot;0&quot;/&gt;&lt;Image&gt;&lt;filename val=&quot;C:\Users\sanmi\Documents\My Adobe Presentations\ece552-IntegerMulDiv\data\asimages\{8C3E1313-DCFF-48EC-B6C8-1CBCEEABF2BF}.png&quot;/&gt;&lt;left val=&quot;23&quot;/&gt;&lt;top val=&quot;185&quot;/&gt;&lt;width val=&quot;588&quot;/&gt;&lt;height val=&quot;303&quot;/&gt;&lt;hasText val=&quot;1&quot;/&gt;&lt;/Image&gt;&lt;/ThreeDShapeInfo&gt;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FE297EF1-200C-4546-AEE7-10A096711E67}_23.png&quot;/&gt;&lt;left val=&quot;151&quot;/&gt;&lt;top val=&quot;159&quot;/&gt;&lt;width val=&quot;191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E60C898A-19E5-423D-A1E5-197085BEEB98}_23.png&quot;/&gt;&lt;left val=&quot;93&quot;/&gt;&lt;top val=&quot;416&quot;/&gt;&lt;width val=&quot;191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39831568-8DE4-4AA0-9E88-7E1AB93DF6CF}_23.png&quot;/&gt;&lt;left val=&quot;493&quot;/&gt;&lt;top val=&quot;267&quot;/&gt;&lt;width val=&quot;75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4351687E-85F5-4F77-9AEE-1B36EB146F22}_23.png&quot;/&gt;&lt;left val=&quot;203&quot;/&gt;&lt;top val=&quot;361&quot;/&gt;&lt;width val=&quot;96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9CD2849C-6DCC-4B88-AC8D-48E08E020BA9}_23.png&quot;/&gt;&lt;left val=&quot;23&quot;/&gt;&lt;top val=&quot;159&quot;/&gt;&lt;width val=&quot;609&quot;/&gt;&lt;height val=&quot;329&quot;/&gt;&lt;hasText val=&quot;1&quot;/&gt;&lt;/Image&gt;&lt;/ThreeDShapeInfo&gt;"/>
  <p:tag name="PRESENTER_SHAPEINFO" val="&lt;ThreeDShapeInfo&gt;&lt;uuid val=&quot;{DC866D72-C267-435D-B946-4ECAC74D6DEC}&quot;/&gt;&lt;isInvalidForFieldText val=&quot;0&quot;/&gt;&lt;Image&gt;&lt;filename val=&quot;C:\Users\sanmi\Documents\My Adobe Presentations\ece552-IntegerMulDiv\data\asimages\{DC866D72-C267-435D-B946-4ECAC74D6DEC}.png&quot;/&gt;&lt;left val=&quot;23&quot;/&gt;&lt;top val=&quot;159&quot;/&gt;&lt;width val=&quot;609&quot;/&gt;&lt;height val=&quot;329&quot;/&gt;&lt;hasText val=&quot;1&quot;/&gt;&lt;/Image&gt;&lt;/ThreeDShapeInfo&gt;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BD1B2BD8-47B6-4D14-A8CF-2E1C0F84060B}_23.png&quot;/&gt;&lt;left val=&quot;23&quot;/&gt;&lt;top val=&quot;159&quot;/&gt;&lt;width val=&quot;609&quot;/&gt;&lt;height val=&quot;329&quot;/&gt;&lt;hasText val=&quot;1&quot;/&gt;&lt;/Image&gt;&lt;/ThreeDShapeInfo&gt;"/>
  <p:tag name="PRESENTER_SHAPEINFO" val="&lt;ThreeDShapeInfo&gt;&lt;uuid val=&quot;{14AD669F-C788-47B2-BBFF-1E88AC010F18}&quot;/&gt;&lt;isInvalidForFieldText val=&quot;0&quot;/&gt;&lt;Image&gt;&lt;filename val=&quot;C:\Users\sanmi\Documents\My Adobe Presentations\ece552-IntegerMulDiv\data\asimages\{14AD669F-C788-47B2-BBFF-1E88AC010F18}.png&quot;/&gt;&lt;left val=&quot;23&quot;/&gt;&lt;top val=&quot;159&quot;/&gt;&lt;width val=&quot;609&quot;/&gt;&lt;height val=&quot;329&quot;/&gt;&lt;hasText val=&quot;1&quot;/&gt;&lt;/Image&gt;&lt;/ThreeDShapeInfo&gt;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DCAC7855-DADC-4CE3-A59B-519A1B052E1A}_23.png&quot;/&gt;&lt;left val=&quot;20&quot;/&gt;&lt;top val=&quot;21&quot;/&gt;&lt;width val=&quot;373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CB82D942-2525-4A94-ABD4-BEEDA3B0F9B0}_23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7DF00572-516B-43DD-A08A-33A439ECDB30}_23.png&quot;/&gt;&lt;left val=&quot;388&quot;/&gt;&lt;top val=&quot;15&quot;/&gt;&lt;width val=&quot;324&quot;/&gt;&lt;height val=&quot;186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0&quot;/&gt;&lt;/TableIndex&gt;&lt;TableIndex row=&quot;1&quot; col=&quot;3&quot;&gt;&lt;linesCount val=&quot;0&quot;/&gt;&lt;/TableIndex&gt;&lt;TableIndex row=&quot;1&quot; col=&quot;4&quot;&gt;&lt;linesCount val=&quot;0&quot;/&gt;&lt;/TableIndex&gt;&lt;TableIndex row=&quot;1&quot; col=&quot;5&quot;&gt;&lt;linesCount val=&quot;0&quot;/&gt;&lt;/TableIndex&gt;&lt;TableIndex row=&quot;1&quot; col=&quot;6&quot;&gt;&lt;linesCount val=&quot;0&quot;/&gt;&lt;/TableIndex&gt;&lt;TableIndex row=&quot;1&quot; col=&quot;7&quot;&gt;&lt;linesCount val=&quot;0&quot;/&gt;&lt;/TableIndex&gt;&lt;TableIndex row=&quot;1&quot; col=&quot;8&quot;&gt;&lt;linesCount val=&quot;0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1&quot;/&gt;&lt;/TableIndex&gt;&lt;TableIndex row=&quot;1&quot; col=&quot;12&quot;&gt;&lt;linesCount val=&quot;1&quot;/&gt;&lt;lineCharCount val=&quot;1&quot;/&gt;&lt;/TableIndex&gt;&lt;TableIndex row=&quot;1&quot; col=&quot;13&quot;&gt;&lt;linesCount val=&quot;1&quot;/&gt;&lt;lineCharCount val=&quot;8&quot;/&gt;&lt;/TableIndex&gt;&lt;TableIndex row=&quot;2&quot; col=&quot;1&quot;&gt;&lt;linesCount val=&quot;1&quot;/&gt;&lt;lineCharCount val=&quot;7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2&quot; col=&quot;9&quot;&gt;&lt;linesCount val=&quot;1&quot;/&gt;&lt;lineCharCount val=&quot;1&quot;/&gt;&lt;/TableIndex&gt;&lt;TableIndex row=&quot;2&quot; col=&quot;10&quot;&gt;&lt;linesCount val=&quot;1&quot;/&gt;&lt;lineCharCount val=&quot;1&quot;/&gt;&lt;/TableIndex&gt;&lt;TableIndex row=&quot;2&quot; col=&quot;11&quot;&gt;&lt;linesCount val=&quot;1&quot;/&gt;&lt;lineCharCount val=&quot;1&quot;/&gt;&lt;/TableIndex&gt;&lt;TableIndex row=&quot;2&quot; col=&quot;12&quot;&gt;&lt;linesCount val=&quot;1&quot;/&gt;&lt;lineCharCount val=&quot;1&quot;/&gt;&lt;/TableIndex&gt;&lt;TableIndex row=&quot;2&quot; col=&quot;13&quot;&gt;&lt;linesCount val=&quot;1&quot;/&gt;&lt;lineCharCount val=&quot;8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1&quot;/&gt;&lt;lineCharCount val=&quot;1&quot;/&gt;&lt;/TableIndex&gt;&lt;TableIndex row=&quot;3&quot; col=&quot;10&quot;&gt;&lt;linesCount val=&quot;0&quot;/&gt;&lt;/TableIndex&gt;&lt;TableIndex row=&quot;3&quot; col=&quot;11&quot;&gt;&lt;linesCount val=&quot;0&quot;/&gt;&lt;/TableIndex&gt;&lt;TableIndex row=&quot;3&quot; col=&quot;12&quot;&gt;&lt;linesCount val=&quot;0&quot;/&gt;&lt;/TableIndex&gt;&lt;TableIndex row=&quot;3&quot; col=&quot;13&quot;&gt;&lt;linesCount val=&quot;0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0&quot;/&gt;&lt;/TableIndex&gt;&lt;TableIndex row=&quot;4&quot; col=&quot;5&quot;&gt;&lt;linesCount val=&quot;0&quot;/&gt;&lt;/TableIndex&gt;&lt;TableIndex row=&quot;4&quot; col=&quot;6&quot;&gt;&lt;linesCount val=&quot;0&quot;/&gt;&lt;/TableIndex&gt;&lt;TableIndex row=&quot;4&quot; col=&quot;7&quot;&gt;&lt;linesCount val=&quot;0&quot;/&gt;&lt;/TableIndex&gt;&lt;TableIndex row=&quot;4&quot; col=&quot;8&quot;&gt;&lt;linesCount val=&quot;0&quot;/&gt;&lt;/TableIndex&gt;&lt;TableIndex row=&quot;4&quot; col=&quot;9&quot;&gt;&lt;linesCount val=&quot;1&quot;/&gt;&lt;lineCharCount val=&quot;1&quot;/&gt;&lt;/TableIndex&gt;&lt;TableIndex row=&quot;4&quot; col=&quot;10&quot;&gt;&lt;linesCount val=&quot;1&quot;/&gt;&lt;lineCharCount val=&quot;1&quot;/&gt;&lt;/TableIndex&gt;&lt;TableIndex row=&quot;4&quot; col=&quot;11&quot;&gt;&lt;linesCount val=&quot;0&quot;/&gt;&lt;/TableIndex&gt;&lt;TableIndex row=&quot;4&quot; col=&quot;12&quot;&gt;&lt;linesCount val=&quot;0&quot;/&gt;&lt;/TableIndex&gt;&lt;TableIndex row=&quot;4&quot; col=&quot;13&quot;&gt;&lt;linesCount val=&quot;0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0&quot;/&gt;&lt;/TableIndex&gt;&lt;TableIndex row=&quot;5&quot; col=&quot;6&quot;&gt;&lt;linesCount val=&quot;0&quot;/&gt;&lt;/TableIndex&gt;&lt;TableIndex row=&quot;5&quot; col=&quot;7&quot;&gt;&lt;linesCount val=&quot;0&quot;/&gt;&lt;/TableIndex&gt;&lt;TableIndex row=&quot;5&quot; col=&quot;8&quot;&gt;&lt;linesCount val=&quot;0&quot;/&gt;&lt;/TableIndex&gt;&lt;TableIndex row=&quot;5&quot; col=&quot;9&quot;&gt;&lt;linesCount val=&quot;1&quot;/&gt;&lt;lineCharCount val=&quot;1&quot;/&gt;&lt;/TableIndex&gt;&lt;TableIndex row=&quot;5&quot; col=&quot;10&quot;&gt;&lt;linesCount val=&quot;1&quot;/&gt;&lt;lineCharCount val=&quot;1&quot;/&gt;&lt;/TableIndex&gt;&lt;TableIndex row=&quot;5&quot; col=&quot;11&quot;&gt;&lt;linesCount val=&quot;1&quot;/&gt;&lt;lineCharCount val=&quot;1&quot;/&gt;&lt;/TableIndex&gt;&lt;TableIndex row=&quot;5&quot; col=&quot;12&quot;&gt;&lt;linesCount val=&quot;0&quot;/&gt;&lt;/TableIndex&gt;&lt;TableIndex row=&quot;5&quot; col=&quot;13&quot;&gt;&lt;linesCount val=&quot;0&quot;/&gt;&lt;/TableIndex&gt;&lt;TableIndex row=&quot;6&quot; col=&quot;1&quot;&gt;&lt;linesCount val=&quot;0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0&quot;/&gt;&lt;/TableIndex&gt;&lt;TableIndex row=&quot;6&quot; col=&quot;7&quot;&gt;&lt;linesCount val=&quot;0&quot;/&gt;&lt;/TableIndex&gt;&lt;TableIndex row=&quot;6&quot; col=&quot;8&quot;&gt;&lt;linesCount val=&quot;0&quot;/&gt;&lt;/TableIndex&gt;&lt;TableIndex row=&quot;6&quot; col=&quot;9&quot;&gt;&lt;linesCount val=&quot;1&quot;/&gt;&lt;lineCharCount val=&quot;1&quot;/&gt;&lt;/TableIndex&gt;&lt;TableIndex row=&quot;6&quot; col=&quot;10&quot;&gt;&lt;linesCount val=&quot;1&quot;/&gt;&lt;lineCharCount val=&quot;1&quot;/&gt;&lt;/TableIndex&gt;&lt;TableIndex row=&quot;6&quot; col=&quot;11&quot;&gt;&lt;linesCount val=&quot;1&quot;/&gt;&lt;lineCharCount val=&quot;1&quot;/&gt;&lt;/TableIndex&gt;&lt;TableIndex row=&quot;6&quot; col=&quot;12&quot;&gt;&lt;linesCount val=&quot;1&quot;/&gt;&lt;lineCharCount val=&quot;1&quot;/&gt;&lt;/TableIndex&gt;&lt;TableIndex row=&quot;6&quot; col=&quot;13&quot;&gt;&lt;linesCount val=&quot;0&quot;/&gt;&lt;/TableIndex&gt;&lt;TableIndex row=&quot;7&quot; col=&quot;1&quot;&gt;&lt;linesCount val=&quot;0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TableIndex row=&quot;7&quot; col=&quot;5&quot;&gt;&lt;linesCount val=&quot;0&quot;/&gt;&lt;/TableIndex&gt;&lt;TableIndex row=&quot;7&quot; col=&quot;6&quot;&gt;&lt;linesCount val=&quot;0&quot;/&gt;&lt;/TableIndex&gt;&lt;TableIndex row=&quot;7&quot; col=&quot;7&quot;&gt;&lt;linesCount val=&quot;0&quot;/&gt;&lt;/TableIndex&gt;&lt;TableIndex row=&quot;7&quot; col=&quot;8&quot;&gt;&lt;linesCount val=&quot;1&quot;/&gt;&lt;lineCharCount val=&quot;1&quot;/&gt;&lt;/TableIndex&gt;&lt;TableIndex row=&quot;7&quot; col=&quot;9&quot;&gt;&lt;linesCount val=&quot;1&quot;/&gt;&lt;lineCharCount val=&quot;1&quot;/&gt;&lt;/TableIndex&gt;&lt;TableIndex row=&quot;7&quot; col=&quot;10&quot;&gt;&lt;linesCount val=&quot;1&quot;/&gt;&lt;lineCharCount val=&quot;1&quot;/&gt;&lt;/TableIndex&gt;&lt;TableIndex row=&quot;7&quot; col=&quot;11&quot;&gt;&lt;linesCount val=&quot;1&quot;/&gt;&lt;lineCharCount val=&quot;1&quot;/&gt;&lt;/TableIndex&gt;&lt;TableIndex row=&quot;7&quot; col=&quot;12&quot;&gt;&lt;linesCount val=&quot;1&quot;/&gt;&lt;lineCharCount val=&quot;1&quot;/&gt;&lt;/TableIndex&gt;&lt;TableIndex row=&quot;7&quot; col=&quot;13&quot;&gt;&lt;linesCount val=&quot;0&quot;/&gt;&lt;/TableIndex&gt;&lt;TableIndex row=&quot;8&quot; col=&quot;1&quot;&gt;&lt;linesCount val=&quot;0&quot;/&gt;&lt;/TableIndex&gt;&lt;TableIndex row=&quot;8&quot; col=&quot;2&quot;&gt;&lt;linesCount val=&quot;0&quot;/&gt;&lt;/TableIndex&gt;&lt;TableIndex row=&quot;8&quot; col=&quot;3&quot;&gt;&lt;linesCount val=&quot;0&quot;/&gt;&lt;/TableIndex&gt;&lt;TableIndex row=&quot;8&quot; col=&quot;4&quot;&gt;&lt;linesCount val=&quot;0&quot;/&gt;&lt;/TableIndex&gt;&lt;TableIndex row=&quot;8&quot; col=&quot;5&quot;&gt;&lt;linesCount val=&quot;0&quot;/&gt;&lt;/TableIndex&gt;&lt;TableIndex row=&quot;8&quot; col=&quot;6&quot;&gt;&lt;linesCount val=&quot;0&quot;/&gt;&lt;/TableIndex&gt;&lt;TableIndex row=&quot;8&quot; col=&quot;7&quot;&gt;&lt;linesCount val=&quot;0&quot;/&gt;&lt;/TableIndex&gt;&lt;TableIndex row=&quot;8&quot; col=&quot;8&quot;&gt;&lt;linesCount val=&quot;0&quot;/&gt;&lt;/TableIndex&gt;&lt;TableIndex row=&quot;8&quot; col=&quot;9&quot;&gt;&lt;linesCount val=&quot;0&quot;/&gt;&lt;/TableIndex&gt;&lt;TableIndex row=&quot;8&quot; col=&quot;10&quot;&gt;&lt;linesCount val=&quot;0&quot;/&gt;&lt;/TableIndex&gt;&lt;TableIndex row=&quot;8&quot; col=&quot;11&quot;&gt;&lt;linesCount val=&quot;1&quot;/&gt;&lt;lineCharCount val=&quot;1&quot;/&gt;&lt;/TableIndex&gt;&lt;TableIndex row=&quot;8&quot; col=&quot;12&quot;&gt;&lt;linesCount val=&quot;1&quot;/&gt;&lt;lineCharCount val=&quot;1&quot;/&gt;&lt;/TableIndex&gt;&lt;TableIndex row=&quot;8&quot; col=&quot;13&quot;&gt;&lt;linesCount val=&quot;1&quot;/&gt;&lt;lineCharCount val=&quot;9&quot;/&gt;&lt;/TableIndex&gt;&lt;/ShapeTextInfo&gt;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FEFF0414-3AED-4544-A036-4E021F80217C}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10&quot;/&gt;&lt;lineCharCount val=&quot;9&quot;/&gt;&lt;/TableIndex&gt;&lt;/ShapeTextInfo&gt;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FEFF0414-3AED-4544-A036-4E021F80217C}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10&quot;/&gt;&lt;lineCharCount val=&quot;9&quot;/&gt;&lt;/TableIndex&gt;&lt;/ShapeTextInfo&gt;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4.PNG&quot;/&gt;"/>
  <p:tag name="PPSNARRATION" val="24,226974800,C:\Users\sanmi\GoogleDrive\UWMdrive\Courses\ECE552\ece552-lec20_IntegerMulDiv_pptx\Media.ppcx"/>
  <p:tag name="TIMING" val="|4.1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FEFF0414-3AED-4544-A036-4E021F80217C}"/>
  <p:tag name="PRESENTER_SHAPEINFO" val="&lt;ThreeDShapeInfo&gt;&lt;uuid val=&quot;{7DD8A3C5-C67F-43AA-AC20-936B18D7A802}&quot;/&gt;&lt;isInvalidForFieldText val=&quot;0&quot;/&gt;&lt;Image&gt;&lt;filename val=&quot;C:\Users\sanmi\Documents\My Adobe Presentations\ece552-IntegerMulDiv\data\asimages\{7DD8A3C5-C67F-43AA-AC20-936B18D7A802}.png&quot;/&gt;&lt;left val=&quot;23&quot;/&gt;&lt;top val=&quot;185&quot;/&gt;&lt;width val=&quot;588&quot;/&gt;&lt;height val=&quot;303&quot;/&gt;&lt;hasText val=&quot;1&quot;/&gt;&lt;/Image&gt;&lt;/ThreeDShapeInfo&gt;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2ED47969-AB84-4270-A23C-EC1213F55944}_24.png&quot;/&gt;&lt;left val=&quot;151&quot;/&gt;&lt;top val=&quot;159&quot;/&gt;&lt;width val=&quot;191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76A06CFC-A9A8-47D5-B2C3-2926C237446E}_24.png&quot;/&gt;&lt;left val=&quot;93&quot;/&gt;&lt;top val=&quot;416&quot;/&gt;&lt;width val=&quot;191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B3DD0EC2-FB1F-40BB-88BD-CEB8AF99D58A}_24.png&quot;/&gt;&lt;left val=&quot;473&quot;/&gt;&lt;top val=&quot;267&quot;/&gt;&lt;width val=&quot;96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537977E8-75ED-4680-9E68-6254C96FB97E}_24.png&quot;/&gt;&lt;left val=&quot;203&quot;/&gt;&lt;top val=&quot;361&quot;/&gt;&lt;width val=&quot;96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446121A1-A15D-4813-8B3A-7FA4A7855C22}_24.png&quot;/&gt;&lt;left val=&quot;23&quot;/&gt;&lt;top val=&quot;159&quot;/&gt;&lt;width val=&quot;615&quot;/&gt;&lt;height val=&quot;329&quot;/&gt;&lt;hasText val=&quot;1&quot;/&gt;&lt;/Image&gt;&lt;/ThreeDShapeInfo&gt;"/>
  <p:tag name="PRESENTER_SHAPEINFO" val="&lt;ThreeDShapeInfo&gt;&lt;uuid val=&quot;{726449F9-688D-4CFD-858A-A85CF97A27FB}&quot;/&gt;&lt;isInvalidForFieldText val=&quot;0&quot;/&gt;&lt;Image&gt;&lt;filename val=&quot;C:\Users\sanmi\Documents\My Adobe Presentations\ece552-IntegerMulDiv\data\asimages\{726449F9-688D-4CFD-858A-A85CF97A27FB}.png&quot;/&gt;&lt;left val=&quot;23&quot;/&gt;&lt;top val=&quot;159&quot;/&gt;&lt;width val=&quot;615&quot;/&gt;&lt;height val=&quot;329&quot;/&gt;&lt;hasText val=&quot;1&quot;/&gt;&lt;/Image&gt;&lt;/ThreeDShapeInfo&gt;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36BFB08C-40EE-42B7-B627-999C5F5DD2AF}_24.png&quot;/&gt;&lt;left val=&quot;20&quot;/&gt;&lt;top val=&quot;21&quot;/&gt;&lt;width val=&quot;373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1728129D-C71D-4C77-87B5-87D97905ED01}_24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7D812C53-6C7F-4253-BBB6-9E1DA500CCD3}_24.png&quot;/&gt;&lt;left val=&quot;388&quot;/&gt;&lt;top val=&quot;15&quot;/&gt;&lt;width val=&quot;324&quot;/&gt;&lt;height val=&quot;186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0&quot;/&gt;&lt;/TableIndex&gt;&lt;TableIndex row=&quot;1&quot; col=&quot;3&quot;&gt;&lt;linesCount val=&quot;0&quot;/&gt;&lt;/TableIndex&gt;&lt;TableIndex row=&quot;1&quot; col=&quot;4&quot;&gt;&lt;linesCount val=&quot;0&quot;/&gt;&lt;/TableIndex&gt;&lt;TableIndex row=&quot;1&quot; col=&quot;5&quot;&gt;&lt;linesCount val=&quot;0&quot;/&gt;&lt;/TableIndex&gt;&lt;TableIndex row=&quot;1&quot; col=&quot;6&quot;&gt;&lt;linesCount val=&quot;0&quot;/&gt;&lt;/TableIndex&gt;&lt;TableIndex row=&quot;1&quot; col=&quot;7&quot;&gt;&lt;linesCount val=&quot;0&quot;/&gt;&lt;/TableIndex&gt;&lt;TableIndex row=&quot;1&quot; col=&quot;8&quot;&gt;&lt;linesCount val=&quot;0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1&quot;/&gt;&lt;/TableIndex&gt;&lt;TableIndex row=&quot;1&quot; col=&quot;12&quot;&gt;&lt;linesCount val=&quot;1&quot;/&gt;&lt;lineCharCount val=&quot;1&quot;/&gt;&lt;/TableIndex&gt;&lt;TableIndex row=&quot;1&quot; col=&quot;13&quot;&gt;&lt;linesCount val=&quot;1&quot;/&gt;&lt;lineCharCount val=&quot;8&quot;/&gt;&lt;/TableIndex&gt;&lt;TableIndex row=&quot;2&quot; col=&quot;1&quot;&gt;&lt;linesCount val=&quot;1&quot;/&gt;&lt;lineCharCount val=&quot;7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2&quot; col=&quot;9&quot;&gt;&lt;linesCount val=&quot;1&quot;/&gt;&lt;lineCharCount val=&quot;1&quot;/&gt;&lt;/TableIndex&gt;&lt;TableIndex row=&quot;2&quot; col=&quot;10&quot;&gt;&lt;linesCount val=&quot;1&quot;/&gt;&lt;lineCharCount val=&quot;1&quot;/&gt;&lt;/TableIndex&gt;&lt;TableIndex row=&quot;2&quot; col=&quot;11&quot;&gt;&lt;linesCount val=&quot;1&quot;/&gt;&lt;lineCharCount val=&quot;1&quot;/&gt;&lt;/TableIndex&gt;&lt;TableIndex row=&quot;2&quot; col=&quot;12&quot;&gt;&lt;linesCount val=&quot;1&quot;/&gt;&lt;lineCharCount val=&quot;1&quot;/&gt;&lt;/TableIndex&gt;&lt;TableIndex row=&quot;2&quot; col=&quot;13&quot;&gt;&lt;linesCount val=&quot;1&quot;/&gt;&lt;lineCharCount val=&quot;8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1&quot;/&gt;&lt;lineCharCount val=&quot;1&quot;/&gt;&lt;/TableIndex&gt;&lt;TableIndex row=&quot;3&quot; col=&quot;10&quot;&gt;&lt;linesCount val=&quot;0&quot;/&gt;&lt;/TableIndex&gt;&lt;TableIndex row=&quot;3&quot; col=&quot;11&quot;&gt;&lt;linesCount val=&quot;0&quot;/&gt;&lt;/TableIndex&gt;&lt;TableIndex row=&quot;3&quot; col=&quot;12&quot;&gt;&lt;linesCount val=&quot;0&quot;/&gt;&lt;/TableIndex&gt;&lt;TableIndex row=&quot;3&quot; col=&quot;13&quot;&gt;&lt;linesCount val=&quot;0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0&quot;/&gt;&lt;/TableIndex&gt;&lt;TableIndex row=&quot;4&quot; col=&quot;5&quot;&gt;&lt;linesCount val=&quot;0&quot;/&gt;&lt;/TableIndex&gt;&lt;TableIndex row=&quot;4&quot; col=&quot;6&quot;&gt;&lt;linesCount val=&quot;0&quot;/&gt;&lt;/TableIndex&gt;&lt;TableIndex row=&quot;4&quot; col=&quot;7&quot;&gt;&lt;linesCount val=&quot;0&quot;/&gt;&lt;/TableIndex&gt;&lt;TableIndex row=&quot;4&quot; col=&quot;8&quot;&gt;&lt;linesCount val=&quot;0&quot;/&gt;&lt;/TableIndex&gt;&lt;TableIndex row=&quot;4&quot; col=&quot;9&quot;&gt;&lt;linesCount val=&quot;1&quot;/&gt;&lt;lineCharCount val=&quot;1&quot;/&gt;&lt;/TableIndex&gt;&lt;TableIndex row=&quot;4&quot; col=&quot;10&quot;&gt;&lt;linesCount val=&quot;1&quot;/&gt;&lt;lineCharCount val=&quot;1&quot;/&gt;&lt;/TableIndex&gt;&lt;TableIndex row=&quot;4&quot; col=&quot;11&quot;&gt;&lt;linesCount val=&quot;0&quot;/&gt;&lt;/TableIndex&gt;&lt;TableIndex row=&quot;4&quot; col=&quot;12&quot;&gt;&lt;linesCount val=&quot;0&quot;/&gt;&lt;/TableIndex&gt;&lt;TableIndex row=&quot;4&quot; col=&quot;13&quot;&gt;&lt;linesCount val=&quot;0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0&quot;/&gt;&lt;/TableIndex&gt;&lt;TableIndex row=&quot;5&quot; col=&quot;6&quot;&gt;&lt;linesCount val=&quot;0&quot;/&gt;&lt;/TableIndex&gt;&lt;TableIndex row=&quot;5&quot; col=&quot;7&quot;&gt;&lt;linesCount val=&quot;0&quot;/&gt;&lt;/TableIndex&gt;&lt;TableIndex row=&quot;5&quot; col=&quot;8&quot;&gt;&lt;linesCount val=&quot;0&quot;/&gt;&lt;/TableIndex&gt;&lt;TableIndex row=&quot;5&quot; col=&quot;9&quot;&gt;&lt;linesCount val=&quot;1&quot;/&gt;&lt;lineCharCount val=&quot;1&quot;/&gt;&lt;/TableIndex&gt;&lt;TableIndex row=&quot;5&quot; col=&quot;10&quot;&gt;&lt;linesCount val=&quot;1&quot;/&gt;&lt;lineCharCount val=&quot;1&quot;/&gt;&lt;/TableIndex&gt;&lt;TableIndex row=&quot;5&quot; col=&quot;11&quot;&gt;&lt;linesCount val=&quot;1&quot;/&gt;&lt;lineCharCount val=&quot;1&quot;/&gt;&lt;/TableIndex&gt;&lt;TableIndex row=&quot;5&quot; col=&quot;12&quot;&gt;&lt;linesCount val=&quot;0&quot;/&gt;&lt;/TableIndex&gt;&lt;TableIndex row=&quot;5&quot; col=&quot;13&quot;&gt;&lt;linesCount val=&quot;0&quot;/&gt;&lt;/TableIndex&gt;&lt;TableIndex row=&quot;6&quot; col=&quot;1&quot;&gt;&lt;linesCount val=&quot;0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0&quot;/&gt;&lt;/TableIndex&gt;&lt;TableIndex row=&quot;6&quot; col=&quot;7&quot;&gt;&lt;linesCount val=&quot;0&quot;/&gt;&lt;/TableIndex&gt;&lt;TableIndex row=&quot;6&quot; col=&quot;8&quot;&gt;&lt;linesCount val=&quot;0&quot;/&gt;&lt;/TableIndex&gt;&lt;TableIndex row=&quot;6&quot; col=&quot;9&quot;&gt;&lt;linesCount val=&quot;1&quot;/&gt;&lt;lineCharCount val=&quot;1&quot;/&gt;&lt;/TableIndex&gt;&lt;TableIndex row=&quot;6&quot; col=&quot;10&quot;&gt;&lt;linesCount val=&quot;1&quot;/&gt;&lt;lineCharCount val=&quot;1&quot;/&gt;&lt;/TableIndex&gt;&lt;TableIndex row=&quot;6&quot; col=&quot;11&quot;&gt;&lt;linesCount val=&quot;1&quot;/&gt;&lt;lineCharCount val=&quot;1&quot;/&gt;&lt;/TableIndex&gt;&lt;TableIndex row=&quot;6&quot; col=&quot;12&quot;&gt;&lt;linesCount val=&quot;1&quot;/&gt;&lt;lineCharCount val=&quot;1&quot;/&gt;&lt;/TableIndex&gt;&lt;TableIndex row=&quot;6&quot; col=&quot;13&quot;&gt;&lt;linesCount val=&quot;0&quot;/&gt;&lt;/TableIndex&gt;&lt;TableIndex row=&quot;7&quot; col=&quot;1&quot;&gt;&lt;linesCount val=&quot;0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TableIndex row=&quot;7&quot; col=&quot;5&quot;&gt;&lt;linesCount val=&quot;0&quot;/&gt;&lt;/TableIndex&gt;&lt;TableIndex row=&quot;7&quot; col=&quot;6&quot;&gt;&lt;linesCount val=&quot;0&quot;/&gt;&lt;/TableIndex&gt;&lt;TableIndex row=&quot;7&quot; col=&quot;7&quot;&gt;&lt;linesCount val=&quot;0&quot;/&gt;&lt;/TableIndex&gt;&lt;TableIndex row=&quot;7&quot; col=&quot;8&quot;&gt;&lt;linesCount val=&quot;1&quot;/&gt;&lt;lineCharCount val=&quot;1&quot;/&gt;&lt;/TableIndex&gt;&lt;TableIndex row=&quot;7&quot; col=&quot;9&quot;&gt;&lt;linesCount val=&quot;1&quot;/&gt;&lt;lineCharCount val=&quot;1&quot;/&gt;&lt;/TableIndex&gt;&lt;TableIndex row=&quot;7&quot; col=&quot;10&quot;&gt;&lt;linesCount val=&quot;1&quot;/&gt;&lt;lineCharCount val=&quot;1&quot;/&gt;&lt;/TableIndex&gt;&lt;TableIndex row=&quot;7&quot; col=&quot;11&quot;&gt;&lt;linesCount val=&quot;1&quot;/&gt;&lt;lineCharCount val=&quot;1&quot;/&gt;&lt;/TableIndex&gt;&lt;TableIndex row=&quot;7&quot; col=&quot;12&quot;&gt;&lt;linesCount val=&quot;1&quot;/&gt;&lt;lineCharCount val=&quot;1&quot;/&gt;&lt;/TableIndex&gt;&lt;TableIndex row=&quot;7&quot; col=&quot;13&quot;&gt;&lt;linesCount val=&quot;0&quot;/&gt;&lt;/TableIndex&gt;&lt;TableIndex row=&quot;8&quot; col=&quot;1&quot;&gt;&lt;linesCount val=&quot;0&quot;/&gt;&lt;/TableIndex&gt;&lt;TableIndex row=&quot;8&quot; col=&quot;2&quot;&gt;&lt;linesCount val=&quot;0&quot;/&gt;&lt;/TableIndex&gt;&lt;TableIndex row=&quot;8&quot; col=&quot;3&quot;&gt;&lt;linesCount val=&quot;0&quot;/&gt;&lt;/TableIndex&gt;&lt;TableIndex row=&quot;8&quot; col=&quot;4&quot;&gt;&lt;linesCount val=&quot;0&quot;/&gt;&lt;/TableIndex&gt;&lt;TableIndex row=&quot;8&quot; col=&quot;5&quot;&gt;&lt;linesCount val=&quot;0&quot;/&gt;&lt;/TableIndex&gt;&lt;TableIndex row=&quot;8&quot; col=&quot;6&quot;&gt;&lt;linesCount val=&quot;0&quot;/&gt;&lt;/TableIndex&gt;&lt;TableIndex row=&quot;8&quot; col=&quot;7&quot;&gt;&lt;linesCount val=&quot;0&quot;/&gt;&lt;/TableIndex&gt;&lt;TableIndex row=&quot;8&quot; col=&quot;8&quot;&gt;&lt;linesCount val=&quot;0&quot;/&gt;&lt;/TableIndex&gt;&lt;TableIndex row=&quot;8&quot; col=&quot;9&quot;&gt;&lt;linesCount val=&quot;0&quot;/&gt;&lt;/TableIndex&gt;&lt;TableIndex row=&quot;8&quot; col=&quot;10&quot;&gt;&lt;linesCount val=&quot;0&quot;/&gt;&lt;/TableIndex&gt;&lt;TableIndex row=&quot;8&quot; col=&quot;11&quot;&gt;&lt;linesCount val=&quot;1&quot;/&gt;&lt;lineCharCount val=&quot;1&quot;/&gt;&lt;/TableIndex&gt;&lt;TableIndex row=&quot;8&quot; col=&quot;12&quot;&gt;&lt;linesCount val=&quot;1&quot;/&gt;&lt;lineCharCount val=&quot;1&quot;/&gt;&lt;/TableIndex&gt;&lt;TableIndex row=&quot;8&quot; col=&quot;13&quot;&gt;&lt;linesCount val=&quot;1&quot;/&gt;&lt;lineCharCount val=&quot;9&quot;/&gt;&lt;/TableIndex&gt;&lt;/ShapeTextInfo&gt;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07D1C250-8BDF-4E55-90B6-DC3A264C3536}_24.png&quot;/&gt;&lt;left val=&quot;404&quot;/&gt;&lt;top val=&quot;427&quot;/&gt;&lt;width val=&quot;54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FEFF0414-3AED-4544-A036-4E021F80217C}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10&quot;/&gt;&lt;lineCharCount val=&quot;9&quot;/&gt;&lt;/TableIndex&gt;&lt;/ShapeTextInfo&gt;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5.PNG&quot;/&gt;"/>
  <p:tag name="PPSNARRATION" val="25,226974800,C:\Users\sanmi\GoogleDrive\UWMdrive\Courses\ECE552\ece552-lec20_IntegerMulDiv_pptx\Media.ppcx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92C6FEFB-4EE4-4699-AC55-C598AD7DC549}_2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8F5B974A-C39E-4F51-9586-9513E2822781}_25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7&quot;/&gt;&lt;lineCharCount val=&quot;27&quot;/&gt;&lt;lineCharCount val=&quot;48&quot;/&gt;&lt;lineCharCount val=&quot;27&quot;/&gt;&lt;lineCharCount val=&quot;36&quot;/&gt;&lt;lineCharCount val=&quot;31&quot;/&gt;&lt;lineCharCount val=&quot;41&quot;/&gt;&lt;lineCharCount val=&quot;20&quot;/&gt;&lt;/TableIndex&gt;&lt;/ShapeTextInfo&gt;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11691764-5817-4705-83DE-94E66F9EE3E8}_25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6.PNG&quot;/&gt;"/>
  <p:tag name="PPSNARRATION" val="26,226974800,C:\Users\sanmi\GoogleDrive\UWMdrive\Courses\ECE552\ece552-lec20_IntegerMulDiv_pptx\Media.ppcx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75E55575-46FA-4600-B235-AE44A5F3BFFE}_2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8C1596FF-EF01-4414-BBF4-32709D33143A}"/>
  <p:tag name="PRESENTER_SHAPEINFO" val="&lt;ThreeDShapeInfo&gt;&lt;uuid val=&quot;{BB471BD0-4C0A-492F-A4E1-DA80BC0AC271}&quot;/&gt;&lt;isInvalidForFieldText val=&quot;0&quot;/&gt;&lt;Image&gt;&lt;filename val=&quot;C:\Users\sanmi\Documents\My Adobe Presentations\ece552-IntegerMulDiv\data\asimages\{BB471BD0-4C0A-492F-A4E1-DA80BC0AC271}.png&quot;/&gt;&lt;left val=&quot;65&quot;/&gt;&lt;top val=&quot;125&quot;/&gt;&lt;width val=&quot;588&quot;/&gt;&lt;height val=&quot;375&quot;/&gt;&lt;hasText val=&quot;1&quot;/&gt;&lt;/Image&gt;&lt;/ThreeDShapeInfo&gt;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F713DC6C-F451-40C6-8E55-6C9697BECA57}_26.png&quot;/&gt;&lt;left val=&quot;388&quot;/&gt;&lt;top val=&quot;15&quot;/&gt;&lt;width val=&quot;324&quot;/&gt;&lt;height val=&quot;186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0&quot;/&gt;&lt;/TableIndex&gt;&lt;TableIndex row=&quot;1&quot; col=&quot;3&quot;&gt;&lt;linesCount val=&quot;0&quot;/&gt;&lt;/TableIndex&gt;&lt;TableIndex row=&quot;1&quot; col=&quot;4&quot;&gt;&lt;linesCount val=&quot;0&quot;/&gt;&lt;/TableIndex&gt;&lt;TableIndex row=&quot;1&quot; col=&quot;5&quot;&gt;&lt;linesCount val=&quot;0&quot;/&gt;&lt;/TableIndex&gt;&lt;TableIndex row=&quot;1&quot; col=&quot;6&quot;&gt;&lt;linesCount val=&quot;0&quot;/&gt;&lt;/TableIndex&gt;&lt;TableIndex row=&quot;1&quot; col=&quot;7&quot;&gt;&lt;linesCount val=&quot;0&quot;/&gt;&lt;/TableIndex&gt;&lt;TableIndex row=&quot;1&quot; col=&quot;8&quot;&gt;&lt;linesCount val=&quot;0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1&quot;/&gt;&lt;/TableIndex&gt;&lt;TableIndex row=&quot;1&quot; col=&quot;12&quot;&gt;&lt;linesCount val=&quot;1&quot;/&gt;&lt;lineCharCount val=&quot;1&quot;/&gt;&lt;/TableIndex&gt;&lt;TableIndex row=&quot;1&quot; col=&quot;13&quot;&gt;&lt;linesCount val=&quot;1&quot;/&gt;&lt;lineCharCount val=&quot;8&quot;/&gt;&lt;/TableIndex&gt;&lt;TableIndex row=&quot;2&quot; col=&quot;1&quot;&gt;&lt;linesCount val=&quot;1&quot;/&gt;&lt;lineCharCount val=&quot;7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2&quot; col=&quot;9&quot;&gt;&lt;linesCount val=&quot;1&quot;/&gt;&lt;lineCharCount val=&quot;1&quot;/&gt;&lt;/TableIndex&gt;&lt;TableIndex row=&quot;2&quot; col=&quot;10&quot;&gt;&lt;linesCount val=&quot;1&quot;/&gt;&lt;lineCharCount val=&quot;1&quot;/&gt;&lt;/TableIndex&gt;&lt;TableIndex row=&quot;2&quot; col=&quot;11&quot;&gt;&lt;linesCount val=&quot;1&quot;/&gt;&lt;lineCharCount val=&quot;1&quot;/&gt;&lt;/TableIndex&gt;&lt;TableIndex row=&quot;2&quot; col=&quot;12&quot;&gt;&lt;linesCount val=&quot;1&quot;/&gt;&lt;lineCharCount val=&quot;1&quot;/&gt;&lt;/TableIndex&gt;&lt;TableIndex row=&quot;2&quot; col=&quot;13&quot;&gt;&lt;linesCount val=&quot;1&quot;/&gt;&lt;lineCharCount val=&quot;8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1&quot;/&gt;&lt;lineCharCount val=&quot;1&quot;/&gt;&lt;/TableIndex&gt;&lt;TableIndex row=&quot;3&quot; col=&quot;10&quot;&gt;&lt;linesCount val=&quot;0&quot;/&gt;&lt;/TableIndex&gt;&lt;TableIndex row=&quot;3&quot; col=&quot;11&quot;&gt;&lt;linesCount val=&quot;0&quot;/&gt;&lt;/TableIndex&gt;&lt;TableIndex row=&quot;3&quot; col=&quot;12&quot;&gt;&lt;linesCount val=&quot;0&quot;/&gt;&lt;/TableIndex&gt;&lt;TableIndex row=&quot;3&quot; col=&quot;13&quot;&gt;&lt;linesCount val=&quot;0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0&quot;/&gt;&lt;/TableIndex&gt;&lt;TableIndex row=&quot;4&quot; col=&quot;5&quot;&gt;&lt;linesCount val=&quot;0&quot;/&gt;&lt;/TableIndex&gt;&lt;TableIndex row=&quot;4&quot; col=&quot;6&quot;&gt;&lt;linesCount val=&quot;0&quot;/&gt;&lt;/TableIndex&gt;&lt;TableIndex row=&quot;4&quot; col=&quot;7&quot;&gt;&lt;linesCount val=&quot;0&quot;/&gt;&lt;/TableIndex&gt;&lt;TableIndex row=&quot;4&quot; col=&quot;8&quot;&gt;&lt;linesCount val=&quot;0&quot;/&gt;&lt;/TableIndex&gt;&lt;TableIndex row=&quot;4&quot; col=&quot;9&quot;&gt;&lt;linesCount val=&quot;1&quot;/&gt;&lt;lineCharCount val=&quot;1&quot;/&gt;&lt;/TableIndex&gt;&lt;TableIndex row=&quot;4&quot; col=&quot;10&quot;&gt;&lt;linesCount val=&quot;1&quot;/&gt;&lt;lineCharCount val=&quot;1&quot;/&gt;&lt;/TableIndex&gt;&lt;TableIndex row=&quot;4&quot; col=&quot;11&quot;&gt;&lt;linesCount val=&quot;0&quot;/&gt;&lt;/TableIndex&gt;&lt;TableIndex row=&quot;4&quot; col=&quot;12&quot;&gt;&lt;linesCount val=&quot;0&quot;/&gt;&lt;/TableIndex&gt;&lt;TableIndex row=&quot;4&quot; col=&quot;13&quot;&gt;&lt;linesCount val=&quot;0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0&quot;/&gt;&lt;/TableIndex&gt;&lt;TableIndex row=&quot;5&quot; col=&quot;6&quot;&gt;&lt;linesCount val=&quot;0&quot;/&gt;&lt;/TableIndex&gt;&lt;TableIndex row=&quot;5&quot; col=&quot;7&quot;&gt;&lt;linesCount val=&quot;0&quot;/&gt;&lt;/TableIndex&gt;&lt;TableIndex row=&quot;5&quot; col=&quot;8&quot;&gt;&lt;linesCount val=&quot;0&quot;/&gt;&lt;/TableIndex&gt;&lt;TableIndex row=&quot;5&quot; col=&quot;9&quot;&gt;&lt;linesCount val=&quot;1&quot;/&gt;&lt;lineCharCount val=&quot;1&quot;/&gt;&lt;/TableIndex&gt;&lt;TableIndex row=&quot;5&quot; col=&quot;10&quot;&gt;&lt;linesCount val=&quot;1&quot;/&gt;&lt;lineCharCount val=&quot;1&quot;/&gt;&lt;/TableIndex&gt;&lt;TableIndex row=&quot;5&quot; col=&quot;11&quot;&gt;&lt;linesCount val=&quot;1&quot;/&gt;&lt;lineCharCount val=&quot;1&quot;/&gt;&lt;/TableIndex&gt;&lt;TableIndex row=&quot;5&quot; col=&quot;12&quot;&gt;&lt;linesCount val=&quot;0&quot;/&gt;&lt;/TableIndex&gt;&lt;TableIndex row=&quot;5&quot; col=&quot;13&quot;&gt;&lt;linesCount val=&quot;0&quot;/&gt;&lt;/TableIndex&gt;&lt;TableIndex row=&quot;6&quot; col=&quot;1&quot;&gt;&lt;linesCount val=&quot;0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0&quot;/&gt;&lt;/TableIndex&gt;&lt;TableIndex row=&quot;6&quot; col=&quot;7&quot;&gt;&lt;linesCount val=&quot;0&quot;/&gt;&lt;/TableIndex&gt;&lt;TableIndex row=&quot;6&quot; col=&quot;8&quot;&gt;&lt;linesCount val=&quot;0&quot;/&gt;&lt;/TableIndex&gt;&lt;TableIndex row=&quot;6&quot; col=&quot;9&quot;&gt;&lt;linesCount val=&quot;1&quot;/&gt;&lt;lineCharCount val=&quot;1&quot;/&gt;&lt;/TableIndex&gt;&lt;TableIndex row=&quot;6&quot; col=&quot;10&quot;&gt;&lt;linesCount val=&quot;1&quot;/&gt;&lt;lineCharCount val=&quot;1&quot;/&gt;&lt;/TableIndex&gt;&lt;TableIndex row=&quot;6&quot; col=&quot;11&quot;&gt;&lt;linesCount val=&quot;1&quot;/&gt;&lt;lineCharCount val=&quot;1&quot;/&gt;&lt;/TableIndex&gt;&lt;TableIndex row=&quot;6&quot; col=&quot;12&quot;&gt;&lt;linesCount val=&quot;1&quot;/&gt;&lt;lineCharCount val=&quot;1&quot;/&gt;&lt;/TableIndex&gt;&lt;TableIndex row=&quot;6&quot; col=&quot;13&quot;&gt;&lt;linesCount val=&quot;0&quot;/&gt;&lt;/TableIndex&gt;&lt;TableIndex row=&quot;7&quot; col=&quot;1&quot;&gt;&lt;linesCount val=&quot;0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TableIndex row=&quot;7&quot; col=&quot;5&quot;&gt;&lt;linesCount val=&quot;0&quot;/&gt;&lt;/TableIndex&gt;&lt;TableIndex row=&quot;7&quot; col=&quot;6&quot;&gt;&lt;linesCount val=&quot;0&quot;/&gt;&lt;/TableIndex&gt;&lt;TableIndex row=&quot;7&quot; col=&quot;7&quot;&gt;&lt;linesCount val=&quot;0&quot;/&gt;&lt;/TableIndex&gt;&lt;TableIndex row=&quot;7&quot; col=&quot;8&quot;&gt;&lt;linesCount val=&quot;1&quot;/&gt;&lt;lineCharCount val=&quot;1&quot;/&gt;&lt;/TableIndex&gt;&lt;TableIndex row=&quot;7&quot; col=&quot;9&quot;&gt;&lt;linesCount val=&quot;1&quot;/&gt;&lt;lineCharCount val=&quot;1&quot;/&gt;&lt;/TableIndex&gt;&lt;TableIndex row=&quot;7&quot; col=&quot;10&quot;&gt;&lt;linesCount val=&quot;1&quot;/&gt;&lt;lineCharCount val=&quot;1&quot;/&gt;&lt;/TableIndex&gt;&lt;TableIndex row=&quot;7&quot; col=&quot;11&quot;&gt;&lt;linesCount val=&quot;1&quot;/&gt;&lt;lineCharCount val=&quot;1&quot;/&gt;&lt;/TableIndex&gt;&lt;TableIndex row=&quot;7&quot; col=&quot;12&quot;&gt;&lt;linesCount val=&quot;1&quot;/&gt;&lt;lineCharCount val=&quot;1&quot;/&gt;&lt;/TableIndex&gt;&lt;TableIndex row=&quot;7&quot; col=&quot;13&quot;&gt;&lt;linesCount val=&quot;0&quot;/&gt;&lt;/TableIndex&gt;&lt;TableIndex row=&quot;8&quot; col=&quot;1&quot;&gt;&lt;linesCount val=&quot;0&quot;/&gt;&lt;/TableIndex&gt;&lt;TableIndex row=&quot;8&quot; col=&quot;2&quot;&gt;&lt;linesCount val=&quot;0&quot;/&gt;&lt;/TableIndex&gt;&lt;TableIndex row=&quot;8&quot; col=&quot;3&quot;&gt;&lt;linesCount val=&quot;0&quot;/&gt;&lt;/TableIndex&gt;&lt;TableIndex row=&quot;8&quot; col=&quot;4&quot;&gt;&lt;linesCount val=&quot;0&quot;/&gt;&lt;/TableIndex&gt;&lt;TableIndex row=&quot;8&quot; col=&quot;5&quot;&gt;&lt;linesCount val=&quot;0&quot;/&gt;&lt;/TableIndex&gt;&lt;TableIndex row=&quot;8&quot; col=&quot;6&quot;&gt;&lt;linesCount val=&quot;0&quot;/&gt;&lt;/TableIndex&gt;&lt;TableIndex row=&quot;8&quot; col=&quot;7&quot;&gt;&lt;linesCount val=&quot;0&quot;/&gt;&lt;/TableIndex&gt;&lt;TableIndex row=&quot;8&quot; col=&quot;8&quot;&gt;&lt;linesCount val=&quot;0&quot;/&gt;&lt;/TableIndex&gt;&lt;TableIndex row=&quot;8&quot; col=&quot;9&quot;&gt;&lt;linesCount val=&quot;0&quot;/&gt;&lt;/TableIndex&gt;&lt;TableIndex row=&quot;8&quot; col=&quot;10&quot;&gt;&lt;linesCount val=&quot;0&quot;/&gt;&lt;/TableIndex&gt;&lt;TableIndex row=&quot;8&quot; col=&quot;11&quot;&gt;&lt;linesCount val=&quot;1&quot;/&gt;&lt;lineCharCount val=&quot;1&quot;/&gt;&lt;/TableIndex&gt;&lt;TableIndex row=&quot;8&quot; col=&quot;12&quot;&gt;&lt;linesCount val=&quot;1&quot;/&gt;&lt;lineCharCount val=&quot;1&quot;/&gt;&lt;/TableIndex&gt;&lt;TableIndex row=&quot;8&quot; col=&quot;13&quot;&gt;&lt;linesCount val=&quot;1&quot;/&gt;&lt;lineCharCount val=&quot;9&quot;/&gt;&lt;/TableIndex&gt;&lt;/ShapeTextInfo&gt;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F20A383B-70CD-4140-9B3A-2AF3B2C8163D}_26.png&quot;/&gt;&lt;left val=&quot;18&quot;/&gt;&lt;top val=&quot;21&quot;/&gt;&lt;width val=&quot;376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15997793-18E3-41DD-BB7B-68AC758EE9AF}_26.png&quot;/&gt;&lt;left val=&quot;175&quot;/&gt;&lt;top val=&quot;416&quot;/&gt;&lt;width val=&quot;191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A28F0CF6-CDFA-41F5-AF42-3BADC92F6D15}_26.png&quot;/&gt;&lt;left val=&quot;194&quot;/&gt;&lt;top val=&quot;153&quot;/&gt;&lt;width val=&quot;106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9D419633-B11D-41AA-AE3C-0E6B0AA13B08}_26.png&quot;/&gt;&lt;left val=&quot;275&quot;/&gt;&lt;top val=&quot;328&quot;/&gt;&lt;width val=&quot;156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7.PNG&quot;/&gt;"/>
  <p:tag name="PPSNARRATION" val="27,226974800,C:\Users\sanmi\GoogleDrive\UWMdrive\Courses\ECE552\ece552-lec20_IntegerMulDiv_pptx\Media.ppcx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317315E4-7997-4336-8753-FE42E90DFF14}_27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8C1596FF-EF01-4414-BBF4-32709D33143A}"/>
  <p:tag name="PRESENTER_SHAPEINFO" val="&lt;ThreeDShapeInfo&gt;&lt;uuid val=&quot;{39E2C2BC-5F13-4664-A398-406881D8CFE7}&quot;/&gt;&lt;isInvalidForFieldText val=&quot;0&quot;/&gt;&lt;Image&gt;&lt;filename val=&quot;C:\Users\sanmi\Documents\My Adobe Presentations\ece552-IntegerMulDiv\data\asimages\{39E2C2BC-5F13-4664-A398-406881D8CFE7}.png&quot;/&gt;&lt;left val=&quot;65&quot;/&gt;&lt;top val=&quot;125&quot;/&gt;&lt;width val=&quot;588&quot;/&gt;&lt;height val=&quot;375&quot;/&gt;&lt;hasText val=&quot;1&quot;/&gt;&lt;/Image&gt;&lt;/ThreeDShapeInfo&gt;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FAE145A4-23CE-4C6F-8532-EA72712C39AE}_27.png&quot;/&gt;&lt;left val=&quot;388&quot;/&gt;&lt;top val=&quot;15&quot;/&gt;&lt;width val=&quot;324&quot;/&gt;&lt;height val=&quot;186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0&quot;/&gt;&lt;/TableIndex&gt;&lt;TableIndex row=&quot;1&quot; col=&quot;3&quot;&gt;&lt;linesCount val=&quot;0&quot;/&gt;&lt;/TableIndex&gt;&lt;TableIndex row=&quot;1&quot; col=&quot;4&quot;&gt;&lt;linesCount val=&quot;0&quot;/&gt;&lt;/TableIndex&gt;&lt;TableIndex row=&quot;1&quot; col=&quot;5&quot;&gt;&lt;linesCount val=&quot;0&quot;/&gt;&lt;/TableIndex&gt;&lt;TableIndex row=&quot;1&quot; col=&quot;6&quot;&gt;&lt;linesCount val=&quot;0&quot;/&gt;&lt;/TableIndex&gt;&lt;TableIndex row=&quot;1&quot; col=&quot;7&quot;&gt;&lt;linesCount val=&quot;0&quot;/&gt;&lt;/TableIndex&gt;&lt;TableIndex row=&quot;1&quot; col=&quot;8&quot;&gt;&lt;linesCount val=&quot;0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1&quot;/&gt;&lt;/TableIndex&gt;&lt;TableIndex row=&quot;1&quot; col=&quot;12&quot;&gt;&lt;linesCount val=&quot;1&quot;/&gt;&lt;lineCharCount val=&quot;1&quot;/&gt;&lt;/TableIndex&gt;&lt;TableIndex row=&quot;1&quot; col=&quot;13&quot;&gt;&lt;linesCount val=&quot;1&quot;/&gt;&lt;lineCharCount val=&quot;8&quot;/&gt;&lt;/TableIndex&gt;&lt;TableIndex row=&quot;2&quot; col=&quot;1&quot;&gt;&lt;linesCount val=&quot;1&quot;/&gt;&lt;lineCharCount val=&quot;7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2&quot; col=&quot;9&quot;&gt;&lt;linesCount val=&quot;1&quot;/&gt;&lt;lineCharCount val=&quot;1&quot;/&gt;&lt;/TableIndex&gt;&lt;TableIndex row=&quot;2&quot; col=&quot;10&quot;&gt;&lt;linesCount val=&quot;1&quot;/&gt;&lt;lineCharCount val=&quot;1&quot;/&gt;&lt;/TableIndex&gt;&lt;TableIndex row=&quot;2&quot; col=&quot;11&quot;&gt;&lt;linesCount val=&quot;1&quot;/&gt;&lt;lineCharCount val=&quot;1&quot;/&gt;&lt;/TableIndex&gt;&lt;TableIndex row=&quot;2&quot; col=&quot;12&quot;&gt;&lt;linesCount val=&quot;1&quot;/&gt;&lt;lineCharCount val=&quot;1&quot;/&gt;&lt;/TableIndex&gt;&lt;TableIndex row=&quot;2&quot; col=&quot;13&quot;&gt;&lt;linesCount val=&quot;1&quot;/&gt;&lt;lineCharCount val=&quot;8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1&quot;/&gt;&lt;lineCharCount val=&quot;1&quot;/&gt;&lt;/TableIndex&gt;&lt;TableIndex row=&quot;3&quot; col=&quot;10&quot;&gt;&lt;linesCount val=&quot;0&quot;/&gt;&lt;/TableIndex&gt;&lt;TableIndex row=&quot;3&quot; col=&quot;11&quot;&gt;&lt;linesCount val=&quot;0&quot;/&gt;&lt;/TableIndex&gt;&lt;TableIndex row=&quot;3&quot; col=&quot;12&quot;&gt;&lt;linesCount val=&quot;0&quot;/&gt;&lt;/TableIndex&gt;&lt;TableIndex row=&quot;3&quot; col=&quot;13&quot;&gt;&lt;linesCount val=&quot;0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0&quot;/&gt;&lt;/TableIndex&gt;&lt;TableIndex row=&quot;4&quot; col=&quot;5&quot;&gt;&lt;linesCount val=&quot;0&quot;/&gt;&lt;/TableIndex&gt;&lt;TableIndex row=&quot;4&quot; col=&quot;6&quot;&gt;&lt;linesCount val=&quot;0&quot;/&gt;&lt;/TableIndex&gt;&lt;TableIndex row=&quot;4&quot; col=&quot;7&quot;&gt;&lt;linesCount val=&quot;0&quot;/&gt;&lt;/TableIndex&gt;&lt;TableIndex row=&quot;4&quot; col=&quot;8&quot;&gt;&lt;linesCount val=&quot;0&quot;/&gt;&lt;/TableIndex&gt;&lt;TableIndex row=&quot;4&quot; col=&quot;9&quot;&gt;&lt;linesCount val=&quot;1&quot;/&gt;&lt;lineCharCount val=&quot;1&quot;/&gt;&lt;/TableIndex&gt;&lt;TableIndex row=&quot;4&quot; col=&quot;10&quot;&gt;&lt;linesCount val=&quot;1&quot;/&gt;&lt;lineCharCount val=&quot;1&quot;/&gt;&lt;/TableIndex&gt;&lt;TableIndex row=&quot;4&quot; col=&quot;11&quot;&gt;&lt;linesCount val=&quot;0&quot;/&gt;&lt;/TableIndex&gt;&lt;TableIndex row=&quot;4&quot; col=&quot;12&quot;&gt;&lt;linesCount val=&quot;0&quot;/&gt;&lt;/TableIndex&gt;&lt;TableIndex row=&quot;4&quot; col=&quot;13&quot;&gt;&lt;linesCount val=&quot;0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0&quot;/&gt;&lt;/TableIndex&gt;&lt;TableIndex row=&quot;5&quot; col=&quot;6&quot;&gt;&lt;linesCount val=&quot;0&quot;/&gt;&lt;/TableIndex&gt;&lt;TableIndex row=&quot;5&quot; col=&quot;7&quot;&gt;&lt;linesCount val=&quot;0&quot;/&gt;&lt;/TableIndex&gt;&lt;TableIndex row=&quot;5&quot; col=&quot;8&quot;&gt;&lt;linesCount val=&quot;0&quot;/&gt;&lt;/TableIndex&gt;&lt;TableIndex row=&quot;5&quot; col=&quot;9&quot;&gt;&lt;linesCount val=&quot;1&quot;/&gt;&lt;lineCharCount val=&quot;1&quot;/&gt;&lt;/TableIndex&gt;&lt;TableIndex row=&quot;5&quot; col=&quot;10&quot;&gt;&lt;linesCount val=&quot;1&quot;/&gt;&lt;lineCharCount val=&quot;1&quot;/&gt;&lt;/TableIndex&gt;&lt;TableIndex row=&quot;5&quot; col=&quot;11&quot;&gt;&lt;linesCount val=&quot;1&quot;/&gt;&lt;lineCharCount val=&quot;1&quot;/&gt;&lt;/TableIndex&gt;&lt;TableIndex row=&quot;5&quot; col=&quot;12&quot;&gt;&lt;linesCount val=&quot;0&quot;/&gt;&lt;/TableIndex&gt;&lt;TableIndex row=&quot;5&quot; col=&quot;13&quot;&gt;&lt;linesCount val=&quot;0&quot;/&gt;&lt;/TableIndex&gt;&lt;TableIndex row=&quot;6&quot; col=&quot;1&quot;&gt;&lt;linesCount val=&quot;0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0&quot;/&gt;&lt;/TableIndex&gt;&lt;TableIndex row=&quot;6&quot; col=&quot;7&quot;&gt;&lt;linesCount val=&quot;0&quot;/&gt;&lt;/TableIndex&gt;&lt;TableIndex row=&quot;6&quot; col=&quot;8&quot;&gt;&lt;linesCount val=&quot;0&quot;/&gt;&lt;/TableIndex&gt;&lt;TableIndex row=&quot;6&quot; col=&quot;9&quot;&gt;&lt;linesCount val=&quot;1&quot;/&gt;&lt;lineCharCount val=&quot;1&quot;/&gt;&lt;/TableIndex&gt;&lt;TableIndex row=&quot;6&quot; col=&quot;10&quot;&gt;&lt;linesCount val=&quot;1&quot;/&gt;&lt;lineCharCount val=&quot;1&quot;/&gt;&lt;/TableIndex&gt;&lt;TableIndex row=&quot;6&quot; col=&quot;11&quot;&gt;&lt;linesCount val=&quot;1&quot;/&gt;&lt;lineCharCount val=&quot;1&quot;/&gt;&lt;/TableIndex&gt;&lt;TableIndex row=&quot;6&quot; col=&quot;12&quot;&gt;&lt;linesCount val=&quot;1&quot;/&gt;&lt;lineCharCount val=&quot;1&quot;/&gt;&lt;/TableIndex&gt;&lt;TableIndex row=&quot;6&quot; col=&quot;13&quot;&gt;&lt;linesCount val=&quot;0&quot;/&gt;&lt;/TableIndex&gt;&lt;TableIndex row=&quot;7&quot; col=&quot;1&quot;&gt;&lt;linesCount val=&quot;0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TableIndex row=&quot;7&quot; col=&quot;5&quot;&gt;&lt;linesCount val=&quot;0&quot;/&gt;&lt;/TableIndex&gt;&lt;TableIndex row=&quot;7&quot; col=&quot;6&quot;&gt;&lt;linesCount val=&quot;0&quot;/&gt;&lt;/TableIndex&gt;&lt;TableIndex row=&quot;7&quot; col=&quot;7&quot;&gt;&lt;linesCount val=&quot;0&quot;/&gt;&lt;/TableIndex&gt;&lt;TableIndex row=&quot;7&quot; col=&quot;8&quot;&gt;&lt;linesCount val=&quot;1&quot;/&gt;&lt;lineCharCount val=&quot;1&quot;/&gt;&lt;/TableIndex&gt;&lt;TableIndex row=&quot;7&quot; col=&quot;9&quot;&gt;&lt;linesCount val=&quot;1&quot;/&gt;&lt;lineCharCount val=&quot;1&quot;/&gt;&lt;/TableIndex&gt;&lt;TableIndex row=&quot;7&quot; col=&quot;10&quot;&gt;&lt;linesCount val=&quot;1&quot;/&gt;&lt;lineCharCount val=&quot;1&quot;/&gt;&lt;/TableIndex&gt;&lt;TableIndex row=&quot;7&quot; col=&quot;11&quot;&gt;&lt;linesCount val=&quot;1&quot;/&gt;&lt;lineCharCount val=&quot;1&quot;/&gt;&lt;/TableIndex&gt;&lt;TableIndex row=&quot;7&quot; col=&quot;12&quot;&gt;&lt;linesCount val=&quot;1&quot;/&gt;&lt;lineCharCount val=&quot;1&quot;/&gt;&lt;/TableIndex&gt;&lt;TableIndex row=&quot;7&quot; col=&quot;13&quot;&gt;&lt;linesCount val=&quot;0&quot;/&gt;&lt;/TableIndex&gt;&lt;TableIndex row=&quot;8&quot; col=&quot;1&quot;&gt;&lt;linesCount val=&quot;0&quot;/&gt;&lt;/TableIndex&gt;&lt;TableIndex row=&quot;8&quot; col=&quot;2&quot;&gt;&lt;linesCount val=&quot;0&quot;/&gt;&lt;/TableIndex&gt;&lt;TableIndex row=&quot;8&quot; col=&quot;3&quot;&gt;&lt;linesCount val=&quot;0&quot;/&gt;&lt;/TableIndex&gt;&lt;TableIndex row=&quot;8&quot; col=&quot;4&quot;&gt;&lt;linesCount val=&quot;0&quot;/&gt;&lt;/TableIndex&gt;&lt;TableIndex row=&quot;8&quot; col=&quot;5&quot;&gt;&lt;linesCount val=&quot;0&quot;/&gt;&lt;/TableIndex&gt;&lt;TableIndex row=&quot;8&quot; col=&quot;6&quot;&gt;&lt;linesCount val=&quot;0&quot;/&gt;&lt;/TableIndex&gt;&lt;TableIndex row=&quot;8&quot; col=&quot;7&quot;&gt;&lt;linesCount val=&quot;0&quot;/&gt;&lt;/TableIndex&gt;&lt;TableIndex row=&quot;8&quot; col=&quot;8&quot;&gt;&lt;linesCount val=&quot;0&quot;/&gt;&lt;/TableIndex&gt;&lt;TableIndex row=&quot;8&quot; col=&quot;9&quot;&gt;&lt;linesCount val=&quot;0&quot;/&gt;&lt;/TableIndex&gt;&lt;TableIndex row=&quot;8&quot; col=&quot;10&quot;&gt;&lt;linesCount val=&quot;0&quot;/&gt;&lt;/TableIndex&gt;&lt;TableIndex row=&quot;8&quot; col=&quot;11&quot;&gt;&lt;linesCount val=&quot;1&quot;/&gt;&lt;lineCharCount val=&quot;1&quot;/&gt;&lt;/TableIndex&gt;&lt;TableIndex row=&quot;8&quot; col=&quot;12&quot;&gt;&lt;linesCount val=&quot;1&quot;/&gt;&lt;lineCharCount val=&quot;1&quot;/&gt;&lt;/TableIndex&gt;&lt;TableIndex row=&quot;8&quot; col=&quot;13&quot;&gt;&lt;linesCount val=&quot;1&quot;/&gt;&lt;lineCharCount val=&quot;9&quot;/&gt;&lt;/TableIndex&gt;&lt;/ShapeTextInfo&gt;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C6D8D661-D364-4873-BD2D-A5808EE6D314}_27.png&quot;/&gt;&lt;left val=&quot;18&quot;/&gt;&lt;top val=&quot;21&quot;/&gt;&lt;width val=&quot;376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45643094-64A2-4361-A840-49D5BBDF4EDD}_27.png&quot;/&gt;&lt;left val=&quot;175&quot;/&gt;&lt;top val=&quot;416&quot;/&gt;&lt;width val=&quot;191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8C99BF2A-9810-43F2-838F-563686E864F6}_27.png&quot;/&gt;&lt;left val=&quot;194&quot;/&gt;&lt;top val=&quot;153&quot;/&gt;&lt;width val=&quot;106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D769AFB3-4261-41E5-BB9E-1135FAF1C582}_27.png&quot;/&gt;&lt;left val=&quot;275&quot;/&gt;&lt;top val=&quot;328&quot;/&gt;&lt;width val=&quot;156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C6B17873-AE92-4F7E-8F5F-3B52DA78710F}_27.png&quot;/&gt;&lt;left val=&quot;107&quot;/&gt;&lt;top val=&quot;368&quot;/&gt;&lt;width val=&quot;145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8.PNG&quot;/&gt;"/>
  <p:tag name="PPSNARRATION" val="28,226974800,C:\Users\sanmi\GoogleDrive\UWMdrive\Courses\ECE552\ece552-lec20_IntegerMulDiv_pptx\Media.ppcx"/>
  <p:tag name="TIMING" val="|6.6|7.5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3C540A2E-BB69-47C8-9180-93D616C21E94}_28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8C1596FF-EF01-4414-BBF4-32709D33143A}"/>
  <p:tag name="PRESENTER_SHAPEINFO" val="&lt;ThreeDShapeInfo&gt;&lt;uuid val=&quot;{6897813C-92B0-4E26-A9EF-D212CF96C2F1}&quot;/&gt;&lt;isInvalidForFieldText val=&quot;0&quot;/&gt;&lt;Image&gt;&lt;filename val=&quot;C:\Users\sanmi\Documents\My Adobe Presentations\ece552-IntegerMulDiv\data\asimages\{6897813C-92B0-4E26-A9EF-D212CF96C2F1}.png&quot;/&gt;&lt;left val=&quot;65&quot;/&gt;&lt;top val=&quot;125&quot;/&gt;&lt;width val=&quot;588&quot;/&gt;&lt;height val=&quot;375&quot;/&gt;&lt;hasText val=&quot;1&quot;/&gt;&lt;/Image&gt;&lt;/ThreeDShapeInfo&gt;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074A636B-D8F4-438D-9E35-9343B564400B}_28.png&quot;/&gt;&lt;left val=&quot;18&quot;/&gt;&lt;top val=&quot;21&quot;/&gt;&lt;width val=&quot;376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AD777DFE-BDCF-4EA6-9FDE-993933F33A6C}_28.png&quot;/&gt;&lt;left val=&quot;175&quot;/&gt;&lt;top val=&quot;416&quot;/&gt;&lt;width val=&quot;191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4F411881-5162-486B-9935-7AE36B5D4890}_28.png&quot;/&gt;&lt;left val=&quot;194&quot;/&gt;&lt;top val=&quot;153&quot;/&gt;&lt;width val=&quot;106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C023E7B9-37B2-48C6-BE9B-CA4B33E6F314}_28.png&quot;/&gt;&lt;left val=&quot;528&quot;/&gt;&lt;top val=&quot;345&quot;/&gt;&lt;width val=&quot;176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9750F049-BB0D-457A-B21F-F31342F02585}_28.png&quot;/&gt;&lt;left val=&quot;275&quot;/&gt;&lt;top val=&quot;328&quot;/&gt;&lt;width val=&quot;156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1B20B1D3-287D-4A24-A135-6526369C7F0B}_28.png&quot;/&gt;&lt;left val=&quot;137&quot;/&gt;&lt;top val=&quot;201&quot;/&gt;&lt;width val=&quot;116&quot;/&gt;&lt;height val=&quot;67&quot;/&gt;&lt;hasText val=&quot;1&quot;/&gt;&lt;/Image&gt;&lt;/ThreeDShapeInfo&gt;"/>
  <p:tag name="PRESENTER_SHAPETEXTINFO" val="&lt;ShapeTextInfo&gt;&lt;TableIndex row=&quot;-1&quot; col=&quot;-1&quot;&gt;&lt;linesCount val=&quot;2&quot;/&gt;&lt;lineCharCount val=&quot;10&quot;/&gt;&lt;lineCharCount val=&quot;9&quot;/&gt;&lt;/TableIndex&gt;&lt;/ShapeTextInfo&gt;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7D8671D0-2A54-4FD9-A591-8DF7457D76D0}_28.png&quot;/&gt;&lt;left val=&quot;65&quot;/&gt;&lt;top val=&quot;125&quot;/&gt;&lt;width val=&quot;639&quot;/&gt;&lt;height val=&quot;375&quot;/&gt;&lt;hasText val=&quot;1&quot;/&gt;&lt;/Image&gt;&lt;/ThreeDShapeInfo&gt;"/>
  <p:tag name="PRESENTER_SHAPEINFO" val="&lt;ThreeDShapeInfo&gt;&lt;uuid val=&quot;{93C20AB7-9C30-477C-951F-2BDB9B17BAA3}&quot;/&gt;&lt;isInvalidForFieldText val=&quot;0&quot;/&gt;&lt;Image&gt;&lt;filename val=&quot;C:\Users\sanmi\Documents\My Adobe Presentations\ece552-IntegerMulDiv\data\asimages\{93C20AB7-9C30-477C-951F-2BDB9B17BAA3}.png&quot;/&gt;&lt;left val=&quot;65&quot;/&gt;&lt;top val=&quot;125&quot;/&gt;&lt;width val=&quot;639&quot;/&gt;&lt;height val=&quot;375&quot;/&gt;&lt;hasText val=&quot;1&quot;/&gt;&lt;/Image&gt;&lt;/ThreeDShapeInfo&gt;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5FC0606C-C5E3-4CBB-9CB9-114D6099CAAB}_28.png&quot;/&gt;&lt;left val=&quot;65&quot;/&gt;&lt;top val=&quot;125&quot;/&gt;&lt;width val=&quot;639&quot;/&gt;&lt;height val=&quot;375&quot;/&gt;&lt;hasText val=&quot;1&quot;/&gt;&lt;/Image&gt;&lt;/ThreeDShapeInfo&gt;"/>
  <p:tag name="PRESENTER_SHAPEINFO" val="&lt;ThreeDShapeInfo&gt;&lt;uuid val=&quot;{F26403C6-1707-4490-9DBB-70FB9B5D37D3}&quot;/&gt;&lt;isInvalidForFieldText val=&quot;0&quot;/&gt;&lt;Image&gt;&lt;filename val=&quot;C:\Users\sanmi\Documents\My Adobe Presentations\ece552-IntegerMulDiv\data\asimages\{F26403C6-1707-4490-9DBB-70FB9B5D37D3}.png&quot;/&gt;&lt;left val=&quot;65&quot;/&gt;&lt;top val=&quot;125&quot;/&gt;&lt;width val=&quot;639&quot;/&gt;&lt;height val=&quot;375&quot;/&gt;&lt;hasText val=&quot;1&quot;/&gt;&lt;/Image&gt;&lt;/ThreeDShapeInfo&gt;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98515F10-F2D3-44D6-8104-20D4969EE999}_28.png&quot;/&gt;&lt;left val=&quot;388&quot;/&gt;&lt;top val=&quot;15&quot;/&gt;&lt;width val=&quot;324&quot;/&gt;&lt;height val=&quot;186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0&quot;/&gt;&lt;/TableIndex&gt;&lt;TableIndex row=&quot;1&quot; col=&quot;3&quot;&gt;&lt;linesCount val=&quot;0&quot;/&gt;&lt;/TableIndex&gt;&lt;TableIndex row=&quot;1&quot; col=&quot;4&quot;&gt;&lt;linesCount val=&quot;0&quot;/&gt;&lt;/TableIndex&gt;&lt;TableIndex row=&quot;1&quot; col=&quot;5&quot;&gt;&lt;linesCount val=&quot;0&quot;/&gt;&lt;/TableIndex&gt;&lt;TableIndex row=&quot;1&quot; col=&quot;6&quot;&gt;&lt;linesCount val=&quot;0&quot;/&gt;&lt;/TableIndex&gt;&lt;TableIndex row=&quot;1&quot; col=&quot;7&quot;&gt;&lt;linesCount val=&quot;0&quot;/&gt;&lt;/TableIndex&gt;&lt;TableIndex row=&quot;1&quot; col=&quot;8&quot;&gt;&lt;linesCount val=&quot;0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1&quot;/&gt;&lt;/TableIndex&gt;&lt;TableIndex row=&quot;1&quot; col=&quot;12&quot;&gt;&lt;linesCount val=&quot;1&quot;/&gt;&lt;lineCharCount val=&quot;1&quot;/&gt;&lt;/TableIndex&gt;&lt;TableIndex row=&quot;1&quot; col=&quot;13&quot;&gt;&lt;linesCount val=&quot;1&quot;/&gt;&lt;lineCharCount val=&quot;8&quot;/&gt;&lt;/TableIndex&gt;&lt;TableIndex row=&quot;2&quot; col=&quot;1&quot;&gt;&lt;linesCount val=&quot;1&quot;/&gt;&lt;lineCharCount val=&quot;7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2&quot; col=&quot;9&quot;&gt;&lt;linesCount val=&quot;1&quot;/&gt;&lt;lineCharCount val=&quot;1&quot;/&gt;&lt;/TableIndex&gt;&lt;TableIndex row=&quot;2&quot; col=&quot;10&quot;&gt;&lt;linesCount val=&quot;1&quot;/&gt;&lt;lineCharCount val=&quot;1&quot;/&gt;&lt;/TableIndex&gt;&lt;TableIndex row=&quot;2&quot; col=&quot;11&quot;&gt;&lt;linesCount val=&quot;1&quot;/&gt;&lt;lineCharCount val=&quot;1&quot;/&gt;&lt;/TableIndex&gt;&lt;TableIndex row=&quot;2&quot; col=&quot;12&quot;&gt;&lt;linesCount val=&quot;1&quot;/&gt;&lt;lineCharCount val=&quot;1&quot;/&gt;&lt;/TableIndex&gt;&lt;TableIndex row=&quot;2&quot; col=&quot;13&quot;&gt;&lt;linesCount val=&quot;1&quot;/&gt;&lt;lineCharCount val=&quot;8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1&quot;/&gt;&lt;lineCharCount val=&quot;1&quot;/&gt;&lt;/TableIndex&gt;&lt;TableIndex row=&quot;3&quot; col=&quot;10&quot;&gt;&lt;linesCount val=&quot;0&quot;/&gt;&lt;/TableIndex&gt;&lt;TableIndex row=&quot;3&quot; col=&quot;11&quot;&gt;&lt;linesCount val=&quot;0&quot;/&gt;&lt;/TableIndex&gt;&lt;TableIndex row=&quot;3&quot; col=&quot;12&quot;&gt;&lt;linesCount val=&quot;0&quot;/&gt;&lt;/TableIndex&gt;&lt;TableIndex row=&quot;3&quot; col=&quot;13&quot;&gt;&lt;linesCount val=&quot;0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0&quot;/&gt;&lt;/TableIndex&gt;&lt;TableIndex row=&quot;4&quot; col=&quot;5&quot;&gt;&lt;linesCount val=&quot;0&quot;/&gt;&lt;/TableIndex&gt;&lt;TableIndex row=&quot;4&quot; col=&quot;6&quot;&gt;&lt;linesCount val=&quot;0&quot;/&gt;&lt;/TableIndex&gt;&lt;TableIndex row=&quot;4&quot; col=&quot;7&quot;&gt;&lt;linesCount val=&quot;0&quot;/&gt;&lt;/TableIndex&gt;&lt;TableIndex row=&quot;4&quot; col=&quot;8&quot;&gt;&lt;linesCount val=&quot;0&quot;/&gt;&lt;/TableIndex&gt;&lt;TableIndex row=&quot;4&quot; col=&quot;9&quot;&gt;&lt;linesCount val=&quot;1&quot;/&gt;&lt;lineCharCount val=&quot;1&quot;/&gt;&lt;/TableIndex&gt;&lt;TableIndex row=&quot;4&quot; col=&quot;10&quot;&gt;&lt;linesCount val=&quot;1&quot;/&gt;&lt;lineCharCount val=&quot;1&quot;/&gt;&lt;/TableIndex&gt;&lt;TableIndex row=&quot;4&quot; col=&quot;11&quot;&gt;&lt;linesCount val=&quot;0&quot;/&gt;&lt;/TableIndex&gt;&lt;TableIndex row=&quot;4&quot; col=&quot;12&quot;&gt;&lt;linesCount val=&quot;0&quot;/&gt;&lt;/TableIndex&gt;&lt;TableIndex row=&quot;4&quot; col=&quot;13&quot;&gt;&lt;linesCount val=&quot;0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0&quot;/&gt;&lt;/TableIndex&gt;&lt;TableIndex row=&quot;5&quot; col=&quot;6&quot;&gt;&lt;linesCount val=&quot;0&quot;/&gt;&lt;/TableIndex&gt;&lt;TableIndex row=&quot;5&quot; col=&quot;7&quot;&gt;&lt;linesCount val=&quot;0&quot;/&gt;&lt;/TableIndex&gt;&lt;TableIndex row=&quot;5&quot; col=&quot;8&quot;&gt;&lt;linesCount val=&quot;0&quot;/&gt;&lt;/TableIndex&gt;&lt;TableIndex row=&quot;5&quot; col=&quot;9&quot;&gt;&lt;linesCount val=&quot;1&quot;/&gt;&lt;lineCharCount val=&quot;1&quot;/&gt;&lt;/TableIndex&gt;&lt;TableIndex row=&quot;5&quot; col=&quot;10&quot;&gt;&lt;linesCount val=&quot;1&quot;/&gt;&lt;lineCharCount val=&quot;1&quot;/&gt;&lt;/TableIndex&gt;&lt;TableIndex row=&quot;5&quot; col=&quot;11&quot;&gt;&lt;linesCount val=&quot;1&quot;/&gt;&lt;lineCharCount val=&quot;1&quot;/&gt;&lt;/TableIndex&gt;&lt;TableIndex row=&quot;5&quot; col=&quot;12&quot;&gt;&lt;linesCount val=&quot;0&quot;/&gt;&lt;/TableIndex&gt;&lt;TableIndex row=&quot;5&quot; col=&quot;13&quot;&gt;&lt;linesCount val=&quot;0&quot;/&gt;&lt;/TableIndex&gt;&lt;TableIndex row=&quot;6&quot; col=&quot;1&quot;&gt;&lt;linesCount val=&quot;0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0&quot;/&gt;&lt;/TableIndex&gt;&lt;TableIndex row=&quot;6&quot; col=&quot;7&quot;&gt;&lt;linesCount val=&quot;0&quot;/&gt;&lt;/TableIndex&gt;&lt;TableIndex row=&quot;6&quot; col=&quot;8&quot;&gt;&lt;linesCount val=&quot;0&quot;/&gt;&lt;/TableIndex&gt;&lt;TableIndex row=&quot;6&quot; col=&quot;9&quot;&gt;&lt;linesCount val=&quot;1&quot;/&gt;&lt;lineCharCount val=&quot;1&quot;/&gt;&lt;/TableIndex&gt;&lt;TableIndex row=&quot;6&quot; col=&quot;10&quot;&gt;&lt;linesCount val=&quot;1&quot;/&gt;&lt;lineCharCount val=&quot;1&quot;/&gt;&lt;/TableIndex&gt;&lt;TableIndex row=&quot;6&quot; col=&quot;11&quot;&gt;&lt;linesCount val=&quot;1&quot;/&gt;&lt;lineCharCount val=&quot;1&quot;/&gt;&lt;/TableIndex&gt;&lt;TableIndex row=&quot;6&quot; col=&quot;12&quot;&gt;&lt;linesCount val=&quot;1&quot;/&gt;&lt;lineCharCount val=&quot;1&quot;/&gt;&lt;/TableIndex&gt;&lt;TableIndex row=&quot;6&quot; col=&quot;13&quot;&gt;&lt;linesCount val=&quot;0&quot;/&gt;&lt;/TableIndex&gt;&lt;TableIndex row=&quot;7&quot; col=&quot;1&quot;&gt;&lt;linesCount val=&quot;0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TableIndex row=&quot;7&quot; col=&quot;5&quot;&gt;&lt;linesCount val=&quot;0&quot;/&gt;&lt;/TableIndex&gt;&lt;TableIndex row=&quot;7&quot; col=&quot;6&quot;&gt;&lt;linesCount val=&quot;0&quot;/&gt;&lt;/TableIndex&gt;&lt;TableIndex row=&quot;7&quot; col=&quot;7&quot;&gt;&lt;linesCount val=&quot;0&quot;/&gt;&lt;/TableIndex&gt;&lt;TableIndex row=&quot;7&quot; col=&quot;8&quot;&gt;&lt;linesCount val=&quot;1&quot;/&gt;&lt;lineCharCount val=&quot;1&quot;/&gt;&lt;/TableIndex&gt;&lt;TableIndex row=&quot;7&quot; col=&quot;9&quot;&gt;&lt;linesCount val=&quot;1&quot;/&gt;&lt;lineCharCount val=&quot;1&quot;/&gt;&lt;/TableIndex&gt;&lt;TableIndex row=&quot;7&quot; col=&quot;10&quot;&gt;&lt;linesCount val=&quot;1&quot;/&gt;&lt;lineCharCount val=&quot;1&quot;/&gt;&lt;/TableIndex&gt;&lt;TableIndex row=&quot;7&quot; col=&quot;11&quot;&gt;&lt;linesCount val=&quot;1&quot;/&gt;&lt;lineCharCount val=&quot;1&quot;/&gt;&lt;/TableIndex&gt;&lt;TableIndex row=&quot;7&quot; col=&quot;12&quot;&gt;&lt;linesCount val=&quot;1&quot;/&gt;&lt;lineCharCount val=&quot;1&quot;/&gt;&lt;/TableIndex&gt;&lt;TableIndex row=&quot;7&quot; col=&quot;13&quot;&gt;&lt;linesCount val=&quot;0&quot;/&gt;&lt;/TableIndex&gt;&lt;TableIndex row=&quot;8&quot; col=&quot;1&quot;&gt;&lt;linesCount val=&quot;0&quot;/&gt;&lt;/TableIndex&gt;&lt;TableIndex row=&quot;8&quot; col=&quot;2&quot;&gt;&lt;linesCount val=&quot;0&quot;/&gt;&lt;/TableIndex&gt;&lt;TableIndex row=&quot;8&quot; col=&quot;3&quot;&gt;&lt;linesCount val=&quot;0&quot;/&gt;&lt;/TableIndex&gt;&lt;TableIndex row=&quot;8&quot; col=&quot;4&quot;&gt;&lt;linesCount val=&quot;0&quot;/&gt;&lt;/TableIndex&gt;&lt;TableIndex row=&quot;8&quot; col=&quot;5&quot;&gt;&lt;linesCount val=&quot;0&quot;/&gt;&lt;/TableIndex&gt;&lt;TableIndex row=&quot;8&quot; col=&quot;6&quot;&gt;&lt;linesCount val=&quot;0&quot;/&gt;&lt;/TableIndex&gt;&lt;TableIndex row=&quot;8&quot; col=&quot;7&quot;&gt;&lt;linesCount val=&quot;0&quot;/&gt;&lt;/TableIndex&gt;&lt;TableIndex row=&quot;8&quot; col=&quot;8&quot;&gt;&lt;linesCount val=&quot;0&quot;/&gt;&lt;/TableIndex&gt;&lt;TableIndex row=&quot;8&quot; col=&quot;9&quot;&gt;&lt;linesCount val=&quot;0&quot;/&gt;&lt;/TableIndex&gt;&lt;TableIndex row=&quot;8&quot; col=&quot;10&quot;&gt;&lt;linesCount val=&quot;0&quot;/&gt;&lt;/TableIndex&gt;&lt;TableIndex row=&quot;8&quot; col=&quot;11&quot;&gt;&lt;linesCount val=&quot;1&quot;/&gt;&lt;lineCharCount val=&quot;1&quot;/&gt;&lt;/TableIndex&gt;&lt;TableIndex row=&quot;8&quot; col=&quot;12&quot;&gt;&lt;linesCount val=&quot;1&quot;/&gt;&lt;lineCharCount val=&quot;1&quot;/&gt;&lt;/TableIndex&gt;&lt;TableIndex row=&quot;8&quot; col=&quot;13&quot;&gt;&lt;linesCount val=&quot;1&quot;/&gt;&lt;lineCharCount val=&quot;9&quot;/&gt;&lt;/TableIndex&gt;&lt;/ShapeTextInfo&gt;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8C1596FF-EF01-4414-BBF4-32709D33143A}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8C1596FF-EF01-4414-BBF4-32709D33143A}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10&quot;/&gt;&lt;lineCharCount val=&quot;9&quot;/&gt;&lt;/TableIndex&gt;&lt;/ShapeTextInfo&gt;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9.PNG&quot;/&gt;"/>
  <p:tag name="PPSNARRATION" val="29,226974800,C:\Users\sanmi\GoogleDrive\UWMdrive\Courses\ECE552\ece552-lec20_IntegerMulDiv_pptx\Media.ppcx"/>
  <p:tag name="TIMING" val="|4.7|7.7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B8E98020-2D74-4654-8F37-8A4D2A9C5EDA}_29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8C1596FF-EF01-4414-BBF4-32709D33143A}"/>
  <p:tag name="PRESENTER_SHAPEINFO" val="&lt;ThreeDShapeInfo&gt;&lt;uuid val=&quot;{1F690207-FCA2-49A1-BCE5-E2325B275875}&quot;/&gt;&lt;isInvalidForFieldText val=&quot;0&quot;/&gt;&lt;Image&gt;&lt;filename val=&quot;C:\Users\sanmi\Documents\My Adobe Presentations\ece552-IntegerMulDiv\data\asimages\{1F690207-FCA2-49A1-BCE5-E2325B275875}.png&quot;/&gt;&lt;left val=&quot;65&quot;/&gt;&lt;top val=&quot;125&quot;/&gt;&lt;width val=&quot;588&quot;/&gt;&lt;height val=&quot;375&quot;/&gt;&lt;hasText val=&quot;1&quot;/&gt;&lt;/Image&gt;&lt;/ThreeDShapeInfo&gt;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05F7EC53-77DC-410C-B772-09E4F0937590}_29.png&quot;/&gt;&lt;left val=&quot;18&quot;/&gt;&lt;top val=&quot;21&quot;/&gt;&lt;width val=&quot;376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58B498ED-AD95-4DEB-8ADF-FAA4CEE8EB17}_29.png&quot;/&gt;&lt;left val=&quot;175&quot;/&gt;&lt;top val=&quot;416&quot;/&gt;&lt;width val=&quot;191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97E69566-D72F-4740-A4A7-50B7AA5F6E8B}_29.png&quot;/&gt;&lt;left val=&quot;194&quot;/&gt;&lt;top val=&quot;153&quot;/&gt;&lt;width val=&quot;106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284EBBA4-BF3E-4781-B96B-957A230D51B7}_29.png&quot;/&gt;&lt;left val=&quot;298&quot;/&gt;&lt;top val=&quot;454&quot;/&gt;&lt;width val=&quot;91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DEE3F187-4127-4E95-A0A2-3A5FF8E5FEA3}_29.png&quot;/&gt;&lt;left val=&quot;275&quot;/&gt;&lt;top val=&quot;328&quot;/&gt;&lt;width val=&quot;156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BD9F302C-B5DD-4E96-9BD8-0AF077793782}_29.png&quot;/&gt;&lt;left val=&quot;65&quot;/&gt;&lt;top val=&quot;125&quot;/&gt;&lt;width val=&quot;645&quot;/&gt;&lt;height val=&quot;375&quot;/&gt;&lt;hasText val=&quot;1&quot;/&gt;&lt;/Image&gt;&lt;/ThreeDShapeInfo&gt;"/>
  <p:tag name="PRESENTER_SHAPEINFO" val="&lt;ThreeDShapeInfo&gt;&lt;uuid val=&quot;{FB287EC7-17BE-4370-99B3-6B03A7151BFD}&quot;/&gt;&lt;isInvalidForFieldText val=&quot;0&quot;/&gt;&lt;Image&gt;&lt;filename val=&quot;C:\Users\sanmi\Documents\My Adobe Presentations\ece552-IntegerMulDiv\data\asimages\{FB287EC7-17BE-4370-99B3-6B03A7151BFD}.png&quot;/&gt;&lt;left val=&quot;65&quot;/&gt;&lt;top val=&quot;125&quot;/&gt;&lt;width val=&quot;645&quot;/&gt;&lt;height val=&quot;375&quot;/&gt;&lt;hasText val=&quot;1&quot;/&gt;&lt;/Image&gt;&lt;/ThreeDShapeInfo&gt;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0A18865B-FB91-4011-909F-33E95D9F7B43}_29.png&quot;/&gt;&lt;left val=&quot;65&quot;/&gt;&lt;top val=&quot;125&quot;/&gt;&lt;width val=&quot;645&quot;/&gt;&lt;height val=&quot;375&quot;/&gt;&lt;hasText val=&quot;1&quot;/&gt;&lt;/Image&gt;&lt;/ThreeDShapeInfo&gt;"/>
  <p:tag name="PRESENTER_SHAPEINFO" val="&lt;ThreeDShapeInfo&gt;&lt;uuid val=&quot;{4B396837-0266-48C5-A0B9-CA30CA214472}&quot;/&gt;&lt;isInvalidForFieldText val=&quot;0&quot;/&gt;&lt;Image&gt;&lt;filename val=&quot;C:\Users\sanmi\Documents\My Adobe Presentations\ece552-IntegerMulDiv\data\asimages\{4B396837-0266-48C5-A0B9-CA30CA214472}.png&quot;/&gt;&lt;left val=&quot;65&quot;/&gt;&lt;top val=&quot;125&quot;/&gt;&lt;width val=&quot;645&quot;/&gt;&lt;height val=&quot;375&quot;/&gt;&lt;hasText val=&quot;1&quot;/&gt;&lt;/Image&gt;&lt;/ThreeDShapeInfo&gt;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3903438B-8DD2-4F31-8E5A-3884A3B19758}_29.png&quot;/&gt;&lt;left val=&quot;388&quot;/&gt;&lt;top val=&quot;15&quot;/&gt;&lt;width val=&quot;324&quot;/&gt;&lt;height val=&quot;186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0&quot;/&gt;&lt;/TableIndex&gt;&lt;TableIndex row=&quot;1&quot; col=&quot;3&quot;&gt;&lt;linesCount val=&quot;0&quot;/&gt;&lt;/TableIndex&gt;&lt;TableIndex row=&quot;1&quot; col=&quot;4&quot;&gt;&lt;linesCount val=&quot;0&quot;/&gt;&lt;/TableIndex&gt;&lt;TableIndex row=&quot;1&quot; col=&quot;5&quot;&gt;&lt;linesCount val=&quot;0&quot;/&gt;&lt;/TableIndex&gt;&lt;TableIndex row=&quot;1&quot; col=&quot;6&quot;&gt;&lt;linesCount val=&quot;0&quot;/&gt;&lt;/TableIndex&gt;&lt;TableIndex row=&quot;1&quot; col=&quot;7&quot;&gt;&lt;linesCount val=&quot;0&quot;/&gt;&lt;/TableIndex&gt;&lt;TableIndex row=&quot;1&quot; col=&quot;8&quot;&gt;&lt;linesCount val=&quot;0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1&quot;/&gt;&lt;/TableIndex&gt;&lt;TableIndex row=&quot;1&quot; col=&quot;12&quot;&gt;&lt;linesCount val=&quot;1&quot;/&gt;&lt;lineCharCount val=&quot;1&quot;/&gt;&lt;/TableIndex&gt;&lt;TableIndex row=&quot;1&quot; col=&quot;13&quot;&gt;&lt;linesCount val=&quot;1&quot;/&gt;&lt;lineCharCount val=&quot;8&quot;/&gt;&lt;/TableIndex&gt;&lt;TableIndex row=&quot;2&quot; col=&quot;1&quot;&gt;&lt;linesCount val=&quot;1&quot;/&gt;&lt;lineCharCount val=&quot;7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2&quot; col=&quot;9&quot;&gt;&lt;linesCount val=&quot;1&quot;/&gt;&lt;lineCharCount val=&quot;1&quot;/&gt;&lt;/TableIndex&gt;&lt;TableIndex row=&quot;2&quot; col=&quot;10&quot;&gt;&lt;linesCount val=&quot;1&quot;/&gt;&lt;lineCharCount val=&quot;1&quot;/&gt;&lt;/TableIndex&gt;&lt;TableIndex row=&quot;2&quot; col=&quot;11&quot;&gt;&lt;linesCount val=&quot;1&quot;/&gt;&lt;lineCharCount val=&quot;1&quot;/&gt;&lt;/TableIndex&gt;&lt;TableIndex row=&quot;2&quot; col=&quot;12&quot;&gt;&lt;linesCount val=&quot;1&quot;/&gt;&lt;lineCharCount val=&quot;1&quot;/&gt;&lt;/TableIndex&gt;&lt;TableIndex row=&quot;2&quot; col=&quot;13&quot;&gt;&lt;linesCount val=&quot;1&quot;/&gt;&lt;lineCharCount val=&quot;8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1&quot;/&gt;&lt;lineCharCount val=&quot;1&quot;/&gt;&lt;/TableIndex&gt;&lt;TableIndex row=&quot;3&quot; col=&quot;10&quot;&gt;&lt;linesCount val=&quot;0&quot;/&gt;&lt;/TableIndex&gt;&lt;TableIndex row=&quot;3&quot; col=&quot;11&quot;&gt;&lt;linesCount val=&quot;0&quot;/&gt;&lt;/TableIndex&gt;&lt;TableIndex row=&quot;3&quot; col=&quot;12&quot;&gt;&lt;linesCount val=&quot;0&quot;/&gt;&lt;/TableIndex&gt;&lt;TableIndex row=&quot;3&quot; col=&quot;13&quot;&gt;&lt;linesCount val=&quot;0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0&quot;/&gt;&lt;/TableIndex&gt;&lt;TableIndex row=&quot;4&quot; col=&quot;5&quot;&gt;&lt;linesCount val=&quot;0&quot;/&gt;&lt;/TableIndex&gt;&lt;TableIndex row=&quot;4&quot; col=&quot;6&quot;&gt;&lt;linesCount val=&quot;0&quot;/&gt;&lt;/TableIndex&gt;&lt;TableIndex row=&quot;4&quot; col=&quot;7&quot;&gt;&lt;linesCount val=&quot;0&quot;/&gt;&lt;/TableIndex&gt;&lt;TableIndex row=&quot;4&quot; col=&quot;8&quot;&gt;&lt;linesCount val=&quot;0&quot;/&gt;&lt;/TableIndex&gt;&lt;TableIndex row=&quot;4&quot; col=&quot;9&quot;&gt;&lt;linesCount val=&quot;1&quot;/&gt;&lt;lineCharCount val=&quot;1&quot;/&gt;&lt;/TableIndex&gt;&lt;TableIndex row=&quot;4&quot; col=&quot;10&quot;&gt;&lt;linesCount val=&quot;1&quot;/&gt;&lt;lineCharCount val=&quot;1&quot;/&gt;&lt;/TableIndex&gt;&lt;TableIndex row=&quot;4&quot; col=&quot;11&quot;&gt;&lt;linesCount val=&quot;0&quot;/&gt;&lt;/TableIndex&gt;&lt;TableIndex row=&quot;4&quot; col=&quot;12&quot;&gt;&lt;linesCount val=&quot;0&quot;/&gt;&lt;/TableIndex&gt;&lt;TableIndex row=&quot;4&quot; col=&quot;13&quot;&gt;&lt;linesCount val=&quot;0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0&quot;/&gt;&lt;/TableIndex&gt;&lt;TableIndex row=&quot;5&quot; col=&quot;6&quot;&gt;&lt;linesCount val=&quot;0&quot;/&gt;&lt;/TableIndex&gt;&lt;TableIndex row=&quot;5&quot; col=&quot;7&quot;&gt;&lt;linesCount val=&quot;0&quot;/&gt;&lt;/TableIndex&gt;&lt;TableIndex row=&quot;5&quot; col=&quot;8&quot;&gt;&lt;linesCount val=&quot;0&quot;/&gt;&lt;/TableIndex&gt;&lt;TableIndex row=&quot;5&quot; col=&quot;9&quot;&gt;&lt;linesCount val=&quot;1&quot;/&gt;&lt;lineCharCount val=&quot;1&quot;/&gt;&lt;/TableIndex&gt;&lt;TableIndex row=&quot;5&quot; col=&quot;10&quot;&gt;&lt;linesCount val=&quot;1&quot;/&gt;&lt;lineCharCount val=&quot;1&quot;/&gt;&lt;/TableIndex&gt;&lt;TableIndex row=&quot;5&quot; col=&quot;11&quot;&gt;&lt;linesCount val=&quot;1&quot;/&gt;&lt;lineCharCount val=&quot;1&quot;/&gt;&lt;/TableIndex&gt;&lt;TableIndex row=&quot;5&quot; col=&quot;12&quot;&gt;&lt;linesCount val=&quot;0&quot;/&gt;&lt;/TableIndex&gt;&lt;TableIndex row=&quot;5&quot; col=&quot;13&quot;&gt;&lt;linesCount val=&quot;0&quot;/&gt;&lt;/TableIndex&gt;&lt;TableIndex row=&quot;6&quot; col=&quot;1&quot;&gt;&lt;linesCount val=&quot;0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0&quot;/&gt;&lt;/TableIndex&gt;&lt;TableIndex row=&quot;6&quot; col=&quot;7&quot;&gt;&lt;linesCount val=&quot;0&quot;/&gt;&lt;/TableIndex&gt;&lt;TableIndex row=&quot;6&quot; col=&quot;8&quot;&gt;&lt;linesCount val=&quot;0&quot;/&gt;&lt;/TableIndex&gt;&lt;TableIndex row=&quot;6&quot; col=&quot;9&quot;&gt;&lt;linesCount val=&quot;1&quot;/&gt;&lt;lineCharCount val=&quot;1&quot;/&gt;&lt;/TableIndex&gt;&lt;TableIndex row=&quot;6&quot; col=&quot;10&quot;&gt;&lt;linesCount val=&quot;1&quot;/&gt;&lt;lineCharCount val=&quot;1&quot;/&gt;&lt;/TableIndex&gt;&lt;TableIndex row=&quot;6&quot; col=&quot;11&quot;&gt;&lt;linesCount val=&quot;1&quot;/&gt;&lt;lineCharCount val=&quot;1&quot;/&gt;&lt;/TableIndex&gt;&lt;TableIndex row=&quot;6&quot; col=&quot;12&quot;&gt;&lt;linesCount val=&quot;1&quot;/&gt;&lt;lineCharCount val=&quot;1&quot;/&gt;&lt;/TableIndex&gt;&lt;TableIndex row=&quot;6&quot; col=&quot;13&quot;&gt;&lt;linesCount val=&quot;0&quot;/&gt;&lt;/TableIndex&gt;&lt;TableIndex row=&quot;7&quot; col=&quot;1&quot;&gt;&lt;linesCount val=&quot;0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TableIndex row=&quot;7&quot; col=&quot;5&quot;&gt;&lt;linesCount val=&quot;0&quot;/&gt;&lt;/TableIndex&gt;&lt;TableIndex row=&quot;7&quot; col=&quot;6&quot;&gt;&lt;linesCount val=&quot;0&quot;/&gt;&lt;/TableIndex&gt;&lt;TableIndex row=&quot;7&quot; col=&quot;7&quot;&gt;&lt;linesCount val=&quot;0&quot;/&gt;&lt;/TableIndex&gt;&lt;TableIndex row=&quot;7&quot; col=&quot;8&quot;&gt;&lt;linesCount val=&quot;1&quot;/&gt;&lt;lineCharCount val=&quot;1&quot;/&gt;&lt;/TableIndex&gt;&lt;TableIndex row=&quot;7&quot; col=&quot;9&quot;&gt;&lt;linesCount val=&quot;1&quot;/&gt;&lt;lineCharCount val=&quot;1&quot;/&gt;&lt;/TableIndex&gt;&lt;TableIndex row=&quot;7&quot; col=&quot;10&quot;&gt;&lt;linesCount val=&quot;1&quot;/&gt;&lt;lineCharCount val=&quot;1&quot;/&gt;&lt;/TableIndex&gt;&lt;TableIndex row=&quot;7&quot; col=&quot;11&quot;&gt;&lt;linesCount val=&quot;1&quot;/&gt;&lt;lineCharCount val=&quot;1&quot;/&gt;&lt;/TableIndex&gt;&lt;TableIndex row=&quot;7&quot; col=&quot;12&quot;&gt;&lt;linesCount val=&quot;1&quot;/&gt;&lt;lineCharCount val=&quot;1&quot;/&gt;&lt;/TableIndex&gt;&lt;TableIndex row=&quot;7&quot; col=&quot;13&quot;&gt;&lt;linesCount val=&quot;0&quot;/&gt;&lt;/TableIndex&gt;&lt;TableIndex row=&quot;8&quot; col=&quot;1&quot;&gt;&lt;linesCount val=&quot;0&quot;/&gt;&lt;/TableIndex&gt;&lt;TableIndex row=&quot;8&quot; col=&quot;2&quot;&gt;&lt;linesCount val=&quot;0&quot;/&gt;&lt;/TableIndex&gt;&lt;TableIndex row=&quot;8&quot; col=&quot;3&quot;&gt;&lt;linesCount val=&quot;0&quot;/&gt;&lt;/TableIndex&gt;&lt;TableIndex row=&quot;8&quot; col=&quot;4&quot;&gt;&lt;linesCount val=&quot;0&quot;/&gt;&lt;/TableIndex&gt;&lt;TableIndex row=&quot;8&quot; col=&quot;5&quot;&gt;&lt;linesCount val=&quot;0&quot;/&gt;&lt;/TableIndex&gt;&lt;TableIndex row=&quot;8&quot; col=&quot;6&quot;&gt;&lt;linesCount val=&quot;0&quot;/&gt;&lt;/TableIndex&gt;&lt;TableIndex row=&quot;8&quot; col=&quot;7&quot;&gt;&lt;linesCount val=&quot;0&quot;/&gt;&lt;/TableIndex&gt;&lt;TableIndex row=&quot;8&quot; col=&quot;8&quot;&gt;&lt;linesCount val=&quot;0&quot;/&gt;&lt;/TableIndex&gt;&lt;TableIndex row=&quot;8&quot; col=&quot;9&quot;&gt;&lt;linesCount val=&quot;0&quot;/&gt;&lt;/TableIndex&gt;&lt;TableIndex row=&quot;8&quot; col=&quot;10&quot;&gt;&lt;linesCount val=&quot;0&quot;/&gt;&lt;/TableIndex&gt;&lt;TableIndex row=&quot;8&quot; col=&quot;11&quot;&gt;&lt;linesCount val=&quot;1&quot;/&gt;&lt;lineCharCount val=&quot;1&quot;/&gt;&lt;/TableIndex&gt;&lt;TableIndex row=&quot;8&quot; col=&quot;12&quot;&gt;&lt;linesCount val=&quot;1&quot;/&gt;&lt;lineCharCount val=&quot;1&quot;/&gt;&lt;/TableIndex&gt;&lt;TableIndex row=&quot;8&quot; col=&quot;13&quot;&gt;&lt;linesCount val=&quot;1&quot;/&gt;&lt;lineCharCount val=&quot;9&quot;/&gt;&lt;/TableIndex&gt;&lt;/ShapeTextInfo&gt;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8C1596FF-EF01-4414-BBF4-32709D33143A}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8C1596FF-EF01-4414-BBF4-32709D33143A}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10&quot;/&gt;&lt;lineCharCount val=&quot;9&quot;/&gt;&lt;/TableIndex&gt;&lt;/ShapeTextInfo&gt;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0.PNG&quot;/&gt;"/>
  <p:tag name="PPSNARRATION" val="30,226974800,C:\Users\sanmi\GoogleDrive\UWMdrive\Courses\ECE552\ece552-lec20_IntegerMulDiv_pptx\Media.ppcx"/>
  <p:tag name="TIMING" val="|4.3|8.4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41AAB4A8-5C29-42D0-BA40-4BDD8B03ACE3}_30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8C1596FF-EF01-4414-BBF4-32709D33143A}"/>
  <p:tag name="PRESENTER_SHAPEINFO" val="&lt;ThreeDShapeInfo&gt;&lt;uuid val=&quot;{7D1E2AF7-0FCF-4D24-B65F-F66B52F99CF6}&quot;/&gt;&lt;isInvalidForFieldText val=&quot;0&quot;/&gt;&lt;Image&gt;&lt;filename val=&quot;C:\Users\sanmi\Documents\My Adobe Presentations\ece552-IntegerMulDiv\data\asimages\{7D1E2AF7-0FCF-4D24-B65F-F66B52F99CF6}.png&quot;/&gt;&lt;left val=&quot;65&quot;/&gt;&lt;top val=&quot;125&quot;/&gt;&lt;width val=&quot;588&quot;/&gt;&lt;height val=&quot;375&quot;/&gt;&lt;hasText val=&quot;1&quot;/&gt;&lt;/Image&gt;&lt;/ThreeDShapeInfo&gt;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54A25C06-181F-4C05-91D5-B759CF09A3D2}_30.png&quot;/&gt;&lt;left val=&quot;18&quot;/&gt;&lt;top val=&quot;21&quot;/&gt;&lt;width val=&quot;376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A7849FA6-B4BF-4C6F-895E-32F3B5801476}_30.png&quot;/&gt;&lt;left val=&quot;175&quot;/&gt;&lt;top val=&quot;416&quot;/&gt;&lt;width val=&quot;191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3B3F968E-D4EA-4A8E-A8A9-09A58E021F91}_30.png&quot;/&gt;&lt;left val=&quot;194&quot;/&gt;&lt;top val=&quot;153&quot;/&gt;&lt;width val=&quot;106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1E67300A-FBCE-4909-817A-E559B1F2C092}_30.png&quot;/&gt;&lt;left val=&quot;298&quot;/&gt;&lt;top val=&quot;454&quot;/&gt;&lt;width val=&quot;91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292799B4-163F-4131-BE32-ACA594713A14}_30.png&quot;/&gt;&lt;left val=&quot;275&quot;/&gt;&lt;top val=&quot;328&quot;/&gt;&lt;width val=&quot;156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3F4EA27F-8B28-4003-87F8-C47C99FF9216}_30.png&quot;/&gt;&lt;left val=&quot;65&quot;/&gt;&lt;top val=&quot;125&quot;/&gt;&lt;width val=&quot;645&quot;/&gt;&lt;height val=&quot;375&quot;/&gt;&lt;hasText val=&quot;1&quot;/&gt;&lt;/Image&gt;&lt;/ThreeDShapeInfo&gt;"/>
  <p:tag name="PRESENTER_SHAPEINFO" val="&lt;ThreeDShapeInfo&gt;&lt;uuid val=&quot;{E9B1EF9D-995F-44C5-AE42-320034DCC1FB}&quot;/&gt;&lt;isInvalidForFieldText val=&quot;0&quot;/&gt;&lt;Image&gt;&lt;filename val=&quot;C:\Users\sanmi\Documents\My Adobe Presentations\ece552-IntegerMulDiv\data\asimages\{E9B1EF9D-995F-44C5-AE42-320034DCC1FB}.png&quot;/&gt;&lt;left val=&quot;65&quot;/&gt;&lt;top val=&quot;125&quot;/&gt;&lt;width val=&quot;645&quot;/&gt;&lt;height val=&quot;375&quot;/&gt;&lt;hasText val=&quot;1&quot;/&gt;&lt;/Image&gt;&lt;/ThreeDShapeInfo&gt;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688208DA-B093-4A13-AB6C-7555337D9F0E}_30.png&quot;/&gt;&lt;left val=&quot;65&quot;/&gt;&lt;top val=&quot;125&quot;/&gt;&lt;width val=&quot;645&quot;/&gt;&lt;height val=&quot;375&quot;/&gt;&lt;hasText val=&quot;1&quot;/&gt;&lt;/Image&gt;&lt;/ThreeDShapeInfo&gt;"/>
  <p:tag name="PRESENTER_SHAPEINFO" val="&lt;ThreeDShapeInfo&gt;&lt;uuid val=&quot;{ADCD7E8C-5DA2-4E33-8CC3-3B1CB8A8A49C}&quot;/&gt;&lt;isInvalidForFieldText val=&quot;0&quot;/&gt;&lt;Image&gt;&lt;filename val=&quot;C:\Users\sanmi\Documents\My Adobe Presentations\ece552-IntegerMulDiv\data\asimages\{ADCD7E8C-5DA2-4E33-8CC3-3B1CB8A8A49C}.png&quot;/&gt;&lt;left val=&quot;65&quot;/&gt;&lt;top val=&quot;125&quot;/&gt;&lt;width val=&quot;645&quot;/&gt;&lt;height val=&quot;375&quot;/&gt;&lt;hasText val=&quot;1&quot;/&gt;&lt;/Image&gt;&lt;/ThreeDShapeInfo&gt;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615D8C62-CAAF-465B-824A-2811A2956EBF}_30.png&quot;/&gt;&lt;left val=&quot;388&quot;/&gt;&lt;top val=&quot;15&quot;/&gt;&lt;width val=&quot;324&quot;/&gt;&lt;height val=&quot;186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0&quot;/&gt;&lt;/TableIndex&gt;&lt;TableIndex row=&quot;1&quot; col=&quot;3&quot;&gt;&lt;linesCount val=&quot;0&quot;/&gt;&lt;/TableIndex&gt;&lt;TableIndex row=&quot;1&quot; col=&quot;4&quot;&gt;&lt;linesCount val=&quot;0&quot;/&gt;&lt;/TableIndex&gt;&lt;TableIndex row=&quot;1&quot; col=&quot;5&quot;&gt;&lt;linesCount val=&quot;0&quot;/&gt;&lt;/TableIndex&gt;&lt;TableIndex row=&quot;1&quot; col=&quot;6&quot;&gt;&lt;linesCount val=&quot;0&quot;/&gt;&lt;/TableIndex&gt;&lt;TableIndex row=&quot;1&quot; col=&quot;7&quot;&gt;&lt;linesCount val=&quot;0&quot;/&gt;&lt;/TableIndex&gt;&lt;TableIndex row=&quot;1&quot; col=&quot;8&quot;&gt;&lt;linesCount val=&quot;0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1&quot;/&gt;&lt;/TableIndex&gt;&lt;TableIndex row=&quot;1&quot; col=&quot;12&quot;&gt;&lt;linesCount val=&quot;1&quot;/&gt;&lt;lineCharCount val=&quot;1&quot;/&gt;&lt;/TableIndex&gt;&lt;TableIndex row=&quot;1&quot; col=&quot;13&quot;&gt;&lt;linesCount val=&quot;1&quot;/&gt;&lt;lineCharCount val=&quot;8&quot;/&gt;&lt;/TableIndex&gt;&lt;TableIndex row=&quot;2&quot; col=&quot;1&quot;&gt;&lt;linesCount val=&quot;1&quot;/&gt;&lt;lineCharCount val=&quot;7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2&quot; col=&quot;9&quot;&gt;&lt;linesCount val=&quot;1&quot;/&gt;&lt;lineCharCount val=&quot;1&quot;/&gt;&lt;/TableIndex&gt;&lt;TableIndex row=&quot;2&quot; col=&quot;10&quot;&gt;&lt;linesCount val=&quot;1&quot;/&gt;&lt;lineCharCount val=&quot;1&quot;/&gt;&lt;/TableIndex&gt;&lt;TableIndex row=&quot;2&quot; col=&quot;11&quot;&gt;&lt;linesCount val=&quot;1&quot;/&gt;&lt;lineCharCount val=&quot;1&quot;/&gt;&lt;/TableIndex&gt;&lt;TableIndex row=&quot;2&quot; col=&quot;12&quot;&gt;&lt;linesCount val=&quot;1&quot;/&gt;&lt;lineCharCount val=&quot;1&quot;/&gt;&lt;/TableIndex&gt;&lt;TableIndex row=&quot;2&quot; col=&quot;13&quot;&gt;&lt;linesCount val=&quot;1&quot;/&gt;&lt;lineCharCount val=&quot;8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1&quot;/&gt;&lt;lineCharCount val=&quot;1&quot;/&gt;&lt;/TableIndex&gt;&lt;TableIndex row=&quot;3&quot; col=&quot;10&quot;&gt;&lt;linesCount val=&quot;0&quot;/&gt;&lt;/TableIndex&gt;&lt;TableIndex row=&quot;3&quot; col=&quot;11&quot;&gt;&lt;linesCount val=&quot;0&quot;/&gt;&lt;/TableIndex&gt;&lt;TableIndex row=&quot;3&quot; col=&quot;12&quot;&gt;&lt;linesCount val=&quot;0&quot;/&gt;&lt;/TableIndex&gt;&lt;TableIndex row=&quot;3&quot; col=&quot;13&quot;&gt;&lt;linesCount val=&quot;0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0&quot;/&gt;&lt;/TableIndex&gt;&lt;TableIndex row=&quot;4&quot; col=&quot;5&quot;&gt;&lt;linesCount val=&quot;0&quot;/&gt;&lt;/TableIndex&gt;&lt;TableIndex row=&quot;4&quot; col=&quot;6&quot;&gt;&lt;linesCount val=&quot;0&quot;/&gt;&lt;/TableIndex&gt;&lt;TableIndex row=&quot;4&quot; col=&quot;7&quot;&gt;&lt;linesCount val=&quot;0&quot;/&gt;&lt;/TableIndex&gt;&lt;TableIndex row=&quot;4&quot; col=&quot;8&quot;&gt;&lt;linesCount val=&quot;0&quot;/&gt;&lt;/TableIndex&gt;&lt;TableIndex row=&quot;4&quot; col=&quot;9&quot;&gt;&lt;linesCount val=&quot;1&quot;/&gt;&lt;lineCharCount val=&quot;1&quot;/&gt;&lt;/TableIndex&gt;&lt;TableIndex row=&quot;4&quot; col=&quot;10&quot;&gt;&lt;linesCount val=&quot;1&quot;/&gt;&lt;lineCharCount val=&quot;1&quot;/&gt;&lt;/TableIndex&gt;&lt;TableIndex row=&quot;4&quot; col=&quot;11&quot;&gt;&lt;linesCount val=&quot;0&quot;/&gt;&lt;/TableIndex&gt;&lt;TableIndex row=&quot;4&quot; col=&quot;12&quot;&gt;&lt;linesCount val=&quot;0&quot;/&gt;&lt;/TableIndex&gt;&lt;TableIndex row=&quot;4&quot; col=&quot;13&quot;&gt;&lt;linesCount val=&quot;0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0&quot;/&gt;&lt;/TableIndex&gt;&lt;TableIndex row=&quot;5&quot; col=&quot;6&quot;&gt;&lt;linesCount val=&quot;0&quot;/&gt;&lt;/TableIndex&gt;&lt;TableIndex row=&quot;5&quot; col=&quot;7&quot;&gt;&lt;linesCount val=&quot;0&quot;/&gt;&lt;/TableIndex&gt;&lt;TableIndex row=&quot;5&quot; col=&quot;8&quot;&gt;&lt;linesCount val=&quot;0&quot;/&gt;&lt;/TableIndex&gt;&lt;TableIndex row=&quot;5&quot; col=&quot;9&quot;&gt;&lt;linesCount val=&quot;1&quot;/&gt;&lt;lineCharCount val=&quot;1&quot;/&gt;&lt;/TableIndex&gt;&lt;TableIndex row=&quot;5&quot; col=&quot;10&quot;&gt;&lt;linesCount val=&quot;1&quot;/&gt;&lt;lineCharCount val=&quot;1&quot;/&gt;&lt;/TableIndex&gt;&lt;TableIndex row=&quot;5&quot; col=&quot;11&quot;&gt;&lt;linesCount val=&quot;1&quot;/&gt;&lt;lineCharCount val=&quot;1&quot;/&gt;&lt;/TableIndex&gt;&lt;TableIndex row=&quot;5&quot; col=&quot;12&quot;&gt;&lt;linesCount val=&quot;0&quot;/&gt;&lt;/TableIndex&gt;&lt;TableIndex row=&quot;5&quot; col=&quot;13&quot;&gt;&lt;linesCount val=&quot;0&quot;/&gt;&lt;/TableIndex&gt;&lt;TableIndex row=&quot;6&quot; col=&quot;1&quot;&gt;&lt;linesCount val=&quot;0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0&quot;/&gt;&lt;/TableIndex&gt;&lt;TableIndex row=&quot;6&quot; col=&quot;7&quot;&gt;&lt;linesCount val=&quot;0&quot;/&gt;&lt;/TableIndex&gt;&lt;TableIndex row=&quot;6&quot; col=&quot;8&quot;&gt;&lt;linesCount val=&quot;0&quot;/&gt;&lt;/TableIndex&gt;&lt;TableIndex row=&quot;6&quot; col=&quot;9&quot;&gt;&lt;linesCount val=&quot;1&quot;/&gt;&lt;lineCharCount val=&quot;1&quot;/&gt;&lt;/TableIndex&gt;&lt;TableIndex row=&quot;6&quot; col=&quot;10&quot;&gt;&lt;linesCount val=&quot;1&quot;/&gt;&lt;lineCharCount val=&quot;1&quot;/&gt;&lt;/TableIndex&gt;&lt;TableIndex row=&quot;6&quot; col=&quot;11&quot;&gt;&lt;linesCount val=&quot;1&quot;/&gt;&lt;lineCharCount val=&quot;1&quot;/&gt;&lt;/TableIndex&gt;&lt;TableIndex row=&quot;6&quot; col=&quot;12&quot;&gt;&lt;linesCount val=&quot;1&quot;/&gt;&lt;lineCharCount val=&quot;1&quot;/&gt;&lt;/TableIndex&gt;&lt;TableIndex row=&quot;6&quot; col=&quot;13&quot;&gt;&lt;linesCount val=&quot;0&quot;/&gt;&lt;/TableIndex&gt;&lt;TableIndex row=&quot;7&quot; col=&quot;1&quot;&gt;&lt;linesCount val=&quot;0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TableIndex row=&quot;7&quot; col=&quot;5&quot;&gt;&lt;linesCount val=&quot;0&quot;/&gt;&lt;/TableIndex&gt;&lt;TableIndex row=&quot;7&quot; col=&quot;6&quot;&gt;&lt;linesCount val=&quot;0&quot;/&gt;&lt;/TableIndex&gt;&lt;TableIndex row=&quot;7&quot; col=&quot;7&quot;&gt;&lt;linesCount val=&quot;0&quot;/&gt;&lt;/TableIndex&gt;&lt;TableIndex row=&quot;7&quot; col=&quot;8&quot;&gt;&lt;linesCount val=&quot;1&quot;/&gt;&lt;lineCharCount val=&quot;1&quot;/&gt;&lt;/TableIndex&gt;&lt;TableIndex row=&quot;7&quot; col=&quot;9&quot;&gt;&lt;linesCount val=&quot;1&quot;/&gt;&lt;lineCharCount val=&quot;1&quot;/&gt;&lt;/TableIndex&gt;&lt;TableIndex row=&quot;7&quot; col=&quot;10&quot;&gt;&lt;linesCount val=&quot;1&quot;/&gt;&lt;lineCharCount val=&quot;1&quot;/&gt;&lt;/TableIndex&gt;&lt;TableIndex row=&quot;7&quot; col=&quot;11&quot;&gt;&lt;linesCount val=&quot;1&quot;/&gt;&lt;lineCharCount val=&quot;1&quot;/&gt;&lt;/TableIndex&gt;&lt;TableIndex row=&quot;7&quot; col=&quot;12&quot;&gt;&lt;linesCount val=&quot;1&quot;/&gt;&lt;lineCharCount val=&quot;1&quot;/&gt;&lt;/TableIndex&gt;&lt;TableIndex row=&quot;7&quot; col=&quot;13&quot;&gt;&lt;linesCount val=&quot;0&quot;/&gt;&lt;/TableIndex&gt;&lt;TableIndex row=&quot;8&quot; col=&quot;1&quot;&gt;&lt;linesCount val=&quot;0&quot;/&gt;&lt;/TableIndex&gt;&lt;TableIndex row=&quot;8&quot; col=&quot;2&quot;&gt;&lt;linesCount val=&quot;0&quot;/&gt;&lt;/TableIndex&gt;&lt;TableIndex row=&quot;8&quot; col=&quot;3&quot;&gt;&lt;linesCount val=&quot;0&quot;/&gt;&lt;/TableIndex&gt;&lt;TableIndex row=&quot;8&quot; col=&quot;4&quot;&gt;&lt;linesCount val=&quot;0&quot;/&gt;&lt;/TableIndex&gt;&lt;TableIndex row=&quot;8&quot; col=&quot;5&quot;&gt;&lt;linesCount val=&quot;0&quot;/&gt;&lt;/TableIndex&gt;&lt;TableIndex row=&quot;8&quot; col=&quot;6&quot;&gt;&lt;linesCount val=&quot;0&quot;/&gt;&lt;/TableIndex&gt;&lt;TableIndex row=&quot;8&quot; col=&quot;7&quot;&gt;&lt;linesCount val=&quot;0&quot;/&gt;&lt;/TableIndex&gt;&lt;TableIndex row=&quot;8&quot; col=&quot;8&quot;&gt;&lt;linesCount val=&quot;0&quot;/&gt;&lt;/TableIndex&gt;&lt;TableIndex row=&quot;8&quot; col=&quot;9&quot;&gt;&lt;linesCount val=&quot;0&quot;/&gt;&lt;/TableIndex&gt;&lt;TableIndex row=&quot;8&quot; col=&quot;10&quot;&gt;&lt;linesCount val=&quot;0&quot;/&gt;&lt;/TableIndex&gt;&lt;TableIndex row=&quot;8&quot; col=&quot;11&quot;&gt;&lt;linesCount val=&quot;1&quot;/&gt;&lt;lineCharCount val=&quot;1&quot;/&gt;&lt;/TableIndex&gt;&lt;TableIndex row=&quot;8&quot; col=&quot;12&quot;&gt;&lt;linesCount val=&quot;1&quot;/&gt;&lt;lineCharCount val=&quot;1&quot;/&gt;&lt;/TableIndex&gt;&lt;TableIndex row=&quot;8&quot; col=&quot;13&quot;&gt;&lt;linesCount val=&quot;1&quot;/&gt;&lt;lineCharCount val=&quot;9&quot;/&gt;&lt;/TableIndex&gt;&lt;/ShapeTextInfo&gt;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8C1596FF-EF01-4414-BBF4-32709D33143A}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8C1596FF-EF01-4414-BBF4-32709D33143A}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10&quot;/&gt;&lt;lineCharCount val=&quot;9&quot;/&gt;&lt;/TableIndex&gt;&lt;/ShapeTextInfo&gt;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1.PNG&quot;/&gt;"/>
  <p:tag name="PPSNARRATION" val="31,226974800,C:\Users\sanmi\GoogleDrive\UWMdrive\Courses\ECE552\ece552-lec20_IntegerMulDiv_pptx\Media.ppcx"/>
  <p:tag name="TIMING" val="|6.4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329AEA5A-227F-4D12-B1CB-F81DDBED7BF7}_31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8C1596FF-EF01-4414-BBF4-32709D33143A}"/>
  <p:tag name="PRESENTER_SHAPEINFO" val="&lt;ThreeDShapeInfo&gt;&lt;uuid val=&quot;{A6489D91-971E-4B77-B03F-A16CDE8602FA}&quot;/&gt;&lt;isInvalidForFieldText val=&quot;0&quot;/&gt;&lt;Image&gt;&lt;filename val=&quot;C:\Users\sanmi\Documents\My Adobe Presentations\ece552-IntegerMulDiv\data\asimages\{A6489D91-971E-4B77-B03F-A16CDE8602FA}.png&quot;/&gt;&lt;left val=&quot;65&quot;/&gt;&lt;top val=&quot;125&quot;/&gt;&lt;width val=&quot;588&quot;/&gt;&lt;height val=&quot;375&quot;/&gt;&lt;hasText val=&quot;1&quot;/&gt;&lt;/Image&gt;&lt;/ThreeDShapeInfo&gt;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87F8C54A-EF63-457B-9DC3-3B7E723AA33E}_31.png&quot;/&gt;&lt;left val=&quot;18&quot;/&gt;&lt;top val=&quot;21&quot;/&gt;&lt;width val=&quot;376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BD7FB9D3-CDA1-48D2-BC05-68037E56115A}_31.png&quot;/&gt;&lt;left val=&quot;175&quot;/&gt;&lt;top val=&quot;416&quot;/&gt;&lt;width val=&quot;191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80EC8331-3155-41AC-9B81-FD12B217110E}_31.png&quot;/&gt;&lt;left val=&quot;194&quot;/&gt;&lt;top val=&quot;153&quot;/&gt;&lt;width val=&quot;106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972F9B53-3FC2-43C4-9807-58B14516198A}_31.png&quot;/&gt;&lt;left val=&quot;548&quot;/&gt;&lt;top val=&quot;427&quot;/&gt;&lt;width val=&quot;54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0ED0FCDD-C6D9-4D62-B5F2-197778D36CEB}_31.png&quot;/&gt;&lt;left val=&quot;275&quot;/&gt;&lt;top val=&quot;328&quot;/&gt;&lt;width val=&quot;156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F8C63543-9EA6-45F9-B53C-5F81C665B1CF}_31.png&quot;/&gt;&lt;left val=&quot;65&quot;/&gt;&lt;top val=&quot;125&quot;/&gt;&lt;width val=&quot;588&quot;/&gt;&lt;height val=&quot;375&quot;/&gt;&lt;hasText val=&quot;1&quot;/&gt;&lt;/Image&gt;&lt;/ThreeDShapeInfo&gt;"/>
  <p:tag name="PRESENTER_SHAPEINFO" val="&lt;ThreeDShapeInfo&gt;&lt;uuid val=&quot;{2C8E8026-E02D-49F7-8BEE-C7DFF24760A5}&quot;/&gt;&lt;isInvalidForFieldText val=&quot;0&quot;/&gt;&lt;Image&gt;&lt;filename val=&quot;C:\Users\sanmi\Documents\My Adobe Presentations\ece552-IntegerMulDiv\data\asimages\{2C8E8026-E02D-49F7-8BEE-C7DFF24760A5}.png&quot;/&gt;&lt;left val=&quot;65&quot;/&gt;&lt;top val=&quot;125&quot;/&gt;&lt;width val=&quot;588&quot;/&gt;&lt;height val=&quot;375&quot;/&gt;&lt;hasText val=&quot;1&quot;/&gt;&lt;/Image&gt;&lt;/ThreeDShapeInfo&gt;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35C432E1-D9BB-4821-BF50-B98A1852B3E9}_31.png&quot;/&gt;&lt;left val=&quot;388&quot;/&gt;&lt;top val=&quot;15&quot;/&gt;&lt;width val=&quot;324&quot;/&gt;&lt;height val=&quot;186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0&quot;/&gt;&lt;/TableIndex&gt;&lt;TableIndex row=&quot;1&quot; col=&quot;3&quot;&gt;&lt;linesCount val=&quot;0&quot;/&gt;&lt;/TableIndex&gt;&lt;TableIndex row=&quot;1&quot; col=&quot;4&quot;&gt;&lt;linesCount val=&quot;0&quot;/&gt;&lt;/TableIndex&gt;&lt;TableIndex row=&quot;1&quot; col=&quot;5&quot;&gt;&lt;linesCount val=&quot;0&quot;/&gt;&lt;/TableIndex&gt;&lt;TableIndex row=&quot;1&quot; col=&quot;6&quot;&gt;&lt;linesCount val=&quot;0&quot;/&gt;&lt;/TableIndex&gt;&lt;TableIndex row=&quot;1&quot; col=&quot;7&quot;&gt;&lt;linesCount val=&quot;0&quot;/&gt;&lt;/TableIndex&gt;&lt;TableIndex row=&quot;1&quot; col=&quot;8&quot;&gt;&lt;linesCount val=&quot;0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1&quot;/&gt;&lt;/TableIndex&gt;&lt;TableIndex row=&quot;1&quot; col=&quot;12&quot;&gt;&lt;linesCount val=&quot;1&quot;/&gt;&lt;lineCharCount val=&quot;1&quot;/&gt;&lt;/TableIndex&gt;&lt;TableIndex row=&quot;1&quot; col=&quot;13&quot;&gt;&lt;linesCount val=&quot;1&quot;/&gt;&lt;lineCharCount val=&quot;8&quot;/&gt;&lt;/TableIndex&gt;&lt;TableIndex row=&quot;2&quot; col=&quot;1&quot;&gt;&lt;linesCount val=&quot;1&quot;/&gt;&lt;lineCharCount val=&quot;7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2&quot; col=&quot;9&quot;&gt;&lt;linesCount val=&quot;1&quot;/&gt;&lt;lineCharCount val=&quot;1&quot;/&gt;&lt;/TableIndex&gt;&lt;TableIndex row=&quot;2&quot; col=&quot;10&quot;&gt;&lt;linesCount val=&quot;1&quot;/&gt;&lt;lineCharCount val=&quot;1&quot;/&gt;&lt;/TableIndex&gt;&lt;TableIndex row=&quot;2&quot; col=&quot;11&quot;&gt;&lt;linesCount val=&quot;1&quot;/&gt;&lt;lineCharCount val=&quot;1&quot;/&gt;&lt;/TableIndex&gt;&lt;TableIndex row=&quot;2&quot; col=&quot;12&quot;&gt;&lt;linesCount val=&quot;1&quot;/&gt;&lt;lineCharCount val=&quot;1&quot;/&gt;&lt;/TableIndex&gt;&lt;TableIndex row=&quot;2&quot; col=&quot;13&quot;&gt;&lt;linesCount val=&quot;1&quot;/&gt;&lt;lineCharCount val=&quot;8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1&quot;/&gt;&lt;lineCharCount val=&quot;1&quot;/&gt;&lt;/TableIndex&gt;&lt;TableIndex row=&quot;3&quot; col=&quot;10&quot;&gt;&lt;linesCount val=&quot;0&quot;/&gt;&lt;/TableIndex&gt;&lt;TableIndex row=&quot;3&quot; col=&quot;11&quot;&gt;&lt;linesCount val=&quot;0&quot;/&gt;&lt;/TableIndex&gt;&lt;TableIndex row=&quot;3&quot; col=&quot;12&quot;&gt;&lt;linesCount val=&quot;0&quot;/&gt;&lt;/TableIndex&gt;&lt;TableIndex row=&quot;3&quot; col=&quot;13&quot;&gt;&lt;linesCount val=&quot;0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0&quot;/&gt;&lt;/TableIndex&gt;&lt;TableIndex row=&quot;4&quot; col=&quot;5&quot;&gt;&lt;linesCount val=&quot;0&quot;/&gt;&lt;/TableIndex&gt;&lt;TableIndex row=&quot;4&quot; col=&quot;6&quot;&gt;&lt;linesCount val=&quot;0&quot;/&gt;&lt;/TableIndex&gt;&lt;TableIndex row=&quot;4&quot; col=&quot;7&quot;&gt;&lt;linesCount val=&quot;0&quot;/&gt;&lt;/TableIndex&gt;&lt;TableIndex row=&quot;4&quot; col=&quot;8&quot;&gt;&lt;linesCount val=&quot;0&quot;/&gt;&lt;/TableIndex&gt;&lt;TableIndex row=&quot;4&quot; col=&quot;9&quot;&gt;&lt;linesCount val=&quot;1&quot;/&gt;&lt;lineCharCount val=&quot;1&quot;/&gt;&lt;/TableIndex&gt;&lt;TableIndex row=&quot;4&quot; col=&quot;10&quot;&gt;&lt;linesCount val=&quot;1&quot;/&gt;&lt;lineCharCount val=&quot;1&quot;/&gt;&lt;/TableIndex&gt;&lt;TableIndex row=&quot;4&quot; col=&quot;11&quot;&gt;&lt;linesCount val=&quot;0&quot;/&gt;&lt;/TableIndex&gt;&lt;TableIndex row=&quot;4&quot; col=&quot;12&quot;&gt;&lt;linesCount val=&quot;0&quot;/&gt;&lt;/TableIndex&gt;&lt;TableIndex row=&quot;4&quot; col=&quot;13&quot;&gt;&lt;linesCount val=&quot;0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0&quot;/&gt;&lt;/TableIndex&gt;&lt;TableIndex row=&quot;5&quot; col=&quot;6&quot;&gt;&lt;linesCount val=&quot;0&quot;/&gt;&lt;/TableIndex&gt;&lt;TableIndex row=&quot;5&quot; col=&quot;7&quot;&gt;&lt;linesCount val=&quot;0&quot;/&gt;&lt;/TableIndex&gt;&lt;TableIndex row=&quot;5&quot; col=&quot;8&quot;&gt;&lt;linesCount val=&quot;0&quot;/&gt;&lt;/TableIndex&gt;&lt;TableIndex row=&quot;5&quot; col=&quot;9&quot;&gt;&lt;linesCount val=&quot;1&quot;/&gt;&lt;lineCharCount val=&quot;1&quot;/&gt;&lt;/TableIndex&gt;&lt;TableIndex row=&quot;5&quot; col=&quot;10&quot;&gt;&lt;linesCount val=&quot;1&quot;/&gt;&lt;lineCharCount val=&quot;1&quot;/&gt;&lt;/TableIndex&gt;&lt;TableIndex row=&quot;5&quot; col=&quot;11&quot;&gt;&lt;linesCount val=&quot;1&quot;/&gt;&lt;lineCharCount val=&quot;1&quot;/&gt;&lt;/TableIndex&gt;&lt;TableIndex row=&quot;5&quot; col=&quot;12&quot;&gt;&lt;linesCount val=&quot;0&quot;/&gt;&lt;/TableIndex&gt;&lt;TableIndex row=&quot;5&quot; col=&quot;13&quot;&gt;&lt;linesCount val=&quot;0&quot;/&gt;&lt;/TableIndex&gt;&lt;TableIndex row=&quot;6&quot; col=&quot;1&quot;&gt;&lt;linesCount val=&quot;0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0&quot;/&gt;&lt;/TableIndex&gt;&lt;TableIndex row=&quot;6&quot; col=&quot;7&quot;&gt;&lt;linesCount val=&quot;0&quot;/&gt;&lt;/TableIndex&gt;&lt;TableIndex row=&quot;6&quot; col=&quot;8&quot;&gt;&lt;linesCount val=&quot;0&quot;/&gt;&lt;/TableIndex&gt;&lt;TableIndex row=&quot;6&quot; col=&quot;9&quot;&gt;&lt;linesCount val=&quot;1&quot;/&gt;&lt;lineCharCount val=&quot;1&quot;/&gt;&lt;/TableIndex&gt;&lt;TableIndex row=&quot;6&quot; col=&quot;10&quot;&gt;&lt;linesCount val=&quot;1&quot;/&gt;&lt;lineCharCount val=&quot;1&quot;/&gt;&lt;/TableIndex&gt;&lt;TableIndex row=&quot;6&quot; col=&quot;11&quot;&gt;&lt;linesCount val=&quot;1&quot;/&gt;&lt;lineCharCount val=&quot;1&quot;/&gt;&lt;/TableIndex&gt;&lt;TableIndex row=&quot;6&quot; col=&quot;12&quot;&gt;&lt;linesCount val=&quot;1&quot;/&gt;&lt;lineCharCount val=&quot;1&quot;/&gt;&lt;/TableIndex&gt;&lt;TableIndex row=&quot;6&quot; col=&quot;13&quot;&gt;&lt;linesCount val=&quot;0&quot;/&gt;&lt;/TableIndex&gt;&lt;TableIndex row=&quot;7&quot; col=&quot;1&quot;&gt;&lt;linesCount val=&quot;0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TableIndex row=&quot;7&quot; col=&quot;5&quot;&gt;&lt;linesCount val=&quot;0&quot;/&gt;&lt;/TableIndex&gt;&lt;TableIndex row=&quot;7&quot; col=&quot;6&quot;&gt;&lt;linesCount val=&quot;0&quot;/&gt;&lt;/TableIndex&gt;&lt;TableIndex row=&quot;7&quot; col=&quot;7&quot;&gt;&lt;linesCount val=&quot;0&quot;/&gt;&lt;/TableIndex&gt;&lt;TableIndex row=&quot;7&quot; col=&quot;8&quot;&gt;&lt;linesCount val=&quot;1&quot;/&gt;&lt;lineCharCount val=&quot;1&quot;/&gt;&lt;/TableIndex&gt;&lt;TableIndex row=&quot;7&quot; col=&quot;9&quot;&gt;&lt;linesCount val=&quot;1&quot;/&gt;&lt;lineCharCount val=&quot;1&quot;/&gt;&lt;/TableIndex&gt;&lt;TableIndex row=&quot;7&quot; col=&quot;10&quot;&gt;&lt;linesCount val=&quot;1&quot;/&gt;&lt;lineCharCount val=&quot;1&quot;/&gt;&lt;/TableIndex&gt;&lt;TableIndex row=&quot;7&quot; col=&quot;11&quot;&gt;&lt;linesCount val=&quot;1&quot;/&gt;&lt;lineCharCount val=&quot;1&quot;/&gt;&lt;/TableIndex&gt;&lt;TableIndex row=&quot;7&quot; col=&quot;12&quot;&gt;&lt;linesCount val=&quot;1&quot;/&gt;&lt;lineCharCount val=&quot;1&quot;/&gt;&lt;/TableIndex&gt;&lt;TableIndex row=&quot;7&quot; col=&quot;13&quot;&gt;&lt;linesCount val=&quot;0&quot;/&gt;&lt;/TableIndex&gt;&lt;TableIndex row=&quot;8&quot; col=&quot;1&quot;&gt;&lt;linesCount val=&quot;0&quot;/&gt;&lt;/TableIndex&gt;&lt;TableIndex row=&quot;8&quot; col=&quot;2&quot;&gt;&lt;linesCount val=&quot;0&quot;/&gt;&lt;/TableIndex&gt;&lt;TableIndex row=&quot;8&quot; col=&quot;3&quot;&gt;&lt;linesCount val=&quot;0&quot;/&gt;&lt;/TableIndex&gt;&lt;TableIndex row=&quot;8&quot; col=&quot;4&quot;&gt;&lt;linesCount val=&quot;0&quot;/&gt;&lt;/TableIndex&gt;&lt;TableIndex row=&quot;8&quot; col=&quot;5&quot;&gt;&lt;linesCount val=&quot;0&quot;/&gt;&lt;/TableIndex&gt;&lt;TableIndex row=&quot;8&quot; col=&quot;6&quot;&gt;&lt;linesCount val=&quot;0&quot;/&gt;&lt;/TableIndex&gt;&lt;TableIndex row=&quot;8&quot; col=&quot;7&quot;&gt;&lt;linesCount val=&quot;0&quot;/&gt;&lt;/TableIndex&gt;&lt;TableIndex row=&quot;8&quot; col=&quot;8&quot;&gt;&lt;linesCount val=&quot;0&quot;/&gt;&lt;/TableIndex&gt;&lt;TableIndex row=&quot;8&quot; col=&quot;9&quot;&gt;&lt;linesCount val=&quot;0&quot;/&gt;&lt;/TableIndex&gt;&lt;TableIndex row=&quot;8&quot; col=&quot;10&quot;&gt;&lt;linesCount val=&quot;0&quot;/&gt;&lt;/TableIndex&gt;&lt;TableIndex row=&quot;8&quot; col=&quot;11&quot;&gt;&lt;linesCount val=&quot;1&quot;/&gt;&lt;lineCharCount val=&quot;1&quot;/&gt;&lt;/TableIndex&gt;&lt;TableIndex row=&quot;8&quot; col=&quot;12&quot;&gt;&lt;linesCount val=&quot;1&quot;/&gt;&lt;lineCharCount val=&quot;1&quot;/&gt;&lt;/TableIndex&gt;&lt;TableIndex row=&quot;8&quot; col=&quot;13&quot;&gt;&lt;linesCount val=&quot;1&quot;/&gt;&lt;lineCharCount val=&quot;9&quot;/&gt;&lt;/TableIndex&gt;&lt;/ShapeTextInfo&gt;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8C1596FF-EF01-4414-BBF4-32709D33143A}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2.PNG&quot;/&gt;"/>
  <p:tag name="PPSNARRATION" val="32,226974800,C:\Users\sanmi\GoogleDrive\UWMdrive\Courses\ECE552\ece552-lec20_IntegerMulDiv_pptx\Media.ppcx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8F966BA5-3EAD-47FA-85F6-39052922BF76}_3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2&quot;/&gt;&lt;/TableIndex&gt;&lt;/ShapeTextInfo&gt;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3750BE1B-582B-41D7-9F9A-C0A0457685EE}_32.png&quot;/&gt;&lt;left val=&quot;27&quot;/&gt;&lt;top val=&quot;120&quot;/&gt;&lt;width val=&quot;657&quot;/&gt;&lt;height val=&quot;388&quot;/&gt;&lt;hasText val=&quot;1&quot;/&gt;&lt;/Image&gt;&lt;/ThreeDShapeInfo&gt;"/>
  <p:tag name="PRESENTER_SHAPETEXTINFO" val="&lt;ShapeTextInfo&gt;&lt;TableIndex row=&quot;-1&quot; col=&quot;-1&quot;&gt;&lt;linesCount val=&quot;11&quot;/&gt;&lt;lineCharCount val=&quot;55&quot;/&gt;&lt;lineCharCount val=&quot;54&quot;/&gt;&lt;lineCharCount val=&quot;46&quot;/&gt;&lt;lineCharCount val=&quot;50&quot;/&gt;&lt;lineCharCount val=&quot;9&quot;/&gt;&lt;lineCharCount val=&quot;41&quot;/&gt;&lt;lineCharCount val=&quot;32&quot;/&gt;&lt;lineCharCount val=&quot;51&quot;/&gt;&lt;lineCharCount val=&quot;48&quot;/&gt;&lt;lineCharCount val=&quot;48&quot;/&gt;&lt;lineCharCount val=&quot;23&quot;/&gt;&lt;/TableIndex&gt;&lt;/ShapeTextInfo&gt;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944E48EC-0278-4FAA-952C-AB2E485BD83B}_32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3.PNG&quot;/&gt;"/>
  <p:tag name="PPSNARRATION" val="33,226974800,C:\Users\sanmi\GoogleDrive\UWMdrive\Courses\ECE552\ece552-lec20_IntegerMulDiv_pptx\Media.ppcx"/>
  <p:tag name="TIMING" val="|19.1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FD629DA3-27AC-4F1E-B130-9B57710A76F8}_33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8C1596FF-EF01-4414-BBF4-32709D33143A}"/>
  <p:tag name="PRESENTER_SHAPEINFO" val="&lt;ThreeDShapeInfo&gt;&lt;uuid val=&quot;{16520E1D-626E-49CC-BC9C-F1D01B594D08}&quot;/&gt;&lt;isInvalidForFieldText val=&quot;0&quot;/&gt;&lt;Image&gt;&lt;filename val=&quot;C:\Users\sanmi\Documents\My Adobe Presentations\ece552-IntegerMulDiv\data\asimages\{16520E1D-626E-49CC-BC9C-F1D01B594D08}.png&quot;/&gt;&lt;left val=&quot;65&quot;/&gt;&lt;top val=&quot;125&quot;/&gt;&lt;width val=&quot;588&quot;/&gt;&lt;height val=&quot;375&quot;/&gt;&lt;hasText val=&quot;1&quot;/&gt;&lt;/Image&gt;&lt;/ThreeDShapeInfo&gt;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F695B702-1370-4C9D-A102-F3774ABF0CE3}_33.png&quot;/&gt;&lt;left val=&quot;35&quot;/&gt;&lt;top val=&quot;0&quot;/&gt;&lt;width val=&quot;342&quot;/&gt;&lt;height val=&quot;146&quot;/&gt;&lt;hasText val=&quot;1&quot;/&gt;&lt;/Image&gt;&lt;/ThreeDShapeInfo&gt;"/>
  <p:tag name="PRESENTER_SHAPETEXTINFO" val="&lt;ShapeTextInfo&gt;&lt;TableIndex row=&quot;-1&quot; col=&quot;-1&quot;&gt;&lt;linesCount val=&quot;2&quot;/&gt;&lt;lineCharCount val=&quot;14&quot;/&gt;&lt;lineCharCount val=&quot;8&quot;/&gt;&lt;/TableIndex&gt;&lt;/ShapeTextInfo&gt;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3FCDD46D-AEAB-445E-880D-CE2A5D9AF891}_33.png&quot;/&gt;&lt;left val=&quot;175&quot;/&gt;&lt;top val=&quot;416&quot;/&gt;&lt;width val=&quot;191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F365BA52-EC24-4A5E-B2A3-026B2A418356}_33.png&quot;/&gt;&lt;left val=&quot;194&quot;/&gt;&lt;top val=&quot;153&quot;/&gt;&lt;width val=&quot;106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F843FCEB-EAA6-4426-950B-691EE88E66D9}_33.png&quot;/&gt;&lt;left val=&quot;275&quot;/&gt;&lt;top val=&quot;328&quot;/&gt;&lt;width val=&quot;156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82028456-0DF3-45D9-8EC5-9B70412BC33B}_33.png&quot;/&gt;&lt;left val=&quot;65&quot;/&gt;&lt;top val=&quot;125&quot;/&gt;&lt;width val=&quot;588&quot;/&gt;&lt;height val=&quot;375&quot;/&gt;&lt;hasText val=&quot;1&quot;/&gt;&lt;/Image&gt;&lt;/ThreeDShapeInfo&gt;"/>
  <p:tag name="PRESENTER_SHAPEINFO" val="&lt;ThreeDShapeInfo&gt;&lt;uuid val=&quot;{FC7E794F-724D-40C2-9869-4454E4FE3174}&quot;/&gt;&lt;isInvalidForFieldText val=&quot;0&quot;/&gt;&lt;Image&gt;&lt;filename val=&quot;C:\Users\sanmi\Documents\My Adobe Presentations\ece552-IntegerMulDiv\data\asimages\{FC7E794F-724D-40C2-9869-4454E4FE3174}.png&quot;/&gt;&lt;left val=&quot;65&quot;/&gt;&lt;top val=&quot;125&quot;/&gt;&lt;width val=&quot;588&quot;/&gt;&lt;height val=&quot;375&quot;/&gt;&lt;hasText val=&quot;1&quot;/&gt;&lt;/Image&gt;&lt;/ThreeDShapeInfo&gt;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42D4F5CE-4D98-424E-9605-DA42BB2CB5F4}_33.png&quot;/&gt;&lt;left val=&quot;388&quot;/&gt;&lt;top val=&quot;15&quot;/&gt;&lt;width val=&quot;324&quot;/&gt;&lt;height val=&quot;186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0&quot;/&gt;&lt;/TableIndex&gt;&lt;TableIndex row=&quot;1&quot; col=&quot;3&quot;&gt;&lt;linesCount val=&quot;0&quot;/&gt;&lt;/TableIndex&gt;&lt;TableIndex row=&quot;1&quot; col=&quot;4&quot;&gt;&lt;linesCount val=&quot;0&quot;/&gt;&lt;/TableIndex&gt;&lt;TableIndex row=&quot;1&quot; col=&quot;5&quot;&gt;&lt;linesCount val=&quot;0&quot;/&gt;&lt;/TableIndex&gt;&lt;TableIndex row=&quot;1&quot; col=&quot;6&quot;&gt;&lt;linesCount val=&quot;0&quot;/&gt;&lt;/TableIndex&gt;&lt;TableIndex row=&quot;1&quot; col=&quot;7&quot;&gt;&lt;linesCount val=&quot;0&quot;/&gt;&lt;/TableIndex&gt;&lt;TableIndex row=&quot;1&quot; col=&quot;8&quot;&gt;&lt;linesCount val=&quot;0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1&quot;/&gt;&lt;/TableIndex&gt;&lt;TableIndex row=&quot;1&quot; col=&quot;12&quot;&gt;&lt;linesCount val=&quot;1&quot;/&gt;&lt;lineCharCount val=&quot;1&quot;/&gt;&lt;/TableIndex&gt;&lt;TableIndex row=&quot;1&quot; col=&quot;13&quot;&gt;&lt;linesCount val=&quot;1&quot;/&gt;&lt;lineCharCount val=&quot;8&quot;/&gt;&lt;/TableIndex&gt;&lt;TableIndex row=&quot;2&quot; col=&quot;1&quot;&gt;&lt;linesCount val=&quot;1&quot;/&gt;&lt;lineCharCount val=&quot;7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2&quot; col=&quot;9&quot;&gt;&lt;linesCount val=&quot;1&quot;/&gt;&lt;lineCharCount val=&quot;1&quot;/&gt;&lt;/TableIndex&gt;&lt;TableIndex row=&quot;2&quot; col=&quot;10&quot;&gt;&lt;linesCount val=&quot;1&quot;/&gt;&lt;lineCharCount val=&quot;1&quot;/&gt;&lt;/TableIndex&gt;&lt;TableIndex row=&quot;2&quot; col=&quot;11&quot;&gt;&lt;linesCount val=&quot;1&quot;/&gt;&lt;lineCharCount val=&quot;1&quot;/&gt;&lt;/TableIndex&gt;&lt;TableIndex row=&quot;2&quot; col=&quot;12&quot;&gt;&lt;linesCount val=&quot;1&quot;/&gt;&lt;lineCharCount val=&quot;1&quot;/&gt;&lt;/TableIndex&gt;&lt;TableIndex row=&quot;2&quot; col=&quot;13&quot;&gt;&lt;linesCount val=&quot;1&quot;/&gt;&lt;lineCharCount val=&quot;8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1&quot;/&gt;&lt;lineCharCount val=&quot;1&quot;/&gt;&lt;/TableIndex&gt;&lt;TableIndex row=&quot;3&quot; col=&quot;10&quot;&gt;&lt;linesCount val=&quot;0&quot;/&gt;&lt;/TableIndex&gt;&lt;TableIndex row=&quot;3&quot; col=&quot;11&quot;&gt;&lt;linesCount val=&quot;0&quot;/&gt;&lt;/TableIndex&gt;&lt;TableIndex row=&quot;3&quot; col=&quot;12&quot;&gt;&lt;linesCount val=&quot;0&quot;/&gt;&lt;/TableIndex&gt;&lt;TableIndex row=&quot;3&quot; col=&quot;13&quot;&gt;&lt;linesCount val=&quot;0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0&quot;/&gt;&lt;/TableIndex&gt;&lt;TableIndex row=&quot;4&quot; col=&quot;5&quot;&gt;&lt;linesCount val=&quot;0&quot;/&gt;&lt;/TableIndex&gt;&lt;TableIndex row=&quot;4&quot; col=&quot;6&quot;&gt;&lt;linesCount val=&quot;0&quot;/&gt;&lt;/TableIndex&gt;&lt;TableIndex row=&quot;4&quot; col=&quot;7&quot;&gt;&lt;linesCount val=&quot;0&quot;/&gt;&lt;/TableIndex&gt;&lt;TableIndex row=&quot;4&quot; col=&quot;8&quot;&gt;&lt;linesCount val=&quot;0&quot;/&gt;&lt;/TableIndex&gt;&lt;TableIndex row=&quot;4&quot; col=&quot;9&quot;&gt;&lt;linesCount val=&quot;1&quot;/&gt;&lt;lineCharCount val=&quot;1&quot;/&gt;&lt;/TableIndex&gt;&lt;TableIndex row=&quot;4&quot; col=&quot;10&quot;&gt;&lt;linesCount val=&quot;1&quot;/&gt;&lt;lineCharCount val=&quot;1&quot;/&gt;&lt;/TableIndex&gt;&lt;TableIndex row=&quot;4&quot; col=&quot;11&quot;&gt;&lt;linesCount val=&quot;0&quot;/&gt;&lt;/TableIndex&gt;&lt;TableIndex row=&quot;4&quot; col=&quot;12&quot;&gt;&lt;linesCount val=&quot;0&quot;/&gt;&lt;/TableIndex&gt;&lt;TableIndex row=&quot;4&quot; col=&quot;13&quot;&gt;&lt;linesCount val=&quot;0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0&quot;/&gt;&lt;/TableIndex&gt;&lt;TableIndex row=&quot;5&quot; col=&quot;6&quot;&gt;&lt;linesCount val=&quot;0&quot;/&gt;&lt;/TableIndex&gt;&lt;TableIndex row=&quot;5&quot; col=&quot;7&quot;&gt;&lt;linesCount val=&quot;0&quot;/&gt;&lt;/TableIndex&gt;&lt;TableIndex row=&quot;5&quot; col=&quot;8&quot;&gt;&lt;linesCount val=&quot;0&quot;/&gt;&lt;/TableIndex&gt;&lt;TableIndex row=&quot;5&quot; col=&quot;9&quot;&gt;&lt;linesCount val=&quot;1&quot;/&gt;&lt;lineCharCount val=&quot;1&quot;/&gt;&lt;/TableIndex&gt;&lt;TableIndex row=&quot;5&quot; col=&quot;10&quot;&gt;&lt;linesCount val=&quot;1&quot;/&gt;&lt;lineCharCount val=&quot;1&quot;/&gt;&lt;/TableIndex&gt;&lt;TableIndex row=&quot;5&quot; col=&quot;11&quot;&gt;&lt;linesCount val=&quot;1&quot;/&gt;&lt;lineCharCount val=&quot;1&quot;/&gt;&lt;/TableIndex&gt;&lt;TableIndex row=&quot;5&quot; col=&quot;12&quot;&gt;&lt;linesCount val=&quot;0&quot;/&gt;&lt;/TableIndex&gt;&lt;TableIndex row=&quot;5&quot; col=&quot;13&quot;&gt;&lt;linesCount val=&quot;0&quot;/&gt;&lt;/TableIndex&gt;&lt;TableIndex row=&quot;6&quot; col=&quot;1&quot;&gt;&lt;linesCount val=&quot;0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0&quot;/&gt;&lt;/TableIndex&gt;&lt;TableIndex row=&quot;6&quot; col=&quot;7&quot;&gt;&lt;linesCount val=&quot;0&quot;/&gt;&lt;/TableIndex&gt;&lt;TableIndex row=&quot;6&quot; col=&quot;8&quot;&gt;&lt;linesCount val=&quot;0&quot;/&gt;&lt;/TableIndex&gt;&lt;TableIndex row=&quot;6&quot; col=&quot;9&quot;&gt;&lt;linesCount val=&quot;1&quot;/&gt;&lt;lineCharCount val=&quot;1&quot;/&gt;&lt;/TableIndex&gt;&lt;TableIndex row=&quot;6&quot; col=&quot;10&quot;&gt;&lt;linesCount val=&quot;1&quot;/&gt;&lt;lineCharCount val=&quot;1&quot;/&gt;&lt;/TableIndex&gt;&lt;TableIndex row=&quot;6&quot; col=&quot;11&quot;&gt;&lt;linesCount val=&quot;1&quot;/&gt;&lt;lineCharCount val=&quot;1&quot;/&gt;&lt;/TableIndex&gt;&lt;TableIndex row=&quot;6&quot; col=&quot;12&quot;&gt;&lt;linesCount val=&quot;1&quot;/&gt;&lt;lineCharCount val=&quot;1&quot;/&gt;&lt;/TableIndex&gt;&lt;TableIndex row=&quot;6&quot; col=&quot;13&quot;&gt;&lt;linesCount val=&quot;0&quot;/&gt;&lt;/TableIndex&gt;&lt;TableIndex row=&quot;7&quot; col=&quot;1&quot;&gt;&lt;linesCount val=&quot;0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TableIndex row=&quot;7&quot; col=&quot;5&quot;&gt;&lt;linesCount val=&quot;0&quot;/&gt;&lt;/TableIndex&gt;&lt;TableIndex row=&quot;7&quot; col=&quot;6&quot;&gt;&lt;linesCount val=&quot;0&quot;/&gt;&lt;/TableIndex&gt;&lt;TableIndex row=&quot;7&quot; col=&quot;7&quot;&gt;&lt;linesCount val=&quot;0&quot;/&gt;&lt;/TableIndex&gt;&lt;TableIndex row=&quot;7&quot; col=&quot;8&quot;&gt;&lt;linesCount val=&quot;1&quot;/&gt;&lt;lineCharCount val=&quot;1&quot;/&gt;&lt;/TableIndex&gt;&lt;TableIndex row=&quot;7&quot; col=&quot;9&quot;&gt;&lt;linesCount val=&quot;1&quot;/&gt;&lt;lineCharCount val=&quot;1&quot;/&gt;&lt;/TableIndex&gt;&lt;TableIndex row=&quot;7&quot; col=&quot;10&quot;&gt;&lt;linesCount val=&quot;1&quot;/&gt;&lt;lineCharCount val=&quot;1&quot;/&gt;&lt;/TableIndex&gt;&lt;TableIndex row=&quot;7&quot; col=&quot;11&quot;&gt;&lt;linesCount val=&quot;1&quot;/&gt;&lt;lineCharCount val=&quot;1&quot;/&gt;&lt;/TableIndex&gt;&lt;TableIndex row=&quot;7&quot; col=&quot;12&quot;&gt;&lt;linesCount val=&quot;1&quot;/&gt;&lt;lineCharCount val=&quot;1&quot;/&gt;&lt;/TableIndex&gt;&lt;TableIndex row=&quot;7&quot; col=&quot;13&quot;&gt;&lt;linesCount val=&quot;0&quot;/&gt;&lt;/TableIndex&gt;&lt;TableIndex row=&quot;8&quot; col=&quot;1&quot;&gt;&lt;linesCount val=&quot;0&quot;/&gt;&lt;/TableIndex&gt;&lt;TableIndex row=&quot;8&quot; col=&quot;2&quot;&gt;&lt;linesCount val=&quot;0&quot;/&gt;&lt;/TableIndex&gt;&lt;TableIndex row=&quot;8&quot; col=&quot;3&quot;&gt;&lt;linesCount val=&quot;0&quot;/&gt;&lt;/TableIndex&gt;&lt;TableIndex row=&quot;8&quot; col=&quot;4&quot;&gt;&lt;linesCount val=&quot;0&quot;/&gt;&lt;/TableIndex&gt;&lt;TableIndex row=&quot;8&quot; col=&quot;5&quot;&gt;&lt;linesCount val=&quot;0&quot;/&gt;&lt;/TableIndex&gt;&lt;TableIndex row=&quot;8&quot; col=&quot;6&quot;&gt;&lt;linesCount val=&quot;0&quot;/&gt;&lt;/TableIndex&gt;&lt;TableIndex row=&quot;8&quot; col=&quot;7&quot;&gt;&lt;linesCount val=&quot;0&quot;/&gt;&lt;/TableIndex&gt;&lt;TableIndex row=&quot;8&quot; col=&quot;8&quot;&gt;&lt;linesCount val=&quot;0&quot;/&gt;&lt;/TableIndex&gt;&lt;TableIndex row=&quot;8&quot; col=&quot;9&quot;&gt;&lt;linesCount val=&quot;0&quot;/&gt;&lt;/TableIndex&gt;&lt;TableIndex row=&quot;8&quot; col=&quot;10&quot;&gt;&lt;linesCount val=&quot;0&quot;/&gt;&lt;/TableIndex&gt;&lt;TableIndex row=&quot;8&quot; col=&quot;11&quot;&gt;&lt;linesCount val=&quot;1&quot;/&gt;&lt;lineCharCount val=&quot;1&quot;/&gt;&lt;/TableIndex&gt;&lt;TableIndex row=&quot;8&quot; col=&quot;12&quot;&gt;&lt;linesCount val=&quot;1&quot;/&gt;&lt;lineCharCount val=&quot;1&quot;/&gt;&lt;/TableIndex&gt;&lt;TableIndex row=&quot;8&quot; col=&quot;13&quot;&gt;&lt;linesCount val=&quot;1&quot;/&gt;&lt;lineCharCount val=&quot;9&quot;/&gt;&lt;/TableIndex&gt;&lt;/ShapeTextInfo&gt;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8C1596FF-EF01-4414-BBF4-32709D33143A}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4.PNG&quot;/&gt;"/>
  <p:tag name="PPSNARRATION" val="34,226974800,C:\Users\sanmi\GoogleDrive\UWMdrive\Courses\ECE552\ece552-lec20_IntegerMulDiv_pptx\Media.ppcx"/>
  <p:tag name="TIMING" val="|9.8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DA20DE0D-703E-40D3-96EF-710940C51D67}_34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8C1596FF-EF01-4414-BBF4-32709D33143A}"/>
  <p:tag name="PRESENTER_SHAPEINFO" val="&lt;ThreeDShapeInfo&gt;&lt;uuid val=&quot;{B6CB6B26-4DF9-47CF-9A71-4EA97B746894}&quot;/&gt;&lt;isInvalidForFieldText val=&quot;0&quot;/&gt;&lt;Image&gt;&lt;filename val=&quot;C:\Users\sanmi\Documents\My Adobe Presentations\ece552-IntegerMulDiv\data\asimages\{B6CB6B26-4DF9-47CF-9A71-4EA97B746894}.png&quot;/&gt;&lt;left val=&quot;65&quot;/&gt;&lt;top val=&quot;125&quot;/&gt;&lt;width val=&quot;588&quot;/&gt;&lt;height val=&quot;375&quot;/&gt;&lt;hasText val=&quot;1&quot;/&gt;&lt;/Image&gt;&lt;/ThreeDShapeInfo&gt;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332E94E9-167A-4E4B-A618-FFD02376ED7E}_34.png&quot;/&gt;&lt;left val=&quot;35&quot;/&gt;&lt;top val=&quot;0&quot;/&gt;&lt;width val=&quot;342&quot;/&gt;&lt;height val=&quot;146&quot;/&gt;&lt;hasText val=&quot;1&quot;/&gt;&lt;/Image&gt;&lt;/ThreeDShapeInfo&gt;"/>
  <p:tag name="PRESENTER_SHAPETEXTINFO" val="&lt;ShapeTextInfo&gt;&lt;TableIndex row=&quot;-1&quot; col=&quot;-1&quot;&gt;&lt;linesCount val=&quot;2&quot;/&gt;&lt;lineCharCount val=&quot;14&quot;/&gt;&lt;lineCharCount val=&quot;8&quot;/&gt;&lt;/TableIndex&gt;&lt;/ShapeTextInfo&gt;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283A0F21-B1D4-4E48-B430-81F4EA9A6AE7}_34.png&quot;/&gt;&lt;left val=&quot;175&quot;/&gt;&lt;top val=&quot;416&quot;/&gt;&lt;width val=&quot;191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9FEA6421-94BC-4AB6-AC70-A1273B261A2C}_34.png&quot;/&gt;&lt;left val=&quot;194&quot;/&gt;&lt;top val=&quot;153&quot;/&gt;&lt;width val=&quot;106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9A5D7504-326A-482A-8799-96986FA4361C}_34.png&quot;/&gt;&lt;left val=&quot;528&quot;/&gt;&lt;top val=&quot;345&quot;/&gt;&lt;width val=&quot;176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7B1D88CF-CC21-4A63-B66A-7893C2DCA2A6}_34.png&quot;/&gt;&lt;left val=&quot;275&quot;/&gt;&lt;top val=&quot;328&quot;/&gt;&lt;width val=&quot;156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D2120BB1-071A-495D-89E3-E9F2BB67A269}_34.png&quot;/&gt;&lt;left val=&quot;137&quot;/&gt;&lt;top val=&quot;201&quot;/&gt;&lt;width val=&quot;116&quot;/&gt;&lt;height val=&quot;67&quot;/&gt;&lt;hasText val=&quot;1&quot;/&gt;&lt;/Image&gt;&lt;/ThreeDShapeInfo&gt;"/>
  <p:tag name="PRESENTER_SHAPETEXTINFO" val="&lt;ShapeTextInfo&gt;&lt;TableIndex row=&quot;-1&quot; col=&quot;-1&quot;&gt;&lt;linesCount val=&quot;2&quot;/&gt;&lt;lineCharCount val=&quot;10&quot;/&gt;&lt;lineCharCount val=&quot;9&quot;/&gt;&lt;/TableIndex&gt;&lt;/ShapeTextInfo&gt;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C44DD9F0-BC78-4BEB-A062-06A883BDBA72}_34.png&quot;/&gt;&lt;left val=&quot;65&quot;/&gt;&lt;top val=&quot;125&quot;/&gt;&lt;width val=&quot;639&quot;/&gt;&lt;height val=&quot;375&quot;/&gt;&lt;hasText val=&quot;1&quot;/&gt;&lt;/Image&gt;&lt;/ThreeDShapeInfo&gt;"/>
  <p:tag name="PRESENTER_SHAPEINFO" val="&lt;ThreeDShapeInfo&gt;&lt;uuid val=&quot;{C3D8FD2E-8868-4D25-A87B-40B485FA5651}&quot;/&gt;&lt;isInvalidForFieldText val=&quot;0&quot;/&gt;&lt;Image&gt;&lt;filename val=&quot;C:\Users\sanmi\Documents\My Adobe Presentations\ece552-IntegerMulDiv\data\asimages\{C3D8FD2E-8868-4D25-A87B-40B485FA5651}.png&quot;/&gt;&lt;left val=&quot;65&quot;/&gt;&lt;top val=&quot;125&quot;/&gt;&lt;width val=&quot;639&quot;/&gt;&lt;height val=&quot;375&quot;/&gt;&lt;hasText val=&quot;1&quot;/&gt;&lt;/Image&gt;&lt;/ThreeDShapeInfo&gt;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C8763A40-B9B1-4899-A1B5-DC7EAEAC990E}_34.png&quot;/&gt;&lt;left val=&quot;388&quot;/&gt;&lt;top val=&quot;15&quot;/&gt;&lt;width val=&quot;324&quot;/&gt;&lt;height val=&quot;186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0&quot;/&gt;&lt;/TableIndex&gt;&lt;TableIndex row=&quot;1&quot; col=&quot;3&quot;&gt;&lt;linesCount val=&quot;0&quot;/&gt;&lt;/TableIndex&gt;&lt;TableIndex row=&quot;1&quot; col=&quot;4&quot;&gt;&lt;linesCount val=&quot;0&quot;/&gt;&lt;/TableIndex&gt;&lt;TableIndex row=&quot;1&quot; col=&quot;5&quot;&gt;&lt;linesCount val=&quot;0&quot;/&gt;&lt;/TableIndex&gt;&lt;TableIndex row=&quot;1&quot; col=&quot;6&quot;&gt;&lt;linesCount val=&quot;0&quot;/&gt;&lt;/TableIndex&gt;&lt;TableIndex row=&quot;1&quot; col=&quot;7&quot;&gt;&lt;linesCount val=&quot;0&quot;/&gt;&lt;/TableIndex&gt;&lt;TableIndex row=&quot;1&quot; col=&quot;8&quot;&gt;&lt;linesCount val=&quot;0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1&quot;/&gt;&lt;/TableIndex&gt;&lt;TableIndex row=&quot;1&quot; col=&quot;12&quot;&gt;&lt;linesCount val=&quot;1&quot;/&gt;&lt;lineCharCount val=&quot;1&quot;/&gt;&lt;/TableIndex&gt;&lt;TableIndex row=&quot;1&quot; col=&quot;13&quot;&gt;&lt;linesCount val=&quot;1&quot;/&gt;&lt;lineCharCount val=&quot;8&quot;/&gt;&lt;/TableIndex&gt;&lt;TableIndex row=&quot;2&quot; col=&quot;1&quot;&gt;&lt;linesCount val=&quot;1&quot;/&gt;&lt;lineCharCount val=&quot;7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2&quot; col=&quot;9&quot;&gt;&lt;linesCount val=&quot;1&quot;/&gt;&lt;lineCharCount val=&quot;1&quot;/&gt;&lt;/TableIndex&gt;&lt;TableIndex row=&quot;2&quot; col=&quot;10&quot;&gt;&lt;linesCount val=&quot;1&quot;/&gt;&lt;lineCharCount val=&quot;1&quot;/&gt;&lt;/TableIndex&gt;&lt;TableIndex row=&quot;2&quot; col=&quot;11&quot;&gt;&lt;linesCount val=&quot;1&quot;/&gt;&lt;lineCharCount val=&quot;1&quot;/&gt;&lt;/TableIndex&gt;&lt;TableIndex row=&quot;2&quot; col=&quot;12&quot;&gt;&lt;linesCount val=&quot;1&quot;/&gt;&lt;lineCharCount val=&quot;1&quot;/&gt;&lt;/TableIndex&gt;&lt;TableIndex row=&quot;2&quot; col=&quot;13&quot;&gt;&lt;linesCount val=&quot;1&quot;/&gt;&lt;lineCharCount val=&quot;8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1&quot;/&gt;&lt;lineCharCount val=&quot;1&quot;/&gt;&lt;/TableIndex&gt;&lt;TableIndex row=&quot;3&quot; col=&quot;10&quot;&gt;&lt;linesCount val=&quot;0&quot;/&gt;&lt;/TableIndex&gt;&lt;TableIndex row=&quot;3&quot; col=&quot;11&quot;&gt;&lt;linesCount val=&quot;0&quot;/&gt;&lt;/TableIndex&gt;&lt;TableIndex row=&quot;3&quot; col=&quot;12&quot;&gt;&lt;linesCount val=&quot;0&quot;/&gt;&lt;/TableIndex&gt;&lt;TableIndex row=&quot;3&quot; col=&quot;13&quot;&gt;&lt;linesCount val=&quot;0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0&quot;/&gt;&lt;/TableIndex&gt;&lt;TableIndex row=&quot;4&quot; col=&quot;5&quot;&gt;&lt;linesCount val=&quot;0&quot;/&gt;&lt;/TableIndex&gt;&lt;TableIndex row=&quot;4&quot; col=&quot;6&quot;&gt;&lt;linesCount val=&quot;0&quot;/&gt;&lt;/TableIndex&gt;&lt;TableIndex row=&quot;4&quot; col=&quot;7&quot;&gt;&lt;linesCount val=&quot;0&quot;/&gt;&lt;/TableIndex&gt;&lt;TableIndex row=&quot;4&quot; col=&quot;8&quot;&gt;&lt;linesCount val=&quot;0&quot;/&gt;&lt;/TableIndex&gt;&lt;TableIndex row=&quot;4&quot; col=&quot;9&quot;&gt;&lt;linesCount val=&quot;1&quot;/&gt;&lt;lineCharCount val=&quot;1&quot;/&gt;&lt;/TableIndex&gt;&lt;TableIndex row=&quot;4&quot; col=&quot;10&quot;&gt;&lt;linesCount val=&quot;1&quot;/&gt;&lt;lineCharCount val=&quot;1&quot;/&gt;&lt;/TableIndex&gt;&lt;TableIndex row=&quot;4&quot; col=&quot;11&quot;&gt;&lt;linesCount val=&quot;0&quot;/&gt;&lt;/TableIndex&gt;&lt;TableIndex row=&quot;4&quot; col=&quot;12&quot;&gt;&lt;linesCount val=&quot;0&quot;/&gt;&lt;/TableIndex&gt;&lt;TableIndex row=&quot;4&quot; col=&quot;13&quot;&gt;&lt;linesCount val=&quot;0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0&quot;/&gt;&lt;/TableIndex&gt;&lt;TableIndex row=&quot;5&quot; col=&quot;6&quot;&gt;&lt;linesCount val=&quot;0&quot;/&gt;&lt;/TableIndex&gt;&lt;TableIndex row=&quot;5&quot; col=&quot;7&quot;&gt;&lt;linesCount val=&quot;0&quot;/&gt;&lt;/TableIndex&gt;&lt;TableIndex row=&quot;5&quot; col=&quot;8&quot;&gt;&lt;linesCount val=&quot;0&quot;/&gt;&lt;/TableIndex&gt;&lt;TableIndex row=&quot;5&quot; col=&quot;9&quot;&gt;&lt;linesCount val=&quot;1&quot;/&gt;&lt;lineCharCount val=&quot;1&quot;/&gt;&lt;/TableIndex&gt;&lt;TableIndex row=&quot;5&quot; col=&quot;10&quot;&gt;&lt;linesCount val=&quot;1&quot;/&gt;&lt;lineCharCount val=&quot;1&quot;/&gt;&lt;/TableIndex&gt;&lt;TableIndex row=&quot;5&quot; col=&quot;11&quot;&gt;&lt;linesCount val=&quot;1&quot;/&gt;&lt;lineCharCount val=&quot;1&quot;/&gt;&lt;/TableIndex&gt;&lt;TableIndex row=&quot;5&quot; col=&quot;12&quot;&gt;&lt;linesCount val=&quot;0&quot;/&gt;&lt;/TableIndex&gt;&lt;TableIndex row=&quot;5&quot; col=&quot;13&quot;&gt;&lt;linesCount val=&quot;0&quot;/&gt;&lt;/TableIndex&gt;&lt;TableIndex row=&quot;6&quot; col=&quot;1&quot;&gt;&lt;linesCount val=&quot;0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0&quot;/&gt;&lt;/TableIndex&gt;&lt;TableIndex row=&quot;6&quot; col=&quot;7&quot;&gt;&lt;linesCount val=&quot;0&quot;/&gt;&lt;/TableIndex&gt;&lt;TableIndex row=&quot;6&quot; col=&quot;8&quot;&gt;&lt;linesCount val=&quot;0&quot;/&gt;&lt;/TableIndex&gt;&lt;TableIndex row=&quot;6&quot; col=&quot;9&quot;&gt;&lt;linesCount val=&quot;1&quot;/&gt;&lt;lineCharCount val=&quot;1&quot;/&gt;&lt;/TableIndex&gt;&lt;TableIndex row=&quot;6&quot; col=&quot;10&quot;&gt;&lt;linesCount val=&quot;1&quot;/&gt;&lt;lineCharCount val=&quot;1&quot;/&gt;&lt;/TableIndex&gt;&lt;TableIndex row=&quot;6&quot; col=&quot;11&quot;&gt;&lt;linesCount val=&quot;1&quot;/&gt;&lt;lineCharCount val=&quot;1&quot;/&gt;&lt;/TableIndex&gt;&lt;TableIndex row=&quot;6&quot; col=&quot;12&quot;&gt;&lt;linesCount val=&quot;1&quot;/&gt;&lt;lineCharCount val=&quot;1&quot;/&gt;&lt;/TableIndex&gt;&lt;TableIndex row=&quot;6&quot; col=&quot;13&quot;&gt;&lt;linesCount val=&quot;0&quot;/&gt;&lt;/TableIndex&gt;&lt;TableIndex row=&quot;7&quot; col=&quot;1&quot;&gt;&lt;linesCount val=&quot;0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TableIndex row=&quot;7&quot; col=&quot;5&quot;&gt;&lt;linesCount val=&quot;0&quot;/&gt;&lt;/TableIndex&gt;&lt;TableIndex row=&quot;7&quot; col=&quot;6&quot;&gt;&lt;linesCount val=&quot;0&quot;/&gt;&lt;/TableIndex&gt;&lt;TableIndex row=&quot;7&quot; col=&quot;7&quot;&gt;&lt;linesCount val=&quot;0&quot;/&gt;&lt;/TableIndex&gt;&lt;TableIndex row=&quot;7&quot; col=&quot;8&quot;&gt;&lt;linesCount val=&quot;1&quot;/&gt;&lt;lineCharCount val=&quot;1&quot;/&gt;&lt;/TableIndex&gt;&lt;TableIndex row=&quot;7&quot; col=&quot;9&quot;&gt;&lt;linesCount val=&quot;1&quot;/&gt;&lt;lineCharCount val=&quot;1&quot;/&gt;&lt;/TableIndex&gt;&lt;TableIndex row=&quot;7&quot; col=&quot;10&quot;&gt;&lt;linesCount val=&quot;1&quot;/&gt;&lt;lineCharCount val=&quot;1&quot;/&gt;&lt;/TableIndex&gt;&lt;TableIndex row=&quot;7&quot; col=&quot;11&quot;&gt;&lt;linesCount val=&quot;1&quot;/&gt;&lt;lineCharCount val=&quot;1&quot;/&gt;&lt;/TableIndex&gt;&lt;TableIndex row=&quot;7&quot; col=&quot;12&quot;&gt;&lt;linesCount val=&quot;1&quot;/&gt;&lt;lineCharCount val=&quot;1&quot;/&gt;&lt;/TableIndex&gt;&lt;TableIndex row=&quot;7&quot; col=&quot;13&quot;&gt;&lt;linesCount val=&quot;0&quot;/&gt;&lt;/TableIndex&gt;&lt;TableIndex row=&quot;8&quot; col=&quot;1&quot;&gt;&lt;linesCount val=&quot;0&quot;/&gt;&lt;/TableIndex&gt;&lt;TableIndex row=&quot;8&quot; col=&quot;2&quot;&gt;&lt;linesCount val=&quot;0&quot;/&gt;&lt;/TableIndex&gt;&lt;TableIndex row=&quot;8&quot; col=&quot;3&quot;&gt;&lt;linesCount val=&quot;0&quot;/&gt;&lt;/TableIndex&gt;&lt;TableIndex row=&quot;8&quot; col=&quot;4&quot;&gt;&lt;linesCount val=&quot;0&quot;/&gt;&lt;/TableIndex&gt;&lt;TableIndex row=&quot;8&quot; col=&quot;5&quot;&gt;&lt;linesCount val=&quot;0&quot;/&gt;&lt;/TableIndex&gt;&lt;TableIndex row=&quot;8&quot; col=&quot;6&quot;&gt;&lt;linesCount val=&quot;0&quot;/&gt;&lt;/TableIndex&gt;&lt;TableIndex row=&quot;8&quot; col=&quot;7&quot;&gt;&lt;linesCount val=&quot;0&quot;/&gt;&lt;/TableIndex&gt;&lt;TableIndex row=&quot;8&quot; col=&quot;8&quot;&gt;&lt;linesCount val=&quot;0&quot;/&gt;&lt;/TableIndex&gt;&lt;TableIndex row=&quot;8&quot; col=&quot;9&quot;&gt;&lt;linesCount val=&quot;0&quot;/&gt;&lt;/TableIndex&gt;&lt;TableIndex row=&quot;8&quot; col=&quot;10&quot;&gt;&lt;linesCount val=&quot;0&quot;/&gt;&lt;/TableIndex&gt;&lt;TableIndex row=&quot;8&quot; col=&quot;11&quot;&gt;&lt;linesCount val=&quot;1&quot;/&gt;&lt;lineCharCount val=&quot;1&quot;/&gt;&lt;/TableIndex&gt;&lt;TableIndex row=&quot;8&quot; col=&quot;12&quot;&gt;&lt;linesCount val=&quot;1&quot;/&gt;&lt;lineCharCount val=&quot;1&quot;/&gt;&lt;/TableIndex&gt;&lt;TableIndex row=&quot;8&quot; col=&quot;13&quot;&gt;&lt;linesCount val=&quot;1&quot;/&gt;&lt;lineCharCount val=&quot;9&quot;/&gt;&lt;/TableIndex&gt;&lt;/ShapeTextInfo&gt;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8C1596FF-EF01-4414-BBF4-32709D33143A}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10&quot;/&gt;&lt;lineCharCount val=&quot;9&quot;/&gt;&lt;/TableIndex&gt;&lt;/ShapeTextInfo&gt;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5.PNG&quot;/&gt;"/>
  <p:tag name="PPSNARRATION" val="35,226974800,C:\Users\sanmi\GoogleDrive\UWMdrive\Courses\ECE552\ece552-lec20_IntegerMulDiv_pptx\Media.ppcx"/>
  <p:tag name="TIMING" val="|11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968B42D8-1A99-449E-B89A-1407093F13DC}_35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8C1596FF-EF01-4414-BBF4-32709D33143A}"/>
  <p:tag name="PRESENTER_SHAPEINFO" val="&lt;ThreeDShapeInfo&gt;&lt;uuid val=&quot;{FBA84504-031D-4B41-89EF-635F4A4BA163}&quot;/&gt;&lt;isInvalidForFieldText val=&quot;0&quot;/&gt;&lt;Image&gt;&lt;filename val=&quot;C:\Users\sanmi\Documents\My Adobe Presentations\ece552-IntegerMulDiv\data\asimages\{FBA84504-031D-4B41-89EF-635F4A4BA163}.png&quot;/&gt;&lt;left val=&quot;65&quot;/&gt;&lt;top val=&quot;125&quot;/&gt;&lt;width val=&quot;588&quot;/&gt;&lt;height val=&quot;375&quot;/&gt;&lt;hasText val=&quot;1&quot;/&gt;&lt;/Image&gt;&lt;/ThreeDShapeInfo&gt;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C9845815-8700-4991-980E-23CD6DDA4F57}_35.png&quot;/&gt;&lt;left val=&quot;35&quot;/&gt;&lt;top val=&quot;0&quot;/&gt;&lt;width val=&quot;342&quot;/&gt;&lt;height val=&quot;146&quot;/&gt;&lt;hasText val=&quot;1&quot;/&gt;&lt;/Image&gt;&lt;/ThreeDShapeInfo&gt;"/>
  <p:tag name="PRESENTER_SHAPETEXTINFO" val="&lt;ShapeTextInfo&gt;&lt;TableIndex row=&quot;-1&quot; col=&quot;-1&quot;&gt;&lt;linesCount val=&quot;2&quot;/&gt;&lt;lineCharCount val=&quot;14&quot;/&gt;&lt;lineCharCount val=&quot;8&quot;/&gt;&lt;/TableIndex&gt;&lt;/ShapeTextInfo&gt;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4B2283F2-FC4A-4852-9492-2A3E96A66F41}_35.png&quot;/&gt;&lt;left val=&quot;175&quot;/&gt;&lt;top val=&quot;416&quot;/&gt;&lt;width val=&quot;191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4BE7D8A9-1AC4-49A0-8EEF-8B50159E66AA}_35.png&quot;/&gt;&lt;left val=&quot;194&quot;/&gt;&lt;top val=&quot;153&quot;/&gt;&lt;width val=&quot;106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DAC84820-0481-4A37-857D-B1D0DF277139}_35.png&quot;/&gt;&lt;left val=&quot;285&quot;/&gt;&lt;top val=&quot;256&quot;/&gt;&lt;width val=&quot;103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45036AB2-4A37-4821-9A46-A864BFAAAE54}_35.png&quot;/&gt;&lt;left val=&quot;275&quot;/&gt;&lt;top val=&quot;328&quot;/&gt;&lt;width val=&quot;156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2A28CCF2-803C-4595-B90C-2704A22179E3}_35.png&quot;/&gt;&lt;left val=&quot;137&quot;/&gt;&lt;top val=&quot;201&quot;/&gt;&lt;width val=&quot;116&quot;/&gt;&lt;height val=&quot;67&quot;/&gt;&lt;hasText val=&quot;1&quot;/&gt;&lt;/Image&gt;&lt;/ThreeDShapeInfo&gt;"/>
  <p:tag name="PRESENTER_SHAPETEXTINFO" val="&lt;ShapeTextInfo&gt;&lt;TableIndex row=&quot;-1&quot; col=&quot;-1&quot;&gt;&lt;linesCount val=&quot;2&quot;/&gt;&lt;lineCharCount val=&quot;10&quot;/&gt;&lt;lineCharCount val=&quot;9&quot;/&gt;&lt;/TableIndex&gt;&lt;/ShapeTextInfo&gt;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5366EF14-C124-4D3A-B7E2-B7342ED2852B}_35.png&quot;/&gt;&lt;left val=&quot;528&quot;/&gt;&lt;top val=&quot;345&quot;/&gt;&lt;width val=&quot;176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F57AF0DA-339D-4BEE-B25F-30A577BDCA11}_35.png&quot;/&gt;&lt;left val=&quot;65&quot;/&gt;&lt;top val=&quot;125&quot;/&gt;&lt;width val=&quot;639&quot;/&gt;&lt;height val=&quot;375&quot;/&gt;&lt;hasText val=&quot;1&quot;/&gt;&lt;/Image&gt;&lt;/ThreeDShapeInfo&gt;"/>
  <p:tag name="PRESENTER_SHAPEINFO" val="&lt;ThreeDShapeInfo&gt;&lt;uuid val=&quot;{306A6409-C5AB-421F-8270-9CE1AE0D52D1}&quot;/&gt;&lt;isInvalidForFieldText val=&quot;0&quot;/&gt;&lt;Image&gt;&lt;filename val=&quot;C:\Users\sanmi\Documents\My Adobe Presentations\ece552-IntegerMulDiv\data\asimages\{306A6409-C5AB-421F-8270-9CE1AE0D52D1}.png&quot;/&gt;&lt;left val=&quot;65&quot;/&gt;&lt;top val=&quot;125&quot;/&gt;&lt;width val=&quot;639&quot;/&gt;&lt;height val=&quot;375&quot;/&gt;&lt;hasText val=&quot;1&quot;/&gt;&lt;/Image&gt;&lt;/ThreeDShapeInfo&gt;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F4E95F4C-4028-4F64-A7F4-2BAE3A49F858}_35.png&quot;/&gt;&lt;left val=&quot;388&quot;/&gt;&lt;top val=&quot;15&quot;/&gt;&lt;width val=&quot;324&quot;/&gt;&lt;height val=&quot;186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0&quot;/&gt;&lt;/TableIndex&gt;&lt;TableIndex row=&quot;1&quot; col=&quot;3&quot;&gt;&lt;linesCount val=&quot;0&quot;/&gt;&lt;/TableIndex&gt;&lt;TableIndex row=&quot;1&quot; col=&quot;4&quot;&gt;&lt;linesCount val=&quot;0&quot;/&gt;&lt;/TableIndex&gt;&lt;TableIndex row=&quot;1&quot; col=&quot;5&quot;&gt;&lt;linesCount val=&quot;0&quot;/&gt;&lt;/TableIndex&gt;&lt;TableIndex row=&quot;1&quot; col=&quot;6&quot;&gt;&lt;linesCount val=&quot;0&quot;/&gt;&lt;/TableIndex&gt;&lt;TableIndex row=&quot;1&quot; col=&quot;7&quot;&gt;&lt;linesCount val=&quot;0&quot;/&gt;&lt;/TableIndex&gt;&lt;TableIndex row=&quot;1&quot; col=&quot;8&quot;&gt;&lt;linesCount val=&quot;0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1&quot;/&gt;&lt;/TableIndex&gt;&lt;TableIndex row=&quot;1&quot; col=&quot;12&quot;&gt;&lt;linesCount val=&quot;1&quot;/&gt;&lt;lineCharCount val=&quot;1&quot;/&gt;&lt;/TableIndex&gt;&lt;TableIndex row=&quot;1&quot; col=&quot;13&quot;&gt;&lt;linesCount val=&quot;1&quot;/&gt;&lt;lineCharCount val=&quot;8&quot;/&gt;&lt;/TableIndex&gt;&lt;TableIndex row=&quot;2&quot; col=&quot;1&quot;&gt;&lt;linesCount val=&quot;1&quot;/&gt;&lt;lineCharCount val=&quot;7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2&quot; col=&quot;9&quot;&gt;&lt;linesCount val=&quot;1&quot;/&gt;&lt;lineCharCount val=&quot;1&quot;/&gt;&lt;/TableIndex&gt;&lt;TableIndex row=&quot;2&quot; col=&quot;10&quot;&gt;&lt;linesCount val=&quot;1&quot;/&gt;&lt;lineCharCount val=&quot;1&quot;/&gt;&lt;/TableIndex&gt;&lt;TableIndex row=&quot;2&quot; col=&quot;11&quot;&gt;&lt;linesCount val=&quot;1&quot;/&gt;&lt;lineCharCount val=&quot;1&quot;/&gt;&lt;/TableIndex&gt;&lt;TableIndex row=&quot;2&quot; col=&quot;12&quot;&gt;&lt;linesCount val=&quot;1&quot;/&gt;&lt;lineCharCount val=&quot;1&quot;/&gt;&lt;/TableIndex&gt;&lt;TableIndex row=&quot;2&quot; col=&quot;13&quot;&gt;&lt;linesCount val=&quot;1&quot;/&gt;&lt;lineCharCount val=&quot;8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1&quot;/&gt;&lt;lineCharCount val=&quot;1&quot;/&gt;&lt;/TableIndex&gt;&lt;TableIndex row=&quot;3&quot; col=&quot;10&quot;&gt;&lt;linesCount val=&quot;0&quot;/&gt;&lt;/TableIndex&gt;&lt;TableIndex row=&quot;3&quot; col=&quot;11&quot;&gt;&lt;linesCount val=&quot;0&quot;/&gt;&lt;/TableIndex&gt;&lt;TableIndex row=&quot;3&quot; col=&quot;12&quot;&gt;&lt;linesCount val=&quot;0&quot;/&gt;&lt;/TableIndex&gt;&lt;TableIndex row=&quot;3&quot; col=&quot;13&quot;&gt;&lt;linesCount val=&quot;0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0&quot;/&gt;&lt;/TableIndex&gt;&lt;TableIndex row=&quot;4&quot; col=&quot;5&quot;&gt;&lt;linesCount val=&quot;0&quot;/&gt;&lt;/TableIndex&gt;&lt;TableIndex row=&quot;4&quot; col=&quot;6&quot;&gt;&lt;linesCount val=&quot;0&quot;/&gt;&lt;/TableIndex&gt;&lt;TableIndex row=&quot;4&quot; col=&quot;7&quot;&gt;&lt;linesCount val=&quot;0&quot;/&gt;&lt;/TableIndex&gt;&lt;TableIndex row=&quot;4&quot; col=&quot;8&quot;&gt;&lt;linesCount val=&quot;0&quot;/&gt;&lt;/TableIndex&gt;&lt;TableIndex row=&quot;4&quot; col=&quot;9&quot;&gt;&lt;linesCount val=&quot;1&quot;/&gt;&lt;lineCharCount val=&quot;1&quot;/&gt;&lt;/TableIndex&gt;&lt;TableIndex row=&quot;4&quot; col=&quot;10&quot;&gt;&lt;linesCount val=&quot;1&quot;/&gt;&lt;lineCharCount val=&quot;1&quot;/&gt;&lt;/TableIndex&gt;&lt;TableIndex row=&quot;4&quot; col=&quot;11&quot;&gt;&lt;linesCount val=&quot;0&quot;/&gt;&lt;/TableIndex&gt;&lt;TableIndex row=&quot;4&quot; col=&quot;12&quot;&gt;&lt;linesCount val=&quot;0&quot;/&gt;&lt;/TableIndex&gt;&lt;TableIndex row=&quot;4&quot; col=&quot;13&quot;&gt;&lt;linesCount val=&quot;0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0&quot;/&gt;&lt;/TableIndex&gt;&lt;TableIndex row=&quot;5&quot; col=&quot;6&quot;&gt;&lt;linesCount val=&quot;0&quot;/&gt;&lt;/TableIndex&gt;&lt;TableIndex row=&quot;5&quot; col=&quot;7&quot;&gt;&lt;linesCount val=&quot;0&quot;/&gt;&lt;/TableIndex&gt;&lt;TableIndex row=&quot;5&quot; col=&quot;8&quot;&gt;&lt;linesCount val=&quot;0&quot;/&gt;&lt;/TableIndex&gt;&lt;TableIndex row=&quot;5&quot; col=&quot;9&quot;&gt;&lt;linesCount val=&quot;1&quot;/&gt;&lt;lineCharCount val=&quot;1&quot;/&gt;&lt;/TableIndex&gt;&lt;TableIndex row=&quot;5&quot; col=&quot;10&quot;&gt;&lt;linesCount val=&quot;1&quot;/&gt;&lt;lineCharCount val=&quot;1&quot;/&gt;&lt;/TableIndex&gt;&lt;TableIndex row=&quot;5&quot; col=&quot;11&quot;&gt;&lt;linesCount val=&quot;1&quot;/&gt;&lt;lineCharCount val=&quot;1&quot;/&gt;&lt;/TableIndex&gt;&lt;TableIndex row=&quot;5&quot; col=&quot;12&quot;&gt;&lt;linesCount val=&quot;0&quot;/&gt;&lt;/TableIndex&gt;&lt;TableIndex row=&quot;5&quot; col=&quot;13&quot;&gt;&lt;linesCount val=&quot;0&quot;/&gt;&lt;/TableIndex&gt;&lt;TableIndex row=&quot;6&quot; col=&quot;1&quot;&gt;&lt;linesCount val=&quot;0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0&quot;/&gt;&lt;/TableIndex&gt;&lt;TableIndex row=&quot;6&quot; col=&quot;7&quot;&gt;&lt;linesCount val=&quot;0&quot;/&gt;&lt;/TableIndex&gt;&lt;TableIndex row=&quot;6&quot; col=&quot;8&quot;&gt;&lt;linesCount val=&quot;0&quot;/&gt;&lt;/TableIndex&gt;&lt;TableIndex row=&quot;6&quot; col=&quot;9&quot;&gt;&lt;linesCount val=&quot;1&quot;/&gt;&lt;lineCharCount val=&quot;1&quot;/&gt;&lt;/TableIndex&gt;&lt;TableIndex row=&quot;6&quot; col=&quot;10&quot;&gt;&lt;linesCount val=&quot;1&quot;/&gt;&lt;lineCharCount val=&quot;1&quot;/&gt;&lt;/TableIndex&gt;&lt;TableIndex row=&quot;6&quot; col=&quot;11&quot;&gt;&lt;linesCount val=&quot;1&quot;/&gt;&lt;lineCharCount val=&quot;1&quot;/&gt;&lt;/TableIndex&gt;&lt;TableIndex row=&quot;6&quot; col=&quot;12&quot;&gt;&lt;linesCount val=&quot;1&quot;/&gt;&lt;lineCharCount val=&quot;1&quot;/&gt;&lt;/TableIndex&gt;&lt;TableIndex row=&quot;6&quot; col=&quot;13&quot;&gt;&lt;linesCount val=&quot;0&quot;/&gt;&lt;/TableIndex&gt;&lt;TableIndex row=&quot;7&quot; col=&quot;1&quot;&gt;&lt;linesCount val=&quot;0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TableIndex row=&quot;7&quot; col=&quot;5&quot;&gt;&lt;linesCount val=&quot;0&quot;/&gt;&lt;/TableIndex&gt;&lt;TableIndex row=&quot;7&quot; col=&quot;6&quot;&gt;&lt;linesCount val=&quot;0&quot;/&gt;&lt;/TableIndex&gt;&lt;TableIndex row=&quot;7&quot; col=&quot;7&quot;&gt;&lt;linesCount val=&quot;0&quot;/&gt;&lt;/TableIndex&gt;&lt;TableIndex row=&quot;7&quot; col=&quot;8&quot;&gt;&lt;linesCount val=&quot;1&quot;/&gt;&lt;lineCharCount val=&quot;1&quot;/&gt;&lt;/TableIndex&gt;&lt;TableIndex row=&quot;7&quot; col=&quot;9&quot;&gt;&lt;linesCount val=&quot;1&quot;/&gt;&lt;lineCharCount val=&quot;1&quot;/&gt;&lt;/TableIndex&gt;&lt;TableIndex row=&quot;7&quot; col=&quot;10&quot;&gt;&lt;linesCount val=&quot;1&quot;/&gt;&lt;lineCharCount val=&quot;1&quot;/&gt;&lt;/TableIndex&gt;&lt;TableIndex row=&quot;7&quot; col=&quot;11&quot;&gt;&lt;linesCount val=&quot;1&quot;/&gt;&lt;lineCharCount val=&quot;1&quot;/&gt;&lt;/TableIndex&gt;&lt;TableIndex row=&quot;7&quot; col=&quot;12&quot;&gt;&lt;linesCount val=&quot;1&quot;/&gt;&lt;lineCharCount val=&quot;1&quot;/&gt;&lt;/TableIndex&gt;&lt;TableIndex row=&quot;7&quot; col=&quot;13&quot;&gt;&lt;linesCount val=&quot;0&quot;/&gt;&lt;/TableIndex&gt;&lt;TableIndex row=&quot;8&quot; col=&quot;1&quot;&gt;&lt;linesCount val=&quot;0&quot;/&gt;&lt;/TableIndex&gt;&lt;TableIndex row=&quot;8&quot; col=&quot;2&quot;&gt;&lt;linesCount val=&quot;0&quot;/&gt;&lt;/TableIndex&gt;&lt;TableIndex row=&quot;8&quot; col=&quot;3&quot;&gt;&lt;linesCount val=&quot;0&quot;/&gt;&lt;/TableIndex&gt;&lt;TableIndex row=&quot;8&quot; col=&quot;4&quot;&gt;&lt;linesCount val=&quot;0&quot;/&gt;&lt;/TableIndex&gt;&lt;TableIndex row=&quot;8&quot; col=&quot;5&quot;&gt;&lt;linesCount val=&quot;0&quot;/&gt;&lt;/TableIndex&gt;&lt;TableIndex row=&quot;8&quot; col=&quot;6&quot;&gt;&lt;linesCount val=&quot;0&quot;/&gt;&lt;/TableIndex&gt;&lt;TableIndex row=&quot;8&quot; col=&quot;7&quot;&gt;&lt;linesCount val=&quot;0&quot;/&gt;&lt;/TableIndex&gt;&lt;TableIndex row=&quot;8&quot; col=&quot;8&quot;&gt;&lt;linesCount val=&quot;0&quot;/&gt;&lt;/TableIndex&gt;&lt;TableIndex row=&quot;8&quot; col=&quot;9&quot;&gt;&lt;linesCount val=&quot;0&quot;/&gt;&lt;/TableIndex&gt;&lt;TableIndex row=&quot;8&quot; col=&quot;10&quot;&gt;&lt;linesCount val=&quot;0&quot;/&gt;&lt;/TableIndex&gt;&lt;TableIndex row=&quot;8&quot; col=&quot;11&quot;&gt;&lt;linesCount val=&quot;1&quot;/&gt;&lt;lineCharCount val=&quot;1&quot;/&gt;&lt;/TableIndex&gt;&lt;TableIndex row=&quot;8&quot; col=&quot;12&quot;&gt;&lt;linesCount val=&quot;1&quot;/&gt;&lt;lineCharCount val=&quot;1&quot;/&gt;&lt;/TableIndex&gt;&lt;TableIndex row=&quot;8&quot; col=&quot;13&quot;&gt;&lt;linesCount val=&quot;1&quot;/&gt;&lt;lineCharCount val=&quot;9&quot;/&gt;&lt;/TableIndex&gt;&lt;/ShapeTextInfo&gt;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8C1596FF-EF01-4414-BBF4-32709D33143A}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10&quot;/&gt;&lt;lineCharCount val=&quot;9&quot;/&gt;&lt;/TableIndex&gt;&lt;/ShapeTextInfo&gt;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6.PNG&quot;/&gt;"/>
  <p:tag name="PPSNARRATION" val="36,226974800,C:\Users\sanmi\GoogleDrive\UWMdrive\Courses\ECE552\ece552-lec20_IntegerMulDiv_pptx\Media.ppcx"/>
  <p:tag name="TIMING" val="|5.3|6.2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97EA11E2-82C3-4F85-8787-F67105E5CA2D}_3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8C1596FF-EF01-4414-BBF4-32709D33143A}"/>
  <p:tag name="PRESENTER_SHAPEINFO" val="&lt;ThreeDShapeInfo&gt;&lt;uuid val=&quot;{8D5BF050-A913-43BF-9D9E-5E7506AA620C}&quot;/&gt;&lt;isInvalidForFieldText val=&quot;0&quot;/&gt;&lt;Image&gt;&lt;filename val=&quot;C:\Users\sanmi\Documents\My Adobe Presentations\ece552-IntegerMulDiv\data\asimages\{8D5BF050-A913-43BF-9D9E-5E7506AA620C}.png&quot;/&gt;&lt;left val=&quot;65&quot;/&gt;&lt;top val=&quot;125&quot;/&gt;&lt;width val=&quot;588&quot;/&gt;&lt;height val=&quot;375&quot;/&gt;&lt;hasText val=&quot;1&quot;/&gt;&lt;/Image&gt;&lt;/ThreeDShapeInfo&gt;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AE763CC3-0E79-4EE1-96C3-6F049FE9E56A}_36.png&quot;/&gt;&lt;left val=&quot;35&quot;/&gt;&lt;top val=&quot;0&quot;/&gt;&lt;width val=&quot;342&quot;/&gt;&lt;height val=&quot;146&quot;/&gt;&lt;hasText val=&quot;1&quot;/&gt;&lt;/Image&gt;&lt;/ThreeDShapeInfo&gt;"/>
  <p:tag name="PRESENTER_SHAPETEXTINFO" val="&lt;ShapeTextInfo&gt;&lt;TableIndex row=&quot;-1&quot; col=&quot;-1&quot;&gt;&lt;linesCount val=&quot;2&quot;/&gt;&lt;lineCharCount val=&quot;14&quot;/&gt;&lt;lineCharCount val=&quot;8&quot;/&gt;&lt;/TableIndex&gt;&lt;/ShapeTextInfo&gt;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DEAA9360-52F9-4D66-9EE9-F2E9FF53B4EE}_36.png&quot;/&gt;&lt;left val=&quot;175&quot;/&gt;&lt;top val=&quot;416&quot;/&gt;&lt;width val=&quot;191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FA0CDD8F-7D30-4D66-9A86-FC5C28E0E0A6}_36.png&quot;/&gt;&lt;left val=&quot;194&quot;/&gt;&lt;top val=&quot;153&quot;/&gt;&lt;width val=&quot;106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B065575F-5D4C-4493-BFA1-85CFC2785150}_36.png&quot;/&gt;&lt;left val=&quot;285&quot;/&gt;&lt;top val=&quot;256&quot;/&gt;&lt;width val=&quot;103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A4A86B2A-F1AB-4479-BDDC-847611CFA2C8}_36.png&quot;/&gt;&lt;left val=&quot;298&quot;/&gt;&lt;top val=&quot;454&quot;/&gt;&lt;width val=&quot;91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1102A350-3730-4DC3-8AE4-A53DF1183995}_36.png&quot;/&gt;&lt;left val=&quot;275&quot;/&gt;&lt;top val=&quot;328&quot;/&gt;&lt;width val=&quot;156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ACBF4CFC-56D8-4890-B29E-FCA16A69DBE1}_36.png&quot;/&gt;&lt;left val=&quot;65&quot;/&gt;&lt;top val=&quot;125&quot;/&gt;&lt;width val=&quot;645&quot;/&gt;&lt;height val=&quot;375&quot;/&gt;&lt;hasText val=&quot;1&quot;/&gt;&lt;/Image&gt;&lt;/ThreeDShapeInfo&gt;"/>
  <p:tag name="PRESENTER_SHAPEINFO" val="&lt;ThreeDShapeInfo&gt;&lt;uuid val=&quot;{683D96CF-22A2-47CA-BBC4-00A34C8D9445}&quot;/&gt;&lt;isInvalidForFieldText val=&quot;0&quot;/&gt;&lt;Image&gt;&lt;filename val=&quot;C:\Users\sanmi\Documents\My Adobe Presentations\ece552-IntegerMulDiv\data\asimages\{683D96CF-22A2-47CA-BBC4-00A34C8D9445}.png&quot;/&gt;&lt;left val=&quot;65&quot;/&gt;&lt;top val=&quot;125&quot;/&gt;&lt;width val=&quot;645&quot;/&gt;&lt;height val=&quot;375&quot;/&gt;&lt;hasText val=&quot;1&quot;/&gt;&lt;/Image&gt;&lt;/ThreeDShapeInfo&gt;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6E09CC30-C380-4885-8224-B3E96409EC57}_36.png&quot;/&gt;&lt;left val=&quot;65&quot;/&gt;&lt;top val=&quot;125&quot;/&gt;&lt;width val=&quot;645&quot;/&gt;&lt;height val=&quot;375&quot;/&gt;&lt;hasText val=&quot;1&quot;/&gt;&lt;/Image&gt;&lt;/ThreeDShapeInfo&gt;"/>
  <p:tag name="PRESENTER_SHAPEINFO" val="&lt;ThreeDShapeInfo&gt;&lt;uuid val=&quot;{21A3A5B8-5F5B-4567-8F4A-83A1A41F00C3}&quot;/&gt;&lt;isInvalidForFieldText val=&quot;0&quot;/&gt;&lt;Image&gt;&lt;filename val=&quot;C:\Users\sanmi\Documents\My Adobe Presentations\ece552-IntegerMulDiv\data\asimages\{21A3A5B8-5F5B-4567-8F4A-83A1A41F00C3}.png&quot;/&gt;&lt;left val=&quot;65&quot;/&gt;&lt;top val=&quot;125&quot;/&gt;&lt;width val=&quot;645&quot;/&gt;&lt;height val=&quot;375&quot;/&gt;&lt;hasText val=&quot;1&quot;/&gt;&lt;/Image&gt;&lt;/ThreeDShapeInfo&gt;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2595D089-5A9F-4343-86D4-896FDBE88F7B}_36.png&quot;/&gt;&lt;left val=&quot;388&quot;/&gt;&lt;top val=&quot;15&quot;/&gt;&lt;width val=&quot;324&quot;/&gt;&lt;height val=&quot;186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0&quot;/&gt;&lt;/TableIndex&gt;&lt;TableIndex row=&quot;1&quot; col=&quot;3&quot;&gt;&lt;linesCount val=&quot;0&quot;/&gt;&lt;/TableIndex&gt;&lt;TableIndex row=&quot;1&quot; col=&quot;4&quot;&gt;&lt;linesCount val=&quot;0&quot;/&gt;&lt;/TableIndex&gt;&lt;TableIndex row=&quot;1&quot; col=&quot;5&quot;&gt;&lt;linesCount val=&quot;0&quot;/&gt;&lt;/TableIndex&gt;&lt;TableIndex row=&quot;1&quot; col=&quot;6&quot;&gt;&lt;linesCount val=&quot;0&quot;/&gt;&lt;/TableIndex&gt;&lt;TableIndex row=&quot;1&quot; col=&quot;7&quot;&gt;&lt;linesCount val=&quot;0&quot;/&gt;&lt;/TableIndex&gt;&lt;TableIndex row=&quot;1&quot; col=&quot;8&quot;&gt;&lt;linesCount val=&quot;0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1&quot;/&gt;&lt;/TableIndex&gt;&lt;TableIndex row=&quot;1&quot; col=&quot;12&quot;&gt;&lt;linesCount val=&quot;1&quot;/&gt;&lt;lineCharCount val=&quot;1&quot;/&gt;&lt;/TableIndex&gt;&lt;TableIndex row=&quot;1&quot; col=&quot;13&quot;&gt;&lt;linesCount val=&quot;1&quot;/&gt;&lt;lineCharCount val=&quot;8&quot;/&gt;&lt;/TableIndex&gt;&lt;TableIndex row=&quot;2&quot; col=&quot;1&quot;&gt;&lt;linesCount val=&quot;1&quot;/&gt;&lt;lineCharCount val=&quot;7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2&quot; col=&quot;9&quot;&gt;&lt;linesCount val=&quot;1&quot;/&gt;&lt;lineCharCount val=&quot;1&quot;/&gt;&lt;/TableIndex&gt;&lt;TableIndex row=&quot;2&quot; col=&quot;10&quot;&gt;&lt;linesCount val=&quot;1&quot;/&gt;&lt;lineCharCount val=&quot;1&quot;/&gt;&lt;/TableIndex&gt;&lt;TableIndex row=&quot;2&quot; col=&quot;11&quot;&gt;&lt;linesCount val=&quot;1&quot;/&gt;&lt;lineCharCount val=&quot;1&quot;/&gt;&lt;/TableIndex&gt;&lt;TableIndex row=&quot;2&quot; col=&quot;12&quot;&gt;&lt;linesCount val=&quot;1&quot;/&gt;&lt;lineCharCount val=&quot;1&quot;/&gt;&lt;/TableIndex&gt;&lt;TableIndex row=&quot;2&quot; col=&quot;13&quot;&gt;&lt;linesCount val=&quot;1&quot;/&gt;&lt;lineCharCount val=&quot;8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1&quot;/&gt;&lt;lineCharCount val=&quot;1&quot;/&gt;&lt;/TableIndex&gt;&lt;TableIndex row=&quot;3&quot; col=&quot;10&quot;&gt;&lt;linesCount val=&quot;0&quot;/&gt;&lt;/TableIndex&gt;&lt;TableIndex row=&quot;3&quot; col=&quot;11&quot;&gt;&lt;linesCount val=&quot;0&quot;/&gt;&lt;/TableIndex&gt;&lt;TableIndex row=&quot;3&quot; col=&quot;12&quot;&gt;&lt;linesCount val=&quot;0&quot;/&gt;&lt;/TableIndex&gt;&lt;TableIndex row=&quot;3&quot; col=&quot;13&quot;&gt;&lt;linesCount val=&quot;0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0&quot;/&gt;&lt;/TableIndex&gt;&lt;TableIndex row=&quot;4&quot; col=&quot;5&quot;&gt;&lt;linesCount val=&quot;0&quot;/&gt;&lt;/TableIndex&gt;&lt;TableIndex row=&quot;4&quot; col=&quot;6&quot;&gt;&lt;linesCount val=&quot;0&quot;/&gt;&lt;/TableIndex&gt;&lt;TableIndex row=&quot;4&quot; col=&quot;7&quot;&gt;&lt;linesCount val=&quot;0&quot;/&gt;&lt;/TableIndex&gt;&lt;TableIndex row=&quot;4&quot; col=&quot;8&quot;&gt;&lt;linesCount val=&quot;0&quot;/&gt;&lt;/TableIndex&gt;&lt;TableIndex row=&quot;4&quot; col=&quot;9&quot;&gt;&lt;linesCount val=&quot;1&quot;/&gt;&lt;lineCharCount val=&quot;1&quot;/&gt;&lt;/TableIndex&gt;&lt;TableIndex row=&quot;4&quot; col=&quot;10&quot;&gt;&lt;linesCount val=&quot;1&quot;/&gt;&lt;lineCharCount val=&quot;1&quot;/&gt;&lt;/TableIndex&gt;&lt;TableIndex row=&quot;4&quot; col=&quot;11&quot;&gt;&lt;linesCount val=&quot;0&quot;/&gt;&lt;/TableIndex&gt;&lt;TableIndex row=&quot;4&quot; col=&quot;12&quot;&gt;&lt;linesCount val=&quot;0&quot;/&gt;&lt;/TableIndex&gt;&lt;TableIndex row=&quot;4&quot; col=&quot;13&quot;&gt;&lt;linesCount val=&quot;0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0&quot;/&gt;&lt;/TableIndex&gt;&lt;TableIndex row=&quot;5&quot; col=&quot;6&quot;&gt;&lt;linesCount val=&quot;0&quot;/&gt;&lt;/TableIndex&gt;&lt;TableIndex row=&quot;5&quot; col=&quot;7&quot;&gt;&lt;linesCount val=&quot;0&quot;/&gt;&lt;/TableIndex&gt;&lt;TableIndex row=&quot;5&quot; col=&quot;8&quot;&gt;&lt;linesCount val=&quot;0&quot;/&gt;&lt;/TableIndex&gt;&lt;TableIndex row=&quot;5&quot; col=&quot;9&quot;&gt;&lt;linesCount val=&quot;1&quot;/&gt;&lt;lineCharCount val=&quot;1&quot;/&gt;&lt;/TableIndex&gt;&lt;TableIndex row=&quot;5&quot; col=&quot;10&quot;&gt;&lt;linesCount val=&quot;1&quot;/&gt;&lt;lineCharCount val=&quot;1&quot;/&gt;&lt;/TableIndex&gt;&lt;TableIndex row=&quot;5&quot; col=&quot;11&quot;&gt;&lt;linesCount val=&quot;1&quot;/&gt;&lt;lineCharCount val=&quot;1&quot;/&gt;&lt;/TableIndex&gt;&lt;TableIndex row=&quot;5&quot; col=&quot;12&quot;&gt;&lt;linesCount val=&quot;0&quot;/&gt;&lt;/TableIndex&gt;&lt;TableIndex row=&quot;5&quot; col=&quot;13&quot;&gt;&lt;linesCount val=&quot;0&quot;/&gt;&lt;/TableIndex&gt;&lt;TableIndex row=&quot;6&quot; col=&quot;1&quot;&gt;&lt;linesCount val=&quot;0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0&quot;/&gt;&lt;/TableIndex&gt;&lt;TableIndex row=&quot;6&quot; col=&quot;7&quot;&gt;&lt;linesCount val=&quot;0&quot;/&gt;&lt;/TableIndex&gt;&lt;TableIndex row=&quot;6&quot; col=&quot;8&quot;&gt;&lt;linesCount val=&quot;0&quot;/&gt;&lt;/TableIndex&gt;&lt;TableIndex row=&quot;6&quot; col=&quot;9&quot;&gt;&lt;linesCount val=&quot;1&quot;/&gt;&lt;lineCharCount val=&quot;1&quot;/&gt;&lt;/TableIndex&gt;&lt;TableIndex row=&quot;6&quot; col=&quot;10&quot;&gt;&lt;linesCount val=&quot;1&quot;/&gt;&lt;lineCharCount val=&quot;1&quot;/&gt;&lt;/TableIndex&gt;&lt;TableIndex row=&quot;6&quot; col=&quot;11&quot;&gt;&lt;linesCount val=&quot;1&quot;/&gt;&lt;lineCharCount val=&quot;1&quot;/&gt;&lt;/TableIndex&gt;&lt;TableIndex row=&quot;6&quot; col=&quot;12&quot;&gt;&lt;linesCount val=&quot;1&quot;/&gt;&lt;lineCharCount val=&quot;1&quot;/&gt;&lt;/TableIndex&gt;&lt;TableIndex row=&quot;6&quot; col=&quot;13&quot;&gt;&lt;linesCount val=&quot;0&quot;/&gt;&lt;/TableIndex&gt;&lt;TableIndex row=&quot;7&quot; col=&quot;1&quot;&gt;&lt;linesCount val=&quot;0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TableIndex row=&quot;7&quot; col=&quot;5&quot;&gt;&lt;linesCount val=&quot;0&quot;/&gt;&lt;/TableIndex&gt;&lt;TableIndex row=&quot;7&quot; col=&quot;6&quot;&gt;&lt;linesCount val=&quot;0&quot;/&gt;&lt;/TableIndex&gt;&lt;TableIndex row=&quot;7&quot; col=&quot;7&quot;&gt;&lt;linesCount val=&quot;0&quot;/&gt;&lt;/TableIndex&gt;&lt;TableIndex row=&quot;7&quot; col=&quot;8&quot;&gt;&lt;linesCount val=&quot;1&quot;/&gt;&lt;lineCharCount val=&quot;1&quot;/&gt;&lt;/TableIndex&gt;&lt;TableIndex row=&quot;7&quot; col=&quot;9&quot;&gt;&lt;linesCount val=&quot;1&quot;/&gt;&lt;lineCharCount val=&quot;1&quot;/&gt;&lt;/TableIndex&gt;&lt;TableIndex row=&quot;7&quot; col=&quot;10&quot;&gt;&lt;linesCount val=&quot;1&quot;/&gt;&lt;lineCharCount val=&quot;1&quot;/&gt;&lt;/TableIndex&gt;&lt;TableIndex row=&quot;7&quot; col=&quot;11&quot;&gt;&lt;linesCount val=&quot;1&quot;/&gt;&lt;lineCharCount val=&quot;1&quot;/&gt;&lt;/TableIndex&gt;&lt;TableIndex row=&quot;7&quot; col=&quot;12&quot;&gt;&lt;linesCount val=&quot;1&quot;/&gt;&lt;lineCharCount val=&quot;1&quot;/&gt;&lt;/TableIndex&gt;&lt;TableIndex row=&quot;7&quot; col=&quot;13&quot;&gt;&lt;linesCount val=&quot;0&quot;/&gt;&lt;/TableIndex&gt;&lt;TableIndex row=&quot;8&quot; col=&quot;1&quot;&gt;&lt;linesCount val=&quot;0&quot;/&gt;&lt;/TableIndex&gt;&lt;TableIndex row=&quot;8&quot; col=&quot;2&quot;&gt;&lt;linesCount val=&quot;0&quot;/&gt;&lt;/TableIndex&gt;&lt;TableIndex row=&quot;8&quot; col=&quot;3&quot;&gt;&lt;linesCount val=&quot;0&quot;/&gt;&lt;/TableIndex&gt;&lt;TableIndex row=&quot;8&quot; col=&quot;4&quot;&gt;&lt;linesCount val=&quot;0&quot;/&gt;&lt;/TableIndex&gt;&lt;TableIndex row=&quot;8&quot; col=&quot;5&quot;&gt;&lt;linesCount val=&quot;0&quot;/&gt;&lt;/TableIndex&gt;&lt;TableIndex row=&quot;8&quot; col=&quot;6&quot;&gt;&lt;linesCount val=&quot;0&quot;/&gt;&lt;/TableIndex&gt;&lt;TableIndex row=&quot;8&quot; col=&quot;7&quot;&gt;&lt;linesCount val=&quot;0&quot;/&gt;&lt;/TableIndex&gt;&lt;TableIndex row=&quot;8&quot; col=&quot;8&quot;&gt;&lt;linesCount val=&quot;0&quot;/&gt;&lt;/TableIndex&gt;&lt;TableIndex row=&quot;8&quot; col=&quot;9&quot;&gt;&lt;linesCount val=&quot;0&quot;/&gt;&lt;/TableIndex&gt;&lt;TableIndex row=&quot;8&quot; col=&quot;10&quot;&gt;&lt;linesCount val=&quot;0&quot;/&gt;&lt;/TableIndex&gt;&lt;TableIndex row=&quot;8&quot; col=&quot;11&quot;&gt;&lt;linesCount val=&quot;1&quot;/&gt;&lt;lineCharCount val=&quot;1&quot;/&gt;&lt;/TableIndex&gt;&lt;TableIndex row=&quot;8&quot; col=&quot;12&quot;&gt;&lt;linesCount val=&quot;1&quot;/&gt;&lt;lineCharCount val=&quot;1&quot;/&gt;&lt;/TableIndex&gt;&lt;TableIndex row=&quot;8&quot; col=&quot;13&quot;&gt;&lt;linesCount val=&quot;1&quot;/&gt;&lt;lineCharCount val=&quot;9&quot;/&gt;&lt;/TableIndex&gt;&lt;/ShapeTextInfo&gt;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8C1596FF-EF01-4414-BBF4-32709D33143A}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10&quot;/&gt;&lt;lineCharCount val=&quot;9&quot;/&gt;&lt;/TableIndex&gt;&lt;/ShapeTextInfo&gt;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8C1596FF-EF01-4414-BBF4-32709D33143A}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10&quot;/&gt;&lt;lineCharCount val=&quot;9&quot;/&gt;&lt;/TableIndex&gt;&lt;/ShapeTextInfo&gt;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7.PNG&quot;/&gt;"/>
  <p:tag name="PPSNARRATION" val="37,226974800,C:\Users\sanmi\GoogleDrive\UWMdrive\Courses\ECE552\ece552-lec20_IntegerMulDiv_pptx\Media.ppcx"/>
  <p:tag name="TIMING" val="|5.6|10.3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10CFB585-BF7D-4CC8-81E9-841A00C713FC}_37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8C1596FF-EF01-4414-BBF4-32709D33143A}"/>
  <p:tag name="PRESENTER_SHAPEINFO" val="&lt;ThreeDShapeInfo&gt;&lt;uuid val=&quot;{B7387B99-5CE0-432B-9BEF-6FAB2FA28A21}&quot;/&gt;&lt;isInvalidForFieldText val=&quot;0&quot;/&gt;&lt;Image&gt;&lt;filename val=&quot;C:\Users\sanmi\Documents\My Adobe Presentations\ece552-IntegerMulDiv\data\asimages\{B7387B99-5CE0-432B-9BEF-6FAB2FA28A21}.png&quot;/&gt;&lt;left val=&quot;65&quot;/&gt;&lt;top val=&quot;125&quot;/&gt;&lt;width val=&quot;588&quot;/&gt;&lt;height val=&quot;375&quot;/&gt;&lt;hasText val=&quot;1&quot;/&gt;&lt;/Image&gt;&lt;/ThreeDShapeInfo&gt;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D0CC66F2-9D89-4BAB-BA9E-3D3E6C7CDD2D}_37.png&quot;/&gt;&lt;left val=&quot;35&quot;/&gt;&lt;top val=&quot;0&quot;/&gt;&lt;width val=&quot;342&quot;/&gt;&lt;height val=&quot;146&quot;/&gt;&lt;hasText val=&quot;1&quot;/&gt;&lt;/Image&gt;&lt;/ThreeDShapeInfo&gt;"/>
  <p:tag name="PRESENTER_SHAPETEXTINFO" val="&lt;ShapeTextInfo&gt;&lt;TableIndex row=&quot;-1&quot; col=&quot;-1&quot;&gt;&lt;linesCount val=&quot;2&quot;/&gt;&lt;lineCharCount val=&quot;14&quot;/&gt;&lt;lineCharCount val=&quot;8&quot;/&gt;&lt;/TableIndex&gt;&lt;/ShapeTextInfo&gt;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E761A59C-63FE-4885-9531-7494870F73EE}_37.png&quot;/&gt;&lt;left val=&quot;175&quot;/&gt;&lt;top val=&quot;416&quot;/&gt;&lt;width val=&quot;191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5E9469B1-AEC5-4C1D-9A6C-EC180C65A9DD}_37.png&quot;/&gt;&lt;left val=&quot;194&quot;/&gt;&lt;top val=&quot;153&quot;/&gt;&lt;width val=&quot;106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1790852D-9E83-46CB-BB99-40AE470D88AA}_37.png&quot;/&gt;&lt;left val=&quot;285&quot;/&gt;&lt;top val=&quot;256&quot;/&gt;&lt;width val=&quot;103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E2904C21-CCBD-49B2-9454-771A2CC75E95}_37.png&quot;/&gt;&lt;left val=&quot;298&quot;/&gt;&lt;top val=&quot;454&quot;/&gt;&lt;width val=&quot;91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96B3CECA-6AAA-4DD5-9E66-37959454811F}_37.png&quot;/&gt;&lt;left val=&quot;275&quot;/&gt;&lt;top val=&quot;328&quot;/&gt;&lt;width val=&quot;156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BA0C1B55-11B5-446B-8F31-12D91526C753}_37.png&quot;/&gt;&lt;left val=&quot;65&quot;/&gt;&lt;top val=&quot;125&quot;/&gt;&lt;width val=&quot;645&quot;/&gt;&lt;height val=&quot;375&quot;/&gt;&lt;hasText val=&quot;1&quot;/&gt;&lt;/Image&gt;&lt;/ThreeDShapeInfo&gt;"/>
  <p:tag name="PRESENTER_SHAPEINFO" val="&lt;ThreeDShapeInfo&gt;&lt;uuid val=&quot;{ED0015DD-D521-4495-A6F6-754DFE376A14}&quot;/&gt;&lt;isInvalidForFieldText val=&quot;0&quot;/&gt;&lt;Image&gt;&lt;filename val=&quot;C:\Users\sanmi\Documents\My Adobe Presentations\ece552-IntegerMulDiv\data\asimages\{ED0015DD-D521-4495-A6F6-754DFE376A14}.png&quot;/&gt;&lt;left val=&quot;65&quot;/&gt;&lt;top val=&quot;125&quot;/&gt;&lt;width val=&quot;645&quot;/&gt;&lt;height val=&quot;375&quot;/&gt;&lt;hasText val=&quot;1&quot;/&gt;&lt;/Image&gt;&lt;/ThreeDShapeInfo&gt;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DD80178A-1835-4E47-966E-A3EBB3DF7C63}_37.png&quot;/&gt;&lt;left val=&quot;65&quot;/&gt;&lt;top val=&quot;125&quot;/&gt;&lt;width val=&quot;645&quot;/&gt;&lt;height val=&quot;375&quot;/&gt;&lt;hasText val=&quot;1&quot;/&gt;&lt;/Image&gt;&lt;/ThreeDShapeInfo&gt;"/>
  <p:tag name="PRESENTER_SHAPEINFO" val="&lt;ThreeDShapeInfo&gt;&lt;uuid val=&quot;{096E99C2-BB7C-4191-88EE-371F271ACDC7}&quot;/&gt;&lt;isInvalidForFieldText val=&quot;0&quot;/&gt;&lt;Image&gt;&lt;filename val=&quot;C:\Users\sanmi\Documents\My Adobe Presentations\ece552-IntegerMulDiv\data\asimages\{096E99C2-BB7C-4191-88EE-371F271ACDC7}.png&quot;/&gt;&lt;left val=&quot;65&quot;/&gt;&lt;top val=&quot;125&quot;/&gt;&lt;width val=&quot;645&quot;/&gt;&lt;height val=&quot;375&quot;/&gt;&lt;hasText val=&quot;1&quot;/&gt;&lt;/Image&gt;&lt;/ThreeDShapeInfo&gt;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5F53826C-088B-4EC4-910D-90B9570BE721}_37.png&quot;/&gt;&lt;left val=&quot;388&quot;/&gt;&lt;top val=&quot;15&quot;/&gt;&lt;width val=&quot;324&quot;/&gt;&lt;height val=&quot;186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0&quot;/&gt;&lt;/TableIndex&gt;&lt;TableIndex row=&quot;1&quot; col=&quot;3&quot;&gt;&lt;linesCount val=&quot;0&quot;/&gt;&lt;/TableIndex&gt;&lt;TableIndex row=&quot;1&quot; col=&quot;4&quot;&gt;&lt;linesCount val=&quot;0&quot;/&gt;&lt;/TableIndex&gt;&lt;TableIndex row=&quot;1&quot; col=&quot;5&quot;&gt;&lt;linesCount val=&quot;0&quot;/&gt;&lt;/TableIndex&gt;&lt;TableIndex row=&quot;1&quot; col=&quot;6&quot;&gt;&lt;linesCount val=&quot;0&quot;/&gt;&lt;/TableIndex&gt;&lt;TableIndex row=&quot;1&quot; col=&quot;7&quot;&gt;&lt;linesCount val=&quot;0&quot;/&gt;&lt;/TableIndex&gt;&lt;TableIndex row=&quot;1&quot; col=&quot;8&quot;&gt;&lt;linesCount val=&quot;0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1&quot;/&gt;&lt;/TableIndex&gt;&lt;TableIndex row=&quot;1&quot; col=&quot;12&quot;&gt;&lt;linesCount val=&quot;1&quot;/&gt;&lt;lineCharCount val=&quot;1&quot;/&gt;&lt;/TableIndex&gt;&lt;TableIndex row=&quot;1&quot; col=&quot;13&quot;&gt;&lt;linesCount val=&quot;1&quot;/&gt;&lt;lineCharCount val=&quot;8&quot;/&gt;&lt;/TableIndex&gt;&lt;TableIndex row=&quot;2&quot; col=&quot;1&quot;&gt;&lt;linesCount val=&quot;1&quot;/&gt;&lt;lineCharCount val=&quot;7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2&quot; col=&quot;9&quot;&gt;&lt;linesCount val=&quot;1&quot;/&gt;&lt;lineCharCount val=&quot;1&quot;/&gt;&lt;/TableIndex&gt;&lt;TableIndex row=&quot;2&quot; col=&quot;10&quot;&gt;&lt;linesCount val=&quot;1&quot;/&gt;&lt;lineCharCount val=&quot;1&quot;/&gt;&lt;/TableIndex&gt;&lt;TableIndex row=&quot;2&quot; col=&quot;11&quot;&gt;&lt;linesCount val=&quot;1&quot;/&gt;&lt;lineCharCount val=&quot;1&quot;/&gt;&lt;/TableIndex&gt;&lt;TableIndex row=&quot;2&quot; col=&quot;12&quot;&gt;&lt;linesCount val=&quot;1&quot;/&gt;&lt;lineCharCount val=&quot;1&quot;/&gt;&lt;/TableIndex&gt;&lt;TableIndex row=&quot;2&quot; col=&quot;13&quot;&gt;&lt;linesCount val=&quot;1&quot;/&gt;&lt;lineCharCount val=&quot;8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1&quot;/&gt;&lt;lineCharCount val=&quot;1&quot;/&gt;&lt;/TableIndex&gt;&lt;TableIndex row=&quot;3&quot; col=&quot;10&quot;&gt;&lt;linesCount val=&quot;0&quot;/&gt;&lt;/TableIndex&gt;&lt;TableIndex row=&quot;3&quot; col=&quot;11&quot;&gt;&lt;linesCount val=&quot;0&quot;/&gt;&lt;/TableIndex&gt;&lt;TableIndex row=&quot;3&quot; col=&quot;12&quot;&gt;&lt;linesCount val=&quot;0&quot;/&gt;&lt;/TableIndex&gt;&lt;TableIndex row=&quot;3&quot; col=&quot;13&quot;&gt;&lt;linesCount val=&quot;0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0&quot;/&gt;&lt;/TableIndex&gt;&lt;TableIndex row=&quot;4&quot; col=&quot;5&quot;&gt;&lt;linesCount val=&quot;0&quot;/&gt;&lt;/TableIndex&gt;&lt;TableIndex row=&quot;4&quot; col=&quot;6&quot;&gt;&lt;linesCount val=&quot;0&quot;/&gt;&lt;/TableIndex&gt;&lt;TableIndex row=&quot;4&quot; col=&quot;7&quot;&gt;&lt;linesCount val=&quot;0&quot;/&gt;&lt;/TableIndex&gt;&lt;TableIndex row=&quot;4&quot; col=&quot;8&quot;&gt;&lt;linesCount val=&quot;0&quot;/&gt;&lt;/TableIndex&gt;&lt;TableIndex row=&quot;4&quot; col=&quot;9&quot;&gt;&lt;linesCount val=&quot;1&quot;/&gt;&lt;lineCharCount val=&quot;1&quot;/&gt;&lt;/TableIndex&gt;&lt;TableIndex row=&quot;4&quot; col=&quot;10&quot;&gt;&lt;linesCount val=&quot;1&quot;/&gt;&lt;lineCharCount val=&quot;1&quot;/&gt;&lt;/TableIndex&gt;&lt;TableIndex row=&quot;4&quot; col=&quot;11&quot;&gt;&lt;linesCount val=&quot;0&quot;/&gt;&lt;/TableIndex&gt;&lt;TableIndex row=&quot;4&quot; col=&quot;12&quot;&gt;&lt;linesCount val=&quot;0&quot;/&gt;&lt;/TableIndex&gt;&lt;TableIndex row=&quot;4&quot; col=&quot;13&quot;&gt;&lt;linesCount val=&quot;0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0&quot;/&gt;&lt;/TableIndex&gt;&lt;TableIndex row=&quot;5&quot; col=&quot;6&quot;&gt;&lt;linesCount val=&quot;0&quot;/&gt;&lt;/TableIndex&gt;&lt;TableIndex row=&quot;5&quot; col=&quot;7&quot;&gt;&lt;linesCount val=&quot;0&quot;/&gt;&lt;/TableIndex&gt;&lt;TableIndex row=&quot;5&quot; col=&quot;8&quot;&gt;&lt;linesCount val=&quot;0&quot;/&gt;&lt;/TableIndex&gt;&lt;TableIndex row=&quot;5&quot; col=&quot;9&quot;&gt;&lt;linesCount val=&quot;1&quot;/&gt;&lt;lineCharCount val=&quot;1&quot;/&gt;&lt;/TableIndex&gt;&lt;TableIndex row=&quot;5&quot; col=&quot;10&quot;&gt;&lt;linesCount val=&quot;1&quot;/&gt;&lt;lineCharCount val=&quot;1&quot;/&gt;&lt;/TableIndex&gt;&lt;TableIndex row=&quot;5&quot; col=&quot;11&quot;&gt;&lt;linesCount val=&quot;1&quot;/&gt;&lt;lineCharCount val=&quot;1&quot;/&gt;&lt;/TableIndex&gt;&lt;TableIndex row=&quot;5&quot; col=&quot;12&quot;&gt;&lt;linesCount val=&quot;0&quot;/&gt;&lt;/TableIndex&gt;&lt;TableIndex row=&quot;5&quot; col=&quot;13&quot;&gt;&lt;linesCount val=&quot;0&quot;/&gt;&lt;/TableIndex&gt;&lt;TableIndex row=&quot;6&quot; col=&quot;1&quot;&gt;&lt;linesCount val=&quot;0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0&quot;/&gt;&lt;/TableIndex&gt;&lt;TableIndex row=&quot;6&quot; col=&quot;7&quot;&gt;&lt;linesCount val=&quot;0&quot;/&gt;&lt;/TableIndex&gt;&lt;TableIndex row=&quot;6&quot; col=&quot;8&quot;&gt;&lt;linesCount val=&quot;0&quot;/&gt;&lt;/TableIndex&gt;&lt;TableIndex row=&quot;6&quot; col=&quot;9&quot;&gt;&lt;linesCount val=&quot;1&quot;/&gt;&lt;lineCharCount val=&quot;1&quot;/&gt;&lt;/TableIndex&gt;&lt;TableIndex row=&quot;6&quot; col=&quot;10&quot;&gt;&lt;linesCount val=&quot;1&quot;/&gt;&lt;lineCharCount val=&quot;1&quot;/&gt;&lt;/TableIndex&gt;&lt;TableIndex row=&quot;6&quot; col=&quot;11&quot;&gt;&lt;linesCount val=&quot;1&quot;/&gt;&lt;lineCharCount val=&quot;1&quot;/&gt;&lt;/TableIndex&gt;&lt;TableIndex row=&quot;6&quot; col=&quot;12&quot;&gt;&lt;linesCount val=&quot;1&quot;/&gt;&lt;lineCharCount val=&quot;1&quot;/&gt;&lt;/TableIndex&gt;&lt;TableIndex row=&quot;6&quot; col=&quot;13&quot;&gt;&lt;linesCount val=&quot;0&quot;/&gt;&lt;/TableIndex&gt;&lt;TableIndex row=&quot;7&quot; col=&quot;1&quot;&gt;&lt;linesCount val=&quot;0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TableIndex row=&quot;7&quot; col=&quot;5&quot;&gt;&lt;linesCount val=&quot;0&quot;/&gt;&lt;/TableIndex&gt;&lt;TableIndex row=&quot;7&quot; col=&quot;6&quot;&gt;&lt;linesCount val=&quot;0&quot;/&gt;&lt;/TableIndex&gt;&lt;TableIndex row=&quot;7&quot; col=&quot;7&quot;&gt;&lt;linesCount val=&quot;0&quot;/&gt;&lt;/TableIndex&gt;&lt;TableIndex row=&quot;7&quot; col=&quot;8&quot;&gt;&lt;linesCount val=&quot;1&quot;/&gt;&lt;lineCharCount val=&quot;1&quot;/&gt;&lt;/TableIndex&gt;&lt;TableIndex row=&quot;7&quot; col=&quot;9&quot;&gt;&lt;linesCount val=&quot;1&quot;/&gt;&lt;lineCharCount val=&quot;1&quot;/&gt;&lt;/TableIndex&gt;&lt;TableIndex row=&quot;7&quot; col=&quot;10&quot;&gt;&lt;linesCount val=&quot;1&quot;/&gt;&lt;lineCharCount val=&quot;1&quot;/&gt;&lt;/TableIndex&gt;&lt;TableIndex row=&quot;7&quot; col=&quot;11&quot;&gt;&lt;linesCount val=&quot;1&quot;/&gt;&lt;lineCharCount val=&quot;1&quot;/&gt;&lt;/TableIndex&gt;&lt;TableIndex row=&quot;7&quot; col=&quot;12&quot;&gt;&lt;linesCount val=&quot;1&quot;/&gt;&lt;lineCharCount val=&quot;1&quot;/&gt;&lt;/TableIndex&gt;&lt;TableIndex row=&quot;7&quot; col=&quot;13&quot;&gt;&lt;linesCount val=&quot;0&quot;/&gt;&lt;/TableIndex&gt;&lt;TableIndex row=&quot;8&quot; col=&quot;1&quot;&gt;&lt;linesCount val=&quot;0&quot;/&gt;&lt;/TableIndex&gt;&lt;TableIndex row=&quot;8&quot; col=&quot;2&quot;&gt;&lt;linesCount val=&quot;0&quot;/&gt;&lt;/TableIndex&gt;&lt;TableIndex row=&quot;8&quot; col=&quot;3&quot;&gt;&lt;linesCount val=&quot;0&quot;/&gt;&lt;/TableIndex&gt;&lt;TableIndex row=&quot;8&quot; col=&quot;4&quot;&gt;&lt;linesCount val=&quot;0&quot;/&gt;&lt;/TableIndex&gt;&lt;TableIndex row=&quot;8&quot; col=&quot;5&quot;&gt;&lt;linesCount val=&quot;0&quot;/&gt;&lt;/TableIndex&gt;&lt;TableIndex row=&quot;8&quot; col=&quot;6&quot;&gt;&lt;linesCount val=&quot;0&quot;/&gt;&lt;/TableIndex&gt;&lt;TableIndex row=&quot;8&quot; col=&quot;7&quot;&gt;&lt;linesCount val=&quot;0&quot;/&gt;&lt;/TableIndex&gt;&lt;TableIndex row=&quot;8&quot; col=&quot;8&quot;&gt;&lt;linesCount val=&quot;0&quot;/&gt;&lt;/TableIndex&gt;&lt;TableIndex row=&quot;8&quot; col=&quot;9&quot;&gt;&lt;linesCount val=&quot;0&quot;/&gt;&lt;/TableIndex&gt;&lt;TableIndex row=&quot;8&quot; col=&quot;10&quot;&gt;&lt;linesCount val=&quot;0&quot;/&gt;&lt;/TableIndex&gt;&lt;TableIndex row=&quot;8&quot; col=&quot;11&quot;&gt;&lt;linesCount val=&quot;1&quot;/&gt;&lt;lineCharCount val=&quot;1&quot;/&gt;&lt;/TableIndex&gt;&lt;TableIndex row=&quot;8&quot; col=&quot;12&quot;&gt;&lt;linesCount val=&quot;1&quot;/&gt;&lt;lineCharCount val=&quot;1&quot;/&gt;&lt;/TableIndex&gt;&lt;TableIndex row=&quot;8&quot; col=&quot;13&quot;&gt;&lt;linesCount val=&quot;1&quot;/&gt;&lt;lineCharCount val=&quot;9&quot;/&gt;&lt;/TableIndex&gt;&lt;/ShapeTextInfo&gt;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8C1596FF-EF01-4414-BBF4-32709D33143A}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10&quot;/&gt;&lt;lineCharCount val=&quot;9&quot;/&gt;&lt;/TableIndex&gt;&lt;/ShapeTextInfo&gt;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8C1596FF-EF01-4414-BBF4-32709D33143A}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10&quot;/&gt;&lt;lineCharCount val=&quot;9&quot;/&gt;&lt;/TableIndex&gt;&lt;/ShapeTextInfo&gt;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8.PNG&quot;/&gt;"/>
  <p:tag name="PPSNARRATION" val="38,226974800,C:\Users\sanmi\GoogleDrive\UWMdrive\Courses\ECE552\ece552-lec20_IntegerMulDiv_pptx\Media.ppcx"/>
  <p:tag name="TIMING" val="|5.4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906E3F31-7D18-49BE-8360-A8DB4C874469}_38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8C1596FF-EF01-4414-BBF4-32709D33143A}"/>
  <p:tag name="PRESENTER_SHAPEINFO" val="&lt;ThreeDShapeInfo&gt;&lt;uuid val=&quot;{E7B4F2C6-EE70-4CA9-93A1-FA98B6DE23F5}&quot;/&gt;&lt;isInvalidForFieldText val=&quot;0&quot;/&gt;&lt;Image&gt;&lt;filename val=&quot;C:\Users\sanmi\Documents\My Adobe Presentations\ece552-IntegerMulDiv\data\asimages\{E7B4F2C6-EE70-4CA9-93A1-FA98B6DE23F5}.png&quot;/&gt;&lt;left val=&quot;65&quot;/&gt;&lt;top val=&quot;125&quot;/&gt;&lt;width val=&quot;588&quot;/&gt;&lt;height val=&quot;375&quot;/&gt;&lt;hasText val=&quot;1&quot;/&gt;&lt;/Image&gt;&lt;/ThreeDShapeInfo&gt;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5B7E9D4D-B3AC-4FBD-BCE6-FB84F2BDBC8E}_38.png&quot;/&gt;&lt;left val=&quot;35&quot;/&gt;&lt;top val=&quot;0&quot;/&gt;&lt;width val=&quot;342&quot;/&gt;&lt;height val=&quot;146&quot;/&gt;&lt;hasText val=&quot;1&quot;/&gt;&lt;/Image&gt;&lt;/ThreeDShapeInfo&gt;"/>
  <p:tag name="PRESENTER_SHAPETEXTINFO" val="&lt;ShapeTextInfo&gt;&lt;TableIndex row=&quot;-1&quot; col=&quot;-1&quot;&gt;&lt;linesCount val=&quot;2&quot;/&gt;&lt;lineCharCount val=&quot;14&quot;/&gt;&lt;lineCharCount val=&quot;8&quot;/&gt;&lt;/TableIndex&gt;&lt;/ShapeTextInfo&gt;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87F2BBB9-D542-4775-A57A-252F70A3FC0D}_38.png&quot;/&gt;&lt;left val=&quot;175&quot;/&gt;&lt;top val=&quot;416&quot;/&gt;&lt;width val=&quot;191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17B17C86-CA11-495A-94C2-168CD56E8541}_38.png&quot;/&gt;&lt;left val=&quot;194&quot;/&gt;&lt;top val=&quot;153&quot;/&gt;&lt;width val=&quot;106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B560C445-6612-4E86-8299-3930B1522165}_38.png&quot;/&gt;&lt;left val=&quot;548&quot;/&gt;&lt;top val=&quot;427&quot;/&gt;&lt;width val=&quot;54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100EF5F3-2EB4-4FAD-83B4-7C516EFD9124}_38.png&quot;/&gt;&lt;left val=&quot;275&quot;/&gt;&lt;top val=&quot;328&quot;/&gt;&lt;width val=&quot;156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03659050-C9F3-49C8-8E6C-3EED670C16E9}_38.png&quot;/&gt;&lt;left val=&quot;65&quot;/&gt;&lt;top val=&quot;125&quot;/&gt;&lt;width val=&quot;588&quot;/&gt;&lt;height val=&quot;375&quot;/&gt;&lt;hasText val=&quot;1&quot;/&gt;&lt;/Image&gt;&lt;/ThreeDShapeInfo&gt;"/>
  <p:tag name="PRESENTER_SHAPEINFO" val="&lt;ThreeDShapeInfo&gt;&lt;uuid val=&quot;{B1EB4A68-EC11-4146-88D6-3CEA27498688}&quot;/&gt;&lt;isInvalidForFieldText val=&quot;0&quot;/&gt;&lt;Image&gt;&lt;filename val=&quot;C:\Users\sanmi\Documents\My Adobe Presentations\ece552-IntegerMulDiv\data\asimages\{B1EB4A68-EC11-4146-88D6-3CEA27498688}.png&quot;/&gt;&lt;left val=&quot;65&quot;/&gt;&lt;top val=&quot;125&quot;/&gt;&lt;width val=&quot;588&quot;/&gt;&lt;height val=&quot;375&quot;/&gt;&lt;hasText val=&quot;1&quot;/&gt;&lt;/Image&gt;&lt;/ThreeDShapeInfo&gt;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C345D4E5-37FC-4CEC-90CA-C7ED13990E1B}_38.png&quot;/&gt;&lt;left val=&quot;388&quot;/&gt;&lt;top val=&quot;15&quot;/&gt;&lt;width val=&quot;324&quot;/&gt;&lt;height val=&quot;186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0&quot;/&gt;&lt;/TableIndex&gt;&lt;TableIndex row=&quot;1&quot; col=&quot;3&quot;&gt;&lt;linesCount val=&quot;0&quot;/&gt;&lt;/TableIndex&gt;&lt;TableIndex row=&quot;1&quot; col=&quot;4&quot;&gt;&lt;linesCount val=&quot;0&quot;/&gt;&lt;/TableIndex&gt;&lt;TableIndex row=&quot;1&quot; col=&quot;5&quot;&gt;&lt;linesCount val=&quot;0&quot;/&gt;&lt;/TableIndex&gt;&lt;TableIndex row=&quot;1&quot; col=&quot;6&quot;&gt;&lt;linesCount val=&quot;0&quot;/&gt;&lt;/TableIndex&gt;&lt;TableIndex row=&quot;1&quot; col=&quot;7&quot;&gt;&lt;linesCount val=&quot;0&quot;/&gt;&lt;/TableIndex&gt;&lt;TableIndex row=&quot;1&quot; col=&quot;8&quot;&gt;&lt;linesCount val=&quot;0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1&quot;/&gt;&lt;/TableIndex&gt;&lt;TableIndex row=&quot;1&quot; col=&quot;12&quot;&gt;&lt;linesCount val=&quot;1&quot;/&gt;&lt;lineCharCount val=&quot;1&quot;/&gt;&lt;/TableIndex&gt;&lt;TableIndex row=&quot;1&quot; col=&quot;13&quot;&gt;&lt;linesCount val=&quot;1&quot;/&gt;&lt;lineCharCount val=&quot;8&quot;/&gt;&lt;/TableIndex&gt;&lt;TableIndex row=&quot;2&quot; col=&quot;1&quot;&gt;&lt;linesCount val=&quot;1&quot;/&gt;&lt;lineCharCount val=&quot;7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2&quot; col=&quot;9&quot;&gt;&lt;linesCount val=&quot;1&quot;/&gt;&lt;lineCharCount val=&quot;1&quot;/&gt;&lt;/TableIndex&gt;&lt;TableIndex row=&quot;2&quot; col=&quot;10&quot;&gt;&lt;linesCount val=&quot;1&quot;/&gt;&lt;lineCharCount val=&quot;1&quot;/&gt;&lt;/TableIndex&gt;&lt;TableIndex row=&quot;2&quot; col=&quot;11&quot;&gt;&lt;linesCount val=&quot;1&quot;/&gt;&lt;lineCharCount val=&quot;1&quot;/&gt;&lt;/TableIndex&gt;&lt;TableIndex row=&quot;2&quot; col=&quot;12&quot;&gt;&lt;linesCount val=&quot;1&quot;/&gt;&lt;lineCharCount val=&quot;1&quot;/&gt;&lt;/TableIndex&gt;&lt;TableIndex row=&quot;2&quot; col=&quot;13&quot;&gt;&lt;linesCount val=&quot;1&quot;/&gt;&lt;lineCharCount val=&quot;8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1&quot;/&gt;&lt;lineCharCount val=&quot;1&quot;/&gt;&lt;/TableIndex&gt;&lt;TableIndex row=&quot;3&quot; col=&quot;10&quot;&gt;&lt;linesCount val=&quot;0&quot;/&gt;&lt;/TableIndex&gt;&lt;TableIndex row=&quot;3&quot; col=&quot;11&quot;&gt;&lt;linesCount val=&quot;0&quot;/&gt;&lt;/TableIndex&gt;&lt;TableIndex row=&quot;3&quot; col=&quot;12&quot;&gt;&lt;linesCount val=&quot;0&quot;/&gt;&lt;/TableIndex&gt;&lt;TableIndex row=&quot;3&quot; col=&quot;13&quot;&gt;&lt;linesCount val=&quot;0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0&quot;/&gt;&lt;/TableIndex&gt;&lt;TableIndex row=&quot;4&quot; col=&quot;5&quot;&gt;&lt;linesCount val=&quot;0&quot;/&gt;&lt;/TableIndex&gt;&lt;TableIndex row=&quot;4&quot; col=&quot;6&quot;&gt;&lt;linesCount val=&quot;0&quot;/&gt;&lt;/TableIndex&gt;&lt;TableIndex row=&quot;4&quot; col=&quot;7&quot;&gt;&lt;linesCount val=&quot;0&quot;/&gt;&lt;/TableIndex&gt;&lt;TableIndex row=&quot;4&quot; col=&quot;8&quot;&gt;&lt;linesCount val=&quot;0&quot;/&gt;&lt;/TableIndex&gt;&lt;TableIndex row=&quot;4&quot; col=&quot;9&quot;&gt;&lt;linesCount val=&quot;1&quot;/&gt;&lt;lineCharCount val=&quot;1&quot;/&gt;&lt;/TableIndex&gt;&lt;TableIndex row=&quot;4&quot; col=&quot;10&quot;&gt;&lt;linesCount val=&quot;1&quot;/&gt;&lt;lineCharCount val=&quot;1&quot;/&gt;&lt;/TableIndex&gt;&lt;TableIndex row=&quot;4&quot; col=&quot;11&quot;&gt;&lt;linesCount val=&quot;0&quot;/&gt;&lt;/TableIndex&gt;&lt;TableIndex row=&quot;4&quot; col=&quot;12&quot;&gt;&lt;linesCount val=&quot;0&quot;/&gt;&lt;/TableIndex&gt;&lt;TableIndex row=&quot;4&quot; col=&quot;13&quot;&gt;&lt;linesCount val=&quot;0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0&quot;/&gt;&lt;/TableIndex&gt;&lt;TableIndex row=&quot;5&quot; col=&quot;6&quot;&gt;&lt;linesCount val=&quot;0&quot;/&gt;&lt;/TableIndex&gt;&lt;TableIndex row=&quot;5&quot; col=&quot;7&quot;&gt;&lt;linesCount val=&quot;0&quot;/&gt;&lt;/TableIndex&gt;&lt;TableIndex row=&quot;5&quot; col=&quot;8&quot;&gt;&lt;linesCount val=&quot;0&quot;/&gt;&lt;/TableIndex&gt;&lt;TableIndex row=&quot;5&quot; col=&quot;9&quot;&gt;&lt;linesCount val=&quot;1&quot;/&gt;&lt;lineCharCount val=&quot;1&quot;/&gt;&lt;/TableIndex&gt;&lt;TableIndex row=&quot;5&quot; col=&quot;10&quot;&gt;&lt;linesCount val=&quot;1&quot;/&gt;&lt;lineCharCount val=&quot;1&quot;/&gt;&lt;/TableIndex&gt;&lt;TableIndex row=&quot;5&quot; col=&quot;11&quot;&gt;&lt;linesCount val=&quot;1&quot;/&gt;&lt;lineCharCount val=&quot;1&quot;/&gt;&lt;/TableIndex&gt;&lt;TableIndex row=&quot;5&quot; col=&quot;12&quot;&gt;&lt;linesCount val=&quot;0&quot;/&gt;&lt;/TableIndex&gt;&lt;TableIndex row=&quot;5&quot; col=&quot;13&quot;&gt;&lt;linesCount val=&quot;0&quot;/&gt;&lt;/TableIndex&gt;&lt;TableIndex row=&quot;6&quot; col=&quot;1&quot;&gt;&lt;linesCount val=&quot;0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0&quot;/&gt;&lt;/TableIndex&gt;&lt;TableIndex row=&quot;6&quot; col=&quot;7&quot;&gt;&lt;linesCount val=&quot;0&quot;/&gt;&lt;/TableIndex&gt;&lt;TableIndex row=&quot;6&quot; col=&quot;8&quot;&gt;&lt;linesCount val=&quot;0&quot;/&gt;&lt;/TableIndex&gt;&lt;TableIndex row=&quot;6&quot; col=&quot;9&quot;&gt;&lt;linesCount val=&quot;1&quot;/&gt;&lt;lineCharCount val=&quot;1&quot;/&gt;&lt;/TableIndex&gt;&lt;TableIndex row=&quot;6&quot; col=&quot;10&quot;&gt;&lt;linesCount val=&quot;1&quot;/&gt;&lt;lineCharCount val=&quot;1&quot;/&gt;&lt;/TableIndex&gt;&lt;TableIndex row=&quot;6&quot; col=&quot;11&quot;&gt;&lt;linesCount val=&quot;1&quot;/&gt;&lt;lineCharCount val=&quot;1&quot;/&gt;&lt;/TableIndex&gt;&lt;TableIndex row=&quot;6&quot; col=&quot;12&quot;&gt;&lt;linesCount val=&quot;1&quot;/&gt;&lt;lineCharCount val=&quot;1&quot;/&gt;&lt;/TableIndex&gt;&lt;TableIndex row=&quot;6&quot; col=&quot;13&quot;&gt;&lt;linesCount val=&quot;0&quot;/&gt;&lt;/TableIndex&gt;&lt;TableIndex row=&quot;7&quot; col=&quot;1&quot;&gt;&lt;linesCount val=&quot;0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TableIndex row=&quot;7&quot; col=&quot;5&quot;&gt;&lt;linesCount val=&quot;0&quot;/&gt;&lt;/TableIndex&gt;&lt;TableIndex row=&quot;7&quot; col=&quot;6&quot;&gt;&lt;linesCount val=&quot;0&quot;/&gt;&lt;/TableIndex&gt;&lt;TableIndex row=&quot;7&quot; col=&quot;7&quot;&gt;&lt;linesCount val=&quot;0&quot;/&gt;&lt;/TableIndex&gt;&lt;TableIndex row=&quot;7&quot; col=&quot;8&quot;&gt;&lt;linesCount val=&quot;1&quot;/&gt;&lt;lineCharCount val=&quot;1&quot;/&gt;&lt;/TableIndex&gt;&lt;TableIndex row=&quot;7&quot; col=&quot;9&quot;&gt;&lt;linesCount val=&quot;1&quot;/&gt;&lt;lineCharCount val=&quot;1&quot;/&gt;&lt;/TableIndex&gt;&lt;TableIndex row=&quot;7&quot; col=&quot;10&quot;&gt;&lt;linesCount val=&quot;1&quot;/&gt;&lt;lineCharCount val=&quot;1&quot;/&gt;&lt;/TableIndex&gt;&lt;TableIndex row=&quot;7&quot; col=&quot;11&quot;&gt;&lt;linesCount val=&quot;1&quot;/&gt;&lt;lineCharCount val=&quot;1&quot;/&gt;&lt;/TableIndex&gt;&lt;TableIndex row=&quot;7&quot; col=&quot;12&quot;&gt;&lt;linesCount val=&quot;1&quot;/&gt;&lt;lineCharCount val=&quot;1&quot;/&gt;&lt;/TableIndex&gt;&lt;TableIndex row=&quot;7&quot; col=&quot;13&quot;&gt;&lt;linesCount val=&quot;0&quot;/&gt;&lt;/TableIndex&gt;&lt;TableIndex row=&quot;8&quot; col=&quot;1&quot;&gt;&lt;linesCount val=&quot;0&quot;/&gt;&lt;/TableIndex&gt;&lt;TableIndex row=&quot;8&quot; col=&quot;2&quot;&gt;&lt;linesCount val=&quot;0&quot;/&gt;&lt;/TableIndex&gt;&lt;TableIndex row=&quot;8&quot; col=&quot;3&quot;&gt;&lt;linesCount val=&quot;0&quot;/&gt;&lt;/TableIndex&gt;&lt;TableIndex row=&quot;8&quot; col=&quot;4&quot;&gt;&lt;linesCount val=&quot;0&quot;/&gt;&lt;/TableIndex&gt;&lt;TableIndex row=&quot;8&quot; col=&quot;5&quot;&gt;&lt;linesCount val=&quot;0&quot;/&gt;&lt;/TableIndex&gt;&lt;TableIndex row=&quot;8&quot; col=&quot;6&quot;&gt;&lt;linesCount val=&quot;0&quot;/&gt;&lt;/TableIndex&gt;&lt;TableIndex row=&quot;8&quot; col=&quot;7&quot;&gt;&lt;linesCount val=&quot;0&quot;/&gt;&lt;/TableIndex&gt;&lt;TableIndex row=&quot;8&quot; col=&quot;8&quot;&gt;&lt;linesCount val=&quot;0&quot;/&gt;&lt;/TableIndex&gt;&lt;TableIndex row=&quot;8&quot; col=&quot;9&quot;&gt;&lt;linesCount val=&quot;0&quot;/&gt;&lt;/TableIndex&gt;&lt;TableIndex row=&quot;8&quot; col=&quot;10&quot;&gt;&lt;linesCount val=&quot;0&quot;/&gt;&lt;/TableIndex&gt;&lt;TableIndex row=&quot;8&quot; col=&quot;11&quot;&gt;&lt;linesCount val=&quot;1&quot;/&gt;&lt;lineCharCount val=&quot;1&quot;/&gt;&lt;/TableIndex&gt;&lt;TableIndex row=&quot;8&quot; col=&quot;12&quot;&gt;&lt;linesCount val=&quot;1&quot;/&gt;&lt;lineCharCount val=&quot;1&quot;/&gt;&lt;/TableIndex&gt;&lt;TableIndex row=&quot;8&quot; col=&quot;13&quot;&gt;&lt;linesCount val=&quot;1&quot;/&gt;&lt;lineCharCount val=&quot;9&quot;/&gt;&lt;/TableIndex&gt;&lt;/ShapeTextInfo&gt;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8C1596FF-EF01-4414-BBF4-32709D33143A}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9.PNG&quot;/&gt;"/>
  <p:tag name="PPSNARRATION" val="39,226974800,C:\Users\sanmi\GoogleDrive\UWMdrive\Courses\ECE552\ece552-lec20_IntegerMulDiv_pptx\Media.ppcx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54F01BF3-F695-4D1F-BD61-3BBB4255EE3F}_39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9&quot;/&gt;&lt;/TableIndex&gt;&lt;/ShapeTextInfo&gt;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FCBDB86D-BFA8-415D-B867-3592EE4C82A5}_39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E75A85E3-FFAF-45A7-8F54-11DC025A15CC}_39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3&quot;/&gt;&lt;lineCharCount val=&quot;22&quot;/&gt;&lt;lineCharCount val=&quot;13&quot;/&gt;&lt;lineCharCount val=&quot;11&quot;/&gt;&lt;/TableIndex&gt;&lt;/ShapeTextInfo&gt;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50D337FE-1ED3-4FAE-BDC8-933B0FE901DC}_39.png&quot;/&gt;&lt;left val=&quot;141&quot;/&gt;&lt;top val=&quot;235&quot;/&gt;&lt;width val=&quot;95&quot;/&gt;&lt;height val=&quot;39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40.PNG&quot;/&gt;"/>
  <p:tag name="PPSNARRATION" val="40,226974800,C:\Users\sanmi\GoogleDrive\UWMdrive\Courses\ECE552\ece552-lec20_IntegerMulDiv_pptx\Media.ppcx"/>
  <p:tag name="TIMING" val="|10.8|6.1|5.2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6007ACBE-21F5-4B2A-86C1-E3DB7677F695}_40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9&quot;/&gt;&lt;/TableIndex&gt;&lt;/ShapeTextInfo&gt;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FD689446-B6C2-4E15-97A8-D458F8CAE833}_40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4&quot;/&gt;&lt;lineCharCount val=&quot;22&quot;/&gt;&lt;lineCharCount val=&quot;13&quot;/&gt;&lt;lineCharCount val=&quot;12&quot;/&gt;&lt;lineCharCount val=&quot;43&quot;/&gt;&lt;/TableIndex&gt;&lt;/ShapeTextInfo&gt;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DCA6C64A-87B0-40C2-B3FC-7DD66DE4536D}_40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43988E44-7B5E-4C4C-8434-11BBEADAC300}_40.png&quot;/&gt;&lt;left val=&quot;192&quot;/&gt;&lt;top val=&quot;300&quot;/&gt;&lt;width val=&quot;490&quot;/&gt;&lt;height val=&quot;190&quot;/&gt;&lt;hasText val=&quot;1&quot;/&gt;&lt;/Image&gt;&lt;/ThreeDShapeInfo&gt;"/>
  <p:tag name="PRESENTER_SHAPETEXTINFO" val="&lt;ShapeTextInfo&gt;&lt;TableIndex row=&quot;1&quot; col=&quot;1&quot;&gt;&lt;linesCount val=&quot;1&quot;/&gt;&lt;lineCharCount val=&quot;9&quot;/&gt;&lt;/TableIndex&gt;&lt;TableIndex row=&quot;1&quot; col=&quot;2&quot;&gt;&lt;linesCount val=&quot;1&quot;/&gt;&lt;lineCharCount val=&quot;3&quot;/&gt;&lt;/TableIndex&gt;&lt;TableIndex row=&quot;1&quot; col=&quot;3&quot;&gt;&lt;linesCount val=&quot;1&quot;/&gt;&lt;lineCharCount val=&quot;9&quot;/&gt;&lt;/TableIndex&gt;&lt;TableIndex row=&quot;2&quot; col=&quot;1&quot;&gt;&lt;linesCount val=&quot;0&quot;/&gt;&lt;/TableIndex&gt;&lt;TableIndex row=&quot;2&quot; col=&quot;2&quot;&gt;&lt;linesCount val=&quot;0&quot;/&gt;&lt;/TableIndex&gt;&lt;TableIndex row=&quot;2&quot; col=&quot;3&quot;&gt;&lt;linesCount val=&quot;0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5&quot; col=&quot;1&quot;&gt;&lt;linesCount val=&quot;0&quot;/&gt;&lt;/TableIndex&gt;&lt;TableIndex row=&quot;5&quot; col=&quot;2&quot;&gt;&lt;linesCount val=&quot;1&quot;/&gt;&lt;lineCharCount val=&quot;10&quot;/&gt;&lt;/TableIndex&gt;&lt;TableIndex row=&quot;5&quot; col=&quot;3&quot;&gt;&lt;linesCount val=&quot;0&quot;/&gt;&lt;/TableIndex&gt;&lt;/ShapeTextInfo&gt;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3C2F7187-9B59-4C1F-AFE2-3539A3A17FFF}_40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4&quot;/&gt;&lt;lineCharCount val=&quot;22&quot;/&gt;&lt;lineCharCount val=&quot;13&quot;/&gt;&lt;lineCharCount val=&quot;12&quot;/&gt;&lt;lineCharCount val=&quot;43&quot;/&gt;&lt;/TableIndex&gt;&lt;/ShapeTextInfo&gt;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9854E069-45D7-418B-9FC9-82A710D56C3E}_40.png&quot;/&gt;&lt;left val=&quot;192&quot;/&gt;&lt;top val=&quot;300&quot;/&gt;&lt;width val=&quot;490&quot;/&gt;&lt;height val=&quot;190&quot;/&gt;&lt;hasText val=&quot;1&quot;/&gt;&lt;/Image&gt;&lt;/ThreeDShapeInfo&gt;"/>
  <p:tag name="PRESENTER_SHAPETEXTINFO" val="&lt;ShapeTextInfo&gt;&lt;TableIndex row=&quot;1&quot; col=&quot;1&quot;&gt;&lt;linesCount val=&quot;1&quot;/&gt;&lt;lineCharCount val=&quot;9&quot;/&gt;&lt;/TableIndex&gt;&lt;TableIndex row=&quot;1&quot; col=&quot;2&quot;&gt;&lt;linesCount val=&quot;1&quot;/&gt;&lt;lineCharCount val=&quot;3&quot;/&gt;&lt;/TableIndex&gt;&lt;TableIndex row=&quot;1&quot; col=&quot;3&quot;&gt;&lt;linesCount val=&quot;1&quot;/&gt;&lt;lineCharCount val=&quot;9&quot;/&gt;&lt;/TableIndex&gt;&lt;TableIndex row=&quot;2&quot; col=&quot;1&quot;&gt;&lt;linesCount val=&quot;1&quot;/&gt;&lt;lineCharCount val=&quot;9&quot;/&gt;&lt;/TableIndex&gt;&lt;TableIndex row=&quot;2&quot; col=&quot;2&quot;&gt;&lt;linesCount val=&quot;1&quot;/&gt;&lt;lineCharCount val=&quot;4&quot;/&gt;&lt;/TableIndex&gt;&lt;TableIndex row=&quot;2&quot; col=&quot;3&quot;&gt;&lt;linesCount val=&quot;1&quot;/&gt;&lt;lineCharCount val=&quot;9&quot;/&gt;&lt;/TableIndex&gt;&lt;TableIndex row=&quot;3&quot; col=&quot;1&quot;&gt;&lt;linesCount val=&quot;0&quot;/&gt;&lt;/TableIndex&gt;&lt;TableIndex row=&quot;3&quot; col=&quot;2&quot;&gt;&lt;linesCount val=&quot;0&quot;/&gt;&lt;/TableIndex&gt;&lt;TableIndex row=&quot;3&quot; col=&quot;3&quot;&gt;&lt;linesCount val=&quot;0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5&quot; col=&quot;1&quot;&gt;&lt;linesCount val=&quot;0&quot;/&gt;&lt;/TableIndex&gt;&lt;TableIndex row=&quot;5&quot; col=&quot;2&quot;&gt;&lt;linesCount val=&quot;1&quot;/&gt;&lt;lineCharCount val=&quot;10&quot;/&gt;&lt;/TableIndex&gt;&lt;TableIndex row=&quot;5&quot; col=&quot;3&quot;&gt;&lt;linesCount val=&quot;0&quot;/&gt;&lt;/TableIndex&gt;&lt;/ShapeTextInfo&gt;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1A46533C-5322-4F24-A520-A622C65A3C92}_40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4&quot;/&gt;&lt;lineCharCount val=&quot;22&quot;/&gt;&lt;lineCharCount val=&quot;13&quot;/&gt;&lt;lineCharCount val=&quot;12&quot;/&gt;&lt;lineCharCount val=&quot;43&quot;/&gt;&lt;/TableIndex&gt;&lt;/ShapeTextInfo&gt;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4A84FBFE-7FA6-4204-B123-00BAB2C40A9F}_40.png&quot;/&gt;&lt;left val=&quot;192&quot;/&gt;&lt;top val=&quot;300&quot;/&gt;&lt;width val=&quot;490&quot;/&gt;&lt;height val=&quot;190&quot;/&gt;&lt;hasText val=&quot;1&quot;/&gt;&lt;/Image&gt;&lt;/ThreeDShapeInfo&gt;"/>
  <p:tag name="PRESENTER_SHAPETEXTINFO" val="&lt;ShapeTextInfo&gt;&lt;TableIndex row=&quot;1&quot; col=&quot;1&quot;&gt;&lt;linesCount val=&quot;1&quot;/&gt;&lt;lineCharCount val=&quot;9&quot;/&gt;&lt;/TableIndex&gt;&lt;TableIndex row=&quot;1&quot; col=&quot;2&quot;&gt;&lt;linesCount val=&quot;1&quot;/&gt;&lt;lineCharCount val=&quot;3&quot;/&gt;&lt;/TableIndex&gt;&lt;TableIndex row=&quot;1&quot; col=&quot;3&quot;&gt;&lt;linesCount val=&quot;1&quot;/&gt;&lt;lineCharCount val=&quot;9&quot;/&gt;&lt;/TableIndex&gt;&lt;TableIndex row=&quot;2&quot; col=&quot;1&quot;&gt;&lt;linesCount val=&quot;1&quot;/&gt;&lt;lineCharCount val=&quot;9&quot;/&gt;&lt;/TableIndex&gt;&lt;TableIndex row=&quot;2&quot; col=&quot;2&quot;&gt;&lt;linesCount val=&quot;1&quot;/&gt;&lt;lineCharCount val=&quot;4&quot;/&gt;&lt;/TableIndex&gt;&lt;TableIndex row=&quot;2&quot; col=&quot;3&quot;&gt;&lt;linesCount val=&quot;1&quot;/&gt;&lt;lineCharCount val=&quot;9&quot;/&gt;&lt;/TableIndex&gt;&lt;TableIndex row=&quot;3&quot; col=&quot;1&quot;&gt;&lt;linesCount val=&quot;1&quot;/&gt;&lt;lineCharCount val=&quot;9&quot;/&gt;&lt;/TableIndex&gt;&lt;TableIndex row=&quot;3&quot; col=&quot;2&quot;&gt;&lt;linesCount val=&quot;1&quot;/&gt;&lt;lineCharCount val=&quot;3&quot;/&gt;&lt;/TableIndex&gt;&lt;TableIndex row=&quot;3&quot; col=&quot;3&quot;&gt;&lt;linesCount val=&quot;1&quot;/&gt;&lt;lineCharCount val=&quot;9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5&quot; col=&quot;1&quot;&gt;&lt;linesCount val=&quot;0&quot;/&gt;&lt;/TableIndex&gt;&lt;TableIndex row=&quot;5&quot; col=&quot;2&quot;&gt;&lt;linesCount val=&quot;1&quot;/&gt;&lt;lineCharCount val=&quot;10&quot;/&gt;&lt;/TableIndex&gt;&lt;TableIndex row=&quot;5&quot; col=&quot;3&quot;&gt;&lt;linesCount val=&quot;0&quot;/&gt;&lt;/TableIndex&gt;&lt;/ShapeTextInfo&gt;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3A0F3EF3-F9FE-4591-BFF6-F19356FD26D5}_40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4&quot;/&gt;&lt;lineCharCount val=&quot;22&quot;/&gt;&lt;lineCharCount val=&quot;13&quot;/&gt;&lt;lineCharCount val=&quot;12&quot;/&gt;&lt;lineCharCount val=&quot;43&quot;/&gt;&lt;/TableIndex&gt;&lt;/ShapeTextInfo&gt;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IntegerMulDiv\data\asimages\{34DA6D88-7926-4F72-8D44-664731405E16}_40.png&quot;/&gt;&lt;left val=&quot;192&quot;/&gt;&lt;top val=&quot;300&quot;/&gt;&lt;width val=&quot;490&quot;/&gt;&lt;height val=&quot;190&quot;/&gt;&lt;hasText val=&quot;1&quot;/&gt;&lt;/Image&gt;&lt;/ThreeDShapeInfo&gt;"/>
  <p:tag name="PRESENTER_SHAPETEXTINFO" val="&lt;ShapeTextInfo&gt;&lt;TableIndex row=&quot;1&quot; col=&quot;1&quot;&gt;&lt;linesCount val=&quot;1&quot;/&gt;&lt;lineCharCount val=&quot;9&quot;/&gt;&lt;/TableIndex&gt;&lt;TableIndex row=&quot;1&quot; col=&quot;2&quot;&gt;&lt;linesCount val=&quot;1&quot;/&gt;&lt;lineCharCount val=&quot;3&quot;/&gt;&lt;/TableIndex&gt;&lt;TableIndex row=&quot;1&quot; col=&quot;3&quot;&gt;&lt;linesCount val=&quot;1&quot;/&gt;&lt;lineCharCount val=&quot;9&quot;/&gt;&lt;/TableIndex&gt;&lt;TableIndex row=&quot;2&quot; col=&quot;1&quot;&gt;&lt;linesCount val=&quot;1&quot;/&gt;&lt;lineCharCount val=&quot;9&quot;/&gt;&lt;/TableIndex&gt;&lt;TableIndex row=&quot;2&quot; col=&quot;2&quot;&gt;&lt;linesCount val=&quot;1&quot;/&gt;&lt;lineCharCount val=&quot;4&quot;/&gt;&lt;/TableIndex&gt;&lt;TableIndex row=&quot;2&quot; col=&quot;3&quot;&gt;&lt;linesCount val=&quot;1&quot;/&gt;&lt;lineCharCount val=&quot;9&quot;/&gt;&lt;/TableIndex&gt;&lt;TableIndex row=&quot;3&quot; col=&quot;1&quot;&gt;&lt;linesCount val=&quot;1&quot;/&gt;&lt;lineCharCount val=&quot;9&quot;/&gt;&lt;/TableIndex&gt;&lt;TableIndex row=&quot;3&quot; col=&quot;2&quot;&gt;&lt;linesCount val=&quot;1&quot;/&gt;&lt;lineCharCount val=&quot;3&quot;/&gt;&lt;/TableIndex&gt;&lt;TableIndex row=&quot;3&quot; col=&quot;3&quot;&gt;&lt;linesCount val=&quot;1&quot;/&gt;&lt;lineCharCount val=&quot;9&quot;/&gt;&lt;/TableIndex&gt;&lt;TableIndex row=&quot;4&quot; col=&quot;1&quot;&gt;&lt;linesCount val=&quot;1&quot;/&gt;&lt;lineCharCount val=&quot;9&quot;/&gt;&lt;/TableIndex&gt;&lt;TableIndex row=&quot;4&quot; col=&quot;2&quot;&gt;&lt;linesCount val=&quot;1&quot;/&gt;&lt;lineCharCount val=&quot;3&quot;/&gt;&lt;/TableIndex&gt;&lt;TableIndex row=&quot;4&quot; col=&quot;3&quot;&gt;&lt;linesCount val=&quot;1&quot;/&gt;&lt;lineCharCount val=&quot;11&quot;/&gt;&lt;/TableIndex&gt;&lt;TableIndex row=&quot;5&quot; col=&quot;1&quot;&gt;&lt;linesCount val=&quot;0&quot;/&gt;&lt;/TableIndex&gt;&lt;TableIndex row=&quot;5&quot; col=&quot;2&quot;&gt;&lt;linesCount val=&quot;1&quot;/&gt;&lt;lineCharCount val=&quot;10&quot;/&gt;&lt;/TableIndex&gt;&lt;TableIndex row=&quot;5&quot; col=&quot;3&quot;&gt;&lt;linesCount val=&quot;1&quot;/&gt;&lt;lineCharCount val=&quot;14&quot;/&gt;&lt;/TableIndex&gt;&lt;/ShapeTextInfo&gt;"/>
</p:tagLst>
</file>

<file path=ppt/theme/theme1.xml><?xml version="1.0" encoding="utf-8"?>
<a:theme xmlns:a="http://schemas.openxmlformats.org/drawingml/2006/main" name="Lecture Notes 55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Notes 552</Template>
  <TotalTime>1489</TotalTime>
  <Words>2696</Words>
  <Application>Microsoft Macintosh PowerPoint</Application>
  <PresentationFormat>On-screen Show (4:3)</PresentationFormat>
  <Paragraphs>1528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Tahoma</vt:lpstr>
      <vt:lpstr>Times New Roman</vt:lpstr>
      <vt:lpstr>Wingdings</vt:lpstr>
      <vt:lpstr>Lecture Notes 552</vt:lpstr>
      <vt:lpstr>ECE/CS 552: Integer Multiplication and Division</vt:lpstr>
      <vt:lpstr>Forecast</vt:lpstr>
      <vt:lpstr>Multiplication</vt:lpstr>
      <vt:lpstr>Multiplication</vt:lpstr>
      <vt:lpstr>Array Multiplier</vt:lpstr>
      <vt:lpstr>Array Multiplier</vt:lpstr>
      <vt:lpstr>Multicycle Multiplier</vt:lpstr>
      <vt:lpstr>Multicycle Multiplier</vt:lpstr>
      <vt:lpstr>Multicycle Multiplier</vt:lpstr>
      <vt:lpstr>Multicycle Multiplier</vt:lpstr>
      <vt:lpstr>Multicycle Multiplier</vt:lpstr>
      <vt:lpstr>Improved Multiplier</vt:lpstr>
      <vt:lpstr>Improved Multiplier</vt:lpstr>
      <vt:lpstr>Improved Multiplier</vt:lpstr>
      <vt:lpstr>Signed Multiplication</vt:lpstr>
      <vt:lpstr>Booth’s Multiplier</vt:lpstr>
      <vt:lpstr>Booth’s Multiplier</vt:lpstr>
      <vt:lpstr>Booth’s Multiplier</vt:lpstr>
      <vt:lpstr>Division</vt:lpstr>
      <vt:lpstr>Restoring Division</vt:lpstr>
      <vt:lpstr>Restoring Division</vt:lpstr>
      <vt:lpstr>Restoring Division</vt:lpstr>
      <vt:lpstr>Restoring Division</vt:lpstr>
      <vt:lpstr>Restoring Division</vt:lpstr>
      <vt:lpstr>Restoring Division</vt:lpstr>
      <vt:lpstr>Improved Division</vt:lpstr>
      <vt:lpstr>Improved Division</vt:lpstr>
      <vt:lpstr>Improved Division</vt:lpstr>
      <vt:lpstr>Improved Division</vt:lpstr>
      <vt:lpstr>Improved Division</vt:lpstr>
      <vt:lpstr>Improved Division</vt:lpstr>
      <vt:lpstr>Improved Division</vt:lpstr>
      <vt:lpstr>Non-Restoring Division</vt:lpstr>
      <vt:lpstr>Non-Restoring Division</vt:lpstr>
      <vt:lpstr>Non-Restoring Division</vt:lpstr>
      <vt:lpstr>Non-Restoring Division</vt:lpstr>
      <vt:lpstr>Non-Restoring Division</vt:lpstr>
      <vt:lpstr>Non-Restoring Division</vt:lpstr>
      <vt:lpstr>Non-Restoring Division</vt:lpstr>
      <vt:lpstr>Exercise – Booth’s Multiplier</vt:lpstr>
      <vt:lpstr>Exercise – Booth’s Multiplier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ECE/CS 552: Integer Multiplication and Division</dc:title>
  <dc:creator/>
  <cp:lastModifiedBy>Boone Severson</cp:lastModifiedBy>
  <cp:revision>502</cp:revision>
  <cp:lastPrinted>1601-01-01T00:00:00Z</cp:lastPrinted>
  <dcterms:created xsi:type="dcterms:W3CDTF">1601-01-01T00:00:00Z</dcterms:created>
  <dcterms:modified xsi:type="dcterms:W3CDTF">2024-08-29T04:26:46Z</dcterms:modified>
</cp:coreProperties>
</file>