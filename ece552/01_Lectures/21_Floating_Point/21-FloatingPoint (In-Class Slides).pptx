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4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346" r:id="rId2"/>
    <p:sldId id="761" r:id="rId3"/>
    <p:sldId id="763" r:id="rId4"/>
    <p:sldId id="347" r:id="rId5"/>
    <p:sldId id="744" r:id="rId6"/>
  </p:sldIdLst>
  <p:sldSz cx="9144000" cy="6858000" type="screen4x3"/>
  <p:notesSz cx="6845300" cy="9396413"/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06600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86438" autoAdjust="0"/>
  </p:normalViewPr>
  <p:slideViewPr>
    <p:cSldViewPr>
      <p:cViewPr varScale="1">
        <p:scale>
          <a:sx n="109" d="100"/>
          <a:sy n="109" d="100"/>
        </p:scale>
        <p:origin x="22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328" y="-90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one Severson" userId="1d942a2b-e0b5-491a-b49e-d500fa0ad426" providerId="ADAL" clId="{CDCD53ED-8186-FD4C-A55F-DD0230CDF2D4}"/>
    <pc:docChg chg="undo custSel modSld">
      <pc:chgData name="Boone Severson" userId="1d942a2b-e0b5-491a-b49e-d500fa0ad426" providerId="ADAL" clId="{CDCD53ED-8186-FD4C-A55F-DD0230CDF2D4}" dt="2024-12-03T03:38:58.895" v="85" actId="20577"/>
      <pc:docMkLst>
        <pc:docMk/>
      </pc:docMkLst>
      <pc:sldChg chg="modSp mod">
        <pc:chgData name="Boone Severson" userId="1d942a2b-e0b5-491a-b49e-d500fa0ad426" providerId="ADAL" clId="{CDCD53ED-8186-FD4C-A55F-DD0230CDF2D4}" dt="2024-11-13T02:18:12.229" v="24" actId="20577"/>
        <pc:sldMkLst>
          <pc:docMk/>
          <pc:sldMk cId="0" sldId="346"/>
        </pc:sldMkLst>
        <pc:spChg chg="mod">
          <ac:chgData name="Boone Severson" userId="1d942a2b-e0b5-491a-b49e-d500fa0ad426" providerId="ADAL" clId="{CDCD53ED-8186-FD4C-A55F-DD0230CDF2D4}" dt="2024-11-13T02:18:12.229" v="24" actId="20577"/>
          <ac:spMkLst>
            <pc:docMk/>
            <pc:sldMk cId="0" sldId="346"/>
            <ac:spMk id="3" creationId="{154561EA-A79C-4564-B20E-34A5AA822DF8}"/>
          </ac:spMkLst>
        </pc:spChg>
      </pc:sldChg>
      <pc:sldChg chg="modSp mod">
        <pc:chgData name="Boone Severson" userId="1d942a2b-e0b5-491a-b49e-d500fa0ad426" providerId="ADAL" clId="{CDCD53ED-8186-FD4C-A55F-DD0230CDF2D4}" dt="2024-12-03T03:38:58.895" v="85" actId="20577"/>
        <pc:sldMkLst>
          <pc:docMk/>
          <pc:sldMk cId="3397960016" sldId="761"/>
        </pc:sldMkLst>
        <pc:spChg chg="mod">
          <ac:chgData name="Boone Severson" userId="1d942a2b-e0b5-491a-b49e-d500fa0ad426" providerId="ADAL" clId="{CDCD53ED-8186-FD4C-A55F-DD0230CDF2D4}" dt="2024-12-03T03:38:58.895" v="85" actId="20577"/>
          <ac:spMkLst>
            <pc:docMk/>
            <pc:sldMk cId="3397960016" sldId="761"/>
            <ac:spMk id="6147" creationId="{143F1B7B-9CFC-4121-9F3D-4F3565D718B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BF462E3-B006-4321-934E-AFE05A0BD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4ED7E0E-5212-408C-B06A-32C60ADECE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0363B93-D514-44FE-A143-2DCC3B99444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349408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ECE/CS 552: Introduction To Computer Architecture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3C8ACD42-A87D-45F2-A669-D279F50476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ECEB71A3-EC59-4543-ABF9-F378B1A3DD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5926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D29207F-3104-4AFB-A04D-74A4468B570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FC673D4-F8D7-4929-B0F2-0A81CFE38D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19104974-E074-4447-BF79-846D6CC19A1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4738" y="704850"/>
            <a:ext cx="4697412" cy="3522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BE667A-2198-4F6C-A412-8F46ABE1CC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3B98749B-ABA3-462F-98DB-9E9489A6E8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9B97316B-DB98-45E5-B7CA-4EC213A16D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172" tIns="46586" rIns="93172" bIns="46586" numCol="1" anchor="b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/>
            </a:lvl1pPr>
          </a:lstStyle>
          <a:p>
            <a:fld id="{B5B0F207-7F00-4985-B46D-7543007A9E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02461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2396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7914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449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18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B0F207-7F00-4985-B46D-7543007A9E3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740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1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_200">
            <a:extLst>
              <a:ext uri="{FF2B5EF4-FFF2-40B4-BE49-F238E27FC236}">
                <a16:creationId xmlns:a16="http://schemas.microsoft.com/office/drawing/2014/main" id="{5C9648DA-AAE8-4917-B9FC-8184572D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LOGO_200">
            <a:extLst>
              <a:ext uri="{FF2B5EF4-FFF2-40B4-BE49-F238E27FC236}">
                <a16:creationId xmlns:a16="http://schemas.microsoft.com/office/drawing/2014/main" id="{3DE07CB5-C99C-444A-BD28-2D62F09D8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28600"/>
            <a:ext cx="2286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2362200"/>
            <a:ext cx="7772400" cy="12382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F111BEC-5429-4C32-AC69-7102C03A14F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502E335-F5AB-49A0-80CF-0A2FAC4EFCCE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9F60A-6720-4EF9-8C12-A764A418459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2ADF9F2-76EF-46C6-8052-C2466D7ED9D5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436945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94F56DB-625A-4168-BF32-DB2C21814CE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CDBBDF-4984-46F7-B6BC-B6A6AC01B0D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F37F583-B9DA-4679-AC61-0435020C3CF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D5165859-7B18-4E77-9AA4-4EE94ABD8331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5355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6.xml"/><Relationship Id="rId3" Type="http://schemas.openxmlformats.org/officeDocument/2006/relationships/theme" Target="../theme/theme1.xml"/><Relationship Id="rId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8CBD29A-A78F-49CB-991F-EB0DEBD700C8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4A0E5DB-CA03-4BEB-813A-C7EF833F3F83}"/>
              </a:ext>
            </a:extLst>
          </p:cNvPr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EC47-9B13-4CF7-891D-69E525E267EE}"/>
              </a:ext>
            </a:extLst>
          </p:cNvPr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0B156-0684-414E-B963-F532861002B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(C) 2008-2009 by Yu Hen Hu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A9FB-B7B1-41E6-8F9D-376401E2527C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7620000" y="6356350"/>
            <a:ext cx="1066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2pPr lvl="1" algn="r">
              <a:defRPr>
                <a:latin typeface="Calibri" panose="020F0502020204030204" pitchFamily="34" charset="0"/>
              </a:defRPr>
            </a:lvl2pPr>
          </a:lstStyle>
          <a:p>
            <a:pPr lvl="1"/>
            <a:fld id="{077BAFBB-0D8F-4942-B8BC-A60A73FD4290}" type="slidenum">
              <a:rPr lang="en-US" altLang="en-US"/>
              <a:pPr lvl="1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hyperlink" Target="https://heliocampusac.wisc.edu/" TargetMode="Externa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85D4764F-5267-4FC1-AF92-03C7F7F47AE5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57200" y="2571750"/>
            <a:ext cx="8229600" cy="1238250"/>
          </a:xfrm>
        </p:spPr>
        <p:txBody>
          <a:bodyPr/>
          <a:lstStyle/>
          <a:p>
            <a:pPr eaLnBrk="1" hangingPunct="1"/>
            <a:r>
              <a:rPr lang="en-US" altLang="en-US" dirty="0"/>
              <a:t>ECE/CS 552: Floating 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561EA-A79C-4564-B20E-34A5AA822DF8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371600" y="3886200"/>
            <a:ext cx="6400800" cy="1752600"/>
          </a:xfrm>
        </p:spPr>
        <p:txBody>
          <a:bodyPr>
            <a:noAutofit/>
          </a:bodyPr>
          <a:lstStyle/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Boone Severson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Lecture notes based in part on slides created by Joshua San Miguel, Mikko </a:t>
            </a:r>
            <a:r>
              <a:rPr lang="en-US" sz="2200" dirty="0" err="1"/>
              <a:t>Lipasti</a:t>
            </a:r>
            <a:r>
              <a:rPr lang="en-US" sz="2200" dirty="0"/>
              <a:t>, Mark Hill, David Wood, Guri Sohi, John Shen and Jim Smith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sz="2200" dirty="0"/>
              <a:t>  </a:t>
            </a:r>
          </a:p>
          <a:p>
            <a:pPr eaLnBrk="1" hangingPunct="1">
              <a:buFont typeface="Arial" charset="0"/>
              <a:buNone/>
              <a:defRPr/>
            </a:pPr>
            <a:endParaRPr lang="en-US" sz="2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Announcements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534400" cy="50291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Final exam: </a:t>
            </a:r>
            <a:r>
              <a:rPr lang="en-US" altLang="en-US" b="1" dirty="0"/>
              <a:t>Tue 12/17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12:25 - 2:25 PM in Van Hise 494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See Final Exam Info on Canvas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Final exam review</a:t>
            </a:r>
            <a:r>
              <a:rPr lang="en-US" altLang="en-US"/>
              <a:t>: Tue </a:t>
            </a:r>
            <a:r>
              <a:rPr lang="en-US" altLang="en-US" dirty="0"/>
              <a:t>12/10 in class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altLang="en-US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Project Phase 3 (+ extra credit) due </a:t>
            </a:r>
            <a:r>
              <a:rPr lang="en-US" altLang="en-US" b="1" dirty="0"/>
              <a:t>Mon 12/16</a:t>
            </a:r>
            <a:endParaRPr lang="en-US" altLang="en-US" dirty="0"/>
          </a:p>
          <a:p>
            <a:pPr eaLnBrk="1" hangingPunct="1">
              <a:lnSpc>
                <a:spcPct val="80000"/>
              </a:lnSpc>
            </a:pPr>
            <a:endParaRPr lang="en-US" altLang="en-US" b="1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Please take the time to complete course eval: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hlinkClick r:id="rId7"/>
              </a:rPr>
              <a:t>https://heliocampusac.wisc.edu/</a:t>
            </a:r>
            <a:r>
              <a:rPr lang="en-US" altLang="en-US" dirty="0"/>
              <a:t> 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9600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C78AEE4-3ADA-41D1-BAD2-6C145053849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43F1B7B-9CFC-4121-9F3D-4F3565D718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534400" cy="5029199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Why </a:t>
            </a:r>
            <a:r>
              <a:rPr lang="en-US" altLang="en-US" i="1" dirty="0"/>
              <a:t>floating </a:t>
            </a:r>
            <a:r>
              <a:rPr lang="en-US" altLang="en-US" dirty="0"/>
              <a:t>point</a:t>
            </a:r>
            <a:r>
              <a:rPr lang="en-US" altLang="en-US" i="1" dirty="0"/>
              <a:t> </a:t>
            </a:r>
            <a:r>
              <a:rPr lang="en-US" altLang="en-US" dirty="0"/>
              <a:t>representation?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 many cases, we want to be able to represent a large </a:t>
            </a:r>
            <a:r>
              <a:rPr lang="en-US" altLang="en-US" b="1" dirty="0"/>
              <a:t>range of values </a:t>
            </a:r>
            <a:r>
              <a:rPr lang="en-US" altLang="en-US" dirty="0"/>
              <a:t>without needing much </a:t>
            </a:r>
            <a:r>
              <a:rPr lang="en-US" altLang="en-US" b="1" dirty="0"/>
              <a:t>precision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e.g., Represent [3 … 1572864] in integer (i.e., </a:t>
            </a:r>
            <a:r>
              <a:rPr lang="en-US" altLang="en-US" i="1" dirty="0"/>
              <a:t>fixed </a:t>
            </a:r>
            <a:r>
              <a:rPr lang="en-US" altLang="en-US" dirty="0"/>
              <a:t>point):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2600" dirty="0"/>
              <a:t>[000000000000000000011 … 110000000000000000000]</a:t>
            </a:r>
            <a:endParaRPr lang="en-US" altLang="en-US" sz="2600" baseline="30000" dirty="0"/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But really that’s just (in </a:t>
            </a:r>
            <a:r>
              <a:rPr lang="en-US" altLang="en-US" i="1" dirty="0"/>
              <a:t>floating</a:t>
            </a:r>
            <a:r>
              <a:rPr lang="en-US" altLang="en-US" dirty="0"/>
              <a:t> point):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[1.1 x 2</a:t>
            </a:r>
            <a:r>
              <a:rPr lang="en-US" altLang="en-US" baseline="30000" dirty="0"/>
              <a:t>1</a:t>
            </a:r>
            <a:r>
              <a:rPr lang="en-US" altLang="en-US" dirty="0"/>
              <a:t> … 1.1 x 2</a:t>
            </a:r>
            <a:r>
              <a:rPr lang="en-US" altLang="en-US" baseline="30000" dirty="0"/>
              <a:t>20</a:t>
            </a:r>
            <a:r>
              <a:rPr lang="en-US" altLang="en-US" dirty="0"/>
              <a:t>]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Like scientific notation: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1.337 x 10</a:t>
            </a:r>
            <a:r>
              <a:rPr lang="en-US" altLang="en-US" baseline="30000" dirty="0"/>
              <a:t>-5</a:t>
            </a:r>
          </a:p>
        </p:txBody>
      </p:sp>
      <p:sp>
        <p:nvSpPr>
          <p:cNvPr id="7172" name="Slide Number Placeholder 5">
            <a:extLst>
              <a:ext uri="{FF2B5EF4-FFF2-40B4-BE49-F238E27FC236}">
                <a16:creationId xmlns:a16="http://schemas.microsoft.com/office/drawing/2014/main" id="{DAF4329D-C55E-47DA-BA90-1897BD2EBD3B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1B898B0-BC8F-4462-B6C6-C83A0D12B710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179039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BA165A-6076-4E1F-A150-D76D4ED21F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BB49D9-6F05-4F71-9969-CA9CDC39824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4" y="1524000"/>
            <a:ext cx="8232776" cy="45720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Floating point </a:t>
            </a:r>
            <a:r>
              <a:rPr lang="en-US" altLang="en-US" dirty="0"/>
              <a:t>format:</a:t>
            </a:r>
          </a:p>
          <a:p>
            <a:pPr lvl="1" eaLnBrk="1" hangingPunct="1"/>
            <a:r>
              <a:rPr lang="en-US" altLang="en-US" b="1" dirty="0">
                <a:solidFill>
                  <a:schemeClr val="accent4"/>
                </a:solidFill>
              </a:rPr>
              <a:t>S</a:t>
            </a:r>
            <a:r>
              <a:rPr lang="en-US" altLang="en-US" dirty="0"/>
              <a:t>: sign bit, </a:t>
            </a:r>
            <a:r>
              <a:rPr lang="en-US" altLang="en-US" b="1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lang="en-US" altLang="en-US" dirty="0"/>
              <a:t>: exponent (with bias),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  <a:r>
              <a:rPr lang="en-US" altLang="en-US" dirty="0"/>
              <a:t>: significand (or fraction/mantissa)</a:t>
            </a:r>
            <a:endParaRPr lang="en-US" alt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 eaLnBrk="1" hangingPunct="1"/>
            <a:r>
              <a:rPr lang="en-US" altLang="en-US" dirty="0"/>
              <a:t>Value: (-1)</a:t>
            </a:r>
            <a:r>
              <a:rPr lang="en-US" altLang="en-US" b="1" baseline="30000" dirty="0">
                <a:solidFill>
                  <a:schemeClr val="accent4"/>
                </a:solidFill>
              </a:rPr>
              <a:t>S</a:t>
            </a:r>
            <a:r>
              <a:rPr lang="en-US" altLang="en-US" dirty="0"/>
              <a:t> x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F</a:t>
            </a:r>
            <a:r>
              <a:rPr lang="en-US" altLang="en-US" dirty="0"/>
              <a:t> x 2</a:t>
            </a:r>
            <a:r>
              <a:rPr lang="en-US" altLang="en-US" b="1" baseline="30000" dirty="0">
                <a:solidFill>
                  <a:schemeClr val="accent3">
                    <a:lumMod val="75000"/>
                  </a:schemeClr>
                </a:solidFill>
              </a:rPr>
              <a:t>E – bias</a:t>
            </a:r>
          </a:p>
          <a:p>
            <a:pPr lvl="1" eaLnBrk="1" hangingPunct="1"/>
            <a:r>
              <a:rPr lang="en-US" altLang="en-US" dirty="0"/>
              <a:t>e.g., 9.25 in decimal = 1.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00101</a:t>
            </a:r>
            <a:r>
              <a:rPr lang="en-US" altLang="en-US" b="1" dirty="0"/>
              <a:t> </a:t>
            </a:r>
            <a:r>
              <a:rPr lang="en-US" altLang="en-US" dirty="0"/>
              <a:t>x 2</a:t>
            </a:r>
            <a:r>
              <a:rPr lang="en-US" altLang="en-US" b="1" baseline="30000" dirty="0">
                <a:solidFill>
                  <a:schemeClr val="accent3">
                    <a:lumMod val="75000"/>
                  </a:schemeClr>
                </a:solidFill>
              </a:rPr>
              <a:t>3=10-7</a:t>
            </a:r>
            <a:r>
              <a:rPr lang="en-US" altLang="en-US" b="1" dirty="0"/>
              <a:t> </a:t>
            </a:r>
            <a:r>
              <a:rPr lang="en-US" altLang="en-US" dirty="0"/>
              <a:t>in binary</a:t>
            </a:r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771D412C-96B0-48D7-91C1-715F150635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ED8BE20-72E3-43D4-BA7C-0627E391E0B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7199" name="Group 63">
            <a:extLst>
              <a:ext uri="{FF2B5EF4-FFF2-40B4-BE49-F238E27FC236}">
                <a16:creationId xmlns:a16="http://schemas.microsoft.com/office/drawing/2014/main" id="{6EDCBFB4-B5FF-4FA0-81F1-00487FEE2284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181600" y="1677988"/>
            <a:ext cx="2743200" cy="304800"/>
            <a:chOff x="3120" y="720"/>
            <a:chExt cx="1728" cy="192"/>
          </a:xfrm>
          <a:solidFill>
            <a:schemeClr val="bg1">
              <a:lumMod val="95000"/>
            </a:schemeClr>
          </a:solidFill>
        </p:grpSpPr>
        <p:sp>
          <p:nvSpPr>
            <p:cNvPr id="7200" name="Rectangle 55">
              <a:extLst>
                <a:ext uri="{FF2B5EF4-FFF2-40B4-BE49-F238E27FC236}">
                  <a16:creationId xmlns:a16="http://schemas.microsoft.com/office/drawing/2014/main" id="{02000748-C0CD-4A07-928D-53EA90C0BE80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20" y="720"/>
              <a:ext cx="144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4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7201" name="Rectangle 56">
              <a:extLst>
                <a:ext uri="{FF2B5EF4-FFF2-40B4-BE49-F238E27FC236}">
                  <a16:creationId xmlns:a16="http://schemas.microsoft.com/office/drawing/2014/main" id="{8B7BE7A6-9A15-4BDC-9855-C33617FC3884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64" y="720"/>
              <a:ext cx="432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3">
                      <a:lumMod val="75000"/>
                    </a:schemeClr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7202" name="Rectangle 57">
              <a:extLst>
                <a:ext uri="{FF2B5EF4-FFF2-40B4-BE49-F238E27FC236}">
                  <a16:creationId xmlns:a16="http://schemas.microsoft.com/office/drawing/2014/main" id="{3B3A8A35-4B7A-40A6-9A42-3AE8D8E189FD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48" y="720"/>
              <a:ext cx="1200" cy="192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67C9F5-6D44-40AA-ABC9-D8FB38F13289}"/>
              </a:ext>
            </a:extLst>
          </p:cNvPr>
          <p:cNvGraphicFramePr>
            <a:graphicFrameLocks noGrp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4193353022"/>
              </p:ext>
            </p:extLst>
          </p:nvPr>
        </p:nvGraphicFramePr>
        <p:xfrm>
          <a:off x="1524000" y="4419600"/>
          <a:ext cx="6096000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218422999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02438104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565191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 = 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 = exp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F = significand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493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4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1010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00101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066164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D0D090-B76D-4EA4-9567-576DE995DD0F}"/>
              </a:ext>
            </a:extLst>
          </p:cNvPr>
          <p:cNvCxnSpPr>
            <a:cxnSpLocks/>
          </p:cNvCxnSpPr>
          <p:nvPr/>
        </p:nvCxnSpPr>
        <p:spPr>
          <a:xfrm flipH="1" flipV="1">
            <a:off x="6094145" y="5100454"/>
            <a:ext cx="611455" cy="61454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7ED8B5-5C3B-47C0-B3A8-946B40A7D4B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482806" y="5622236"/>
            <a:ext cx="2667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i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normalized</a:t>
            </a:r>
          </a:p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(implicit/hidden leading 1)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22201F-9EAA-48E3-901F-3157AAE7D1A2}"/>
              </a:ext>
            </a:extLst>
          </p:cNvPr>
          <p:cNvCxnSpPr>
            <a:cxnSpLocks/>
          </p:cNvCxnSpPr>
          <p:nvPr/>
        </p:nvCxnSpPr>
        <p:spPr>
          <a:xfrm flipV="1">
            <a:off x="3200400" y="5100454"/>
            <a:ext cx="467985" cy="641298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A86E490-6BBD-4785-B214-E2B4C8FBDD4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716356" y="5561775"/>
            <a:ext cx="2667000" cy="56071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1600" b="1" i="1" dirty="0">
                <a:solidFill>
                  <a:schemeClr val="accent3">
                    <a:lumMod val="75000"/>
                  </a:schemeClr>
                </a:solidFill>
                <a:latin typeface="+mn-lt"/>
              </a:rPr>
              <a:t>biased (e.g., bias 7)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81152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BA165A-6076-4E1F-A150-D76D4ED21F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en-US"/>
              <a:t>Floating Point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EBB49D9-6F05-4F71-9969-CA9CDC39824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682625" y="15240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 dirty="0"/>
              <a:t>IEEE754 floating-point standard:</a:t>
            </a:r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771D412C-96B0-48D7-91C1-715F150635B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 bwMode="auto">
          <a:xfrm>
            <a:off x="7620000" y="6356350"/>
            <a:ext cx="1066800" cy="365125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fld id="{2ED8BE20-72E3-43D4-BA7C-0627E391E0BA}" type="slidenum">
              <a:rPr lang="en-US" altLang="en-US" sz="2400"/>
              <a:pPr lvl="1"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204886" name="Group 86">
            <a:extLst>
              <a:ext uri="{FF2B5EF4-FFF2-40B4-BE49-F238E27FC236}">
                <a16:creationId xmlns:a16="http://schemas.microsoft.com/office/drawing/2014/main" id="{91727639-E6CF-4941-AE0A-7A0063F1C303}"/>
              </a:ext>
            </a:extLst>
          </p:cNvPr>
          <p:cNvGraphicFramePr>
            <a:graphicFrameLocks noGrp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585036388"/>
              </p:ext>
            </p:extLst>
          </p:nvPr>
        </p:nvGraphicFramePr>
        <p:xfrm>
          <a:off x="762000" y="2590800"/>
          <a:ext cx="7467600" cy="1633538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Exp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Significand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Bias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Single (32-bit) precision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8-bit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23-bit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127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Double (64-bit) precision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11-bit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52-bit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1023</a:t>
                      </a:r>
                      <a:endParaRPr kumimoji="0" lang="en-US" sz="18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3154789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THEME_BG_IMAGE" val=""/>
  <p:tag name="MMPROD_TAG_VCONFIG" val="PD94bWwgdmVyc2lvbj0iMS4wIj8+DQo8Y29uZmlndXJhdGlvbj4NCgk8YnJhbmRpbmc+DQoJCTx1aWZvbnQgbmFtZT0iRk9OVF9OT1RFU19URVhUIiB2YWx1ZT0iVmVyZGFuYSw5LGZhbHNlLGZhbHNlLGZhbHNlIi8+DQoJPC9icmFuZGluZz4NCgk8Y29sb3JzPg0KCQk8dWljb2xvciBuYW1lPSJwcmltYXJ5IiB2YWx1ZT0iMHg2Rjg0ODgiLz4NCgkJPHVpY29sb3IgbmFtZT0iZ2xvdyIgdmFsdWU9IjB4NjA5NzczIi8+DQoJCTx1aWNvbG9yIG5hbWU9InRleHQiIHZhbHVlPSIweEZGRkZGRiIvPg0KCQk8dWljb2xvciBuYW1lPSJsaWdodCIgdmFsdWU9IjB4NEU1RDYwIi8+DQoJCTx1aWNvbG9yIG5hbWU9InNoYWRvdyIgdmFsdWU9IjB4MDAwMDAwIi8+DQoJCTx1aWNvbG9yIG5hbWU9ImJhY2tncm91bmQiIHZhbHVlPSIweDcyNzk3MSIvPg0KCTwvY29sb3JzPg0KCTxsYXlvdXQ+DQoJCTx1aXNob3cgbmFtZT0icHJlc2VudGF0aW9udGl0bGUiIHZhbHVlPSJ0cnVlIi8+PHVpc2hvdyBuYW1lPSJwcmVzZW50ZXJwaG90byIgdmFsdWU9InRydWUiLz48dWlzaG93IG5hbWU9InByZXNlbnRlcm5hbWUiIHZhbHVlPSJ0cnVlIi8+PHVpc2hvdyBuYW1lPSJwcmVzZW50ZXJ0aXRsZSIgdmFsdWU9InRydWUiLz48dWlzaG93IG5hbWU9InByZXNlbnRlcmVtYWlsIiB2YWx1ZT0idHJ1ZSIvPjx1aXNob3cgbmFtZT0icHJlc2VudGVyYmlvIiB2YWx1ZT0idHJ1ZSIvPjx1aXNob3cgbmFtZT0iY29tcGFueWxvZ28iIHZhbHVlPSJ0cnVlIi8+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+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+PHVpc2hvdyBuYW1lPSJ2aWV3Y2hhbmdlIiB2YWx1ZT0idHJ1ZSIvPjx1aXNob3cgbmFtZT0iYWx3YXlzU2NydW5jaCIgdmFsdWU9ImZhbHNlIi8+PHVpc2hvdyBuYW1lPSJpbml0aWFsZGlzcGxheW1vZGVpc25vcm1hbCIgdmFsdWU9InRydWUiLz48dWlyZXBsYWNlIG5hbWU9ImxvZ28iIHZhbHVlPSIiLz48dWlyZXBsYWNlIG5hbWU9ImJnaW1hZ2UiIHZhbHVlPSIiLz48dWlyZXBsYWNlIG5hbWU9ImluaXRpYWx0YWIiIHZhbHVlPSJvdXRsaW5lIi8+PHVpc2hvdyBuYW1lPSJjY3RleHRoaWdobGlnaHRpbmciIHZhbHVlPSJ0cnVlIi8+DQoJPC9sYXlvdXQ+DQoJPHByZWxvYWRlcj48c2V0Qm9vbCBuYW1lPSJkaXNhYmxlQXNzZXRQcmVsb2FkZXIiIHZhbHVlPSJ0cnVlIi8+PC9wcmVsb2FkZXI+PGxhbmd1YWdlIGlkPSJlb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+DQoJCTx1aXRleHQgbmFtZT0iU0NSVUJCQVJTVEFUVVNfUkVWSUVXUVVJWiIgdmFsdWU9IlJldmlld2luZyBRdWl6Ii8+DQoJCTwhLS0gc3Vic3RpdHV0aW9uOiAlbSA9PSBtaW51dGVzIHJlbWFpbmluZyAtLT4NCgkJPCEtLSBzdWJzdGl0dXRpb246ICVzID09IHNlY29uZHMgcmVtYWluaW5nIC0tPg0KCQk8dWl0ZXh0IG5hbWU9IkVMQVBTRUQiIHZhbHVlPSIlbSBNaW51dGVzICVzIFNlY29uZHMgUmVtYWluaW5nIi8+DQoJCTx1aXRleHQgbmFtZT0iTk9URk9VTkQiIHZhbHVlPSJOb3RoaW5nIEZvdW5kIi8+DQoJCTx1aXRleHQgbmFtZT0iQVRUQUNITUVOVFMiIHZhbHVlPSJBdHRhY2htZW50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+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+DQoJCTx1aXRleHQgbmFtZT0iQ09VUlNFX1NUQVRVUyIgdmFsdWU9Ik1vZHVsZSBTdGF0dXMiLz4NCgkJPHVpdGV4dCBuYW1lPSJQQVNTRURfU1RSSU5HIiB2YWx1ZT0iUGFzc2VkIi8+DQoJCTx1aXRleHQgbmFtZT0iRkFJTEVEX1NUUklORyIgdmFsdWU9IkZhaWxlZCIvPg0KCQk8IS0tcXVpeiBwb2QgYW5kIG1lc3NhZ2UgYm94IHRleHRz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+DQoJCTx1aXRleHQgbmFtZT0iUVVJWlBPRF9RVUlaX1BBU1NTQ09SRSIgdmFsdWU9IlBhc3NpbmcgU2NvcmU6Ii8+DQoJCTx1aXRleHQgbmFtZT0iUVVJWlBPRF9RVUlaX01BWFNDT1JFIiB2YWx1ZT0iTWF4IFNjb3JlOiIvPg0KCQk8dWl0ZXh0IG5hbWU9IlFVSVpQT0RfUVVFU0FUTVBUX1NUUiIgdmFsdWU9IkF0dGVtcHQ6ICVuIG9mICV0Ii8+DQoJCTx1aXRleHQgbmFtZT0iUVVJWlBPRF9RVUVTVFlQRV9TVFIiIHZhbHVlPSJUeXBlOiAlcyIvPg0KCQk8dWl0ZXh0IG5hbWU9IlFVSVpQT0RfUVVFU1RZUEVfR1JEIiB2YWx1ZT0iR3JhZGVkIi8+DQoJCTx1aXRleHQgbmFtZT0iUVVJWlBPRF9RVUVTVFlQRV9TVlkiIHZhbHVlPSJTdXJ2ZXkiLz4NCgkJPHVpdGV4dCBuYW1lPSJRVUlaUE9EX1FVSVpBVE1QVF9JTkYiIHZhbHVlPSJJbmZpbml0ZSIvPg0KCQk8dWl0ZXh0IG5hbWU9IlFVSVpQT0RfUVVFU0FUTVBUX0lORiIgdmFsdWU9IkluZmluaXRlIi8+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TaG93IHNpZGViYXIgdG8gcGFydGljaXBhbnRzIi8+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/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+DQoJCTx1aXRleHQgbmFtZT0iQ09MTEFCX0xPQ0FMX1BMQVlCQUNLQlROIiB2YWx1ZT0i2YXZiNin2YHZgiIvPg0KCQk8IS0tIHN1YnN0aXR1dGlvbjogJW4gPT0gc2xpZGUgbnVtYmVyIC0tPg0KCQk8IS0tIHN1YnN0aXR1dGlvbjogJXQgPT0gdG90YWwgc2xpZGUgY291bnQgLS0+DQoJCTx1aXRleHQgbmFtZT0iU0NSVUJCQVJTVEFUVVNfU0xJREVJTkZPIiB2YWx1ZT0i2LTYsdmK2K3YqSAlbiAvICV0IHwgIi8+DQoJCTx1aXRleHQgbmFtZT0iU0NSVUJCQVJTVEFUVVNfU1RPUFBFRCIgdmFsdWU9ItmF2KrZiNmC2YEiLz4NCgkJPHVpdGV4dCBuYW1lPSJTQ1JVQkJBUlNUQVRVU19QTEFZSU5HIiB2YWx1ZT0i2YLZitivINin2YTYqti02LrZitmEIi8+DQoJCTx1aXRleHQgbmFtZT0iU0NSVUJCQVJTVEFUVVNfTk9BVURJTyIgdmFsdWU9ItmE2Kcg2YrZiNis2K8g2LXZiNiqIi8+DQoJCTx1aXRleHQgbmFtZT0iU0NSVUJCQVJTVEFUVVNfVklEUExBWUlORyIgdmFsdWU9Itin2YTZgdmK2K/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+DQoJCTwhLS0gc3Vic3RpdHV0aW9uOiAlcyA9PSBzZWNvbmRzIHJlbWFpbmluZyAtLT4NCgkJPHVpdGV4dCBuYW1lPSJFTEFQU0VEIiB2YWx1ZT0iJW0g2K/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+DQoJCTx1aXRleHQgbmFtZT0iVEFCX1FVSVoiIHZhbHVlPSLZhdiz2KfYqNmC2KkiLz4NCgkJPHVpdGV4dCBuYW1lPSJUQUJfT1VUTElORSIgdmFsdWU9ItmF2K7Yt9i3Ii8+DQoJCTx1aXRleHQgbmFtZT0iVEFCX1RIVU1CIiB2YWx1ZT0i2YXYtdi62ZHYsdipIi8+DQoJCTx1aXRleHQgbmFtZT0iVEFCX05PVEVTIiB2YWx1ZT0i2YXZhNin2K3YuNin2KoiLz4NCgkJPHVpdGV4dCBuYW1lPSJUQUJfU0VBUkNIIiB2YWx1ZT0i2KjYrdirIi8+DQoJCTx1aXRleHQgbmFtZT0iU0xJREVfSEVBRElORyIgdmFsdWU9Iti52YbZiNin2YYg2KfZhNi02LHZitit2KkgIi8+DQoJCTx1aXRleHQgbmFtZT0iRFVSQVRJT05fSEVBRElORyIgdmFsdWU9ItmF2K/YqSIvPg0KCQk8dWl0ZXh0IG5hbWU9IlNFQVJDSF9IRUFESU5HIiB2YWx1ZT0iOtin2YTYqNit2Ksg2LnZhiDZhti1Ii8+DQoJCTx1aXRleHQgbmFtZT0iVEhVTUJfSEVBRElORyIgdmFsdWU9Iti02LHZitit2KkiLz4NCgkJPHVpdGV4dCBuYW1lPSJUSFVNQl9JTkZPIiB2YWx1ZT0i2LnZhtmI2KfZhi/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+DQoJCTx1aXRleHQgbmFtZT0iQ09VUlNFX1NUQVRVUyIgdmFsdWU9Itit2KfZhNipINin2YTZiNit2K/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/Ysdis2Kkg2KfZhNmF2LPYrNmE2KkiLz4NCgkJPHVpdGV4dCBuYW1lPSJRVUlaUE9EX1FVSVpfUEFTU1NDT1JFIiB2YWx1ZT0iOtiv2LHYrNipINin2YTZhtis2KfYrSIvPg0KCQk8dWl0ZXh0IG5hbWU9IlFVSVpQT0RfUVVJWl9NQVhTQ09SRSIgdmFsdWU9IjrYp9mE2K/Ysdis2Kkg2KfZhNmC2LXZiNmJIi8+DQoJCTx1aXRleHQgbmFtZT0iUVVJWlBPRF9RVUVTQVRNUFRfU1RSIiB2YWx1ZT0i2KfZhNmF2K3Yp9mI2YTYqSAlbiDZhdmGICV0Ii8+DQoJCTx1aXRleHQgbmFtZT0iUVVJWlBPRF9RVUVTVFlQRV9TVFIiIHZhbHVlPSLYp9mE2YbZiNi5OiAlcyIvPg0KCQk8dWl0ZXh0IG5hbWU9IlFVSVpQT0RfUVVFU1RZUEVfR1JEIiB2YWx1ZT0i2KrZhSDYqti12K3Zitit2YciLz4NCgkJPHVpdGV4dCBuYW1lPSJRVUlaUE9EX1FVRVNUWVBFX1NWWSIgdmFsdWU9Itin2LPYqti32YTYp9i5Ii8+DQoJCTx1aXRleHQgbmFtZT0iUVVJWlBPRF9RVUlaQVRNUFRfSU5GIiB2YWx1ZT0i2YTYpyDZhtmH2KfYptmKIi8+DQoJCTx1aXRleHQgbmFtZT0iUVVJWlBPRF9RVUVTQVRNUFRfSU5GIiB2YWx1ZT0i2YTYpyDZhtmH2KfYptmKIi8+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/ZitmIINmE2KrZhtiy2YrZhCDYo9it2K/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+DQoJCTx1aXRleHQgbmFtZT0iTVVURSIgdmFsdWU9Iti12KfZhdiqIi8+DQoJCTx1aXRleHQgbmFtZT0iRE9DV1JBUF9USVRMRSIgdmFsdWU9Itin2YTZhdmE2YHYp9iqINin2YTZhdix2YHZgtipINmB2YogUHJlc2VudGVyIi8+DQoJCTx1aXRleHQgbmFtZT0iRE9DV1JBUF9NU0ciIHZhbHVlPSLYp9mE2K3Zgdi4INmB2Yog2KzZh9in2LIg2KfZhNmD2YXYqNmK2YjYqtixIi8+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+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+DQoJPGxhbmd1YWdlIGlkPSJm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+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VklEUExBWUlORyIgdmFsdWU9IkxlY3R1cmUgdmlkw6lvIGVuIGNvdXJz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c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+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+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+DQoJCTx1aXRleHQgbmFtZT0iUVVJWlBPRF9RVUlaX1NDT1JFIiB2YWx1ZT0iTm90ZSBvYnRlbnVlIDoiLz4NCgkJPHVpdGV4dCBuYW1lPSJRVUlaUE9EX1FVSVpfUEFTU1NDT1JFIiB2YWx1ZT0iTm90ZSBkJ2FkbWlzc2liaWxpdMOpwqA6Ii8+DQoJCTx1aXRleHQgbmFtZT0iUVVJWlBPRF9RVUlaX01BWFNDT1JFIiB2YWx1ZT0iTm90ZSBtYXhpbWFsZSA6Ii8+DQoJCTx1aXRleHQgbmFtZT0iUVVJWlBPRF9RVUVTQVRNUFRfU1RSIiB2YWx1ZT0iVGVudGF0aXZlIDogJW4gc3VyICV0Ii8+DQoJCTx1aXRleHQgbmFtZT0iUVVJWlBPRF9RVUVTVFlQRV9TVFIiIHZhbHVlPSJUeXBlOiAlcyIvPg0KCQk8dWl0ZXh0IG5hbWU9IlFVSVpQT0RfUVVFU1RZUEVfR1JEIiB2YWx1ZT0iTm90w6kiLz4NCgkJPHVpdGV4dCBuYW1lPSJRVUlaUE9EX1FVRVNUWVBFX1NWWSIgdmFsdWU9IkVucXXDqnRlIi8+DQoJCTx1aXRleHQgbmFtZT0iUVVJWlBPRF9RVUlaQVRNUFRfSU5GIiB2YWx1ZT0iSWxsaW1pdMOpIi8+DQoJCTx1aXRleHQgbmFtZT0iUVVJWlBPRF9RVUVTQVRNUFRfSU5GIiB2YWx1ZT0iSWxsaW1pdMOpIi8+DQoJCTx1aXRleHQgbmFtZT0iV0FSTklOR01TR19ZRVNTVFJJTkciIHZhbHVlPSJPdWkiLz4NCgkJPHVpdGV4dCBuYW1lPSJXQVJOSU5HTVNHX05PU1RSSU5HIiB2YWx1ZT0iTm9uIi8+DQoJCTx1aXRleHQgbmFtZT0iV0FSTklOR01TR19USVRMRVNUUklORyIgdmFsdWU9IkF2ZXJ0aXNzZW1lbnQgZGUgbmF2aWdhdGlvbiBkdSBxdWVzdGlvbm5haXJlIi8+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+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+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+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+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+DQoJCTx1aWZvbnQgbmFtZT0iRk9OVF9QUkVTRU5URVJUSVRMRSIgdmFsdWU9IlZlcmRhbmEsMTE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+S7mOODleOCoeOCpOODq+itpuWRiiIvPg0KCQk8dWl0ZXh0IG5hbWU9IkFUVEFDSE1FTlRfUFJFVklFV19XQVJOSU5HTVNHIiB2YWx1ZT0i5re75LuY44OV44Kh44Kk44Or44Gv44OX44Os44OT44Ol44O844Oi44O844OJ44Gn44Gv6ZaL44GN44G+44Gb44KT44CC44OR44OW44Oq44OD44K344Ol44KS5L2/55So44GX44Gm57WQ5p6c44KS6KGo56S644GX44Gm44GP44Gg44GV44GE44CCIi8+DQoJCTx1aXRleHQgbmFtZT0iQ09MTEFCX0xPQ0FMX1BMQVlCQUNLX01TRyIgdmFsdWU9IuOCs+ODs+ODhuODs+ODhOOBr+ODreODvOOCq+ODq+OBp+WGjeeUn+OBleOCjOOBpuOBhOOBvuOBmeOAguOBk+OBruODouODvOODieOBp+OBr+WFseWQjOS9nOalreOBp+OBjeOBvuOBm+OCk+OAgiIvPg0KCQk8dWl0ZXh0IG5hbWU9IkNPTExBQl9MT0NBTF9QTEFZQkFDS19USVRMRSIgdmFsdWU9IuODreODvOOCq+ODq+WGjeeUnyIvPg0KCQk8dWl0ZXh0IG5hbWU9IkNPTExBQl9MT0NBTF9QTEFZQkFDS0JUTiIgdmFsdWU9Ik9LIi8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x1aXRleHQgbmFtZT0iQ09VUlNFX1NUQVRVUyIgdmFsdWU9IuODouOCuOODpeODvOODq+OCueODhuODvOOCv+OCuSIvPg0KCQk8dWl0ZXh0IG5hbWU9IlBBU1NFRF9TVFJJTkciIHZhbHVlPSLlkIjmoLwiLz4NCgkJPHVpdGV4dCBuYW1lPSJGQUlMRURfU1RSSU5HIiB2YWx1ZT0i5LiN5ZCI5qC8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+ZIOyekeyXheydhCDsiJjtlontlaAg7IiYIOyXhuyKteuLiOuLpC4iLz4NCgkJPHVpdGV4dCBuYW1lPSJDT0xMQUJfTE9DQUxfUExBWUJBQ0tfVElUTEUiIHZhbHVlPSLroZzsu6wg7J6s7IOdIi8+DQoJCTx1aXRleHQgbmFtZT0iQ09MTEFCX0xPQ0FMX1BMQVlCQUNLQlROIiB2YWx1ZT0i7ZmV7J24Ii8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RVUlaIiB2YWx1ZT0i7YC07KaIIi8+DQoJCTx1aXRleHQgbmFtZT0iVEFCX09VVExJTkUiIHZhbHVlPSLqsJzsmpQiLz4NCgkJPHVpdGV4dCBuYW1lPSJUQUJfVEhVTUIiIHZhbHVlPSLstpXshoztjJAiLz4NCgkJPHVpdGV4dCBuYW1lPSJUQUJfTk9URVMiIHZhbHVlPSLrhbjtirgiLz4NCgkJPHVpdGV4dCBuYW1lPSJUQUJfU0VBUkNIIiB2YWx1ZT0i6rKA7IOJIi8+DQoJCTx1aXRleHQgbmFtZT0iU0xJREVfSEVBRElORyIgdmFsdWU9IuyKrOudvOydtOuTnCDsoJzrqqkiLz4NCgkJPHVpdGV4dCBuYW1lPSJEVVJBVElPTl9IRUFESU5HIiB2YWx1ZT0i7J6s7IOd7Iuc6rCEIi8+DQoJCTx1aXRleHQgbmFtZT0iU0VBUkNIX0hFQURJTkciIHZhbHVlPSLthY3siqTtirgg6rKA7IOJOiIvPg0KCQk8dWl0ZXh0IG5hbWU9IlRIVU1CX0hFQURJTkciIHZhbHVlPSLsiqzrnbzsnbTrk5wiLz4NCgkJPHVpdGV4dCBuYW1lPSJUSFVNQl9JTkZPIiB2YWx1ZT0i7KCc66qpL+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+DQoJCTx1aXRleHQgbmFtZT0iQ09MTEFCX0xPQ0FMX1BMQVlCQUNLQlROIiB2YWx1ZT0iT2siLz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+DQoJCTx1aXRleHQgbmFtZT0iUVVJWlBPRF9RVUlaX0FUVEVNUFQiIHZhbHVlPSJJbnRlbnRvIGRlIHBydWViYToiLz4NCgkJPHVpdGV4dCBuYW1lPSJRVUlaUE9EX1FVSVpfQVRURU1QVF9WQUxVRSIgdmFsdWU9IiVuIGRlICV0Ii8+DQoJCTx1aXRleHQgbmFtZT0iUVVJWlBPRF9RVUlaX1NDT1JFIiB2YWx1ZT0iUHVudHVhY2nDs246Ii8+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+DQoJCTx1aXRleHQgbmFtZT0iV0FSTklOR01TR19ZRVNTVFJJTkciIHZhbHVlPSJTw60iLz4NCgkJPHVpdGV4dCBuYW1lPSJXQVJOSU5HTVNHX05PU1RSSU5HIiB2YWx1ZT0iTm8iLz4NCgkJPHVpdGV4dCBuYW1lPSJXQVJOSU5HTVNHX1RJVExFU1RSSU5HIiB2YWx1ZT0iQXZpc28gZGUgbmF2ZWdhY2nDs24gZGUgcHJ1ZWJhIi8+DQoJCTx1aXRleHQgbmFtZT0iV0FSTklOR01TR19NU0dTVFJJTkciIHZhbHVlPSJIYXkgcHJlZ3VudGFzIHNpbiBpbnRlbnRvcyBlbiBlc3RhIHBydWViYS4mI3hBOyYjeEE7UGFyYSBzYWxpciBkZSBsYSBwcnVlYmEsIGhhZ2EgY2xpYyBlbiBTw60uIFBhcmEgY29udGludWFyLCBoYWdhIGNsaWMgZW4gTm8uIi8+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+DQoJCTwhLS0gc3Vic3RpdHV0aW9uOiAlbiA9PSBzbGlkZSBudW1iZXIgLS0+DQoJCTx1aXRleHQgbmFtZT0iQk9PS01BUktTTElERSIgdmFsdWU9IkFkb2JlIFByZXNlbnRlcjogJXAgJXMiLz4NCgkJPHVpdGV4dCBuYW1lPSJTSE9XU0lERUJBUiIgdmFsdWU9Ik1vc3RyYXIgYmFycmEgbGF0ZXJhbCBhIGxvcyBwYXJ0aWNpcGFudGVzIi8+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+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+DQoJCTx1aXRleHQgbmFtZT0iU0NSVUJCQVJTVEFUVVNfUExBWUlORyIgdmFsdWU9IlJlcHJvZHV6aW5kbyIvPg0KCQk8dWl0ZXh0IG5hbWU9IlNDUlVCQkFSU1RBVFVTX05PQVVESU8iIHZhbHVlPSJTZW0gw6F1ZGlvIi8+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+DQoJCTx1aXRleHQgbmFtZT0iU0NSVUJCQVJTVEFUVVNfUkVWSUVXUVVJWiIgdmFsdWU9IlJldmlzYW5kbyBxdWVzdGlvbsOhcmlvIi8+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+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+DQoJCTx1aXRleHQgbmFtZT0iVEFCX1FVSVoiIHZhbHVlPSJRdWVzdC4iLz4NCgkJPHVpdGV4dCBuYW1lPSJUQUJfT1VUTElORSIgdmFsdWU9IkVzcXVlbWEiLz4NCgkJPHVpdGV4dCBuYW1lPSJUQUJfVEhVTUIiIHZhbHVlPSJNaW5pIi8+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+DQoJCTx1aXRleHQgbmFtZT0iQ09VUlNFX1NUQVRVUyIgdmFsdWU9IlN0YXR1cyBkbyBtw7NkdWxvIi8+DQoJCTx1aXRleHQgbmFtZT0iUEFTU0VEX1NUUklORyIgdmFsdWU9IkFwcm92YWRvIi8+DQoJCTx1aXRleHQgbmFtZT0iRkFJTEVEX1NUUklORyIgdmFsdWU9IlJlcHJvdmFkbyIvPg0KCQk8IS0tcXVpeiBwb2QgYW5kIG1lc3NhZ2UgYm94IHRleHRzLS0+DQoJCTx1aXRleHQgbmFtZT0iUVVJWlBPRF9RVUlaX0FUVEVNUFQiIHZhbHVlPSJUZW50YXRpdmEgbm8gcXVlc3Rpb27DoXJpbzoiLz4NCgkJPHVpdGV4dCBuYW1lPSJRVUlaUE9EX1FVSVpfQVRURU1QVF9WQUxVRSIgdmFsdWU9IiVuIGRlICV0Ii8+DQoJCTx1aXRleHQgbmFtZT0iUVVJWlBPRF9RVUlaX1NDT1JFIiB2YWx1ZT0iUG9udHVhw6fDo286Ii8+DQoJCTx1aXRleHQgbmFtZT0iUVVJWlBPRF9RVUlaX1BBU1NTQ09SRSIgdmFsdWU9IlBvbnR1YcOnw6NvIGRlIGFwcm92YcOnw6NvOiIvPg0KCQk8dWl0ZXh0IG5hbWU9IlFVSVpQT0RfUVVJWl9NQVhTQ09SRSIgdmFsdWU9IlBvbnR1YcOnw6NvIG3DoXhpbWE6Ii8+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+DQoJCTx1aXRleHQgbmFtZT0iUVVJWlBPRF9RVUlaQVRNUFRfSU5GIiB2YWx1ZT0iSW5maW5pdG8iLz4NCgkJPHVpdGV4dCBuYW1lPSJRVUlaUE9EX1FVRVNBVE1QVF9JTkYiIHZhbHVlPSJJbmZpbml0byIvPg0KCQk8dWl0ZXh0IG5hbWU9IldBUk5JTkdNU0dfWUVTU1RSSU5HIiB2YWx1ZT0iU2ltIi8+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+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+DQoJPC9sYW5ndWFnZT4NCgk8bGFuZ3VhZ2UgaWQ9Iml0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+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ludGVycm90dG8iLz4NCgkJPHVpdGV4dCBuYW1lPSJTQ1JVQkJBUlNUQVRVU19QTEFZSU5HIiB2YWx1ZT0iUmlwcm9kdXppb25lIi8+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+DQoJCTx1aXRleHQgbmFtZT0iRUxBUFNFRCIgdmFsdWU9IiVtIE1pbnV0aSAlcyBTZWNvbmRpIHJpbWFuZW50aSIvPg0KCQk8dWl0ZXh0IG5hbWU9Ik5PVEZPVU5EIiB2YWx1ZT0iTmVzc3VuIGVsZW1lbnRvIHRyb3ZhdG8iLz4NCgkJPHVpdGV4dCBuYW1lPSJBVFRBQ0hNRU5UUyIgdmFsdWU9IkFsbGVnYXRpIi8+DQoJCTwhLS0gc3Vic3RpdHV0aW9uOiAlcCA9PSBjdXJyZW50IHNwZWFrZXIncyB0aXRsZSAtLT4NCgkJPHVpdGV4dCBuYW1lPSJCSU9XSU5fVElUTEUiIHZhbHVlPSJCaW86ICVwIi8+DQoJCTx1aXRleHQgbmFtZT0iQklPQlROX1RJVExFIiB2YWx1ZT0iQmlvIi8+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+DQoJCTx1aXRleHQgbmFtZT0iRFVSQVRJT05fSEVBRElORyIgdmFsdWU9IkR1cmF0YSIvPg0KCQk8dWl0ZXh0IG5hbWU9IlNFQVJDSF9IRUFESU5HIiB2YWx1ZT0iQ2VyY2EgdGVzdG86Ii8+DQoJCTx1aXRleHQgbmFtZT0iVEhVTUJfSEVBRElORyIgdmFsdWU9IkRpYXBvc2l0aXZhIi8+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+DQoJCTx1aXRleHQgbmFtZT0iQ09MTEFCX0xPQ0FMX1BMQVlCQUNLX01TRyIgdmFsdWU9IkNvbnRlbnQgaXMgYmVpbmcgcGxheWVkIGxvY2FsbHkuXG4gQ29sbGFib3JhdGlvbiBkb2VzIG5vdCB3b3JrIGluIHRoaXMgbW9kZSIvPg0KCQk8dWl0ZXh0IG5hbWU9IkNPTExBQl9MT0NBTF9QTEFZQkFDS19USVRMRSIgdmFsdWU9IkxvY2FsIFBsYXliYWNrIi8+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+DQoJCTx1aXRleHQgbmFtZT0iUVVJWlBPRF9RVUlaX01BWFNDT1JFIiB2YWx1ZT0iTWF4aW1hYWwgaGFhbGJhcmUgc2NvcmU6Ii8+DQoJCTx1aXRleHQgbmFtZT0iUVVJWlBPRF9RVUVTQVRNUFRfU1RSIiB2YWx1ZT0iUG9naW5nOiAlbiB2YW4gJXQiLz4NCgkJPHVpdGV4dCBuYW1lPSJRVUlaUE9EX1FVRVNUWVBFX1NUUiIgdmFsdWU9IlR5cGU6ICVzIi8+DQoJCTx1aXRleHQgbmFtZT0iUVVJWlBPRF9RVUVTVFlQRV9HUkQiIHZhbHVlPSJUZWx0IHZvb3Igc2NvcmUiLz4NCgkJPHVpdGV4dCBuYW1lPSJRVUlaUE9EX1FVRVNUWVBFX1NWWSIgdmFsdWU9IkVucXXDqnRlIi8+DQoJCTx1aXRleHQgbmFtZT0iUVVJWlBPRF9RVUlaQVRNUFRfSU5GIiB2YWx1ZT0iT25iZXBlcmt0Ii8+DQoJCTx1aXRleHQgbmFtZT0iUVVJWlBPRF9RVUVTQVRNUFRfSU5GIiB2YWx1ZT0iT25iZXBlcmt0Ii8+DQoJCTx1aXRleHQgbmFtZT0iV0FSTklOR01TR19ZRVNTVFJJTkciIHZhbHVlPSJKYSIvPg0KCQk8dWl0ZXh0IG5hbWU9IldBUk5JTkdNU0dfTk9TVFJJTkciIHZhbHVlPSJOZWUiLz4NCgkJPHVpdGV4dCBuYW1lPSJXQVJOSU5HTVNHX1RJVExFU1RSSU5HIiB2YWx1ZT0iV2FhcnNjaHV3aW5nIG1ldCBiZXRyZWtraW5nIHRvdCBxdWl6bmF2aWdhdGllIi8+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aaWpwYW5lZWwgYWFuIGRlZWxuZW1lcnMgd2VlcmdldmVuIi8+DQoJCTx1aXRleHQgbmFtZT0iTVVURSIgdmFsdWU9IkRlbXBlbiIvPg0KCQk8dWl0ZXh0IG5hbWU9IkRPQ1dSQVBfVElUTEUiIHZhbHVlPSJQcmVzZW50ZXItYmVzdGFuZHNiaWpsYWdlIi8+DQoJCTx1aXRleHQgbmFtZT0iRE9DV1JBUF9NU0ciIHZhbHVlPSJPcHNsYWFuIGluIERlemUgY29tcHV0ZXIiLz4NCgkJPHVpdGV4dCBuYW1lPSJET0NXUkFQX1BST01QVCIgdmFsdWU9IktsaWsgb20gdGUgZG93bmxvYWRlbiIvPg0KCTwvbGFuZ3VhZ2U+DQoJPGxhbmd1YWdlIGlkPSJjbiI+DQoJCTwhLS0gZm9ybWF0IGZvciB1aWZvbnQgdmFsdWUgaXMgImZvbnQsc2l6ZSxpc2JvbGQsaXNpdGFsaWMsaXNzaGFkb3dlZCIgLS0+DQoJCTx1aWZvbnQgbmFtZT0iRk9OVF9RVUlaWklORyIgdmFsdWU9IuWui+S9ky0xODAzMCwxMCxmYWxzZSxmYWxzZSxmYWxzZSIvPg0KCQk8dWlmb250IG5hbWU9IkZPTlRfU0NSVUJTVEFUVVMiIHZhbHVlPSLlrovkvZMtMTgwMzAsMTAsdHJ1ZSxmYWxzZSx0cnVlIi8+DQoJCTx1aWZvbnQgbmFtZT0iRk9OVF9TQ1JVQlRJTUUiIHZhbHVlPSLlrovkvZMtMTgwMzAsMTAsZmFsc2UsZmFsc2UsdHJ1ZSIvPg0KCQk8dWlmb250IG5hbWU9IkZPTlRfRUxBUFNFRFRJTUUiIHZhbHVlPSLlrovkvZMtMTgwMzAsMTAsdHJ1ZSxmYWxzZSx0cnVlIi8+DQoJCTx1aWZvbnQgbmFtZT0iRk9OVF9VVElMU01FTlUiIHZhbHVlPSLlrovkvZMtMTgwMzAsMTAsdHJ1ZSxmYWxzZSxmYWxzZSIvPg0KCQk8dWlmb250IG5hbWU9IkZPTlRfVEFCUyIgdmFsdWU9IuWui+S9ky0xODAzMCwxNCx0cnVlLGZhbHNlLHRydWUiLz4NCgkJPHVpZm9udCBuYW1lPSJGT05UX1BSRVNFTlRBVElPTk5BTUUiIHZhbHVlPSLlrovkvZMtMTgwMzAsMTQsZmFsc2UsZmFsc2UsdHJ1ZSIvPg0KCQk8dWlmb250IG5hbWU9IkZPTlRfUFJFU0VOVEVSTkFNRSIgdmFsdWU9IuWui+S9ky0xODAzMCwxNCx0cnVlLGZhbHNlLHRydWUiLz4NCgkJPHVpZm9udCBuYW1lPSJGT05UX1BSRVNFTlRFUlRJVExFIiB2YWx1ZT0i5a6L5L2TLTE4MDMwLDEzLGZhbHNlLGZhbHNlLHRydWUiLz4NCgkJPHVpZm9udCBuYW1lPSJGT05UX0JJT0JUTiIgdmFsdWU9IuWui+S9ky0xODAzMCwxMCxmYWxzZSxmYWxzZSx0cnVlIi8+DQoJCTx1aWZvbnQgbmFtZT0iRk9OVF9OT1RFUyIgdmFsdWU9IuWui+S9ky0xODAzMCwxMixmYWxzZSxmYWxzZSxmYWxzZSIvPg0KCQk8dWlmb250IG5hbWU9IkZPTlRfT1VUTElORSIgdmFsdWU9IuWui+S9ky0xODAzMCwxMixmYWxzZSxmYWxzZSx0cnVlIi8+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+DQoJCTx1aWZvbnQgbmFtZT0iRk9OVF9MSVNUSEVBRElORyIgdmFsdWU9IuWui+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+S9ky0xODAzMCwxMix0cnVlLGZhbHNlLHRydWUiLz4NCgkJPHVpZm9udCBuYW1lPSJGT05UX01TR0JPWF9NU0ciIHZhbHVlPSLlrovkvZMtMTgwMzAsMTIsZmFsc2UsZmFsc2UsdHJ1ZSIvPg0KCQk8dWlmb250IG5hbWU9IkZPTlRfTVNHQk9YX09QVElPTlMiIHZhbHVlPSLlrovkvZMtMTgwMzAsMTAsdHJ1ZSxmYWxzZSx0cnVlIi8+DQoJCTx1aWZvbnQgbmFtZT0iRk9OVF9RVUlaUE9EX1FVSVpfVElUTEUiIHZhbHVlPSLlrovkvZMtMTgwMzAsMTIsdHJ1ZSxmYWxzZSx0cnVlIi8+DQoJCTx1aWZvbnQgbmFtZT0iRk9OVF9RVUlaUE9EX1FVSVpfQVRURU1QVCIgdmFsdWU9IuWui+S9ky0xODAzMCwxMCxmYWxzZSxmYWxzZSx0cnVlIi8+DQoJCTx1aWZvbnQgbmFtZT0iRk9OVF9RVUlaUE9EX1FVSVpfQVRURU1QVF9WQUxVRSIgdmFsdWU9IuWui+S9ky0xODAzMCwxMCx0cnVlLGZhbHNlLHRydWUiLz4NCgkJPHVpZm9udCBuYW1lPSJGT05UX1FVSVpQT0RfUVVFU1RJT05fU0NPUkUiIHZhbHVlPSLlrovkvZMtMTgwMzAsMTAsZmFsc2UsZmFsc2UsdHJ1ZSIvPg0KCQk8dWlmb250IG5hbWU9IkZPTlRfUVVJWlBPRF9RVUVTVElPTl9TQ09SRV9WQUxVRSIgdmFsdWU9IuWui+S9ky0xODAzMCwxMCx0cnVlLGZhbHNlLHRydWUiLz4NCgkJPHVpZm9udCBuYW1lPSJGT05UX1FVSVpQT0RfUVVFU1RJT05fQVRURU1QVCIgdmFsdWU9IuWui+S9ky0xODAzMCwxMCxmYWxzZSxmYWxzZSx0cnVlIi8+DQoJCTx1aWZvbnQgbmFtZT0iRk9OVF9RVUlaUE9EX1FVRVNUSU9OX0FUVEVNUFRfVkFMVUUiIHZhbHVlPSLlrovkvZMtMTgwMzAsMTAsdHJ1ZSxmYWxzZSx0cnVlIi8+DQoJCTx1aWZvbnQgbmFtZT0iRk9OVF9RVUlaUE9EX1FVRVNUSU9OX1RBRyIgdmFsdWU9IuWui+S9ky0xODAzMCwxMix0cnVlLGZhbHNlLHRydWUiLz4NCgkJPHVpZm9udCBuYW1lPSJGT05UX1FVSVpQT0RfUVVJWl9RVUVTVElPTl9DT1VOVCIgdmFsdWU9IuWui+S9ky0xODAzMCwxMCxmYWxzZSxmYWxzZSx0cnVlIi8+DQoJCTx1aWZvbnQgbmFtZT0iRk9OVF9RVUlaUE9EX1FVSVpfUVVFU1RJT05fQ09VTlRfVkFMVUUiIHZhbHVlPSLlrovkvZMtMTgwMzAsMTAsdHJ1ZSxmYWxzZSx0cnVlIi8+DQoJCTx1aWZvbnQgbmFtZT0iRk9OVF9RVUlaUE9EX1FVSVpfUVVFU1RJT05fQVRURU1QVEVEIiB2YWx1ZT0i5a6L5L2TLTE4MDMwLDEwLGZhbHNlLGZhbHNlLHRydWUiLz4NCgkJPHVpZm9udCBuYW1lPSJGT05UX1FVSVpQT0RfUVVJWl9RVUVTVElPTl9BVFRFTVBURURfVkFMVUUiIHZhbHVlPSLlrovkvZMtMTgwMzAsMTAsdHJ1ZSxmYWxzZSx0cnVlIi8+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+S9ky0xODAzMCwxMCx0cnVlLGZhbHNlLHRydWUiLz4NCgkJPHVpZm9udCBuYW1lPSJGT05UX1FVSVpQT0RfUVVJWl9NQVhTQ09SRSIgdmFsdWU9IuWui+S9ky0xODAzMCwxMCxmYWxzZSxmYWxzZSx0cnVlIi8+DQoJCTx1aWZvbnQgbmFtZT0iRk9OVF9RVUlaUE9EX1FVSVpfTUFYU0NPUkVfVkFMVUUiIHZhbHVlPSLlrovkvZMtMTgwMzAsMTAsdHJ1ZSxmYWxzZSx0cnVlIi8+DQoJCTx1aWZvbnQgbmFtZT0iRk9OVF9RVUlaUE9EX1FVSVpfUEFTU1NDT1JFIiB2YWx1ZT0i5a6L5L2TLTE4MDMwLDEwLGZhbHNlLGZhbHNlLHRydWUiLz4NCgkJPHVpZm9udCBuYW1lPSJGT05UX1FVSVpQT0RfUVVJWl9QQVNTU0NPUkVfVkFMVUUiIHZhbHVlPSLlrovkvZMtMTgwMzAsMTAsdHJ1ZSxmYWxzZSx0cnVlIi8+DQoJCTwhLS0gdWl0ZXh0IC0tPg0KCQk8IS0tIHN1YnN0aXR1dGlvbjogJW4gPT0gc2xpZGUgbnVtYmVyIC0tPg0KCQk8dWl0ZXh0IG5hbWU9IkFUVEFDSE1FTlRfUFJFVklFV19XQVJOSU5HTVNHX1RJVExFU1RSSU5HIiB2YWx1ZT0iQXR0YWNobWVudCBXYXJuaW5nIi8+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+DQoJCTx1aXRleHQgbmFtZT0iQ09MTEFCX0xPQ0FMX1BMQVlCQUNLX1RJVExFIiB2YWx1ZT0iTG9jYWwgUGxheWJhY2siLz4NCgkJPHVpdGV4dCBuYW1lPSJDT0xMQUJfTE9DQUxfUExBWUJBQ0tCVE4iIHZhbHVlPSJPayIvPg0KCQk8dWl0ZXh0IG5hbWU9IlVOTkFNRURTTElERVRJVExFIiB2YWx1ZT0i5bm754Gv54mHICVuIi8+DQoJCTwhLS0gc3Vic3RpdHV0aW9uOiAlbiA9PSBzbGlkZSBudW1iZXIgLS0+DQoJCTwhLS0gc3Vic3RpdHV0aW9uOiAldCA9PSB0b3RhbCBzbGlkZSBjb3VudCAtLT4NCgkJPHVpdGV4dCBuYW1lPSJTQ1JVQkJBUlNUQVRVU19TTElERUlORk8iIHZhbHVlPSLlubvnga/niYcgJW4gLyAldCB8ICIvPg0KCQk8dWl0ZXh0IG5hbWU9IlNDUlVCQkFSU1RBVFVTX1NUT1BQRUQiIHZhbHVlPSLlt7LlgZzmraIiLz4NCgkJPHVpdGV4dCBuYW1lPSJTQ1JVQkJBUlNUQVRVU19QTEFZSU5HIiB2YWx1ZT0i5q2j5Zyo5pKt5pS+Ii8+DQoJCTx1aXRleHQgbmFtZT0iU0NSVUJCQVJTVEFUVVNfTk9BVURJTyIgdmFsdWU9IuaXoOmfs+mikSIvPg0KCQk8dWl0ZXh0IG5hbWU9IlNDUlVCQkFSU1RBVFVTX1ZJRFBMQVlJTkciIHZhbHVlPSLop4bpopHmkq3mlL4iLz4NCgkJPHVpdGV4dCBuYW1lPSJTQ1JVQkJBUlNUQVRVU19MT0FESU5HIiB2YWx1ZT0i5q2j5Zyo6L295YWlIi8+DQoJCTx1aXRleHQgbmFtZT0iU0NSVUJCQVJTVEFUVVNfQlVGRkVSSU5HIiB2YWx1ZT0i5q2j5Zyo6L+b6KGM57yT5Yay5aSE55CGIi8+DQoJCTx1aXRleHQgbmFtZT0iU0NSVUJCQVJTVEFUVVNfUVVFU1RJT04iIHZhbHVlPSLlm57nrZTpl67popgiLz4NCgkJPHVpdGV4dCBuYW1lPSJTQ1JVQkJBUlNUQVRVU19SRVZJRVdRVUlaIiB2YWx1ZT0i5q2j5Zyo5a6h6ZiF5rWL6aqMIi8+DQoJCTwhLS0gc3Vic3RpdHV0aW9uOiAlbSA9PSBtaW51dGVzIHJlbWFpbmluZyAtLT4NCgkJPCEtLSBzdWJzdGl0dXRpb246ICVzID09IHNlY29uZHMgcmVtYWluaW5nIC0tPg0KCQk8dWl0ZXh0IG5hbWU9IkVMQVBTRUQiIHZhbHVlPSLliankvZkgJW0g5YiG6ZKfICVzIOenkiIvPg0KCQk8dWl0ZXh0IG5hbWU9Ik5PVEZPVU5EIiB2YWx1ZT0i5pyq5om+5Yiw5Lu75L2V5YaF5a65Ii8+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+mqjCIvPg0KCQk8dWl0ZXh0IG5hbWU9IlRBQl9PVVRMSU5FIiB2YWx1ZT0i5aSn57qyIi8+DQoJCTx1aXRleHQgbmFtZT0iVEFCX1RIVU1CIiB2YWx1ZT0i57yp55Wl5Zu+Ii8+DQoJCTx1aXRleHQgbmFtZT0iVEFCX05PVEVTIiB2YWx1ZT0i5aSH5rOoIi8+DQoJCTx1aXRleHQgbmFtZT0iVEFCX1NFQVJDSCIgdmFsdWU9IuaQnOe0oiIvPg0KCQk8dWl0ZXh0IG5hbWU9IlNMSURFX0hFQURJTkciIHZhbHVlPSLlubvnga/niYfmoIfpopgiLz4NCgkJPHVpdGV4dCBuYW1lPSJEVVJBVElPTl9IRUFESU5HIiB2YWx1ZT0i5oyB57ut5pe26Ze0Ii8+DQoJCTx1aXRleHQgbmFtZT0iU0VBUkNIX0hFQURJTkciIHZhbHVlPSLmkJzntKLmlofmnKw6Ii8+DQoJCTx1aXRleHQgbmFtZT0iVEhVTUJfSEVBRElORyIgdmFsdWU9IuW5u+eBr+eJhyIvPg0KCQk8dWl0ZXh0IG5hbWU9IlRIVU1CX0lORk8iIHZhbHVlPSLlubvnga/niYfmoIfpopgv5oyB57ut5pe26Ze0Ii8+DQoJCTx1aXRleHQgbmFtZT0iQVRUQUNITkFNRV9IRUFESU5HIiB2YWx1ZT0i5paH5Lu25ZCNIi8+DQoJCTx1aXRleHQgbmFtZT0iQVRUQUNIU0laRV9IRUFESU5HIiB2YWx1ZT0i5aSn5bCPIi8+DQoJCTx1aXRleHQgbmFtZT0iU0xJREVfTk9URVMiIHZhbHVlPSLlubvnga/niYflpIfms6g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ua1i+mqjOWwneivleasoeaVsDoiLz4NCgkJPHVpdGV4dCBuYW1lPSJRVUlaUE9EX1FVSVpfQVRURU1QVF9WQUxVRSIgdmFsdWU9IuesrCAlbiDmrKHvvIzlhbEgJXQg5qyhIi8+DQoJCTx1aXRleHQgbmFtZT0iUVVJWlBPRF9RVUlaX1NDT1JFIiB2YWx1ZT0i5b6X5YiGOiIvPg0KCQk8dWl0ZXh0IG5hbWU9IlFVSVpQT0RfUVVJWl9QQVNTU0NPUkUiIHZhbHVlPSLlj4rmoLzliIbmlbA6Ii8+DQoJCTx1aXRleHQgbmFtZT0iUVVJWlBPRF9RVUlaX01BWFNDT1JFIiB2YWx1ZT0i5pyA6auY5YiG5pWwOiIvPg0KCQk8dWl0ZXh0IG5hbWU9IlFVSVpQT0RfUVVFU0FUTVBUX1NUUiIgdmFsdWU9IuWwneivleasoeaVsDog56ysICVuIOasoe+8jOWFsSAldCDmrKEiLz4NCgkJPHVpdGV4dCBuYW1lPSJRVUlaUE9EX1FVRVNUWVBFX1NUUiIgdmFsdWU9Iuexu+WeizogJXMiLz4NCgkJPHVpdGV4dCBuYW1lPSJRVUlaUE9EX1FVRVNUWVBFX0dSRCIgdmFsdWU9IuivhOe6pyIvPg0KCQk8dWl0ZXh0IG5hbWU9IlFVSVpQT0RfUVVFU1RZUEVfU1ZZIiB2YWx1ZT0i6LCD5p+lIi8+DQoJCTx1aXRleHQgbmFtZT0iUVVJWlBPRF9RVUlaQVRNUFRfSU5GIiB2YWx1ZT0i5peg6ZmQIi8+DQoJCTx1aXRleHQgbmFtZT0iUVVJWlBPRF9RVUVTQVRNUFRfSU5GIiB2YWx1ZT0i5peg6ZmQIi8+DQoJCTx1aXRleHQgbmFtZT0iV0FSTklOR01TR19ZRVNTVFJJTkciIHZhbHVlPSLmmK8iLz4NCgkJPHVpdGV4dCBuYW1lPSJXQVJOSU5HTVNHX05PU1RSSU5HIiB2YWx1ZT0i5ZCmIi8+DQoJCTx1aXRleHQgbmFtZT0iV0FSTklOR01TR19USVRMRVNUUklORyIgdmFsdWU9Iua1i+mqjOWvvOiIquitpuWRiiIvPg0KCQk8dWl0ZXh0IG5hbWU9IldBUk5JTkdNU0dfTVNHU1RSSU5HIiB2YWx1ZT0i5q2k5rWL6aqM5Lit5pyJ5pyq5bCd6K+V5L2c562U55qE6Zeu6aKY44CCJiN4QTsmI3hBO+WNleWHu+KAnOaYr+KAnemAgOWHuuatpOa1i+mqjOOAguWNleWHu+KAnOWQpuKAnee7p+e7rea1i+mqjOOAgiIvPg0KCQk8dWl0ZXh0IG5hbWU9IklORk9STUFUSU9OX0gyNjRfRkxBU0hQTEFZRVIiIHZhbHVlPSLlvZPliY3lronoo4XlnKjmgqjnmoTorqHnrpfmnLrkuIrnmoQgRmxhc2ggUGxheWVyIOeJiOacrOS4jeaUr+aMgeivpeinhumikeOAguWNleWHu+inhumikeWMuuWfn+S4i+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+C5Yqg6ICF5pi+56S65o+Q6KaB5qCPIi8+DQoJCTx1aXRleHQgbmFtZT0iTVVURSIgdmFsdWU9IumdmemfsyIvPg0KCQk8dWl0ZXh0IG5hbWU9IkRPQ1dSQVBfVElUTEUiIHZhbHVlPSJQcmVzZW50ZXIg5paH5Lu26ZmE5Lu2Ii8+DQoJCTx1aXRleHQgbmFtZT0iRE9DV1JBUF9NU0ciIHZhbHVlPSLkv53lrZjliLDmiJHnmoTorqHnrpfmnLoiLz4NCgkJPHVpdGV4dCBuYW1lPSJET0NXUkFQX1BST01QVCIgdmFsdWU9IuWNleWHu+S7peS4i+i9vSIvPg0KCTwvbGFuZ3VhZ2U+DQoJPGxhbmd1YWdlIGlkPSJ0ci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x1aXRleHQgbmFtZT0iVU5OQU1FRFNMSURFVElUTEUiIHZhbHVlPSJTbGF5dCAlbiIvPg0KCQk8IS0tIHN1YnN0aXR1dGlvbjogJW4gPT0gc2xpZGUgbnVtYmVyIC0tPg0KCQk8IS0tIHN1YnN0aXR1dGlvbjogJXQgPT0gdG90YWwgc2xpZGUgY291bnQgLS0+DQoJCTx1aXRleHQgbmFtZT0iU0NSVUJCQVJTVEFUVVNfU0xJREVJTkZPIiB2YWx1ZT0iU2xheXQgJW4gLyAldCB8ICIvPg0KCQk8dWl0ZXh0IG5hbWU9IlNDUlVCQkFSU1RBVFVTX1NUT1BQRUQiIHZhbHVlPSJEdXJkdXJ1bGR1Ii8+DQoJCTx1aXRleHQgbmFtZT0iU0NSVUJCQVJTVEFUVVNfUExBWUlORyIgdmFsdWU9Ik95bmF0xLFsxLF5b3IiLz4NCgkJPHVpdGV4dCBuYW1lPSJTQ1JVQkJBUlNUQVRVU19OT0FVRElPIiB2YWx1ZT0iU2VzIFlvayIvPg0KCQk8dWl0ZXh0IG5hbWU9IlNDUlVCQkFSU1RBVFVTX1ZJRFBMQVlJTkciIHZhbHVlPSJWaWRlbyBPeW5hdMSxbMSxeW9yIi8+DQoJCTx1aXRleHQgbmFtZT0iU0NSVUJCQVJTVEFUVVNfTE9BRElORyIgdmFsdWU9IlnDvGtsZW5peW9yIi8+DQoJCTx1aXRleHQgbmFtZT0iU0NSVUJCQVJTVEFUVVNfQlVGRkVSSU5HIiB2YWx1ZT0iQXJhYmVsbGXEn2UgQWzEsW7EsXlvciIvPg0KCQk8dWl0ZXh0IG5hbWU9IlNDUlVCQkFSU1RBVFVTX1FVRVNUSU9OIiB2YWx1ZT0iU29ydXl1IFlhbsSxdGxhIi8+DQoJCTx1aXRleHQgbmFtZT0iU0NSVUJCQVJTVEFUVVNfUkVWSUVXUVVJWiIgdmFsdWU9IlPEsW5hdiDEsG5jZWxlbml5b3IiLz4NCgkJPCEtLSBzdWJzdGl0dXRpb246ICVtID09IG1pbnV0ZXMgcmVtYWluaW5nIC0tPg0KCQk8IS0tIHN1YnN0aXR1dGlvbjogJXMgPT0gc2Vjb25kcyByZW1haW5pbmcgLS0+DQoJCTx1aXRleHQgbmFtZT0iRUxBUFNFRCIgdmFsdWU9IiVtIERha2lrYSAlcyBTYW5peWUgS2FsZMSxIi8+DQoJCTx1aXRleHQgbmFtZT0iTk9URk9VTkQiIHZhbHVlPSJIZXJoYW5naSBCaXIgxZ5leSBCdWx1bm1hZMSxIi8+DQoJCTx1aXRleHQgbmFtZT0iQVRUQUNITUVOVFMiIHZhbHVlPSJFa2xlci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sSwcnRpYmF0Ii8+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+DQoJCTx1aXRleHQgbmFtZT0iUEFTU0VEX1NUUklORyIgdmFsdWU9IlBhc3NlZCIvPg0KCQk8dWl0ZXh0IG5hbWU9IkZBSUxFRF9TVFJJTkciIHZhbHVlPSJGYWlsZWQiLz4NCgkJPCEtLXF1aXogcG9kIGFuZCBtZXNzYWdlIGJveCB0ZXh0cy0tPg0KCQk8dWl0ZXh0IG5hbWU9IlFVSVpQT0RfUVVJWl9BVFRFTVBUIiB2YWx1ZT0i0J/QvtC/0YvRgtC60LAg0L/RgNC+0LnRgtC4INC+0L/RgNC+0YE6Ii8+DQoJCTx1aXRleHQgbmFtZT0iUVVJWlBPRF9RVUlaX0FUVEVNUFRfVkFMVUUiIHZhbHVlPSIlbiDQuNC3ICV0Ii8+DQoJCTx1aXRleHQgbmFtZT0iUVVJWlBPRF9RVUlaX1NDT1JFIiB2YWx1ZT0i0J3QsNCx0YDQsNC90L4g0LHQsNC70LvQvtCyOiIvPg0KCQk8dWl0ZXh0IG5hbWU9IlFVSVpQT0RfUVVJWl9QQVNTU0NPUkUiIHZhbHVlPSLQn9GA0L7RhdC+0LTQvdC+0Lkg0YDQtdC30YPQu9GM0YLQsNGCOiIvPg0KCQk8dWl0ZXh0IG5hbWU9IlFVSVpQT0RfUVVJWl9NQVhTQ09SRSIgdmFsdWU9ItCc0LDQutGB0LjQvNCw0LvRjNC90YvQuSDRgNC10LfRg9C70YzRgtCw0YI6Ii8+DQoJCTx1aXRleHQgbmFtZT0iUVVJWlBPRF9RVUVTQVRNUFRfU1RSIiB2YWx1ZT0i0J/QvtC/0YvRgtC60LA6ICVuINC40LcgJXQiLz4NCgkJPHVpdGV4dCBuYW1lPSJRVUlaUE9EX1FVRVNUWVBFX1NUUiIgdmFsdWU9ItCi0LjQvzogJXMiLz4NCgkJPHVpdGV4dCBuYW1lPSJRVUlaUE9EX1FVRVNUWVBFX0dSRCIgdmFsdWU9ItChINC+0YbQtdC90LrQvtC5Ii8+DQoJCTx1aXRleHQgbmFtZT0iUVVJWlBPRF9RVUVTVFlQRV9TVlkiIHZhbHVlPSLQntCx0LfQvtGAIi8+DQoJCTx1aXRleHQgbmFtZT0iUVVJWlBPRF9RVUlaQVRNUFRfSU5GIiB2YWx1ZT0i0JHQvtC70YzRiNC+0LUg0YfQuNGB0LvQviIvPg0KCQk8dWl0ZXh0IG5hbWU9IlFVSVpQT0RfUVVFU0FUTVBUX0lORiIgdmFsdWU9ItCR0L7Qu9GM0YjQvtC1INGH0LjRgdC70L4iLz4NCgkJPHVpdGV4dCBuYW1lPSJXQVJOSU5HTVNHX1lFU1NUUklORyIgdmFsdWU9ItCU0LAiLz4NCgkJPHVpdGV4dCBuYW1lPSJXQVJOSU5HTVNHX05PU1RSSU5HIiB2YWx1ZT0i0J3QtdGCIi8+DQoJCTx1aXRleHQgbmFtZT0iV0FSTklOR01TR19USVRMRVNUUklORyIgdmFsdWU9ItCf0YDQtdC00YPQv9GA0LXQttC00LXQvdC40LUg0L4g0L3QsNCy0LjQs9Cw0YbQuNC4INCyINC+0L/RgNC+0YHQtSIvPg0KCQk8dWl0ZXh0IG5hbWU9IldBUk5JTkdNU0dfTVNHU1RSSU5HIiB2YWx1ZT0i0JIg0L7Qv9GA0L7RgdC1INC+0YHRgtCw0LvQuNGB0Ywg0L3QtdC+0YLQstC10YfQtdC90L3Ri9C1INCy0L7Qv9GA0L7RgdGLLtCd0LDQttCw0YLQuNC1INC60L3QvtC/0LrQuCAmcXVvdDvQlNCwJnF1b3Q7INC/0YDQuNCy0LXQtNC10YIg0Log0LfQsNC60YDRi9GC0LjRjiDQvtC/0YDQvtGB0LAuINCd0LDQttCw0YLQuNC1INC60L3QvtC/0LrQuCAmcXVvdDvQndC10YImcXVvdDsg0L/RgNC+0LTQvtC70LbQuNGCINC+0L/RgNC+0YEuIi8+DQoJCTx1aXRleHQgbmFtZT0iSU5GT1JNQVRJT05fSDI2NF9GTEFTSFBMQVlFUiIgdmFsdWU9ItCi0LXQutGD0YnQsNGPINCy0LXRgNGB0LjRjyDQv9GA0L7QuNCz0YDRi9Cy0LDRgtC10LvRjyBGbGFzaCBQbGF5ZXIsINGD0YHRgtCw0L3QvtCy0LvQtdC90L3QsNGPINC90LAg0Y3RgtC+0Lwg0LrQvtC80L/RjNGO0YLQtdGA0LUsINC90LUg0L/QvtC00LTQtdGA0LbQuNCy0LDQtdGCINGN0YLQviDQstC40LTQtdC+LiDQqdC10LvQutC90LjRgtC1INCyINC+0LHQu9Cw0YHRgtC4INCy0LjQtNC10L4sINGH0YLQvtCx0Ysg0LfQsNCz0YDRg9C30LjRgtGMINC/0L7RgdC70LXQtNC90Y7RjiDQstC10YDRgdC40Y4g0L/RgNC+0LjQs9GA0YvQstCw0YLQtdC70Y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LQn9C+0LrQsNC30YvQstCw0YLRjCDQstGA0LXQt9C60YMg0YPRh9Cw0YHRgtC90LjQutCw0LwiLz4NCgkJPHVpdGV4dCBuYW1lPSJNVVRFIiB2YWx1ZT0i0J7RgtC60LvRjtGH0LjRgtGMINC30LLRg9C6Ii8+DQoJCTx1aXRleHQgbmFtZT0iRE9DV1JBUF9USVRMRSIgdmFsdWU9ItCS0LvQvtC20LXQvdC40LUg0LIg0YTQsNC50LsgQWRvYmUgUHJlc2VudGVyIi8+DQoJCTx1aXRleHQgbmFtZT0iRE9DV1JBUF9NU0ciIHZhbHVlPSLQodC+0YXRgNCw0L3QuNGC0Ywg0LIg0L/QsNC/0LrRgyAmcXVvdDvQnNC+0Lkg0LrQvtC80L/RjNGO0YLQtdGAJnF1b3Q7Ii8+DQoJCTx1aXRleHQgbmFtZT0iRE9DV1JBUF9QUk9NUFQiIHZhbHVlPSLQqdC10LvQutC90YPRgtGMINC00LvRjyDQt9Cw0LPRgNGD0LfQutC4Ii8+DQoJPC9sYW5ndWFnZT4NCjwvY29uZmlndXJhdGlvbj4NCg=="/>
  <p:tag name="MMPROD_UIDATA" val="&lt;database version=&quot;11.0&quot;&gt;&lt;object type=&quot;1&quot; unique_id=&quot;10001&quot;&gt;&lt;property id=&quot;20141&quot; value=&quot;ECE/CS 552 - Floating Point&quot;/&gt;&lt;property id=&quot;20144&quot; value=&quot;0&quot;/&gt;&lt;property id=&quot;20146&quot; value=&quot;0&quot;/&gt;&lt;property id=&quot;20147&quot; value=&quot;0&quot;/&gt;&lt;property id=&quot;20148&quot; value=&quot;5&quot;/&gt;&lt;property id=&quot;20180&quot; value=&quot;0&quot;/&gt;&lt;property id=&quot;20181&quot; value=&quot;1&quot;/&gt;&lt;property id=&quot;20183&quot; value=&quot;1&quot;/&gt;&lt;property id=&quot;20184&quot; value=&quot;7&quot;/&gt;&lt;property id=&quot;20193&quot; value=&quot;-1&quot;/&gt;&lt;property id=&quot;20224&quot; value=&quot;C:\Users\sanmi\Documents\My Adobe Presentations\ece552-FloatingPoint&quot;/&gt;&lt;property id=&quot;20250&quot; value=&quot;0&quot;/&gt;&lt;property id=&quot;20251&quot; value=&quot;0&quot;/&gt;&lt;property id=&quot;20259&quot; value=&quot;0&quot;/&gt;&lt;property id=&quot;20263&quot; value=&quot;2&quot;/&gt;&lt;property id=&quot;20264&quot; value=&quot;1&quot;/&gt;&lt;property id=&quot;20519&quot; value=&quot;0&quot;/&gt;&lt;property id=&quot;20700&quot; value=&quot;0&quot;/&gt;&lt;object type=&quot;8&quot; unique_id=&quot;10002&quot;&gt;&lt;/object&gt;&lt;object type=&quot;2&quot; unique_id=&quot;10003&quot;&gt;&lt;object type=&quot;3&quot; unique_id=&quot;11456&quot;&gt;&lt;property id=&quot;20148&quot; value=&quot;5&quot;/&gt;&lt;property id=&quot;20300&quot; value=&quot;Slide 1 - &amp;quot;ECE/CS 552: Floating Point&amp;quot;&quot;/&gt;&lt;property id=&quot;20307&quot; value=&quot;346&quot;/&gt;&lt;property id=&quot;20309&quot; value=&quot;-1&quot;/&gt;&lt;/object&gt;&lt;object type=&quot;3&quot; unique_id=&quot;21083&quot;&gt;&lt;property id=&quot;20148&quot; value=&quot;5&quot;/&gt;&lt;property id=&quot;20300&quot; value=&quot;Slide 3 - &amp;quot;Floating Point&amp;quot;&quot;/&gt;&lt;property id=&quot;20307&quot; value=&quot;347&quot;/&gt;&lt;property id=&quot;20309&quot; value=&quot;-1&quot;/&gt;&lt;/object&gt;&lt;object type=&quot;3&quot; unique_id=&quot;24542&quot;&gt;&lt;property id=&quot;20148&quot; value=&quot;5&quot;/&gt;&lt;property id=&quot;20300&quot; value=&quot;Slide 2 - &amp;quot;Floating Point&amp;quot;&quot;/&gt;&lt;property id=&quot;20307&quot; value=&quot;761&quot;/&gt;&lt;property id=&quot;20309&quot; value=&quot;-1&quot;/&gt;&lt;/object&gt;&lt;object type=&quot;3&quot; unique_id=&quot;25921&quot;&gt;&lt;property id=&quot;20148&quot; value=&quot;5&quot;/&gt;&lt;property id=&quot;20300&quot; value=&quot;Slide 4 - &amp;quot;FP Addition&amp;quot;&quot;/&gt;&lt;property id=&quot;20307&quot; value=&quot;762&quot;/&gt;&lt;/object&gt;&lt;/object&gt;&lt;object type=&quot;10&quot; unique_id=&quot;13261&quot;&gt;&lt;object type=&quot;11&quot; unique_id=&quot;13262&quot;&gt;&lt;property id=&quot;20180&quot; value=&quot;0&quot;/&gt;&lt;property id=&quot;20181&quot; value=&quot;1&quot;/&gt;&lt;property id=&quot;20183&quot; value=&quot;1&quot;/&gt;&lt;/object&gt;&lt;object type=&quot;12&quot; unique_id=&quot;25694&quot;&gt;&lt;/object&gt;&lt;/object&gt;&lt;object type=&quot;4&quot; unique_id=&quot;13263&quot;&gt;&lt;/object&gt;&lt;/object&gt;&lt;/database&gt;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5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33&quot;/&gt;&lt;lineCharCount val=&quot;13&quot;/&gt;&lt;lineCharCount val=&quot;12&quot;/&gt;&lt;lineCharCount val=&quot;13&quot;/&gt;&lt;lineCharCount val=&quot;11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1.PNG&quot;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193E81C-D212-4C2E-8FCF-A98B1607A4C0}_1.png&quot;/&gt;&lt;left val=&quot;35&quot;/&gt;&lt;top val=&quot;201&quot;/&gt;&lt;width val=&quot;648&quot;/&gt;&lt;height val=&quot;102&quot;/&gt;&lt;hasText val=&quot;1&quot;/&gt;&lt;/Image&gt;&lt;/ThreeDShapeInfo&gt;"/>
  <p:tag name="PRESENTER_SHAPETEXTINFO" val="&lt;ShapeTextInfo&gt;&lt;TableIndex row=&quot;-1&quot; col=&quot;-1&quot;&gt;&lt;linesCount val=&quot;1&quot;/&gt;&lt;lineCharCount val=&quot;26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1A33063-A89E-4045-BB59-8A7F9E6287FB}_1.png&quot;/&gt;&lt;left val=&quot;103&quot;/&gt;&lt;top val=&quot;302&quot;/&gt;&lt;width val=&quot;512&quot;/&gt;&lt;height val=&quot;163&quot;/&gt;&lt;hasText val=&quot;1&quot;/&gt;&lt;/Image&gt;&lt;/ThreeDShapeInfo&gt;"/>
  <p:tag name="PRESENTER_SHAPETEXTINFO" val="&lt;ShapeTextInfo&gt;&lt;TableIndex row=&quot;-1&quot; col=&quot;-1&quot;&gt;&lt;linesCount val=&quot;6&quot;/&gt;&lt;lineCharCount val=&quot;24&quot;/&gt;&lt;lineCharCount val=&quot;1&quot;/&gt;&lt;lineCharCount val=&quot;55&quot;/&gt;&lt;lineCharCount val=&quot;53&quot;/&gt;&lt;lineCharCount val=&quot;14&quot;/&gt;&lt;lineCharCount val=&quot;3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CC00A6A-1D7F-4A00-BF16-EDAABC63585D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C979A23-6885-4328-B16A-A49BC0394A92}_3.png&quot;/&gt;&lt;left val=&quot;24&quot;/&gt;&lt;top val=&quot;112&quot;/&gt;&lt;width val=&quot;683&quot;/&gt;&lt;height val=&quot;416&quot;/&gt;&lt;hasText val=&quot;1&quot;/&gt;&lt;/Image&gt;&lt;/ThreeDShapeInfo&gt;"/>
  <p:tag name="PRESENTER_SHAPETEXTINFO" val="&lt;ShapeTextInfo&gt;&lt;TableIndex row=&quot;-1&quot; col=&quot;-1&quot;&gt;&lt;linesCount val=&quot;11&quot;/&gt;&lt;lineCharCount val=&quot;35&quot;/&gt;&lt;lineCharCount val=&quot;49&quot;/&gt;&lt;lineCharCount val=&quot;43&quot;/&gt;&lt;lineCharCount val=&quot;10&quot;/&gt;&lt;lineCharCount val=&quot;48&quot;/&gt;&lt;lineCharCount val=&quot;14&quot;/&gt;&lt;lineCharCount val=&quot;48&quot;/&gt;&lt;lineCharCount val=&quot;44&quot;/&gt;&lt;lineCharCount val=&quot;23&quot;/&gt;&lt;lineCharCount val=&quot;26&quot;/&gt;&lt;lineCharCount val=&quot;12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A457FB7-F267-4A3F-AAC0-C093C23F76F2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3.PNG&quot;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CC00A6A-1D7F-4A00-BF16-EDAABC63585D}_3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DC979A23-6885-4328-B16A-A49BC0394A92}_3.png&quot;/&gt;&lt;left val=&quot;24&quot;/&gt;&lt;top val=&quot;112&quot;/&gt;&lt;width val=&quot;683&quot;/&gt;&lt;height val=&quot;416&quot;/&gt;&lt;hasText val=&quot;1&quot;/&gt;&lt;/Image&gt;&lt;/ThreeDShapeInfo&gt;"/>
  <p:tag name="PRESENTER_SHAPETEXTINFO" val="&lt;ShapeTextInfo&gt;&lt;TableIndex row=&quot;-1&quot; col=&quot;-1&quot;&gt;&lt;linesCount val=&quot;11&quot;/&gt;&lt;lineCharCount val=&quot;35&quot;/&gt;&lt;lineCharCount val=&quot;49&quot;/&gt;&lt;lineCharCount val=&quot;43&quot;/&gt;&lt;lineCharCount val=&quot;10&quot;/&gt;&lt;lineCharCount val=&quot;48&quot;/&gt;&lt;lineCharCount val=&quot;14&quot;/&gt;&lt;lineCharCount val=&quot;48&quot;/&gt;&lt;lineCharCount val=&quot;44&quot;/&gt;&lt;lineCharCount val=&quot;23&quot;/&gt;&lt;lineCharCount val=&quot;26&quot;/&gt;&lt;lineCharCount val=&quot;12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1A457FB7-F267-4A3F-AAC0-C093C23F76F2}_3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4.PNG&quot;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08F2AC72-28DC-465B-A84E-408121D136F6}_4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DE03212-5BD1-4E1C-8B59-828E2A3CFEE0}_4.png&quot;/&gt;&lt;left val=&quot;42&quot;/&gt;&lt;top val=&quot;113&quot;/&gt;&lt;width val=&quot;623&quot;/&gt;&lt;height val=&quot;366&quot;/&gt;&lt;hasText val=&quot;1&quot;/&gt;&lt;/Image&gt;&lt;/ThreeDShapeInfo&gt;"/>
  <p:tag name="PRESENTER_SHAPETEXTINFO" val="&lt;ShapeTextInfo&gt;&lt;TableIndex row=&quot;-1&quot; col=&quot;-1&quot;&gt;&lt;linesCount val=&quot;5&quot;/&gt;&lt;lineCharCount val=&quot;23&quot;/&gt;&lt;lineCharCount val=&quot;45&quot;/&gt;&lt;lineCharCount val=&quot;19&quot;/&gt;&lt;lineCharCount val=&quot;22&quot;/&gt;&lt;lineCharCount val=&quot;46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1A7445C-FA7A-4035-B0DA-49CED5E3309B}_4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0D8C10E9-B585-40E8-91F7-990BA2882A3E}_4.png&quot;/&gt;&lt;left val=&quot;395&quot;/&gt;&lt;top val=&quot;122&quot;/&gt;&lt;width val=&quot;229&quot;/&gt;&lt;height val=&quot;51&quot;/&gt;&lt;hasText val=&quot;1&quot;/&gt;&lt;/Image&gt;&lt;/ThreeDShape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A2CCA017-7CEC-478B-98CE-638E386958CB}_4.png&quot;/&gt;&lt;left val=&quot;119&quot;/&gt;&lt;top val=&quot;345&quot;/&gt;&lt;width val=&quot;482&quot;/&gt;&lt;height val=&quot;68&quot;/&gt;&lt;hasText val=&quot;1&quot;/&gt;&lt;/Image&gt;&lt;/ThreeDShapeInfo&gt;"/>
  <p:tag name="PRESENTER_SHAPETEXTINFO" val="&lt;ShapeTextInfo&gt;&lt;TableIndex row=&quot;1&quot; col=&quot;1&quot;&gt;&lt;linesCount val=&quot;1&quot;/&gt;&lt;lineCharCount val=&quot;8&quot;/&gt;&lt;/TableIndex&gt;&lt;TableIndex row=&quot;1&quot; col=&quot;2&quot;&gt;&lt;linesCount val=&quot;1&quot;/&gt;&lt;lineCharCount val=&quot;7&quot;/&gt;&lt;/TableIndex&gt;&lt;TableIndex row=&quot;1&quot; col=&quot;3&quot;&gt;&lt;linesCount val=&quot;1&quot;/&gt;&lt;lineCharCount val=&quot;15&quot;/&gt;&lt;/TableIndex&gt;&lt;TableIndex row=&quot;2&quot; col=&quot;1&quot;&gt;&lt;linesCount val=&quot;1&quot;/&gt;&lt;lineCharCount val=&quot;1&quot;/&gt;&lt;/TableIndex&gt;&lt;TableIndex row=&quot;2&quot; col=&quot;2&quot;&gt;&lt;linesCount val=&quot;1&quot;/&gt;&lt;lineCharCount val=&quot;4&quot;/&gt;&lt;/TableIndex&gt;&lt;TableIndex row=&quot;2&quot; col=&quot;3&quot;&gt;&lt;linesCount val=&quot;1&quot;/&gt;&lt;lineCharCount val=&quot;5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694A0F78-C03C-4BD5-8942-F964628A24F6}_4.png&quot;/&gt;&lt;left val=&quot;431&quot;/&gt;&lt;top val=&quot;440&quot;/&gt;&lt;width val=&quot;210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1&quot;/&gt;&lt;lineCharCount val=&quot;27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8B1F91F4-18B0-4FB2-B39F-BAF54EC7EB52}_4.png&quot;/&gt;&lt;left val=&quot;119&quot;/&gt;&lt;top val=&quot;443&quot;/&gt;&lt;width val=&quot;210&quot;/&gt;&lt;height val=&quot;53&quot;/&gt;&lt;hasText val=&quot;1&quot;/&gt;&lt;/Image&gt;&lt;/ThreeDShapeInfo&gt;"/>
  <p:tag name="PRESENTER_SHAPETEXTINFO" val="&lt;ShapeTextInfo&gt;&lt;TableIndex row=&quot;-1&quot; col=&quot;-1&quot;&gt;&lt;linesCount val=&quot;2&quot;/&gt;&lt;lineCharCount val=&quot;15&quot;/&gt;&lt;lineCharCount val=&quot;15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SlideThumbPath val=&quot;Slide5.PNG&quot;/&gt;"/>
  <p:tag name="PPSNARRATION" val="5,442097947,C:\Users\sanmi\GoogleDrive\UWMdrive\Courses\ECE552\ece552-lec21_FloatingPoint_pptx\Media.ppcx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EB764CC8-5FF9-4B52-B8D6-CAD4A60152CE}_5.png&quot;/&gt;&lt;left val=&quot;35&quot;/&gt;&lt;top val=&quot;21&quot;/&gt;&lt;width val=&quot;588&quot;/&gt;&lt;height val=&quot;98&quot;/&gt;&lt;hasText val=&quot;1&quot;/&gt;&lt;/Image&gt;&lt;/ThreeDShapeInfo&gt;"/>
  <p:tag name="PRESENTER_SHAPETEXTINFO" val="&lt;ShapeTextInfo&gt;&lt;TableIndex row=&quot;-1&quot; col=&quot;-1&quot;&gt;&lt;linesCount val=&quot;1&quot;/&gt;&lt;lineCharCount val=&quot;14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93D98AB4-D4D2-430C-92FE-7297E70C1A6D}_5.png&quot;/&gt;&lt;left val=&quot;42&quot;/&gt;&lt;top val=&quot;113&quot;/&gt;&lt;width val=&quot;623&quot;/&gt;&lt;height val=&quot;366&quot;/&gt;&lt;hasText val=&quot;1&quot;/&gt;&lt;/Image&gt;&lt;/ThreeDShapeInfo&gt;"/>
  <p:tag name="PRESENTER_SHAPETEXTINFO" val="&lt;ShapeTextInfo&gt;&lt;TableIndex row=&quot;-1&quot; col=&quot;-1&quot;&gt;&lt;linesCount val=&quot;1&quot;/&gt;&lt;lineCharCount val=&quot;32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B5155313-D8C7-4154-9601-86AC5E8487B8}_5.png&quot;/&gt;&lt;left val=&quot;599&quot;/&gt;&lt;top val=&quot;492&quot;/&gt;&lt;width val=&quot;92&quot;/&gt;&lt;height val=&quot;51&quot;/&gt;&lt;hasText val=&quot;1&quot;/&gt;&lt;/Image&gt;&lt;/ThreeDShapeInfo&gt;"/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TML_SHAPEINFO" val="&lt;ThreeDShapeInfo&gt;&lt;uuid val=&quot;&quot;/&gt;&lt;isInvalidForFieldText val=&quot;0&quot;/&gt;&lt;Image&gt;&lt;filename val=&quot;C:\Users\sanmi\Documents\My Adobe Presentations\ece552-FloatingPoint\data\asimages\{C417C260-83AF-4879-A115-345EAA1EEE7C}_5.png&quot;/&gt;&lt;left val=&quot;54&quot;/&gt;&lt;top val=&quot;198&quot;/&gt;&lt;width val=&quot;596&quot;/&gt;&lt;height val=&quot;136&quot;/&gt;&lt;hasText val=&quot;1&quot;/&gt;&lt;/Image&gt;&lt;/ThreeDShapeInfo&gt;"/>
  <p:tag name="PRESENTER_SHAPETEXTINFO" val="&lt;ShapeTextInfo&gt;&lt;TableIndex row=&quot;1&quot; col=&quot;1&quot;&gt;&lt;linesCount val=&quot;0&quot;/&gt;&lt;/TableIndex&gt;&lt;TableIndex row=&quot;1&quot; col=&quot;2&quot;&gt;&lt;linesCount val=&quot;1&quot;/&gt;&lt;lineCharCount val=&quot;1&quot;/&gt;&lt;/TableIndex&gt;&lt;TableIndex row=&quot;1&quot; col=&quot;3&quot;&gt;&lt;linesCount val=&quot;1&quot;/&gt;&lt;lineCharCount val=&quot;1&quot;/&gt;&lt;/TableIndex&gt;&lt;TableIndex row=&quot;1&quot; col=&quot;4&quot;&gt;&lt;linesCount val=&quot;1&quot;/&gt;&lt;lineCharCount val=&quot;5&quot;/&gt;&lt;/TableIndex&gt;&lt;TableIndex row=&quot;2&quot; col=&quot;1&quot;&gt;&lt;linesCount val=&quot;1&quot;/&gt;&lt;lineCharCount val=&quot;25&quot;/&gt;&lt;/TableIndex&gt;&lt;TableIndex row=&quot;2&quot; col=&quot;2&quot;&gt;&lt;linesCount val=&quot;1&quot;/&gt;&lt;lineCharCount val=&quot;5&quot;/&gt;&lt;/TableIndex&gt;&lt;TableIndex row=&quot;2&quot; col=&quot;3&quot;&gt;&lt;linesCount val=&quot;1&quot;/&gt;&lt;lineCharCount val=&quot;6&quot;/&gt;&lt;/TableIndex&gt;&lt;TableIndex row=&quot;2&quot; col=&quot;4&quot;&gt;&lt;linesCount val=&quot;1&quot;/&gt;&lt;lineCharCount val=&quot;7&quot;/&gt;&lt;/TableIndex&gt;&lt;TableIndex row=&quot;3&quot; col=&quot;1&quot;&gt;&lt;linesCount val=&quot;1&quot;/&gt;&lt;lineCharCount val=&quot;25&quot;/&gt;&lt;/TableIndex&gt;&lt;TableIndex row=&quot;3&quot; col=&quot;2&quot;&gt;&lt;linesCount val=&quot;1&quot;/&gt;&lt;lineCharCount val=&quot;6&quot;/&gt;&lt;/TableIndex&gt;&lt;TableIndex row=&quot;3&quot; col=&quot;3&quot;&gt;&lt;linesCount val=&quot;1&quot;/&gt;&lt;lineCharCount val=&quot;6&quot;/&gt;&lt;/TableIndex&gt;&lt;TableIndex row=&quot;3&quot; col=&quot;4&quot;&gt;&lt;linesCount val=&quot;1&quot;/&gt;&lt;lineCharCount val=&quot;8&quot;/&gt;&lt;/TableIndex&gt;&lt;/ShapeTextInfo&gt;"/>
</p:tagLst>
</file>

<file path=ppt/theme/theme1.xml><?xml version="1.0" encoding="utf-8"?>
<a:theme xmlns:a="http://schemas.openxmlformats.org/drawingml/2006/main" name="Lecture Notes 55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Notes 552</Template>
  <TotalTime>312</TotalTime>
  <Words>290</Words>
  <Application>Microsoft Macintosh PowerPoint</Application>
  <PresentationFormat>On-screen Show (4:3)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Tahoma</vt:lpstr>
      <vt:lpstr>Times New Roman</vt:lpstr>
      <vt:lpstr>Wingdings</vt:lpstr>
      <vt:lpstr>Lecture Notes 552</vt:lpstr>
      <vt:lpstr>ECE/CS 552: Floating Point</vt:lpstr>
      <vt:lpstr>Announcements</vt:lpstr>
      <vt:lpstr>Floating Point</vt:lpstr>
      <vt:lpstr>Floating Point</vt:lpstr>
      <vt:lpstr>Floating 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ECE/CS 552: Floating Point</dc:title>
  <dc:creator/>
  <cp:lastModifiedBy>Boone Severson</cp:lastModifiedBy>
  <cp:revision>468</cp:revision>
  <cp:lastPrinted>1601-01-01T00:00:00Z</cp:lastPrinted>
  <dcterms:created xsi:type="dcterms:W3CDTF">1601-01-01T00:00:00Z</dcterms:created>
  <dcterms:modified xsi:type="dcterms:W3CDTF">2024-12-03T03:38:59Z</dcterms:modified>
</cp:coreProperties>
</file>