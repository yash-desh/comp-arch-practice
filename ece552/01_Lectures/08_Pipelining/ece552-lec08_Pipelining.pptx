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1.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notesSlides/notesSlide2.xml" ContentType="application/vnd.openxmlformats-officedocument.presentationml.notesSlide+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notesSlides/notesSlide3.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4.xml" ContentType="application/vnd.openxmlformats-officedocument.presentationml.notesSl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5.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notesSlides/notesSlide6.xml" ContentType="application/vnd.openxmlformats-officedocument.presentationml.notesSlid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7.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8.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9.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10.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11.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notesSlides/notesSlide12.xml" ContentType="application/vnd.openxmlformats-officedocument.presentationml.notesSlide+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notesSlides/notesSlide13.xml" ContentType="application/vnd.openxmlformats-officedocument.presentationml.notesSlide+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notesSlides/notesSlide14.xml" ContentType="application/vnd.openxmlformats-officedocument.presentationml.notesSlide+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notesSlides/notesSlide15.xml" ContentType="application/vnd.openxmlformats-officedocument.presentationml.notesSlide+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notesSlides/notesSlide16.xml" ContentType="application/vnd.openxmlformats-officedocument.presentationml.notesSlide+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notesSlides/notesSlide17.xml" ContentType="application/vnd.openxmlformats-officedocument.presentationml.notesSlide+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notesSlides/notesSlide18.xml" ContentType="application/vnd.openxmlformats-officedocument.presentationml.notesSlide+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notesSlides/notesSlide19.xml" ContentType="application/vnd.openxmlformats-officedocument.presentationml.notesSlide+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notesSlides/notesSlide20.xml" ContentType="application/vnd.openxmlformats-officedocument.presentationml.notesSlide+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notesSlides/notesSlide21.xml" ContentType="application/vnd.openxmlformats-officedocument.presentationml.notesSlide+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notesSlides/notesSlide22.xml" ContentType="application/vnd.openxmlformats-officedocument.presentationml.notesSlide+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notesSlides/notesSlide23.xml" ContentType="application/vnd.openxmlformats-officedocument.presentationml.notesSlide+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0" r:id="rId1"/>
  </p:sldMasterIdLst>
  <p:notesMasterIdLst>
    <p:notesMasterId r:id="rId26"/>
  </p:notesMasterIdLst>
  <p:handoutMasterIdLst>
    <p:handoutMasterId r:id="rId27"/>
  </p:handoutMasterIdLst>
  <p:sldIdLst>
    <p:sldId id="495" r:id="rId2"/>
    <p:sldId id="505" r:id="rId3"/>
    <p:sldId id="527" r:id="rId4"/>
    <p:sldId id="560" r:id="rId5"/>
    <p:sldId id="579" r:id="rId6"/>
    <p:sldId id="578" r:id="rId7"/>
    <p:sldId id="577" r:id="rId8"/>
    <p:sldId id="576" r:id="rId9"/>
    <p:sldId id="559" r:id="rId10"/>
    <p:sldId id="564" r:id="rId11"/>
    <p:sldId id="565" r:id="rId12"/>
    <p:sldId id="529" r:id="rId13"/>
    <p:sldId id="535" r:id="rId14"/>
    <p:sldId id="574" r:id="rId15"/>
    <p:sldId id="566" r:id="rId16"/>
    <p:sldId id="567" r:id="rId17"/>
    <p:sldId id="568" r:id="rId18"/>
    <p:sldId id="569" r:id="rId19"/>
    <p:sldId id="571" r:id="rId20"/>
    <p:sldId id="570" r:id="rId21"/>
    <p:sldId id="572" r:id="rId22"/>
    <p:sldId id="573" r:id="rId23"/>
    <p:sldId id="554" r:id="rId24"/>
    <p:sldId id="575" r:id="rId25"/>
  </p:sldIdLst>
  <p:sldSz cx="9144000" cy="6858000" type="screen4x3"/>
  <p:notesSz cx="6845300" cy="9396413"/>
  <p:custDataLst>
    <p:tags r:id="rId28"/>
  </p:custDataLst>
  <p:defaultTextStyle>
    <a:defPPr>
      <a:defRPr lang="en-US"/>
    </a:defPPr>
    <a:lvl1pPr algn="l" rtl="0" fontAlgn="base">
      <a:spcBef>
        <a:spcPct val="0"/>
      </a:spcBef>
      <a:spcAft>
        <a:spcPct val="0"/>
      </a:spcAft>
      <a:defRPr sz="1000"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000"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000"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000"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000" kern="1200">
        <a:solidFill>
          <a:schemeClr val="tx1"/>
        </a:solidFill>
        <a:latin typeface="Times New Roman" panose="02020603050405020304" pitchFamily="18" charset="0"/>
        <a:ea typeface="+mn-ea"/>
        <a:cs typeface="+mn-cs"/>
      </a:defRPr>
    </a:lvl5pPr>
    <a:lvl6pPr marL="2286000" algn="l" defTabSz="914400" rtl="0" eaLnBrk="1" latinLnBrk="0" hangingPunct="1">
      <a:defRPr sz="1000" kern="1200">
        <a:solidFill>
          <a:schemeClr val="tx1"/>
        </a:solidFill>
        <a:latin typeface="Times New Roman" panose="02020603050405020304" pitchFamily="18" charset="0"/>
        <a:ea typeface="+mn-ea"/>
        <a:cs typeface="+mn-cs"/>
      </a:defRPr>
    </a:lvl6pPr>
    <a:lvl7pPr marL="2743200" algn="l" defTabSz="914400" rtl="0" eaLnBrk="1" latinLnBrk="0" hangingPunct="1">
      <a:defRPr sz="1000" kern="1200">
        <a:solidFill>
          <a:schemeClr val="tx1"/>
        </a:solidFill>
        <a:latin typeface="Times New Roman" panose="02020603050405020304" pitchFamily="18" charset="0"/>
        <a:ea typeface="+mn-ea"/>
        <a:cs typeface="+mn-cs"/>
      </a:defRPr>
    </a:lvl7pPr>
    <a:lvl8pPr marL="3200400" algn="l" defTabSz="914400" rtl="0" eaLnBrk="1" latinLnBrk="0" hangingPunct="1">
      <a:defRPr sz="1000" kern="1200">
        <a:solidFill>
          <a:schemeClr val="tx1"/>
        </a:solidFill>
        <a:latin typeface="Times New Roman" panose="02020603050405020304" pitchFamily="18" charset="0"/>
        <a:ea typeface="+mn-ea"/>
        <a:cs typeface="+mn-cs"/>
      </a:defRPr>
    </a:lvl8pPr>
    <a:lvl9pPr marL="3657600" algn="l" defTabSz="914400" rtl="0" eaLnBrk="1" latinLnBrk="0" hangingPunct="1">
      <a:defRPr sz="1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58">
          <p15:clr>
            <a:srgbClr val="A4A3A4"/>
          </p15:clr>
        </p15:guide>
        <p15:guide id="2" pos="215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EEF4"/>
    <a:srgbClr val="660066"/>
    <a:srgbClr val="FF3300"/>
    <a:srgbClr val="000000"/>
    <a:srgbClr val="006600"/>
    <a:srgbClr val="FFFF66"/>
    <a:srgbClr val="FFCC00"/>
    <a:srgbClr val="00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09" autoAdjust="0"/>
    <p:restoredTop sz="80435"/>
  </p:normalViewPr>
  <p:slideViewPr>
    <p:cSldViewPr>
      <p:cViewPr varScale="1">
        <p:scale>
          <a:sx n="218" d="100"/>
          <a:sy n="218" d="100"/>
        </p:scale>
        <p:origin x="2208" y="200"/>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55" d="100"/>
        <a:sy n="155" d="100"/>
      </p:scale>
      <p:origin x="0" y="0"/>
    </p:cViewPr>
  </p:notesTextViewPr>
  <p:sorterViewPr>
    <p:cViewPr>
      <p:scale>
        <a:sx n="66" d="100"/>
        <a:sy n="66" d="100"/>
      </p:scale>
      <p:origin x="0" y="0"/>
    </p:cViewPr>
  </p:sorterViewPr>
  <p:notesViewPr>
    <p:cSldViewPr>
      <p:cViewPr varScale="1">
        <p:scale>
          <a:sx n="120" d="100"/>
          <a:sy n="120" d="100"/>
        </p:scale>
        <p:origin x="5046" y="108"/>
      </p:cViewPr>
      <p:guideLst>
        <p:guide orient="horz" pos="2958"/>
        <p:guide pos="2156"/>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viewProps" Target="viewProps.xml"/></Relationships>
</file>

<file path=ppt/_rels/viewProps.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slide" Target="slides/slide19.xml"/><Relationship Id="rId1" Type="http://schemas.openxmlformats.org/officeDocument/2006/relationships/slide" Target="slides/slide18.xml"/><Relationship Id="rId4"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5363" name="Rectangle 3"/>
          <p:cNvSpPr>
            <a:spLocks noGrp="1" noChangeArrowheads="1"/>
          </p:cNvSpPr>
          <p:nvPr>
            <p:ph type="dt" sz="quarter"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15364" name="Rectangle 4"/>
          <p:cNvSpPr>
            <a:spLocks noGrp="1" noChangeArrowheads="1"/>
          </p:cNvSpPr>
          <p:nvPr>
            <p:ph type="ftr" sz="quarter" idx="2"/>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r>
              <a:rPr lang="en-US"/>
              <a:t>CS/ECE 552: Introduction To Computer Architecture</a:t>
            </a:r>
          </a:p>
        </p:txBody>
      </p:sp>
      <p:sp>
        <p:nvSpPr>
          <p:cNvPr id="15365" name="Rectangle 5"/>
          <p:cNvSpPr>
            <a:spLocks noGrp="1" noChangeArrowheads="1"/>
          </p:cNvSpPr>
          <p:nvPr>
            <p:ph type="sldNum" sz="quarter" idx="3"/>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A83ACFC1-9505-4A40-9977-AABD7496088F}" type="slidenum">
              <a:rPr lang="en-US" altLang="en-US"/>
              <a:pPr/>
              <a:t>‹#›</a:t>
            </a:fld>
            <a:endParaRPr lang="en-US" altLang="en-US"/>
          </a:p>
        </p:txBody>
      </p:sp>
    </p:spTree>
    <p:extLst>
      <p:ext uri="{BB962C8B-B14F-4D97-AF65-F5344CB8AC3E}">
        <p14:creationId xmlns:p14="http://schemas.microsoft.com/office/powerpoint/2010/main" val="22080750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nvPr>
        </p:nvSpPr>
        <p:spPr bwMode="auto">
          <a:xfrm>
            <a:off x="0" y="0"/>
            <a:ext cx="2967038"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defTabSz="935038" eaLnBrk="0" hangingPunct="0">
              <a:defRPr sz="1200" smtClean="0"/>
            </a:lvl1pPr>
          </a:lstStyle>
          <a:p>
            <a:pPr>
              <a:defRPr/>
            </a:pPr>
            <a:endParaRPr lang="en-US"/>
          </a:p>
        </p:txBody>
      </p:sp>
      <p:sp>
        <p:nvSpPr>
          <p:cNvPr id="17411" name="Rectangle 3"/>
          <p:cNvSpPr>
            <a:spLocks noGrp="1" noChangeArrowheads="1"/>
          </p:cNvSpPr>
          <p:nvPr>
            <p:ph type="dt" idx="1"/>
          </p:nvPr>
        </p:nvSpPr>
        <p:spPr bwMode="auto">
          <a:xfrm>
            <a:off x="3878263" y="0"/>
            <a:ext cx="2967037" cy="468313"/>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lvl1pPr algn="r" defTabSz="935038" eaLnBrk="0" hangingPunct="0">
              <a:defRPr sz="1200" smtClean="0"/>
            </a:lvl1pPr>
          </a:lstStyle>
          <a:p>
            <a:pPr>
              <a:defRPr/>
            </a:pPr>
            <a:endParaRPr lang="en-US"/>
          </a:p>
        </p:txBody>
      </p:sp>
      <p:sp>
        <p:nvSpPr>
          <p:cNvPr id="77828" name="Rectangle 4"/>
          <p:cNvSpPr>
            <a:spLocks noGrp="1" noRot="1" noChangeAspect="1" noChangeArrowheads="1" noTextEdit="1"/>
          </p:cNvSpPr>
          <p:nvPr>
            <p:ph type="sldImg" idx="2"/>
          </p:nvPr>
        </p:nvSpPr>
        <p:spPr bwMode="auto">
          <a:xfrm>
            <a:off x="1074738" y="706438"/>
            <a:ext cx="4694237" cy="35210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3" name="Rectangle 5"/>
          <p:cNvSpPr>
            <a:spLocks noGrp="1" noChangeArrowheads="1"/>
          </p:cNvSpPr>
          <p:nvPr>
            <p:ph type="body" sz="quarter" idx="3"/>
          </p:nvPr>
        </p:nvSpPr>
        <p:spPr bwMode="auto">
          <a:xfrm>
            <a:off x="912813" y="4464050"/>
            <a:ext cx="5019675" cy="4225925"/>
          </a:xfrm>
          <a:prstGeom prst="rect">
            <a:avLst/>
          </a:prstGeom>
          <a:noFill/>
          <a:ln w="12700">
            <a:noFill/>
            <a:miter lim="800000"/>
            <a:headEnd type="none" w="sm" len="sm"/>
            <a:tailEnd type="none" w="sm" len="sm"/>
          </a:ln>
          <a:effectLst/>
        </p:spPr>
        <p:txBody>
          <a:bodyPr vert="horz" wrap="square" lIns="93502" tIns="46751" rIns="93502" bIns="4675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414" name="Rectangle 6"/>
          <p:cNvSpPr>
            <a:spLocks noGrp="1" noChangeArrowheads="1"/>
          </p:cNvSpPr>
          <p:nvPr>
            <p:ph type="ftr" sz="quarter" idx="4"/>
          </p:nvPr>
        </p:nvSpPr>
        <p:spPr bwMode="auto">
          <a:xfrm>
            <a:off x="0" y="8928100"/>
            <a:ext cx="2967038"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defTabSz="935038" eaLnBrk="0" hangingPunct="0">
              <a:defRPr sz="1200" smtClean="0"/>
            </a:lvl1pPr>
          </a:lstStyle>
          <a:p>
            <a:pPr>
              <a:defRPr/>
            </a:pPr>
            <a:endParaRPr lang="en-US"/>
          </a:p>
        </p:txBody>
      </p:sp>
      <p:sp>
        <p:nvSpPr>
          <p:cNvPr id="17415" name="Rectangle 7"/>
          <p:cNvSpPr>
            <a:spLocks noGrp="1" noChangeArrowheads="1"/>
          </p:cNvSpPr>
          <p:nvPr>
            <p:ph type="sldNum" sz="quarter" idx="5"/>
          </p:nvPr>
        </p:nvSpPr>
        <p:spPr bwMode="auto">
          <a:xfrm>
            <a:off x="3878263" y="8928100"/>
            <a:ext cx="2967037" cy="468313"/>
          </a:xfrm>
          <a:prstGeom prst="rect">
            <a:avLst/>
          </a:prstGeom>
          <a:noFill/>
          <a:ln w="12700">
            <a:noFill/>
            <a:miter lim="800000"/>
            <a:headEnd type="none" w="sm" len="sm"/>
            <a:tailEnd type="none" w="sm" len="sm"/>
          </a:ln>
          <a:effectLst/>
        </p:spPr>
        <p:txBody>
          <a:bodyPr vert="horz" wrap="square" lIns="93502" tIns="46751" rIns="93502" bIns="46751" numCol="1" anchor="b" anchorCtr="0" compatLnSpc="1">
            <a:prstTxWarp prst="textNoShape">
              <a:avLst/>
            </a:prstTxWarp>
          </a:bodyPr>
          <a:lstStyle>
            <a:lvl1pPr algn="r" defTabSz="935038" eaLnBrk="0" hangingPunct="0">
              <a:defRPr sz="1200"/>
            </a:lvl1pPr>
          </a:lstStyle>
          <a:p>
            <a:fld id="{BD4F155C-6C9D-4ED5-8550-5376FDF284CA}" type="slidenum">
              <a:rPr lang="en-US" altLang="en-US"/>
              <a:pPr/>
              <a:t>‹#›</a:t>
            </a:fld>
            <a:endParaRPr lang="en-US" altLang="en-US"/>
          </a:p>
        </p:txBody>
      </p:sp>
    </p:spTree>
    <p:extLst>
      <p:ext uri="{BB962C8B-B14F-4D97-AF65-F5344CB8AC3E}">
        <p14:creationId xmlns:p14="http://schemas.microsoft.com/office/powerpoint/2010/main" val="239073895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a:t>
            </a:fld>
            <a:endParaRPr lang="en-US" altLang="en-US"/>
          </a:p>
        </p:txBody>
      </p:sp>
    </p:spTree>
    <p:extLst>
      <p:ext uri="{BB962C8B-B14F-4D97-AF65-F5344CB8AC3E}">
        <p14:creationId xmlns:p14="http://schemas.microsoft.com/office/powerpoint/2010/main" val="5125526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a:t>
            </a:fld>
            <a:endParaRPr lang="en-US" altLang="en-US"/>
          </a:p>
        </p:txBody>
      </p:sp>
    </p:spTree>
    <p:extLst>
      <p:ext uri="{BB962C8B-B14F-4D97-AF65-F5344CB8AC3E}">
        <p14:creationId xmlns:p14="http://schemas.microsoft.com/office/powerpoint/2010/main" val="41646530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3</a:t>
            </a:fld>
            <a:endParaRPr lang="en-US" altLang="en-US"/>
          </a:p>
        </p:txBody>
      </p:sp>
    </p:spTree>
    <p:extLst>
      <p:ext uri="{BB962C8B-B14F-4D97-AF65-F5344CB8AC3E}">
        <p14:creationId xmlns:p14="http://schemas.microsoft.com/office/powerpoint/2010/main" val="3667068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4</a:t>
            </a:fld>
            <a:endParaRPr lang="en-US" altLang="en-US"/>
          </a:p>
        </p:txBody>
      </p:sp>
    </p:spTree>
    <p:extLst>
      <p:ext uri="{BB962C8B-B14F-4D97-AF65-F5344CB8AC3E}">
        <p14:creationId xmlns:p14="http://schemas.microsoft.com/office/powerpoint/2010/main" val="1629735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5</a:t>
            </a:fld>
            <a:endParaRPr lang="en-US" altLang="en-US"/>
          </a:p>
        </p:txBody>
      </p:sp>
    </p:spTree>
    <p:extLst>
      <p:ext uri="{BB962C8B-B14F-4D97-AF65-F5344CB8AC3E}">
        <p14:creationId xmlns:p14="http://schemas.microsoft.com/office/powerpoint/2010/main" val="31108405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6</a:t>
            </a:fld>
            <a:endParaRPr lang="en-US" altLang="en-US"/>
          </a:p>
        </p:txBody>
      </p:sp>
    </p:spTree>
    <p:extLst>
      <p:ext uri="{BB962C8B-B14F-4D97-AF65-F5344CB8AC3E}">
        <p14:creationId xmlns:p14="http://schemas.microsoft.com/office/powerpoint/2010/main" val="3536713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7</a:t>
            </a:fld>
            <a:endParaRPr lang="en-US" altLang="en-US"/>
          </a:p>
        </p:txBody>
      </p:sp>
    </p:spTree>
    <p:extLst>
      <p:ext uri="{BB962C8B-B14F-4D97-AF65-F5344CB8AC3E}">
        <p14:creationId xmlns:p14="http://schemas.microsoft.com/office/powerpoint/2010/main" val="1733390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8</a:t>
            </a:fld>
            <a:endParaRPr lang="en-US" altLang="en-US"/>
          </a:p>
        </p:txBody>
      </p:sp>
    </p:spTree>
    <p:extLst>
      <p:ext uri="{BB962C8B-B14F-4D97-AF65-F5344CB8AC3E}">
        <p14:creationId xmlns:p14="http://schemas.microsoft.com/office/powerpoint/2010/main" val="3321303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9</a:t>
            </a:fld>
            <a:endParaRPr lang="en-US" altLang="en-US"/>
          </a:p>
        </p:txBody>
      </p:sp>
    </p:spTree>
    <p:extLst>
      <p:ext uri="{BB962C8B-B14F-4D97-AF65-F5344CB8AC3E}">
        <p14:creationId xmlns:p14="http://schemas.microsoft.com/office/powerpoint/2010/main" val="3272087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10</a:t>
            </a:fld>
            <a:endParaRPr lang="en-US" altLang="en-US"/>
          </a:p>
        </p:txBody>
      </p:sp>
    </p:spTree>
    <p:extLst>
      <p:ext uri="{BB962C8B-B14F-4D97-AF65-F5344CB8AC3E}">
        <p14:creationId xmlns:p14="http://schemas.microsoft.com/office/powerpoint/2010/main" val="5793572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11</a:t>
            </a:fld>
            <a:endParaRPr lang="en-US" altLang="en-US"/>
          </a:p>
        </p:txBody>
      </p:sp>
    </p:spTree>
    <p:extLst>
      <p:ext uri="{BB962C8B-B14F-4D97-AF65-F5344CB8AC3E}">
        <p14:creationId xmlns:p14="http://schemas.microsoft.com/office/powerpoint/2010/main" val="3843826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12</a:t>
            </a:fld>
            <a:endParaRPr lang="en-US" altLang="en-US"/>
          </a:p>
        </p:txBody>
      </p:sp>
    </p:spTree>
    <p:extLst>
      <p:ext uri="{BB962C8B-B14F-4D97-AF65-F5344CB8AC3E}">
        <p14:creationId xmlns:p14="http://schemas.microsoft.com/office/powerpoint/2010/main" val="23969075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13</a:t>
            </a:fld>
            <a:endParaRPr lang="en-US" altLang="en-US"/>
          </a:p>
        </p:txBody>
      </p:sp>
    </p:spTree>
    <p:extLst>
      <p:ext uri="{BB962C8B-B14F-4D97-AF65-F5344CB8AC3E}">
        <p14:creationId xmlns:p14="http://schemas.microsoft.com/office/powerpoint/2010/main" val="2863053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14</a:t>
            </a:fld>
            <a:endParaRPr lang="en-US" altLang="en-US"/>
          </a:p>
        </p:txBody>
      </p:sp>
    </p:spTree>
    <p:extLst>
      <p:ext uri="{BB962C8B-B14F-4D97-AF65-F5344CB8AC3E}">
        <p14:creationId xmlns:p14="http://schemas.microsoft.com/office/powerpoint/2010/main" val="20073634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15</a:t>
            </a:fld>
            <a:endParaRPr lang="en-US" altLang="en-US"/>
          </a:p>
        </p:txBody>
      </p:sp>
    </p:spTree>
    <p:extLst>
      <p:ext uri="{BB962C8B-B14F-4D97-AF65-F5344CB8AC3E}">
        <p14:creationId xmlns:p14="http://schemas.microsoft.com/office/powerpoint/2010/main" val="25609815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16</a:t>
            </a:fld>
            <a:endParaRPr lang="en-US" altLang="en-US"/>
          </a:p>
        </p:txBody>
      </p:sp>
    </p:spTree>
    <p:extLst>
      <p:ext uri="{BB962C8B-B14F-4D97-AF65-F5344CB8AC3E}">
        <p14:creationId xmlns:p14="http://schemas.microsoft.com/office/powerpoint/2010/main" val="25310898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17</a:t>
            </a:fld>
            <a:endParaRPr lang="en-US" altLang="en-US"/>
          </a:p>
        </p:txBody>
      </p:sp>
    </p:spTree>
    <p:extLst>
      <p:ext uri="{BB962C8B-B14F-4D97-AF65-F5344CB8AC3E}">
        <p14:creationId xmlns:p14="http://schemas.microsoft.com/office/powerpoint/2010/main" val="41282386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18</a:t>
            </a:fld>
            <a:endParaRPr lang="en-US" altLang="en-US"/>
          </a:p>
        </p:txBody>
      </p:sp>
    </p:spTree>
    <p:extLst>
      <p:ext uri="{BB962C8B-B14F-4D97-AF65-F5344CB8AC3E}">
        <p14:creationId xmlns:p14="http://schemas.microsoft.com/office/powerpoint/2010/main" val="2166891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19</a:t>
            </a:fld>
            <a:endParaRPr lang="en-US" altLang="en-US"/>
          </a:p>
        </p:txBody>
      </p:sp>
    </p:spTree>
    <p:extLst>
      <p:ext uri="{BB962C8B-B14F-4D97-AF65-F5344CB8AC3E}">
        <p14:creationId xmlns:p14="http://schemas.microsoft.com/office/powerpoint/2010/main" val="11715693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20</a:t>
            </a:fld>
            <a:endParaRPr lang="en-US" altLang="en-US"/>
          </a:p>
        </p:txBody>
      </p:sp>
    </p:spTree>
    <p:extLst>
      <p:ext uri="{BB962C8B-B14F-4D97-AF65-F5344CB8AC3E}">
        <p14:creationId xmlns:p14="http://schemas.microsoft.com/office/powerpoint/2010/main" val="77087701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21</a:t>
            </a:fld>
            <a:endParaRPr lang="en-US" altLang="en-US"/>
          </a:p>
        </p:txBody>
      </p:sp>
    </p:spTree>
    <p:extLst>
      <p:ext uri="{BB962C8B-B14F-4D97-AF65-F5344CB8AC3E}">
        <p14:creationId xmlns:p14="http://schemas.microsoft.com/office/powerpoint/2010/main" val="17169123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22</a:t>
            </a:fld>
            <a:endParaRPr lang="en-US" altLang="en-US"/>
          </a:p>
        </p:txBody>
      </p:sp>
    </p:spTree>
    <p:extLst>
      <p:ext uri="{BB962C8B-B14F-4D97-AF65-F5344CB8AC3E}">
        <p14:creationId xmlns:p14="http://schemas.microsoft.com/office/powerpoint/2010/main" val="360065289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23</a:t>
            </a:fld>
            <a:endParaRPr lang="en-US" altLang="en-US"/>
          </a:p>
        </p:txBody>
      </p:sp>
    </p:spTree>
    <p:extLst>
      <p:ext uri="{BB962C8B-B14F-4D97-AF65-F5344CB8AC3E}">
        <p14:creationId xmlns:p14="http://schemas.microsoft.com/office/powerpoint/2010/main" val="25407273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D4F155C-6C9D-4ED5-8550-5376FDF284CA}" type="slidenum">
              <a:rPr lang="en-US" altLang="en-US" smtClean="0"/>
              <a:pPr/>
              <a:t>24</a:t>
            </a:fld>
            <a:endParaRPr lang="en-US" altLang="en-US"/>
          </a:p>
        </p:txBody>
      </p:sp>
    </p:spTree>
    <p:extLst>
      <p:ext uri="{BB962C8B-B14F-4D97-AF65-F5344CB8AC3E}">
        <p14:creationId xmlns:p14="http://schemas.microsoft.com/office/powerpoint/2010/main" val="28467670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7" Type="http://schemas.openxmlformats.org/officeDocument/2006/relationships/image" Target="../media/image1.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a:xfrm>
            <a:off x="685800" y="2362200"/>
            <a:ext cx="7772400" cy="1238250"/>
          </a:xfrm>
        </p:spPr>
        <p:txBody>
          <a:bodyPr/>
          <a:lstStyle/>
          <a:p>
            <a:r>
              <a:rPr lang="en-US"/>
              <a:t>Click to edit Master title style</a:t>
            </a:r>
          </a:p>
        </p:txBody>
      </p:sp>
      <p:sp>
        <p:nvSpPr>
          <p:cNvPr id="3" name="Subtitle 2"/>
          <p:cNvSpPr>
            <a:spLocks noGrp="1"/>
          </p:cNvSpPr>
          <p:nvPr>
            <p:ph type="subTitle" idx="1"/>
            <p:custDataLst>
              <p:tags r:id="rId2"/>
            </p:custDataLst>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custDataLst>
              <p:tags r:id="rId3"/>
            </p:custDataLst>
          </p:nvPr>
        </p:nvSpPr>
        <p:spPr/>
        <p:txBody>
          <a:bodyPr/>
          <a:lstStyle>
            <a:lvl1pPr>
              <a:defRPr/>
            </a:lvl1pPr>
          </a:lstStyle>
          <a:p>
            <a:pPr>
              <a:defRPr/>
            </a:pPr>
            <a:endParaRPr lang="en-US"/>
          </a:p>
        </p:txBody>
      </p:sp>
      <p:sp>
        <p:nvSpPr>
          <p:cNvPr id="5" name="Footer Placeholder 4"/>
          <p:cNvSpPr>
            <a:spLocks noGrp="1"/>
          </p:cNvSpPr>
          <p:nvPr>
            <p:ph type="ftr" sz="quarter" idx="11"/>
            <p:custDataLst>
              <p:tags r:id="rId4"/>
            </p:custDataLst>
          </p:nvPr>
        </p:nvSpPr>
        <p:spPr/>
        <p:txBody>
          <a:bodyPr/>
          <a:lstStyle>
            <a:lvl1pPr>
              <a:defRPr/>
            </a:lvl1pPr>
          </a:lstStyle>
          <a:p>
            <a:pPr>
              <a:defRPr/>
            </a:pPr>
            <a:r>
              <a:rPr lang="en-US"/>
              <a:t>© Shen, Lipasti</a:t>
            </a:r>
            <a:endParaRPr lang="en-US" dirty="0"/>
          </a:p>
        </p:txBody>
      </p:sp>
      <p:sp>
        <p:nvSpPr>
          <p:cNvPr id="6" name="Slide Number Placeholder 5"/>
          <p:cNvSpPr>
            <a:spLocks noGrp="1"/>
          </p:cNvSpPr>
          <p:nvPr>
            <p:ph type="sldNum" sz="quarter" idx="12"/>
            <p:custDataLst>
              <p:tags r:id="rId5"/>
            </p:custDataLst>
          </p:nvPr>
        </p:nvSpPr>
        <p:spPr/>
        <p:txBody>
          <a:bodyPr/>
          <a:lstStyle>
            <a:lvl2pPr lvl="1">
              <a:defRPr/>
            </a:lvl2pPr>
          </a:lstStyle>
          <a:p>
            <a:pPr lvl="1"/>
            <a:fld id="{75A2B101-C660-424C-9ADC-11231547BD22}" type="slidenum">
              <a:rPr lang="en-US" altLang="en-US" smtClean="0"/>
              <a:pPr lvl="1"/>
              <a:t>‹#›</a:t>
            </a:fld>
            <a:endParaRPr lang="en-US" altLang="en-US"/>
          </a:p>
        </p:txBody>
      </p:sp>
      <p:pic>
        <p:nvPicPr>
          <p:cNvPr id="7" name="Picture 6" descr="LOGO_200"/>
          <p:cNvPicPr>
            <a:picLocks noChangeAspect="1" noChangeArrowheads="1"/>
          </p:cNvPicPr>
          <p:nvPr/>
        </p:nvPicPr>
        <p:blipFill>
          <a:blip r:embed="rId7" cstate="print"/>
          <a:srcRect/>
          <a:stretch>
            <a:fillRect/>
          </a:stretch>
        </p:blipFill>
        <p:spPr bwMode="auto">
          <a:xfrm>
            <a:off x="3276600" y="228600"/>
            <a:ext cx="2286000" cy="2286000"/>
          </a:xfrm>
          <a:prstGeom prst="rect">
            <a:avLst/>
          </a:prstGeom>
          <a:noFill/>
          <a:ln w="9525">
            <a:noFill/>
            <a:miter lim="800000"/>
            <a:headEnd/>
            <a:tailEnd/>
          </a:ln>
        </p:spPr>
      </p:pic>
      <p:pic>
        <p:nvPicPr>
          <p:cNvPr id="8" name="Picture 7" descr="LOGO_200"/>
          <p:cNvPicPr>
            <a:picLocks noChangeAspect="1" noChangeArrowheads="1"/>
          </p:cNvPicPr>
          <p:nvPr/>
        </p:nvPicPr>
        <p:blipFill>
          <a:blip r:embed="rId7" cstate="print"/>
          <a:srcRect/>
          <a:stretch>
            <a:fillRect/>
          </a:stretch>
        </p:blipFill>
        <p:spPr bwMode="auto">
          <a:xfrm>
            <a:off x="3276600" y="228600"/>
            <a:ext cx="2286000" cy="2286000"/>
          </a:xfrm>
          <a:prstGeom prst="rect">
            <a:avLst/>
          </a:prstGeom>
          <a:noFill/>
          <a:ln w="9525">
            <a:noFill/>
            <a:miter lim="800000"/>
            <a:headEnd/>
            <a:tailEnd/>
          </a:ln>
        </p:spPr>
      </p:pic>
    </p:spTree>
    <p:extLst>
      <p:ext uri="{BB962C8B-B14F-4D97-AF65-F5344CB8AC3E}">
        <p14:creationId xmlns:p14="http://schemas.microsoft.com/office/powerpoint/2010/main" val="2955101467"/>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custDataLst>
              <p:tags r:id="rId1"/>
            </p:custDataLst>
          </p:nvPr>
        </p:nvSpPr>
        <p:spPr/>
        <p:txBody>
          <a:bodyPr/>
          <a:lstStyle/>
          <a:p>
            <a:r>
              <a:rPr lang="en-US"/>
              <a:t>Click to edit Master title style</a:t>
            </a:r>
          </a:p>
        </p:txBody>
      </p:sp>
      <p:sp>
        <p:nvSpPr>
          <p:cNvPr id="3" name="Content Placeholder 2"/>
          <p:cNvSpPr>
            <a:spLocks noGrp="1"/>
          </p:cNvSpPr>
          <p:nvPr>
            <p:ph idx="1"/>
            <p:custDataLst>
              <p:tags r:id="rId2"/>
            </p:custDataLst>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custDataLst>
              <p:tags r:id="rId3"/>
            </p:custDataLst>
          </p:nvPr>
        </p:nvSpPr>
        <p:spPr/>
        <p:txBody>
          <a:bodyPr/>
          <a:lstStyle>
            <a:lvl1pPr>
              <a:defRPr/>
            </a:lvl1pPr>
          </a:lstStyle>
          <a:p>
            <a:pPr>
              <a:defRPr/>
            </a:pPr>
            <a:endParaRPr lang="en-US"/>
          </a:p>
        </p:txBody>
      </p:sp>
      <p:sp>
        <p:nvSpPr>
          <p:cNvPr id="5" name="Footer Placeholder 4"/>
          <p:cNvSpPr>
            <a:spLocks noGrp="1"/>
          </p:cNvSpPr>
          <p:nvPr>
            <p:ph type="ftr" sz="quarter" idx="11"/>
            <p:custDataLst>
              <p:tags r:id="rId4"/>
            </p:custDataLst>
          </p:nvPr>
        </p:nvSpPr>
        <p:spPr/>
        <p:txBody>
          <a:bodyPr/>
          <a:lstStyle>
            <a:lvl1pPr>
              <a:defRPr/>
            </a:lvl1pPr>
          </a:lstStyle>
          <a:p>
            <a:pPr>
              <a:defRPr/>
            </a:pPr>
            <a:r>
              <a:rPr lang="en-US"/>
              <a:t>© Shen, Lipasti</a:t>
            </a:r>
            <a:endParaRPr lang="en-US" dirty="0"/>
          </a:p>
        </p:txBody>
      </p:sp>
      <p:sp>
        <p:nvSpPr>
          <p:cNvPr id="6" name="Slide Number Placeholder 5"/>
          <p:cNvSpPr>
            <a:spLocks noGrp="1"/>
          </p:cNvSpPr>
          <p:nvPr>
            <p:ph type="sldNum" sz="quarter" idx="12"/>
            <p:custDataLst>
              <p:tags r:id="rId5"/>
            </p:custDataLst>
          </p:nvPr>
        </p:nvSpPr>
        <p:spPr/>
        <p:txBody>
          <a:bodyPr/>
          <a:lstStyle>
            <a:lvl2pPr lvl="1">
              <a:defRPr/>
            </a:lvl2pPr>
          </a:lstStyle>
          <a:p>
            <a:pPr lvl="1"/>
            <a:fld id="{35B60D93-CC8C-4BE3-8466-59E10CB9DAB3}" type="slidenum">
              <a:rPr lang="en-US" altLang="en-US" smtClean="0"/>
              <a:pPr lvl="1"/>
              <a:t>‹#›</a:t>
            </a:fld>
            <a:endParaRPr lang="en-US" altLang="en-US">
              <a:latin typeface="Calibri" panose="020F0502020204030204" pitchFamily="34" charset="0"/>
            </a:endParaRPr>
          </a:p>
        </p:txBody>
      </p:sp>
    </p:spTree>
    <p:extLst>
      <p:ext uri="{BB962C8B-B14F-4D97-AF65-F5344CB8AC3E}">
        <p14:creationId xmlns:p14="http://schemas.microsoft.com/office/powerpoint/2010/main" val="223537527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ags" Target="../tags/tag6.xml"/><Relationship Id="rId3" Type="http://schemas.openxmlformats.org/officeDocument/2006/relationships/theme" Target="../theme/theme1.xml"/><Relationship Id="rId7" Type="http://schemas.openxmlformats.org/officeDocument/2006/relationships/tags" Target="../tags/tag5.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custDataLst>
              <p:tags r:id="rId4"/>
            </p:custDataLst>
          </p:nvPr>
        </p:nvSpPr>
        <p:spPr bwMode="auto">
          <a:xfrm>
            <a:off x="457200" y="274638"/>
            <a:ext cx="7467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custDataLst>
              <p:tags r:id="rId5"/>
            </p:custDataLst>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custDataLst>
              <p:tags r:id="rId6"/>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itchFamily="18" charset="0"/>
              </a:defRPr>
            </a:lvl1pPr>
          </a:lstStyle>
          <a:p>
            <a:pPr>
              <a:defRPr/>
            </a:pPr>
            <a:endParaRPr lang="en-US"/>
          </a:p>
        </p:txBody>
      </p:sp>
      <p:sp>
        <p:nvSpPr>
          <p:cNvPr id="5" name="Footer Placeholder 4"/>
          <p:cNvSpPr>
            <a:spLocks noGrp="1"/>
          </p:cNvSpPr>
          <p:nvPr>
            <p:ph type="ftr" sz="quarter" idx="3"/>
            <p:custDataLst>
              <p:tags r:id="rId7"/>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itchFamily="18" charset="0"/>
              </a:defRPr>
            </a:lvl1pPr>
          </a:lstStyle>
          <a:p>
            <a:pPr>
              <a:defRPr/>
            </a:pPr>
            <a:r>
              <a:rPr lang="en-US"/>
              <a:t>© Hill, Shen, Lipasti</a:t>
            </a:r>
          </a:p>
        </p:txBody>
      </p:sp>
      <p:sp>
        <p:nvSpPr>
          <p:cNvPr id="6" name="Slide Number Placeholder 5"/>
          <p:cNvSpPr>
            <a:spLocks noGrp="1"/>
          </p:cNvSpPr>
          <p:nvPr>
            <p:ph type="sldNum" sz="quarter" idx="4"/>
            <p:custDataLst>
              <p:tags r:id="rId8"/>
            </p:custDataLst>
          </p:nvPr>
        </p:nvSpPr>
        <p:spPr>
          <a:xfrm>
            <a:off x="7620000" y="6356350"/>
            <a:ext cx="1066800" cy="365125"/>
          </a:xfrm>
          <a:prstGeom prst="rect">
            <a:avLst/>
          </a:prstGeom>
        </p:spPr>
        <p:txBody>
          <a:bodyPr vert="horz" lIns="91440" tIns="45720" rIns="91440" bIns="45720" rtlCol="0" anchor="ctr"/>
          <a:lstStyle>
            <a:lvl1pPr algn="r">
              <a:defRPr sz="1200">
                <a:solidFill>
                  <a:schemeClr val="tx1">
                    <a:tint val="75000"/>
                  </a:schemeClr>
                </a:solidFill>
              </a:defRPr>
            </a:lvl1pPr>
            <a:lvl2pPr lvl="1" algn="r">
              <a:defRPr baseline="0">
                <a:latin typeface="Calibri" panose="020F0502020204030204" pitchFamily="34" charset="0"/>
              </a:defRPr>
            </a:lvl2pPr>
          </a:lstStyle>
          <a:p>
            <a:pPr lvl="1"/>
            <a:fld id="{364C03C9-A82B-4593-8D4F-5FC476352E11}" type="slidenum">
              <a:rPr lang="en-US" altLang="en-US" smtClean="0"/>
              <a:pPr lvl="1"/>
              <a:t>‹#›</a:t>
            </a:fld>
            <a:endParaRPr lang="en-US" altLang="en-US"/>
          </a:p>
        </p:txBody>
      </p:sp>
    </p:spTree>
    <p:extLst>
      <p:ext uri="{BB962C8B-B14F-4D97-AF65-F5344CB8AC3E}">
        <p14:creationId xmlns:p14="http://schemas.microsoft.com/office/powerpoint/2010/main" val="2379839104"/>
      </p:ext>
    </p:extLst>
  </p:cSld>
  <p:clrMap bg1="lt1" tx1="dk1" bg2="lt2" tx2="dk2" accent1="accent1" accent2="accent2" accent3="accent3" accent4="accent4" accent5="accent5" accent6="accent6" hlink="hlink" folHlink="folHlink"/>
  <p:sldLayoutIdLst>
    <p:sldLayoutId id="2147483701" r:id="rId1"/>
    <p:sldLayoutId id="2147483702" r:id="rId2"/>
  </p:sldLayoutIdLst>
  <p:transition/>
  <p:hf hdr="0" dt="0"/>
  <p:txStyles>
    <p:titleStyle>
      <a:lvl1pPr algn="ctr" rtl="0" eaLnBrk="1" fontAlgn="base" hangingPunct="1">
        <a:spcBef>
          <a:spcPct val="0"/>
        </a:spcBef>
        <a:spcAft>
          <a:spcPct val="0"/>
        </a:spcAft>
        <a:defRPr sz="4400" b="0" i="0" u="none"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notesSlide" Target="../notesSlides/notesSlide2.xml"/><Relationship Id="rId5" Type="http://schemas.openxmlformats.org/officeDocument/2006/relationships/slideLayout" Target="../slideLayouts/slideLayout2.xml"/><Relationship Id="rId4" Type="http://schemas.openxmlformats.org/officeDocument/2006/relationships/tags" Target="../tags/tag23.xml"/></Relationships>
</file>

<file path=ppt/slides/_rels/slide3.xml.rels><?xml version="1.0" encoding="UTF-8" standalone="yes"?>
<Relationships xmlns="http://schemas.openxmlformats.org/package/2006/relationships"><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tags" Target="../tags/tag24.xml"/><Relationship Id="rId6" Type="http://schemas.openxmlformats.org/officeDocument/2006/relationships/image" Target="../media/image2.emf"/><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44.xml"/><Relationship Id="rId7" Type="http://schemas.openxmlformats.org/officeDocument/2006/relationships/tags" Target="../tags/tag48.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3" Type="http://schemas.openxmlformats.org/officeDocument/2006/relationships/tags" Target="../tags/tag51.xml"/><Relationship Id="rId7" Type="http://schemas.openxmlformats.org/officeDocument/2006/relationships/slideLayout" Target="../slideLayouts/slideLayout2.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5" Type="http://schemas.openxmlformats.org/officeDocument/2006/relationships/tags" Target="../tags/tag53.xml"/><Relationship Id="rId4" Type="http://schemas.openxmlformats.org/officeDocument/2006/relationships/tags" Target="../tags/tag52.xml"/></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8" Type="http://schemas.openxmlformats.org/officeDocument/2006/relationships/tags" Target="../tags/tag69.xml"/><Relationship Id="rId13" Type="http://schemas.openxmlformats.org/officeDocument/2006/relationships/tags" Target="../tags/tag74.xml"/><Relationship Id="rId18" Type="http://schemas.openxmlformats.org/officeDocument/2006/relationships/tags" Target="../tags/tag79.xml"/><Relationship Id="rId26" Type="http://schemas.openxmlformats.org/officeDocument/2006/relationships/tags" Target="../tags/tag87.xml"/><Relationship Id="rId3" Type="http://schemas.openxmlformats.org/officeDocument/2006/relationships/tags" Target="../tags/tag64.xml"/><Relationship Id="rId21" Type="http://schemas.openxmlformats.org/officeDocument/2006/relationships/tags" Target="../tags/tag82.xml"/><Relationship Id="rId7" Type="http://schemas.openxmlformats.org/officeDocument/2006/relationships/tags" Target="../tags/tag68.xml"/><Relationship Id="rId12" Type="http://schemas.openxmlformats.org/officeDocument/2006/relationships/tags" Target="../tags/tag73.xml"/><Relationship Id="rId17" Type="http://schemas.openxmlformats.org/officeDocument/2006/relationships/tags" Target="../tags/tag78.xml"/><Relationship Id="rId25" Type="http://schemas.openxmlformats.org/officeDocument/2006/relationships/tags" Target="../tags/tag86.xml"/><Relationship Id="rId2" Type="http://schemas.openxmlformats.org/officeDocument/2006/relationships/tags" Target="../tags/tag63.xml"/><Relationship Id="rId16" Type="http://schemas.openxmlformats.org/officeDocument/2006/relationships/tags" Target="../tags/tag77.xml"/><Relationship Id="rId20" Type="http://schemas.openxmlformats.org/officeDocument/2006/relationships/tags" Target="../tags/tag81.xml"/><Relationship Id="rId29" Type="http://schemas.openxmlformats.org/officeDocument/2006/relationships/slideLayout" Target="../slideLayouts/slideLayout2.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24" Type="http://schemas.openxmlformats.org/officeDocument/2006/relationships/tags" Target="../tags/tag85.xml"/><Relationship Id="rId5" Type="http://schemas.openxmlformats.org/officeDocument/2006/relationships/tags" Target="../tags/tag66.xml"/><Relationship Id="rId15" Type="http://schemas.openxmlformats.org/officeDocument/2006/relationships/tags" Target="../tags/tag76.xml"/><Relationship Id="rId23" Type="http://schemas.openxmlformats.org/officeDocument/2006/relationships/tags" Target="../tags/tag84.xml"/><Relationship Id="rId28" Type="http://schemas.openxmlformats.org/officeDocument/2006/relationships/tags" Target="../tags/tag89.xml"/><Relationship Id="rId10" Type="http://schemas.openxmlformats.org/officeDocument/2006/relationships/tags" Target="../tags/tag71.xml"/><Relationship Id="rId19" Type="http://schemas.openxmlformats.org/officeDocument/2006/relationships/tags" Target="../tags/tag80.xml"/><Relationship Id="rId31" Type="http://schemas.openxmlformats.org/officeDocument/2006/relationships/image" Target="../media/image3.png"/><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tags" Target="../tags/tag75.xml"/><Relationship Id="rId22" Type="http://schemas.openxmlformats.org/officeDocument/2006/relationships/tags" Target="../tags/tag83.xml"/><Relationship Id="rId27" Type="http://schemas.openxmlformats.org/officeDocument/2006/relationships/tags" Target="../tags/tag88.xml"/><Relationship Id="rId3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6" Type="http://schemas.openxmlformats.org/officeDocument/2006/relationships/tags" Target="../tags/tag115.xml"/><Relationship Id="rId21" Type="http://schemas.openxmlformats.org/officeDocument/2006/relationships/tags" Target="../tags/tag110.xml"/><Relationship Id="rId42" Type="http://schemas.openxmlformats.org/officeDocument/2006/relationships/tags" Target="../tags/tag131.xml"/><Relationship Id="rId47" Type="http://schemas.openxmlformats.org/officeDocument/2006/relationships/tags" Target="../tags/tag136.xml"/><Relationship Id="rId63" Type="http://schemas.openxmlformats.org/officeDocument/2006/relationships/tags" Target="../tags/tag152.xml"/><Relationship Id="rId68" Type="http://schemas.openxmlformats.org/officeDocument/2006/relationships/tags" Target="../tags/tag157.xml"/><Relationship Id="rId84" Type="http://schemas.openxmlformats.org/officeDocument/2006/relationships/tags" Target="../tags/tag173.xml"/><Relationship Id="rId89" Type="http://schemas.openxmlformats.org/officeDocument/2006/relationships/tags" Target="../tags/tag178.xml"/><Relationship Id="rId16" Type="http://schemas.openxmlformats.org/officeDocument/2006/relationships/tags" Target="../tags/tag105.xml"/><Relationship Id="rId11" Type="http://schemas.openxmlformats.org/officeDocument/2006/relationships/tags" Target="../tags/tag100.xml"/><Relationship Id="rId32" Type="http://schemas.openxmlformats.org/officeDocument/2006/relationships/tags" Target="../tags/tag121.xml"/><Relationship Id="rId37" Type="http://schemas.openxmlformats.org/officeDocument/2006/relationships/tags" Target="../tags/tag126.xml"/><Relationship Id="rId53" Type="http://schemas.openxmlformats.org/officeDocument/2006/relationships/tags" Target="../tags/tag142.xml"/><Relationship Id="rId58" Type="http://schemas.openxmlformats.org/officeDocument/2006/relationships/tags" Target="../tags/tag147.xml"/><Relationship Id="rId74" Type="http://schemas.openxmlformats.org/officeDocument/2006/relationships/tags" Target="../tags/tag163.xml"/><Relationship Id="rId79" Type="http://schemas.openxmlformats.org/officeDocument/2006/relationships/tags" Target="../tags/tag168.xml"/><Relationship Id="rId102" Type="http://schemas.openxmlformats.org/officeDocument/2006/relationships/tags" Target="../tags/tag191.xml"/><Relationship Id="rId5" Type="http://schemas.openxmlformats.org/officeDocument/2006/relationships/tags" Target="../tags/tag94.xml"/><Relationship Id="rId90" Type="http://schemas.openxmlformats.org/officeDocument/2006/relationships/tags" Target="../tags/tag179.xml"/><Relationship Id="rId95" Type="http://schemas.openxmlformats.org/officeDocument/2006/relationships/tags" Target="../tags/tag184.xml"/><Relationship Id="rId22" Type="http://schemas.openxmlformats.org/officeDocument/2006/relationships/tags" Target="../tags/tag111.xml"/><Relationship Id="rId27" Type="http://schemas.openxmlformats.org/officeDocument/2006/relationships/tags" Target="../tags/tag116.xml"/><Relationship Id="rId43" Type="http://schemas.openxmlformats.org/officeDocument/2006/relationships/tags" Target="../tags/tag132.xml"/><Relationship Id="rId48" Type="http://schemas.openxmlformats.org/officeDocument/2006/relationships/tags" Target="../tags/tag137.xml"/><Relationship Id="rId64" Type="http://schemas.openxmlformats.org/officeDocument/2006/relationships/tags" Target="../tags/tag153.xml"/><Relationship Id="rId69" Type="http://schemas.openxmlformats.org/officeDocument/2006/relationships/tags" Target="../tags/tag158.xml"/><Relationship Id="rId80" Type="http://schemas.openxmlformats.org/officeDocument/2006/relationships/tags" Target="../tags/tag169.xml"/><Relationship Id="rId85" Type="http://schemas.openxmlformats.org/officeDocument/2006/relationships/tags" Target="../tags/tag174.xml"/><Relationship Id="rId12" Type="http://schemas.openxmlformats.org/officeDocument/2006/relationships/tags" Target="../tags/tag101.xml"/><Relationship Id="rId17" Type="http://schemas.openxmlformats.org/officeDocument/2006/relationships/tags" Target="../tags/tag106.xml"/><Relationship Id="rId33" Type="http://schemas.openxmlformats.org/officeDocument/2006/relationships/tags" Target="../tags/tag122.xml"/><Relationship Id="rId38" Type="http://schemas.openxmlformats.org/officeDocument/2006/relationships/tags" Target="../tags/tag127.xml"/><Relationship Id="rId59" Type="http://schemas.openxmlformats.org/officeDocument/2006/relationships/tags" Target="../tags/tag148.xml"/><Relationship Id="rId103" Type="http://schemas.openxmlformats.org/officeDocument/2006/relationships/tags" Target="../tags/tag192.xml"/><Relationship Id="rId20" Type="http://schemas.openxmlformats.org/officeDocument/2006/relationships/tags" Target="../tags/tag109.xml"/><Relationship Id="rId41" Type="http://schemas.openxmlformats.org/officeDocument/2006/relationships/tags" Target="../tags/tag130.xml"/><Relationship Id="rId54" Type="http://schemas.openxmlformats.org/officeDocument/2006/relationships/tags" Target="../tags/tag143.xml"/><Relationship Id="rId62" Type="http://schemas.openxmlformats.org/officeDocument/2006/relationships/tags" Target="../tags/tag151.xml"/><Relationship Id="rId70" Type="http://schemas.openxmlformats.org/officeDocument/2006/relationships/tags" Target="../tags/tag159.xml"/><Relationship Id="rId75" Type="http://schemas.openxmlformats.org/officeDocument/2006/relationships/tags" Target="../tags/tag164.xml"/><Relationship Id="rId83" Type="http://schemas.openxmlformats.org/officeDocument/2006/relationships/tags" Target="../tags/tag172.xml"/><Relationship Id="rId88" Type="http://schemas.openxmlformats.org/officeDocument/2006/relationships/tags" Target="../tags/tag177.xml"/><Relationship Id="rId91" Type="http://schemas.openxmlformats.org/officeDocument/2006/relationships/tags" Target="../tags/tag180.xml"/><Relationship Id="rId96" Type="http://schemas.openxmlformats.org/officeDocument/2006/relationships/tags" Target="../tags/tag185.xml"/><Relationship Id="rId1" Type="http://schemas.openxmlformats.org/officeDocument/2006/relationships/tags" Target="../tags/tag90.xml"/><Relationship Id="rId6" Type="http://schemas.openxmlformats.org/officeDocument/2006/relationships/tags" Target="../tags/tag95.xml"/><Relationship Id="rId15" Type="http://schemas.openxmlformats.org/officeDocument/2006/relationships/tags" Target="../tags/tag104.xml"/><Relationship Id="rId23" Type="http://schemas.openxmlformats.org/officeDocument/2006/relationships/tags" Target="../tags/tag112.xml"/><Relationship Id="rId28" Type="http://schemas.openxmlformats.org/officeDocument/2006/relationships/tags" Target="../tags/tag117.xml"/><Relationship Id="rId36" Type="http://schemas.openxmlformats.org/officeDocument/2006/relationships/tags" Target="../tags/tag125.xml"/><Relationship Id="rId49" Type="http://schemas.openxmlformats.org/officeDocument/2006/relationships/tags" Target="../tags/tag138.xml"/><Relationship Id="rId57" Type="http://schemas.openxmlformats.org/officeDocument/2006/relationships/tags" Target="../tags/tag146.xml"/><Relationship Id="rId106" Type="http://schemas.openxmlformats.org/officeDocument/2006/relationships/image" Target="../media/image3.png"/><Relationship Id="rId10" Type="http://schemas.openxmlformats.org/officeDocument/2006/relationships/tags" Target="../tags/tag99.xml"/><Relationship Id="rId31" Type="http://schemas.openxmlformats.org/officeDocument/2006/relationships/tags" Target="../tags/tag120.xml"/><Relationship Id="rId44" Type="http://schemas.openxmlformats.org/officeDocument/2006/relationships/tags" Target="../tags/tag133.xml"/><Relationship Id="rId52" Type="http://schemas.openxmlformats.org/officeDocument/2006/relationships/tags" Target="../tags/tag141.xml"/><Relationship Id="rId60" Type="http://schemas.openxmlformats.org/officeDocument/2006/relationships/tags" Target="../tags/tag149.xml"/><Relationship Id="rId65" Type="http://schemas.openxmlformats.org/officeDocument/2006/relationships/tags" Target="../tags/tag154.xml"/><Relationship Id="rId73" Type="http://schemas.openxmlformats.org/officeDocument/2006/relationships/tags" Target="../tags/tag162.xml"/><Relationship Id="rId78" Type="http://schemas.openxmlformats.org/officeDocument/2006/relationships/tags" Target="../tags/tag167.xml"/><Relationship Id="rId81" Type="http://schemas.openxmlformats.org/officeDocument/2006/relationships/tags" Target="../tags/tag170.xml"/><Relationship Id="rId86" Type="http://schemas.openxmlformats.org/officeDocument/2006/relationships/tags" Target="../tags/tag175.xml"/><Relationship Id="rId94" Type="http://schemas.openxmlformats.org/officeDocument/2006/relationships/tags" Target="../tags/tag183.xml"/><Relationship Id="rId99" Type="http://schemas.openxmlformats.org/officeDocument/2006/relationships/tags" Target="../tags/tag188.xml"/><Relationship Id="rId101" Type="http://schemas.openxmlformats.org/officeDocument/2006/relationships/tags" Target="../tags/tag190.xml"/><Relationship Id="rId4" Type="http://schemas.openxmlformats.org/officeDocument/2006/relationships/tags" Target="../tags/tag93.xml"/><Relationship Id="rId9" Type="http://schemas.openxmlformats.org/officeDocument/2006/relationships/tags" Target="../tags/tag98.xml"/><Relationship Id="rId13" Type="http://schemas.openxmlformats.org/officeDocument/2006/relationships/tags" Target="../tags/tag102.xml"/><Relationship Id="rId18" Type="http://schemas.openxmlformats.org/officeDocument/2006/relationships/tags" Target="../tags/tag107.xml"/><Relationship Id="rId39" Type="http://schemas.openxmlformats.org/officeDocument/2006/relationships/tags" Target="../tags/tag128.xml"/><Relationship Id="rId34" Type="http://schemas.openxmlformats.org/officeDocument/2006/relationships/tags" Target="../tags/tag123.xml"/><Relationship Id="rId50" Type="http://schemas.openxmlformats.org/officeDocument/2006/relationships/tags" Target="../tags/tag139.xml"/><Relationship Id="rId55" Type="http://schemas.openxmlformats.org/officeDocument/2006/relationships/tags" Target="../tags/tag144.xml"/><Relationship Id="rId76" Type="http://schemas.openxmlformats.org/officeDocument/2006/relationships/tags" Target="../tags/tag165.xml"/><Relationship Id="rId97" Type="http://schemas.openxmlformats.org/officeDocument/2006/relationships/tags" Target="../tags/tag186.xml"/><Relationship Id="rId104" Type="http://schemas.openxmlformats.org/officeDocument/2006/relationships/slideLayout" Target="../slideLayouts/slideLayout2.xml"/><Relationship Id="rId7" Type="http://schemas.openxmlformats.org/officeDocument/2006/relationships/tags" Target="../tags/tag96.xml"/><Relationship Id="rId71" Type="http://schemas.openxmlformats.org/officeDocument/2006/relationships/tags" Target="../tags/tag160.xml"/><Relationship Id="rId92" Type="http://schemas.openxmlformats.org/officeDocument/2006/relationships/tags" Target="../tags/tag181.xml"/><Relationship Id="rId2" Type="http://schemas.openxmlformats.org/officeDocument/2006/relationships/tags" Target="../tags/tag91.xml"/><Relationship Id="rId29" Type="http://schemas.openxmlformats.org/officeDocument/2006/relationships/tags" Target="../tags/tag118.xml"/><Relationship Id="rId24" Type="http://schemas.openxmlformats.org/officeDocument/2006/relationships/tags" Target="../tags/tag113.xml"/><Relationship Id="rId40" Type="http://schemas.openxmlformats.org/officeDocument/2006/relationships/tags" Target="../tags/tag129.xml"/><Relationship Id="rId45" Type="http://schemas.openxmlformats.org/officeDocument/2006/relationships/tags" Target="../tags/tag134.xml"/><Relationship Id="rId66" Type="http://schemas.openxmlformats.org/officeDocument/2006/relationships/tags" Target="../tags/tag155.xml"/><Relationship Id="rId87" Type="http://schemas.openxmlformats.org/officeDocument/2006/relationships/tags" Target="../tags/tag176.xml"/><Relationship Id="rId61" Type="http://schemas.openxmlformats.org/officeDocument/2006/relationships/tags" Target="../tags/tag150.xml"/><Relationship Id="rId82" Type="http://schemas.openxmlformats.org/officeDocument/2006/relationships/tags" Target="../tags/tag171.xml"/><Relationship Id="rId19" Type="http://schemas.openxmlformats.org/officeDocument/2006/relationships/tags" Target="../tags/tag108.xml"/><Relationship Id="rId14" Type="http://schemas.openxmlformats.org/officeDocument/2006/relationships/tags" Target="../tags/tag103.xml"/><Relationship Id="rId30" Type="http://schemas.openxmlformats.org/officeDocument/2006/relationships/tags" Target="../tags/tag119.xml"/><Relationship Id="rId35" Type="http://schemas.openxmlformats.org/officeDocument/2006/relationships/tags" Target="../tags/tag124.xml"/><Relationship Id="rId56" Type="http://schemas.openxmlformats.org/officeDocument/2006/relationships/tags" Target="../tags/tag145.xml"/><Relationship Id="rId77" Type="http://schemas.openxmlformats.org/officeDocument/2006/relationships/tags" Target="../tags/tag166.xml"/><Relationship Id="rId100" Type="http://schemas.openxmlformats.org/officeDocument/2006/relationships/tags" Target="../tags/tag189.xml"/><Relationship Id="rId105" Type="http://schemas.openxmlformats.org/officeDocument/2006/relationships/notesSlide" Target="../notesSlides/notesSlide13.xml"/><Relationship Id="rId8" Type="http://schemas.openxmlformats.org/officeDocument/2006/relationships/tags" Target="../tags/tag97.xml"/><Relationship Id="rId51" Type="http://schemas.openxmlformats.org/officeDocument/2006/relationships/tags" Target="../tags/tag140.xml"/><Relationship Id="rId72" Type="http://schemas.openxmlformats.org/officeDocument/2006/relationships/tags" Target="../tags/tag161.xml"/><Relationship Id="rId93" Type="http://schemas.openxmlformats.org/officeDocument/2006/relationships/tags" Target="../tags/tag182.xml"/><Relationship Id="rId98" Type="http://schemas.openxmlformats.org/officeDocument/2006/relationships/tags" Target="../tags/tag187.xml"/><Relationship Id="rId3" Type="http://schemas.openxmlformats.org/officeDocument/2006/relationships/tags" Target="../tags/tag92.xml"/><Relationship Id="rId25" Type="http://schemas.openxmlformats.org/officeDocument/2006/relationships/tags" Target="../tags/tag114.xml"/><Relationship Id="rId46" Type="http://schemas.openxmlformats.org/officeDocument/2006/relationships/tags" Target="../tags/tag135.xml"/><Relationship Id="rId67" Type="http://schemas.openxmlformats.org/officeDocument/2006/relationships/tags" Target="../tags/tag156.xml"/></Relationships>
</file>

<file path=ppt/slides/_rels/slide14.xml.rels><?xml version="1.0" encoding="UTF-8" standalone="yes"?>
<Relationships xmlns="http://schemas.openxmlformats.org/package/2006/relationships"><Relationship Id="rId13" Type="http://schemas.openxmlformats.org/officeDocument/2006/relationships/tags" Target="../tags/tag205.xml"/><Relationship Id="rId18" Type="http://schemas.openxmlformats.org/officeDocument/2006/relationships/tags" Target="../tags/tag210.xml"/><Relationship Id="rId26" Type="http://schemas.openxmlformats.org/officeDocument/2006/relationships/tags" Target="../tags/tag218.xml"/><Relationship Id="rId39" Type="http://schemas.openxmlformats.org/officeDocument/2006/relationships/tags" Target="../tags/tag231.xml"/><Relationship Id="rId21" Type="http://schemas.openxmlformats.org/officeDocument/2006/relationships/tags" Target="../tags/tag213.xml"/><Relationship Id="rId34" Type="http://schemas.openxmlformats.org/officeDocument/2006/relationships/tags" Target="../tags/tag226.xml"/><Relationship Id="rId42" Type="http://schemas.openxmlformats.org/officeDocument/2006/relationships/tags" Target="../tags/tag234.xml"/><Relationship Id="rId7" Type="http://schemas.openxmlformats.org/officeDocument/2006/relationships/tags" Target="../tags/tag199.xml"/><Relationship Id="rId2" Type="http://schemas.openxmlformats.org/officeDocument/2006/relationships/tags" Target="../tags/tag194.xml"/><Relationship Id="rId16" Type="http://schemas.openxmlformats.org/officeDocument/2006/relationships/tags" Target="../tags/tag208.xml"/><Relationship Id="rId29" Type="http://schemas.openxmlformats.org/officeDocument/2006/relationships/tags" Target="../tags/tag221.xml"/><Relationship Id="rId1" Type="http://schemas.openxmlformats.org/officeDocument/2006/relationships/tags" Target="../tags/tag193.xml"/><Relationship Id="rId6" Type="http://schemas.openxmlformats.org/officeDocument/2006/relationships/tags" Target="../tags/tag198.xml"/><Relationship Id="rId11" Type="http://schemas.openxmlformats.org/officeDocument/2006/relationships/tags" Target="../tags/tag203.xml"/><Relationship Id="rId24" Type="http://schemas.openxmlformats.org/officeDocument/2006/relationships/tags" Target="../tags/tag216.xml"/><Relationship Id="rId32" Type="http://schemas.openxmlformats.org/officeDocument/2006/relationships/tags" Target="../tags/tag224.xml"/><Relationship Id="rId37" Type="http://schemas.openxmlformats.org/officeDocument/2006/relationships/tags" Target="../tags/tag229.xml"/><Relationship Id="rId40" Type="http://schemas.openxmlformats.org/officeDocument/2006/relationships/tags" Target="../tags/tag232.xml"/><Relationship Id="rId45" Type="http://schemas.openxmlformats.org/officeDocument/2006/relationships/image" Target="../media/image4.jpeg"/><Relationship Id="rId5" Type="http://schemas.openxmlformats.org/officeDocument/2006/relationships/tags" Target="../tags/tag197.xml"/><Relationship Id="rId15" Type="http://schemas.openxmlformats.org/officeDocument/2006/relationships/tags" Target="../tags/tag207.xml"/><Relationship Id="rId23" Type="http://schemas.openxmlformats.org/officeDocument/2006/relationships/tags" Target="../tags/tag215.xml"/><Relationship Id="rId28" Type="http://schemas.openxmlformats.org/officeDocument/2006/relationships/tags" Target="../tags/tag220.xml"/><Relationship Id="rId36" Type="http://schemas.openxmlformats.org/officeDocument/2006/relationships/tags" Target="../tags/tag228.xml"/><Relationship Id="rId10" Type="http://schemas.openxmlformats.org/officeDocument/2006/relationships/tags" Target="../tags/tag202.xml"/><Relationship Id="rId19" Type="http://schemas.openxmlformats.org/officeDocument/2006/relationships/tags" Target="../tags/tag211.xml"/><Relationship Id="rId31" Type="http://schemas.openxmlformats.org/officeDocument/2006/relationships/tags" Target="../tags/tag223.xml"/><Relationship Id="rId44" Type="http://schemas.openxmlformats.org/officeDocument/2006/relationships/notesSlide" Target="../notesSlides/notesSlide14.xml"/><Relationship Id="rId4" Type="http://schemas.openxmlformats.org/officeDocument/2006/relationships/tags" Target="../tags/tag196.xml"/><Relationship Id="rId9" Type="http://schemas.openxmlformats.org/officeDocument/2006/relationships/tags" Target="../tags/tag201.xml"/><Relationship Id="rId14" Type="http://schemas.openxmlformats.org/officeDocument/2006/relationships/tags" Target="../tags/tag206.xml"/><Relationship Id="rId22" Type="http://schemas.openxmlformats.org/officeDocument/2006/relationships/tags" Target="../tags/tag214.xml"/><Relationship Id="rId27" Type="http://schemas.openxmlformats.org/officeDocument/2006/relationships/tags" Target="../tags/tag219.xml"/><Relationship Id="rId30" Type="http://schemas.openxmlformats.org/officeDocument/2006/relationships/tags" Target="../tags/tag222.xml"/><Relationship Id="rId35" Type="http://schemas.openxmlformats.org/officeDocument/2006/relationships/tags" Target="../tags/tag227.xml"/><Relationship Id="rId43" Type="http://schemas.openxmlformats.org/officeDocument/2006/relationships/slideLayout" Target="../slideLayouts/slideLayout2.xml"/><Relationship Id="rId8" Type="http://schemas.openxmlformats.org/officeDocument/2006/relationships/tags" Target="../tags/tag200.xml"/><Relationship Id="rId3" Type="http://schemas.openxmlformats.org/officeDocument/2006/relationships/tags" Target="../tags/tag195.xml"/><Relationship Id="rId12" Type="http://schemas.openxmlformats.org/officeDocument/2006/relationships/tags" Target="../tags/tag204.xml"/><Relationship Id="rId17" Type="http://schemas.openxmlformats.org/officeDocument/2006/relationships/tags" Target="../tags/tag209.xml"/><Relationship Id="rId25" Type="http://schemas.openxmlformats.org/officeDocument/2006/relationships/tags" Target="../tags/tag217.xml"/><Relationship Id="rId33" Type="http://schemas.openxmlformats.org/officeDocument/2006/relationships/tags" Target="../tags/tag225.xml"/><Relationship Id="rId38" Type="http://schemas.openxmlformats.org/officeDocument/2006/relationships/tags" Target="../tags/tag230.xml"/><Relationship Id="rId20" Type="http://schemas.openxmlformats.org/officeDocument/2006/relationships/tags" Target="../tags/tag212.xml"/><Relationship Id="rId41" Type="http://schemas.openxmlformats.org/officeDocument/2006/relationships/tags" Target="../tags/tag233.xml"/></Relationships>
</file>

<file path=ppt/slides/_rels/slide15.xml.rels><?xml version="1.0" encoding="UTF-8" standalone="yes"?>
<Relationships xmlns="http://schemas.openxmlformats.org/package/2006/relationships"><Relationship Id="rId3" Type="http://schemas.openxmlformats.org/officeDocument/2006/relationships/tags" Target="../tags/tag237.xml"/><Relationship Id="rId2" Type="http://schemas.openxmlformats.org/officeDocument/2006/relationships/tags" Target="../tags/tag236.xml"/><Relationship Id="rId1" Type="http://schemas.openxmlformats.org/officeDocument/2006/relationships/tags" Target="../tags/tag235.xml"/><Relationship Id="rId5" Type="http://schemas.openxmlformats.org/officeDocument/2006/relationships/notesSlide" Target="../notesSlides/notesSlide15.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tags" Target="../tags/tag240.xml"/><Relationship Id="rId2" Type="http://schemas.openxmlformats.org/officeDocument/2006/relationships/tags" Target="../tags/tag239.xml"/><Relationship Id="rId1" Type="http://schemas.openxmlformats.org/officeDocument/2006/relationships/tags" Target="../tags/tag238.xml"/><Relationship Id="rId5" Type="http://schemas.openxmlformats.org/officeDocument/2006/relationships/notesSlide" Target="../notesSlides/notesSlide16.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tags" Target="../tags/tag248.xml"/><Relationship Id="rId3" Type="http://schemas.openxmlformats.org/officeDocument/2006/relationships/tags" Target="../tags/tag243.xml"/><Relationship Id="rId7" Type="http://schemas.openxmlformats.org/officeDocument/2006/relationships/tags" Target="../tags/tag247.xml"/><Relationship Id="rId2" Type="http://schemas.openxmlformats.org/officeDocument/2006/relationships/tags" Target="../tags/tag242.xml"/><Relationship Id="rId1" Type="http://schemas.openxmlformats.org/officeDocument/2006/relationships/tags" Target="../tags/tag241.xml"/><Relationship Id="rId6" Type="http://schemas.openxmlformats.org/officeDocument/2006/relationships/tags" Target="../tags/tag246.xml"/><Relationship Id="rId11" Type="http://schemas.openxmlformats.org/officeDocument/2006/relationships/image" Target="../media/image5.wmf"/><Relationship Id="rId5" Type="http://schemas.openxmlformats.org/officeDocument/2006/relationships/tags" Target="../tags/tag245.xml"/><Relationship Id="rId10" Type="http://schemas.openxmlformats.org/officeDocument/2006/relationships/notesSlide" Target="../notesSlides/notesSlide17.xml"/><Relationship Id="rId4" Type="http://schemas.openxmlformats.org/officeDocument/2006/relationships/tags" Target="../tags/tag244.xml"/><Relationship Id="rId9"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tags" Target="../tags/tag256.xml"/><Relationship Id="rId13" Type="http://schemas.openxmlformats.org/officeDocument/2006/relationships/tags" Target="../tags/tag261.xml"/><Relationship Id="rId18" Type="http://schemas.openxmlformats.org/officeDocument/2006/relationships/image" Target="../media/image5.wmf"/><Relationship Id="rId3" Type="http://schemas.openxmlformats.org/officeDocument/2006/relationships/tags" Target="../tags/tag251.xml"/><Relationship Id="rId7" Type="http://schemas.openxmlformats.org/officeDocument/2006/relationships/tags" Target="../tags/tag255.xml"/><Relationship Id="rId12" Type="http://schemas.openxmlformats.org/officeDocument/2006/relationships/tags" Target="../tags/tag260.xml"/><Relationship Id="rId17" Type="http://schemas.openxmlformats.org/officeDocument/2006/relationships/notesSlide" Target="../notesSlides/notesSlide18.xml"/><Relationship Id="rId2" Type="http://schemas.openxmlformats.org/officeDocument/2006/relationships/tags" Target="../tags/tag250.xml"/><Relationship Id="rId16" Type="http://schemas.openxmlformats.org/officeDocument/2006/relationships/slideLayout" Target="../slideLayouts/slideLayout2.xml"/><Relationship Id="rId1" Type="http://schemas.openxmlformats.org/officeDocument/2006/relationships/tags" Target="../tags/tag249.xml"/><Relationship Id="rId6" Type="http://schemas.openxmlformats.org/officeDocument/2006/relationships/tags" Target="../tags/tag254.xml"/><Relationship Id="rId11" Type="http://schemas.openxmlformats.org/officeDocument/2006/relationships/tags" Target="../tags/tag259.xml"/><Relationship Id="rId5" Type="http://schemas.openxmlformats.org/officeDocument/2006/relationships/tags" Target="../tags/tag253.xml"/><Relationship Id="rId15" Type="http://schemas.openxmlformats.org/officeDocument/2006/relationships/tags" Target="../tags/tag263.xml"/><Relationship Id="rId10" Type="http://schemas.openxmlformats.org/officeDocument/2006/relationships/tags" Target="../tags/tag258.xml"/><Relationship Id="rId4" Type="http://schemas.openxmlformats.org/officeDocument/2006/relationships/tags" Target="../tags/tag252.xml"/><Relationship Id="rId9" Type="http://schemas.openxmlformats.org/officeDocument/2006/relationships/tags" Target="../tags/tag257.xml"/><Relationship Id="rId14" Type="http://schemas.openxmlformats.org/officeDocument/2006/relationships/tags" Target="../tags/tag262.xml"/></Relationships>
</file>

<file path=ppt/slides/_rels/slide19.xml.rels><?xml version="1.0" encoding="UTF-8" standalone="yes"?>
<Relationships xmlns="http://schemas.openxmlformats.org/package/2006/relationships"><Relationship Id="rId8" Type="http://schemas.openxmlformats.org/officeDocument/2006/relationships/tags" Target="../tags/tag271.xml"/><Relationship Id="rId13" Type="http://schemas.openxmlformats.org/officeDocument/2006/relationships/tags" Target="../tags/tag276.xml"/><Relationship Id="rId18" Type="http://schemas.openxmlformats.org/officeDocument/2006/relationships/image" Target="../media/image5.wmf"/><Relationship Id="rId3" Type="http://schemas.openxmlformats.org/officeDocument/2006/relationships/tags" Target="../tags/tag266.xml"/><Relationship Id="rId7" Type="http://schemas.openxmlformats.org/officeDocument/2006/relationships/tags" Target="../tags/tag270.xml"/><Relationship Id="rId12" Type="http://schemas.openxmlformats.org/officeDocument/2006/relationships/tags" Target="../tags/tag275.xml"/><Relationship Id="rId17" Type="http://schemas.openxmlformats.org/officeDocument/2006/relationships/notesSlide" Target="../notesSlides/notesSlide19.xml"/><Relationship Id="rId2" Type="http://schemas.openxmlformats.org/officeDocument/2006/relationships/tags" Target="../tags/tag265.xml"/><Relationship Id="rId16" Type="http://schemas.openxmlformats.org/officeDocument/2006/relationships/slideLayout" Target="../slideLayouts/slideLayout2.xml"/><Relationship Id="rId1" Type="http://schemas.openxmlformats.org/officeDocument/2006/relationships/tags" Target="../tags/tag264.xml"/><Relationship Id="rId6" Type="http://schemas.openxmlformats.org/officeDocument/2006/relationships/tags" Target="../tags/tag269.xml"/><Relationship Id="rId11" Type="http://schemas.openxmlformats.org/officeDocument/2006/relationships/tags" Target="../tags/tag274.xml"/><Relationship Id="rId5" Type="http://schemas.openxmlformats.org/officeDocument/2006/relationships/tags" Target="../tags/tag268.xml"/><Relationship Id="rId15" Type="http://schemas.openxmlformats.org/officeDocument/2006/relationships/tags" Target="../tags/tag278.xml"/><Relationship Id="rId10" Type="http://schemas.openxmlformats.org/officeDocument/2006/relationships/tags" Target="../tags/tag273.xml"/><Relationship Id="rId4" Type="http://schemas.openxmlformats.org/officeDocument/2006/relationships/tags" Target="../tags/tag267.xml"/><Relationship Id="rId9" Type="http://schemas.openxmlformats.org/officeDocument/2006/relationships/tags" Target="../tags/tag272.xml"/><Relationship Id="rId14" Type="http://schemas.openxmlformats.org/officeDocument/2006/relationships/tags" Target="../tags/tag277.xml"/></Relationships>
</file>

<file path=ppt/slides/_rels/slide20.xml.rels><?xml version="1.0" encoding="UTF-8" standalone="yes"?>
<Relationships xmlns="http://schemas.openxmlformats.org/package/2006/relationships"><Relationship Id="rId8" Type="http://schemas.openxmlformats.org/officeDocument/2006/relationships/tags" Target="../tags/tag286.xml"/><Relationship Id="rId13" Type="http://schemas.openxmlformats.org/officeDocument/2006/relationships/tags" Target="../tags/tag291.xml"/><Relationship Id="rId18" Type="http://schemas.openxmlformats.org/officeDocument/2006/relationships/tags" Target="../tags/tag296.xml"/><Relationship Id="rId26" Type="http://schemas.openxmlformats.org/officeDocument/2006/relationships/tags" Target="../tags/tag304.xml"/><Relationship Id="rId3" Type="http://schemas.openxmlformats.org/officeDocument/2006/relationships/tags" Target="../tags/tag281.xml"/><Relationship Id="rId21" Type="http://schemas.openxmlformats.org/officeDocument/2006/relationships/tags" Target="../tags/tag299.xml"/><Relationship Id="rId7" Type="http://schemas.openxmlformats.org/officeDocument/2006/relationships/tags" Target="../tags/tag285.xml"/><Relationship Id="rId12" Type="http://schemas.openxmlformats.org/officeDocument/2006/relationships/tags" Target="../tags/tag290.xml"/><Relationship Id="rId17" Type="http://schemas.openxmlformats.org/officeDocument/2006/relationships/tags" Target="../tags/tag295.xml"/><Relationship Id="rId25" Type="http://schemas.openxmlformats.org/officeDocument/2006/relationships/tags" Target="../tags/tag303.xml"/><Relationship Id="rId2" Type="http://schemas.openxmlformats.org/officeDocument/2006/relationships/tags" Target="../tags/tag280.xml"/><Relationship Id="rId16" Type="http://schemas.openxmlformats.org/officeDocument/2006/relationships/tags" Target="../tags/tag294.xml"/><Relationship Id="rId20" Type="http://schemas.openxmlformats.org/officeDocument/2006/relationships/tags" Target="../tags/tag298.xml"/><Relationship Id="rId29" Type="http://schemas.openxmlformats.org/officeDocument/2006/relationships/notesSlide" Target="../notesSlides/notesSlide20.xml"/><Relationship Id="rId1" Type="http://schemas.openxmlformats.org/officeDocument/2006/relationships/tags" Target="../tags/tag279.xml"/><Relationship Id="rId6" Type="http://schemas.openxmlformats.org/officeDocument/2006/relationships/tags" Target="../tags/tag284.xml"/><Relationship Id="rId11" Type="http://schemas.openxmlformats.org/officeDocument/2006/relationships/tags" Target="../tags/tag289.xml"/><Relationship Id="rId24" Type="http://schemas.openxmlformats.org/officeDocument/2006/relationships/tags" Target="../tags/tag302.xml"/><Relationship Id="rId5" Type="http://schemas.openxmlformats.org/officeDocument/2006/relationships/tags" Target="../tags/tag283.xml"/><Relationship Id="rId15" Type="http://schemas.openxmlformats.org/officeDocument/2006/relationships/tags" Target="../tags/tag293.xml"/><Relationship Id="rId23" Type="http://schemas.openxmlformats.org/officeDocument/2006/relationships/tags" Target="../tags/tag301.xml"/><Relationship Id="rId28" Type="http://schemas.openxmlformats.org/officeDocument/2006/relationships/slideLayout" Target="../slideLayouts/slideLayout2.xml"/><Relationship Id="rId10" Type="http://schemas.openxmlformats.org/officeDocument/2006/relationships/tags" Target="../tags/tag288.xml"/><Relationship Id="rId19" Type="http://schemas.openxmlformats.org/officeDocument/2006/relationships/tags" Target="../tags/tag297.xml"/><Relationship Id="rId4" Type="http://schemas.openxmlformats.org/officeDocument/2006/relationships/tags" Target="../tags/tag282.xml"/><Relationship Id="rId9" Type="http://schemas.openxmlformats.org/officeDocument/2006/relationships/tags" Target="../tags/tag287.xml"/><Relationship Id="rId14" Type="http://schemas.openxmlformats.org/officeDocument/2006/relationships/tags" Target="../tags/tag292.xml"/><Relationship Id="rId22" Type="http://schemas.openxmlformats.org/officeDocument/2006/relationships/tags" Target="../tags/tag300.xml"/><Relationship Id="rId27" Type="http://schemas.openxmlformats.org/officeDocument/2006/relationships/tags" Target="../tags/tag305.xml"/><Relationship Id="rId30" Type="http://schemas.openxmlformats.org/officeDocument/2006/relationships/image" Target="../media/image5.wmf"/></Relationships>
</file>

<file path=ppt/slides/_rels/slide21.xml.rels><?xml version="1.0" encoding="UTF-8" standalone="yes"?>
<Relationships xmlns="http://schemas.openxmlformats.org/package/2006/relationships"><Relationship Id="rId3" Type="http://schemas.openxmlformats.org/officeDocument/2006/relationships/tags" Target="../tags/tag308.xml"/><Relationship Id="rId7" Type="http://schemas.openxmlformats.org/officeDocument/2006/relationships/image" Target="../media/image6.wmf"/><Relationship Id="rId2" Type="http://schemas.openxmlformats.org/officeDocument/2006/relationships/tags" Target="../tags/tag307.xml"/><Relationship Id="rId1" Type="http://schemas.openxmlformats.org/officeDocument/2006/relationships/tags" Target="../tags/tag306.xml"/><Relationship Id="rId6" Type="http://schemas.openxmlformats.org/officeDocument/2006/relationships/notesSlide" Target="../notesSlides/notesSlide21.xml"/><Relationship Id="rId5" Type="http://schemas.openxmlformats.org/officeDocument/2006/relationships/slideLayout" Target="../slideLayouts/slideLayout2.xml"/><Relationship Id="rId4" Type="http://schemas.openxmlformats.org/officeDocument/2006/relationships/tags" Target="../tags/tag309.xml"/></Relationships>
</file>

<file path=ppt/slides/_rels/slide22.xml.rels><?xml version="1.0" encoding="UTF-8" standalone="yes"?>
<Relationships xmlns="http://schemas.openxmlformats.org/package/2006/relationships"><Relationship Id="rId3" Type="http://schemas.openxmlformats.org/officeDocument/2006/relationships/tags" Target="../tags/tag312.xml"/><Relationship Id="rId2" Type="http://schemas.openxmlformats.org/officeDocument/2006/relationships/tags" Target="../tags/tag311.xml"/><Relationship Id="rId1" Type="http://schemas.openxmlformats.org/officeDocument/2006/relationships/tags" Target="../tags/tag310.xml"/><Relationship Id="rId6" Type="http://schemas.openxmlformats.org/officeDocument/2006/relationships/image" Target="../media/image7.wmf"/><Relationship Id="rId5" Type="http://schemas.openxmlformats.org/officeDocument/2006/relationships/notesSlide" Target="../notesSlides/notesSlide22.xml"/><Relationship Id="rId4"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tags" Target="../tags/tag320.xml"/><Relationship Id="rId3" Type="http://schemas.openxmlformats.org/officeDocument/2006/relationships/tags" Target="../tags/tag315.xml"/><Relationship Id="rId7" Type="http://schemas.openxmlformats.org/officeDocument/2006/relationships/tags" Target="../tags/tag319.xml"/><Relationship Id="rId12" Type="http://schemas.openxmlformats.org/officeDocument/2006/relationships/image" Target="../media/image4.jpeg"/><Relationship Id="rId2" Type="http://schemas.openxmlformats.org/officeDocument/2006/relationships/tags" Target="../tags/tag314.xml"/><Relationship Id="rId1" Type="http://schemas.openxmlformats.org/officeDocument/2006/relationships/tags" Target="../tags/tag313.xml"/><Relationship Id="rId6" Type="http://schemas.openxmlformats.org/officeDocument/2006/relationships/tags" Target="../tags/tag318.xml"/><Relationship Id="rId11" Type="http://schemas.openxmlformats.org/officeDocument/2006/relationships/notesSlide" Target="../notesSlides/notesSlide23.xml"/><Relationship Id="rId5" Type="http://schemas.openxmlformats.org/officeDocument/2006/relationships/tags" Target="../tags/tag317.xml"/><Relationship Id="rId10" Type="http://schemas.openxmlformats.org/officeDocument/2006/relationships/slideLayout" Target="../slideLayouts/slideLayout2.xml"/><Relationship Id="rId4" Type="http://schemas.openxmlformats.org/officeDocument/2006/relationships/tags" Target="../tags/tag316.xml"/><Relationship Id="rId9" Type="http://schemas.openxmlformats.org/officeDocument/2006/relationships/tags" Target="../tags/tag321.xml"/></Relationships>
</file>

<file path=ppt/slides/_rels/slide24.xml.rels><?xml version="1.0" encoding="UTF-8" standalone="yes"?>
<Relationships xmlns="http://schemas.openxmlformats.org/package/2006/relationships"><Relationship Id="rId8" Type="http://schemas.openxmlformats.org/officeDocument/2006/relationships/tags" Target="../tags/tag329.xml"/><Relationship Id="rId3" Type="http://schemas.openxmlformats.org/officeDocument/2006/relationships/tags" Target="../tags/tag324.xml"/><Relationship Id="rId7" Type="http://schemas.openxmlformats.org/officeDocument/2006/relationships/tags" Target="../tags/tag328.xml"/><Relationship Id="rId12" Type="http://schemas.openxmlformats.org/officeDocument/2006/relationships/image" Target="../media/image4.jpeg"/><Relationship Id="rId2" Type="http://schemas.openxmlformats.org/officeDocument/2006/relationships/tags" Target="../tags/tag323.xml"/><Relationship Id="rId1" Type="http://schemas.openxmlformats.org/officeDocument/2006/relationships/tags" Target="../tags/tag322.xml"/><Relationship Id="rId6" Type="http://schemas.openxmlformats.org/officeDocument/2006/relationships/tags" Target="../tags/tag327.xml"/><Relationship Id="rId11" Type="http://schemas.openxmlformats.org/officeDocument/2006/relationships/notesSlide" Target="../notesSlides/notesSlide24.xml"/><Relationship Id="rId5" Type="http://schemas.openxmlformats.org/officeDocument/2006/relationships/tags" Target="../tags/tag326.xml"/><Relationship Id="rId10" Type="http://schemas.openxmlformats.org/officeDocument/2006/relationships/slideLayout" Target="../slideLayouts/slideLayout2.xml"/><Relationship Id="rId4" Type="http://schemas.openxmlformats.org/officeDocument/2006/relationships/tags" Target="../tags/tag325.xml"/><Relationship Id="rId9" Type="http://schemas.openxmlformats.org/officeDocument/2006/relationships/tags" Target="../tags/tag3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p:cNvSpPr>
          <p:nvPr>
            <p:ph type="ctrTitle"/>
            <p:custDataLst>
              <p:tags r:id="rId2"/>
            </p:custDataLst>
          </p:nvPr>
        </p:nvSpPr>
        <p:spPr>
          <a:xfrm>
            <a:off x="457200" y="2362200"/>
            <a:ext cx="8229600" cy="1524000"/>
          </a:xfrm>
        </p:spPr>
        <p:txBody>
          <a:bodyPr/>
          <a:lstStyle/>
          <a:p>
            <a:pPr eaLnBrk="1" hangingPunct="1"/>
            <a:r>
              <a:rPr lang="en-US" altLang="en-US" dirty="0"/>
              <a:t>ECE/CS 552: Pipelining</a:t>
            </a:r>
          </a:p>
        </p:txBody>
      </p:sp>
      <p:sp>
        <p:nvSpPr>
          <p:cNvPr id="3" name="Subtitle 2"/>
          <p:cNvSpPr>
            <a:spLocks noGrp="1"/>
          </p:cNvSpPr>
          <p:nvPr>
            <p:ph type="subTitle" idx="1"/>
            <p:custDataLst>
              <p:tags r:id="rId3"/>
            </p:custDataLst>
          </p:nvPr>
        </p:nvSpPr>
        <p:spPr>
          <a:xfrm>
            <a:off x="1371600" y="3886200"/>
            <a:ext cx="6400800" cy="1752600"/>
          </a:xfrm>
        </p:spPr>
        <p:txBody>
          <a:bodyPr>
            <a:normAutofit fontScale="62500" lnSpcReduction="20000"/>
          </a:bodyPr>
          <a:lstStyle/>
          <a:p>
            <a:pPr eaLnBrk="1" hangingPunct="1">
              <a:buFont typeface="Arial" charset="0"/>
              <a:buNone/>
              <a:defRPr/>
            </a:pPr>
            <a:r>
              <a:rPr lang="en-US" dirty="0"/>
              <a:t>Boone Severson</a:t>
            </a:r>
          </a:p>
          <a:p>
            <a:pPr eaLnBrk="1" hangingPunct="1">
              <a:buFont typeface="Arial" charset="0"/>
              <a:buNone/>
              <a:defRPr/>
            </a:pPr>
            <a:endParaRPr lang="en-US" dirty="0"/>
          </a:p>
          <a:p>
            <a:pPr eaLnBrk="1" hangingPunct="1">
              <a:buFont typeface="Arial" charset="0"/>
              <a:buNone/>
              <a:defRPr/>
            </a:pPr>
            <a:r>
              <a:rPr lang="en-US" dirty="0"/>
              <a:t>Lecture notes based in part on slides created by Joshua San Miguel, </a:t>
            </a:r>
            <a:r>
              <a:rPr lang="en-US" dirty="0" err="1"/>
              <a:t>Mikko</a:t>
            </a:r>
            <a:r>
              <a:rPr lang="en-US" dirty="0"/>
              <a:t> </a:t>
            </a:r>
            <a:r>
              <a:rPr lang="en-US" dirty="0" err="1"/>
              <a:t>Lipasti</a:t>
            </a:r>
            <a:r>
              <a:rPr lang="en-US" dirty="0"/>
              <a:t>, Mark Hill and John Shen</a:t>
            </a:r>
          </a:p>
          <a:p>
            <a:pPr eaLnBrk="1" hangingPunct="1">
              <a:buFont typeface="Arial" charset="0"/>
              <a:buNone/>
              <a:defRPr/>
            </a:pPr>
            <a:r>
              <a:rPr lang="en-US" dirty="0"/>
              <a:t>  </a:t>
            </a:r>
          </a:p>
          <a:p>
            <a:pPr eaLnBrk="1" hangingPunct="1">
              <a:buFont typeface="Arial" charset="0"/>
              <a:buNone/>
              <a:defRPr/>
            </a:pPr>
            <a:endParaRPr lang="en-US" dirty="0"/>
          </a:p>
        </p:txBody>
      </p:sp>
    </p:spTree>
    <p:custDataLst>
      <p:tags r:id="rId1"/>
    </p:custDataLst>
    <p:extLst>
      <p:ext uri="{BB962C8B-B14F-4D97-AF65-F5344CB8AC3E}">
        <p14:creationId xmlns:p14="http://schemas.microsoft.com/office/powerpoint/2010/main" val="239283850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Forecast</a:t>
            </a:r>
          </a:p>
        </p:txBody>
      </p:sp>
      <p:sp>
        <p:nvSpPr>
          <p:cNvPr id="2056" name="Rectangle 3"/>
          <p:cNvSpPr>
            <a:spLocks noGrp="1" noChangeArrowheads="1"/>
          </p:cNvSpPr>
          <p:nvPr>
            <p:ph idx="1"/>
            <p:custDataLst>
              <p:tags r:id="rId3"/>
            </p:custDataLst>
          </p:nvPr>
        </p:nvSpPr>
        <p:spPr>
          <a:xfrm>
            <a:off x="682625" y="1600200"/>
            <a:ext cx="8537575" cy="4495800"/>
          </a:xfrm>
        </p:spPr>
        <p:txBody>
          <a:bodyPr/>
          <a:lstStyle/>
          <a:p>
            <a:pPr>
              <a:lnSpc>
                <a:spcPct val="80000"/>
              </a:lnSpc>
            </a:pPr>
            <a:r>
              <a:rPr lang="en-US" altLang="en-US" sz="2800" dirty="0"/>
              <a:t>Multi-cycle implementation</a:t>
            </a:r>
          </a:p>
          <a:p>
            <a:pPr>
              <a:lnSpc>
                <a:spcPct val="80000"/>
              </a:lnSpc>
            </a:pPr>
            <a:r>
              <a:rPr lang="en-US" altLang="en-US" sz="2800" dirty="0"/>
              <a:t>Pipelining</a:t>
            </a:r>
          </a:p>
          <a:p>
            <a:pPr lvl="1">
              <a:lnSpc>
                <a:spcPct val="90000"/>
              </a:lnSpc>
            </a:pPr>
            <a:r>
              <a:rPr lang="en-US" altLang="en-US" sz="2400" dirty="0"/>
              <a:t>Data path</a:t>
            </a:r>
          </a:p>
          <a:p>
            <a:pPr lvl="1">
              <a:lnSpc>
                <a:spcPct val="90000"/>
              </a:lnSpc>
            </a:pPr>
            <a:r>
              <a:rPr lang="en-US" altLang="en-US" sz="2400" dirty="0"/>
              <a:t>Control</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2</a:t>
            </a:fld>
            <a:endParaRPr lang="en-US" altLang="en-US"/>
          </a:p>
        </p:txBody>
      </p:sp>
    </p:spTree>
    <p:custDataLst>
      <p:tags r:id="rId1"/>
    </p:custDataLst>
    <p:extLst>
      <p:ext uri="{BB962C8B-B14F-4D97-AF65-F5344CB8AC3E}">
        <p14:creationId xmlns:p14="http://schemas.microsoft.com/office/powerpoint/2010/main" val="135649649"/>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CEDB7B7-F536-47F6-9A26-9B3F979B03B0}"/>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Multi-Cycle Processor</a:t>
            </a:r>
          </a:p>
        </p:txBody>
      </p:sp>
      <p:pic>
        <p:nvPicPr>
          <p:cNvPr id="2" name="Picture 1">
            <a:extLst>
              <a:ext uri="{FF2B5EF4-FFF2-40B4-BE49-F238E27FC236}">
                <a16:creationId xmlns:a16="http://schemas.microsoft.com/office/drawing/2014/main" id="{66369DCC-5E4F-453B-A6B9-E67D7E92D88D}"/>
              </a:ext>
            </a:extLst>
          </p:cNvPr>
          <p:cNvPicPr>
            <a:picLocks noChangeAspect="1"/>
          </p:cNvPicPr>
          <p:nvPr>
            <p:custDataLst>
              <p:tags r:id="rId3"/>
            </p:custDataLst>
          </p:nvPr>
        </p:nvPicPr>
        <p:blipFill>
          <a:blip r:embed="rId6"/>
          <a:stretch>
            <a:fillRect/>
          </a:stretch>
        </p:blipFill>
        <p:spPr>
          <a:xfrm>
            <a:off x="952500" y="1359234"/>
            <a:ext cx="7239000" cy="5117766"/>
          </a:xfrm>
          <a:prstGeom prst="rect">
            <a:avLst/>
          </a:prstGeom>
        </p:spPr>
      </p:pic>
    </p:spTree>
    <p:custDataLst>
      <p:tags r:id="rId1"/>
    </p:custDataLst>
    <p:extLst>
      <p:ext uri="{BB962C8B-B14F-4D97-AF65-F5344CB8AC3E}">
        <p14:creationId xmlns:p14="http://schemas.microsoft.com/office/powerpoint/2010/main" val="88247814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CEDB7B7-F536-47F6-9A26-9B3F979B03B0}"/>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Multi-Cycle Processor</a:t>
            </a:r>
          </a:p>
        </p:txBody>
      </p:sp>
      <p:graphicFrame>
        <p:nvGraphicFramePr>
          <p:cNvPr id="214081" name="Group 65">
            <a:extLst>
              <a:ext uri="{FF2B5EF4-FFF2-40B4-BE49-F238E27FC236}">
                <a16:creationId xmlns:a16="http://schemas.microsoft.com/office/drawing/2014/main" id="{10C14A72-C2FF-4DE6-BDB0-D4A945963C71}"/>
              </a:ext>
            </a:extLst>
          </p:cNvPr>
          <p:cNvGraphicFramePr>
            <a:graphicFrameLocks noGrp="1"/>
          </p:cNvGraphicFramePr>
          <p:nvPr>
            <p:custDataLst>
              <p:tags r:id="rId3"/>
            </p:custDataLst>
            <p:extLst>
              <p:ext uri="{D42A27DB-BD31-4B8C-83A1-F6EECF244321}">
                <p14:modId xmlns:p14="http://schemas.microsoft.com/office/powerpoint/2010/main" val="659095212"/>
              </p:ext>
            </p:extLst>
          </p:nvPr>
        </p:nvGraphicFramePr>
        <p:xfrm>
          <a:off x="723900" y="1600200"/>
          <a:ext cx="7696200" cy="1143000"/>
        </p:xfrm>
        <a:graphic>
          <a:graphicData uri="http://schemas.openxmlformats.org/drawingml/2006/table">
            <a:tbl>
              <a:tblPr/>
              <a:tblGrid>
                <a:gridCol w="2781300">
                  <a:extLst>
                    <a:ext uri="{9D8B030D-6E8A-4147-A177-3AD203B41FA5}">
                      <a16:colId xmlns:a16="http://schemas.microsoft.com/office/drawing/2014/main" val="20000"/>
                    </a:ext>
                  </a:extLst>
                </a:gridCol>
                <a:gridCol w="4914900">
                  <a:extLst>
                    <a:ext uri="{9D8B030D-6E8A-4147-A177-3AD203B41FA5}">
                      <a16:colId xmlns:a16="http://schemas.microsoft.com/office/drawing/2014/main" val="20002"/>
                    </a:ext>
                  </a:extLst>
                </a:gridCol>
              </a:tblGrid>
              <a:tr h="4754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mn-lt"/>
                        </a:rPr>
                        <a:t>Stage</a:t>
                      </a:r>
                    </a:p>
                  </a:txBody>
                  <a:tcPr marT="45719" marB="45719"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mn-lt"/>
                        </a:rPr>
                        <a:t>Actions</a:t>
                      </a:r>
                    </a:p>
                  </a:txBody>
                  <a:tcPr marT="45719" marB="45719"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67519">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Fetch (IF or F)</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tx1"/>
                          </a:solidFill>
                          <a:effectLst/>
                          <a:latin typeface="+mn-lt"/>
                        </a:rPr>
                        <a:t>Instr</a:t>
                      </a:r>
                      <a:r>
                        <a:rPr kumimoji="0" lang="en-US" sz="1800" b="0" i="0" u="none" strike="noStrike" cap="none" normalizeH="0" baseline="0" dirty="0">
                          <a:ln>
                            <a:noFill/>
                          </a:ln>
                          <a:solidFill>
                            <a:schemeClr val="tx1"/>
                          </a:solidFill>
                          <a:effectLst/>
                          <a:latin typeface="+mn-lt"/>
                        </a:rPr>
                        <a:t> = MEM[PC]</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a:ln>
                            <a:noFill/>
                          </a:ln>
                          <a:solidFill>
                            <a:schemeClr val="tx1"/>
                          </a:solidFill>
                          <a:effectLst/>
                          <a:latin typeface="+mn-lt"/>
                        </a:rPr>
                        <a:t>PC = PC + 4</a:t>
                      </a: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bl>
          </a:graphicData>
        </a:graphic>
      </p:graphicFrame>
    </p:spTree>
    <p:custDataLst>
      <p:tags r:id="rId1"/>
    </p:custDataLst>
    <p:extLst>
      <p:ext uri="{BB962C8B-B14F-4D97-AF65-F5344CB8AC3E}">
        <p14:creationId xmlns:p14="http://schemas.microsoft.com/office/powerpoint/2010/main" val="1733972408"/>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CEDB7B7-F536-47F6-9A26-9B3F979B03B0}"/>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Multi-Cycle Processor</a:t>
            </a:r>
          </a:p>
        </p:txBody>
      </p:sp>
      <p:graphicFrame>
        <p:nvGraphicFramePr>
          <p:cNvPr id="214081" name="Group 65">
            <a:extLst>
              <a:ext uri="{FF2B5EF4-FFF2-40B4-BE49-F238E27FC236}">
                <a16:creationId xmlns:a16="http://schemas.microsoft.com/office/drawing/2014/main" id="{10C14A72-C2FF-4DE6-BDB0-D4A945963C71}"/>
              </a:ext>
            </a:extLst>
          </p:cNvPr>
          <p:cNvGraphicFramePr>
            <a:graphicFrameLocks noGrp="1"/>
          </p:cNvGraphicFramePr>
          <p:nvPr>
            <p:custDataLst>
              <p:tags r:id="rId3"/>
            </p:custDataLst>
            <p:extLst>
              <p:ext uri="{D42A27DB-BD31-4B8C-83A1-F6EECF244321}">
                <p14:modId xmlns:p14="http://schemas.microsoft.com/office/powerpoint/2010/main" val="2089962704"/>
              </p:ext>
            </p:extLst>
          </p:nvPr>
        </p:nvGraphicFramePr>
        <p:xfrm>
          <a:off x="723900" y="1600200"/>
          <a:ext cx="7696200" cy="1795289"/>
        </p:xfrm>
        <a:graphic>
          <a:graphicData uri="http://schemas.openxmlformats.org/drawingml/2006/table">
            <a:tbl>
              <a:tblPr/>
              <a:tblGrid>
                <a:gridCol w="2781300">
                  <a:extLst>
                    <a:ext uri="{9D8B030D-6E8A-4147-A177-3AD203B41FA5}">
                      <a16:colId xmlns:a16="http://schemas.microsoft.com/office/drawing/2014/main" val="20000"/>
                    </a:ext>
                  </a:extLst>
                </a:gridCol>
                <a:gridCol w="4914900">
                  <a:extLst>
                    <a:ext uri="{9D8B030D-6E8A-4147-A177-3AD203B41FA5}">
                      <a16:colId xmlns:a16="http://schemas.microsoft.com/office/drawing/2014/main" val="20002"/>
                    </a:ext>
                  </a:extLst>
                </a:gridCol>
              </a:tblGrid>
              <a:tr h="4754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mn-lt"/>
                        </a:rPr>
                        <a:t>Stage</a:t>
                      </a:r>
                    </a:p>
                  </a:txBody>
                  <a:tcPr marT="45719" marB="45719"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mn-lt"/>
                        </a:rPr>
                        <a:t>Actions</a:t>
                      </a:r>
                    </a:p>
                  </a:txBody>
                  <a:tcPr marT="45719" marB="45719"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67519">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bg1">
                              <a:lumMod val="50000"/>
                            </a:schemeClr>
                          </a:solidFill>
                          <a:effectLst/>
                          <a:latin typeface="+mn-lt"/>
                        </a:rPr>
                        <a:t>Fetch (IF or F)</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 = MEM[PC]</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a:ln>
                            <a:noFill/>
                          </a:ln>
                          <a:solidFill>
                            <a:schemeClr val="bg1">
                              <a:lumMod val="50000"/>
                            </a:schemeClr>
                          </a:solidFill>
                          <a:effectLst/>
                          <a:latin typeface="+mn-lt"/>
                        </a:rPr>
                        <a:t>PC = PC + 4</a:t>
                      </a: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52289">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Decode (ID or D)</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tx1"/>
                          </a:solidFill>
                          <a:effectLst/>
                          <a:latin typeface="+mn-lt"/>
                        </a:rPr>
                        <a:t>Rs</a:t>
                      </a:r>
                      <a:r>
                        <a:rPr kumimoji="0" lang="en-US" sz="1800" b="0" i="0" u="none" strike="noStrike" cap="none" normalizeH="0" baseline="0" dirty="0">
                          <a:ln>
                            <a:noFill/>
                          </a:ln>
                          <a:solidFill>
                            <a:schemeClr val="tx1"/>
                          </a:solidFill>
                          <a:effectLst/>
                          <a:latin typeface="+mn-lt"/>
                        </a:rPr>
                        <a:t> = </a:t>
                      </a:r>
                      <a:r>
                        <a:rPr kumimoji="0" lang="en-US" sz="1800" b="0" i="0" u="none" strike="noStrike" cap="none" normalizeH="0" baseline="0" dirty="0" err="1">
                          <a:ln>
                            <a:noFill/>
                          </a:ln>
                          <a:solidFill>
                            <a:schemeClr val="tx1"/>
                          </a:solidFill>
                          <a:effectLst/>
                          <a:latin typeface="+mn-lt"/>
                        </a:rPr>
                        <a:t>RegFile</a:t>
                      </a:r>
                      <a:r>
                        <a:rPr kumimoji="0" lang="en-US" sz="1800" b="0" i="0" u="none" strike="noStrike" cap="none" normalizeH="0" baseline="0" dirty="0">
                          <a:ln>
                            <a:noFill/>
                          </a:ln>
                          <a:solidFill>
                            <a:schemeClr val="tx1"/>
                          </a:solidFill>
                          <a:effectLst/>
                          <a:latin typeface="+mn-lt"/>
                        </a:rPr>
                        <a:t>(</a:t>
                      </a:r>
                      <a:r>
                        <a:rPr kumimoji="0" lang="en-US" sz="1800" b="0" i="0" u="none" strike="noStrike" cap="none" normalizeH="0" baseline="0" dirty="0" err="1">
                          <a:ln>
                            <a:noFill/>
                          </a:ln>
                          <a:solidFill>
                            <a:schemeClr val="tx1"/>
                          </a:solidFill>
                          <a:effectLst/>
                          <a:latin typeface="+mn-lt"/>
                        </a:rPr>
                        <a:t>Instr</a:t>
                      </a:r>
                      <a:r>
                        <a:rPr kumimoji="0" lang="en-US" sz="1800" b="0" i="0" u="none" strike="noStrike" cap="none" normalizeH="0" baseline="0" dirty="0">
                          <a:ln>
                            <a:noFill/>
                          </a:ln>
                          <a:solidFill>
                            <a:schemeClr val="tx1"/>
                          </a:solidFill>
                          <a:effectLst/>
                          <a:latin typeface="+mn-lt"/>
                        </a:rPr>
                        <a:t>[25:21])</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tx1"/>
                          </a:solidFill>
                          <a:effectLst/>
                          <a:latin typeface="+mn-lt"/>
                        </a:rPr>
                        <a:t>Rt</a:t>
                      </a:r>
                      <a:r>
                        <a:rPr kumimoji="0" lang="en-US" sz="1800" b="0" i="0" u="none" strike="noStrike" cap="none" normalizeH="0" baseline="0" dirty="0">
                          <a:ln>
                            <a:noFill/>
                          </a:ln>
                          <a:solidFill>
                            <a:schemeClr val="tx1"/>
                          </a:solidFill>
                          <a:effectLst/>
                          <a:latin typeface="+mn-lt"/>
                        </a:rPr>
                        <a:t> = </a:t>
                      </a:r>
                      <a:r>
                        <a:rPr kumimoji="0" lang="en-US" sz="1800" b="0" i="0" u="none" strike="noStrike" cap="none" normalizeH="0" baseline="0" dirty="0" err="1">
                          <a:ln>
                            <a:noFill/>
                          </a:ln>
                          <a:solidFill>
                            <a:schemeClr val="tx1"/>
                          </a:solidFill>
                          <a:effectLst/>
                          <a:latin typeface="+mn-lt"/>
                        </a:rPr>
                        <a:t>RegFile</a:t>
                      </a:r>
                      <a:r>
                        <a:rPr kumimoji="0" lang="en-US" sz="1800" b="0" i="0" u="none" strike="noStrike" cap="none" normalizeH="0" baseline="0" dirty="0">
                          <a:ln>
                            <a:noFill/>
                          </a:ln>
                          <a:solidFill>
                            <a:schemeClr val="tx1"/>
                          </a:solidFill>
                          <a:effectLst/>
                          <a:latin typeface="+mn-lt"/>
                        </a:rPr>
                        <a:t>(</a:t>
                      </a:r>
                      <a:r>
                        <a:rPr kumimoji="0" lang="en-US" sz="1800" b="0" i="0" u="none" strike="noStrike" cap="none" normalizeH="0" baseline="0" dirty="0" err="1">
                          <a:ln>
                            <a:noFill/>
                          </a:ln>
                          <a:solidFill>
                            <a:schemeClr val="tx1"/>
                          </a:solidFill>
                          <a:effectLst/>
                          <a:latin typeface="+mn-lt"/>
                        </a:rPr>
                        <a:t>Instr</a:t>
                      </a:r>
                      <a:r>
                        <a:rPr kumimoji="0" lang="en-US" sz="1800" b="0" i="0" u="none" strike="noStrike" cap="none" normalizeH="0" baseline="0" dirty="0">
                          <a:ln>
                            <a:noFill/>
                          </a:ln>
                          <a:solidFill>
                            <a:schemeClr val="tx1"/>
                          </a:solidFill>
                          <a:effectLst/>
                          <a:latin typeface="+mn-lt"/>
                        </a:rPr>
                        <a:t>[20:16])</a:t>
                      </a: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bl>
          </a:graphicData>
        </a:graphic>
      </p:graphicFrame>
    </p:spTree>
    <p:custDataLst>
      <p:tags r:id="rId1"/>
    </p:custDataLst>
    <p:extLst>
      <p:ext uri="{BB962C8B-B14F-4D97-AF65-F5344CB8AC3E}">
        <p14:creationId xmlns:p14="http://schemas.microsoft.com/office/powerpoint/2010/main" val="3686931471"/>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CEDB7B7-F536-47F6-9A26-9B3F979B03B0}"/>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Multi-Cycle Processor</a:t>
            </a:r>
          </a:p>
        </p:txBody>
      </p:sp>
      <p:graphicFrame>
        <p:nvGraphicFramePr>
          <p:cNvPr id="214081" name="Group 65">
            <a:extLst>
              <a:ext uri="{FF2B5EF4-FFF2-40B4-BE49-F238E27FC236}">
                <a16:creationId xmlns:a16="http://schemas.microsoft.com/office/drawing/2014/main" id="{10C14A72-C2FF-4DE6-BDB0-D4A945963C71}"/>
              </a:ext>
            </a:extLst>
          </p:cNvPr>
          <p:cNvGraphicFramePr>
            <a:graphicFrameLocks noGrp="1"/>
          </p:cNvGraphicFramePr>
          <p:nvPr>
            <p:custDataLst>
              <p:tags r:id="rId3"/>
            </p:custDataLst>
            <p:extLst>
              <p:ext uri="{D42A27DB-BD31-4B8C-83A1-F6EECF244321}">
                <p14:modId xmlns:p14="http://schemas.microsoft.com/office/powerpoint/2010/main" val="2484185843"/>
              </p:ext>
            </p:extLst>
          </p:nvPr>
        </p:nvGraphicFramePr>
        <p:xfrm>
          <a:off x="723900" y="1600200"/>
          <a:ext cx="7696200" cy="2819400"/>
        </p:xfrm>
        <a:graphic>
          <a:graphicData uri="http://schemas.openxmlformats.org/drawingml/2006/table">
            <a:tbl>
              <a:tblPr/>
              <a:tblGrid>
                <a:gridCol w="2781300">
                  <a:extLst>
                    <a:ext uri="{9D8B030D-6E8A-4147-A177-3AD203B41FA5}">
                      <a16:colId xmlns:a16="http://schemas.microsoft.com/office/drawing/2014/main" val="20000"/>
                    </a:ext>
                  </a:extLst>
                </a:gridCol>
                <a:gridCol w="4914900">
                  <a:extLst>
                    <a:ext uri="{9D8B030D-6E8A-4147-A177-3AD203B41FA5}">
                      <a16:colId xmlns:a16="http://schemas.microsoft.com/office/drawing/2014/main" val="20002"/>
                    </a:ext>
                  </a:extLst>
                </a:gridCol>
              </a:tblGrid>
              <a:tr h="4754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mn-lt"/>
                        </a:rPr>
                        <a:t>Stage</a:t>
                      </a:r>
                    </a:p>
                  </a:txBody>
                  <a:tcPr marT="45719" marB="45719"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mn-lt"/>
                        </a:rPr>
                        <a:t>Actions</a:t>
                      </a:r>
                    </a:p>
                  </a:txBody>
                  <a:tcPr marT="45719" marB="45719"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67519">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bg1">
                              <a:lumMod val="50000"/>
                            </a:schemeClr>
                          </a:solidFill>
                          <a:effectLst/>
                          <a:latin typeface="+mn-lt"/>
                        </a:rPr>
                        <a:t>Fetch (IF or F)</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 = MEM[PC]</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a:ln>
                            <a:noFill/>
                          </a:ln>
                          <a:solidFill>
                            <a:schemeClr val="bg1">
                              <a:lumMod val="50000"/>
                            </a:schemeClr>
                          </a:solidFill>
                          <a:effectLst/>
                          <a:latin typeface="+mn-lt"/>
                        </a:rPr>
                        <a:t>PC = PC + 4</a:t>
                      </a: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52289">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bg1">
                              <a:lumMod val="50000"/>
                            </a:schemeClr>
                          </a:solidFill>
                          <a:effectLst/>
                          <a:latin typeface="+mn-lt"/>
                        </a:rPr>
                        <a:t>Decode (ID or D)</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bg1">
                              <a:lumMod val="50000"/>
                            </a:schemeClr>
                          </a:solidFill>
                          <a:effectLst/>
                          <a:latin typeface="+mn-lt"/>
                        </a:rPr>
                        <a:t>Rs</a:t>
                      </a: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RegFile</a:t>
                      </a:r>
                      <a:r>
                        <a:rPr kumimoji="0" lang="en-US" sz="1800" b="0" i="0" u="none" strike="noStrike" cap="none" normalizeH="0" baseline="0" dirty="0">
                          <a:ln>
                            <a:noFill/>
                          </a:ln>
                          <a:solidFill>
                            <a:schemeClr val="bg1">
                              <a:lumMod val="50000"/>
                            </a:schemeClr>
                          </a:solidFill>
                          <a:effectLst/>
                          <a:latin typeface="+mn-lt"/>
                        </a:rPr>
                        <a:t>(</a:t>
                      </a: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[25:21])</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bg1">
                              <a:lumMod val="50000"/>
                            </a:schemeClr>
                          </a:solidFill>
                          <a:effectLst/>
                          <a:latin typeface="+mn-lt"/>
                        </a:rPr>
                        <a:t>Rt</a:t>
                      </a: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RegFile</a:t>
                      </a:r>
                      <a:r>
                        <a:rPr kumimoji="0" lang="en-US" sz="1800" b="0" i="0" u="none" strike="noStrike" cap="none" normalizeH="0" baseline="0" dirty="0">
                          <a:ln>
                            <a:noFill/>
                          </a:ln>
                          <a:solidFill>
                            <a:schemeClr val="bg1">
                              <a:lumMod val="50000"/>
                            </a:schemeClr>
                          </a:solidFill>
                          <a:effectLst/>
                          <a:latin typeface="+mn-lt"/>
                        </a:rPr>
                        <a:t>(</a:t>
                      </a: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[20:16])</a:t>
                      </a: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02411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Execute (EX or X)</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tx1"/>
                          </a:solidFill>
                          <a:effectLst/>
                          <a:latin typeface="+mn-lt"/>
                        </a:rPr>
                        <a:t>ALUout</a:t>
                      </a:r>
                      <a:r>
                        <a:rPr kumimoji="0" lang="en-US" sz="1800" b="0" i="0" u="none" strike="noStrike" cap="none" normalizeH="0" baseline="0" dirty="0">
                          <a:ln>
                            <a:noFill/>
                          </a:ln>
                          <a:solidFill>
                            <a:schemeClr val="tx1"/>
                          </a:solidFill>
                          <a:effectLst/>
                          <a:latin typeface="+mn-lt"/>
                        </a:rPr>
                        <a:t> = </a:t>
                      </a:r>
                      <a:r>
                        <a:rPr kumimoji="0" lang="en-US" sz="1800" b="0" i="0" u="none" strike="noStrike" cap="none" normalizeH="0" baseline="0" dirty="0" err="1">
                          <a:ln>
                            <a:noFill/>
                          </a:ln>
                          <a:solidFill>
                            <a:schemeClr val="tx1"/>
                          </a:solidFill>
                          <a:effectLst/>
                          <a:latin typeface="+mn-lt"/>
                        </a:rPr>
                        <a:t>Rs</a:t>
                      </a:r>
                      <a:r>
                        <a:rPr kumimoji="0" lang="en-US" sz="1800" b="0" i="0" u="none" strike="noStrike" cap="none" normalizeH="0" baseline="0" dirty="0">
                          <a:ln>
                            <a:noFill/>
                          </a:ln>
                          <a:solidFill>
                            <a:schemeClr val="tx1"/>
                          </a:solidFill>
                          <a:effectLst/>
                          <a:latin typeface="+mn-lt"/>
                        </a:rPr>
                        <a:t> op </a:t>
                      </a:r>
                      <a:r>
                        <a:rPr kumimoji="0" lang="en-US" sz="1800" b="0" i="0" u="none" strike="noStrike" cap="none" normalizeH="0" baseline="0" dirty="0" err="1">
                          <a:ln>
                            <a:noFill/>
                          </a:ln>
                          <a:solidFill>
                            <a:schemeClr val="tx1"/>
                          </a:solidFill>
                          <a:effectLst/>
                          <a:latin typeface="+mn-lt"/>
                        </a:rPr>
                        <a:t>Rt</a:t>
                      </a:r>
                      <a:r>
                        <a:rPr kumimoji="0" lang="en-US" sz="1800" b="0" i="0" u="none" strike="noStrike" cap="none" normalizeH="0" baseline="0" dirty="0">
                          <a:ln>
                            <a:noFill/>
                          </a:ln>
                          <a:solidFill>
                            <a:schemeClr val="tx1"/>
                          </a:solidFill>
                          <a:effectLst/>
                          <a:latin typeface="+mn-lt"/>
                        </a:rPr>
                        <a:t>    # R-format</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a:ln>
                            <a:noFill/>
                          </a:ln>
                          <a:solidFill>
                            <a:schemeClr val="tx1"/>
                          </a:solidFill>
                          <a:effectLst/>
                          <a:latin typeface="+mn-lt"/>
                        </a:rPr>
                        <a:t>              = </a:t>
                      </a:r>
                      <a:r>
                        <a:rPr kumimoji="0" lang="en-US" sz="1800" b="0" i="0" u="none" strike="noStrike" cap="none" normalizeH="0" baseline="0" dirty="0" err="1">
                          <a:ln>
                            <a:noFill/>
                          </a:ln>
                          <a:solidFill>
                            <a:schemeClr val="tx1"/>
                          </a:solidFill>
                          <a:effectLst/>
                          <a:latin typeface="+mn-lt"/>
                        </a:rPr>
                        <a:t>Rs</a:t>
                      </a:r>
                      <a:r>
                        <a:rPr kumimoji="0" lang="en-US" sz="1800" b="0" i="0" u="none" strike="noStrike" cap="none" normalizeH="0" baseline="0" dirty="0">
                          <a:ln>
                            <a:noFill/>
                          </a:ln>
                          <a:solidFill>
                            <a:schemeClr val="tx1"/>
                          </a:solidFill>
                          <a:effectLst/>
                          <a:latin typeface="+mn-lt"/>
                        </a:rPr>
                        <a:t> op SE(</a:t>
                      </a:r>
                      <a:r>
                        <a:rPr kumimoji="0" lang="en-US" sz="1800" b="0" i="0" u="none" strike="noStrike" cap="none" normalizeH="0" baseline="0" dirty="0" err="1">
                          <a:ln>
                            <a:noFill/>
                          </a:ln>
                          <a:solidFill>
                            <a:schemeClr val="tx1"/>
                          </a:solidFill>
                          <a:effectLst/>
                          <a:latin typeface="+mn-lt"/>
                        </a:rPr>
                        <a:t>Instr</a:t>
                      </a:r>
                      <a:r>
                        <a:rPr kumimoji="0" lang="en-US" sz="1800" b="0" i="0" u="none" strike="noStrike" cap="none" normalizeH="0" baseline="0" dirty="0">
                          <a:ln>
                            <a:noFill/>
                          </a:ln>
                          <a:solidFill>
                            <a:schemeClr val="tx1"/>
                          </a:solidFill>
                          <a:effectLst/>
                          <a:latin typeface="+mn-lt"/>
                        </a:rPr>
                        <a:t>[15:0])    # I-format</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800" b="0" i="0" u="none" strike="noStrike" cap="none" normalizeH="0" baseline="0" dirty="0">
                          <a:ln>
                            <a:noFill/>
                          </a:ln>
                          <a:solidFill>
                            <a:schemeClr val="tx1"/>
                          </a:solidFill>
                          <a:effectLst/>
                          <a:latin typeface="+mn-lt"/>
                        </a:rPr>
                        <a:t>Target = PC + 4 + SE(</a:t>
                      </a:r>
                      <a:r>
                        <a:rPr kumimoji="0" lang="en-US" sz="1800" b="0" i="0" u="none" strike="noStrike" cap="none" normalizeH="0" baseline="0" dirty="0" err="1">
                          <a:ln>
                            <a:noFill/>
                          </a:ln>
                          <a:solidFill>
                            <a:schemeClr val="tx1"/>
                          </a:solidFill>
                          <a:effectLst/>
                          <a:latin typeface="+mn-lt"/>
                        </a:rPr>
                        <a:t>Instr</a:t>
                      </a:r>
                      <a:r>
                        <a:rPr kumimoji="0" lang="en-US" sz="1800" b="0" i="0" u="none" strike="noStrike" cap="none" normalizeH="0" baseline="0" dirty="0">
                          <a:ln>
                            <a:noFill/>
                          </a:ln>
                          <a:solidFill>
                            <a:schemeClr val="tx1"/>
                          </a:solidFill>
                          <a:effectLst/>
                          <a:latin typeface="+mn-lt"/>
                        </a:rPr>
                        <a:t>[15:0] &lt;&lt; 2)</a:t>
                      </a: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bl>
          </a:graphicData>
        </a:graphic>
      </p:graphicFrame>
    </p:spTree>
    <p:custDataLst>
      <p:tags r:id="rId1"/>
    </p:custDataLst>
    <p:extLst>
      <p:ext uri="{BB962C8B-B14F-4D97-AF65-F5344CB8AC3E}">
        <p14:creationId xmlns:p14="http://schemas.microsoft.com/office/powerpoint/2010/main" val="99021737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CEDB7B7-F536-47F6-9A26-9B3F979B03B0}"/>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Multi-Cycle Processor</a:t>
            </a:r>
          </a:p>
        </p:txBody>
      </p:sp>
      <p:graphicFrame>
        <p:nvGraphicFramePr>
          <p:cNvPr id="214081" name="Group 65">
            <a:extLst>
              <a:ext uri="{FF2B5EF4-FFF2-40B4-BE49-F238E27FC236}">
                <a16:creationId xmlns:a16="http://schemas.microsoft.com/office/drawing/2014/main" id="{10C14A72-C2FF-4DE6-BDB0-D4A945963C71}"/>
              </a:ext>
            </a:extLst>
          </p:cNvPr>
          <p:cNvGraphicFramePr>
            <a:graphicFrameLocks noGrp="1"/>
          </p:cNvGraphicFramePr>
          <p:nvPr>
            <p:custDataLst>
              <p:tags r:id="rId3"/>
            </p:custDataLst>
            <p:extLst>
              <p:ext uri="{D42A27DB-BD31-4B8C-83A1-F6EECF244321}">
                <p14:modId xmlns:p14="http://schemas.microsoft.com/office/powerpoint/2010/main" val="522196423"/>
              </p:ext>
            </p:extLst>
          </p:nvPr>
        </p:nvGraphicFramePr>
        <p:xfrm>
          <a:off x="723900" y="1600200"/>
          <a:ext cx="7696200" cy="3761230"/>
        </p:xfrm>
        <a:graphic>
          <a:graphicData uri="http://schemas.openxmlformats.org/drawingml/2006/table">
            <a:tbl>
              <a:tblPr/>
              <a:tblGrid>
                <a:gridCol w="2781300">
                  <a:extLst>
                    <a:ext uri="{9D8B030D-6E8A-4147-A177-3AD203B41FA5}">
                      <a16:colId xmlns:a16="http://schemas.microsoft.com/office/drawing/2014/main" val="20000"/>
                    </a:ext>
                  </a:extLst>
                </a:gridCol>
                <a:gridCol w="4914900">
                  <a:extLst>
                    <a:ext uri="{9D8B030D-6E8A-4147-A177-3AD203B41FA5}">
                      <a16:colId xmlns:a16="http://schemas.microsoft.com/office/drawing/2014/main" val="20002"/>
                    </a:ext>
                  </a:extLst>
                </a:gridCol>
              </a:tblGrid>
              <a:tr h="4754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mn-lt"/>
                        </a:rPr>
                        <a:t>Stage</a:t>
                      </a:r>
                    </a:p>
                  </a:txBody>
                  <a:tcPr marT="45719" marB="45719"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mn-lt"/>
                        </a:rPr>
                        <a:t>Actions</a:t>
                      </a:r>
                    </a:p>
                  </a:txBody>
                  <a:tcPr marT="45719" marB="45719"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67519">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bg1">
                              <a:lumMod val="50000"/>
                            </a:schemeClr>
                          </a:solidFill>
                          <a:effectLst/>
                          <a:latin typeface="+mn-lt"/>
                        </a:rPr>
                        <a:t>Fetch (IF or F)</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 = MEM[PC]</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a:ln>
                            <a:noFill/>
                          </a:ln>
                          <a:solidFill>
                            <a:schemeClr val="bg1">
                              <a:lumMod val="50000"/>
                            </a:schemeClr>
                          </a:solidFill>
                          <a:effectLst/>
                          <a:latin typeface="+mn-lt"/>
                        </a:rPr>
                        <a:t>PC = PC + 4</a:t>
                      </a: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52289">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bg1">
                              <a:lumMod val="50000"/>
                            </a:schemeClr>
                          </a:solidFill>
                          <a:effectLst/>
                          <a:latin typeface="+mn-lt"/>
                        </a:rPr>
                        <a:t>Decode (ID or D)</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bg1">
                              <a:lumMod val="50000"/>
                            </a:schemeClr>
                          </a:solidFill>
                          <a:effectLst/>
                          <a:latin typeface="+mn-lt"/>
                        </a:rPr>
                        <a:t>Rs</a:t>
                      </a: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RegFile</a:t>
                      </a:r>
                      <a:r>
                        <a:rPr kumimoji="0" lang="en-US" sz="1800" b="0" i="0" u="none" strike="noStrike" cap="none" normalizeH="0" baseline="0" dirty="0">
                          <a:ln>
                            <a:noFill/>
                          </a:ln>
                          <a:solidFill>
                            <a:schemeClr val="bg1">
                              <a:lumMod val="50000"/>
                            </a:schemeClr>
                          </a:solidFill>
                          <a:effectLst/>
                          <a:latin typeface="+mn-lt"/>
                        </a:rPr>
                        <a:t>(</a:t>
                      </a: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[25:21])</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bg1">
                              <a:lumMod val="50000"/>
                            </a:schemeClr>
                          </a:solidFill>
                          <a:effectLst/>
                          <a:latin typeface="+mn-lt"/>
                        </a:rPr>
                        <a:t>Rt</a:t>
                      </a: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RegFile</a:t>
                      </a:r>
                      <a:r>
                        <a:rPr kumimoji="0" lang="en-US" sz="1800" b="0" i="0" u="none" strike="noStrike" cap="none" normalizeH="0" baseline="0" dirty="0">
                          <a:ln>
                            <a:noFill/>
                          </a:ln>
                          <a:solidFill>
                            <a:schemeClr val="bg1">
                              <a:lumMod val="50000"/>
                            </a:schemeClr>
                          </a:solidFill>
                          <a:effectLst/>
                          <a:latin typeface="+mn-lt"/>
                        </a:rPr>
                        <a:t>(</a:t>
                      </a: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[20:16])</a:t>
                      </a: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02411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bg1">
                              <a:lumMod val="50000"/>
                            </a:schemeClr>
                          </a:solidFill>
                          <a:effectLst/>
                          <a:latin typeface="+mn-lt"/>
                        </a:rPr>
                        <a:t>Execute (EX or X)</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bg1">
                              <a:lumMod val="50000"/>
                            </a:schemeClr>
                          </a:solidFill>
                          <a:effectLst/>
                          <a:latin typeface="+mn-lt"/>
                        </a:rPr>
                        <a:t>ALUout</a:t>
                      </a: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Rs</a:t>
                      </a:r>
                      <a:r>
                        <a:rPr kumimoji="0" lang="en-US" sz="1800" b="0" i="0" u="none" strike="noStrike" cap="none" normalizeH="0" baseline="0" dirty="0">
                          <a:ln>
                            <a:noFill/>
                          </a:ln>
                          <a:solidFill>
                            <a:schemeClr val="bg1">
                              <a:lumMod val="50000"/>
                            </a:schemeClr>
                          </a:solidFill>
                          <a:effectLst/>
                          <a:latin typeface="+mn-lt"/>
                        </a:rPr>
                        <a:t> op </a:t>
                      </a:r>
                      <a:r>
                        <a:rPr kumimoji="0" lang="en-US" sz="1800" b="0" i="0" u="none" strike="noStrike" cap="none" normalizeH="0" baseline="0" dirty="0" err="1">
                          <a:ln>
                            <a:noFill/>
                          </a:ln>
                          <a:solidFill>
                            <a:schemeClr val="bg1">
                              <a:lumMod val="50000"/>
                            </a:schemeClr>
                          </a:solidFill>
                          <a:effectLst/>
                          <a:latin typeface="+mn-lt"/>
                        </a:rPr>
                        <a:t>Rt</a:t>
                      </a:r>
                      <a:r>
                        <a:rPr kumimoji="0" lang="en-US" sz="1800" b="0" i="0" u="none" strike="noStrike" cap="none" normalizeH="0" baseline="0" dirty="0">
                          <a:ln>
                            <a:noFill/>
                          </a:ln>
                          <a:solidFill>
                            <a:schemeClr val="bg1">
                              <a:lumMod val="50000"/>
                            </a:schemeClr>
                          </a:solidFill>
                          <a:effectLst/>
                          <a:latin typeface="+mn-lt"/>
                        </a:rPr>
                        <a:t>    # R-format</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Rs</a:t>
                      </a:r>
                      <a:r>
                        <a:rPr kumimoji="0" lang="en-US" sz="1800" b="0" i="0" u="none" strike="noStrike" cap="none" normalizeH="0" baseline="0" dirty="0">
                          <a:ln>
                            <a:noFill/>
                          </a:ln>
                          <a:solidFill>
                            <a:schemeClr val="bg1">
                              <a:lumMod val="50000"/>
                            </a:schemeClr>
                          </a:solidFill>
                          <a:effectLst/>
                          <a:latin typeface="+mn-lt"/>
                        </a:rPr>
                        <a:t> op SE(</a:t>
                      </a: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[15:0])    # I-format</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800" b="0" i="0" u="none" strike="noStrike" cap="none" normalizeH="0" baseline="0" dirty="0">
                          <a:ln>
                            <a:noFill/>
                          </a:ln>
                          <a:solidFill>
                            <a:schemeClr val="bg1">
                              <a:lumMod val="50000"/>
                            </a:schemeClr>
                          </a:solidFill>
                          <a:effectLst/>
                          <a:latin typeface="+mn-lt"/>
                        </a:rPr>
                        <a:t>Target = PC + 4 + SE(</a:t>
                      </a: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[15:0] &lt;&lt; 2)</a:t>
                      </a: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71324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Memory (MEM or M)</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800" b="0" i="0" u="none" strike="noStrike" cap="none" normalizeH="0" baseline="0" dirty="0" err="1">
                          <a:ln>
                            <a:noFill/>
                          </a:ln>
                          <a:solidFill>
                            <a:schemeClr val="tx1"/>
                          </a:solidFill>
                          <a:effectLst/>
                          <a:latin typeface="+mn-lt"/>
                        </a:rPr>
                        <a:t>MEMout</a:t>
                      </a:r>
                      <a:r>
                        <a:rPr kumimoji="0" lang="en-US" sz="1800" b="0" i="0" u="none" strike="noStrike" cap="none" normalizeH="0" baseline="0" dirty="0">
                          <a:ln>
                            <a:noFill/>
                          </a:ln>
                          <a:solidFill>
                            <a:schemeClr val="tx1"/>
                          </a:solidFill>
                          <a:effectLst/>
                          <a:latin typeface="+mn-lt"/>
                        </a:rPr>
                        <a:t> = MEM[</a:t>
                      </a:r>
                      <a:r>
                        <a:rPr kumimoji="0" lang="en-US" sz="1800" b="0" i="0" u="none" strike="noStrike" cap="none" normalizeH="0" baseline="0" dirty="0" err="1">
                          <a:ln>
                            <a:noFill/>
                          </a:ln>
                          <a:solidFill>
                            <a:schemeClr val="tx1"/>
                          </a:solidFill>
                          <a:effectLst/>
                          <a:latin typeface="+mn-lt"/>
                        </a:rPr>
                        <a:t>ALUout</a:t>
                      </a:r>
                      <a:r>
                        <a:rPr kumimoji="0" lang="en-US" sz="1800" b="0" i="0" u="none" strike="noStrike" cap="none" normalizeH="0" baseline="0" dirty="0">
                          <a:ln>
                            <a:noFill/>
                          </a:ln>
                          <a:solidFill>
                            <a:schemeClr val="tx1"/>
                          </a:solidFill>
                          <a:effectLst/>
                          <a:latin typeface="+mn-lt"/>
                        </a:rPr>
                        <a:t>]    # </a:t>
                      </a:r>
                      <a:r>
                        <a:rPr kumimoji="0" lang="en-US" sz="1800" b="0" i="0" u="none" strike="noStrike" cap="none" normalizeH="0" baseline="0" dirty="0" err="1">
                          <a:ln>
                            <a:noFill/>
                          </a:ln>
                          <a:solidFill>
                            <a:schemeClr val="tx1"/>
                          </a:solidFill>
                          <a:effectLst/>
                          <a:latin typeface="+mn-lt"/>
                        </a:rPr>
                        <a:t>lw</a:t>
                      </a:r>
                      <a:endParaRPr kumimoji="0" lang="en-US" sz="1800" b="0" i="0" u="none" strike="noStrike" cap="none" normalizeH="0" baseline="0" dirty="0">
                        <a:ln>
                          <a:noFill/>
                        </a:ln>
                        <a:solidFill>
                          <a:schemeClr val="tx1"/>
                        </a:solidFill>
                        <a:effectLst/>
                        <a:latin typeface="+mn-lt"/>
                      </a:endParaRP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a:ln>
                            <a:noFill/>
                          </a:ln>
                          <a:solidFill>
                            <a:schemeClr val="tx1"/>
                          </a:solidFill>
                          <a:effectLst/>
                          <a:latin typeface="+mn-lt"/>
                        </a:rPr>
                        <a:t>MEM[</a:t>
                      </a:r>
                      <a:r>
                        <a:rPr kumimoji="0" lang="en-US" sz="1800" b="0" i="0" u="none" strike="noStrike" cap="none" normalizeH="0" baseline="0" dirty="0" err="1">
                          <a:ln>
                            <a:noFill/>
                          </a:ln>
                          <a:solidFill>
                            <a:schemeClr val="tx1"/>
                          </a:solidFill>
                          <a:effectLst/>
                          <a:latin typeface="+mn-lt"/>
                        </a:rPr>
                        <a:t>ALUout</a:t>
                      </a:r>
                      <a:r>
                        <a:rPr kumimoji="0" lang="en-US" sz="1800" b="0" i="0" u="none" strike="noStrike" cap="none" normalizeH="0" baseline="0" dirty="0">
                          <a:ln>
                            <a:noFill/>
                          </a:ln>
                          <a:solidFill>
                            <a:schemeClr val="tx1"/>
                          </a:solidFill>
                          <a:effectLst/>
                          <a:latin typeface="+mn-lt"/>
                        </a:rPr>
                        <a:t>] = </a:t>
                      </a:r>
                      <a:r>
                        <a:rPr kumimoji="0" lang="en-US" sz="1800" b="0" i="0" u="none" strike="noStrike" cap="none" normalizeH="0" baseline="0" dirty="0" err="1">
                          <a:ln>
                            <a:noFill/>
                          </a:ln>
                          <a:solidFill>
                            <a:schemeClr val="tx1"/>
                          </a:solidFill>
                          <a:effectLst/>
                          <a:latin typeface="+mn-lt"/>
                        </a:rPr>
                        <a:t>Rt</a:t>
                      </a:r>
                      <a:r>
                        <a:rPr kumimoji="0" lang="en-US" sz="1800" b="0" i="0" u="none" strike="noStrike" cap="none" normalizeH="0" baseline="0" dirty="0">
                          <a:ln>
                            <a:noFill/>
                          </a:ln>
                          <a:solidFill>
                            <a:schemeClr val="tx1"/>
                          </a:solidFill>
                          <a:effectLst/>
                          <a:latin typeface="+mn-lt"/>
                        </a:rPr>
                        <a:t>    # </a:t>
                      </a:r>
                      <a:r>
                        <a:rPr kumimoji="0" lang="en-US" sz="1800" b="0" i="0" u="none" strike="noStrike" cap="none" normalizeH="0" baseline="0" dirty="0" err="1">
                          <a:ln>
                            <a:noFill/>
                          </a:ln>
                          <a:solidFill>
                            <a:schemeClr val="tx1"/>
                          </a:solidFill>
                          <a:effectLst/>
                          <a:latin typeface="+mn-lt"/>
                        </a:rPr>
                        <a:t>sw</a:t>
                      </a:r>
                      <a:endParaRPr kumimoji="0" lang="en-US" sz="1800" b="0" i="0" u="none" strike="noStrike" cap="none" normalizeH="0" baseline="0" dirty="0">
                        <a:ln>
                          <a:noFill/>
                        </a:ln>
                        <a:solidFill>
                          <a:schemeClr val="tx1"/>
                        </a:solidFill>
                        <a:effectLst/>
                        <a:latin typeface="+mn-lt"/>
                      </a:endParaRP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800" b="0" i="0" u="none" strike="noStrike" cap="none" normalizeH="0" baseline="0" dirty="0">
                          <a:ln>
                            <a:noFill/>
                          </a:ln>
                          <a:solidFill>
                            <a:schemeClr val="tx1"/>
                          </a:solidFill>
                          <a:effectLst/>
                          <a:latin typeface="+mn-lt"/>
                        </a:rPr>
                        <a:t>if (</a:t>
                      </a:r>
                      <a:r>
                        <a:rPr kumimoji="0" lang="en-US" sz="1800" b="0" i="0" u="none" strike="noStrike" cap="none" normalizeH="0" baseline="0" dirty="0" err="1">
                          <a:ln>
                            <a:noFill/>
                          </a:ln>
                          <a:solidFill>
                            <a:schemeClr val="tx1"/>
                          </a:solidFill>
                          <a:effectLst/>
                          <a:latin typeface="+mn-lt"/>
                        </a:rPr>
                        <a:t>ALUout</a:t>
                      </a:r>
                      <a:r>
                        <a:rPr kumimoji="0" lang="en-US" sz="1800" b="0" i="0" u="none" strike="noStrike" cap="none" normalizeH="0" baseline="0" dirty="0">
                          <a:ln>
                            <a:noFill/>
                          </a:ln>
                          <a:solidFill>
                            <a:schemeClr val="tx1"/>
                          </a:solidFill>
                          <a:effectLst/>
                          <a:latin typeface="+mn-lt"/>
                        </a:rPr>
                        <a:t> == 0) PC = Target    # </a:t>
                      </a:r>
                      <a:r>
                        <a:rPr kumimoji="0" lang="en-US" sz="1800" b="0" i="0" u="none" strike="noStrike" cap="none" normalizeH="0" baseline="0" dirty="0" err="1">
                          <a:ln>
                            <a:noFill/>
                          </a:ln>
                          <a:solidFill>
                            <a:schemeClr val="tx1"/>
                          </a:solidFill>
                          <a:effectLst/>
                          <a:latin typeface="+mn-lt"/>
                        </a:rPr>
                        <a:t>beq</a:t>
                      </a:r>
                      <a:endParaRPr kumimoji="0" lang="en-US" sz="1800" b="0" i="0" u="none" strike="noStrike" cap="none" normalizeH="0" baseline="0" dirty="0">
                        <a:ln>
                          <a:noFill/>
                        </a:ln>
                        <a:solidFill>
                          <a:schemeClr val="tx1"/>
                        </a:solidFill>
                        <a:effectLst/>
                        <a:latin typeface="+mn-lt"/>
                      </a:endParaRP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65662051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5CEDB7B7-F536-47F6-9A26-9B3F979B03B0}"/>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Multi-Cycle Processor</a:t>
            </a:r>
          </a:p>
        </p:txBody>
      </p:sp>
      <p:graphicFrame>
        <p:nvGraphicFramePr>
          <p:cNvPr id="214081" name="Group 65">
            <a:extLst>
              <a:ext uri="{FF2B5EF4-FFF2-40B4-BE49-F238E27FC236}">
                <a16:creationId xmlns:a16="http://schemas.microsoft.com/office/drawing/2014/main" id="{10C14A72-C2FF-4DE6-BDB0-D4A945963C71}"/>
              </a:ext>
            </a:extLst>
          </p:cNvPr>
          <p:cNvGraphicFramePr>
            <a:graphicFrameLocks noGrp="1"/>
          </p:cNvGraphicFramePr>
          <p:nvPr>
            <p:custDataLst>
              <p:tags r:id="rId3"/>
            </p:custDataLst>
            <p:extLst>
              <p:ext uri="{D42A27DB-BD31-4B8C-83A1-F6EECF244321}">
                <p14:modId xmlns:p14="http://schemas.microsoft.com/office/powerpoint/2010/main" val="1676433162"/>
              </p:ext>
            </p:extLst>
          </p:nvPr>
        </p:nvGraphicFramePr>
        <p:xfrm>
          <a:off x="723900" y="1600200"/>
          <a:ext cx="7696200" cy="4703060"/>
        </p:xfrm>
        <a:graphic>
          <a:graphicData uri="http://schemas.openxmlformats.org/drawingml/2006/table">
            <a:tbl>
              <a:tblPr/>
              <a:tblGrid>
                <a:gridCol w="2781300">
                  <a:extLst>
                    <a:ext uri="{9D8B030D-6E8A-4147-A177-3AD203B41FA5}">
                      <a16:colId xmlns:a16="http://schemas.microsoft.com/office/drawing/2014/main" val="20000"/>
                    </a:ext>
                  </a:extLst>
                </a:gridCol>
                <a:gridCol w="4914900">
                  <a:extLst>
                    <a:ext uri="{9D8B030D-6E8A-4147-A177-3AD203B41FA5}">
                      <a16:colId xmlns:a16="http://schemas.microsoft.com/office/drawing/2014/main" val="20002"/>
                    </a:ext>
                  </a:extLst>
                </a:gridCol>
              </a:tblGrid>
              <a:tr h="4754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mn-lt"/>
                        </a:rPr>
                        <a:t>Stage</a:t>
                      </a:r>
                    </a:p>
                  </a:txBody>
                  <a:tcPr marT="45719" marB="45719"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1" i="0" u="none" strike="noStrike" cap="none" normalizeH="0" baseline="0" dirty="0">
                          <a:ln>
                            <a:noFill/>
                          </a:ln>
                          <a:solidFill>
                            <a:schemeClr val="tx1"/>
                          </a:solidFill>
                          <a:effectLst/>
                          <a:latin typeface="+mn-lt"/>
                        </a:rPr>
                        <a:t>Actions</a:t>
                      </a:r>
                    </a:p>
                  </a:txBody>
                  <a:tcPr marT="45719" marB="45719"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667519">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bg1">
                              <a:lumMod val="50000"/>
                            </a:schemeClr>
                          </a:solidFill>
                          <a:effectLst/>
                          <a:latin typeface="+mn-lt"/>
                        </a:rPr>
                        <a:t>Fetch (IF or F)</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 = MEM[PC]</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a:ln>
                            <a:noFill/>
                          </a:ln>
                          <a:solidFill>
                            <a:schemeClr val="bg1">
                              <a:lumMod val="50000"/>
                            </a:schemeClr>
                          </a:solidFill>
                          <a:effectLst/>
                          <a:latin typeface="+mn-lt"/>
                        </a:rPr>
                        <a:t>PC = PC + 4</a:t>
                      </a: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652289">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bg1">
                              <a:lumMod val="50000"/>
                            </a:schemeClr>
                          </a:solidFill>
                          <a:effectLst/>
                          <a:latin typeface="+mn-lt"/>
                        </a:rPr>
                        <a:t>Decode (ID or D)</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bg1">
                              <a:lumMod val="50000"/>
                            </a:schemeClr>
                          </a:solidFill>
                          <a:effectLst/>
                          <a:latin typeface="+mn-lt"/>
                        </a:rPr>
                        <a:t>Rs</a:t>
                      </a: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RegFile</a:t>
                      </a:r>
                      <a:r>
                        <a:rPr kumimoji="0" lang="en-US" sz="1800" b="0" i="0" u="none" strike="noStrike" cap="none" normalizeH="0" baseline="0" dirty="0">
                          <a:ln>
                            <a:noFill/>
                          </a:ln>
                          <a:solidFill>
                            <a:schemeClr val="bg1">
                              <a:lumMod val="50000"/>
                            </a:schemeClr>
                          </a:solidFill>
                          <a:effectLst/>
                          <a:latin typeface="+mn-lt"/>
                        </a:rPr>
                        <a:t>(</a:t>
                      </a: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[25:21])</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bg1">
                              <a:lumMod val="50000"/>
                            </a:schemeClr>
                          </a:solidFill>
                          <a:effectLst/>
                          <a:latin typeface="+mn-lt"/>
                        </a:rPr>
                        <a:t>Rt</a:t>
                      </a: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RegFile</a:t>
                      </a:r>
                      <a:r>
                        <a:rPr kumimoji="0" lang="en-US" sz="1800" b="0" i="0" u="none" strike="noStrike" cap="none" normalizeH="0" baseline="0" dirty="0">
                          <a:ln>
                            <a:noFill/>
                          </a:ln>
                          <a:solidFill>
                            <a:schemeClr val="bg1">
                              <a:lumMod val="50000"/>
                            </a:schemeClr>
                          </a:solidFill>
                          <a:effectLst/>
                          <a:latin typeface="+mn-lt"/>
                        </a:rPr>
                        <a:t>(</a:t>
                      </a: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[20:16])</a:t>
                      </a: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102411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bg1">
                              <a:lumMod val="50000"/>
                            </a:schemeClr>
                          </a:solidFill>
                          <a:effectLst/>
                          <a:latin typeface="+mn-lt"/>
                        </a:rPr>
                        <a:t>Execute (EX or X)</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err="1">
                          <a:ln>
                            <a:noFill/>
                          </a:ln>
                          <a:solidFill>
                            <a:schemeClr val="bg1">
                              <a:lumMod val="50000"/>
                            </a:schemeClr>
                          </a:solidFill>
                          <a:effectLst/>
                          <a:latin typeface="+mn-lt"/>
                        </a:rPr>
                        <a:t>ALUout</a:t>
                      </a: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Rs</a:t>
                      </a:r>
                      <a:r>
                        <a:rPr kumimoji="0" lang="en-US" sz="1800" b="0" i="0" u="none" strike="noStrike" cap="none" normalizeH="0" baseline="0" dirty="0">
                          <a:ln>
                            <a:noFill/>
                          </a:ln>
                          <a:solidFill>
                            <a:schemeClr val="bg1">
                              <a:lumMod val="50000"/>
                            </a:schemeClr>
                          </a:solidFill>
                          <a:effectLst/>
                          <a:latin typeface="+mn-lt"/>
                        </a:rPr>
                        <a:t> op </a:t>
                      </a:r>
                      <a:r>
                        <a:rPr kumimoji="0" lang="en-US" sz="1800" b="0" i="0" u="none" strike="noStrike" cap="none" normalizeH="0" baseline="0" dirty="0" err="1">
                          <a:ln>
                            <a:noFill/>
                          </a:ln>
                          <a:solidFill>
                            <a:schemeClr val="bg1">
                              <a:lumMod val="50000"/>
                            </a:schemeClr>
                          </a:solidFill>
                          <a:effectLst/>
                          <a:latin typeface="+mn-lt"/>
                        </a:rPr>
                        <a:t>Rt</a:t>
                      </a:r>
                      <a:r>
                        <a:rPr kumimoji="0" lang="en-US" sz="1800" b="0" i="0" u="none" strike="noStrike" cap="none" normalizeH="0" baseline="0" dirty="0">
                          <a:ln>
                            <a:noFill/>
                          </a:ln>
                          <a:solidFill>
                            <a:schemeClr val="bg1">
                              <a:lumMod val="50000"/>
                            </a:schemeClr>
                          </a:solidFill>
                          <a:effectLst/>
                          <a:latin typeface="+mn-lt"/>
                        </a:rPr>
                        <a:t>    # R-format</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Rs</a:t>
                      </a:r>
                      <a:r>
                        <a:rPr kumimoji="0" lang="en-US" sz="1800" b="0" i="0" u="none" strike="noStrike" cap="none" normalizeH="0" baseline="0" dirty="0">
                          <a:ln>
                            <a:noFill/>
                          </a:ln>
                          <a:solidFill>
                            <a:schemeClr val="bg1">
                              <a:lumMod val="50000"/>
                            </a:schemeClr>
                          </a:solidFill>
                          <a:effectLst/>
                          <a:latin typeface="+mn-lt"/>
                        </a:rPr>
                        <a:t> op SE(</a:t>
                      </a: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[15:0])    # I-format</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800" b="0" i="0" u="none" strike="noStrike" cap="none" normalizeH="0" baseline="0" dirty="0">
                          <a:ln>
                            <a:noFill/>
                          </a:ln>
                          <a:solidFill>
                            <a:schemeClr val="bg1">
                              <a:lumMod val="50000"/>
                            </a:schemeClr>
                          </a:solidFill>
                          <a:effectLst/>
                          <a:latin typeface="+mn-lt"/>
                        </a:rPr>
                        <a:t>Target = PC + 4 + SE(</a:t>
                      </a:r>
                      <a:r>
                        <a:rPr kumimoji="0" lang="en-US" sz="1800" b="0" i="0" u="none" strike="noStrike" cap="none" normalizeH="0" baseline="0" dirty="0" err="1">
                          <a:ln>
                            <a:noFill/>
                          </a:ln>
                          <a:solidFill>
                            <a:schemeClr val="bg1">
                              <a:lumMod val="50000"/>
                            </a:schemeClr>
                          </a:solidFill>
                          <a:effectLst/>
                          <a:latin typeface="+mn-lt"/>
                        </a:rPr>
                        <a:t>Instr</a:t>
                      </a:r>
                      <a:r>
                        <a:rPr kumimoji="0" lang="en-US" sz="1800" b="0" i="0" u="none" strike="noStrike" cap="none" normalizeH="0" baseline="0" dirty="0">
                          <a:ln>
                            <a:noFill/>
                          </a:ln>
                          <a:solidFill>
                            <a:schemeClr val="bg1">
                              <a:lumMod val="50000"/>
                            </a:schemeClr>
                          </a:solidFill>
                          <a:effectLst/>
                          <a:latin typeface="+mn-lt"/>
                        </a:rPr>
                        <a:t>[15:0] &lt;&lt; 2)</a:t>
                      </a: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713240">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bg1">
                              <a:lumMod val="50000"/>
                            </a:schemeClr>
                          </a:solidFill>
                          <a:effectLst/>
                          <a:latin typeface="+mn-lt"/>
                        </a:rPr>
                        <a:t>Memory (MEM or M)</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800" b="0" i="0" u="none" strike="noStrike" cap="none" normalizeH="0" baseline="0" dirty="0" err="1">
                          <a:ln>
                            <a:noFill/>
                          </a:ln>
                          <a:solidFill>
                            <a:schemeClr val="bg1">
                              <a:lumMod val="50000"/>
                            </a:schemeClr>
                          </a:solidFill>
                          <a:effectLst/>
                          <a:latin typeface="+mn-lt"/>
                        </a:rPr>
                        <a:t>MEMout</a:t>
                      </a:r>
                      <a:r>
                        <a:rPr kumimoji="0" lang="en-US" sz="1800" b="0" i="0" u="none" strike="noStrike" cap="none" normalizeH="0" baseline="0" dirty="0">
                          <a:ln>
                            <a:noFill/>
                          </a:ln>
                          <a:solidFill>
                            <a:schemeClr val="bg1">
                              <a:lumMod val="50000"/>
                            </a:schemeClr>
                          </a:solidFill>
                          <a:effectLst/>
                          <a:latin typeface="+mn-lt"/>
                        </a:rPr>
                        <a:t> = MEM[</a:t>
                      </a:r>
                      <a:r>
                        <a:rPr kumimoji="0" lang="en-US" sz="1800" b="0" i="0" u="none" strike="noStrike" cap="none" normalizeH="0" baseline="0" dirty="0" err="1">
                          <a:ln>
                            <a:noFill/>
                          </a:ln>
                          <a:solidFill>
                            <a:schemeClr val="bg1">
                              <a:lumMod val="50000"/>
                            </a:schemeClr>
                          </a:solidFill>
                          <a:effectLst/>
                          <a:latin typeface="+mn-lt"/>
                        </a:rPr>
                        <a:t>ALUout</a:t>
                      </a: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lw</a:t>
                      </a:r>
                      <a:endParaRPr kumimoji="0" lang="en-US" sz="1800" b="0" i="0" u="none" strike="noStrike" cap="none" normalizeH="0" baseline="0" dirty="0">
                        <a:ln>
                          <a:noFill/>
                        </a:ln>
                        <a:solidFill>
                          <a:schemeClr val="bg1">
                            <a:lumMod val="50000"/>
                          </a:schemeClr>
                        </a:solidFill>
                        <a:effectLst/>
                        <a:latin typeface="+mn-lt"/>
                      </a:endParaRP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0" i="0" u="none" strike="noStrike" cap="none" normalizeH="0" baseline="0" dirty="0">
                          <a:ln>
                            <a:noFill/>
                          </a:ln>
                          <a:solidFill>
                            <a:schemeClr val="bg1">
                              <a:lumMod val="50000"/>
                            </a:schemeClr>
                          </a:solidFill>
                          <a:effectLst/>
                          <a:latin typeface="+mn-lt"/>
                        </a:rPr>
                        <a:t>MEM[</a:t>
                      </a:r>
                      <a:r>
                        <a:rPr kumimoji="0" lang="en-US" sz="1800" b="0" i="0" u="none" strike="noStrike" cap="none" normalizeH="0" baseline="0" dirty="0" err="1">
                          <a:ln>
                            <a:noFill/>
                          </a:ln>
                          <a:solidFill>
                            <a:schemeClr val="bg1">
                              <a:lumMod val="50000"/>
                            </a:schemeClr>
                          </a:solidFill>
                          <a:effectLst/>
                          <a:latin typeface="+mn-lt"/>
                        </a:rPr>
                        <a:t>ALUout</a:t>
                      </a: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Rt</a:t>
                      </a:r>
                      <a:r>
                        <a:rPr kumimoji="0" lang="en-US" sz="1800" b="0" i="0" u="none" strike="noStrike" cap="none" normalizeH="0" baseline="0" dirty="0">
                          <a:ln>
                            <a:noFill/>
                          </a:ln>
                          <a:solidFill>
                            <a:schemeClr val="bg1">
                              <a:lumMod val="50000"/>
                            </a:schemeClr>
                          </a:solidFill>
                          <a:effectLst/>
                          <a:latin typeface="+mn-lt"/>
                        </a:rPr>
                        <a:t>    # </a:t>
                      </a:r>
                      <a:r>
                        <a:rPr kumimoji="0" lang="en-US" sz="1800" b="0" i="0" u="none" strike="noStrike" cap="none" normalizeH="0" baseline="0" dirty="0" err="1">
                          <a:ln>
                            <a:noFill/>
                          </a:ln>
                          <a:solidFill>
                            <a:schemeClr val="bg1">
                              <a:lumMod val="50000"/>
                            </a:schemeClr>
                          </a:solidFill>
                          <a:effectLst/>
                          <a:latin typeface="+mn-lt"/>
                        </a:rPr>
                        <a:t>sw</a:t>
                      </a:r>
                      <a:endParaRPr kumimoji="0" lang="en-US" sz="1800" b="0" i="0" u="none" strike="noStrike" cap="none" normalizeH="0" baseline="0" dirty="0">
                        <a:ln>
                          <a:noFill/>
                        </a:ln>
                        <a:solidFill>
                          <a:schemeClr val="bg1">
                            <a:lumMod val="50000"/>
                          </a:schemeClr>
                        </a:solidFill>
                        <a:effectLst/>
                        <a:latin typeface="+mn-lt"/>
                      </a:endParaRP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800" b="0" i="0" u="none" strike="noStrike" cap="none" normalizeH="0" baseline="0" dirty="0">
                          <a:ln>
                            <a:noFill/>
                          </a:ln>
                          <a:solidFill>
                            <a:schemeClr val="bg1">
                              <a:lumMod val="50000"/>
                            </a:schemeClr>
                          </a:solidFill>
                          <a:effectLst/>
                          <a:latin typeface="+mn-lt"/>
                        </a:rPr>
                        <a:t>if (</a:t>
                      </a:r>
                      <a:r>
                        <a:rPr kumimoji="0" lang="en-US" sz="1800" b="0" i="0" u="none" strike="noStrike" cap="none" normalizeH="0" baseline="0" dirty="0" err="1">
                          <a:ln>
                            <a:noFill/>
                          </a:ln>
                          <a:solidFill>
                            <a:schemeClr val="bg1">
                              <a:lumMod val="50000"/>
                            </a:schemeClr>
                          </a:solidFill>
                          <a:effectLst/>
                          <a:latin typeface="+mn-lt"/>
                        </a:rPr>
                        <a:t>ALUout</a:t>
                      </a:r>
                      <a:r>
                        <a:rPr kumimoji="0" lang="en-US" sz="1800" b="0" i="0" u="none" strike="noStrike" cap="none" normalizeH="0" baseline="0" dirty="0">
                          <a:ln>
                            <a:noFill/>
                          </a:ln>
                          <a:solidFill>
                            <a:schemeClr val="bg1">
                              <a:lumMod val="50000"/>
                            </a:schemeClr>
                          </a:solidFill>
                          <a:effectLst/>
                          <a:latin typeface="+mn-lt"/>
                        </a:rPr>
                        <a:t> == 0) PC = Target    # </a:t>
                      </a:r>
                      <a:r>
                        <a:rPr kumimoji="0" lang="en-US" sz="1800" b="0" i="0" u="none" strike="noStrike" cap="none" normalizeH="0" baseline="0" dirty="0" err="1">
                          <a:ln>
                            <a:noFill/>
                          </a:ln>
                          <a:solidFill>
                            <a:schemeClr val="bg1">
                              <a:lumMod val="50000"/>
                            </a:schemeClr>
                          </a:solidFill>
                          <a:effectLst/>
                          <a:latin typeface="+mn-lt"/>
                        </a:rPr>
                        <a:t>beq</a:t>
                      </a:r>
                      <a:endParaRPr kumimoji="0" lang="en-US" sz="1800" b="0" i="0" u="none" strike="noStrike" cap="none" normalizeH="0" baseline="0" dirty="0">
                        <a:ln>
                          <a:noFill/>
                        </a:ln>
                        <a:solidFill>
                          <a:schemeClr val="bg1">
                            <a:lumMod val="50000"/>
                          </a:schemeClr>
                        </a:solidFill>
                        <a:effectLst/>
                        <a:latin typeface="+mn-lt"/>
                      </a:endParaRP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475481">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2000" b="0" i="0" u="none" strike="noStrike" cap="none" normalizeH="0" baseline="0" dirty="0">
                          <a:ln>
                            <a:noFill/>
                          </a:ln>
                          <a:solidFill>
                            <a:schemeClr val="tx1"/>
                          </a:solidFill>
                          <a:effectLst/>
                          <a:latin typeface="+mn-lt"/>
                        </a:rPr>
                        <a:t>Writeback (WB or W)</a:t>
                      </a:r>
                    </a:p>
                  </a:txBody>
                  <a:tcPr marT="45719" marB="45719"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800" b="0" i="0" u="none" strike="noStrike" cap="none" normalizeH="0" baseline="0" dirty="0" err="1">
                          <a:ln>
                            <a:noFill/>
                          </a:ln>
                          <a:solidFill>
                            <a:schemeClr val="tx1"/>
                          </a:solidFill>
                          <a:effectLst/>
                          <a:latin typeface="+mn-lt"/>
                        </a:rPr>
                        <a:t>RegFile</a:t>
                      </a:r>
                      <a:r>
                        <a:rPr kumimoji="0" lang="en-US" sz="1800" b="0" i="0" u="none" strike="noStrike" cap="none" normalizeH="0" baseline="0" dirty="0">
                          <a:ln>
                            <a:noFill/>
                          </a:ln>
                          <a:solidFill>
                            <a:schemeClr val="tx1"/>
                          </a:solidFill>
                          <a:effectLst/>
                          <a:latin typeface="+mn-lt"/>
                        </a:rPr>
                        <a:t>(</a:t>
                      </a:r>
                      <a:r>
                        <a:rPr kumimoji="0" lang="en-US" sz="1800" b="0" i="0" u="none" strike="noStrike" cap="none" normalizeH="0" baseline="0" dirty="0" err="1">
                          <a:ln>
                            <a:noFill/>
                          </a:ln>
                          <a:solidFill>
                            <a:schemeClr val="tx1"/>
                          </a:solidFill>
                          <a:effectLst/>
                          <a:latin typeface="+mn-lt"/>
                        </a:rPr>
                        <a:t>Instr</a:t>
                      </a:r>
                      <a:r>
                        <a:rPr kumimoji="0" lang="en-US" sz="1800" b="0" i="0" u="none" strike="noStrike" cap="none" normalizeH="0" baseline="0" dirty="0">
                          <a:ln>
                            <a:noFill/>
                          </a:ln>
                          <a:solidFill>
                            <a:schemeClr val="tx1"/>
                          </a:solidFill>
                          <a:effectLst/>
                          <a:latin typeface="+mn-lt"/>
                        </a:rPr>
                        <a:t>[15:11]</a:t>
                      </a:r>
                      <a:r>
                        <a:rPr kumimoji="0" lang="en-US" sz="1600" b="0" i="0" u="none" strike="noStrike" cap="none" normalizeH="0" baseline="0" dirty="0">
                          <a:ln>
                            <a:noFill/>
                          </a:ln>
                          <a:solidFill>
                            <a:schemeClr val="tx1"/>
                          </a:solidFill>
                          <a:effectLst/>
                          <a:latin typeface="+mn-lt"/>
                        </a:rPr>
                        <a:t>)</a:t>
                      </a:r>
                      <a:r>
                        <a:rPr kumimoji="0" lang="en-US" sz="1800" b="0" i="0" u="none" strike="noStrike" cap="none" normalizeH="0" baseline="0" dirty="0">
                          <a:ln>
                            <a:noFill/>
                          </a:ln>
                          <a:solidFill>
                            <a:schemeClr val="tx1"/>
                          </a:solidFill>
                          <a:effectLst/>
                          <a:latin typeface="+mn-lt"/>
                        </a:rPr>
                        <a:t> = </a:t>
                      </a:r>
                      <a:r>
                        <a:rPr kumimoji="0" lang="en-US" sz="1800" b="0" i="0" u="none" strike="noStrike" cap="none" normalizeH="0" baseline="0" dirty="0" err="1">
                          <a:ln>
                            <a:noFill/>
                          </a:ln>
                          <a:solidFill>
                            <a:schemeClr val="tx1"/>
                          </a:solidFill>
                          <a:effectLst/>
                          <a:latin typeface="+mn-lt"/>
                        </a:rPr>
                        <a:t>ALUout</a:t>
                      </a:r>
                      <a:r>
                        <a:rPr kumimoji="0" lang="en-US" sz="1800" b="0" i="0" u="none" strike="noStrike" cap="none" normalizeH="0" baseline="0" dirty="0">
                          <a:ln>
                            <a:noFill/>
                          </a:ln>
                          <a:solidFill>
                            <a:schemeClr val="tx1"/>
                          </a:solidFill>
                          <a:effectLst/>
                          <a:latin typeface="+mn-lt"/>
                        </a:rPr>
                        <a:t>    # R-format</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800" b="0" i="0" u="none" strike="noStrike" cap="none" normalizeH="0" baseline="0" dirty="0" err="1">
                          <a:ln>
                            <a:noFill/>
                          </a:ln>
                          <a:solidFill>
                            <a:schemeClr val="tx1"/>
                          </a:solidFill>
                          <a:effectLst/>
                          <a:latin typeface="+mn-lt"/>
                        </a:rPr>
                        <a:t>RegFile</a:t>
                      </a:r>
                      <a:r>
                        <a:rPr kumimoji="0" lang="en-US" sz="1800" b="0" i="0" u="none" strike="noStrike" cap="none" normalizeH="0" baseline="0" dirty="0">
                          <a:ln>
                            <a:noFill/>
                          </a:ln>
                          <a:solidFill>
                            <a:schemeClr val="tx1"/>
                          </a:solidFill>
                          <a:effectLst/>
                          <a:latin typeface="+mn-lt"/>
                        </a:rPr>
                        <a:t>(</a:t>
                      </a:r>
                      <a:r>
                        <a:rPr kumimoji="0" lang="en-US" sz="1800" b="0" i="0" u="none" strike="noStrike" cap="none" normalizeH="0" baseline="0" dirty="0" err="1">
                          <a:ln>
                            <a:noFill/>
                          </a:ln>
                          <a:solidFill>
                            <a:schemeClr val="tx1"/>
                          </a:solidFill>
                          <a:effectLst/>
                          <a:latin typeface="+mn-lt"/>
                        </a:rPr>
                        <a:t>Instr</a:t>
                      </a:r>
                      <a:r>
                        <a:rPr kumimoji="0" lang="en-US" sz="1800" b="0" i="0" u="none" strike="noStrike" cap="none" normalizeH="0" baseline="0" dirty="0">
                          <a:ln>
                            <a:noFill/>
                          </a:ln>
                          <a:solidFill>
                            <a:schemeClr val="tx1"/>
                          </a:solidFill>
                          <a:effectLst/>
                          <a:latin typeface="+mn-lt"/>
                        </a:rPr>
                        <a:t>[20:16</a:t>
                      </a:r>
                      <a:r>
                        <a:rPr kumimoji="0" lang="en-US" sz="1600" b="0" i="0" u="none" strike="noStrike" cap="none" normalizeH="0" baseline="0" dirty="0">
                          <a:ln>
                            <a:noFill/>
                          </a:ln>
                          <a:solidFill>
                            <a:schemeClr val="tx1"/>
                          </a:solidFill>
                          <a:effectLst/>
                          <a:latin typeface="+mn-lt"/>
                        </a:rPr>
                        <a:t>])</a:t>
                      </a:r>
                      <a:r>
                        <a:rPr kumimoji="0" lang="en-US" sz="1800" b="0" i="0" u="none" strike="noStrike" cap="none" normalizeH="0" baseline="0" dirty="0">
                          <a:ln>
                            <a:noFill/>
                          </a:ln>
                          <a:solidFill>
                            <a:schemeClr val="tx1"/>
                          </a:solidFill>
                          <a:effectLst/>
                          <a:latin typeface="+mn-lt"/>
                        </a:rPr>
                        <a:t> = </a:t>
                      </a:r>
                      <a:r>
                        <a:rPr kumimoji="0" lang="en-US" sz="1800" b="0" i="0" u="none" strike="noStrike" cap="none" normalizeH="0" baseline="0" dirty="0" err="1">
                          <a:ln>
                            <a:noFill/>
                          </a:ln>
                          <a:solidFill>
                            <a:schemeClr val="tx1"/>
                          </a:solidFill>
                          <a:effectLst/>
                          <a:latin typeface="+mn-lt"/>
                        </a:rPr>
                        <a:t>ALUout</a:t>
                      </a:r>
                      <a:r>
                        <a:rPr kumimoji="0" lang="en-US" sz="1800" b="0" i="0" u="none" strike="noStrike" cap="none" normalizeH="0" baseline="0" dirty="0">
                          <a:ln>
                            <a:noFill/>
                          </a:ln>
                          <a:solidFill>
                            <a:schemeClr val="tx1"/>
                          </a:solidFill>
                          <a:effectLst/>
                          <a:latin typeface="+mn-lt"/>
                        </a:rPr>
                        <a:t>    # I-format</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defRPr/>
                      </a:pPr>
                      <a:r>
                        <a:rPr kumimoji="0" lang="en-US" sz="1800" b="0" i="0" u="none" strike="noStrike" cap="none" normalizeH="0" baseline="0" dirty="0" err="1">
                          <a:ln>
                            <a:noFill/>
                          </a:ln>
                          <a:solidFill>
                            <a:schemeClr val="tx1"/>
                          </a:solidFill>
                          <a:effectLst/>
                          <a:latin typeface="+mn-lt"/>
                        </a:rPr>
                        <a:t>RegFile</a:t>
                      </a:r>
                      <a:r>
                        <a:rPr kumimoji="0" lang="en-US" sz="1800" b="0" i="0" u="none" strike="noStrike" cap="none" normalizeH="0" baseline="0" dirty="0">
                          <a:ln>
                            <a:noFill/>
                          </a:ln>
                          <a:solidFill>
                            <a:schemeClr val="tx1"/>
                          </a:solidFill>
                          <a:effectLst/>
                          <a:latin typeface="+mn-lt"/>
                        </a:rPr>
                        <a:t>(</a:t>
                      </a:r>
                      <a:r>
                        <a:rPr kumimoji="0" lang="en-US" sz="1800" b="0" i="0" u="none" strike="noStrike" cap="none" normalizeH="0" baseline="0" dirty="0" err="1">
                          <a:ln>
                            <a:noFill/>
                          </a:ln>
                          <a:solidFill>
                            <a:schemeClr val="tx1"/>
                          </a:solidFill>
                          <a:effectLst/>
                          <a:latin typeface="+mn-lt"/>
                        </a:rPr>
                        <a:t>Instr</a:t>
                      </a:r>
                      <a:r>
                        <a:rPr kumimoji="0" lang="en-US" sz="1800" b="0" i="0" u="none" strike="noStrike" cap="none" normalizeH="0" baseline="0" dirty="0">
                          <a:ln>
                            <a:noFill/>
                          </a:ln>
                          <a:solidFill>
                            <a:schemeClr val="tx1"/>
                          </a:solidFill>
                          <a:effectLst/>
                          <a:latin typeface="+mn-lt"/>
                        </a:rPr>
                        <a:t>[20:16]) = </a:t>
                      </a:r>
                      <a:r>
                        <a:rPr kumimoji="0" lang="en-US" sz="1800" b="0" i="0" u="none" strike="noStrike" cap="none" normalizeH="0" baseline="0" dirty="0" err="1">
                          <a:ln>
                            <a:noFill/>
                          </a:ln>
                          <a:solidFill>
                            <a:schemeClr val="tx1"/>
                          </a:solidFill>
                          <a:effectLst/>
                          <a:latin typeface="+mn-lt"/>
                        </a:rPr>
                        <a:t>MEMout</a:t>
                      </a:r>
                      <a:r>
                        <a:rPr kumimoji="0" lang="en-US" sz="1800" b="0" i="0" u="none" strike="noStrike" cap="none" normalizeH="0" baseline="0" dirty="0">
                          <a:ln>
                            <a:noFill/>
                          </a:ln>
                          <a:solidFill>
                            <a:schemeClr val="tx1"/>
                          </a:solidFill>
                          <a:effectLst/>
                          <a:latin typeface="+mn-lt"/>
                        </a:rPr>
                        <a:t>    # </a:t>
                      </a:r>
                      <a:r>
                        <a:rPr kumimoji="0" lang="en-US" sz="1800" b="0" i="0" u="none" strike="noStrike" cap="none" normalizeH="0" baseline="0" dirty="0" err="1">
                          <a:ln>
                            <a:noFill/>
                          </a:ln>
                          <a:solidFill>
                            <a:schemeClr val="tx1"/>
                          </a:solidFill>
                          <a:effectLst/>
                          <a:latin typeface="+mn-lt"/>
                        </a:rPr>
                        <a:t>lw</a:t>
                      </a:r>
                      <a:endParaRPr kumimoji="0" lang="en-US" sz="1800" b="0" i="0" u="none" strike="noStrike" cap="none" normalizeH="0" baseline="0" dirty="0">
                        <a:ln>
                          <a:noFill/>
                        </a:ln>
                        <a:solidFill>
                          <a:schemeClr val="tx1"/>
                        </a:solidFill>
                        <a:effectLst/>
                        <a:latin typeface="+mn-lt"/>
                      </a:endParaRPr>
                    </a:p>
                  </a:txBody>
                  <a:tcPr marT="45719" marB="45719"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bl>
          </a:graphicData>
        </a:graphic>
      </p:graphicFrame>
    </p:spTree>
    <p:custDataLst>
      <p:tags r:id="rId1"/>
    </p:custDataLst>
    <p:extLst>
      <p:ext uri="{BB962C8B-B14F-4D97-AF65-F5344CB8AC3E}">
        <p14:creationId xmlns:p14="http://schemas.microsoft.com/office/powerpoint/2010/main" val="736646406"/>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Multi-Cycle Processor</a:t>
            </a:r>
          </a:p>
        </p:txBody>
      </p:sp>
      <p:sp>
        <p:nvSpPr>
          <p:cNvPr id="2056" name="Rectangle 3"/>
          <p:cNvSpPr>
            <a:spLocks noGrp="1" noChangeArrowheads="1"/>
          </p:cNvSpPr>
          <p:nvPr>
            <p:ph idx="1"/>
            <p:custDataLst>
              <p:tags r:id="rId3"/>
            </p:custDataLst>
          </p:nvPr>
        </p:nvSpPr>
        <p:spPr>
          <a:xfrm>
            <a:off x="682625" y="1600200"/>
            <a:ext cx="8385175" cy="1676400"/>
          </a:xfrm>
        </p:spPr>
        <p:txBody>
          <a:bodyPr/>
          <a:lstStyle/>
          <a:p>
            <a:pPr>
              <a:lnSpc>
                <a:spcPct val="80000"/>
              </a:lnSpc>
            </a:pPr>
            <a:r>
              <a:rPr lang="en-US" altLang="en-US" sz="2400" dirty="0"/>
              <a:t>Single-cycle implementation:</a:t>
            </a:r>
          </a:p>
          <a:p>
            <a:pPr lvl="1">
              <a:lnSpc>
                <a:spcPct val="90000"/>
              </a:lnSpc>
            </a:pPr>
            <a:r>
              <a:rPr lang="en-US" altLang="en-US" sz="2000" dirty="0"/>
              <a:t>Clock period = T = T</a:t>
            </a:r>
            <a:r>
              <a:rPr lang="en-US" altLang="en-US" sz="2000" baseline="-25000" dirty="0"/>
              <a:t>F</a:t>
            </a:r>
            <a:r>
              <a:rPr lang="en-US" altLang="en-US" sz="2000" dirty="0"/>
              <a:t> + T</a:t>
            </a:r>
            <a:r>
              <a:rPr lang="en-US" altLang="en-US" sz="2000" baseline="-25000" dirty="0"/>
              <a:t>D</a:t>
            </a:r>
            <a:r>
              <a:rPr lang="en-US" altLang="en-US" sz="2000" dirty="0"/>
              <a:t> + T</a:t>
            </a:r>
            <a:r>
              <a:rPr lang="en-US" altLang="en-US" sz="2000" baseline="-25000" dirty="0"/>
              <a:t>X</a:t>
            </a:r>
            <a:r>
              <a:rPr lang="en-US" altLang="en-US" sz="2000" dirty="0"/>
              <a:t> + T</a:t>
            </a:r>
            <a:r>
              <a:rPr lang="en-US" altLang="en-US" sz="2000" baseline="-25000" dirty="0"/>
              <a:t>M</a:t>
            </a:r>
            <a:r>
              <a:rPr lang="en-US" altLang="en-US" sz="2000" dirty="0"/>
              <a:t> + T</a:t>
            </a:r>
            <a:r>
              <a:rPr lang="en-US" altLang="en-US" sz="2000" baseline="-25000" dirty="0"/>
              <a:t>W</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9</a:t>
            </a:fld>
            <a:endParaRPr lang="en-US" altLang="en-US"/>
          </a:p>
        </p:txBody>
      </p:sp>
      <p:sp>
        <p:nvSpPr>
          <p:cNvPr id="5" name="Rectangle 3">
            <a:extLst>
              <a:ext uri="{FF2B5EF4-FFF2-40B4-BE49-F238E27FC236}">
                <a16:creationId xmlns:a16="http://schemas.microsoft.com/office/drawing/2014/main" id="{66F949BD-8D5C-4C6F-93F0-B378D93BD283}"/>
              </a:ext>
            </a:extLst>
          </p:cNvPr>
          <p:cNvSpPr txBox="1">
            <a:spLocks noChangeArrowheads="1"/>
          </p:cNvSpPr>
          <p:nvPr>
            <p:custDataLst>
              <p:tags r:id="rId5"/>
            </p:custDataLst>
          </p:nvPr>
        </p:nvSpPr>
        <p:spPr bwMode="auto">
          <a:xfrm>
            <a:off x="685800" y="4038600"/>
            <a:ext cx="83851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pPr>
            <a:r>
              <a:rPr lang="en-US" altLang="en-US" sz="2400" dirty="0"/>
              <a:t>Multi-cycle implementation:</a:t>
            </a:r>
          </a:p>
          <a:p>
            <a:pPr lvl="1">
              <a:lnSpc>
                <a:spcPct val="90000"/>
              </a:lnSpc>
            </a:pPr>
            <a:r>
              <a:rPr lang="en-US" altLang="en-US" sz="2000" dirty="0"/>
              <a:t>Clock period = max{T</a:t>
            </a:r>
            <a:r>
              <a:rPr lang="en-US" altLang="en-US" sz="2000" baseline="-25000" dirty="0"/>
              <a:t>F</a:t>
            </a:r>
            <a:r>
              <a:rPr lang="en-US" altLang="en-US" sz="2000" dirty="0"/>
              <a:t>, T</a:t>
            </a:r>
            <a:r>
              <a:rPr lang="en-US" altLang="en-US" sz="2000" baseline="-25000" dirty="0"/>
              <a:t>D</a:t>
            </a:r>
            <a:r>
              <a:rPr lang="en-US" altLang="en-US" sz="2000" dirty="0"/>
              <a:t>, T</a:t>
            </a:r>
            <a:r>
              <a:rPr lang="en-US" altLang="en-US" sz="2000" baseline="-25000" dirty="0"/>
              <a:t>X</a:t>
            </a:r>
            <a:r>
              <a:rPr lang="en-US" altLang="en-US" sz="2000" dirty="0"/>
              <a:t>, T</a:t>
            </a:r>
            <a:r>
              <a:rPr lang="en-US" altLang="en-US" sz="2000" baseline="-25000" dirty="0"/>
              <a:t>M</a:t>
            </a:r>
            <a:r>
              <a:rPr lang="en-US" altLang="en-US" sz="2000" dirty="0"/>
              <a:t>, T</a:t>
            </a:r>
            <a:r>
              <a:rPr lang="en-US" altLang="en-US" sz="2000" baseline="-25000" dirty="0"/>
              <a:t>W</a:t>
            </a:r>
            <a:r>
              <a:rPr lang="en-US" altLang="en-US" sz="2000" dirty="0"/>
              <a:t>} ≥ T/5</a:t>
            </a:r>
          </a:p>
        </p:txBody>
      </p:sp>
      <p:graphicFrame>
        <p:nvGraphicFramePr>
          <p:cNvPr id="6" name="Group 4">
            <a:extLst>
              <a:ext uri="{FF2B5EF4-FFF2-40B4-BE49-F238E27FC236}">
                <a16:creationId xmlns:a16="http://schemas.microsoft.com/office/drawing/2014/main" id="{8CCFAB36-18F6-4FD4-B616-3F073BDF573F}"/>
              </a:ext>
            </a:extLst>
          </p:cNvPr>
          <p:cNvGraphicFramePr>
            <a:graphicFrameLocks noGrp="1"/>
          </p:cNvGraphicFramePr>
          <p:nvPr>
            <p:custDataLst>
              <p:tags r:id="rId6"/>
            </p:custDataLst>
            <p:extLst>
              <p:ext uri="{D42A27DB-BD31-4B8C-83A1-F6EECF244321}">
                <p14:modId xmlns:p14="http://schemas.microsoft.com/office/powerpoint/2010/main" val="2144560371"/>
              </p:ext>
            </p:extLst>
          </p:nvPr>
        </p:nvGraphicFramePr>
        <p:xfrm>
          <a:off x="526931" y="2362200"/>
          <a:ext cx="8226005" cy="1535238"/>
        </p:xfrm>
        <a:graphic>
          <a:graphicData uri="http://schemas.openxmlformats.org/drawingml/2006/table">
            <a:tbl>
              <a:tblPr/>
              <a:tblGrid>
                <a:gridCol w="1661930">
                  <a:extLst>
                    <a:ext uri="{9D8B030D-6E8A-4147-A177-3AD203B41FA5}">
                      <a16:colId xmlns:a16="http://schemas.microsoft.com/office/drawing/2014/main" val="20000"/>
                    </a:ext>
                  </a:extLst>
                </a:gridCol>
                <a:gridCol w="437605">
                  <a:extLst>
                    <a:ext uri="{9D8B030D-6E8A-4147-A177-3AD203B41FA5}">
                      <a16:colId xmlns:a16="http://schemas.microsoft.com/office/drawing/2014/main" val="20001"/>
                    </a:ext>
                  </a:extLst>
                </a:gridCol>
                <a:gridCol w="437605">
                  <a:extLst>
                    <a:ext uri="{9D8B030D-6E8A-4147-A177-3AD203B41FA5}">
                      <a16:colId xmlns:a16="http://schemas.microsoft.com/office/drawing/2014/main" val="20002"/>
                    </a:ext>
                  </a:extLst>
                </a:gridCol>
                <a:gridCol w="437605">
                  <a:extLst>
                    <a:ext uri="{9D8B030D-6E8A-4147-A177-3AD203B41FA5}">
                      <a16:colId xmlns:a16="http://schemas.microsoft.com/office/drawing/2014/main" val="20003"/>
                    </a:ext>
                  </a:extLst>
                </a:gridCol>
                <a:gridCol w="437605">
                  <a:extLst>
                    <a:ext uri="{9D8B030D-6E8A-4147-A177-3AD203B41FA5}">
                      <a16:colId xmlns:a16="http://schemas.microsoft.com/office/drawing/2014/main" val="20004"/>
                    </a:ext>
                  </a:extLst>
                </a:gridCol>
                <a:gridCol w="437605">
                  <a:extLst>
                    <a:ext uri="{9D8B030D-6E8A-4147-A177-3AD203B41FA5}">
                      <a16:colId xmlns:a16="http://schemas.microsoft.com/office/drawing/2014/main" val="20005"/>
                    </a:ext>
                  </a:extLst>
                </a:gridCol>
                <a:gridCol w="437605">
                  <a:extLst>
                    <a:ext uri="{9D8B030D-6E8A-4147-A177-3AD203B41FA5}">
                      <a16:colId xmlns:a16="http://schemas.microsoft.com/office/drawing/2014/main" val="20006"/>
                    </a:ext>
                  </a:extLst>
                </a:gridCol>
                <a:gridCol w="437605">
                  <a:extLst>
                    <a:ext uri="{9D8B030D-6E8A-4147-A177-3AD203B41FA5}">
                      <a16:colId xmlns:a16="http://schemas.microsoft.com/office/drawing/2014/main" val="20007"/>
                    </a:ext>
                  </a:extLst>
                </a:gridCol>
                <a:gridCol w="437605">
                  <a:extLst>
                    <a:ext uri="{9D8B030D-6E8A-4147-A177-3AD203B41FA5}">
                      <a16:colId xmlns:a16="http://schemas.microsoft.com/office/drawing/2014/main" val="353668939"/>
                    </a:ext>
                  </a:extLst>
                </a:gridCol>
                <a:gridCol w="437605">
                  <a:extLst>
                    <a:ext uri="{9D8B030D-6E8A-4147-A177-3AD203B41FA5}">
                      <a16:colId xmlns:a16="http://schemas.microsoft.com/office/drawing/2014/main" val="3415423405"/>
                    </a:ext>
                  </a:extLst>
                </a:gridCol>
                <a:gridCol w="437605">
                  <a:extLst>
                    <a:ext uri="{9D8B030D-6E8A-4147-A177-3AD203B41FA5}">
                      <a16:colId xmlns:a16="http://schemas.microsoft.com/office/drawing/2014/main" val="3229390020"/>
                    </a:ext>
                  </a:extLst>
                </a:gridCol>
                <a:gridCol w="437605">
                  <a:extLst>
                    <a:ext uri="{9D8B030D-6E8A-4147-A177-3AD203B41FA5}">
                      <a16:colId xmlns:a16="http://schemas.microsoft.com/office/drawing/2014/main" val="1958869244"/>
                    </a:ext>
                  </a:extLst>
                </a:gridCol>
                <a:gridCol w="437605">
                  <a:extLst>
                    <a:ext uri="{9D8B030D-6E8A-4147-A177-3AD203B41FA5}">
                      <a16:colId xmlns:a16="http://schemas.microsoft.com/office/drawing/2014/main" val="3934042544"/>
                    </a:ext>
                  </a:extLst>
                </a:gridCol>
                <a:gridCol w="437605">
                  <a:extLst>
                    <a:ext uri="{9D8B030D-6E8A-4147-A177-3AD203B41FA5}">
                      <a16:colId xmlns:a16="http://schemas.microsoft.com/office/drawing/2014/main" val="3055748052"/>
                    </a:ext>
                  </a:extLst>
                </a:gridCol>
                <a:gridCol w="437605">
                  <a:extLst>
                    <a:ext uri="{9D8B030D-6E8A-4147-A177-3AD203B41FA5}">
                      <a16:colId xmlns:a16="http://schemas.microsoft.com/office/drawing/2014/main" val="4155831013"/>
                    </a:ext>
                  </a:extLst>
                </a:gridCol>
                <a:gridCol w="437605">
                  <a:extLst>
                    <a:ext uri="{9D8B030D-6E8A-4147-A177-3AD203B41FA5}">
                      <a16:colId xmlns:a16="http://schemas.microsoft.com/office/drawing/2014/main" val="20013"/>
                    </a:ext>
                  </a:extLst>
                </a:gridCol>
              </a:tblGrid>
              <a:tr h="354504">
                <a:tc>
                  <a:txBody>
                    <a:bodyPr/>
                    <a:lstStyle/>
                    <a:p>
                      <a:pPr marL="0" marR="0" lvl="0" indent="0" algn="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mn-lt"/>
                        </a:rPr>
                        <a:t>Cycle</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mn-lt"/>
                        </a:rPr>
                        <a:t>Instruction</a:t>
                      </a:r>
                    </a:p>
                  </a:txBody>
                  <a:tcPr marT="45711" marB="4571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gridSpan="5">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800" b="1"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800" b="1"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800" b="1"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800" b="1"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gridSpan="5">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800" b="1"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800" b="1"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800" b="1"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800" b="1"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gridSpan="5">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800" b="1"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800" b="1"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800" b="1"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hMerge="1">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800" b="1" i="0" u="none" strike="noStrike" cap="none" normalizeH="0" baseline="0" dirty="0">
                        <a:ln>
                          <a:noFill/>
                        </a:ln>
                        <a:solidFill>
                          <a:schemeClr val="tx1"/>
                        </a:solidFill>
                        <a:effectLst/>
                        <a:latin typeface="Times New Roman"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lw</a:t>
                      </a:r>
                      <a:r>
                        <a:rPr kumimoji="0" lang="en-US" sz="1600" b="0" i="0" u="none" strike="noStrike" cap="none" normalizeH="0" baseline="0" dirty="0">
                          <a:ln>
                            <a:noFill/>
                          </a:ln>
                          <a:solidFill>
                            <a:schemeClr val="tx1"/>
                          </a:solidFill>
                          <a:effectLst/>
                          <a:latin typeface="+mn-lt"/>
                        </a:rPr>
                        <a:t> $t0, 0($t1)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no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r>
                        <a:rPr kumimoji="0" lang="en-US" sz="1600" b="0" i="0" u="none" strike="noStrike" cap="none" normalizeH="0" baseline="0" dirty="0">
                          <a:ln>
                            <a:noFill/>
                          </a:ln>
                          <a:solidFill>
                            <a:schemeClr val="tx1"/>
                          </a:solidFill>
                          <a:effectLst/>
                          <a:latin typeface="+mn-lt"/>
                        </a:rPr>
                        <a:t> $t2, t3, DEST</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mn-lt"/>
                          <a:cs typeface="Times New Roman" panose="02020603050405020304" pitchFamily="18" charset="0"/>
                        </a:rPr>
                        <a:t>D</a:t>
                      </a: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mn-lt"/>
                          <a:cs typeface="Times New Roman" panose="02020603050405020304" pitchFamily="18" charset="0"/>
                        </a:rPr>
                        <a:t>X</a:t>
                      </a: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mn-lt"/>
                          <a:cs typeface="Times New Roman" panose="02020603050405020304" pitchFamily="18" charset="0"/>
                        </a:rPr>
                        <a:t>M</a:t>
                      </a: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r>
                        <a:rPr lang="en-US" sz="1600" dirty="0">
                          <a:latin typeface="+mn-lt"/>
                          <a:cs typeface="Times New Roman" panose="02020603050405020304" pitchFamily="18" charset="0"/>
                        </a:rPr>
                        <a:t>W</a:t>
                      </a:r>
                    </a:p>
                  </a:txBody>
                  <a:tcPr marT="45711" marB="45711" anchor="ctr" horzOverflow="overflow">
                    <a:lnL w="12700" cap="flat" cmpd="sng" algn="ctr">
                      <a:no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sw</a:t>
                      </a:r>
                      <a:r>
                        <a:rPr kumimoji="0" lang="en-US" sz="1600" b="0" i="0" u="none" strike="noStrike" cap="none" normalizeH="0" baseline="0" dirty="0">
                          <a:ln>
                            <a:noFill/>
                          </a:ln>
                          <a:solidFill>
                            <a:schemeClr val="tx1"/>
                          </a:solidFill>
                          <a:effectLst/>
                          <a:latin typeface="+mn-lt"/>
                        </a:rPr>
                        <a:t> $t4, 0($t5)</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no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noFill/>
                      <a:prstDash val="solid"/>
                      <a:round/>
                      <a:headEnd type="none" w="sm" len="sm"/>
                      <a:tailEnd type="none" w="sm" len="sm"/>
                    </a:lnL>
                    <a:lnR w="12700" cap="flat" cmpd="sng" algn="ctr">
                      <a:no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no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graphicFrame>
        <p:nvGraphicFramePr>
          <p:cNvPr id="7" name="Group 4">
            <a:extLst>
              <a:ext uri="{FF2B5EF4-FFF2-40B4-BE49-F238E27FC236}">
                <a16:creationId xmlns:a16="http://schemas.microsoft.com/office/drawing/2014/main" id="{612D0E06-1F2D-495F-A7DD-45E79ADBF46B}"/>
              </a:ext>
            </a:extLst>
          </p:cNvPr>
          <p:cNvGraphicFramePr>
            <a:graphicFrameLocks noGrp="1"/>
          </p:cNvGraphicFramePr>
          <p:nvPr>
            <p:custDataLst>
              <p:tags r:id="rId7"/>
            </p:custDataLst>
            <p:extLst>
              <p:ext uri="{D42A27DB-BD31-4B8C-83A1-F6EECF244321}">
                <p14:modId xmlns:p14="http://schemas.microsoft.com/office/powerpoint/2010/main" val="552591099"/>
              </p:ext>
            </p:extLst>
          </p:nvPr>
        </p:nvGraphicFramePr>
        <p:xfrm>
          <a:off x="526930" y="4953000"/>
          <a:ext cx="8226001" cy="1535238"/>
        </p:xfrm>
        <a:graphic>
          <a:graphicData uri="http://schemas.openxmlformats.org/drawingml/2006/table">
            <a:tbl>
              <a:tblPr/>
              <a:tblGrid>
                <a:gridCol w="1661926">
                  <a:extLst>
                    <a:ext uri="{9D8B030D-6E8A-4147-A177-3AD203B41FA5}">
                      <a16:colId xmlns:a16="http://schemas.microsoft.com/office/drawing/2014/main" val="20000"/>
                    </a:ext>
                  </a:extLst>
                </a:gridCol>
                <a:gridCol w="437605">
                  <a:extLst>
                    <a:ext uri="{9D8B030D-6E8A-4147-A177-3AD203B41FA5}">
                      <a16:colId xmlns:a16="http://schemas.microsoft.com/office/drawing/2014/main" val="20001"/>
                    </a:ext>
                  </a:extLst>
                </a:gridCol>
                <a:gridCol w="437605">
                  <a:extLst>
                    <a:ext uri="{9D8B030D-6E8A-4147-A177-3AD203B41FA5}">
                      <a16:colId xmlns:a16="http://schemas.microsoft.com/office/drawing/2014/main" val="20002"/>
                    </a:ext>
                  </a:extLst>
                </a:gridCol>
                <a:gridCol w="437605">
                  <a:extLst>
                    <a:ext uri="{9D8B030D-6E8A-4147-A177-3AD203B41FA5}">
                      <a16:colId xmlns:a16="http://schemas.microsoft.com/office/drawing/2014/main" val="20003"/>
                    </a:ext>
                  </a:extLst>
                </a:gridCol>
                <a:gridCol w="437605">
                  <a:extLst>
                    <a:ext uri="{9D8B030D-6E8A-4147-A177-3AD203B41FA5}">
                      <a16:colId xmlns:a16="http://schemas.microsoft.com/office/drawing/2014/main" val="20004"/>
                    </a:ext>
                  </a:extLst>
                </a:gridCol>
                <a:gridCol w="437605">
                  <a:extLst>
                    <a:ext uri="{9D8B030D-6E8A-4147-A177-3AD203B41FA5}">
                      <a16:colId xmlns:a16="http://schemas.microsoft.com/office/drawing/2014/main" val="20005"/>
                    </a:ext>
                  </a:extLst>
                </a:gridCol>
                <a:gridCol w="437605">
                  <a:extLst>
                    <a:ext uri="{9D8B030D-6E8A-4147-A177-3AD203B41FA5}">
                      <a16:colId xmlns:a16="http://schemas.microsoft.com/office/drawing/2014/main" val="20006"/>
                    </a:ext>
                  </a:extLst>
                </a:gridCol>
                <a:gridCol w="437605">
                  <a:extLst>
                    <a:ext uri="{9D8B030D-6E8A-4147-A177-3AD203B41FA5}">
                      <a16:colId xmlns:a16="http://schemas.microsoft.com/office/drawing/2014/main" val="1689695959"/>
                    </a:ext>
                  </a:extLst>
                </a:gridCol>
                <a:gridCol w="437605">
                  <a:extLst>
                    <a:ext uri="{9D8B030D-6E8A-4147-A177-3AD203B41FA5}">
                      <a16:colId xmlns:a16="http://schemas.microsoft.com/office/drawing/2014/main" val="1458511580"/>
                    </a:ext>
                  </a:extLst>
                </a:gridCol>
                <a:gridCol w="437605">
                  <a:extLst>
                    <a:ext uri="{9D8B030D-6E8A-4147-A177-3AD203B41FA5}">
                      <a16:colId xmlns:a16="http://schemas.microsoft.com/office/drawing/2014/main" val="1135003251"/>
                    </a:ext>
                  </a:extLst>
                </a:gridCol>
                <a:gridCol w="437605">
                  <a:extLst>
                    <a:ext uri="{9D8B030D-6E8A-4147-A177-3AD203B41FA5}">
                      <a16:colId xmlns:a16="http://schemas.microsoft.com/office/drawing/2014/main" val="43961167"/>
                    </a:ext>
                  </a:extLst>
                </a:gridCol>
                <a:gridCol w="437605">
                  <a:extLst>
                    <a:ext uri="{9D8B030D-6E8A-4147-A177-3AD203B41FA5}">
                      <a16:colId xmlns:a16="http://schemas.microsoft.com/office/drawing/2014/main" val="4187474470"/>
                    </a:ext>
                  </a:extLst>
                </a:gridCol>
                <a:gridCol w="437605">
                  <a:extLst>
                    <a:ext uri="{9D8B030D-6E8A-4147-A177-3AD203B41FA5}">
                      <a16:colId xmlns:a16="http://schemas.microsoft.com/office/drawing/2014/main" val="2317095870"/>
                    </a:ext>
                  </a:extLst>
                </a:gridCol>
                <a:gridCol w="437605">
                  <a:extLst>
                    <a:ext uri="{9D8B030D-6E8A-4147-A177-3AD203B41FA5}">
                      <a16:colId xmlns:a16="http://schemas.microsoft.com/office/drawing/2014/main" val="1035664897"/>
                    </a:ext>
                  </a:extLst>
                </a:gridCol>
                <a:gridCol w="437605">
                  <a:extLst>
                    <a:ext uri="{9D8B030D-6E8A-4147-A177-3AD203B41FA5}">
                      <a16:colId xmlns:a16="http://schemas.microsoft.com/office/drawing/2014/main" val="3736642252"/>
                    </a:ext>
                  </a:extLst>
                </a:gridCol>
                <a:gridCol w="437605">
                  <a:extLst>
                    <a:ext uri="{9D8B030D-6E8A-4147-A177-3AD203B41FA5}">
                      <a16:colId xmlns:a16="http://schemas.microsoft.com/office/drawing/2014/main" val="20013"/>
                    </a:ext>
                  </a:extLst>
                </a:gridCol>
              </a:tblGrid>
              <a:tr h="354504">
                <a:tc>
                  <a:txBody>
                    <a:bodyPr/>
                    <a:lstStyle/>
                    <a:p>
                      <a:pPr marL="0" marR="0" lvl="0" indent="0" algn="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mn-lt"/>
                        </a:rPr>
                        <a:t>Cycle</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mn-lt"/>
                        </a:rPr>
                        <a:t>Instruction</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15</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lw</a:t>
                      </a:r>
                      <a:r>
                        <a:rPr kumimoji="0" lang="en-US" sz="1600" b="0" i="0" u="none" strike="noStrike" cap="none" normalizeH="0" baseline="0" dirty="0">
                          <a:ln>
                            <a:noFill/>
                          </a:ln>
                          <a:solidFill>
                            <a:schemeClr val="tx1"/>
                          </a:solidFill>
                          <a:effectLst/>
                          <a:latin typeface="+mn-lt"/>
                        </a:rPr>
                        <a:t> $t0, 0($t1)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r>
                        <a:rPr kumimoji="0" lang="en-US" sz="1600" b="0" i="0" u="none" strike="noStrike" cap="none" normalizeH="0" baseline="0" dirty="0">
                          <a:ln>
                            <a:noFill/>
                          </a:ln>
                          <a:solidFill>
                            <a:schemeClr val="tx1"/>
                          </a:solidFill>
                          <a:effectLst/>
                          <a:latin typeface="+mn-lt"/>
                        </a:rPr>
                        <a:t> $t2, t3, DEST</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sw</a:t>
                      </a:r>
                      <a:r>
                        <a:rPr kumimoji="0" lang="en-US" sz="1600" b="0" i="0" u="none" strike="noStrike" cap="none" normalizeH="0" baseline="0" dirty="0">
                          <a:ln>
                            <a:noFill/>
                          </a:ln>
                          <a:solidFill>
                            <a:schemeClr val="tx1"/>
                          </a:solidFill>
                          <a:effectLst/>
                          <a:latin typeface="+mn-lt"/>
                        </a:rPr>
                        <a:t> $t4, 0($t5)</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spTree>
    <p:custDataLst>
      <p:tags r:id="rId1"/>
    </p:custDataLst>
    <p:extLst>
      <p:ext uri="{BB962C8B-B14F-4D97-AF65-F5344CB8AC3E}">
        <p14:creationId xmlns:p14="http://schemas.microsoft.com/office/powerpoint/2010/main" val="11262931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Can We Do Better?</a:t>
            </a:r>
          </a:p>
        </p:txBody>
      </p:sp>
      <p:sp>
        <p:nvSpPr>
          <p:cNvPr id="2056" name="Rectangle 3"/>
          <p:cNvSpPr>
            <a:spLocks noGrp="1" noChangeArrowheads="1"/>
          </p:cNvSpPr>
          <p:nvPr>
            <p:ph idx="1"/>
            <p:custDataLst>
              <p:tags r:id="rId3"/>
            </p:custDataLst>
          </p:nvPr>
        </p:nvSpPr>
        <p:spPr>
          <a:xfrm>
            <a:off x="682625" y="1600200"/>
            <a:ext cx="8385175" cy="1676400"/>
          </a:xfrm>
        </p:spPr>
        <p:txBody>
          <a:bodyPr/>
          <a:lstStyle/>
          <a:p>
            <a:pPr>
              <a:lnSpc>
                <a:spcPct val="80000"/>
              </a:lnSpc>
            </a:pPr>
            <a:r>
              <a:rPr lang="en-US" altLang="en-US" sz="2400" dirty="0"/>
              <a:t>Multi-cycle implementation:</a:t>
            </a:r>
          </a:p>
          <a:p>
            <a:pPr lvl="1">
              <a:lnSpc>
                <a:spcPct val="90000"/>
              </a:lnSpc>
            </a:pPr>
            <a:r>
              <a:rPr lang="en-US" altLang="en-US" sz="2000" dirty="0"/>
              <a:t>Clock period = max{T</a:t>
            </a:r>
            <a:r>
              <a:rPr lang="en-US" altLang="en-US" sz="2000" baseline="-25000" dirty="0"/>
              <a:t>F</a:t>
            </a:r>
            <a:r>
              <a:rPr lang="en-US" altLang="en-US" sz="2000" dirty="0"/>
              <a:t>, T</a:t>
            </a:r>
            <a:r>
              <a:rPr lang="en-US" altLang="en-US" sz="2000" baseline="-25000" dirty="0"/>
              <a:t>D</a:t>
            </a:r>
            <a:r>
              <a:rPr lang="en-US" altLang="en-US" sz="2000" dirty="0"/>
              <a:t>, T</a:t>
            </a:r>
            <a:r>
              <a:rPr lang="en-US" altLang="en-US" sz="2000" baseline="-25000" dirty="0"/>
              <a:t>X</a:t>
            </a:r>
            <a:r>
              <a:rPr lang="en-US" altLang="en-US" sz="2000" dirty="0"/>
              <a:t>, T</a:t>
            </a:r>
            <a:r>
              <a:rPr lang="en-US" altLang="en-US" sz="2000" baseline="-25000" dirty="0"/>
              <a:t>M</a:t>
            </a:r>
            <a:r>
              <a:rPr lang="en-US" altLang="en-US" sz="2000" dirty="0"/>
              <a:t>, T</a:t>
            </a:r>
            <a:r>
              <a:rPr lang="en-US" altLang="en-US" sz="2000" baseline="-25000" dirty="0"/>
              <a:t>W</a:t>
            </a:r>
            <a:r>
              <a:rPr lang="en-US" altLang="en-US" sz="2000" dirty="0"/>
              <a:t>} ≥ T/5</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10</a:t>
            </a:fld>
            <a:endParaRPr lang="en-US" altLang="en-US"/>
          </a:p>
        </p:txBody>
      </p:sp>
      <p:sp>
        <p:nvSpPr>
          <p:cNvPr id="5" name="Rectangle 3">
            <a:extLst>
              <a:ext uri="{FF2B5EF4-FFF2-40B4-BE49-F238E27FC236}">
                <a16:creationId xmlns:a16="http://schemas.microsoft.com/office/drawing/2014/main" id="{66F949BD-8D5C-4C6F-93F0-B378D93BD283}"/>
              </a:ext>
            </a:extLst>
          </p:cNvPr>
          <p:cNvSpPr txBox="1">
            <a:spLocks noChangeArrowheads="1"/>
          </p:cNvSpPr>
          <p:nvPr>
            <p:custDataLst>
              <p:tags r:id="rId5"/>
            </p:custDataLst>
          </p:nvPr>
        </p:nvSpPr>
        <p:spPr bwMode="auto">
          <a:xfrm>
            <a:off x="685800" y="4038600"/>
            <a:ext cx="83851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pPr>
            <a:r>
              <a:rPr lang="en-US" altLang="en-US" sz="2800" dirty="0"/>
              <a:t>Ideally we want:</a:t>
            </a:r>
          </a:p>
          <a:p>
            <a:pPr lvl="1">
              <a:lnSpc>
                <a:spcPct val="90000"/>
              </a:lnSpc>
            </a:pPr>
            <a:r>
              <a:rPr lang="en-US" altLang="en-US" sz="2400" dirty="0"/>
              <a:t>CPI of single-cycle implementation</a:t>
            </a:r>
          </a:p>
          <a:p>
            <a:pPr lvl="1">
              <a:lnSpc>
                <a:spcPct val="90000"/>
              </a:lnSpc>
            </a:pPr>
            <a:r>
              <a:rPr lang="en-US" altLang="en-US" sz="2400" dirty="0"/>
              <a:t>Clock period of multi-cycle implementation</a:t>
            </a:r>
          </a:p>
        </p:txBody>
      </p:sp>
      <p:graphicFrame>
        <p:nvGraphicFramePr>
          <p:cNvPr id="10" name="Group 4">
            <a:extLst>
              <a:ext uri="{FF2B5EF4-FFF2-40B4-BE49-F238E27FC236}">
                <a16:creationId xmlns:a16="http://schemas.microsoft.com/office/drawing/2014/main" id="{07D4737C-F356-4FC9-AC16-0B017743A997}"/>
              </a:ext>
            </a:extLst>
          </p:cNvPr>
          <p:cNvGraphicFramePr>
            <a:graphicFrameLocks noGrp="1"/>
          </p:cNvGraphicFramePr>
          <p:nvPr>
            <p:custDataLst>
              <p:tags r:id="rId6"/>
            </p:custDataLst>
            <p:extLst>
              <p:ext uri="{D42A27DB-BD31-4B8C-83A1-F6EECF244321}">
                <p14:modId xmlns:p14="http://schemas.microsoft.com/office/powerpoint/2010/main" val="3974928254"/>
              </p:ext>
            </p:extLst>
          </p:nvPr>
        </p:nvGraphicFramePr>
        <p:xfrm>
          <a:off x="533400" y="2350962"/>
          <a:ext cx="8226001" cy="1535238"/>
        </p:xfrm>
        <a:graphic>
          <a:graphicData uri="http://schemas.openxmlformats.org/drawingml/2006/table">
            <a:tbl>
              <a:tblPr/>
              <a:tblGrid>
                <a:gridCol w="1661926">
                  <a:extLst>
                    <a:ext uri="{9D8B030D-6E8A-4147-A177-3AD203B41FA5}">
                      <a16:colId xmlns:a16="http://schemas.microsoft.com/office/drawing/2014/main" val="20000"/>
                    </a:ext>
                  </a:extLst>
                </a:gridCol>
                <a:gridCol w="437605">
                  <a:extLst>
                    <a:ext uri="{9D8B030D-6E8A-4147-A177-3AD203B41FA5}">
                      <a16:colId xmlns:a16="http://schemas.microsoft.com/office/drawing/2014/main" val="20001"/>
                    </a:ext>
                  </a:extLst>
                </a:gridCol>
                <a:gridCol w="437605">
                  <a:extLst>
                    <a:ext uri="{9D8B030D-6E8A-4147-A177-3AD203B41FA5}">
                      <a16:colId xmlns:a16="http://schemas.microsoft.com/office/drawing/2014/main" val="20002"/>
                    </a:ext>
                  </a:extLst>
                </a:gridCol>
                <a:gridCol w="437605">
                  <a:extLst>
                    <a:ext uri="{9D8B030D-6E8A-4147-A177-3AD203B41FA5}">
                      <a16:colId xmlns:a16="http://schemas.microsoft.com/office/drawing/2014/main" val="20003"/>
                    </a:ext>
                  </a:extLst>
                </a:gridCol>
                <a:gridCol w="437605">
                  <a:extLst>
                    <a:ext uri="{9D8B030D-6E8A-4147-A177-3AD203B41FA5}">
                      <a16:colId xmlns:a16="http://schemas.microsoft.com/office/drawing/2014/main" val="20004"/>
                    </a:ext>
                  </a:extLst>
                </a:gridCol>
                <a:gridCol w="437605">
                  <a:extLst>
                    <a:ext uri="{9D8B030D-6E8A-4147-A177-3AD203B41FA5}">
                      <a16:colId xmlns:a16="http://schemas.microsoft.com/office/drawing/2014/main" val="20005"/>
                    </a:ext>
                  </a:extLst>
                </a:gridCol>
                <a:gridCol w="437605">
                  <a:extLst>
                    <a:ext uri="{9D8B030D-6E8A-4147-A177-3AD203B41FA5}">
                      <a16:colId xmlns:a16="http://schemas.microsoft.com/office/drawing/2014/main" val="20006"/>
                    </a:ext>
                  </a:extLst>
                </a:gridCol>
                <a:gridCol w="437605">
                  <a:extLst>
                    <a:ext uri="{9D8B030D-6E8A-4147-A177-3AD203B41FA5}">
                      <a16:colId xmlns:a16="http://schemas.microsoft.com/office/drawing/2014/main" val="1689695959"/>
                    </a:ext>
                  </a:extLst>
                </a:gridCol>
                <a:gridCol w="437605">
                  <a:extLst>
                    <a:ext uri="{9D8B030D-6E8A-4147-A177-3AD203B41FA5}">
                      <a16:colId xmlns:a16="http://schemas.microsoft.com/office/drawing/2014/main" val="1458511580"/>
                    </a:ext>
                  </a:extLst>
                </a:gridCol>
                <a:gridCol w="437605">
                  <a:extLst>
                    <a:ext uri="{9D8B030D-6E8A-4147-A177-3AD203B41FA5}">
                      <a16:colId xmlns:a16="http://schemas.microsoft.com/office/drawing/2014/main" val="1135003251"/>
                    </a:ext>
                  </a:extLst>
                </a:gridCol>
                <a:gridCol w="437605">
                  <a:extLst>
                    <a:ext uri="{9D8B030D-6E8A-4147-A177-3AD203B41FA5}">
                      <a16:colId xmlns:a16="http://schemas.microsoft.com/office/drawing/2014/main" val="43961167"/>
                    </a:ext>
                  </a:extLst>
                </a:gridCol>
                <a:gridCol w="437605">
                  <a:extLst>
                    <a:ext uri="{9D8B030D-6E8A-4147-A177-3AD203B41FA5}">
                      <a16:colId xmlns:a16="http://schemas.microsoft.com/office/drawing/2014/main" val="4187474470"/>
                    </a:ext>
                  </a:extLst>
                </a:gridCol>
                <a:gridCol w="437605">
                  <a:extLst>
                    <a:ext uri="{9D8B030D-6E8A-4147-A177-3AD203B41FA5}">
                      <a16:colId xmlns:a16="http://schemas.microsoft.com/office/drawing/2014/main" val="2317095870"/>
                    </a:ext>
                  </a:extLst>
                </a:gridCol>
                <a:gridCol w="437605">
                  <a:extLst>
                    <a:ext uri="{9D8B030D-6E8A-4147-A177-3AD203B41FA5}">
                      <a16:colId xmlns:a16="http://schemas.microsoft.com/office/drawing/2014/main" val="1035664897"/>
                    </a:ext>
                  </a:extLst>
                </a:gridCol>
                <a:gridCol w="437605">
                  <a:extLst>
                    <a:ext uri="{9D8B030D-6E8A-4147-A177-3AD203B41FA5}">
                      <a16:colId xmlns:a16="http://schemas.microsoft.com/office/drawing/2014/main" val="3736642252"/>
                    </a:ext>
                  </a:extLst>
                </a:gridCol>
                <a:gridCol w="437605">
                  <a:extLst>
                    <a:ext uri="{9D8B030D-6E8A-4147-A177-3AD203B41FA5}">
                      <a16:colId xmlns:a16="http://schemas.microsoft.com/office/drawing/2014/main" val="20013"/>
                    </a:ext>
                  </a:extLst>
                </a:gridCol>
              </a:tblGrid>
              <a:tr h="354504">
                <a:tc>
                  <a:txBody>
                    <a:bodyPr/>
                    <a:lstStyle/>
                    <a:p>
                      <a:pPr marL="0" marR="0" lvl="0" indent="0" algn="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mn-lt"/>
                        </a:rPr>
                        <a:t>Cycle</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mn-lt"/>
                        </a:rPr>
                        <a:t>Instruction</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15</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lw</a:t>
                      </a:r>
                      <a:r>
                        <a:rPr kumimoji="0" lang="en-US" sz="1600" b="0" i="0" u="none" strike="noStrike" cap="none" normalizeH="0" baseline="0" dirty="0">
                          <a:ln>
                            <a:noFill/>
                          </a:ln>
                          <a:solidFill>
                            <a:schemeClr val="tx1"/>
                          </a:solidFill>
                          <a:effectLst/>
                          <a:latin typeface="+mn-lt"/>
                        </a:rPr>
                        <a:t> $t0, 0($t1)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r>
                        <a:rPr kumimoji="0" lang="en-US" sz="1600" b="0" i="0" u="none" strike="noStrike" cap="none" normalizeH="0" baseline="0" dirty="0">
                          <a:ln>
                            <a:noFill/>
                          </a:ln>
                          <a:solidFill>
                            <a:schemeClr val="tx1"/>
                          </a:solidFill>
                          <a:effectLst/>
                          <a:latin typeface="+mn-lt"/>
                        </a:rPr>
                        <a:t> $t2, t3, DEST</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sw</a:t>
                      </a:r>
                      <a:r>
                        <a:rPr kumimoji="0" lang="en-US" sz="1600" b="0" i="0" u="none" strike="noStrike" cap="none" normalizeH="0" baseline="0" dirty="0">
                          <a:ln>
                            <a:noFill/>
                          </a:ln>
                          <a:solidFill>
                            <a:schemeClr val="tx1"/>
                          </a:solidFill>
                          <a:effectLst/>
                          <a:latin typeface="+mn-lt"/>
                        </a:rPr>
                        <a:t> $t4, 0($t5)</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spTree>
    <p:custDataLst>
      <p:tags r:id="rId1"/>
    </p:custDataLst>
    <p:extLst>
      <p:ext uri="{BB962C8B-B14F-4D97-AF65-F5344CB8AC3E}">
        <p14:creationId xmlns:p14="http://schemas.microsoft.com/office/powerpoint/2010/main" val="132119801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Pipelining</a:t>
            </a:r>
          </a:p>
        </p:txBody>
      </p:sp>
      <p:sp>
        <p:nvSpPr>
          <p:cNvPr id="2056" name="Rectangle 3"/>
          <p:cNvSpPr>
            <a:spLocks noGrp="1" noChangeArrowheads="1"/>
          </p:cNvSpPr>
          <p:nvPr>
            <p:ph idx="1"/>
            <p:custDataLst>
              <p:tags r:id="rId3"/>
            </p:custDataLst>
          </p:nvPr>
        </p:nvSpPr>
        <p:spPr>
          <a:xfrm>
            <a:off x="682625" y="1600200"/>
            <a:ext cx="8385175" cy="1676400"/>
          </a:xfrm>
        </p:spPr>
        <p:txBody>
          <a:bodyPr/>
          <a:lstStyle/>
          <a:p>
            <a:pPr>
              <a:lnSpc>
                <a:spcPct val="80000"/>
              </a:lnSpc>
            </a:pPr>
            <a:r>
              <a:rPr lang="en-US" altLang="en-US" sz="2400" dirty="0"/>
              <a:t>Multi-cycle implementation:</a:t>
            </a:r>
          </a:p>
          <a:p>
            <a:pPr lvl="1">
              <a:lnSpc>
                <a:spcPct val="90000"/>
              </a:lnSpc>
            </a:pPr>
            <a:r>
              <a:rPr lang="en-US" altLang="en-US" sz="2000" dirty="0"/>
              <a:t>Clock period = max{T</a:t>
            </a:r>
            <a:r>
              <a:rPr lang="en-US" altLang="en-US" sz="2000" baseline="-25000" dirty="0"/>
              <a:t>F</a:t>
            </a:r>
            <a:r>
              <a:rPr lang="en-US" altLang="en-US" sz="2000" dirty="0"/>
              <a:t>, T</a:t>
            </a:r>
            <a:r>
              <a:rPr lang="en-US" altLang="en-US" sz="2000" baseline="-25000" dirty="0"/>
              <a:t>D</a:t>
            </a:r>
            <a:r>
              <a:rPr lang="en-US" altLang="en-US" sz="2000" dirty="0"/>
              <a:t>, T</a:t>
            </a:r>
            <a:r>
              <a:rPr lang="en-US" altLang="en-US" sz="2000" baseline="-25000" dirty="0"/>
              <a:t>X</a:t>
            </a:r>
            <a:r>
              <a:rPr lang="en-US" altLang="en-US" sz="2000" dirty="0"/>
              <a:t>, T</a:t>
            </a:r>
            <a:r>
              <a:rPr lang="en-US" altLang="en-US" sz="2000" baseline="-25000" dirty="0"/>
              <a:t>M</a:t>
            </a:r>
            <a:r>
              <a:rPr lang="en-US" altLang="en-US" sz="2000" dirty="0"/>
              <a:t>, T</a:t>
            </a:r>
            <a:r>
              <a:rPr lang="en-US" altLang="en-US" sz="2000" baseline="-25000" dirty="0"/>
              <a:t>W</a:t>
            </a:r>
            <a:r>
              <a:rPr lang="en-US" altLang="en-US" sz="2000" dirty="0"/>
              <a:t>} ≥ T/5</a:t>
            </a:r>
          </a:p>
        </p:txBody>
      </p:sp>
      <p:sp>
        <p:nvSpPr>
          <p:cNvPr id="2054"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CBC38AAC-2024-4792-9CC7-FB44A3777575}" type="slidenum">
              <a:rPr lang="en-US" altLang="en-US"/>
              <a:pPr lvl="1" eaLnBrk="1" hangingPunct="1"/>
              <a:t>11</a:t>
            </a:fld>
            <a:endParaRPr lang="en-US" altLang="en-US"/>
          </a:p>
        </p:txBody>
      </p:sp>
      <p:sp>
        <p:nvSpPr>
          <p:cNvPr id="5" name="Rectangle 3">
            <a:extLst>
              <a:ext uri="{FF2B5EF4-FFF2-40B4-BE49-F238E27FC236}">
                <a16:creationId xmlns:a16="http://schemas.microsoft.com/office/drawing/2014/main" id="{66F949BD-8D5C-4C6F-93F0-B378D93BD283}"/>
              </a:ext>
            </a:extLst>
          </p:cNvPr>
          <p:cNvSpPr txBox="1">
            <a:spLocks noChangeArrowheads="1"/>
          </p:cNvSpPr>
          <p:nvPr>
            <p:custDataLst>
              <p:tags r:id="rId5"/>
            </p:custDataLst>
          </p:nvPr>
        </p:nvSpPr>
        <p:spPr bwMode="auto">
          <a:xfrm>
            <a:off x="685800" y="3962400"/>
            <a:ext cx="8385175"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b="0" i="0" u="none"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80000"/>
              </a:lnSpc>
            </a:pPr>
            <a:r>
              <a:rPr lang="en-US" altLang="en-US" sz="2400" dirty="0"/>
              <a:t>Pipelining</a:t>
            </a:r>
            <a:r>
              <a:rPr lang="en-US" altLang="en-US" sz="2400" b="1" dirty="0"/>
              <a:t>:</a:t>
            </a:r>
          </a:p>
          <a:p>
            <a:pPr lvl="1">
              <a:lnSpc>
                <a:spcPct val="90000"/>
              </a:lnSpc>
            </a:pPr>
            <a:r>
              <a:rPr lang="en-US" altLang="en-US" sz="2000" dirty="0"/>
              <a:t>CPI of single-cycle implementation</a:t>
            </a:r>
          </a:p>
          <a:p>
            <a:pPr lvl="1">
              <a:lnSpc>
                <a:spcPct val="90000"/>
              </a:lnSpc>
            </a:pPr>
            <a:r>
              <a:rPr lang="en-US" altLang="en-US" sz="2000" dirty="0"/>
              <a:t>Clock period of multi-cycle implementation</a:t>
            </a:r>
          </a:p>
        </p:txBody>
      </p:sp>
      <p:graphicFrame>
        <p:nvGraphicFramePr>
          <p:cNvPr id="7" name="Group 4">
            <a:extLst>
              <a:ext uri="{FF2B5EF4-FFF2-40B4-BE49-F238E27FC236}">
                <a16:creationId xmlns:a16="http://schemas.microsoft.com/office/drawing/2014/main" id="{612D0E06-1F2D-495F-A7DD-45E79ADBF46B}"/>
              </a:ext>
            </a:extLst>
          </p:cNvPr>
          <p:cNvGraphicFramePr>
            <a:graphicFrameLocks noGrp="1"/>
          </p:cNvGraphicFramePr>
          <p:nvPr>
            <p:custDataLst>
              <p:tags r:id="rId6"/>
            </p:custDataLst>
            <p:extLst>
              <p:ext uri="{D42A27DB-BD31-4B8C-83A1-F6EECF244321}">
                <p14:modId xmlns:p14="http://schemas.microsoft.com/office/powerpoint/2010/main" val="2998314295"/>
              </p:ext>
            </p:extLst>
          </p:nvPr>
        </p:nvGraphicFramePr>
        <p:xfrm>
          <a:off x="526930" y="5029200"/>
          <a:ext cx="8226001" cy="1535238"/>
        </p:xfrm>
        <a:graphic>
          <a:graphicData uri="http://schemas.openxmlformats.org/drawingml/2006/table">
            <a:tbl>
              <a:tblPr/>
              <a:tblGrid>
                <a:gridCol w="1661926">
                  <a:extLst>
                    <a:ext uri="{9D8B030D-6E8A-4147-A177-3AD203B41FA5}">
                      <a16:colId xmlns:a16="http://schemas.microsoft.com/office/drawing/2014/main" val="20000"/>
                    </a:ext>
                  </a:extLst>
                </a:gridCol>
                <a:gridCol w="437605">
                  <a:extLst>
                    <a:ext uri="{9D8B030D-6E8A-4147-A177-3AD203B41FA5}">
                      <a16:colId xmlns:a16="http://schemas.microsoft.com/office/drawing/2014/main" val="20001"/>
                    </a:ext>
                  </a:extLst>
                </a:gridCol>
                <a:gridCol w="437605">
                  <a:extLst>
                    <a:ext uri="{9D8B030D-6E8A-4147-A177-3AD203B41FA5}">
                      <a16:colId xmlns:a16="http://schemas.microsoft.com/office/drawing/2014/main" val="20002"/>
                    </a:ext>
                  </a:extLst>
                </a:gridCol>
                <a:gridCol w="437605">
                  <a:extLst>
                    <a:ext uri="{9D8B030D-6E8A-4147-A177-3AD203B41FA5}">
                      <a16:colId xmlns:a16="http://schemas.microsoft.com/office/drawing/2014/main" val="20003"/>
                    </a:ext>
                  </a:extLst>
                </a:gridCol>
                <a:gridCol w="437605">
                  <a:extLst>
                    <a:ext uri="{9D8B030D-6E8A-4147-A177-3AD203B41FA5}">
                      <a16:colId xmlns:a16="http://schemas.microsoft.com/office/drawing/2014/main" val="20004"/>
                    </a:ext>
                  </a:extLst>
                </a:gridCol>
                <a:gridCol w="437605">
                  <a:extLst>
                    <a:ext uri="{9D8B030D-6E8A-4147-A177-3AD203B41FA5}">
                      <a16:colId xmlns:a16="http://schemas.microsoft.com/office/drawing/2014/main" val="20005"/>
                    </a:ext>
                  </a:extLst>
                </a:gridCol>
                <a:gridCol w="437605">
                  <a:extLst>
                    <a:ext uri="{9D8B030D-6E8A-4147-A177-3AD203B41FA5}">
                      <a16:colId xmlns:a16="http://schemas.microsoft.com/office/drawing/2014/main" val="20006"/>
                    </a:ext>
                  </a:extLst>
                </a:gridCol>
                <a:gridCol w="437605">
                  <a:extLst>
                    <a:ext uri="{9D8B030D-6E8A-4147-A177-3AD203B41FA5}">
                      <a16:colId xmlns:a16="http://schemas.microsoft.com/office/drawing/2014/main" val="1689695959"/>
                    </a:ext>
                  </a:extLst>
                </a:gridCol>
                <a:gridCol w="437605">
                  <a:extLst>
                    <a:ext uri="{9D8B030D-6E8A-4147-A177-3AD203B41FA5}">
                      <a16:colId xmlns:a16="http://schemas.microsoft.com/office/drawing/2014/main" val="1458511580"/>
                    </a:ext>
                  </a:extLst>
                </a:gridCol>
                <a:gridCol w="437605">
                  <a:extLst>
                    <a:ext uri="{9D8B030D-6E8A-4147-A177-3AD203B41FA5}">
                      <a16:colId xmlns:a16="http://schemas.microsoft.com/office/drawing/2014/main" val="1135003251"/>
                    </a:ext>
                  </a:extLst>
                </a:gridCol>
                <a:gridCol w="437605">
                  <a:extLst>
                    <a:ext uri="{9D8B030D-6E8A-4147-A177-3AD203B41FA5}">
                      <a16:colId xmlns:a16="http://schemas.microsoft.com/office/drawing/2014/main" val="43961167"/>
                    </a:ext>
                  </a:extLst>
                </a:gridCol>
                <a:gridCol w="437605">
                  <a:extLst>
                    <a:ext uri="{9D8B030D-6E8A-4147-A177-3AD203B41FA5}">
                      <a16:colId xmlns:a16="http://schemas.microsoft.com/office/drawing/2014/main" val="4187474470"/>
                    </a:ext>
                  </a:extLst>
                </a:gridCol>
                <a:gridCol w="437605">
                  <a:extLst>
                    <a:ext uri="{9D8B030D-6E8A-4147-A177-3AD203B41FA5}">
                      <a16:colId xmlns:a16="http://schemas.microsoft.com/office/drawing/2014/main" val="2317095870"/>
                    </a:ext>
                  </a:extLst>
                </a:gridCol>
                <a:gridCol w="437605">
                  <a:extLst>
                    <a:ext uri="{9D8B030D-6E8A-4147-A177-3AD203B41FA5}">
                      <a16:colId xmlns:a16="http://schemas.microsoft.com/office/drawing/2014/main" val="1035664897"/>
                    </a:ext>
                  </a:extLst>
                </a:gridCol>
                <a:gridCol w="437605">
                  <a:extLst>
                    <a:ext uri="{9D8B030D-6E8A-4147-A177-3AD203B41FA5}">
                      <a16:colId xmlns:a16="http://schemas.microsoft.com/office/drawing/2014/main" val="3736642252"/>
                    </a:ext>
                  </a:extLst>
                </a:gridCol>
                <a:gridCol w="437605">
                  <a:extLst>
                    <a:ext uri="{9D8B030D-6E8A-4147-A177-3AD203B41FA5}">
                      <a16:colId xmlns:a16="http://schemas.microsoft.com/office/drawing/2014/main" val="20013"/>
                    </a:ext>
                  </a:extLst>
                </a:gridCol>
              </a:tblGrid>
              <a:tr h="354504">
                <a:tc>
                  <a:txBody>
                    <a:bodyPr/>
                    <a:lstStyle/>
                    <a:p>
                      <a:pPr marL="0" marR="0" lvl="0" indent="0" algn="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mn-lt"/>
                        </a:rPr>
                        <a:t>Cycle</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mn-lt"/>
                        </a:rPr>
                        <a:t>Instruction</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15</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lw</a:t>
                      </a:r>
                      <a:r>
                        <a:rPr kumimoji="0" lang="en-US" sz="1600" b="0" i="0" u="none" strike="noStrike" cap="none" normalizeH="0" baseline="0" dirty="0">
                          <a:ln>
                            <a:noFill/>
                          </a:ln>
                          <a:solidFill>
                            <a:schemeClr val="tx1"/>
                          </a:solidFill>
                          <a:effectLst/>
                          <a:latin typeface="+mn-lt"/>
                        </a:rPr>
                        <a:t> $t0, 0($t1)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r>
                        <a:rPr kumimoji="0" lang="en-US" sz="1600" b="0" i="0" u="none" strike="noStrike" cap="none" normalizeH="0" baseline="0" dirty="0">
                          <a:ln>
                            <a:noFill/>
                          </a:ln>
                          <a:solidFill>
                            <a:schemeClr val="tx1"/>
                          </a:solidFill>
                          <a:effectLst/>
                          <a:latin typeface="+mn-lt"/>
                        </a:rPr>
                        <a:t> $t2, t3, DEST</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sw</a:t>
                      </a:r>
                      <a:r>
                        <a:rPr kumimoji="0" lang="en-US" sz="1600" b="0" i="0" u="none" strike="noStrike" cap="none" normalizeH="0" baseline="0" dirty="0">
                          <a:ln>
                            <a:noFill/>
                          </a:ln>
                          <a:solidFill>
                            <a:schemeClr val="tx1"/>
                          </a:solidFill>
                          <a:effectLst/>
                          <a:latin typeface="+mn-lt"/>
                        </a:rPr>
                        <a:t> $t4, 0($t5)</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graphicFrame>
        <p:nvGraphicFramePr>
          <p:cNvPr id="10" name="Group 4">
            <a:extLst>
              <a:ext uri="{FF2B5EF4-FFF2-40B4-BE49-F238E27FC236}">
                <a16:creationId xmlns:a16="http://schemas.microsoft.com/office/drawing/2014/main" id="{07D4737C-F356-4FC9-AC16-0B017743A997}"/>
              </a:ext>
            </a:extLst>
          </p:cNvPr>
          <p:cNvGraphicFramePr>
            <a:graphicFrameLocks noGrp="1"/>
          </p:cNvGraphicFramePr>
          <p:nvPr>
            <p:custDataLst>
              <p:tags r:id="rId7"/>
            </p:custDataLst>
            <p:extLst>
              <p:ext uri="{D42A27DB-BD31-4B8C-83A1-F6EECF244321}">
                <p14:modId xmlns:p14="http://schemas.microsoft.com/office/powerpoint/2010/main" val="4256523326"/>
              </p:ext>
            </p:extLst>
          </p:nvPr>
        </p:nvGraphicFramePr>
        <p:xfrm>
          <a:off x="533400" y="2362200"/>
          <a:ext cx="8226001" cy="1535238"/>
        </p:xfrm>
        <a:graphic>
          <a:graphicData uri="http://schemas.openxmlformats.org/drawingml/2006/table">
            <a:tbl>
              <a:tblPr/>
              <a:tblGrid>
                <a:gridCol w="1661926">
                  <a:extLst>
                    <a:ext uri="{9D8B030D-6E8A-4147-A177-3AD203B41FA5}">
                      <a16:colId xmlns:a16="http://schemas.microsoft.com/office/drawing/2014/main" val="20000"/>
                    </a:ext>
                  </a:extLst>
                </a:gridCol>
                <a:gridCol w="437605">
                  <a:extLst>
                    <a:ext uri="{9D8B030D-6E8A-4147-A177-3AD203B41FA5}">
                      <a16:colId xmlns:a16="http://schemas.microsoft.com/office/drawing/2014/main" val="20001"/>
                    </a:ext>
                  </a:extLst>
                </a:gridCol>
                <a:gridCol w="437605">
                  <a:extLst>
                    <a:ext uri="{9D8B030D-6E8A-4147-A177-3AD203B41FA5}">
                      <a16:colId xmlns:a16="http://schemas.microsoft.com/office/drawing/2014/main" val="20002"/>
                    </a:ext>
                  </a:extLst>
                </a:gridCol>
                <a:gridCol w="437605">
                  <a:extLst>
                    <a:ext uri="{9D8B030D-6E8A-4147-A177-3AD203B41FA5}">
                      <a16:colId xmlns:a16="http://schemas.microsoft.com/office/drawing/2014/main" val="20003"/>
                    </a:ext>
                  </a:extLst>
                </a:gridCol>
                <a:gridCol w="437605">
                  <a:extLst>
                    <a:ext uri="{9D8B030D-6E8A-4147-A177-3AD203B41FA5}">
                      <a16:colId xmlns:a16="http://schemas.microsoft.com/office/drawing/2014/main" val="20004"/>
                    </a:ext>
                  </a:extLst>
                </a:gridCol>
                <a:gridCol w="437605">
                  <a:extLst>
                    <a:ext uri="{9D8B030D-6E8A-4147-A177-3AD203B41FA5}">
                      <a16:colId xmlns:a16="http://schemas.microsoft.com/office/drawing/2014/main" val="20005"/>
                    </a:ext>
                  </a:extLst>
                </a:gridCol>
                <a:gridCol w="437605">
                  <a:extLst>
                    <a:ext uri="{9D8B030D-6E8A-4147-A177-3AD203B41FA5}">
                      <a16:colId xmlns:a16="http://schemas.microsoft.com/office/drawing/2014/main" val="20006"/>
                    </a:ext>
                  </a:extLst>
                </a:gridCol>
                <a:gridCol w="437605">
                  <a:extLst>
                    <a:ext uri="{9D8B030D-6E8A-4147-A177-3AD203B41FA5}">
                      <a16:colId xmlns:a16="http://schemas.microsoft.com/office/drawing/2014/main" val="1689695959"/>
                    </a:ext>
                  </a:extLst>
                </a:gridCol>
                <a:gridCol w="437605">
                  <a:extLst>
                    <a:ext uri="{9D8B030D-6E8A-4147-A177-3AD203B41FA5}">
                      <a16:colId xmlns:a16="http://schemas.microsoft.com/office/drawing/2014/main" val="1458511580"/>
                    </a:ext>
                  </a:extLst>
                </a:gridCol>
                <a:gridCol w="437605">
                  <a:extLst>
                    <a:ext uri="{9D8B030D-6E8A-4147-A177-3AD203B41FA5}">
                      <a16:colId xmlns:a16="http://schemas.microsoft.com/office/drawing/2014/main" val="1135003251"/>
                    </a:ext>
                  </a:extLst>
                </a:gridCol>
                <a:gridCol w="437605">
                  <a:extLst>
                    <a:ext uri="{9D8B030D-6E8A-4147-A177-3AD203B41FA5}">
                      <a16:colId xmlns:a16="http://schemas.microsoft.com/office/drawing/2014/main" val="43961167"/>
                    </a:ext>
                  </a:extLst>
                </a:gridCol>
                <a:gridCol w="437605">
                  <a:extLst>
                    <a:ext uri="{9D8B030D-6E8A-4147-A177-3AD203B41FA5}">
                      <a16:colId xmlns:a16="http://schemas.microsoft.com/office/drawing/2014/main" val="4187474470"/>
                    </a:ext>
                  </a:extLst>
                </a:gridCol>
                <a:gridCol w="437605">
                  <a:extLst>
                    <a:ext uri="{9D8B030D-6E8A-4147-A177-3AD203B41FA5}">
                      <a16:colId xmlns:a16="http://schemas.microsoft.com/office/drawing/2014/main" val="2317095870"/>
                    </a:ext>
                  </a:extLst>
                </a:gridCol>
                <a:gridCol w="437605">
                  <a:extLst>
                    <a:ext uri="{9D8B030D-6E8A-4147-A177-3AD203B41FA5}">
                      <a16:colId xmlns:a16="http://schemas.microsoft.com/office/drawing/2014/main" val="1035664897"/>
                    </a:ext>
                  </a:extLst>
                </a:gridCol>
                <a:gridCol w="437605">
                  <a:extLst>
                    <a:ext uri="{9D8B030D-6E8A-4147-A177-3AD203B41FA5}">
                      <a16:colId xmlns:a16="http://schemas.microsoft.com/office/drawing/2014/main" val="3736642252"/>
                    </a:ext>
                  </a:extLst>
                </a:gridCol>
                <a:gridCol w="437605">
                  <a:extLst>
                    <a:ext uri="{9D8B030D-6E8A-4147-A177-3AD203B41FA5}">
                      <a16:colId xmlns:a16="http://schemas.microsoft.com/office/drawing/2014/main" val="20013"/>
                    </a:ext>
                  </a:extLst>
                </a:gridCol>
              </a:tblGrid>
              <a:tr h="354504">
                <a:tc>
                  <a:txBody>
                    <a:bodyPr/>
                    <a:lstStyle/>
                    <a:p>
                      <a:pPr marL="0" marR="0" lvl="0" indent="0" algn="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mn-lt"/>
                        </a:rPr>
                        <a:t>Cycle</a:t>
                      </a:r>
                    </a:p>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400" b="1" i="0" u="none" strike="noStrike" cap="none" normalizeH="0" baseline="0" dirty="0">
                          <a:ln>
                            <a:noFill/>
                          </a:ln>
                          <a:solidFill>
                            <a:schemeClr val="tx1"/>
                          </a:solidFill>
                          <a:effectLst/>
                          <a:latin typeface="+mn-lt"/>
                        </a:rPr>
                        <a:t>Instruction</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5</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6</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7</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8</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9</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10</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11</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12</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13</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14</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800" b="1" i="0" u="none" strike="noStrike" cap="none" normalizeH="0" baseline="0" dirty="0">
                          <a:ln>
                            <a:noFill/>
                          </a:ln>
                          <a:solidFill>
                            <a:schemeClr val="tx1"/>
                          </a:solidFill>
                          <a:effectLst/>
                          <a:latin typeface="+mn-lt"/>
                        </a:rPr>
                        <a:t>15</a:t>
                      </a: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lw</a:t>
                      </a:r>
                      <a:r>
                        <a:rPr kumimoji="0" lang="en-US" sz="1600" b="0" i="0" u="none" strike="noStrike" cap="none" normalizeH="0" baseline="0" dirty="0">
                          <a:ln>
                            <a:noFill/>
                          </a:ln>
                          <a:solidFill>
                            <a:schemeClr val="tx1"/>
                          </a:solidFill>
                          <a:effectLst/>
                          <a:latin typeface="+mn-lt"/>
                        </a:rPr>
                        <a:t> $t0, 0($t1)</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W</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beq</a:t>
                      </a:r>
                      <a:r>
                        <a:rPr kumimoji="0" lang="en-US" sz="1600" b="0" i="0" u="none" strike="noStrike" cap="none" normalizeH="0" baseline="0" dirty="0">
                          <a:ln>
                            <a:noFill/>
                          </a:ln>
                          <a:solidFill>
                            <a:schemeClr val="tx1"/>
                          </a:solidFill>
                          <a:effectLst/>
                          <a:latin typeface="+mn-lt"/>
                        </a:rPr>
                        <a:t> $t2, t3, DEST</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339032">
                <a:tc>
                  <a:txBody>
                    <a:bodyPr/>
                    <a:lstStyle/>
                    <a:p>
                      <a:pPr marL="0" marR="0" lvl="0" indent="0" algn="l"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err="1">
                          <a:ln>
                            <a:noFill/>
                          </a:ln>
                          <a:solidFill>
                            <a:schemeClr val="tx1"/>
                          </a:solidFill>
                          <a:effectLst/>
                          <a:latin typeface="+mn-lt"/>
                        </a:rPr>
                        <a:t>sw</a:t>
                      </a:r>
                      <a:r>
                        <a:rPr kumimoji="0" lang="en-US" sz="1600" b="0" i="0" u="none" strike="noStrike" cap="none" normalizeH="0" baseline="0" dirty="0">
                          <a:ln>
                            <a:noFill/>
                          </a:ln>
                          <a:solidFill>
                            <a:schemeClr val="tx1"/>
                          </a:solidFill>
                          <a:effectLst/>
                          <a:latin typeface="+mn-lt"/>
                        </a:rPr>
                        <a:t> $t4, 0($t5)</a:t>
                      </a:r>
                    </a:p>
                  </a:txBody>
                  <a:tcPr marT="45711" marB="45711" anchor="ct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algn="ctr"/>
                      <a:endParaRPr lang="en-US" sz="1600" dirty="0">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F</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D</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X</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r>
                        <a:rPr kumimoji="0" lang="en-US" sz="1600" b="0" i="0" u="none" strike="noStrike" cap="none" normalizeH="0" baseline="0" dirty="0">
                          <a:ln>
                            <a:noFill/>
                          </a:ln>
                          <a:solidFill>
                            <a:schemeClr val="tx1"/>
                          </a:solidFill>
                          <a:effectLst/>
                          <a:latin typeface="+mn-lt"/>
                          <a:cs typeface="Times New Roman" panose="02020603050405020304" pitchFamily="18" charset="0"/>
                        </a:rPr>
                        <a:t>M</a:t>
                      </a: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
                          <a:schemeClr val="tx2"/>
                        </a:buClr>
                        <a:buSzPct val="75000"/>
                        <a:buFont typeface="Wingdings" pitchFamily="2" charset="2"/>
                        <a:buNone/>
                        <a:tabLst/>
                      </a:pPr>
                      <a:endParaRPr kumimoji="0" lang="en-US" sz="1600" b="0" i="0" u="none" strike="noStrike" cap="none" normalizeH="0" baseline="0" dirty="0">
                        <a:ln>
                          <a:noFill/>
                        </a:ln>
                        <a:solidFill>
                          <a:schemeClr val="tx1"/>
                        </a:solidFill>
                        <a:effectLst/>
                        <a:latin typeface="+mn-lt"/>
                        <a:cs typeface="Times New Roman" panose="02020603050405020304" pitchFamily="18" charset="0"/>
                      </a:endParaRPr>
                    </a:p>
                  </a:txBody>
                  <a:tcPr marT="45711" marB="45711" anchor="ct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596446267"/>
                  </a:ext>
                </a:extLst>
              </a:tr>
            </a:tbl>
          </a:graphicData>
        </a:graphic>
      </p:graphicFrame>
    </p:spTree>
    <p:custDataLst>
      <p:tags r:id="rId1"/>
    </p:custDataLst>
    <p:extLst>
      <p:ext uri="{BB962C8B-B14F-4D97-AF65-F5344CB8AC3E}">
        <p14:creationId xmlns:p14="http://schemas.microsoft.com/office/powerpoint/2010/main" val="6887082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Pipelining</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12</a:t>
            </a:fld>
            <a:endParaRPr lang="en-US" altLang="en-US"/>
          </a:p>
        </p:txBody>
      </p:sp>
      <p:grpSp>
        <p:nvGrpSpPr>
          <p:cNvPr id="2" name="Group 1">
            <a:extLst>
              <a:ext uri="{FF2B5EF4-FFF2-40B4-BE49-F238E27FC236}">
                <a16:creationId xmlns:a16="http://schemas.microsoft.com/office/drawing/2014/main" id="{9FFCE747-818B-4E90-A41D-15B860F5C210}"/>
              </a:ext>
            </a:extLst>
          </p:cNvPr>
          <p:cNvGrpSpPr/>
          <p:nvPr/>
        </p:nvGrpSpPr>
        <p:grpSpPr>
          <a:xfrm>
            <a:off x="1905000" y="2133600"/>
            <a:ext cx="6743700" cy="1371600"/>
            <a:chOff x="838200" y="2209800"/>
            <a:chExt cx="9829800" cy="1905000"/>
          </a:xfrm>
        </p:grpSpPr>
        <p:pic>
          <p:nvPicPr>
            <p:cNvPr id="2052" name="Picture 4" descr="Related image">
              <a:extLst>
                <a:ext uri="{FF2B5EF4-FFF2-40B4-BE49-F238E27FC236}">
                  <a16:creationId xmlns:a16="http://schemas.microsoft.com/office/drawing/2014/main" id="{CBB6DCFB-2D9A-412C-ABB6-38F5E4D44AA4}"/>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38200" y="22098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Related image">
              <a:extLst>
                <a:ext uri="{FF2B5EF4-FFF2-40B4-BE49-F238E27FC236}">
                  <a16:creationId xmlns:a16="http://schemas.microsoft.com/office/drawing/2014/main" id="{2B36414A-934B-405E-8E31-95AF71B0BCBD}"/>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2819400" y="22098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Related image">
              <a:extLst>
                <a:ext uri="{FF2B5EF4-FFF2-40B4-BE49-F238E27FC236}">
                  <a16:creationId xmlns:a16="http://schemas.microsoft.com/office/drawing/2014/main" id="{87223B4E-1931-455C-A57C-2F9E23FC9694}"/>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800600" y="22098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Related image">
              <a:extLst>
                <a:ext uri="{FF2B5EF4-FFF2-40B4-BE49-F238E27FC236}">
                  <a16:creationId xmlns:a16="http://schemas.microsoft.com/office/drawing/2014/main" id="{FF581F14-7CE9-426D-9ED8-05A05191BAD1}"/>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6781800" y="22098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Related image">
              <a:extLst>
                <a:ext uri="{FF2B5EF4-FFF2-40B4-BE49-F238E27FC236}">
                  <a16:creationId xmlns:a16="http://schemas.microsoft.com/office/drawing/2014/main" id="{7BA2489B-04A3-44C1-909A-615846C57AA2}"/>
                </a:ext>
              </a:extLst>
            </p:cNvPr>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8763000" y="2209800"/>
              <a:ext cx="1905000" cy="1905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oup 18">
            <a:extLst>
              <a:ext uri="{FF2B5EF4-FFF2-40B4-BE49-F238E27FC236}">
                <a16:creationId xmlns:a16="http://schemas.microsoft.com/office/drawing/2014/main" id="{E05AE535-6DBB-4695-AC6D-B78FB40005F2}"/>
              </a:ext>
            </a:extLst>
          </p:cNvPr>
          <p:cNvGrpSpPr/>
          <p:nvPr/>
        </p:nvGrpSpPr>
        <p:grpSpPr>
          <a:xfrm>
            <a:off x="976298" y="4419600"/>
            <a:ext cx="381000" cy="1143000"/>
            <a:chOff x="1166798" y="4419600"/>
            <a:chExt cx="381000" cy="1143000"/>
          </a:xfrm>
        </p:grpSpPr>
        <p:sp>
          <p:nvSpPr>
            <p:cNvPr id="5" name="Rectangle: Rounded Corners 4">
              <a:extLst>
                <a:ext uri="{FF2B5EF4-FFF2-40B4-BE49-F238E27FC236}">
                  <a16:creationId xmlns:a16="http://schemas.microsoft.com/office/drawing/2014/main" id="{B54A06CD-16BF-4D74-8E67-F140DCE77DFB}"/>
                </a:ext>
              </a:extLst>
            </p:cNvPr>
            <p:cNvSpPr/>
            <p:nvPr>
              <p:custDataLst>
                <p:tags r:id="rId26"/>
              </p:custDataLst>
            </p:nvPr>
          </p:nvSpPr>
          <p:spPr>
            <a:xfrm>
              <a:off x="1166798" y="4724400"/>
              <a:ext cx="381000" cy="609600"/>
            </a:xfrm>
            <a:prstGeom prst="roundRect">
              <a:avLst>
                <a:gd name="adj" fmla="val 39524"/>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C9663845-A18F-4C0C-836B-D13DE5AF0D6A}"/>
                </a:ext>
              </a:extLst>
            </p:cNvPr>
            <p:cNvSpPr/>
            <p:nvPr>
              <p:custDataLst>
                <p:tags r:id="rId27"/>
              </p:custDataLst>
            </p:nvPr>
          </p:nvSpPr>
          <p:spPr>
            <a:xfrm>
              <a:off x="1204898" y="4419600"/>
              <a:ext cx="304800" cy="3024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rapezoid 17">
              <a:extLst>
                <a:ext uri="{FF2B5EF4-FFF2-40B4-BE49-F238E27FC236}">
                  <a16:creationId xmlns:a16="http://schemas.microsoft.com/office/drawing/2014/main" id="{0833559A-5D76-4047-ACB6-619F365E8EFB}"/>
                </a:ext>
              </a:extLst>
            </p:cNvPr>
            <p:cNvSpPr/>
            <p:nvPr>
              <p:custDataLst>
                <p:tags r:id="rId28"/>
              </p:custDataLst>
            </p:nvPr>
          </p:nvSpPr>
          <p:spPr>
            <a:xfrm flipV="1">
              <a:off x="1242998" y="5334000"/>
              <a:ext cx="228600" cy="228600"/>
            </a:xfrm>
            <a:prstGeom prst="trapezoi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56BA4D7D-385E-48FC-8652-2E9973244844}"/>
              </a:ext>
            </a:extLst>
          </p:cNvPr>
          <p:cNvGrpSpPr/>
          <p:nvPr/>
        </p:nvGrpSpPr>
        <p:grpSpPr>
          <a:xfrm>
            <a:off x="523457" y="4419600"/>
            <a:ext cx="381000" cy="1143000"/>
            <a:chOff x="1166798" y="4419600"/>
            <a:chExt cx="381000" cy="1143000"/>
          </a:xfrm>
          <a:solidFill>
            <a:schemeClr val="accent3"/>
          </a:solidFill>
        </p:grpSpPr>
        <p:sp>
          <p:nvSpPr>
            <p:cNvPr id="30" name="Rectangle: Rounded Corners 29">
              <a:extLst>
                <a:ext uri="{FF2B5EF4-FFF2-40B4-BE49-F238E27FC236}">
                  <a16:creationId xmlns:a16="http://schemas.microsoft.com/office/drawing/2014/main" id="{5FA47E82-F66E-4B8D-BF2B-8225347A282C}"/>
                </a:ext>
              </a:extLst>
            </p:cNvPr>
            <p:cNvSpPr/>
            <p:nvPr>
              <p:custDataLst>
                <p:tags r:id="rId23"/>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474E25E-CC50-4C55-A4F0-D2846EDC2768}"/>
                </a:ext>
              </a:extLst>
            </p:cNvPr>
            <p:cNvSpPr/>
            <p:nvPr>
              <p:custDataLst>
                <p:tags r:id="rId24"/>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rapezoid 31">
              <a:extLst>
                <a:ext uri="{FF2B5EF4-FFF2-40B4-BE49-F238E27FC236}">
                  <a16:creationId xmlns:a16="http://schemas.microsoft.com/office/drawing/2014/main" id="{2273B351-799E-427D-B701-85D0C2A82034}"/>
                </a:ext>
              </a:extLst>
            </p:cNvPr>
            <p:cNvSpPr/>
            <p:nvPr>
              <p:custDataLst>
                <p:tags r:id="rId25"/>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C25BAEF3-F7A7-4B2E-9157-EEB51462CA7A}"/>
              </a:ext>
            </a:extLst>
          </p:cNvPr>
          <p:cNvGrpSpPr/>
          <p:nvPr/>
        </p:nvGrpSpPr>
        <p:grpSpPr>
          <a:xfrm>
            <a:off x="76200" y="4419600"/>
            <a:ext cx="381000" cy="1143000"/>
            <a:chOff x="1166798" y="4419600"/>
            <a:chExt cx="381000" cy="1143000"/>
          </a:xfrm>
          <a:solidFill>
            <a:schemeClr val="accent6"/>
          </a:solidFill>
        </p:grpSpPr>
        <p:sp>
          <p:nvSpPr>
            <p:cNvPr id="34" name="Rectangle: Rounded Corners 33">
              <a:extLst>
                <a:ext uri="{FF2B5EF4-FFF2-40B4-BE49-F238E27FC236}">
                  <a16:creationId xmlns:a16="http://schemas.microsoft.com/office/drawing/2014/main" id="{A23012CB-B2E0-46E9-BC50-5D19ED1EE800}"/>
                </a:ext>
              </a:extLst>
            </p:cNvPr>
            <p:cNvSpPr/>
            <p:nvPr>
              <p:custDataLst>
                <p:tags r:id="rId20"/>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33778D0-001A-47DE-84F8-E92FEF1D62FB}"/>
                </a:ext>
              </a:extLst>
            </p:cNvPr>
            <p:cNvSpPr/>
            <p:nvPr>
              <p:custDataLst>
                <p:tags r:id="rId21"/>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rapezoid 35">
              <a:extLst>
                <a:ext uri="{FF2B5EF4-FFF2-40B4-BE49-F238E27FC236}">
                  <a16:creationId xmlns:a16="http://schemas.microsoft.com/office/drawing/2014/main" id="{D7438F10-11FD-4596-AA4A-21135E821396}"/>
                </a:ext>
              </a:extLst>
            </p:cNvPr>
            <p:cNvSpPr/>
            <p:nvPr>
              <p:custDataLst>
                <p:tags r:id="rId22"/>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Rectangle 3">
            <a:extLst>
              <a:ext uri="{FF2B5EF4-FFF2-40B4-BE49-F238E27FC236}">
                <a16:creationId xmlns:a16="http://schemas.microsoft.com/office/drawing/2014/main" id="{808A39E1-4627-402D-A7F6-B1D397EF3A00}"/>
              </a:ext>
            </a:extLst>
          </p:cNvPr>
          <p:cNvSpPr>
            <a:spLocks noGrp="1" noChangeArrowheads="1"/>
          </p:cNvSpPr>
          <p:nvPr>
            <p:ph idx="1"/>
            <p:custDataLst>
              <p:tags r:id="rId4"/>
            </p:custDataLst>
          </p:nvPr>
        </p:nvSpPr>
        <p:spPr>
          <a:xfrm>
            <a:off x="682625" y="1600200"/>
            <a:ext cx="8385175" cy="609600"/>
          </a:xfrm>
        </p:spPr>
        <p:txBody>
          <a:bodyPr/>
          <a:lstStyle/>
          <a:p>
            <a:pPr>
              <a:lnSpc>
                <a:spcPct val="80000"/>
              </a:lnSpc>
            </a:pPr>
            <a:r>
              <a:rPr lang="en-US" altLang="en-US" sz="2800" dirty="0"/>
              <a:t>Multi-cycle implementation:</a:t>
            </a:r>
          </a:p>
        </p:txBody>
      </p:sp>
      <p:grpSp>
        <p:nvGrpSpPr>
          <p:cNvPr id="23" name="Group 22">
            <a:extLst>
              <a:ext uri="{FF2B5EF4-FFF2-40B4-BE49-F238E27FC236}">
                <a16:creationId xmlns:a16="http://schemas.microsoft.com/office/drawing/2014/main" id="{2ECAB793-818B-40B7-B97B-F44734DF152F}"/>
              </a:ext>
            </a:extLst>
          </p:cNvPr>
          <p:cNvGrpSpPr/>
          <p:nvPr/>
        </p:nvGrpSpPr>
        <p:grpSpPr>
          <a:xfrm>
            <a:off x="2366559" y="3846919"/>
            <a:ext cx="381000" cy="1143000"/>
            <a:chOff x="1166798" y="4419600"/>
            <a:chExt cx="381000" cy="1143000"/>
          </a:xfrm>
        </p:grpSpPr>
        <p:sp>
          <p:nvSpPr>
            <p:cNvPr id="24" name="Rectangle: Rounded Corners 23">
              <a:extLst>
                <a:ext uri="{FF2B5EF4-FFF2-40B4-BE49-F238E27FC236}">
                  <a16:creationId xmlns:a16="http://schemas.microsoft.com/office/drawing/2014/main" id="{0FD9AA7E-4194-479D-A1E4-A0FF81CD0A67}"/>
                </a:ext>
              </a:extLst>
            </p:cNvPr>
            <p:cNvSpPr/>
            <p:nvPr>
              <p:custDataLst>
                <p:tags r:id="rId17"/>
              </p:custDataLst>
            </p:nvPr>
          </p:nvSpPr>
          <p:spPr>
            <a:xfrm>
              <a:off x="1166798" y="4724400"/>
              <a:ext cx="381000" cy="609600"/>
            </a:xfrm>
            <a:prstGeom prst="roundRect">
              <a:avLst>
                <a:gd name="adj" fmla="val 39524"/>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1A47091-CBA7-42D6-B765-6F30C89CD44A}"/>
                </a:ext>
              </a:extLst>
            </p:cNvPr>
            <p:cNvSpPr/>
            <p:nvPr>
              <p:custDataLst>
                <p:tags r:id="rId18"/>
              </p:custDataLst>
            </p:nvPr>
          </p:nvSpPr>
          <p:spPr>
            <a:xfrm>
              <a:off x="1204898" y="4419600"/>
              <a:ext cx="304800" cy="3024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rapezoid 25">
              <a:extLst>
                <a:ext uri="{FF2B5EF4-FFF2-40B4-BE49-F238E27FC236}">
                  <a16:creationId xmlns:a16="http://schemas.microsoft.com/office/drawing/2014/main" id="{8ACC3F04-F915-417C-91DD-23C6AEE1EC49}"/>
                </a:ext>
              </a:extLst>
            </p:cNvPr>
            <p:cNvSpPr/>
            <p:nvPr>
              <p:custDataLst>
                <p:tags r:id="rId19"/>
              </p:custDataLst>
            </p:nvPr>
          </p:nvSpPr>
          <p:spPr>
            <a:xfrm flipV="1">
              <a:off x="1242998" y="5334000"/>
              <a:ext cx="228600" cy="228600"/>
            </a:xfrm>
            <a:prstGeom prst="trapezoi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A736A47F-9349-4A18-BE1B-2AFE1F9C99AD}"/>
              </a:ext>
            </a:extLst>
          </p:cNvPr>
          <p:cNvGrpSpPr/>
          <p:nvPr/>
        </p:nvGrpSpPr>
        <p:grpSpPr>
          <a:xfrm>
            <a:off x="3727154" y="3846919"/>
            <a:ext cx="381000" cy="1143000"/>
            <a:chOff x="1166798" y="4419600"/>
            <a:chExt cx="381000" cy="1143000"/>
          </a:xfrm>
        </p:grpSpPr>
        <p:sp>
          <p:nvSpPr>
            <p:cNvPr id="28" name="Rectangle: Rounded Corners 27">
              <a:extLst>
                <a:ext uri="{FF2B5EF4-FFF2-40B4-BE49-F238E27FC236}">
                  <a16:creationId xmlns:a16="http://schemas.microsoft.com/office/drawing/2014/main" id="{7DD02170-2DCB-4D61-915C-BAA430E8C4F5}"/>
                </a:ext>
              </a:extLst>
            </p:cNvPr>
            <p:cNvSpPr/>
            <p:nvPr>
              <p:custDataLst>
                <p:tags r:id="rId14"/>
              </p:custDataLst>
            </p:nvPr>
          </p:nvSpPr>
          <p:spPr>
            <a:xfrm>
              <a:off x="1166798" y="4724400"/>
              <a:ext cx="381000" cy="609600"/>
            </a:xfrm>
            <a:prstGeom prst="roundRect">
              <a:avLst>
                <a:gd name="adj" fmla="val 39524"/>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0B75DC0-BFDD-438B-B35D-8C50F33C3BEC}"/>
                </a:ext>
              </a:extLst>
            </p:cNvPr>
            <p:cNvSpPr/>
            <p:nvPr>
              <p:custDataLst>
                <p:tags r:id="rId15"/>
              </p:custDataLst>
            </p:nvPr>
          </p:nvSpPr>
          <p:spPr>
            <a:xfrm>
              <a:off x="1204898" y="4419600"/>
              <a:ext cx="304800" cy="3024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rapezoid 37">
              <a:extLst>
                <a:ext uri="{FF2B5EF4-FFF2-40B4-BE49-F238E27FC236}">
                  <a16:creationId xmlns:a16="http://schemas.microsoft.com/office/drawing/2014/main" id="{A239445C-F864-4F85-9AD1-1ADC4A2B84D9}"/>
                </a:ext>
              </a:extLst>
            </p:cNvPr>
            <p:cNvSpPr/>
            <p:nvPr>
              <p:custDataLst>
                <p:tags r:id="rId16"/>
              </p:custDataLst>
            </p:nvPr>
          </p:nvSpPr>
          <p:spPr>
            <a:xfrm flipV="1">
              <a:off x="1242998" y="5334000"/>
              <a:ext cx="228600" cy="228600"/>
            </a:xfrm>
            <a:prstGeom prst="trapezoi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9" name="Group 38">
            <a:extLst>
              <a:ext uri="{FF2B5EF4-FFF2-40B4-BE49-F238E27FC236}">
                <a16:creationId xmlns:a16="http://schemas.microsoft.com/office/drawing/2014/main" id="{5862B50A-8167-4891-9481-EA0342452FB3}"/>
              </a:ext>
            </a:extLst>
          </p:cNvPr>
          <p:cNvGrpSpPr/>
          <p:nvPr/>
        </p:nvGrpSpPr>
        <p:grpSpPr>
          <a:xfrm>
            <a:off x="5086350" y="3846919"/>
            <a:ext cx="381000" cy="1143000"/>
            <a:chOff x="1166798" y="4419600"/>
            <a:chExt cx="381000" cy="1143000"/>
          </a:xfrm>
        </p:grpSpPr>
        <p:sp>
          <p:nvSpPr>
            <p:cNvPr id="40" name="Rectangle: Rounded Corners 39">
              <a:extLst>
                <a:ext uri="{FF2B5EF4-FFF2-40B4-BE49-F238E27FC236}">
                  <a16:creationId xmlns:a16="http://schemas.microsoft.com/office/drawing/2014/main" id="{167C36EF-5C70-4EDF-8EF5-2223B5B5175F}"/>
                </a:ext>
              </a:extLst>
            </p:cNvPr>
            <p:cNvSpPr/>
            <p:nvPr>
              <p:custDataLst>
                <p:tags r:id="rId11"/>
              </p:custDataLst>
            </p:nvPr>
          </p:nvSpPr>
          <p:spPr>
            <a:xfrm>
              <a:off x="1166798" y="4724400"/>
              <a:ext cx="381000" cy="609600"/>
            </a:xfrm>
            <a:prstGeom prst="roundRect">
              <a:avLst>
                <a:gd name="adj" fmla="val 39524"/>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C44923FB-7EEA-4D30-B802-B2A7FFED5793}"/>
                </a:ext>
              </a:extLst>
            </p:cNvPr>
            <p:cNvSpPr/>
            <p:nvPr>
              <p:custDataLst>
                <p:tags r:id="rId12"/>
              </p:custDataLst>
            </p:nvPr>
          </p:nvSpPr>
          <p:spPr>
            <a:xfrm>
              <a:off x="1204898" y="4419600"/>
              <a:ext cx="304800" cy="3024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rapezoid 41">
              <a:extLst>
                <a:ext uri="{FF2B5EF4-FFF2-40B4-BE49-F238E27FC236}">
                  <a16:creationId xmlns:a16="http://schemas.microsoft.com/office/drawing/2014/main" id="{AD4C1806-8161-402E-B41F-0A23E032E109}"/>
                </a:ext>
              </a:extLst>
            </p:cNvPr>
            <p:cNvSpPr/>
            <p:nvPr>
              <p:custDataLst>
                <p:tags r:id="rId13"/>
              </p:custDataLst>
            </p:nvPr>
          </p:nvSpPr>
          <p:spPr>
            <a:xfrm flipV="1">
              <a:off x="1242998" y="5334000"/>
              <a:ext cx="228600" cy="228600"/>
            </a:xfrm>
            <a:prstGeom prst="trapezoi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3" name="Group 42">
            <a:extLst>
              <a:ext uri="{FF2B5EF4-FFF2-40B4-BE49-F238E27FC236}">
                <a16:creationId xmlns:a16="http://schemas.microsoft.com/office/drawing/2014/main" id="{882E441B-CE99-4595-893E-8B4677697870}"/>
              </a:ext>
            </a:extLst>
          </p:cNvPr>
          <p:cNvGrpSpPr/>
          <p:nvPr/>
        </p:nvGrpSpPr>
        <p:grpSpPr>
          <a:xfrm>
            <a:off x="6451378" y="3848100"/>
            <a:ext cx="381000" cy="1143000"/>
            <a:chOff x="1166798" y="4419600"/>
            <a:chExt cx="381000" cy="1143000"/>
          </a:xfrm>
        </p:grpSpPr>
        <p:sp>
          <p:nvSpPr>
            <p:cNvPr id="44" name="Rectangle: Rounded Corners 43">
              <a:extLst>
                <a:ext uri="{FF2B5EF4-FFF2-40B4-BE49-F238E27FC236}">
                  <a16:creationId xmlns:a16="http://schemas.microsoft.com/office/drawing/2014/main" id="{0BA90CD9-D307-4DB3-901F-888E921CC99F}"/>
                </a:ext>
              </a:extLst>
            </p:cNvPr>
            <p:cNvSpPr/>
            <p:nvPr>
              <p:custDataLst>
                <p:tags r:id="rId8"/>
              </p:custDataLst>
            </p:nvPr>
          </p:nvSpPr>
          <p:spPr>
            <a:xfrm>
              <a:off x="1166798" y="4724400"/>
              <a:ext cx="381000" cy="609600"/>
            </a:xfrm>
            <a:prstGeom prst="roundRect">
              <a:avLst>
                <a:gd name="adj" fmla="val 39524"/>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AB292F07-3CE0-4822-8B21-226210E9BECB}"/>
                </a:ext>
              </a:extLst>
            </p:cNvPr>
            <p:cNvSpPr/>
            <p:nvPr>
              <p:custDataLst>
                <p:tags r:id="rId9"/>
              </p:custDataLst>
            </p:nvPr>
          </p:nvSpPr>
          <p:spPr>
            <a:xfrm>
              <a:off x="1204898" y="4419600"/>
              <a:ext cx="304800" cy="3024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rapezoid 45">
              <a:extLst>
                <a:ext uri="{FF2B5EF4-FFF2-40B4-BE49-F238E27FC236}">
                  <a16:creationId xmlns:a16="http://schemas.microsoft.com/office/drawing/2014/main" id="{3EE030D7-DC1B-439C-B5E6-203443EE00BC}"/>
                </a:ext>
              </a:extLst>
            </p:cNvPr>
            <p:cNvSpPr/>
            <p:nvPr>
              <p:custDataLst>
                <p:tags r:id="rId10"/>
              </p:custDataLst>
            </p:nvPr>
          </p:nvSpPr>
          <p:spPr>
            <a:xfrm flipV="1">
              <a:off x="1242998" y="5334000"/>
              <a:ext cx="228600" cy="228600"/>
            </a:xfrm>
            <a:prstGeom prst="trapezoi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7" name="Group 46">
            <a:extLst>
              <a:ext uri="{FF2B5EF4-FFF2-40B4-BE49-F238E27FC236}">
                <a16:creationId xmlns:a16="http://schemas.microsoft.com/office/drawing/2014/main" id="{40F03F23-7B33-42F3-A3ED-E54C557E0877}"/>
              </a:ext>
            </a:extLst>
          </p:cNvPr>
          <p:cNvGrpSpPr/>
          <p:nvPr/>
        </p:nvGrpSpPr>
        <p:grpSpPr>
          <a:xfrm>
            <a:off x="7806178" y="3846919"/>
            <a:ext cx="381000" cy="1143000"/>
            <a:chOff x="1166798" y="4419600"/>
            <a:chExt cx="381000" cy="1143000"/>
          </a:xfrm>
        </p:grpSpPr>
        <p:sp>
          <p:nvSpPr>
            <p:cNvPr id="48" name="Rectangle: Rounded Corners 47">
              <a:extLst>
                <a:ext uri="{FF2B5EF4-FFF2-40B4-BE49-F238E27FC236}">
                  <a16:creationId xmlns:a16="http://schemas.microsoft.com/office/drawing/2014/main" id="{428F5739-4004-40FC-B28A-CC5B261B3863}"/>
                </a:ext>
              </a:extLst>
            </p:cNvPr>
            <p:cNvSpPr/>
            <p:nvPr>
              <p:custDataLst>
                <p:tags r:id="rId5"/>
              </p:custDataLst>
            </p:nvPr>
          </p:nvSpPr>
          <p:spPr>
            <a:xfrm>
              <a:off x="1166798" y="4724400"/>
              <a:ext cx="381000" cy="609600"/>
            </a:xfrm>
            <a:prstGeom prst="roundRect">
              <a:avLst>
                <a:gd name="adj" fmla="val 39524"/>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8E6046A8-97D9-42DD-8A37-B48ECC7EF6E7}"/>
                </a:ext>
              </a:extLst>
            </p:cNvPr>
            <p:cNvSpPr/>
            <p:nvPr>
              <p:custDataLst>
                <p:tags r:id="rId6"/>
              </p:custDataLst>
            </p:nvPr>
          </p:nvSpPr>
          <p:spPr>
            <a:xfrm>
              <a:off x="1204898" y="4419600"/>
              <a:ext cx="304800" cy="3024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Trapezoid 49">
              <a:extLst>
                <a:ext uri="{FF2B5EF4-FFF2-40B4-BE49-F238E27FC236}">
                  <a16:creationId xmlns:a16="http://schemas.microsoft.com/office/drawing/2014/main" id="{4A3586EB-D405-4401-8B70-070C51008A92}"/>
                </a:ext>
              </a:extLst>
            </p:cNvPr>
            <p:cNvSpPr/>
            <p:nvPr>
              <p:custDataLst>
                <p:tags r:id="rId7"/>
              </p:custDataLst>
            </p:nvPr>
          </p:nvSpPr>
          <p:spPr>
            <a:xfrm flipV="1">
              <a:off x="1242998" y="5334000"/>
              <a:ext cx="228600" cy="228600"/>
            </a:xfrm>
            <a:prstGeom prst="trapezoi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ustDataLst>
      <p:tags r:id="rId1"/>
    </p:custDataLst>
    <p:extLst>
      <p:ext uri="{BB962C8B-B14F-4D97-AF65-F5344CB8AC3E}">
        <p14:creationId xmlns:p14="http://schemas.microsoft.com/office/powerpoint/2010/main" val="289026545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23"/>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7"/>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39"/>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43"/>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Pipelining</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13</a:t>
            </a:fld>
            <a:endParaRPr lang="en-US" altLang="en-US"/>
          </a:p>
        </p:txBody>
      </p:sp>
      <p:grpSp>
        <p:nvGrpSpPr>
          <p:cNvPr id="2" name="Group 1">
            <a:extLst>
              <a:ext uri="{FF2B5EF4-FFF2-40B4-BE49-F238E27FC236}">
                <a16:creationId xmlns:a16="http://schemas.microsoft.com/office/drawing/2014/main" id="{9FFCE747-818B-4E90-A41D-15B860F5C210}"/>
              </a:ext>
            </a:extLst>
          </p:cNvPr>
          <p:cNvGrpSpPr/>
          <p:nvPr/>
        </p:nvGrpSpPr>
        <p:grpSpPr>
          <a:xfrm>
            <a:off x="1905000" y="2133600"/>
            <a:ext cx="6743700" cy="1371600"/>
            <a:chOff x="838200" y="2209800"/>
            <a:chExt cx="9829800" cy="1905000"/>
          </a:xfrm>
        </p:grpSpPr>
        <p:pic>
          <p:nvPicPr>
            <p:cNvPr id="2052" name="Picture 4" descr="Related image">
              <a:extLst>
                <a:ext uri="{FF2B5EF4-FFF2-40B4-BE49-F238E27FC236}">
                  <a16:creationId xmlns:a16="http://schemas.microsoft.com/office/drawing/2014/main" id="{CBB6DCFB-2D9A-412C-ABB6-38F5E4D44AA4}"/>
                </a:ext>
              </a:extLst>
            </p:cNvPr>
            <p:cNvPicPr>
              <a:picLocks noChangeAspect="1" noChangeArrowheads="1"/>
            </p:cNvPicPr>
            <p:nvPr/>
          </p:nvPicPr>
          <p:blipFill>
            <a:blip r:embed="rId106">
              <a:extLst>
                <a:ext uri="{28A0092B-C50C-407E-A947-70E740481C1C}">
                  <a14:useLocalDpi xmlns:a14="http://schemas.microsoft.com/office/drawing/2010/main" val="0"/>
                </a:ext>
              </a:extLst>
            </a:blip>
            <a:srcRect/>
            <a:stretch>
              <a:fillRect/>
            </a:stretch>
          </p:blipFill>
          <p:spPr bwMode="auto">
            <a:xfrm>
              <a:off x="838200" y="22098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Related image">
              <a:extLst>
                <a:ext uri="{FF2B5EF4-FFF2-40B4-BE49-F238E27FC236}">
                  <a16:creationId xmlns:a16="http://schemas.microsoft.com/office/drawing/2014/main" id="{2B36414A-934B-405E-8E31-95AF71B0BCBD}"/>
                </a:ext>
              </a:extLst>
            </p:cNvPr>
            <p:cNvPicPr>
              <a:picLocks noChangeAspect="1" noChangeArrowheads="1"/>
            </p:cNvPicPr>
            <p:nvPr/>
          </p:nvPicPr>
          <p:blipFill>
            <a:blip r:embed="rId106">
              <a:extLst>
                <a:ext uri="{28A0092B-C50C-407E-A947-70E740481C1C}">
                  <a14:useLocalDpi xmlns:a14="http://schemas.microsoft.com/office/drawing/2010/main" val="0"/>
                </a:ext>
              </a:extLst>
            </a:blip>
            <a:srcRect/>
            <a:stretch>
              <a:fillRect/>
            </a:stretch>
          </p:blipFill>
          <p:spPr bwMode="auto">
            <a:xfrm>
              <a:off x="2819400" y="22098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Related image">
              <a:extLst>
                <a:ext uri="{FF2B5EF4-FFF2-40B4-BE49-F238E27FC236}">
                  <a16:creationId xmlns:a16="http://schemas.microsoft.com/office/drawing/2014/main" id="{87223B4E-1931-455C-A57C-2F9E23FC9694}"/>
                </a:ext>
              </a:extLst>
            </p:cNvPr>
            <p:cNvPicPr>
              <a:picLocks noChangeAspect="1" noChangeArrowheads="1"/>
            </p:cNvPicPr>
            <p:nvPr/>
          </p:nvPicPr>
          <p:blipFill>
            <a:blip r:embed="rId106">
              <a:extLst>
                <a:ext uri="{28A0092B-C50C-407E-A947-70E740481C1C}">
                  <a14:useLocalDpi xmlns:a14="http://schemas.microsoft.com/office/drawing/2010/main" val="0"/>
                </a:ext>
              </a:extLst>
            </a:blip>
            <a:srcRect/>
            <a:stretch>
              <a:fillRect/>
            </a:stretch>
          </p:blipFill>
          <p:spPr bwMode="auto">
            <a:xfrm>
              <a:off x="4800600" y="22098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Related image">
              <a:extLst>
                <a:ext uri="{FF2B5EF4-FFF2-40B4-BE49-F238E27FC236}">
                  <a16:creationId xmlns:a16="http://schemas.microsoft.com/office/drawing/2014/main" id="{FF581F14-7CE9-426D-9ED8-05A05191BAD1}"/>
                </a:ext>
              </a:extLst>
            </p:cNvPr>
            <p:cNvPicPr>
              <a:picLocks noChangeAspect="1" noChangeArrowheads="1"/>
            </p:cNvPicPr>
            <p:nvPr/>
          </p:nvPicPr>
          <p:blipFill>
            <a:blip r:embed="rId106">
              <a:extLst>
                <a:ext uri="{28A0092B-C50C-407E-A947-70E740481C1C}">
                  <a14:useLocalDpi xmlns:a14="http://schemas.microsoft.com/office/drawing/2010/main" val="0"/>
                </a:ext>
              </a:extLst>
            </a:blip>
            <a:srcRect/>
            <a:stretch>
              <a:fillRect/>
            </a:stretch>
          </p:blipFill>
          <p:spPr bwMode="auto">
            <a:xfrm>
              <a:off x="6781800" y="2209800"/>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descr="Related image">
              <a:extLst>
                <a:ext uri="{FF2B5EF4-FFF2-40B4-BE49-F238E27FC236}">
                  <a16:creationId xmlns:a16="http://schemas.microsoft.com/office/drawing/2014/main" id="{7BA2489B-04A3-44C1-909A-615846C57AA2}"/>
                </a:ext>
              </a:extLst>
            </p:cNvPr>
            <p:cNvPicPr>
              <a:picLocks noChangeAspect="1" noChangeArrowheads="1"/>
            </p:cNvPicPr>
            <p:nvPr/>
          </p:nvPicPr>
          <p:blipFill>
            <a:blip r:embed="rId106">
              <a:extLst>
                <a:ext uri="{28A0092B-C50C-407E-A947-70E740481C1C}">
                  <a14:useLocalDpi xmlns:a14="http://schemas.microsoft.com/office/drawing/2010/main" val="0"/>
                </a:ext>
              </a:extLst>
            </a:blip>
            <a:srcRect/>
            <a:stretch>
              <a:fillRect/>
            </a:stretch>
          </p:blipFill>
          <p:spPr bwMode="auto">
            <a:xfrm>
              <a:off x="8763000" y="2209800"/>
              <a:ext cx="1905000" cy="1905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 name="Group 2">
            <a:extLst>
              <a:ext uri="{FF2B5EF4-FFF2-40B4-BE49-F238E27FC236}">
                <a16:creationId xmlns:a16="http://schemas.microsoft.com/office/drawing/2014/main" id="{280EFE13-546E-4CFD-8E47-FED0EF2D3ED6}"/>
              </a:ext>
            </a:extLst>
          </p:cNvPr>
          <p:cNvGrpSpPr/>
          <p:nvPr/>
        </p:nvGrpSpPr>
        <p:grpSpPr>
          <a:xfrm>
            <a:off x="76200" y="4419600"/>
            <a:ext cx="1281098" cy="1143000"/>
            <a:chOff x="76200" y="4419600"/>
            <a:chExt cx="1281098" cy="1143000"/>
          </a:xfrm>
        </p:grpSpPr>
        <p:grpSp>
          <p:nvGrpSpPr>
            <p:cNvPr id="19" name="Group 18">
              <a:extLst>
                <a:ext uri="{FF2B5EF4-FFF2-40B4-BE49-F238E27FC236}">
                  <a16:creationId xmlns:a16="http://schemas.microsoft.com/office/drawing/2014/main" id="{E05AE535-6DBB-4695-AC6D-B78FB40005F2}"/>
                </a:ext>
              </a:extLst>
            </p:cNvPr>
            <p:cNvGrpSpPr/>
            <p:nvPr/>
          </p:nvGrpSpPr>
          <p:grpSpPr>
            <a:xfrm>
              <a:off x="976298" y="4419600"/>
              <a:ext cx="381000" cy="1143000"/>
              <a:chOff x="1166798" y="4419600"/>
              <a:chExt cx="381000" cy="1143000"/>
            </a:xfrm>
          </p:grpSpPr>
          <p:sp>
            <p:nvSpPr>
              <p:cNvPr id="5" name="Rectangle: Rounded Corners 4">
                <a:extLst>
                  <a:ext uri="{FF2B5EF4-FFF2-40B4-BE49-F238E27FC236}">
                    <a16:creationId xmlns:a16="http://schemas.microsoft.com/office/drawing/2014/main" id="{B54A06CD-16BF-4D74-8E67-F140DCE77DFB}"/>
                  </a:ext>
                </a:extLst>
              </p:cNvPr>
              <p:cNvSpPr/>
              <p:nvPr>
                <p:custDataLst>
                  <p:tags r:id="rId101"/>
                </p:custDataLst>
              </p:nvPr>
            </p:nvSpPr>
            <p:spPr>
              <a:xfrm>
                <a:off x="1166798" y="4724400"/>
                <a:ext cx="381000" cy="609600"/>
              </a:xfrm>
              <a:prstGeom prst="roundRect">
                <a:avLst>
                  <a:gd name="adj" fmla="val 39524"/>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a:extLst>
                  <a:ext uri="{FF2B5EF4-FFF2-40B4-BE49-F238E27FC236}">
                    <a16:creationId xmlns:a16="http://schemas.microsoft.com/office/drawing/2014/main" id="{C9663845-A18F-4C0C-836B-D13DE5AF0D6A}"/>
                  </a:ext>
                </a:extLst>
              </p:cNvPr>
              <p:cNvSpPr/>
              <p:nvPr>
                <p:custDataLst>
                  <p:tags r:id="rId102"/>
                </p:custDataLst>
              </p:nvPr>
            </p:nvSpPr>
            <p:spPr>
              <a:xfrm>
                <a:off x="1204898" y="4419600"/>
                <a:ext cx="304800" cy="3024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rapezoid 17">
                <a:extLst>
                  <a:ext uri="{FF2B5EF4-FFF2-40B4-BE49-F238E27FC236}">
                    <a16:creationId xmlns:a16="http://schemas.microsoft.com/office/drawing/2014/main" id="{0833559A-5D76-4047-ACB6-619F365E8EFB}"/>
                  </a:ext>
                </a:extLst>
              </p:cNvPr>
              <p:cNvSpPr/>
              <p:nvPr>
                <p:custDataLst>
                  <p:tags r:id="rId103"/>
                </p:custDataLst>
              </p:nvPr>
            </p:nvSpPr>
            <p:spPr>
              <a:xfrm flipV="1">
                <a:off x="1242998" y="5334000"/>
                <a:ext cx="228600" cy="228600"/>
              </a:xfrm>
              <a:prstGeom prst="trapezoi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a:extLst>
                <a:ext uri="{FF2B5EF4-FFF2-40B4-BE49-F238E27FC236}">
                  <a16:creationId xmlns:a16="http://schemas.microsoft.com/office/drawing/2014/main" id="{56BA4D7D-385E-48FC-8652-2E9973244844}"/>
                </a:ext>
              </a:extLst>
            </p:cNvPr>
            <p:cNvGrpSpPr/>
            <p:nvPr/>
          </p:nvGrpSpPr>
          <p:grpSpPr>
            <a:xfrm>
              <a:off x="523457" y="4419600"/>
              <a:ext cx="381000" cy="1143000"/>
              <a:chOff x="1166798" y="4419600"/>
              <a:chExt cx="381000" cy="1143000"/>
            </a:xfrm>
            <a:solidFill>
              <a:schemeClr val="accent3"/>
            </a:solidFill>
          </p:grpSpPr>
          <p:sp>
            <p:nvSpPr>
              <p:cNvPr id="30" name="Rectangle: Rounded Corners 29">
                <a:extLst>
                  <a:ext uri="{FF2B5EF4-FFF2-40B4-BE49-F238E27FC236}">
                    <a16:creationId xmlns:a16="http://schemas.microsoft.com/office/drawing/2014/main" id="{5FA47E82-F66E-4B8D-BF2B-8225347A282C}"/>
                  </a:ext>
                </a:extLst>
              </p:cNvPr>
              <p:cNvSpPr/>
              <p:nvPr>
                <p:custDataLst>
                  <p:tags r:id="rId98"/>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474E25E-CC50-4C55-A4F0-D2846EDC2768}"/>
                  </a:ext>
                </a:extLst>
              </p:cNvPr>
              <p:cNvSpPr/>
              <p:nvPr>
                <p:custDataLst>
                  <p:tags r:id="rId99"/>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rapezoid 31">
                <a:extLst>
                  <a:ext uri="{FF2B5EF4-FFF2-40B4-BE49-F238E27FC236}">
                    <a16:creationId xmlns:a16="http://schemas.microsoft.com/office/drawing/2014/main" id="{2273B351-799E-427D-B701-85D0C2A82034}"/>
                  </a:ext>
                </a:extLst>
              </p:cNvPr>
              <p:cNvSpPr/>
              <p:nvPr>
                <p:custDataLst>
                  <p:tags r:id="rId100"/>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3" name="Group 32">
              <a:extLst>
                <a:ext uri="{FF2B5EF4-FFF2-40B4-BE49-F238E27FC236}">
                  <a16:creationId xmlns:a16="http://schemas.microsoft.com/office/drawing/2014/main" id="{C25BAEF3-F7A7-4B2E-9157-EEB51462CA7A}"/>
                </a:ext>
              </a:extLst>
            </p:cNvPr>
            <p:cNvGrpSpPr/>
            <p:nvPr/>
          </p:nvGrpSpPr>
          <p:grpSpPr>
            <a:xfrm>
              <a:off x="76200" y="4419600"/>
              <a:ext cx="381000" cy="1143000"/>
              <a:chOff x="1166798" y="4419600"/>
              <a:chExt cx="381000" cy="1143000"/>
            </a:xfrm>
            <a:solidFill>
              <a:schemeClr val="accent6"/>
            </a:solidFill>
          </p:grpSpPr>
          <p:sp>
            <p:nvSpPr>
              <p:cNvPr id="34" name="Rectangle: Rounded Corners 33">
                <a:extLst>
                  <a:ext uri="{FF2B5EF4-FFF2-40B4-BE49-F238E27FC236}">
                    <a16:creationId xmlns:a16="http://schemas.microsoft.com/office/drawing/2014/main" id="{A23012CB-B2E0-46E9-BC50-5D19ED1EE800}"/>
                  </a:ext>
                </a:extLst>
              </p:cNvPr>
              <p:cNvSpPr/>
              <p:nvPr>
                <p:custDataLst>
                  <p:tags r:id="rId95"/>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33778D0-001A-47DE-84F8-E92FEF1D62FB}"/>
                  </a:ext>
                </a:extLst>
              </p:cNvPr>
              <p:cNvSpPr/>
              <p:nvPr>
                <p:custDataLst>
                  <p:tags r:id="rId96"/>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rapezoid 35">
                <a:extLst>
                  <a:ext uri="{FF2B5EF4-FFF2-40B4-BE49-F238E27FC236}">
                    <a16:creationId xmlns:a16="http://schemas.microsoft.com/office/drawing/2014/main" id="{D7438F10-11FD-4596-AA4A-21135E821396}"/>
                  </a:ext>
                </a:extLst>
              </p:cNvPr>
              <p:cNvSpPr/>
              <p:nvPr>
                <p:custDataLst>
                  <p:tags r:id="rId97"/>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2" name="Rectangle 3">
            <a:extLst>
              <a:ext uri="{FF2B5EF4-FFF2-40B4-BE49-F238E27FC236}">
                <a16:creationId xmlns:a16="http://schemas.microsoft.com/office/drawing/2014/main" id="{FBBB1D15-E8B7-4AE4-8B8B-A98CA0DF2013}"/>
              </a:ext>
            </a:extLst>
          </p:cNvPr>
          <p:cNvSpPr>
            <a:spLocks noGrp="1" noChangeArrowheads="1"/>
          </p:cNvSpPr>
          <p:nvPr>
            <p:ph idx="1"/>
            <p:custDataLst>
              <p:tags r:id="rId4"/>
            </p:custDataLst>
          </p:nvPr>
        </p:nvSpPr>
        <p:spPr>
          <a:xfrm>
            <a:off x="682625" y="1600200"/>
            <a:ext cx="8385175" cy="609600"/>
          </a:xfrm>
        </p:spPr>
        <p:txBody>
          <a:bodyPr/>
          <a:lstStyle/>
          <a:p>
            <a:pPr>
              <a:lnSpc>
                <a:spcPct val="80000"/>
              </a:lnSpc>
            </a:pPr>
            <a:r>
              <a:rPr lang="en-US" altLang="en-US" sz="2800" dirty="0"/>
              <a:t>Pipelining:</a:t>
            </a:r>
          </a:p>
        </p:txBody>
      </p:sp>
      <p:grpSp>
        <p:nvGrpSpPr>
          <p:cNvPr id="24" name="Group 23">
            <a:extLst>
              <a:ext uri="{FF2B5EF4-FFF2-40B4-BE49-F238E27FC236}">
                <a16:creationId xmlns:a16="http://schemas.microsoft.com/office/drawing/2014/main" id="{AD7CBDD2-946A-4006-95C0-50FEE96B0449}"/>
              </a:ext>
            </a:extLst>
          </p:cNvPr>
          <p:cNvGrpSpPr/>
          <p:nvPr/>
        </p:nvGrpSpPr>
        <p:grpSpPr>
          <a:xfrm>
            <a:off x="76200" y="3846919"/>
            <a:ext cx="2671359" cy="1715681"/>
            <a:chOff x="76200" y="3846919"/>
            <a:chExt cx="2671359" cy="1715681"/>
          </a:xfrm>
        </p:grpSpPr>
        <p:grpSp>
          <p:nvGrpSpPr>
            <p:cNvPr id="25" name="Group 24">
              <a:extLst>
                <a:ext uri="{FF2B5EF4-FFF2-40B4-BE49-F238E27FC236}">
                  <a16:creationId xmlns:a16="http://schemas.microsoft.com/office/drawing/2014/main" id="{47E61FC1-39D3-40B9-B847-D7BCD30AEA18}"/>
                </a:ext>
              </a:extLst>
            </p:cNvPr>
            <p:cNvGrpSpPr/>
            <p:nvPr/>
          </p:nvGrpSpPr>
          <p:grpSpPr>
            <a:xfrm>
              <a:off x="976298" y="4419600"/>
              <a:ext cx="381000" cy="1143000"/>
              <a:chOff x="1166798" y="4419600"/>
              <a:chExt cx="381000" cy="1143000"/>
            </a:xfrm>
            <a:solidFill>
              <a:schemeClr val="accent3"/>
            </a:solidFill>
          </p:grpSpPr>
          <p:sp>
            <p:nvSpPr>
              <p:cNvPr id="46" name="Rectangle: Rounded Corners 45">
                <a:extLst>
                  <a:ext uri="{FF2B5EF4-FFF2-40B4-BE49-F238E27FC236}">
                    <a16:creationId xmlns:a16="http://schemas.microsoft.com/office/drawing/2014/main" id="{9E95BE4E-2843-4BC2-B193-9BD76E749DAE}"/>
                  </a:ext>
                </a:extLst>
              </p:cNvPr>
              <p:cNvSpPr/>
              <p:nvPr>
                <p:custDataLst>
                  <p:tags r:id="rId92"/>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6D0388EA-B498-4A73-8FBC-DCA3B04454B1}"/>
                  </a:ext>
                </a:extLst>
              </p:cNvPr>
              <p:cNvSpPr/>
              <p:nvPr>
                <p:custDataLst>
                  <p:tags r:id="rId93"/>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rapezoid 47">
                <a:extLst>
                  <a:ext uri="{FF2B5EF4-FFF2-40B4-BE49-F238E27FC236}">
                    <a16:creationId xmlns:a16="http://schemas.microsoft.com/office/drawing/2014/main" id="{77A6A5AA-62C0-40CD-A863-E1C0299F3086}"/>
                  </a:ext>
                </a:extLst>
              </p:cNvPr>
              <p:cNvSpPr/>
              <p:nvPr>
                <p:custDataLst>
                  <p:tags r:id="rId94"/>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a:extLst>
                <a:ext uri="{FF2B5EF4-FFF2-40B4-BE49-F238E27FC236}">
                  <a16:creationId xmlns:a16="http://schemas.microsoft.com/office/drawing/2014/main" id="{0CF200D9-AED0-4DDA-8CB5-B5727B564087}"/>
                </a:ext>
              </a:extLst>
            </p:cNvPr>
            <p:cNvGrpSpPr/>
            <p:nvPr/>
          </p:nvGrpSpPr>
          <p:grpSpPr>
            <a:xfrm>
              <a:off x="523457" y="4419600"/>
              <a:ext cx="381000" cy="1143000"/>
              <a:chOff x="1166798" y="4419600"/>
              <a:chExt cx="381000" cy="1143000"/>
            </a:xfrm>
            <a:solidFill>
              <a:schemeClr val="accent6"/>
            </a:solidFill>
          </p:grpSpPr>
          <p:sp>
            <p:nvSpPr>
              <p:cNvPr id="43" name="Rectangle: Rounded Corners 42">
                <a:extLst>
                  <a:ext uri="{FF2B5EF4-FFF2-40B4-BE49-F238E27FC236}">
                    <a16:creationId xmlns:a16="http://schemas.microsoft.com/office/drawing/2014/main" id="{42DF87C1-AFAE-4C0A-A66D-2BC2AC5182CF}"/>
                  </a:ext>
                </a:extLst>
              </p:cNvPr>
              <p:cNvSpPr/>
              <p:nvPr>
                <p:custDataLst>
                  <p:tags r:id="rId89"/>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325CB5AF-11FC-423F-8BF3-F3BBBE98C7DA}"/>
                  </a:ext>
                </a:extLst>
              </p:cNvPr>
              <p:cNvSpPr/>
              <p:nvPr>
                <p:custDataLst>
                  <p:tags r:id="rId90"/>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rapezoid 44">
                <a:extLst>
                  <a:ext uri="{FF2B5EF4-FFF2-40B4-BE49-F238E27FC236}">
                    <a16:creationId xmlns:a16="http://schemas.microsoft.com/office/drawing/2014/main" id="{EB6C56E8-4E0E-4036-9DFE-07CDA67421AE}"/>
                  </a:ext>
                </a:extLst>
              </p:cNvPr>
              <p:cNvSpPr/>
              <p:nvPr>
                <p:custDataLst>
                  <p:tags r:id="rId91"/>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2FC3262C-3B7D-43A2-B5F3-07FDAEE90346}"/>
                </a:ext>
              </a:extLst>
            </p:cNvPr>
            <p:cNvGrpSpPr/>
            <p:nvPr/>
          </p:nvGrpSpPr>
          <p:grpSpPr>
            <a:xfrm>
              <a:off x="76200" y="4419600"/>
              <a:ext cx="381000" cy="1143000"/>
              <a:chOff x="1166798" y="4419600"/>
              <a:chExt cx="381000" cy="1143000"/>
            </a:xfrm>
            <a:solidFill>
              <a:schemeClr val="accent4"/>
            </a:solidFill>
          </p:grpSpPr>
          <p:sp>
            <p:nvSpPr>
              <p:cNvPr id="40" name="Rectangle: Rounded Corners 39">
                <a:extLst>
                  <a:ext uri="{FF2B5EF4-FFF2-40B4-BE49-F238E27FC236}">
                    <a16:creationId xmlns:a16="http://schemas.microsoft.com/office/drawing/2014/main" id="{C2C30D45-D1D9-48DD-9F0E-2B37B7D4CA86}"/>
                  </a:ext>
                </a:extLst>
              </p:cNvPr>
              <p:cNvSpPr/>
              <p:nvPr>
                <p:custDataLst>
                  <p:tags r:id="rId86"/>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21BD7383-EB40-409B-8A62-5B2B559D72B6}"/>
                  </a:ext>
                </a:extLst>
              </p:cNvPr>
              <p:cNvSpPr/>
              <p:nvPr>
                <p:custDataLst>
                  <p:tags r:id="rId87"/>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Trapezoid 41">
                <a:extLst>
                  <a:ext uri="{FF2B5EF4-FFF2-40B4-BE49-F238E27FC236}">
                    <a16:creationId xmlns:a16="http://schemas.microsoft.com/office/drawing/2014/main" id="{95CFA391-BD2D-4F6A-BA85-41343B8CB90D}"/>
                  </a:ext>
                </a:extLst>
              </p:cNvPr>
              <p:cNvSpPr/>
              <p:nvPr>
                <p:custDataLst>
                  <p:tags r:id="rId88"/>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a:extLst>
                <a:ext uri="{FF2B5EF4-FFF2-40B4-BE49-F238E27FC236}">
                  <a16:creationId xmlns:a16="http://schemas.microsoft.com/office/drawing/2014/main" id="{A176C9F9-21DA-4AE9-BDCE-D3F57528CABB}"/>
                </a:ext>
              </a:extLst>
            </p:cNvPr>
            <p:cNvGrpSpPr/>
            <p:nvPr/>
          </p:nvGrpSpPr>
          <p:grpSpPr>
            <a:xfrm>
              <a:off x="2366559" y="3846919"/>
              <a:ext cx="381000" cy="1143000"/>
              <a:chOff x="1166798" y="4419600"/>
              <a:chExt cx="381000" cy="1143000"/>
            </a:xfrm>
          </p:grpSpPr>
          <p:sp>
            <p:nvSpPr>
              <p:cNvPr id="37" name="Rectangle: Rounded Corners 36">
                <a:extLst>
                  <a:ext uri="{FF2B5EF4-FFF2-40B4-BE49-F238E27FC236}">
                    <a16:creationId xmlns:a16="http://schemas.microsoft.com/office/drawing/2014/main" id="{EFABD5B6-F536-4A83-AAA7-E527B06AE3C8}"/>
                  </a:ext>
                </a:extLst>
              </p:cNvPr>
              <p:cNvSpPr/>
              <p:nvPr>
                <p:custDataLst>
                  <p:tags r:id="rId83"/>
                </p:custDataLst>
              </p:nvPr>
            </p:nvSpPr>
            <p:spPr>
              <a:xfrm>
                <a:off x="1166798" y="4724400"/>
                <a:ext cx="381000" cy="609600"/>
              </a:xfrm>
              <a:prstGeom prst="roundRect">
                <a:avLst>
                  <a:gd name="adj" fmla="val 39524"/>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5B820487-709C-436C-A9A8-115F017625DE}"/>
                  </a:ext>
                </a:extLst>
              </p:cNvPr>
              <p:cNvSpPr/>
              <p:nvPr>
                <p:custDataLst>
                  <p:tags r:id="rId84"/>
                </p:custDataLst>
              </p:nvPr>
            </p:nvSpPr>
            <p:spPr>
              <a:xfrm>
                <a:off x="1204898" y="4419600"/>
                <a:ext cx="304800" cy="3024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rapezoid 38">
                <a:extLst>
                  <a:ext uri="{FF2B5EF4-FFF2-40B4-BE49-F238E27FC236}">
                    <a16:creationId xmlns:a16="http://schemas.microsoft.com/office/drawing/2014/main" id="{5FE1F06C-CE2C-4E7F-BDE4-86279F5A75D9}"/>
                  </a:ext>
                </a:extLst>
              </p:cNvPr>
              <p:cNvSpPr/>
              <p:nvPr>
                <p:custDataLst>
                  <p:tags r:id="rId85"/>
                </p:custDataLst>
              </p:nvPr>
            </p:nvSpPr>
            <p:spPr>
              <a:xfrm flipV="1">
                <a:off x="1242998" y="5334000"/>
                <a:ext cx="228600" cy="228600"/>
              </a:xfrm>
              <a:prstGeom prst="trapezoi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49" name="Group 48">
            <a:extLst>
              <a:ext uri="{FF2B5EF4-FFF2-40B4-BE49-F238E27FC236}">
                <a16:creationId xmlns:a16="http://schemas.microsoft.com/office/drawing/2014/main" id="{374218BD-AF92-4E1F-8453-FB8B659D92BD}"/>
              </a:ext>
            </a:extLst>
          </p:cNvPr>
          <p:cNvGrpSpPr/>
          <p:nvPr/>
        </p:nvGrpSpPr>
        <p:grpSpPr>
          <a:xfrm>
            <a:off x="76200" y="3846919"/>
            <a:ext cx="4031954" cy="1715681"/>
            <a:chOff x="76200" y="3846919"/>
            <a:chExt cx="4031954" cy="1715681"/>
          </a:xfrm>
        </p:grpSpPr>
        <p:grpSp>
          <p:nvGrpSpPr>
            <p:cNvPr id="50" name="Group 49">
              <a:extLst>
                <a:ext uri="{FF2B5EF4-FFF2-40B4-BE49-F238E27FC236}">
                  <a16:creationId xmlns:a16="http://schemas.microsoft.com/office/drawing/2014/main" id="{4CA94B57-C015-43F4-9F10-BEF0105370F6}"/>
                </a:ext>
              </a:extLst>
            </p:cNvPr>
            <p:cNvGrpSpPr/>
            <p:nvPr/>
          </p:nvGrpSpPr>
          <p:grpSpPr>
            <a:xfrm>
              <a:off x="976298" y="4419600"/>
              <a:ext cx="381000" cy="1143000"/>
              <a:chOff x="1166798" y="4419600"/>
              <a:chExt cx="381000" cy="1143000"/>
            </a:xfrm>
            <a:solidFill>
              <a:schemeClr val="accent6"/>
            </a:solidFill>
          </p:grpSpPr>
          <p:sp>
            <p:nvSpPr>
              <p:cNvPr id="67" name="Rectangle: Rounded Corners 66">
                <a:extLst>
                  <a:ext uri="{FF2B5EF4-FFF2-40B4-BE49-F238E27FC236}">
                    <a16:creationId xmlns:a16="http://schemas.microsoft.com/office/drawing/2014/main" id="{9688E1F0-2525-4020-B3D1-A64337620B90}"/>
                  </a:ext>
                </a:extLst>
              </p:cNvPr>
              <p:cNvSpPr/>
              <p:nvPr>
                <p:custDataLst>
                  <p:tags r:id="rId80"/>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EE1AABD0-A5AD-4385-A366-1C64D0342C4F}"/>
                  </a:ext>
                </a:extLst>
              </p:cNvPr>
              <p:cNvSpPr/>
              <p:nvPr>
                <p:custDataLst>
                  <p:tags r:id="rId81"/>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Trapezoid 68">
                <a:extLst>
                  <a:ext uri="{FF2B5EF4-FFF2-40B4-BE49-F238E27FC236}">
                    <a16:creationId xmlns:a16="http://schemas.microsoft.com/office/drawing/2014/main" id="{7D9F6809-5B7B-4D2A-B4E7-537308DB1B14}"/>
                  </a:ext>
                </a:extLst>
              </p:cNvPr>
              <p:cNvSpPr/>
              <p:nvPr>
                <p:custDataLst>
                  <p:tags r:id="rId82"/>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1" name="Group 50">
              <a:extLst>
                <a:ext uri="{FF2B5EF4-FFF2-40B4-BE49-F238E27FC236}">
                  <a16:creationId xmlns:a16="http://schemas.microsoft.com/office/drawing/2014/main" id="{82643398-8675-4AA5-9893-CA1DC278E7FF}"/>
                </a:ext>
              </a:extLst>
            </p:cNvPr>
            <p:cNvGrpSpPr/>
            <p:nvPr/>
          </p:nvGrpSpPr>
          <p:grpSpPr>
            <a:xfrm>
              <a:off x="523457" y="4419600"/>
              <a:ext cx="381000" cy="1143000"/>
              <a:chOff x="1166798" y="4419600"/>
              <a:chExt cx="381000" cy="1143000"/>
            </a:xfrm>
            <a:solidFill>
              <a:schemeClr val="accent4"/>
            </a:solidFill>
          </p:grpSpPr>
          <p:sp>
            <p:nvSpPr>
              <p:cNvPr id="64" name="Rectangle: Rounded Corners 63">
                <a:extLst>
                  <a:ext uri="{FF2B5EF4-FFF2-40B4-BE49-F238E27FC236}">
                    <a16:creationId xmlns:a16="http://schemas.microsoft.com/office/drawing/2014/main" id="{1A90F38A-E654-4FC3-854D-6FDB0D344129}"/>
                  </a:ext>
                </a:extLst>
              </p:cNvPr>
              <p:cNvSpPr/>
              <p:nvPr>
                <p:custDataLst>
                  <p:tags r:id="rId77"/>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0C855111-6BC0-40A7-A250-43A6AAB6EAFC}"/>
                  </a:ext>
                </a:extLst>
              </p:cNvPr>
              <p:cNvSpPr/>
              <p:nvPr>
                <p:custDataLst>
                  <p:tags r:id="rId78"/>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Trapezoid 65">
                <a:extLst>
                  <a:ext uri="{FF2B5EF4-FFF2-40B4-BE49-F238E27FC236}">
                    <a16:creationId xmlns:a16="http://schemas.microsoft.com/office/drawing/2014/main" id="{893BA98D-692F-4948-B8A2-543941B0353E}"/>
                  </a:ext>
                </a:extLst>
              </p:cNvPr>
              <p:cNvSpPr/>
              <p:nvPr>
                <p:custDataLst>
                  <p:tags r:id="rId79"/>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a:extLst>
                <a:ext uri="{FF2B5EF4-FFF2-40B4-BE49-F238E27FC236}">
                  <a16:creationId xmlns:a16="http://schemas.microsoft.com/office/drawing/2014/main" id="{545D359F-B644-40A9-BB54-8A7A3C62FDE8}"/>
                </a:ext>
              </a:extLst>
            </p:cNvPr>
            <p:cNvGrpSpPr/>
            <p:nvPr/>
          </p:nvGrpSpPr>
          <p:grpSpPr>
            <a:xfrm>
              <a:off x="76200" y="4419600"/>
              <a:ext cx="381000" cy="1143000"/>
              <a:chOff x="1166798" y="4419600"/>
              <a:chExt cx="381000" cy="1143000"/>
            </a:xfrm>
            <a:solidFill>
              <a:schemeClr val="accent2"/>
            </a:solidFill>
          </p:grpSpPr>
          <p:sp>
            <p:nvSpPr>
              <p:cNvPr id="61" name="Rectangle: Rounded Corners 60">
                <a:extLst>
                  <a:ext uri="{FF2B5EF4-FFF2-40B4-BE49-F238E27FC236}">
                    <a16:creationId xmlns:a16="http://schemas.microsoft.com/office/drawing/2014/main" id="{C53F4ED9-2380-41FD-93FF-5E7B70F073A5}"/>
                  </a:ext>
                </a:extLst>
              </p:cNvPr>
              <p:cNvSpPr/>
              <p:nvPr>
                <p:custDataLst>
                  <p:tags r:id="rId74"/>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CB852991-653B-40BC-B13E-66AA87FF28DC}"/>
                  </a:ext>
                </a:extLst>
              </p:cNvPr>
              <p:cNvSpPr/>
              <p:nvPr>
                <p:custDataLst>
                  <p:tags r:id="rId75"/>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rapezoid 62">
                <a:extLst>
                  <a:ext uri="{FF2B5EF4-FFF2-40B4-BE49-F238E27FC236}">
                    <a16:creationId xmlns:a16="http://schemas.microsoft.com/office/drawing/2014/main" id="{C86CE13C-6BF9-4F3A-B6A4-D63BEA8D2D57}"/>
                  </a:ext>
                </a:extLst>
              </p:cNvPr>
              <p:cNvSpPr/>
              <p:nvPr>
                <p:custDataLst>
                  <p:tags r:id="rId76"/>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3DC06CBD-F7C2-4A2F-A6A5-1FB395EF7573}"/>
                </a:ext>
              </a:extLst>
            </p:cNvPr>
            <p:cNvGrpSpPr/>
            <p:nvPr/>
          </p:nvGrpSpPr>
          <p:grpSpPr>
            <a:xfrm>
              <a:off x="2366559" y="3846919"/>
              <a:ext cx="381000" cy="1143000"/>
              <a:chOff x="1166798" y="4419600"/>
              <a:chExt cx="381000" cy="1143000"/>
            </a:xfrm>
            <a:solidFill>
              <a:schemeClr val="accent3"/>
            </a:solidFill>
          </p:grpSpPr>
          <p:sp>
            <p:nvSpPr>
              <p:cNvPr id="58" name="Rectangle: Rounded Corners 57">
                <a:extLst>
                  <a:ext uri="{FF2B5EF4-FFF2-40B4-BE49-F238E27FC236}">
                    <a16:creationId xmlns:a16="http://schemas.microsoft.com/office/drawing/2014/main" id="{DE27F755-D921-49C4-A51C-EBE6C71421AC}"/>
                  </a:ext>
                </a:extLst>
              </p:cNvPr>
              <p:cNvSpPr/>
              <p:nvPr>
                <p:custDataLst>
                  <p:tags r:id="rId71"/>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89CCA435-94AC-435D-907E-DD71773B0805}"/>
                  </a:ext>
                </a:extLst>
              </p:cNvPr>
              <p:cNvSpPr/>
              <p:nvPr>
                <p:custDataLst>
                  <p:tags r:id="rId72"/>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Trapezoid 59">
                <a:extLst>
                  <a:ext uri="{FF2B5EF4-FFF2-40B4-BE49-F238E27FC236}">
                    <a16:creationId xmlns:a16="http://schemas.microsoft.com/office/drawing/2014/main" id="{35AA18A7-1503-4125-8253-1137D981AE66}"/>
                  </a:ext>
                </a:extLst>
              </p:cNvPr>
              <p:cNvSpPr/>
              <p:nvPr>
                <p:custDataLst>
                  <p:tags r:id="rId73"/>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4" name="Group 53">
              <a:extLst>
                <a:ext uri="{FF2B5EF4-FFF2-40B4-BE49-F238E27FC236}">
                  <a16:creationId xmlns:a16="http://schemas.microsoft.com/office/drawing/2014/main" id="{7BF0FF16-287D-4949-B0E4-7FDD9CAF5765}"/>
                </a:ext>
              </a:extLst>
            </p:cNvPr>
            <p:cNvGrpSpPr/>
            <p:nvPr/>
          </p:nvGrpSpPr>
          <p:grpSpPr>
            <a:xfrm>
              <a:off x="3727154" y="3846919"/>
              <a:ext cx="381000" cy="1143000"/>
              <a:chOff x="1166798" y="4419600"/>
              <a:chExt cx="381000" cy="1143000"/>
            </a:xfrm>
          </p:grpSpPr>
          <p:sp>
            <p:nvSpPr>
              <p:cNvPr id="55" name="Rectangle: Rounded Corners 54">
                <a:extLst>
                  <a:ext uri="{FF2B5EF4-FFF2-40B4-BE49-F238E27FC236}">
                    <a16:creationId xmlns:a16="http://schemas.microsoft.com/office/drawing/2014/main" id="{A5A93CC5-0F97-4086-9D22-CFC0DAA156F3}"/>
                  </a:ext>
                </a:extLst>
              </p:cNvPr>
              <p:cNvSpPr/>
              <p:nvPr>
                <p:custDataLst>
                  <p:tags r:id="rId68"/>
                </p:custDataLst>
              </p:nvPr>
            </p:nvSpPr>
            <p:spPr>
              <a:xfrm>
                <a:off x="1166798" y="4724400"/>
                <a:ext cx="381000" cy="609600"/>
              </a:xfrm>
              <a:prstGeom prst="roundRect">
                <a:avLst>
                  <a:gd name="adj" fmla="val 39524"/>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51A8D7D5-D562-4AE6-AE14-16A78AA67CED}"/>
                  </a:ext>
                </a:extLst>
              </p:cNvPr>
              <p:cNvSpPr/>
              <p:nvPr>
                <p:custDataLst>
                  <p:tags r:id="rId69"/>
                </p:custDataLst>
              </p:nvPr>
            </p:nvSpPr>
            <p:spPr>
              <a:xfrm>
                <a:off x="1204898" y="4419600"/>
                <a:ext cx="304800" cy="3024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Trapezoid 56">
                <a:extLst>
                  <a:ext uri="{FF2B5EF4-FFF2-40B4-BE49-F238E27FC236}">
                    <a16:creationId xmlns:a16="http://schemas.microsoft.com/office/drawing/2014/main" id="{72B66D49-6576-405A-BEE0-8FE3A30C64A4}"/>
                  </a:ext>
                </a:extLst>
              </p:cNvPr>
              <p:cNvSpPr/>
              <p:nvPr>
                <p:custDataLst>
                  <p:tags r:id="rId70"/>
                </p:custDataLst>
              </p:nvPr>
            </p:nvSpPr>
            <p:spPr>
              <a:xfrm flipV="1">
                <a:off x="1242998" y="5334000"/>
                <a:ext cx="228600" cy="228600"/>
              </a:xfrm>
              <a:prstGeom prst="trapezoi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70" name="Group 69">
            <a:extLst>
              <a:ext uri="{FF2B5EF4-FFF2-40B4-BE49-F238E27FC236}">
                <a16:creationId xmlns:a16="http://schemas.microsoft.com/office/drawing/2014/main" id="{C4C958D8-9486-4287-838F-DF1B5AB554CB}"/>
              </a:ext>
            </a:extLst>
          </p:cNvPr>
          <p:cNvGrpSpPr/>
          <p:nvPr/>
        </p:nvGrpSpPr>
        <p:grpSpPr>
          <a:xfrm>
            <a:off x="76200" y="3846919"/>
            <a:ext cx="5391150" cy="1715681"/>
            <a:chOff x="76200" y="3846919"/>
            <a:chExt cx="5391150" cy="1715681"/>
          </a:xfrm>
        </p:grpSpPr>
        <p:grpSp>
          <p:nvGrpSpPr>
            <p:cNvPr id="71" name="Group 70">
              <a:extLst>
                <a:ext uri="{FF2B5EF4-FFF2-40B4-BE49-F238E27FC236}">
                  <a16:creationId xmlns:a16="http://schemas.microsoft.com/office/drawing/2014/main" id="{161C74C5-FABC-4E51-A73F-147A7C0FE1D3}"/>
                </a:ext>
              </a:extLst>
            </p:cNvPr>
            <p:cNvGrpSpPr/>
            <p:nvPr/>
          </p:nvGrpSpPr>
          <p:grpSpPr>
            <a:xfrm>
              <a:off x="976298" y="4419600"/>
              <a:ext cx="381000" cy="1143000"/>
              <a:chOff x="1166798" y="4419600"/>
              <a:chExt cx="381000" cy="1143000"/>
            </a:xfrm>
            <a:solidFill>
              <a:schemeClr val="accent4"/>
            </a:solidFill>
          </p:grpSpPr>
          <p:sp>
            <p:nvSpPr>
              <p:cNvPr id="92" name="Rectangle: Rounded Corners 91">
                <a:extLst>
                  <a:ext uri="{FF2B5EF4-FFF2-40B4-BE49-F238E27FC236}">
                    <a16:creationId xmlns:a16="http://schemas.microsoft.com/office/drawing/2014/main" id="{063A09D3-C74E-45A3-8E43-5FC5CA8C6F03}"/>
                  </a:ext>
                </a:extLst>
              </p:cNvPr>
              <p:cNvSpPr/>
              <p:nvPr>
                <p:custDataLst>
                  <p:tags r:id="rId65"/>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Oval 92">
                <a:extLst>
                  <a:ext uri="{FF2B5EF4-FFF2-40B4-BE49-F238E27FC236}">
                    <a16:creationId xmlns:a16="http://schemas.microsoft.com/office/drawing/2014/main" id="{B8006A33-90EB-4298-BA19-EC47D6D7317A}"/>
                  </a:ext>
                </a:extLst>
              </p:cNvPr>
              <p:cNvSpPr/>
              <p:nvPr>
                <p:custDataLst>
                  <p:tags r:id="rId66"/>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Trapezoid 93">
                <a:extLst>
                  <a:ext uri="{FF2B5EF4-FFF2-40B4-BE49-F238E27FC236}">
                    <a16:creationId xmlns:a16="http://schemas.microsoft.com/office/drawing/2014/main" id="{ADA180CA-D296-47D2-B2EA-72150FC75CBB}"/>
                  </a:ext>
                </a:extLst>
              </p:cNvPr>
              <p:cNvSpPr/>
              <p:nvPr>
                <p:custDataLst>
                  <p:tags r:id="rId67"/>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2" name="Group 71">
              <a:extLst>
                <a:ext uri="{FF2B5EF4-FFF2-40B4-BE49-F238E27FC236}">
                  <a16:creationId xmlns:a16="http://schemas.microsoft.com/office/drawing/2014/main" id="{01CF536E-08A5-401D-9442-F9C38F890A6A}"/>
                </a:ext>
              </a:extLst>
            </p:cNvPr>
            <p:cNvGrpSpPr/>
            <p:nvPr/>
          </p:nvGrpSpPr>
          <p:grpSpPr>
            <a:xfrm>
              <a:off x="523457" y="4419600"/>
              <a:ext cx="381000" cy="1143000"/>
              <a:chOff x="1166798" y="4419600"/>
              <a:chExt cx="381000" cy="1143000"/>
            </a:xfrm>
            <a:solidFill>
              <a:schemeClr val="accent2"/>
            </a:solidFill>
          </p:grpSpPr>
          <p:sp>
            <p:nvSpPr>
              <p:cNvPr id="89" name="Rectangle: Rounded Corners 88">
                <a:extLst>
                  <a:ext uri="{FF2B5EF4-FFF2-40B4-BE49-F238E27FC236}">
                    <a16:creationId xmlns:a16="http://schemas.microsoft.com/office/drawing/2014/main" id="{A771D97D-966B-4AAE-BAAD-E57E688C0689}"/>
                  </a:ext>
                </a:extLst>
              </p:cNvPr>
              <p:cNvSpPr/>
              <p:nvPr>
                <p:custDataLst>
                  <p:tags r:id="rId62"/>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Oval 89">
                <a:extLst>
                  <a:ext uri="{FF2B5EF4-FFF2-40B4-BE49-F238E27FC236}">
                    <a16:creationId xmlns:a16="http://schemas.microsoft.com/office/drawing/2014/main" id="{2891ACBB-3DB1-445A-83EB-AED4B25CEF4E}"/>
                  </a:ext>
                </a:extLst>
              </p:cNvPr>
              <p:cNvSpPr/>
              <p:nvPr>
                <p:custDataLst>
                  <p:tags r:id="rId63"/>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1" name="Trapezoid 90">
                <a:extLst>
                  <a:ext uri="{FF2B5EF4-FFF2-40B4-BE49-F238E27FC236}">
                    <a16:creationId xmlns:a16="http://schemas.microsoft.com/office/drawing/2014/main" id="{DBB747F8-3B17-4C70-A3DA-EC84D44D6C62}"/>
                  </a:ext>
                </a:extLst>
              </p:cNvPr>
              <p:cNvSpPr/>
              <p:nvPr>
                <p:custDataLst>
                  <p:tags r:id="rId64"/>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a:extLst>
                <a:ext uri="{FF2B5EF4-FFF2-40B4-BE49-F238E27FC236}">
                  <a16:creationId xmlns:a16="http://schemas.microsoft.com/office/drawing/2014/main" id="{3828B81E-C452-4347-9BDA-093576CB0812}"/>
                </a:ext>
              </a:extLst>
            </p:cNvPr>
            <p:cNvGrpSpPr/>
            <p:nvPr/>
          </p:nvGrpSpPr>
          <p:grpSpPr>
            <a:xfrm>
              <a:off x="76200" y="4419600"/>
              <a:ext cx="381000" cy="1143000"/>
              <a:chOff x="1166798" y="4419600"/>
              <a:chExt cx="381000" cy="1143000"/>
            </a:xfrm>
            <a:solidFill>
              <a:srgbClr val="FFFF00"/>
            </a:solidFill>
          </p:grpSpPr>
          <p:sp>
            <p:nvSpPr>
              <p:cNvPr id="86" name="Rectangle: Rounded Corners 85">
                <a:extLst>
                  <a:ext uri="{FF2B5EF4-FFF2-40B4-BE49-F238E27FC236}">
                    <a16:creationId xmlns:a16="http://schemas.microsoft.com/office/drawing/2014/main" id="{5331BDD0-8B4F-469F-AE99-349BB26E0524}"/>
                  </a:ext>
                </a:extLst>
              </p:cNvPr>
              <p:cNvSpPr/>
              <p:nvPr>
                <p:custDataLst>
                  <p:tags r:id="rId59"/>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Oval 86">
                <a:extLst>
                  <a:ext uri="{FF2B5EF4-FFF2-40B4-BE49-F238E27FC236}">
                    <a16:creationId xmlns:a16="http://schemas.microsoft.com/office/drawing/2014/main" id="{DBA9C4A8-1681-46AB-AA86-2DC853AE7E54}"/>
                  </a:ext>
                </a:extLst>
              </p:cNvPr>
              <p:cNvSpPr/>
              <p:nvPr>
                <p:custDataLst>
                  <p:tags r:id="rId60"/>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Trapezoid 87">
                <a:extLst>
                  <a:ext uri="{FF2B5EF4-FFF2-40B4-BE49-F238E27FC236}">
                    <a16:creationId xmlns:a16="http://schemas.microsoft.com/office/drawing/2014/main" id="{1BEB19F9-969F-45F7-A3DB-40DEC6458B58}"/>
                  </a:ext>
                </a:extLst>
              </p:cNvPr>
              <p:cNvSpPr/>
              <p:nvPr>
                <p:custDataLst>
                  <p:tags r:id="rId61"/>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4" name="Group 73">
              <a:extLst>
                <a:ext uri="{FF2B5EF4-FFF2-40B4-BE49-F238E27FC236}">
                  <a16:creationId xmlns:a16="http://schemas.microsoft.com/office/drawing/2014/main" id="{D0717C48-593D-443F-891A-5F0E286537CD}"/>
                </a:ext>
              </a:extLst>
            </p:cNvPr>
            <p:cNvGrpSpPr/>
            <p:nvPr/>
          </p:nvGrpSpPr>
          <p:grpSpPr>
            <a:xfrm>
              <a:off x="2366559" y="3846919"/>
              <a:ext cx="381000" cy="1143000"/>
              <a:chOff x="1166798" y="4419600"/>
              <a:chExt cx="381000" cy="1143000"/>
            </a:xfrm>
            <a:solidFill>
              <a:schemeClr val="accent6"/>
            </a:solidFill>
          </p:grpSpPr>
          <p:sp>
            <p:nvSpPr>
              <p:cNvPr id="83" name="Rectangle: Rounded Corners 82">
                <a:extLst>
                  <a:ext uri="{FF2B5EF4-FFF2-40B4-BE49-F238E27FC236}">
                    <a16:creationId xmlns:a16="http://schemas.microsoft.com/office/drawing/2014/main" id="{9EEA5D9F-608D-4746-8C3C-D174370430DD}"/>
                  </a:ext>
                </a:extLst>
              </p:cNvPr>
              <p:cNvSpPr/>
              <p:nvPr>
                <p:custDataLst>
                  <p:tags r:id="rId56"/>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FB4BB280-D483-4D6C-AC38-23CF28E359B7}"/>
                  </a:ext>
                </a:extLst>
              </p:cNvPr>
              <p:cNvSpPr/>
              <p:nvPr>
                <p:custDataLst>
                  <p:tags r:id="rId57"/>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Trapezoid 84">
                <a:extLst>
                  <a:ext uri="{FF2B5EF4-FFF2-40B4-BE49-F238E27FC236}">
                    <a16:creationId xmlns:a16="http://schemas.microsoft.com/office/drawing/2014/main" id="{0D5FE57B-437A-4D02-B96F-EB0EF503EA5E}"/>
                  </a:ext>
                </a:extLst>
              </p:cNvPr>
              <p:cNvSpPr/>
              <p:nvPr>
                <p:custDataLst>
                  <p:tags r:id="rId58"/>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5" name="Group 74">
              <a:extLst>
                <a:ext uri="{FF2B5EF4-FFF2-40B4-BE49-F238E27FC236}">
                  <a16:creationId xmlns:a16="http://schemas.microsoft.com/office/drawing/2014/main" id="{36027714-5976-46A3-BC76-568E98132BC5}"/>
                </a:ext>
              </a:extLst>
            </p:cNvPr>
            <p:cNvGrpSpPr/>
            <p:nvPr/>
          </p:nvGrpSpPr>
          <p:grpSpPr>
            <a:xfrm>
              <a:off x="3727154" y="3846919"/>
              <a:ext cx="381000" cy="1143000"/>
              <a:chOff x="1166798" y="4419600"/>
              <a:chExt cx="381000" cy="1143000"/>
            </a:xfrm>
            <a:solidFill>
              <a:schemeClr val="accent3"/>
            </a:solidFill>
          </p:grpSpPr>
          <p:sp>
            <p:nvSpPr>
              <p:cNvPr id="80" name="Rectangle: Rounded Corners 79">
                <a:extLst>
                  <a:ext uri="{FF2B5EF4-FFF2-40B4-BE49-F238E27FC236}">
                    <a16:creationId xmlns:a16="http://schemas.microsoft.com/office/drawing/2014/main" id="{F6E8D2D8-374D-49B8-8075-66984A7FCC8C}"/>
                  </a:ext>
                </a:extLst>
              </p:cNvPr>
              <p:cNvSpPr/>
              <p:nvPr>
                <p:custDataLst>
                  <p:tags r:id="rId53"/>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74AFC461-D5C6-4608-A542-AAA1F69DD700}"/>
                  </a:ext>
                </a:extLst>
              </p:cNvPr>
              <p:cNvSpPr/>
              <p:nvPr>
                <p:custDataLst>
                  <p:tags r:id="rId54"/>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Trapezoid 81">
                <a:extLst>
                  <a:ext uri="{FF2B5EF4-FFF2-40B4-BE49-F238E27FC236}">
                    <a16:creationId xmlns:a16="http://schemas.microsoft.com/office/drawing/2014/main" id="{1718A228-095C-4EFB-B490-E55E7B3F989D}"/>
                  </a:ext>
                </a:extLst>
              </p:cNvPr>
              <p:cNvSpPr/>
              <p:nvPr>
                <p:custDataLst>
                  <p:tags r:id="rId55"/>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6" name="Group 75">
              <a:extLst>
                <a:ext uri="{FF2B5EF4-FFF2-40B4-BE49-F238E27FC236}">
                  <a16:creationId xmlns:a16="http://schemas.microsoft.com/office/drawing/2014/main" id="{CF37AE1C-AB39-42F6-8992-6700AED3D2EA}"/>
                </a:ext>
              </a:extLst>
            </p:cNvPr>
            <p:cNvGrpSpPr/>
            <p:nvPr/>
          </p:nvGrpSpPr>
          <p:grpSpPr>
            <a:xfrm>
              <a:off x="5086350" y="3846919"/>
              <a:ext cx="381000" cy="1143000"/>
              <a:chOff x="1166798" y="4419600"/>
              <a:chExt cx="381000" cy="1143000"/>
            </a:xfrm>
          </p:grpSpPr>
          <p:sp>
            <p:nvSpPr>
              <p:cNvPr id="77" name="Rectangle: Rounded Corners 76">
                <a:extLst>
                  <a:ext uri="{FF2B5EF4-FFF2-40B4-BE49-F238E27FC236}">
                    <a16:creationId xmlns:a16="http://schemas.microsoft.com/office/drawing/2014/main" id="{5E9E0F29-4DCF-424D-B30B-C5215D31B990}"/>
                  </a:ext>
                </a:extLst>
              </p:cNvPr>
              <p:cNvSpPr/>
              <p:nvPr>
                <p:custDataLst>
                  <p:tags r:id="rId50"/>
                </p:custDataLst>
              </p:nvPr>
            </p:nvSpPr>
            <p:spPr>
              <a:xfrm>
                <a:off x="1166798" y="4724400"/>
                <a:ext cx="381000" cy="609600"/>
              </a:xfrm>
              <a:prstGeom prst="roundRect">
                <a:avLst>
                  <a:gd name="adj" fmla="val 39524"/>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D9B7B2B6-9A87-49CF-8198-44C6425C8AEA}"/>
                  </a:ext>
                </a:extLst>
              </p:cNvPr>
              <p:cNvSpPr/>
              <p:nvPr>
                <p:custDataLst>
                  <p:tags r:id="rId51"/>
                </p:custDataLst>
              </p:nvPr>
            </p:nvSpPr>
            <p:spPr>
              <a:xfrm>
                <a:off x="1204898" y="4419600"/>
                <a:ext cx="304800" cy="3024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rapezoid 78">
                <a:extLst>
                  <a:ext uri="{FF2B5EF4-FFF2-40B4-BE49-F238E27FC236}">
                    <a16:creationId xmlns:a16="http://schemas.microsoft.com/office/drawing/2014/main" id="{DCDC0EEF-B3F4-41F9-9EC9-F6411629C86D}"/>
                  </a:ext>
                </a:extLst>
              </p:cNvPr>
              <p:cNvSpPr/>
              <p:nvPr>
                <p:custDataLst>
                  <p:tags r:id="rId52"/>
                </p:custDataLst>
              </p:nvPr>
            </p:nvSpPr>
            <p:spPr>
              <a:xfrm flipV="1">
                <a:off x="1242998" y="5334000"/>
                <a:ext cx="228600" cy="228600"/>
              </a:xfrm>
              <a:prstGeom prst="trapezoi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95" name="Group 94">
            <a:extLst>
              <a:ext uri="{FF2B5EF4-FFF2-40B4-BE49-F238E27FC236}">
                <a16:creationId xmlns:a16="http://schemas.microsoft.com/office/drawing/2014/main" id="{BB53A47E-EE40-4051-8F43-D67C32BBB44A}"/>
              </a:ext>
            </a:extLst>
          </p:cNvPr>
          <p:cNvGrpSpPr/>
          <p:nvPr/>
        </p:nvGrpSpPr>
        <p:grpSpPr>
          <a:xfrm>
            <a:off x="76200" y="3846919"/>
            <a:ext cx="6756178" cy="1715681"/>
            <a:chOff x="76200" y="3846919"/>
            <a:chExt cx="6756178" cy="1715681"/>
          </a:xfrm>
        </p:grpSpPr>
        <p:grpSp>
          <p:nvGrpSpPr>
            <p:cNvPr id="96" name="Group 95">
              <a:extLst>
                <a:ext uri="{FF2B5EF4-FFF2-40B4-BE49-F238E27FC236}">
                  <a16:creationId xmlns:a16="http://schemas.microsoft.com/office/drawing/2014/main" id="{284ADFA2-6153-4E73-ACD0-5F99DF6544B9}"/>
                </a:ext>
              </a:extLst>
            </p:cNvPr>
            <p:cNvGrpSpPr/>
            <p:nvPr/>
          </p:nvGrpSpPr>
          <p:grpSpPr>
            <a:xfrm>
              <a:off x="976298" y="4419600"/>
              <a:ext cx="381000" cy="1143000"/>
              <a:chOff x="1166798" y="4419600"/>
              <a:chExt cx="381000" cy="1143000"/>
            </a:xfrm>
            <a:solidFill>
              <a:schemeClr val="accent2"/>
            </a:solidFill>
          </p:grpSpPr>
          <p:sp>
            <p:nvSpPr>
              <p:cNvPr id="121" name="Rectangle: Rounded Corners 120">
                <a:extLst>
                  <a:ext uri="{FF2B5EF4-FFF2-40B4-BE49-F238E27FC236}">
                    <a16:creationId xmlns:a16="http://schemas.microsoft.com/office/drawing/2014/main" id="{17BA188B-ACDB-4111-9BC6-47CAF6B791BF}"/>
                  </a:ext>
                </a:extLst>
              </p:cNvPr>
              <p:cNvSpPr/>
              <p:nvPr>
                <p:custDataLst>
                  <p:tags r:id="rId47"/>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2012D249-C7A3-44A2-8E3B-901905B06D4D}"/>
                  </a:ext>
                </a:extLst>
              </p:cNvPr>
              <p:cNvSpPr/>
              <p:nvPr>
                <p:custDataLst>
                  <p:tags r:id="rId48"/>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 name="Trapezoid 122">
                <a:extLst>
                  <a:ext uri="{FF2B5EF4-FFF2-40B4-BE49-F238E27FC236}">
                    <a16:creationId xmlns:a16="http://schemas.microsoft.com/office/drawing/2014/main" id="{6FE9FB9E-A072-44CF-A292-1E3715AAD4C6}"/>
                  </a:ext>
                </a:extLst>
              </p:cNvPr>
              <p:cNvSpPr/>
              <p:nvPr>
                <p:custDataLst>
                  <p:tags r:id="rId49"/>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7" name="Group 96">
              <a:extLst>
                <a:ext uri="{FF2B5EF4-FFF2-40B4-BE49-F238E27FC236}">
                  <a16:creationId xmlns:a16="http://schemas.microsoft.com/office/drawing/2014/main" id="{A39D3690-5150-4C05-9C71-CAE02C8204F0}"/>
                </a:ext>
              </a:extLst>
            </p:cNvPr>
            <p:cNvGrpSpPr/>
            <p:nvPr/>
          </p:nvGrpSpPr>
          <p:grpSpPr>
            <a:xfrm>
              <a:off x="523457" y="4419600"/>
              <a:ext cx="381000" cy="1143000"/>
              <a:chOff x="1166798" y="4419600"/>
              <a:chExt cx="381000" cy="1143000"/>
            </a:xfrm>
            <a:solidFill>
              <a:srgbClr val="FFFF00"/>
            </a:solidFill>
          </p:grpSpPr>
          <p:sp>
            <p:nvSpPr>
              <p:cNvPr id="118" name="Rectangle: Rounded Corners 117">
                <a:extLst>
                  <a:ext uri="{FF2B5EF4-FFF2-40B4-BE49-F238E27FC236}">
                    <a16:creationId xmlns:a16="http://schemas.microsoft.com/office/drawing/2014/main" id="{B99F1119-4D46-4E7A-8EE6-095CA5771A47}"/>
                  </a:ext>
                </a:extLst>
              </p:cNvPr>
              <p:cNvSpPr/>
              <p:nvPr>
                <p:custDataLst>
                  <p:tags r:id="rId44"/>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Oval 118">
                <a:extLst>
                  <a:ext uri="{FF2B5EF4-FFF2-40B4-BE49-F238E27FC236}">
                    <a16:creationId xmlns:a16="http://schemas.microsoft.com/office/drawing/2014/main" id="{6092B3E1-AA70-468B-A4CA-3666B4A14C0E}"/>
                  </a:ext>
                </a:extLst>
              </p:cNvPr>
              <p:cNvSpPr/>
              <p:nvPr>
                <p:custDataLst>
                  <p:tags r:id="rId45"/>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0" name="Trapezoid 119">
                <a:extLst>
                  <a:ext uri="{FF2B5EF4-FFF2-40B4-BE49-F238E27FC236}">
                    <a16:creationId xmlns:a16="http://schemas.microsoft.com/office/drawing/2014/main" id="{E4A33016-AF32-419E-AA46-E8B27859AE3D}"/>
                  </a:ext>
                </a:extLst>
              </p:cNvPr>
              <p:cNvSpPr/>
              <p:nvPr>
                <p:custDataLst>
                  <p:tags r:id="rId46"/>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8" name="Group 97">
              <a:extLst>
                <a:ext uri="{FF2B5EF4-FFF2-40B4-BE49-F238E27FC236}">
                  <a16:creationId xmlns:a16="http://schemas.microsoft.com/office/drawing/2014/main" id="{46F54DBE-C8DD-4E19-8A53-B3F4A8874B6D}"/>
                </a:ext>
              </a:extLst>
            </p:cNvPr>
            <p:cNvGrpSpPr/>
            <p:nvPr/>
          </p:nvGrpSpPr>
          <p:grpSpPr>
            <a:xfrm>
              <a:off x="76200" y="4419600"/>
              <a:ext cx="381000" cy="1143000"/>
              <a:chOff x="1166798" y="4419600"/>
              <a:chExt cx="381000" cy="1143000"/>
            </a:xfrm>
            <a:solidFill>
              <a:schemeClr val="accent5"/>
            </a:solidFill>
          </p:grpSpPr>
          <p:sp>
            <p:nvSpPr>
              <p:cNvPr id="115" name="Rectangle: Rounded Corners 114">
                <a:extLst>
                  <a:ext uri="{FF2B5EF4-FFF2-40B4-BE49-F238E27FC236}">
                    <a16:creationId xmlns:a16="http://schemas.microsoft.com/office/drawing/2014/main" id="{ED29760B-179F-4975-8500-8A6A185D84F2}"/>
                  </a:ext>
                </a:extLst>
              </p:cNvPr>
              <p:cNvSpPr/>
              <p:nvPr>
                <p:custDataLst>
                  <p:tags r:id="rId41"/>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Oval 115">
                <a:extLst>
                  <a:ext uri="{FF2B5EF4-FFF2-40B4-BE49-F238E27FC236}">
                    <a16:creationId xmlns:a16="http://schemas.microsoft.com/office/drawing/2014/main" id="{993BE8D0-AC39-4233-B8DF-34E63659657C}"/>
                  </a:ext>
                </a:extLst>
              </p:cNvPr>
              <p:cNvSpPr/>
              <p:nvPr>
                <p:custDataLst>
                  <p:tags r:id="rId42"/>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Trapezoid 116">
                <a:extLst>
                  <a:ext uri="{FF2B5EF4-FFF2-40B4-BE49-F238E27FC236}">
                    <a16:creationId xmlns:a16="http://schemas.microsoft.com/office/drawing/2014/main" id="{5A77DF9B-72CB-48BF-8DBA-630244E1E9F9}"/>
                  </a:ext>
                </a:extLst>
              </p:cNvPr>
              <p:cNvSpPr/>
              <p:nvPr>
                <p:custDataLst>
                  <p:tags r:id="rId43"/>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9" name="Group 98">
              <a:extLst>
                <a:ext uri="{FF2B5EF4-FFF2-40B4-BE49-F238E27FC236}">
                  <a16:creationId xmlns:a16="http://schemas.microsoft.com/office/drawing/2014/main" id="{40DAD6CE-72D9-42CB-BAF6-E24EDC6BD7CD}"/>
                </a:ext>
              </a:extLst>
            </p:cNvPr>
            <p:cNvGrpSpPr/>
            <p:nvPr/>
          </p:nvGrpSpPr>
          <p:grpSpPr>
            <a:xfrm>
              <a:off x="2366559" y="3846919"/>
              <a:ext cx="381000" cy="1143000"/>
              <a:chOff x="1166798" y="4419600"/>
              <a:chExt cx="381000" cy="1143000"/>
            </a:xfrm>
            <a:solidFill>
              <a:schemeClr val="accent4"/>
            </a:solidFill>
          </p:grpSpPr>
          <p:sp>
            <p:nvSpPr>
              <p:cNvPr id="112" name="Rectangle: Rounded Corners 111">
                <a:extLst>
                  <a:ext uri="{FF2B5EF4-FFF2-40B4-BE49-F238E27FC236}">
                    <a16:creationId xmlns:a16="http://schemas.microsoft.com/office/drawing/2014/main" id="{AD253C02-B368-4A83-B01F-FB0F9A3F3E98}"/>
                  </a:ext>
                </a:extLst>
              </p:cNvPr>
              <p:cNvSpPr/>
              <p:nvPr>
                <p:custDataLst>
                  <p:tags r:id="rId38"/>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Oval 112">
                <a:extLst>
                  <a:ext uri="{FF2B5EF4-FFF2-40B4-BE49-F238E27FC236}">
                    <a16:creationId xmlns:a16="http://schemas.microsoft.com/office/drawing/2014/main" id="{2143244D-77CC-4A11-BFDE-FA832BC4EB85}"/>
                  </a:ext>
                </a:extLst>
              </p:cNvPr>
              <p:cNvSpPr/>
              <p:nvPr>
                <p:custDataLst>
                  <p:tags r:id="rId39"/>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Trapezoid 113">
                <a:extLst>
                  <a:ext uri="{FF2B5EF4-FFF2-40B4-BE49-F238E27FC236}">
                    <a16:creationId xmlns:a16="http://schemas.microsoft.com/office/drawing/2014/main" id="{CD8C7ECB-0CA4-4F01-BEF1-9AB3B8BAF983}"/>
                  </a:ext>
                </a:extLst>
              </p:cNvPr>
              <p:cNvSpPr/>
              <p:nvPr>
                <p:custDataLst>
                  <p:tags r:id="rId40"/>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0" name="Group 99">
              <a:extLst>
                <a:ext uri="{FF2B5EF4-FFF2-40B4-BE49-F238E27FC236}">
                  <a16:creationId xmlns:a16="http://schemas.microsoft.com/office/drawing/2014/main" id="{DA4BE38D-E963-4276-848F-4D0B378142DE}"/>
                </a:ext>
              </a:extLst>
            </p:cNvPr>
            <p:cNvGrpSpPr/>
            <p:nvPr/>
          </p:nvGrpSpPr>
          <p:grpSpPr>
            <a:xfrm>
              <a:off x="3727154" y="3846919"/>
              <a:ext cx="381000" cy="1143000"/>
              <a:chOff x="1166798" y="4419600"/>
              <a:chExt cx="381000" cy="1143000"/>
            </a:xfrm>
            <a:solidFill>
              <a:schemeClr val="accent6"/>
            </a:solidFill>
          </p:grpSpPr>
          <p:sp>
            <p:nvSpPr>
              <p:cNvPr id="109" name="Rectangle: Rounded Corners 108">
                <a:extLst>
                  <a:ext uri="{FF2B5EF4-FFF2-40B4-BE49-F238E27FC236}">
                    <a16:creationId xmlns:a16="http://schemas.microsoft.com/office/drawing/2014/main" id="{765012DA-C9FF-4F08-9AE0-7F852EEBB3BF}"/>
                  </a:ext>
                </a:extLst>
              </p:cNvPr>
              <p:cNvSpPr/>
              <p:nvPr>
                <p:custDataLst>
                  <p:tags r:id="rId35"/>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Oval 109">
                <a:extLst>
                  <a:ext uri="{FF2B5EF4-FFF2-40B4-BE49-F238E27FC236}">
                    <a16:creationId xmlns:a16="http://schemas.microsoft.com/office/drawing/2014/main" id="{FBA9ED50-AAE6-43E4-93ED-3E51BEE1DB39}"/>
                  </a:ext>
                </a:extLst>
              </p:cNvPr>
              <p:cNvSpPr/>
              <p:nvPr>
                <p:custDataLst>
                  <p:tags r:id="rId36"/>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Trapezoid 110">
                <a:extLst>
                  <a:ext uri="{FF2B5EF4-FFF2-40B4-BE49-F238E27FC236}">
                    <a16:creationId xmlns:a16="http://schemas.microsoft.com/office/drawing/2014/main" id="{B63364F5-E7B4-453E-B215-B4079159DB0A}"/>
                  </a:ext>
                </a:extLst>
              </p:cNvPr>
              <p:cNvSpPr/>
              <p:nvPr>
                <p:custDataLst>
                  <p:tags r:id="rId37"/>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 name="Group 100">
              <a:extLst>
                <a:ext uri="{FF2B5EF4-FFF2-40B4-BE49-F238E27FC236}">
                  <a16:creationId xmlns:a16="http://schemas.microsoft.com/office/drawing/2014/main" id="{E62CF14E-E741-4162-9226-DBE7D1B3CFA9}"/>
                </a:ext>
              </a:extLst>
            </p:cNvPr>
            <p:cNvGrpSpPr/>
            <p:nvPr/>
          </p:nvGrpSpPr>
          <p:grpSpPr>
            <a:xfrm>
              <a:off x="5086350" y="3846919"/>
              <a:ext cx="381000" cy="1143000"/>
              <a:chOff x="1166798" y="4419600"/>
              <a:chExt cx="381000" cy="1143000"/>
            </a:xfrm>
            <a:solidFill>
              <a:schemeClr val="accent3"/>
            </a:solidFill>
          </p:grpSpPr>
          <p:sp>
            <p:nvSpPr>
              <p:cNvPr id="106" name="Rectangle: Rounded Corners 105">
                <a:extLst>
                  <a:ext uri="{FF2B5EF4-FFF2-40B4-BE49-F238E27FC236}">
                    <a16:creationId xmlns:a16="http://schemas.microsoft.com/office/drawing/2014/main" id="{79133003-CEB2-4C35-B39A-AC49DE956AA0}"/>
                  </a:ext>
                </a:extLst>
              </p:cNvPr>
              <p:cNvSpPr/>
              <p:nvPr>
                <p:custDataLst>
                  <p:tags r:id="rId32"/>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9ACA3A73-8AA7-4960-9D19-52A157AD9DBF}"/>
                  </a:ext>
                </a:extLst>
              </p:cNvPr>
              <p:cNvSpPr/>
              <p:nvPr>
                <p:custDataLst>
                  <p:tags r:id="rId33"/>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Trapezoid 107">
                <a:extLst>
                  <a:ext uri="{FF2B5EF4-FFF2-40B4-BE49-F238E27FC236}">
                    <a16:creationId xmlns:a16="http://schemas.microsoft.com/office/drawing/2014/main" id="{4E0B98AF-6954-4556-A78D-7A2A474D663A}"/>
                  </a:ext>
                </a:extLst>
              </p:cNvPr>
              <p:cNvSpPr/>
              <p:nvPr>
                <p:custDataLst>
                  <p:tags r:id="rId34"/>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857FDF12-07CB-4CB5-B60D-D34D811F4ECF}"/>
                </a:ext>
              </a:extLst>
            </p:cNvPr>
            <p:cNvGrpSpPr/>
            <p:nvPr/>
          </p:nvGrpSpPr>
          <p:grpSpPr>
            <a:xfrm>
              <a:off x="6451378" y="3848100"/>
              <a:ext cx="381000" cy="1143000"/>
              <a:chOff x="1166798" y="4419600"/>
              <a:chExt cx="381000" cy="1143000"/>
            </a:xfrm>
          </p:grpSpPr>
          <p:sp>
            <p:nvSpPr>
              <p:cNvPr id="103" name="Rectangle: Rounded Corners 102">
                <a:extLst>
                  <a:ext uri="{FF2B5EF4-FFF2-40B4-BE49-F238E27FC236}">
                    <a16:creationId xmlns:a16="http://schemas.microsoft.com/office/drawing/2014/main" id="{40AAA2DD-695E-4AE2-BB64-FD4BCBE64DC0}"/>
                  </a:ext>
                </a:extLst>
              </p:cNvPr>
              <p:cNvSpPr/>
              <p:nvPr>
                <p:custDataLst>
                  <p:tags r:id="rId29"/>
                </p:custDataLst>
              </p:nvPr>
            </p:nvSpPr>
            <p:spPr>
              <a:xfrm>
                <a:off x="1166798" y="4724400"/>
                <a:ext cx="381000" cy="609600"/>
              </a:xfrm>
              <a:prstGeom prst="roundRect">
                <a:avLst>
                  <a:gd name="adj" fmla="val 39524"/>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C519560B-9259-41D3-A839-1937DE95062A}"/>
                  </a:ext>
                </a:extLst>
              </p:cNvPr>
              <p:cNvSpPr/>
              <p:nvPr>
                <p:custDataLst>
                  <p:tags r:id="rId30"/>
                </p:custDataLst>
              </p:nvPr>
            </p:nvSpPr>
            <p:spPr>
              <a:xfrm>
                <a:off x="1204898" y="4419600"/>
                <a:ext cx="304800" cy="3024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Trapezoid 104">
                <a:extLst>
                  <a:ext uri="{FF2B5EF4-FFF2-40B4-BE49-F238E27FC236}">
                    <a16:creationId xmlns:a16="http://schemas.microsoft.com/office/drawing/2014/main" id="{B1668913-16F7-4FA3-B4CC-5996DB237D53}"/>
                  </a:ext>
                </a:extLst>
              </p:cNvPr>
              <p:cNvSpPr/>
              <p:nvPr>
                <p:custDataLst>
                  <p:tags r:id="rId31"/>
                </p:custDataLst>
              </p:nvPr>
            </p:nvSpPr>
            <p:spPr>
              <a:xfrm flipV="1">
                <a:off x="1242998" y="5334000"/>
                <a:ext cx="228600" cy="228600"/>
              </a:xfrm>
              <a:prstGeom prst="trapezoi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24" name="Group 123">
            <a:extLst>
              <a:ext uri="{FF2B5EF4-FFF2-40B4-BE49-F238E27FC236}">
                <a16:creationId xmlns:a16="http://schemas.microsoft.com/office/drawing/2014/main" id="{2C9C4BAD-9B04-4E57-9D06-7CCFCF054996}"/>
              </a:ext>
            </a:extLst>
          </p:cNvPr>
          <p:cNvGrpSpPr/>
          <p:nvPr/>
        </p:nvGrpSpPr>
        <p:grpSpPr>
          <a:xfrm>
            <a:off x="76200" y="3846919"/>
            <a:ext cx="8110978" cy="1715681"/>
            <a:chOff x="76200" y="3846919"/>
            <a:chExt cx="8110978" cy="1715681"/>
          </a:xfrm>
        </p:grpSpPr>
        <p:grpSp>
          <p:nvGrpSpPr>
            <p:cNvPr id="125" name="Group 124">
              <a:extLst>
                <a:ext uri="{FF2B5EF4-FFF2-40B4-BE49-F238E27FC236}">
                  <a16:creationId xmlns:a16="http://schemas.microsoft.com/office/drawing/2014/main" id="{76A2FC2B-8C41-4D7B-81D5-BBD5E8F60337}"/>
                </a:ext>
              </a:extLst>
            </p:cNvPr>
            <p:cNvGrpSpPr/>
            <p:nvPr/>
          </p:nvGrpSpPr>
          <p:grpSpPr>
            <a:xfrm>
              <a:off x="976298" y="4419600"/>
              <a:ext cx="381000" cy="1143000"/>
              <a:chOff x="1166798" y="4419600"/>
              <a:chExt cx="381000" cy="1143000"/>
            </a:xfrm>
            <a:solidFill>
              <a:srgbClr val="FFFF00"/>
            </a:solidFill>
          </p:grpSpPr>
          <p:sp>
            <p:nvSpPr>
              <p:cNvPr id="154" name="Rectangle: Rounded Corners 153">
                <a:extLst>
                  <a:ext uri="{FF2B5EF4-FFF2-40B4-BE49-F238E27FC236}">
                    <a16:creationId xmlns:a16="http://schemas.microsoft.com/office/drawing/2014/main" id="{3BBABB81-F378-4DAB-BF7F-48EFF78558FD}"/>
                  </a:ext>
                </a:extLst>
              </p:cNvPr>
              <p:cNvSpPr/>
              <p:nvPr>
                <p:custDataLst>
                  <p:tags r:id="rId26"/>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Oval 154">
                <a:extLst>
                  <a:ext uri="{FF2B5EF4-FFF2-40B4-BE49-F238E27FC236}">
                    <a16:creationId xmlns:a16="http://schemas.microsoft.com/office/drawing/2014/main" id="{CF93DA37-F8EB-4441-9B64-CCB932CAD7DB}"/>
                  </a:ext>
                </a:extLst>
              </p:cNvPr>
              <p:cNvSpPr/>
              <p:nvPr>
                <p:custDataLst>
                  <p:tags r:id="rId27"/>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Trapezoid 155">
                <a:extLst>
                  <a:ext uri="{FF2B5EF4-FFF2-40B4-BE49-F238E27FC236}">
                    <a16:creationId xmlns:a16="http://schemas.microsoft.com/office/drawing/2014/main" id="{D5D44466-8EBB-4F9D-9E10-20AE03C4EB85}"/>
                  </a:ext>
                </a:extLst>
              </p:cNvPr>
              <p:cNvSpPr/>
              <p:nvPr>
                <p:custDataLst>
                  <p:tags r:id="rId28"/>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6" name="Group 125">
              <a:extLst>
                <a:ext uri="{FF2B5EF4-FFF2-40B4-BE49-F238E27FC236}">
                  <a16:creationId xmlns:a16="http://schemas.microsoft.com/office/drawing/2014/main" id="{1EED1EAA-D9D1-4C39-A07D-2E886BD203B4}"/>
                </a:ext>
              </a:extLst>
            </p:cNvPr>
            <p:cNvGrpSpPr/>
            <p:nvPr/>
          </p:nvGrpSpPr>
          <p:grpSpPr>
            <a:xfrm>
              <a:off x="523457" y="4419600"/>
              <a:ext cx="381000" cy="1143000"/>
              <a:chOff x="1166798" y="4419600"/>
              <a:chExt cx="381000" cy="1143000"/>
            </a:xfrm>
            <a:solidFill>
              <a:schemeClr val="accent5"/>
            </a:solidFill>
          </p:grpSpPr>
          <p:sp>
            <p:nvSpPr>
              <p:cNvPr id="151" name="Rectangle: Rounded Corners 150">
                <a:extLst>
                  <a:ext uri="{FF2B5EF4-FFF2-40B4-BE49-F238E27FC236}">
                    <a16:creationId xmlns:a16="http://schemas.microsoft.com/office/drawing/2014/main" id="{8E198036-D518-412A-8EE8-92172D31FD30}"/>
                  </a:ext>
                </a:extLst>
              </p:cNvPr>
              <p:cNvSpPr/>
              <p:nvPr>
                <p:custDataLst>
                  <p:tags r:id="rId23"/>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Oval 151">
                <a:extLst>
                  <a:ext uri="{FF2B5EF4-FFF2-40B4-BE49-F238E27FC236}">
                    <a16:creationId xmlns:a16="http://schemas.microsoft.com/office/drawing/2014/main" id="{CFBBCD8F-78AD-4F4F-A513-34F08A4EB3FE}"/>
                  </a:ext>
                </a:extLst>
              </p:cNvPr>
              <p:cNvSpPr/>
              <p:nvPr>
                <p:custDataLst>
                  <p:tags r:id="rId24"/>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 name="Trapezoid 152">
                <a:extLst>
                  <a:ext uri="{FF2B5EF4-FFF2-40B4-BE49-F238E27FC236}">
                    <a16:creationId xmlns:a16="http://schemas.microsoft.com/office/drawing/2014/main" id="{6C108AC9-E408-44BB-8E3F-5155DB13B4C2}"/>
                  </a:ext>
                </a:extLst>
              </p:cNvPr>
              <p:cNvSpPr/>
              <p:nvPr>
                <p:custDataLst>
                  <p:tags r:id="rId25"/>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7" name="Group 126">
              <a:extLst>
                <a:ext uri="{FF2B5EF4-FFF2-40B4-BE49-F238E27FC236}">
                  <a16:creationId xmlns:a16="http://schemas.microsoft.com/office/drawing/2014/main" id="{D7782D22-F77A-404F-941B-2B2B4268C855}"/>
                </a:ext>
              </a:extLst>
            </p:cNvPr>
            <p:cNvGrpSpPr/>
            <p:nvPr/>
          </p:nvGrpSpPr>
          <p:grpSpPr>
            <a:xfrm>
              <a:off x="76200" y="4419600"/>
              <a:ext cx="381000" cy="1143000"/>
              <a:chOff x="1166798" y="4419600"/>
              <a:chExt cx="381000" cy="1143000"/>
            </a:xfrm>
            <a:solidFill>
              <a:srgbClr val="FB0BD9"/>
            </a:solidFill>
          </p:grpSpPr>
          <p:sp>
            <p:nvSpPr>
              <p:cNvPr id="148" name="Rectangle: Rounded Corners 147">
                <a:extLst>
                  <a:ext uri="{FF2B5EF4-FFF2-40B4-BE49-F238E27FC236}">
                    <a16:creationId xmlns:a16="http://schemas.microsoft.com/office/drawing/2014/main" id="{0776D4D0-AF6E-4793-BA4A-36BFFA710DB4}"/>
                  </a:ext>
                </a:extLst>
              </p:cNvPr>
              <p:cNvSpPr/>
              <p:nvPr>
                <p:custDataLst>
                  <p:tags r:id="rId20"/>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Oval 148">
                <a:extLst>
                  <a:ext uri="{FF2B5EF4-FFF2-40B4-BE49-F238E27FC236}">
                    <a16:creationId xmlns:a16="http://schemas.microsoft.com/office/drawing/2014/main" id="{D9DF7D94-65F7-47CC-8488-63C0F1103EBB}"/>
                  </a:ext>
                </a:extLst>
              </p:cNvPr>
              <p:cNvSpPr/>
              <p:nvPr>
                <p:custDataLst>
                  <p:tags r:id="rId21"/>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0" name="Trapezoid 149">
                <a:extLst>
                  <a:ext uri="{FF2B5EF4-FFF2-40B4-BE49-F238E27FC236}">
                    <a16:creationId xmlns:a16="http://schemas.microsoft.com/office/drawing/2014/main" id="{81470144-059F-494B-BE49-96A2A9E656E8}"/>
                  </a:ext>
                </a:extLst>
              </p:cNvPr>
              <p:cNvSpPr/>
              <p:nvPr>
                <p:custDataLst>
                  <p:tags r:id="rId22"/>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8" name="Group 127">
              <a:extLst>
                <a:ext uri="{FF2B5EF4-FFF2-40B4-BE49-F238E27FC236}">
                  <a16:creationId xmlns:a16="http://schemas.microsoft.com/office/drawing/2014/main" id="{7D069D9F-127E-48A3-9F09-E22AB6463A19}"/>
                </a:ext>
              </a:extLst>
            </p:cNvPr>
            <p:cNvGrpSpPr/>
            <p:nvPr/>
          </p:nvGrpSpPr>
          <p:grpSpPr>
            <a:xfrm>
              <a:off x="2366559" y="3846919"/>
              <a:ext cx="381000" cy="1143000"/>
              <a:chOff x="1166798" y="4419600"/>
              <a:chExt cx="381000" cy="1143000"/>
            </a:xfrm>
            <a:solidFill>
              <a:schemeClr val="accent2"/>
            </a:solidFill>
          </p:grpSpPr>
          <p:sp>
            <p:nvSpPr>
              <p:cNvPr id="145" name="Rectangle: Rounded Corners 144">
                <a:extLst>
                  <a:ext uri="{FF2B5EF4-FFF2-40B4-BE49-F238E27FC236}">
                    <a16:creationId xmlns:a16="http://schemas.microsoft.com/office/drawing/2014/main" id="{A1A88642-67FC-4598-98E6-6C4B73115C3F}"/>
                  </a:ext>
                </a:extLst>
              </p:cNvPr>
              <p:cNvSpPr/>
              <p:nvPr>
                <p:custDataLst>
                  <p:tags r:id="rId17"/>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Oval 145">
                <a:extLst>
                  <a:ext uri="{FF2B5EF4-FFF2-40B4-BE49-F238E27FC236}">
                    <a16:creationId xmlns:a16="http://schemas.microsoft.com/office/drawing/2014/main" id="{3AE3DDC7-669D-4752-91DC-6C3CB6123D74}"/>
                  </a:ext>
                </a:extLst>
              </p:cNvPr>
              <p:cNvSpPr/>
              <p:nvPr>
                <p:custDataLst>
                  <p:tags r:id="rId18"/>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7" name="Trapezoid 146">
                <a:extLst>
                  <a:ext uri="{FF2B5EF4-FFF2-40B4-BE49-F238E27FC236}">
                    <a16:creationId xmlns:a16="http://schemas.microsoft.com/office/drawing/2014/main" id="{D0FE0A8E-E3ED-4A15-9328-592AA89B2070}"/>
                  </a:ext>
                </a:extLst>
              </p:cNvPr>
              <p:cNvSpPr/>
              <p:nvPr>
                <p:custDataLst>
                  <p:tags r:id="rId19"/>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9" name="Group 128">
              <a:extLst>
                <a:ext uri="{FF2B5EF4-FFF2-40B4-BE49-F238E27FC236}">
                  <a16:creationId xmlns:a16="http://schemas.microsoft.com/office/drawing/2014/main" id="{28668049-9C13-419F-829E-98377AA3A238}"/>
                </a:ext>
              </a:extLst>
            </p:cNvPr>
            <p:cNvGrpSpPr/>
            <p:nvPr/>
          </p:nvGrpSpPr>
          <p:grpSpPr>
            <a:xfrm>
              <a:off x="3727154" y="3846919"/>
              <a:ext cx="381000" cy="1143000"/>
              <a:chOff x="1166798" y="4419600"/>
              <a:chExt cx="381000" cy="1143000"/>
            </a:xfrm>
            <a:solidFill>
              <a:schemeClr val="accent4"/>
            </a:solidFill>
          </p:grpSpPr>
          <p:sp>
            <p:nvSpPr>
              <p:cNvPr id="142" name="Rectangle: Rounded Corners 141">
                <a:extLst>
                  <a:ext uri="{FF2B5EF4-FFF2-40B4-BE49-F238E27FC236}">
                    <a16:creationId xmlns:a16="http://schemas.microsoft.com/office/drawing/2014/main" id="{D8CA1A77-AAD9-4EF9-90D0-0E341EB23300}"/>
                  </a:ext>
                </a:extLst>
              </p:cNvPr>
              <p:cNvSpPr/>
              <p:nvPr>
                <p:custDataLst>
                  <p:tags r:id="rId14"/>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Oval 142">
                <a:extLst>
                  <a:ext uri="{FF2B5EF4-FFF2-40B4-BE49-F238E27FC236}">
                    <a16:creationId xmlns:a16="http://schemas.microsoft.com/office/drawing/2014/main" id="{59B97136-6730-4122-AA69-CA50BFDFAD1B}"/>
                  </a:ext>
                </a:extLst>
              </p:cNvPr>
              <p:cNvSpPr/>
              <p:nvPr>
                <p:custDataLst>
                  <p:tags r:id="rId15"/>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4" name="Trapezoid 143">
                <a:extLst>
                  <a:ext uri="{FF2B5EF4-FFF2-40B4-BE49-F238E27FC236}">
                    <a16:creationId xmlns:a16="http://schemas.microsoft.com/office/drawing/2014/main" id="{AE60D967-7F5C-4B99-B85D-9806D8C68251}"/>
                  </a:ext>
                </a:extLst>
              </p:cNvPr>
              <p:cNvSpPr/>
              <p:nvPr>
                <p:custDataLst>
                  <p:tags r:id="rId16"/>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0" name="Group 129">
              <a:extLst>
                <a:ext uri="{FF2B5EF4-FFF2-40B4-BE49-F238E27FC236}">
                  <a16:creationId xmlns:a16="http://schemas.microsoft.com/office/drawing/2014/main" id="{D61C95C7-AE48-4C32-92A3-359FC209E126}"/>
                </a:ext>
              </a:extLst>
            </p:cNvPr>
            <p:cNvGrpSpPr/>
            <p:nvPr/>
          </p:nvGrpSpPr>
          <p:grpSpPr>
            <a:xfrm>
              <a:off x="5086350" y="3846919"/>
              <a:ext cx="381000" cy="1143000"/>
              <a:chOff x="1166798" y="4419600"/>
              <a:chExt cx="381000" cy="1143000"/>
            </a:xfrm>
            <a:solidFill>
              <a:schemeClr val="accent6"/>
            </a:solidFill>
          </p:grpSpPr>
          <p:sp>
            <p:nvSpPr>
              <p:cNvPr id="139" name="Rectangle: Rounded Corners 138">
                <a:extLst>
                  <a:ext uri="{FF2B5EF4-FFF2-40B4-BE49-F238E27FC236}">
                    <a16:creationId xmlns:a16="http://schemas.microsoft.com/office/drawing/2014/main" id="{FC63E177-E809-4411-8CF8-B9368BFF6AE2}"/>
                  </a:ext>
                </a:extLst>
              </p:cNvPr>
              <p:cNvSpPr/>
              <p:nvPr>
                <p:custDataLst>
                  <p:tags r:id="rId11"/>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Oval 139">
                <a:extLst>
                  <a:ext uri="{FF2B5EF4-FFF2-40B4-BE49-F238E27FC236}">
                    <a16:creationId xmlns:a16="http://schemas.microsoft.com/office/drawing/2014/main" id="{A815D0C9-E6F8-4D8C-A6B8-54BA403EE303}"/>
                  </a:ext>
                </a:extLst>
              </p:cNvPr>
              <p:cNvSpPr/>
              <p:nvPr>
                <p:custDataLst>
                  <p:tags r:id="rId12"/>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1" name="Trapezoid 140">
                <a:extLst>
                  <a:ext uri="{FF2B5EF4-FFF2-40B4-BE49-F238E27FC236}">
                    <a16:creationId xmlns:a16="http://schemas.microsoft.com/office/drawing/2014/main" id="{38C6B261-D0B0-4607-A1C0-9738DD559599}"/>
                  </a:ext>
                </a:extLst>
              </p:cNvPr>
              <p:cNvSpPr/>
              <p:nvPr>
                <p:custDataLst>
                  <p:tags r:id="rId13"/>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1" name="Group 130">
              <a:extLst>
                <a:ext uri="{FF2B5EF4-FFF2-40B4-BE49-F238E27FC236}">
                  <a16:creationId xmlns:a16="http://schemas.microsoft.com/office/drawing/2014/main" id="{43F10410-BF51-4CF9-81DC-FAAA75521842}"/>
                </a:ext>
              </a:extLst>
            </p:cNvPr>
            <p:cNvGrpSpPr/>
            <p:nvPr/>
          </p:nvGrpSpPr>
          <p:grpSpPr>
            <a:xfrm>
              <a:off x="6451378" y="3848100"/>
              <a:ext cx="381000" cy="1143000"/>
              <a:chOff x="1166798" y="4419600"/>
              <a:chExt cx="381000" cy="1143000"/>
            </a:xfrm>
            <a:solidFill>
              <a:schemeClr val="accent3"/>
            </a:solidFill>
          </p:grpSpPr>
          <p:sp>
            <p:nvSpPr>
              <p:cNvPr id="136" name="Rectangle: Rounded Corners 135">
                <a:extLst>
                  <a:ext uri="{FF2B5EF4-FFF2-40B4-BE49-F238E27FC236}">
                    <a16:creationId xmlns:a16="http://schemas.microsoft.com/office/drawing/2014/main" id="{153C9E1B-2D72-424D-AC6A-39591284EEA7}"/>
                  </a:ext>
                </a:extLst>
              </p:cNvPr>
              <p:cNvSpPr/>
              <p:nvPr>
                <p:custDataLst>
                  <p:tags r:id="rId8"/>
                </p:custDataLst>
              </p:nvPr>
            </p:nvSpPr>
            <p:spPr>
              <a:xfrm>
                <a:off x="1166798" y="4724400"/>
                <a:ext cx="381000" cy="609600"/>
              </a:xfrm>
              <a:prstGeom prst="roundRect">
                <a:avLst>
                  <a:gd name="adj" fmla="val 39524"/>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7" name="Oval 136">
                <a:extLst>
                  <a:ext uri="{FF2B5EF4-FFF2-40B4-BE49-F238E27FC236}">
                    <a16:creationId xmlns:a16="http://schemas.microsoft.com/office/drawing/2014/main" id="{53E8A8BD-C69C-4836-B309-8A69F2369DE2}"/>
                  </a:ext>
                </a:extLst>
              </p:cNvPr>
              <p:cNvSpPr/>
              <p:nvPr>
                <p:custDataLst>
                  <p:tags r:id="rId9"/>
                </p:custDataLst>
              </p:nvPr>
            </p:nvSpPr>
            <p:spPr>
              <a:xfrm>
                <a:off x="1204898" y="4419600"/>
                <a:ext cx="304800" cy="302438"/>
              </a:xfrm>
              <a:prstGeom prst="ellipse">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8" name="Trapezoid 137">
                <a:extLst>
                  <a:ext uri="{FF2B5EF4-FFF2-40B4-BE49-F238E27FC236}">
                    <a16:creationId xmlns:a16="http://schemas.microsoft.com/office/drawing/2014/main" id="{406831AB-A33E-4F81-B563-74AF981CD958}"/>
                  </a:ext>
                </a:extLst>
              </p:cNvPr>
              <p:cNvSpPr/>
              <p:nvPr>
                <p:custDataLst>
                  <p:tags r:id="rId10"/>
                </p:custDataLst>
              </p:nvPr>
            </p:nvSpPr>
            <p:spPr>
              <a:xfrm flipV="1">
                <a:off x="1242998" y="5334000"/>
                <a:ext cx="228600" cy="228600"/>
              </a:xfrm>
              <a:prstGeom prst="trapezoid">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2" name="Group 131">
              <a:extLst>
                <a:ext uri="{FF2B5EF4-FFF2-40B4-BE49-F238E27FC236}">
                  <a16:creationId xmlns:a16="http://schemas.microsoft.com/office/drawing/2014/main" id="{7F5FB846-8BA0-4CFF-851E-B18E08444637}"/>
                </a:ext>
              </a:extLst>
            </p:cNvPr>
            <p:cNvGrpSpPr/>
            <p:nvPr/>
          </p:nvGrpSpPr>
          <p:grpSpPr>
            <a:xfrm>
              <a:off x="7806178" y="3846919"/>
              <a:ext cx="381000" cy="1143000"/>
              <a:chOff x="1166798" y="4419600"/>
              <a:chExt cx="381000" cy="1143000"/>
            </a:xfrm>
          </p:grpSpPr>
          <p:sp>
            <p:nvSpPr>
              <p:cNvPr id="133" name="Rectangle: Rounded Corners 132">
                <a:extLst>
                  <a:ext uri="{FF2B5EF4-FFF2-40B4-BE49-F238E27FC236}">
                    <a16:creationId xmlns:a16="http://schemas.microsoft.com/office/drawing/2014/main" id="{E1CF6437-B9C3-42A5-BDA5-1C65693E6D5B}"/>
                  </a:ext>
                </a:extLst>
              </p:cNvPr>
              <p:cNvSpPr/>
              <p:nvPr>
                <p:custDataLst>
                  <p:tags r:id="rId5"/>
                </p:custDataLst>
              </p:nvPr>
            </p:nvSpPr>
            <p:spPr>
              <a:xfrm>
                <a:off x="1166798" y="4724400"/>
                <a:ext cx="381000" cy="609600"/>
              </a:xfrm>
              <a:prstGeom prst="roundRect">
                <a:avLst>
                  <a:gd name="adj" fmla="val 39524"/>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4" name="Oval 133">
                <a:extLst>
                  <a:ext uri="{FF2B5EF4-FFF2-40B4-BE49-F238E27FC236}">
                    <a16:creationId xmlns:a16="http://schemas.microsoft.com/office/drawing/2014/main" id="{514DE63A-67D2-43B9-A131-BA0D28F051DC}"/>
                  </a:ext>
                </a:extLst>
              </p:cNvPr>
              <p:cNvSpPr/>
              <p:nvPr>
                <p:custDataLst>
                  <p:tags r:id="rId6"/>
                </p:custDataLst>
              </p:nvPr>
            </p:nvSpPr>
            <p:spPr>
              <a:xfrm>
                <a:off x="1204898" y="4419600"/>
                <a:ext cx="304800" cy="302438"/>
              </a:xfrm>
              <a:prstGeom prst="ellipse">
                <a:avLst/>
              </a:prstGeom>
              <a:solidFill>
                <a:schemeClr val="accent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5" name="Trapezoid 134">
                <a:extLst>
                  <a:ext uri="{FF2B5EF4-FFF2-40B4-BE49-F238E27FC236}">
                    <a16:creationId xmlns:a16="http://schemas.microsoft.com/office/drawing/2014/main" id="{4E5148AC-FD2F-449B-800E-E9296ED7D37A}"/>
                  </a:ext>
                </a:extLst>
              </p:cNvPr>
              <p:cNvSpPr/>
              <p:nvPr>
                <p:custDataLst>
                  <p:tags r:id="rId7"/>
                </p:custDataLst>
              </p:nvPr>
            </p:nvSpPr>
            <p:spPr>
              <a:xfrm flipV="1">
                <a:off x="1242998" y="5334000"/>
                <a:ext cx="228600" cy="228600"/>
              </a:xfrm>
              <a:prstGeom prst="trapezoid">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custDataLst>
      <p:tags r:id="rId1"/>
    </p:custDataLst>
    <p:extLst>
      <p:ext uri="{BB962C8B-B14F-4D97-AF65-F5344CB8AC3E}">
        <p14:creationId xmlns:p14="http://schemas.microsoft.com/office/powerpoint/2010/main" val="244654198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24"/>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4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9"/>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7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70"/>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9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95"/>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Pipelining</a:t>
            </a:r>
          </a:p>
        </p:txBody>
      </p:sp>
      <p:sp>
        <p:nvSpPr>
          <p:cNvPr id="39939" name="Slide Number Placeholder 5"/>
          <p:cNvSpPr>
            <a:spLocks noGrp="1"/>
          </p:cNvSpPr>
          <p:nvPr>
            <p:ph type="sldNum" sz="quarter" idx="12"/>
            <p:custDataLst>
              <p:tags r:id="rId3"/>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14</a:t>
            </a:fld>
            <a:endParaRPr lang="en-US" altLang="en-US"/>
          </a:p>
        </p:txBody>
      </p:sp>
      <p:grpSp>
        <p:nvGrpSpPr>
          <p:cNvPr id="2" name="Group 1">
            <a:extLst>
              <a:ext uri="{FF2B5EF4-FFF2-40B4-BE49-F238E27FC236}">
                <a16:creationId xmlns:a16="http://schemas.microsoft.com/office/drawing/2014/main" id="{E688FAA1-C605-4F8A-A50D-3F8A8A05D788}"/>
              </a:ext>
            </a:extLst>
          </p:cNvPr>
          <p:cNvGrpSpPr/>
          <p:nvPr>
            <p:custDataLst>
              <p:tags r:id="rId4"/>
            </p:custDataLst>
          </p:nvPr>
        </p:nvGrpSpPr>
        <p:grpSpPr>
          <a:xfrm>
            <a:off x="0" y="5253135"/>
            <a:ext cx="1476022" cy="461865"/>
            <a:chOff x="0" y="5253135"/>
            <a:chExt cx="1476022" cy="461865"/>
          </a:xfrm>
        </p:grpSpPr>
        <p:sp>
          <p:nvSpPr>
            <p:cNvPr id="3" name="Rectangle: Rounded Corners 2">
              <a:extLst>
                <a:ext uri="{FF2B5EF4-FFF2-40B4-BE49-F238E27FC236}">
                  <a16:creationId xmlns:a16="http://schemas.microsoft.com/office/drawing/2014/main" id="{BEF59B89-EBCE-456D-90EA-B50EFE973927}"/>
                </a:ext>
              </a:extLst>
            </p:cNvPr>
            <p:cNvSpPr/>
            <p:nvPr>
              <p:custDataLst>
                <p:tags r:id="rId40"/>
              </p:custDataLst>
            </p:nvPr>
          </p:nvSpPr>
          <p:spPr>
            <a:xfrm>
              <a:off x="99060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I1</a:t>
              </a:r>
            </a:p>
          </p:txBody>
        </p:sp>
        <p:sp>
          <p:nvSpPr>
            <p:cNvPr id="52" name="Rectangle: Rounded Corners 51">
              <a:extLst>
                <a:ext uri="{FF2B5EF4-FFF2-40B4-BE49-F238E27FC236}">
                  <a16:creationId xmlns:a16="http://schemas.microsoft.com/office/drawing/2014/main" id="{B1E3F7D4-BA85-4BF9-8D75-BBC22DACAD86}"/>
                </a:ext>
              </a:extLst>
            </p:cNvPr>
            <p:cNvSpPr/>
            <p:nvPr>
              <p:custDataLst>
                <p:tags r:id="rId41"/>
              </p:custDataLst>
            </p:nvPr>
          </p:nvSpPr>
          <p:spPr>
            <a:xfrm>
              <a:off x="505178" y="5253135"/>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I2</a:t>
              </a:r>
            </a:p>
          </p:txBody>
        </p:sp>
        <p:sp>
          <p:nvSpPr>
            <p:cNvPr id="53" name="Rectangle: Rounded Corners 52">
              <a:extLst>
                <a:ext uri="{FF2B5EF4-FFF2-40B4-BE49-F238E27FC236}">
                  <a16:creationId xmlns:a16="http://schemas.microsoft.com/office/drawing/2014/main" id="{A3BF5270-A335-4A76-8C30-CEC5A3BEFFAE}"/>
                </a:ext>
              </a:extLst>
            </p:cNvPr>
            <p:cNvSpPr/>
            <p:nvPr>
              <p:custDataLst>
                <p:tags r:id="rId42"/>
              </p:custDataLst>
            </p:nvPr>
          </p:nvSpPr>
          <p:spPr>
            <a:xfrm>
              <a:off x="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I3</a:t>
              </a:r>
            </a:p>
          </p:txBody>
        </p:sp>
      </p:grpSp>
      <p:pic>
        <p:nvPicPr>
          <p:cNvPr id="25602" name="Picture 2" descr="The datapath is broken into 5 stages. The IF, or instruction fetch stage, consists of the instruction memory and the hardware needed to determine the next instruction. The ID, or instruction decode / register file read stage, consists of the register file. The EX, or execute / address calculation stage consists of an adder, an ALU, and the hardware needed to route the appropriate inputs to each component. The MEM, or memory access stage, consists of the data memory. The WB, or write back stage, consists of a mux which selects the correct value (if any) to write back into the register file.">
            <a:extLst>
              <a:ext uri="{FF2B5EF4-FFF2-40B4-BE49-F238E27FC236}">
                <a16:creationId xmlns:a16="http://schemas.microsoft.com/office/drawing/2014/main" id="{FE232652-E4CA-4B1D-B1BA-1C0B72D74D2C}"/>
              </a:ext>
            </a:extLst>
          </p:cNvPr>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1600200" y="1219200"/>
            <a:ext cx="6858000" cy="3810000"/>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BD0B6B4D-726C-4E64-B0EF-426955C3647A}"/>
              </a:ext>
            </a:extLst>
          </p:cNvPr>
          <p:cNvGrpSpPr/>
          <p:nvPr>
            <p:custDataLst>
              <p:tags r:id="rId5"/>
            </p:custDataLst>
          </p:nvPr>
        </p:nvGrpSpPr>
        <p:grpSpPr>
          <a:xfrm>
            <a:off x="0" y="4648200"/>
            <a:ext cx="3076222" cy="1066800"/>
            <a:chOff x="0" y="4648200"/>
            <a:chExt cx="3076222" cy="1066800"/>
          </a:xfrm>
        </p:grpSpPr>
        <p:sp>
          <p:nvSpPr>
            <p:cNvPr id="10" name="Rectangle: Rounded Corners 9">
              <a:extLst>
                <a:ext uri="{FF2B5EF4-FFF2-40B4-BE49-F238E27FC236}">
                  <a16:creationId xmlns:a16="http://schemas.microsoft.com/office/drawing/2014/main" id="{9E5BD6EF-435A-438B-9B3D-AB9AE96AFCFE}"/>
                </a:ext>
              </a:extLst>
            </p:cNvPr>
            <p:cNvSpPr/>
            <p:nvPr>
              <p:custDataLst>
                <p:tags r:id="rId36"/>
              </p:custDataLst>
            </p:nvPr>
          </p:nvSpPr>
          <p:spPr>
            <a:xfrm>
              <a:off x="99060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I2</a:t>
              </a:r>
            </a:p>
          </p:txBody>
        </p:sp>
        <p:sp>
          <p:nvSpPr>
            <p:cNvPr id="11" name="Rectangle: Rounded Corners 10">
              <a:extLst>
                <a:ext uri="{FF2B5EF4-FFF2-40B4-BE49-F238E27FC236}">
                  <a16:creationId xmlns:a16="http://schemas.microsoft.com/office/drawing/2014/main" id="{B9598F9B-C748-4C02-A99E-8F34F026D46A}"/>
                </a:ext>
              </a:extLst>
            </p:cNvPr>
            <p:cNvSpPr/>
            <p:nvPr>
              <p:custDataLst>
                <p:tags r:id="rId37"/>
              </p:custDataLst>
            </p:nvPr>
          </p:nvSpPr>
          <p:spPr>
            <a:xfrm>
              <a:off x="505178" y="5253135"/>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I3</a:t>
              </a:r>
            </a:p>
          </p:txBody>
        </p:sp>
        <p:sp>
          <p:nvSpPr>
            <p:cNvPr id="12" name="Rectangle: Rounded Corners 11">
              <a:extLst>
                <a:ext uri="{FF2B5EF4-FFF2-40B4-BE49-F238E27FC236}">
                  <a16:creationId xmlns:a16="http://schemas.microsoft.com/office/drawing/2014/main" id="{2D20F3B3-E200-4951-A5C2-9BF2584E4183}"/>
                </a:ext>
              </a:extLst>
            </p:cNvPr>
            <p:cNvSpPr/>
            <p:nvPr>
              <p:custDataLst>
                <p:tags r:id="rId38"/>
              </p:custDataLst>
            </p:nvPr>
          </p:nvSpPr>
          <p:spPr>
            <a:xfrm>
              <a:off x="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I4</a:t>
              </a:r>
            </a:p>
          </p:txBody>
        </p:sp>
        <p:sp>
          <p:nvSpPr>
            <p:cNvPr id="13" name="Rectangle: Rounded Corners 12">
              <a:extLst>
                <a:ext uri="{FF2B5EF4-FFF2-40B4-BE49-F238E27FC236}">
                  <a16:creationId xmlns:a16="http://schemas.microsoft.com/office/drawing/2014/main" id="{19106480-E3D7-4925-810A-E61C8C4E2D89}"/>
                </a:ext>
              </a:extLst>
            </p:cNvPr>
            <p:cNvSpPr/>
            <p:nvPr>
              <p:custDataLst>
                <p:tags r:id="rId39"/>
              </p:custDataLst>
            </p:nvPr>
          </p:nvSpPr>
          <p:spPr>
            <a:xfrm>
              <a:off x="2590800"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I1</a:t>
              </a:r>
            </a:p>
          </p:txBody>
        </p:sp>
      </p:grpSp>
      <p:grpSp>
        <p:nvGrpSpPr>
          <p:cNvPr id="14" name="Group 13">
            <a:extLst>
              <a:ext uri="{FF2B5EF4-FFF2-40B4-BE49-F238E27FC236}">
                <a16:creationId xmlns:a16="http://schemas.microsoft.com/office/drawing/2014/main" id="{0DCD188F-514E-418F-A34C-3AB7194E0F98}"/>
              </a:ext>
            </a:extLst>
          </p:cNvPr>
          <p:cNvGrpSpPr/>
          <p:nvPr>
            <p:custDataLst>
              <p:tags r:id="rId6"/>
            </p:custDataLst>
          </p:nvPr>
        </p:nvGrpSpPr>
        <p:grpSpPr>
          <a:xfrm>
            <a:off x="0" y="4648200"/>
            <a:ext cx="4552244" cy="1066800"/>
            <a:chOff x="0" y="4648200"/>
            <a:chExt cx="4552244" cy="1066800"/>
          </a:xfrm>
        </p:grpSpPr>
        <p:sp>
          <p:nvSpPr>
            <p:cNvPr id="15" name="Rectangle: Rounded Corners 14">
              <a:extLst>
                <a:ext uri="{FF2B5EF4-FFF2-40B4-BE49-F238E27FC236}">
                  <a16:creationId xmlns:a16="http://schemas.microsoft.com/office/drawing/2014/main" id="{20AF2181-EFC6-4927-89D3-D182A0EB0FA7}"/>
                </a:ext>
              </a:extLst>
            </p:cNvPr>
            <p:cNvSpPr/>
            <p:nvPr>
              <p:custDataLst>
                <p:tags r:id="rId31"/>
              </p:custDataLst>
            </p:nvPr>
          </p:nvSpPr>
          <p:spPr>
            <a:xfrm>
              <a:off x="99060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I3</a:t>
              </a:r>
            </a:p>
          </p:txBody>
        </p:sp>
        <p:sp>
          <p:nvSpPr>
            <p:cNvPr id="16" name="Rectangle: Rounded Corners 15">
              <a:extLst>
                <a:ext uri="{FF2B5EF4-FFF2-40B4-BE49-F238E27FC236}">
                  <a16:creationId xmlns:a16="http://schemas.microsoft.com/office/drawing/2014/main" id="{68DAF243-2224-49AA-B842-2D3EA933340E}"/>
                </a:ext>
              </a:extLst>
            </p:cNvPr>
            <p:cNvSpPr/>
            <p:nvPr>
              <p:custDataLst>
                <p:tags r:id="rId32"/>
              </p:custDataLst>
            </p:nvPr>
          </p:nvSpPr>
          <p:spPr>
            <a:xfrm>
              <a:off x="505178" y="5253135"/>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I4</a:t>
              </a:r>
            </a:p>
          </p:txBody>
        </p:sp>
        <p:sp>
          <p:nvSpPr>
            <p:cNvPr id="17" name="Rectangle: Rounded Corners 16">
              <a:extLst>
                <a:ext uri="{FF2B5EF4-FFF2-40B4-BE49-F238E27FC236}">
                  <a16:creationId xmlns:a16="http://schemas.microsoft.com/office/drawing/2014/main" id="{ED0FC7B9-360F-48BA-9BA9-4632BAEE037B}"/>
                </a:ext>
              </a:extLst>
            </p:cNvPr>
            <p:cNvSpPr/>
            <p:nvPr>
              <p:custDataLst>
                <p:tags r:id="rId33"/>
              </p:custDataLst>
            </p:nvPr>
          </p:nvSpPr>
          <p:spPr>
            <a:xfrm>
              <a:off x="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I5</a:t>
              </a:r>
            </a:p>
          </p:txBody>
        </p:sp>
        <p:sp>
          <p:nvSpPr>
            <p:cNvPr id="18" name="Rectangle: Rounded Corners 17">
              <a:extLst>
                <a:ext uri="{FF2B5EF4-FFF2-40B4-BE49-F238E27FC236}">
                  <a16:creationId xmlns:a16="http://schemas.microsoft.com/office/drawing/2014/main" id="{82B3643F-C997-4496-84FB-4D437F6320FF}"/>
                </a:ext>
              </a:extLst>
            </p:cNvPr>
            <p:cNvSpPr/>
            <p:nvPr>
              <p:custDataLst>
                <p:tags r:id="rId34"/>
              </p:custDataLst>
            </p:nvPr>
          </p:nvSpPr>
          <p:spPr>
            <a:xfrm>
              <a:off x="2590800"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I2</a:t>
              </a:r>
            </a:p>
          </p:txBody>
        </p:sp>
        <p:sp>
          <p:nvSpPr>
            <p:cNvPr id="19" name="Rectangle: Rounded Corners 18">
              <a:extLst>
                <a:ext uri="{FF2B5EF4-FFF2-40B4-BE49-F238E27FC236}">
                  <a16:creationId xmlns:a16="http://schemas.microsoft.com/office/drawing/2014/main" id="{5C319CCF-93B6-48CD-A236-456340AB87BB}"/>
                </a:ext>
              </a:extLst>
            </p:cNvPr>
            <p:cNvSpPr/>
            <p:nvPr>
              <p:custDataLst>
                <p:tags r:id="rId35"/>
              </p:custDataLst>
            </p:nvPr>
          </p:nvSpPr>
          <p:spPr>
            <a:xfrm>
              <a:off x="4066822"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I1</a:t>
              </a:r>
            </a:p>
          </p:txBody>
        </p:sp>
      </p:grpSp>
      <p:grpSp>
        <p:nvGrpSpPr>
          <p:cNvPr id="20" name="Group 19">
            <a:extLst>
              <a:ext uri="{FF2B5EF4-FFF2-40B4-BE49-F238E27FC236}">
                <a16:creationId xmlns:a16="http://schemas.microsoft.com/office/drawing/2014/main" id="{6444A906-B072-402C-ABF8-B057EF05FABC}"/>
              </a:ext>
            </a:extLst>
          </p:cNvPr>
          <p:cNvGrpSpPr/>
          <p:nvPr>
            <p:custDataLst>
              <p:tags r:id="rId7"/>
            </p:custDataLst>
          </p:nvPr>
        </p:nvGrpSpPr>
        <p:grpSpPr>
          <a:xfrm>
            <a:off x="0" y="4648200"/>
            <a:ext cx="5867400" cy="1066800"/>
            <a:chOff x="0" y="4648200"/>
            <a:chExt cx="5867400" cy="1066800"/>
          </a:xfrm>
        </p:grpSpPr>
        <p:sp>
          <p:nvSpPr>
            <p:cNvPr id="21" name="Rectangle: Rounded Corners 20">
              <a:extLst>
                <a:ext uri="{FF2B5EF4-FFF2-40B4-BE49-F238E27FC236}">
                  <a16:creationId xmlns:a16="http://schemas.microsoft.com/office/drawing/2014/main" id="{962832FA-28D7-4F37-9B11-E1C5FE8E7CB2}"/>
                </a:ext>
              </a:extLst>
            </p:cNvPr>
            <p:cNvSpPr/>
            <p:nvPr>
              <p:custDataLst>
                <p:tags r:id="rId25"/>
              </p:custDataLst>
            </p:nvPr>
          </p:nvSpPr>
          <p:spPr>
            <a:xfrm>
              <a:off x="99060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I4</a:t>
              </a:r>
            </a:p>
          </p:txBody>
        </p:sp>
        <p:sp>
          <p:nvSpPr>
            <p:cNvPr id="22" name="Rectangle: Rounded Corners 21">
              <a:extLst>
                <a:ext uri="{FF2B5EF4-FFF2-40B4-BE49-F238E27FC236}">
                  <a16:creationId xmlns:a16="http://schemas.microsoft.com/office/drawing/2014/main" id="{19D4C9E2-4617-4FC6-8092-BE379C8A0B6B}"/>
                </a:ext>
              </a:extLst>
            </p:cNvPr>
            <p:cNvSpPr/>
            <p:nvPr>
              <p:custDataLst>
                <p:tags r:id="rId26"/>
              </p:custDataLst>
            </p:nvPr>
          </p:nvSpPr>
          <p:spPr>
            <a:xfrm>
              <a:off x="505178" y="5253135"/>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I5</a:t>
              </a:r>
            </a:p>
          </p:txBody>
        </p:sp>
        <p:sp>
          <p:nvSpPr>
            <p:cNvPr id="23" name="Rectangle: Rounded Corners 22">
              <a:extLst>
                <a:ext uri="{FF2B5EF4-FFF2-40B4-BE49-F238E27FC236}">
                  <a16:creationId xmlns:a16="http://schemas.microsoft.com/office/drawing/2014/main" id="{A684189C-CF49-4FE7-8D2F-5DA479790A20}"/>
                </a:ext>
              </a:extLst>
            </p:cNvPr>
            <p:cNvSpPr/>
            <p:nvPr>
              <p:custDataLst>
                <p:tags r:id="rId27"/>
              </p:custDataLst>
            </p:nvPr>
          </p:nvSpPr>
          <p:spPr>
            <a:xfrm>
              <a:off x="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I6</a:t>
              </a:r>
            </a:p>
          </p:txBody>
        </p:sp>
        <p:sp>
          <p:nvSpPr>
            <p:cNvPr id="24" name="Rectangle: Rounded Corners 23">
              <a:extLst>
                <a:ext uri="{FF2B5EF4-FFF2-40B4-BE49-F238E27FC236}">
                  <a16:creationId xmlns:a16="http://schemas.microsoft.com/office/drawing/2014/main" id="{EE210D5B-2842-4305-9741-4BE5F86F6B03}"/>
                </a:ext>
              </a:extLst>
            </p:cNvPr>
            <p:cNvSpPr/>
            <p:nvPr>
              <p:custDataLst>
                <p:tags r:id="rId28"/>
              </p:custDataLst>
            </p:nvPr>
          </p:nvSpPr>
          <p:spPr>
            <a:xfrm>
              <a:off x="2590800"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I3</a:t>
              </a:r>
            </a:p>
          </p:txBody>
        </p:sp>
        <p:sp>
          <p:nvSpPr>
            <p:cNvPr id="25" name="Rectangle: Rounded Corners 24">
              <a:extLst>
                <a:ext uri="{FF2B5EF4-FFF2-40B4-BE49-F238E27FC236}">
                  <a16:creationId xmlns:a16="http://schemas.microsoft.com/office/drawing/2014/main" id="{6B6FBE67-2826-4F12-BC78-18CE1B34DEC3}"/>
                </a:ext>
              </a:extLst>
            </p:cNvPr>
            <p:cNvSpPr/>
            <p:nvPr>
              <p:custDataLst>
                <p:tags r:id="rId29"/>
              </p:custDataLst>
            </p:nvPr>
          </p:nvSpPr>
          <p:spPr>
            <a:xfrm>
              <a:off x="4066822"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I2</a:t>
              </a:r>
            </a:p>
          </p:txBody>
        </p:sp>
        <p:sp>
          <p:nvSpPr>
            <p:cNvPr id="26" name="Rectangle: Rounded Corners 25">
              <a:extLst>
                <a:ext uri="{FF2B5EF4-FFF2-40B4-BE49-F238E27FC236}">
                  <a16:creationId xmlns:a16="http://schemas.microsoft.com/office/drawing/2014/main" id="{CD65EF67-1DAB-49B1-8620-98A72D921F2B}"/>
                </a:ext>
              </a:extLst>
            </p:cNvPr>
            <p:cNvSpPr/>
            <p:nvPr>
              <p:custDataLst>
                <p:tags r:id="rId30"/>
              </p:custDataLst>
            </p:nvPr>
          </p:nvSpPr>
          <p:spPr>
            <a:xfrm>
              <a:off x="5381978"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I1</a:t>
              </a:r>
            </a:p>
          </p:txBody>
        </p:sp>
      </p:grpSp>
      <p:grpSp>
        <p:nvGrpSpPr>
          <p:cNvPr id="27" name="Group 26">
            <a:extLst>
              <a:ext uri="{FF2B5EF4-FFF2-40B4-BE49-F238E27FC236}">
                <a16:creationId xmlns:a16="http://schemas.microsoft.com/office/drawing/2014/main" id="{FD959CDE-6BC5-44EA-A0FC-CB49AD88854A}"/>
              </a:ext>
            </a:extLst>
          </p:cNvPr>
          <p:cNvGrpSpPr/>
          <p:nvPr>
            <p:custDataLst>
              <p:tags r:id="rId8"/>
            </p:custDataLst>
          </p:nvPr>
        </p:nvGrpSpPr>
        <p:grpSpPr>
          <a:xfrm>
            <a:off x="0" y="4648200"/>
            <a:ext cx="7239000" cy="1066800"/>
            <a:chOff x="0" y="4648200"/>
            <a:chExt cx="7239000" cy="1066800"/>
          </a:xfrm>
        </p:grpSpPr>
        <p:sp>
          <p:nvSpPr>
            <p:cNvPr id="28" name="Rectangle: Rounded Corners 27">
              <a:extLst>
                <a:ext uri="{FF2B5EF4-FFF2-40B4-BE49-F238E27FC236}">
                  <a16:creationId xmlns:a16="http://schemas.microsoft.com/office/drawing/2014/main" id="{F750460D-F79A-4B6E-B748-5DD703446F81}"/>
                </a:ext>
              </a:extLst>
            </p:cNvPr>
            <p:cNvSpPr/>
            <p:nvPr>
              <p:custDataLst>
                <p:tags r:id="rId18"/>
              </p:custDataLst>
            </p:nvPr>
          </p:nvSpPr>
          <p:spPr>
            <a:xfrm>
              <a:off x="99060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I5</a:t>
              </a:r>
            </a:p>
          </p:txBody>
        </p:sp>
        <p:sp>
          <p:nvSpPr>
            <p:cNvPr id="29" name="Rectangle: Rounded Corners 28">
              <a:extLst>
                <a:ext uri="{FF2B5EF4-FFF2-40B4-BE49-F238E27FC236}">
                  <a16:creationId xmlns:a16="http://schemas.microsoft.com/office/drawing/2014/main" id="{3C362A1A-E002-477A-A2ED-B51673145428}"/>
                </a:ext>
              </a:extLst>
            </p:cNvPr>
            <p:cNvSpPr/>
            <p:nvPr>
              <p:custDataLst>
                <p:tags r:id="rId19"/>
              </p:custDataLst>
            </p:nvPr>
          </p:nvSpPr>
          <p:spPr>
            <a:xfrm>
              <a:off x="505178" y="5253135"/>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I6</a:t>
              </a:r>
            </a:p>
          </p:txBody>
        </p:sp>
        <p:sp>
          <p:nvSpPr>
            <p:cNvPr id="30" name="Rectangle: Rounded Corners 29">
              <a:extLst>
                <a:ext uri="{FF2B5EF4-FFF2-40B4-BE49-F238E27FC236}">
                  <a16:creationId xmlns:a16="http://schemas.microsoft.com/office/drawing/2014/main" id="{E0BBB5A0-4FCF-4C90-86F6-5AE364BF4BEA}"/>
                </a:ext>
              </a:extLst>
            </p:cNvPr>
            <p:cNvSpPr/>
            <p:nvPr>
              <p:custDataLst>
                <p:tags r:id="rId20"/>
              </p:custDataLst>
            </p:nvPr>
          </p:nvSpPr>
          <p:spPr>
            <a:xfrm>
              <a:off x="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I7</a:t>
              </a:r>
            </a:p>
          </p:txBody>
        </p:sp>
        <p:sp>
          <p:nvSpPr>
            <p:cNvPr id="31" name="Rectangle: Rounded Corners 30">
              <a:extLst>
                <a:ext uri="{FF2B5EF4-FFF2-40B4-BE49-F238E27FC236}">
                  <a16:creationId xmlns:a16="http://schemas.microsoft.com/office/drawing/2014/main" id="{A975E7CE-746C-441E-9CFE-C594D7E971FD}"/>
                </a:ext>
              </a:extLst>
            </p:cNvPr>
            <p:cNvSpPr/>
            <p:nvPr>
              <p:custDataLst>
                <p:tags r:id="rId21"/>
              </p:custDataLst>
            </p:nvPr>
          </p:nvSpPr>
          <p:spPr>
            <a:xfrm>
              <a:off x="2590800"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I4</a:t>
              </a:r>
            </a:p>
          </p:txBody>
        </p:sp>
        <p:sp>
          <p:nvSpPr>
            <p:cNvPr id="32" name="Rectangle: Rounded Corners 31">
              <a:extLst>
                <a:ext uri="{FF2B5EF4-FFF2-40B4-BE49-F238E27FC236}">
                  <a16:creationId xmlns:a16="http://schemas.microsoft.com/office/drawing/2014/main" id="{68342500-30E1-40C0-B74D-3F78685A3B3C}"/>
                </a:ext>
              </a:extLst>
            </p:cNvPr>
            <p:cNvSpPr/>
            <p:nvPr>
              <p:custDataLst>
                <p:tags r:id="rId22"/>
              </p:custDataLst>
            </p:nvPr>
          </p:nvSpPr>
          <p:spPr>
            <a:xfrm>
              <a:off x="4066822"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I3</a:t>
              </a:r>
            </a:p>
          </p:txBody>
        </p:sp>
        <p:sp>
          <p:nvSpPr>
            <p:cNvPr id="33" name="Rectangle: Rounded Corners 32">
              <a:extLst>
                <a:ext uri="{FF2B5EF4-FFF2-40B4-BE49-F238E27FC236}">
                  <a16:creationId xmlns:a16="http://schemas.microsoft.com/office/drawing/2014/main" id="{BC5FD724-D487-4782-A5EA-82EF5EB5EF3E}"/>
                </a:ext>
              </a:extLst>
            </p:cNvPr>
            <p:cNvSpPr/>
            <p:nvPr>
              <p:custDataLst>
                <p:tags r:id="rId23"/>
              </p:custDataLst>
            </p:nvPr>
          </p:nvSpPr>
          <p:spPr>
            <a:xfrm>
              <a:off x="5381978"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I2</a:t>
              </a:r>
            </a:p>
          </p:txBody>
        </p:sp>
        <p:sp>
          <p:nvSpPr>
            <p:cNvPr id="34" name="Rectangle: Rounded Corners 33">
              <a:extLst>
                <a:ext uri="{FF2B5EF4-FFF2-40B4-BE49-F238E27FC236}">
                  <a16:creationId xmlns:a16="http://schemas.microsoft.com/office/drawing/2014/main" id="{6CFE8E68-662E-4D5F-A145-0142DA10208C}"/>
                </a:ext>
              </a:extLst>
            </p:cNvPr>
            <p:cNvSpPr/>
            <p:nvPr>
              <p:custDataLst>
                <p:tags r:id="rId24"/>
              </p:custDataLst>
            </p:nvPr>
          </p:nvSpPr>
          <p:spPr>
            <a:xfrm>
              <a:off x="6753578"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I1</a:t>
              </a:r>
            </a:p>
          </p:txBody>
        </p:sp>
      </p:grpSp>
      <p:grpSp>
        <p:nvGrpSpPr>
          <p:cNvPr id="35" name="Group 34">
            <a:extLst>
              <a:ext uri="{FF2B5EF4-FFF2-40B4-BE49-F238E27FC236}">
                <a16:creationId xmlns:a16="http://schemas.microsoft.com/office/drawing/2014/main" id="{D99134B6-C7F3-4F7B-A806-ECA730609B81}"/>
              </a:ext>
            </a:extLst>
          </p:cNvPr>
          <p:cNvGrpSpPr/>
          <p:nvPr>
            <p:custDataLst>
              <p:tags r:id="rId9"/>
            </p:custDataLst>
          </p:nvPr>
        </p:nvGrpSpPr>
        <p:grpSpPr>
          <a:xfrm>
            <a:off x="0" y="4648200"/>
            <a:ext cx="8591939" cy="1066800"/>
            <a:chOff x="0" y="4648200"/>
            <a:chExt cx="8591939" cy="1066800"/>
          </a:xfrm>
        </p:grpSpPr>
        <p:sp>
          <p:nvSpPr>
            <p:cNvPr id="36" name="Rectangle: Rounded Corners 35">
              <a:extLst>
                <a:ext uri="{FF2B5EF4-FFF2-40B4-BE49-F238E27FC236}">
                  <a16:creationId xmlns:a16="http://schemas.microsoft.com/office/drawing/2014/main" id="{07F98CCE-4795-4953-BC70-5E872B160298}"/>
                </a:ext>
              </a:extLst>
            </p:cNvPr>
            <p:cNvSpPr/>
            <p:nvPr>
              <p:custDataLst>
                <p:tags r:id="rId10"/>
              </p:custDataLst>
            </p:nvPr>
          </p:nvSpPr>
          <p:spPr>
            <a:xfrm>
              <a:off x="99060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I6</a:t>
              </a:r>
            </a:p>
          </p:txBody>
        </p:sp>
        <p:sp>
          <p:nvSpPr>
            <p:cNvPr id="37" name="Rectangle: Rounded Corners 36">
              <a:extLst>
                <a:ext uri="{FF2B5EF4-FFF2-40B4-BE49-F238E27FC236}">
                  <a16:creationId xmlns:a16="http://schemas.microsoft.com/office/drawing/2014/main" id="{826EBD8D-21DB-4665-8ECD-7A060EBECF67}"/>
                </a:ext>
              </a:extLst>
            </p:cNvPr>
            <p:cNvSpPr/>
            <p:nvPr>
              <p:custDataLst>
                <p:tags r:id="rId11"/>
              </p:custDataLst>
            </p:nvPr>
          </p:nvSpPr>
          <p:spPr>
            <a:xfrm>
              <a:off x="505178" y="5253135"/>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I7</a:t>
              </a:r>
            </a:p>
          </p:txBody>
        </p:sp>
        <p:sp>
          <p:nvSpPr>
            <p:cNvPr id="38" name="Rectangle: Rounded Corners 37">
              <a:extLst>
                <a:ext uri="{FF2B5EF4-FFF2-40B4-BE49-F238E27FC236}">
                  <a16:creationId xmlns:a16="http://schemas.microsoft.com/office/drawing/2014/main" id="{3225A099-917C-4EB5-A094-A7CC67ACC6FA}"/>
                </a:ext>
              </a:extLst>
            </p:cNvPr>
            <p:cNvSpPr/>
            <p:nvPr>
              <p:custDataLst>
                <p:tags r:id="rId12"/>
              </p:custDataLst>
            </p:nvPr>
          </p:nvSpPr>
          <p:spPr>
            <a:xfrm>
              <a:off x="0" y="52578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I8</a:t>
              </a:r>
            </a:p>
          </p:txBody>
        </p:sp>
        <p:sp>
          <p:nvSpPr>
            <p:cNvPr id="39" name="Rectangle: Rounded Corners 38">
              <a:extLst>
                <a:ext uri="{FF2B5EF4-FFF2-40B4-BE49-F238E27FC236}">
                  <a16:creationId xmlns:a16="http://schemas.microsoft.com/office/drawing/2014/main" id="{B53EC27B-AC48-48CA-9688-85EBCAF3DD83}"/>
                </a:ext>
              </a:extLst>
            </p:cNvPr>
            <p:cNvSpPr/>
            <p:nvPr>
              <p:custDataLst>
                <p:tags r:id="rId13"/>
              </p:custDataLst>
            </p:nvPr>
          </p:nvSpPr>
          <p:spPr>
            <a:xfrm>
              <a:off x="2590800"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I5</a:t>
              </a:r>
            </a:p>
          </p:txBody>
        </p:sp>
        <p:sp>
          <p:nvSpPr>
            <p:cNvPr id="40" name="Rectangle: Rounded Corners 39">
              <a:extLst>
                <a:ext uri="{FF2B5EF4-FFF2-40B4-BE49-F238E27FC236}">
                  <a16:creationId xmlns:a16="http://schemas.microsoft.com/office/drawing/2014/main" id="{3CA37197-C4CA-4707-A1EC-0E131A1EB26F}"/>
                </a:ext>
              </a:extLst>
            </p:cNvPr>
            <p:cNvSpPr/>
            <p:nvPr>
              <p:custDataLst>
                <p:tags r:id="rId14"/>
              </p:custDataLst>
            </p:nvPr>
          </p:nvSpPr>
          <p:spPr>
            <a:xfrm>
              <a:off x="4066822"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I4</a:t>
              </a:r>
            </a:p>
          </p:txBody>
        </p:sp>
        <p:sp>
          <p:nvSpPr>
            <p:cNvPr id="41" name="Rectangle: Rounded Corners 40">
              <a:extLst>
                <a:ext uri="{FF2B5EF4-FFF2-40B4-BE49-F238E27FC236}">
                  <a16:creationId xmlns:a16="http://schemas.microsoft.com/office/drawing/2014/main" id="{690A4DA4-62E7-43CF-86F5-20ED1721BAC3}"/>
                </a:ext>
              </a:extLst>
            </p:cNvPr>
            <p:cNvSpPr/>
            <p:nvPr>
              <p:custDataLst>
                <p:tags r:id="rId15"/>
              </p:custDataLst>
            </p:nvPr>
          </p:nvSpPr>
          <p:spPr>
            <a:xfrm>
              <a:off x="5381978"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I3</a:t>
              </a:r>
            </a:p>
          </p:txBody>
        </p:sp>
        <p:sp>
          <p:nvSpPr>
            <p:cNvPr id="42" name="Rectangle: Rounded Corners 41">
              <a:extLst>
                <a:ext uri="{FF2B5EF4-FFF2-40B4-BE49-F238E27FC236}">
                  <a16:creationId xmlns:a16="http://schemas.microsoft.com/office/drawing/2014/main" id="{24314DF8-93A6-4340-8C6F-42AD16B6FC13}"/>
                </a:ext>
              </a:extLst>
            </p:cNvPr>
            <p:cNvSpPr/>
            <p:nvPr>
              <p:custDataLst>
                <p:tags r:id="rId16"/>
              </p:custDataLst>
            </p:nvPr>
          </p:nvSpPr>
          <p:spPr>
            <a:xfrm>
              <a:off x="6753578"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I2</a:t>
              </a:r>
            </a:p>
          </p:txBody>
        </p:sp>
        <p:sp>
          <p:nvSpPr>
            <p:cNvPr id="43" name="Rectangle: Rounded Corners 42">
              <a:extLst>
                <a:ext uri="{FF2B5EF4-FFF2-40B4-BE49-F238E27FC236}">
                  <a16:creationId xmlns:a16="http://schemas.microsoft.com/office/drawing/2014/main" id="{5FF84C74-8D03-4EDB-B9A9-86DD10F59FE4}"/>
                </a:ext>
              </a:extLst>
            </p:cNvPr>
            <p:cNvSpPr/>
            <p:nvPr>
              <p:custDataLst>
                <p:tags r:id="rId17"/>
              </p:custDataLst>
            </p:nvPr>
          </p:nvSpPr>
          <p:spPr>
            <a:xfrm>
              <a:off x="8106517" y="4648200"/>
              <a:ext cx="485422" cy="457200"/>
            </a:xfrm>
            <a:prstGeom prst="roundRect">
              <a:avLst/>
            </a:prstGeom>
            <a:solidFill>
              <a:schemeClr val="bg2"/>
            </a:solidFill>
            <a:ln w="25400" cap="flat" cmpd="sng" algn="ctr">
              <a:solidFill>
                <a:schemeClr val="tx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Courier New" panose="02070309020205020404" pitchFamily="49" charset="0"/>
                  <a:cs typeface="Courier New" panose="02070309020205020404" pitchFamily="49" charset="0"/>
                </a:rPr>
                <a:t>I1</a:t>
              </a:r>
            </a:p>
          </p:txBody>
        </p:sp>
      </p:grpSp>
    </p:spTree>
    <p:custDataLst>
      <p:tags r:id="rId1"/>
    </p:custDataLst>
    <p:extLst>
      <p:ext uri="{BB962C8B-B14F-4D97-AF65-F5344CB8AC3E}">
        <p14:creationId xmlns:p14="http://schemas.microsoft.com/office/powerpoint/2010/main" val="12452749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9"/>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14"/>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nodeType="clickEffect">
                                  <p:stCondLst>
                                    <p:cond delay="0"/>
                                  </p:stCondLst>
                                  <p:childTnLst>
                                    <p:set>
                                      <p:cBhvr>
                                        <p:cTn id="24" dur="1" fill="hold">
                                          <p:stCondLst>
                                            <p:cond delay="0"/>
                                          </p:stCondLst>
                                        </p:cTn>
                                        <p:tgtEl>
                                          <p:spTgt spid="20"/>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nodeType="clickEffect">
                                  <p:stCondLst>
                                    <p:cond delay="0"/>
                                  </p:stCondLst>
                                  <p:childTnLst>
                                    <p:set>
                                      <p:cBhvr>
                                        <p:cTn id="30" dur="1" fill="hold">
                                          <p:stCondLst>
                                            <p:cond delay="0"/>
                                          </p:stCondLst>
                                        </p:cTn>
                                        <p:tgtEl>
                                          <p:spTgt spid="27"/>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A440C6B3-5D35-4B16-83F6-A0D3D06D6A0D}"/>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a:t>Pipelining Idealisms</a:t>
            </a:r>
          </a:p>
        </p:txBody>
      </p:sp>
      <p:sp>
        <p:nvSpPr>
          <p:cNvPr id="15363" name="Rectangle 3">
            <a:extLst>
              <a:ext uri="{FF2B5EF4-FFF2-40B4-BE49-F238E27FC236}">
                <a16:creationId xmlns:a16="http://schemas.microsoft.com/office/drawing/2014/main" id="{B1882080-2E84-4E72-878A-598C3FEAD4BE}"/>
              </a:ext>
            </a:extLst>
          </p:cNvPr>
          <p:cNvSpPr>
            <a:spLocks noGrp="1" noChangeArrowheads="1"/>
          </p:cNvSpPr>
          <p:nvPr>
            <p:ph idx="1"/>
            <p:custDataLst>
              <p:tags r:id="rId3"/>
            </p:custDataLst>
          </p:nvPr>
        </p:nvSpPr>
        <p:spPr/>
        <p:txBody>
          <a:bodyPr/>
          <a:lstStyle/>
          <a:p>
            <a:pPr eaLnBrk="1" hangingPunct="1"/>
            <a:r>
              <a:rPr lang="en-US" altLang="en-US" sz="2800" dirty="0"/>
              <a:t>Uniform stages</a:t>
            </a:r>
          </a:p>
          <a:p>
            <a:pPr lvl="1" eaLnBrk="1" hangingPunct="1"/>
            <a:r>
              <a:rPr lang="en-US" altLang="en-US" sz="2400" dirty="0"/>
              <a:t>Break up into stages with equal delay</a:t>
            </a:r>
          </a:p>
          <a:p>
            <a:pPr eaLnBrk="1" hangingPunct="1"/>
            <a:r>
              <a:rPr lang="en-US" altLang="en-US" sz="2800" dirty="0"/>
              <a:t>Identical computations</a:t>
            </a:r>
          </a:p>
          <a:p>
            <a:pPr lvl="1" eaLnBrk="1" hangingPunct="1"/>
            <a:r>
              <a:rPr lang="en-US" altLang="en-US" sz="2400" dirty="0"/>
              <a:t>Have all instructions do identical work to fill pipeline</a:t>
            </a:r>
          </a:p>
          <a:p>
            <a:pPr eaLnBrk="1" hangingPunct="1"/>
            <a:r>
              <a:rPr lang="en-US" altLang="en-US" sz="2800" dirty="0"/>
              <a:t>Independent computations</a:t>
            </a:r>
          </a:p>
          <a:p>
            <a:pPr lvl="1" eaLnBrk="1" hangingPunct="1"/>
            <a:r>
              <a:rPr lang="en-US" altLang="en-US" sz="2400" dirty="0"/>
              <a:t>No </a:t>
            </a:r>
            <a:r>
              <a:rPr lang="en-US" altLang="en-US" sz="2400" i="1" dirty="0"/>
              <a:t>dependences</a:t>
            </a:r>
            <a:r>
              <a:rPr lang="en-US" altLang="en-US" sz="2400" dirty="0"/>
              <a:t> between instructions in different stages</a:t>
            </a:r>
          </a:p>
          <a:p>
            <a:pPr lvl="1" eaLnBrk="1" hangingPunct="1"/>
            <a:r>
              <a:rPr lang="en-US" altLang="en-US" sz="2400" dirty="0"/>
              <a:t>i.e., No </a:t>
            </a:r>
            <a:r>
              <a:rPr lang="en-US" altLang="en-US" sz="2400" i="1" dirty="0"/>
              <a:t>pipeline hazards</a:t>
            </a:r>
            <a:endParaRPr lang="en-US" altLang="en-US" sz="2400" dirty="0"/>
          </a:p>
          <a:p>
            <a:pPr eaLnBrk="1" hangingPunct="1"/>
            <a:r>
              <a:rPr lang="en-US" altLang="en-US" sz="2800" dirty="0"/>
              <a:t>Can we guarantee these conditions all the time?</a:t>
            </a:r>
          </a:p>
          <a:p>
            <a:pPr lvl="1" eaLnBrk="1" hangingPunct="1"/>
            <a:r>
              <a:rPr lang="en-US" altLang="en-US" sz="2400" dirty="0"/>
              <a:t>No, but can get close enough to get significant speedup</a:t>
            </a:r>
          </a:p>
        </p:txBody>
      </p:sp>
    </p:spTree>
    <p:custDataLst>
      <p:tags r:id="rId1"/>
    </p:custDataLst>
    <p:extLst>
      <p:ext uri="{BB962C8B-B14F-4D97-AF65-F5344CB8AC3E}">
        <p14:creationId xmlns:p14="http://schemas.microsoft.com/office/powerpoint/2010/main" val="217740074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6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4120C2CA-58DC-4AF0-9F27-E7E78AAAAC5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Pipelining Challenges</a:t>
            </a:r>
          </a:p>
        </p:txBody>
      </p:sp>
      <p:sp>
        <p:nvSpPr>
          <p:cNvPr id="16387" name="Rectangle 3">
            <a:extLst>
              <a:ext uri="{FF2B5EF4-FFF2-40B4-BE49-F238E27FC236}">
                <a16:creationId xmlns:a16="http://schemas.microsoft.com/office/drawing/2014/main" id="{EE38B87C-DD42-4737-A0AE-E20F684DBD73}"/>
              </a:ext>
            </a:extLst>
          </p:cNvPr>
          <p:cNvSpPr>
            <a:spLocks noGrp="1" noChangeArrowheads="1"/>
          </p:cNvSpPr>
          <p:nvPr>
            <p:ph idx="1"/>
            <p:custDataLst>
              <p:tags r:id="rId3"/>
            </p:custDataLst>
          </p:nvPr>
        </p:nvSpPr>
        <p:spPr>
          <a:xfrm>
            <a:off x="457200" y="1600200"/>
            <a:ext cx="8229600" cy="4525963"/>
          </a:xfrm>
        </p:spPr>
        <p:txBody>
          <a:bodyPr/>
          <a:lstStyle/>
          <a:p>
            <a:pPr eaLnBrk="1" hangingPunct="1"/>
            <a:r>
              <a:rPr lang="en-US" altLang="en-US" dirty="0"/>
              <a:t>Data path:</a:t>
            </a:r>
          </a:p>
          <a:p>
            <a:pPr lvl="1" eaLnBrk="1" hangingPunct="1"/>
            <a:r>
              <a:rPr lang="en-US" altLang="en-US" dirty="0"/>
              <a:t>Support five instructions in-flight</a:t>
            </a:r>
          </a:p>
          <a:p>
            <a:pPr eaLnBrk="1" hangingPunct="1"/>
            <a:r>
              <a:rPr lang="en-US" altLang="en-US" dirty="0"/>
              <a:t>Control:</a:t>
            </a:r>
          </a:p>
          <a:p>
            <a:pPr lvl="1" eaLnBrk="1" hangingPunct="1"/>
            <a:r>
              <a:rPr lang="en-US" altLang="en-US" dirty="0"/>
              <a:t>Remember control signals of multiple instructions</a:t>
            </a:r>
          </a:p>
          <a:p>
            <a:pPr eaLnBrk="1" hangingPunct="1"/>
            <a:r>
              <a:rPr lang="en-US" altLang="en-US" dirty="0"/>
              <a:t>Instructions may have </a:t>
            </a:r>
            <a:r>
              <a:rPr lang="en-US" altLang="en-US" i="1" dirty="0"/>
              <a:t>dependences</a:t>
            </a:r>
            <a:r>
              <a:rPr lang="en-US" altLang="en-US" dirty="0"/>
              <a:t>:</a:t>
            </a:r>
          </a:p>
          <a:p>
            <a:pPr lvl="1" eaLnBrk="1" hangingPunct="1"/>
            <a:r>
              <a:rPr lang="en-US" altLang="en-US" dirty="0"/>
              <a:t>Data and control dependences</a:t>
            </a:r>
          </a:p>
          <a:p>
            <a:pPr lvl="1" eaLnBrk="1" hangingPunct="1"/>
            <a:r>
              <a:rPr lang="en-US" altLang="en-US" dirty="0"/>
              <a:t>May need to stall and wait</a:t>
            </a:r>
          </a:p>
          <a:p>
            <a:pPr lvl="1" eaLnBrk="1" hangingPunct="1"/>
            <a:r>
              <a:rPr lang="en-US" altLang="en-US" dirty="0"/>
              <a:t>Ignore for now; next lecture</a:t>
            </a:r>
          </a:p>
        </p:txBody>
      </p:sp>
    </p:spTree>
    <p:custDataLst>
      <p:tags r:id="rId1"/>
    </p:custDataLst>
    <p:extLst>
      <p:ext uri="{BB962C8B-B14F-4D97-AF65-F5344CB8AC3E}">
        <p14:creationId xmlns:p14="http://schemas.microsoft.com/office/powerpoint/2010/main" val="4161387746"/>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0" descr="f0612">
            <a:extLst>
              <a:ext uri="{FF2B5EF4-FFF2-40B4-BE49-F238E27FC236}">
                <a16:creationId xmlns:a16="http://schemas.microsoft.com/office/drawing/2014/main" id="{5976D2FC-6882-4D07-878F-7C22186167BF}"/>
              </a:ext>
            </a:extLst>
          </p:cNvPr>
          <p:cNvPicPr>
            <a:picLocks noChangeAspect="1" noChangeArrowheads="1"/>
          </p:cNvPicPr>
          <p:nvPr>
            <p:custDataLst>
              <p:tags r:id="rId2"/>
            </p:custDataLst>
          </p:nvPr>
        </p:nvPicPr>
        <p:blipFill>
          <a:blip r:embed="rId11">
            <a:extLst>
              <a:ext uri="{28A0092B-C50C-407E-A947-70E740481C1C}">
                <a14:useLocalDpi xmlns:a14="http://schemas.microsoft.com/office/drawing/2010/main" val="0"/>
              </a:ext>
            </a:extLst>
          </a:blip>
          <a:srcRect/>
          <a:stretch>
            <a:fillRect/>
          </a:stretch>
        </p:blipFill>
        <p:spPr bwMode="auto">
          <a:xfrm>
            <a:off x="1062022" y="3048000"/>
            <a:ext cx="7019957" cy="3775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6" name="Rectangle 2">
            <a:extLst>
              <a:ext uri="{FF2B5EF4-FFF2-40B4-BE49-F238E27FC236}">
                <a16:creationId xmlns:a16="http://schemas.microsoft.com/office/drawing/2014/main" id="{4120C2CA-58DC-4AF0-9F27-E7E78AAAAC5C}"/>
              </a:ext>
            </a:extLst>
          </p:cNvPr>
          <p:cNvSpPr>
            <a:spLocks noGrp="1" noChangeArrowheads="1"/>
          </p:cNvSpPr>
          <p:nvPr>
            <p:ph type="title"/>
            <p:custDataLst>
              <p:tags r:id="rId3"/>
            </p:custDataLst>
          </p:nvPr>
        </p:nvSpPr>
        <p:spPr>
          <a:xfrm>
            <a:off x="457200" y="274638"/>
            <a:ext cx="7467600" cy="1143000"/>
          </a:xfrm>
        </p:spPr>
        <p:txBody>
          <a:bodyPr/>
          <a:lstStyle/>
          <a:p>
            <a:pPr eaLnBrk="1" hangingPunct="1"/>
            <a:r>
              <a:rPr lang="en-US" altLang="en-US" dirty="0"/>
              <a:t>Pipelined Data Path</a:t>
            </a:r>
          </a:p>
        </p:txBody>
      </p:sp>
      <p:sp>
        <p:nvSpPr>
          <p:cNvPr id="16387" name="Rectangle 3">
            <a:extLst>
              <a:ext uri="{FF2B5EF4-FFF2-40B4-BE49-F238E27FC236}">
                <a16:creationId xmlns:a16="http://schemas.microsoft.com/office/drawing/2014/main" id="{EE38B87C-DD42-4737-A0AE-E20F684DBD73}"/>
              </a:ext>
            </a:extLst>
          </p:cNvPr>
          <p:cNvSpPr>
            <a:spLocks noGrp="1" noChangeArrowheads="1"/>
          </p:cNvSpPr>
          <p:nvPr>
            <p:ph idx="1"/>
            <p:custDataLst>
              <p:tags r:id="rId4"/>
            </p:custDataLst>
          </p:nvPr>
        </p:nvSpPr>
        <p:spPr>
          <a:xfrm>
            <a:off x="457200" y="1219200"/>
            <a:ext cx="8534400" cy="2133600"/>
          </a:xfrm>
        </p:spPr>
        <p:txBody>
          <a:bodyPr/>
          <a:lstStyle/>
          <a:p>
            <a:pPr eaLnBrk="1" hangingPunct="1"/>
            <a:r>
              <a:rPr lang="en-US" altLang="en-US" sz="2400" dirty="0"/>
              <a:t>Add pipeline registers between stages</a:t>
            </a:r>
          </a:p>
          <a:p>
            <a:pPr lvl="1" eaLnBrk="1" hangingPunct="1"/>
            <a:r>
              <a:rPr lang="en-US" altLang="en-US" sz="2000" dirty="0"/>
              <a:t>Retains values needed by current stage</a:t>
            </a:r>
          </a:p>
          <a:p>
            <a:pPr lvl="2"/>
            <a:r>
              <a:rPr lang="en-US" altLang="en-US" sz="1800" dirty="0"/>
              <a:t>e.g., MEM/WB holds ALU and data memory outputs for WB stage</a:t>
            </a:r>
          </a:p>
          <a:p>
            <a:pPr lvl="1" eaLnBrk="1" hangingPunct="1"/>
            <a:r>
              <a:rPr lang="en-US" altLang="en-US" sz="2000" dirty="0"/>
              <a:t>Any values needed in later stage gets passed down </a:t>
            </a:r>
          </a:p>
          <a:p>
            <a:pPr lvl="2"/>
            <a:r>
              <a:rPr lang="en-US" altLang="en-US" sz="1800" dirty="0"/>
              <a:t>e.g., Store value is passed from ID/EX to EX/MEM registers during EX stage</a:t>
            </a:r>
          </a:p>
        </p:txBody>
      </p:sp>
      <p:sp>
        <p:nvSpPr>
          <p:cNvPr id="6" name="Oval 5">
            <a:extLst>
              <a:ext uri="{FF2B5EF4-FFF2-40B4-BE49-F238E27FC236}">
                <a16:creationId xmlns:a16="http://schemas.microsoft.com/office/drawing/2014/main" id="{473CABAF-5494-41AA-A8CA-6660E0316547}"/>
              </a:ext>
            </a:extLst>
          </p:cNvPr>
          <p:cNvSpPr/>
          <p:nvPr>
            <p:custDataLst>
              <p:tags r:id="rId5"/>
            </p:custDataLst>
          </p:nvPr>
        </p:nvSpPr>
        <p:spPr>
          <a:xfrm>
            <a:off x="7315200" y="5181600"/>
            <a:ext cx="457200" cy="533400"/>
          </a:xfrm>
          <a:prstGeom prst="ellipse">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A51CF777-57D3-407B-A24D-6398024CD6A9}"/>
              </a:ext>
            </a:extLst>
          </p:cNvPr>
          <p:cNvSpPr/>
          <p:nvPr>
            <p:custDataLst>
              <p:tags r:id="rId6"/>
            </p:custDataLst>
          </p:nvPr>
        </p:nvSpPr>
        <p:spPr>
          <a:xfrm>
            <a:off x="7315200" y="5943600"/>
            <a:ext cx="457200" cy="533400"/>
          </a:xfrm>
          <a:prstGeom prst="ellipse">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24DC5F62-654D-4491-BE09-D3228B357428}"/>
              </a:ext>
            </a:extLst>
          </p:cNvPr>
          <p:cNvSpPr/>
          <p:nvPr>
            <p:custDataLst>
              <p:tags r:id="rId7"/>
            </p:custDataLst>
          </p:nvPr>
        </p:nvSpPr>
        <p:spPr>
          <a:xfrm>
            <a:off x="4191000" y="5162909"/>
            <a:ext cx="457200" cy="533400"/>
          </a:xfrm>
          <a:prstGeom prst="ellipse">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ED15D53F-FCC0-4359-8BC8-FD926D96ECC1}"/>
              </a:ext>
            </a:extLst>
          </p:cNvPr>
          <p:cNvSpPr/>
          <p:nvPr>
            <p:custDataLst>
              <p:tags r:id="rId8"/>
            </p:custDataLst>
          </p:nvPr>
        </p:nvSpPr>
        <p:spPr>
          <a:xfrm>
            <a:off x="5791200" y="5638800"/>
            <a:ext cx="457200" cy="533400"/>
          </a:xfrm>
          <a:prstGeom prst="ellipse">
            <a:avLst/>
          </a:prstGeom>
          <a:noFill/>
          <a:ln w="381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ustDataLst>
      <p:tags r:id="rId1"/>
    </p:custDataLst>
    <p:extLst>
      <p:ext uri="{BB962C8B-B14F-4D97-AF65-F5344CB8AC3E}">
        <p14:creationId xmlns:p14="http://schemas.microsoft.com/office/powerpoint/2010/main" val="42371241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7">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87">
                                            <p:txEl>
                                              <p:pRg st="4" end="4"/>
                                            </p:txEl>
                                          </p:spTgt>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6"/>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9" grpId="0" animBg="1"/>
      <p:bldP spid="9" grpId="1" animBg="1"/>
      <p:bldP spid="10" grpId="0" animBg="1"/>
      <p:bldP spid="1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C41EC07-1BFC-4F20-9CA8-12ABDD01324C}"/>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Pipelined Data Path</a:t>
            </a:r>
          </a:p>
        </p:txBody>
      </p:sp>
      <p:pic>
        <p:nvPicPr>
          <p:cNvPr id="21507" name="Picture 10" descr="f0612">
            <a:extLst>
              <a:ext uri="{FF2B5EF4-FFF2-40B4-BE49-F238E27FC236}">
                <a16:creationId xmlns:a16="http://schemas.microsoft.com/office/drawing/2014/main" id="{BD414850-C0E4-41C5-8942-40236D8D5442}"/>
              </a:ext>
            </a:extLst>
          </p:cNvPr>
          <p:cNvPicPr>
            <a:picLocks noChangeAspect="1" noChangeArrowheads="1"/>
          </p:cNvPicPr>
          <p:nvPr>
            <p:custDataLst>
              <p:tags r:id="rId3"/>
            </p:custDataLst>
          </p:nvPr>
        </p:nvPicPr>
        <p:blipFill>
          <a:blip r:embed="rId18">
            <a:extLst>
              <a:ext uri="{28A0092B-C50C-407E-A947-70E740481C1C}">
                <a14:useLocalDpi xmlns:a14="http://schemas.microsoft.com/office/drawing/2010/main" val="0"/>
              </a:ext>
            </a:extLst>
          </a:blip>
          <a:srcRect/>
          <a:stretch>
            <a:fillRect/>
          </a:stretch>
        </p:blipFill>
        <p:spPr bwMode="auto">
          <a:xfrm>
            <a:off x="228600" y="1600200"/>
            <a:ext cx="8686800" cy="467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a:extLst>
              <a:ext uri="{FF2B5EF4-FFF2-40B4-BE49-F238E27FC236}">
                <a16:creationId xmlns:a16="http://schemas.microsoft.com/office/drawing/2014/main" id="{8BDFEB38-42D3-4CCA-B361-138E524A9C3D}"/>
              </a:ext>
            </a:extLst>
          </p:cNvPr>
          <p:cNvGrpSpPr>
            <a:grpSpLocks/>
          </p:cNvGrpSpPr>
          <p:nvPr>
            <p:custDataLst>
              <p:tags r:id="rId4"/>
            </p:custDataLst>
          </p:nvPr>
        </p:nvGrpSpPr>
        <p:grpSpPr bwMode="auto">
          <a:xfrm>
            <a:off x="80963" y="1370013"/>
            <a:ext cx="1992312" cy="3194050"/>
            <a:chOff x="81643" y="1369670"/>
            <a:chExt cx="1992086" cy="3195027"/>
          </a:xfrm>
        </p:grpSpPr>
        <p:sp>
          <p:nvSpPr>
            <p:cNvPr id="2" name="Freeform 1">
              <a:extLst>
                <a:ext uri="{FF2B5EF4-FFF2-40B4-BE49-F238E27FC236}">
                  <a16:creationId xmlns:a16="http://schemas.microsoft.com/office/drawing/2014/main" id="{4A312A68-A41E-41A3-BD50-96BAC0140E58}"/>
                </a:ext>
              </a:extLst>
            </p:cNvPr>
            <p:cNvSpPr/>
            <p:nvPr>
              <p:custDataLst>
                <p:tags r:id="rId14"/>
              </p:custDataLst>
            </p:nvPr>
          </p:nvSpPr>
          <p:spPr>
            <a:xfrm>
              <a:off x="637205" y="4196284"/>
              <a:ext cx="1436524" cy="368413"/>
            </a:xfrm>
            <a:custGeom>
              <a:avLst/>
              <a:gdLst>
                <a:gd name="connsiteX0" fmla="*/ 0 w 1436915"/>
                <a:gd name="connsiteY0" fmla="*/ 0 h 368254"/>
                <a:gd name="connsiteX1" fmla="*/ 146957 w 1436915"/>
                <a:gd name="connsiteY1" fmla="*/ 16328 h 368254"/>
                <a:gd name="connsiteX2" fmla="*/ 644979 w 1436915"/>
                <a:gd name="connsiteY2" fmla="*/ 24493 h 368254"/>
                <a:gd name="connsiteX3" fmla="*/ 726622 w 1436915"/>
                <a:gd name="connsiteY3" fmla="*/ 40821 h 368254"/>
                <a:gd name="connsiteX4" fmla="*/ 751115 w 1436915"/>
                <a:gd name="connsiteY4" fmla="*/ 48986 h 368254"/>
                <a:gd name="connsiteX5" fmla="*/ 775607 w 1436915"/>
                <a:gd name="connsiteY5" fmla="*/ 65314 h 368254"/>
                <a:gd name="connsiteX6" fmla="*/ 808265 w 1436915"/>
                <a:gd name="connsiteY6" fmla="*/ 81643 h 368254"/>
                <a:gd name="connsiteX7" fmla="*/ 832757 w 1436915"/>
                <a:gd name="connsiteY7" fmla="*/ 97971 h 368254"/>
                <a:gd name="connsiteX8" fmla="*/ 881743 w 1436915"/>
                <a:gd name="connsiteY8" fmla="*/ 122464 h 368254"/>
                <a:gd name="connsiteX9" fmla="*/ 930729 w 1436915"/>
                <a:gd name="connsiteY9" fmla="*/ 171450 h 368254"/>
                <a:gd name="connsiteX10" fmla="*/ 979715 w 1436915"/>
                <a:gd name="connsiteY10" fmla="*/ 204107 h 368254"/>
                <a:gd name="connsiteX11" fmla="*/ 1053193 w 1436915"/>
                <a:gd name="connsiteY11" fmla="*/ 244928 h 368254"/>
                <a:gd name="connsiteX12" fmla="*/ 1167493 w 1436915"/>
                <a:gd name="connsiteY12" fmla="*/ 310243 h 368254"/>
                <a:gd name="connsiteX13" fmla="*/ 1224643 w 1436915"/>
                <a:gd name="connsiteY13" fmla="*/ 326571 h 368254"/>
                <a:gd name="connsiteX14" fmla="*/ 1273629 w 1436915"/>
                <a:gd name="connsiteY14" fmla="*/ 342900 h 368254"/>
                <a:gd name="connsiteX15" fmla="*/ 1298122 w 1436915"/>
                <a:gd name="connsiteY15" fmla="*/ 351064 h 368254"/>
                <a:gd name="connsiteX16" fmla="*/ 1322615 w 1436915"/>
                <a:gd name="connsiteY16" fmla="*/ 359228 h 368254"/>
                <a:gd name="connsiteX17" fmla="*/ 1355272 w 1436915"/>
                <a:gd name="connsiteY17" fmla="*/ 367393 h 368254"/>
                <a:gd name="connsiteX18" fmla="*/ 1436915 w 1436915"/>
                <a:gd name="connsiteY18" fmla="*/ 367393 h 36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6915" h="368254">
                  <a:moveTo>
                    <a:pt x="0" y="0"/>
                  </a:moveTo>
                  <a:cubicBezTo>
                    <a:pt x="62082" y="12416"/>
                    <a:pt x="61593" y="14021"/>
                    <a:pt x="146957" y="16328"/>
                  </a:cubicBezTo>
                  <a:cubicBezTo>
                    <a:pt x="312926" y="20814"/>
                    <a:pt x="478972" y="21771"/>
                    <a:pt x="644979" y="24493"/>
                  </a:cubicBezTo>
                  <a:cubicBezTo>
                    <a:pt x="683465" y="30907"/>
                    <a:pt x="692525" y="31079"/>
                    <a:pt x="726622" y="40821"/>
                  </a:cubicBezTo>
                  <a:cubicBezTo>
                    <a:pt x="734897" y="43185"/>
                    <a:pt x="743418" y="45137"/>
                    <a:pt x="751115" y="48986"/>
                  </a:cubicBezTo>
                  <a:cubicBezTo>
                    <a:pt x="759891" y="53374"/>
                    <a:pt x="767088" y="60446"/>
                    <a:pt x="775607" y="65314"/>
                  </a:cubicBezTo>
                  <a:cubicBezTo>
                    <a:pt x="786174" y="71352"/>
                    <a:pt x="797698" y="75605"/>
                    <a:pt x="808265" y="81643"/>
                  </a:cubicBezTo>
                  <a:cubicBezTo>
                    <a:pt x="816784" y="86511"/>
                    <a:pt x="823981" y="93583"/>
                    <a:pt x="832757" y="97971"/>
                  </a:cubicBezTo>
                  <a:cubicBezTo>
                    <a:pt x="900364" y="131775"/>
                    <a:pt x="811546" y="75668"/>
                    <a:pt x="881743" y="122464"/>
                  </a:cubicBezTo>
                  <a:cubicBezTo>
                    <a:pt x="910489" y="165581"/>
                    <a:pt x="883471" y="130943"/>
                    <a:pt x="930729" y="171450"/>
                  </a:cubicBezTo>
                  <a:cubicBezTo>
                    <a:pt x="969646" y="204808"/>
                    <a:pt x="938053" y="190220"/>
                    <a:pt x="979715" y="204107"/>
                  </a:cubicBezTo>
                  <a:cubicBezTo>
                    <a:pt x="1035861" y="241538"/>
                    <a:pt x="1010083" y="230558"/>
                    <a:pt x="1053193" y="244928"/>
                  </a:cubicBezTo>
                  <a:cubicBezTo>
                    <a:pt x="1089027" y="268818"/>
                    <a:pt x="1126060" y="296432"/>
                    <a:pt x="1167493" y="310243"/>
                  </a:cubicBezTo>
                  <a:cubicBezTo>
                    <a:pt x="1249836" y="337690"/>
                    <a:pt x="1122090" y="295805"/>
                    <a:pt x="1224643" y="326571"/>
                  </a:cubicBezTo>
                  <a:cubicBezTo>
                    <a:pt x="1241129" y="331517"/>
                    <a:pt x="1257300" y="337457"/>
                    <a:pt x="1273629" y="342900"/>
                  </a:cubicBezTo>
                  <a:lnTo>
                    <a:pt x="1298122" y="351064"/>
                  </a:lnTo>
                  <a:cubicBezTo>
                    <a:pt x="1306286" y="353785"/>
                    <a:pt x="1314266" y="357141"/>
                    <a:pt x="1322615" y="359228"/>
                  </a:cubicBezTo>
                  <a:cubicBezTo>
                    <a:pt x="1333501" y="361950"/>
                    <a:pt x="1344080" y="366593"/>
                    <a:pt x="1355272" y="367393"/>
                  </a:cubicBezTo>
                  <a:cubicBezTo>
                    <a:pt x="1382417" y="369332"/>
                    <a:pt x="1409701" y="367393"/>
                    <a:pt x="1436915" y="367393"/>
                  </a:cubicBez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Freeform 2">
              <a:extLst>
                <a:ext uri="{FF2B5EF4-FFF2-40B4-BE49-F238E27FC236}">
                  <a16:creationId xmlns:a16="http://schemas.microsoft.com/office/drawing/2014/main" id="{F2115776-55EC-44CD-91EF-932F56D06E00}"/>
                </a:ext>
              </a:extLst>
            </p:cNvPr>
            <p:cNvSpPr/>
            <p:nvPr>
              <p:custDataLst>
                <p:tags r:id="rId15"/>
              </p:custDataLst>
            </p:nvPr>
          </p:nvSpPr>
          <p:spPr>
            <a:xfrm>
              <a:off x="81643" y="1369670"/>
              <a:ext cx="1755576" cy="2631292"/>
            </a:xfrm>
            <a:custGeom>
              <a:avLst/>
              <a:gdLst>
                <a:gd name="connsiteX0" fmla="*/ 636814 w 1755321"/>
                <a:gd name="connsiteY0" fmla="*/ 2630830 h 2630830"/>
                <a:gd name="connsiteX1" fmla="*/ 628650 w 1755321"/>
                <a:gd name="connsiteY1" fmla="*/ 2590009 h 2630830"/>
                <a:gd name="connsiteX2" fmla="*/ 620486 w 1755321"/>
                <a:gd name="connsiteY2" fmla="*/ 2565516 h 2630830"/>
                <a:gd name="connsiteX3" fmla="*/ 612321 w 1755321"/>
                <a:gd name="connsiteY3" fmla="*/ 2516530 h 2630830"/>
                <a:gd name="connsiteX4" fmla="*/ 620486 w 1755321"/>
                <a:gd name="connsiteY4" fmla="*/ 2345080 h 2630830"/>
                <a:gd name="connsiteX5" fmla="*/ 628650 w 1755321"/>
                <a:gd name="connsiteY5" fmla="*/ 2320587 h 2630830"/>
                <a:gd name="connsiteX6" fmla="*/ 636814 w 1755321"/>
                <a:gd name="connsiteY6" fmla="*/ 2263437 h 2630830"/>
                <a:gd name="connsiteX7" fmla="*/ 661307 w 1755321"/>
                <a:gd name="connsiteY7" fmla="*/ 2100151 h 2630830"/>
                <a:gd name="connsiteX8" fmla="*/ 677636 w 1755321"/>
                <a:gd name="connsiteY8" fmla="*/ 2043001 h 2630830"/>
                <a:gd name="connsiteX9" fmla="*/ 702128 w 1755321"/>
                <a:gd name="connsiteY9" fmla="*/ 1961359 h 2630830"/>
                <a:gd name="connsiteX10" fmla="*/ 718457 w 1755321"/>
                <a:gd name="connsiteY10" fmla="*/ 1912373 h 2630830"/>
                <a:gd name="connsiteX11" fmla="*/ 726621 w 1755321"/>
                <a:gd name="connsiteY11" fmla="*/ 1887880 h 2630830"/>
                <a:gd name="connsiteX12" fmla="*/ 751114 w 1755321"/>
                <a:gd name="connsiteY12" fmla="*/ 1806237 h 2630830"/>
                <a:gd name="connsiteX13" fmla="*/ 775607 w 1755321"/>
                <a:gd name="connsiteY13" fmla="*/ 1732759 h 2630830"/>
                <a:gd name="connsiteX14" fmla="*/ 791936 w 1755321"/>
                <a:gd name="connsiteY14" fmla="*/ 1683773 h 2630830"/>
                <a:gd name="connsiteX15" fmla="*/ 808264 w 1755321"/>
                <a:gd name="connsiteY15" fmla="*/ 1659280 h 2630830"/>
                <a:gd name="connsiteX16" fmla="*/ 816428 w 1755321"/>
                <a:gd name="connsiteY16" fmla="*/ 1634787 h 2630830"/>
                <a:gd name="connsiteX17" fmla="*/ 840921 w 1755321"/>
                <a:gd name="connsiteY17" fmla="*/ 1618459 h 2630830"/>
                <a:gd name="connsiteX18" fmla="*/ 881743 w 1755321"/>
                <a:gd name="connsiteY18" fmla="*/ 1544980 h 2630830"/>
                <a:gd name="connsiteX19" fmla="*/ 930728 w 1755321"/>
                <a:gd name="connsiteY19" fmla="*/ 1528651 h 2630830"/>
                <a:gd name="connsiteX20" fmla="*/ 955221 w 1755321"/>
                <a:gd name="connsiteY20" fmla="*/ 1520487 h 2630830"/>
                <a:gd name="connsiteX21" fmla="*/ 1094014 w 1755321"/>
                <a:gd name="connsiteY21" fmla="*/ 1528651 h 2630830"/>
                <a:gd name="connsiteX22" fmla="*/ 1143000 w 1755321"/>
                <a:gd name="connsiteY22" fmla="*/ 1544980 h 2630830"/>
                <a:gd name="connsiteX23" fmla="*/ 1167493 w 1755321"/>
                <a:gd name="connsiteY23" fmla="*/ 1553144 h 2630830"/>
                <a:gd name="connsiteX24" fmla="*/ 1191986 w 1755321"/>
                <a:gd name="connsiteY24" fmla="*/ 1569473 h 2630830"/>
                <a:gd name="connsiteX25" fmla="*/ 1240971 w 1755321"/>
                <a:gd name="connsiteY25" fmla="*/ 1593966 h 2630830"/>
                <a:gd name="connsiteX26" fmla="*/ 1314450 w 1755321"/>
                <a:gd name="connsiteY26" fmla="*/ 1659280 h 2630830"/>
                <a:gd name="connsiteX27" fmla="*/ 1322614 w 1755321"/>
                <a:gd name="connsiteY27" fmla="*/ 1683773 h 2630830"/>
                <a:gd name="connsiteX28" fmla="*/ 1379764 w 1755321"/>
                <a:gd name="connsiteY28" fmla="*/ 1724594 h 2630830"/>
                <a:gd name="connsiteX29" fmla="*/ 1420586 w 1755321"/>
                <a:gd name="connsiteY29" fmla="*/ 1749087 h 2630830"/>
                <a:gd name="connsiteX30" fmla="*/ 1453243 w 1755321"/>
                <a:gd name="connsiteY30" fmla="*/ 1757251 h 2630830"/>
                <a:gd name="connsiteX31" fmla="*/ 1477736 w 1755321"/>
                <a:gd name="connsiteY31" fmla="*/ 1765416 h 2630830"/>
                <a:gd name="connsiteX32" fmla="*/ 1526721 w 1755321"/>
                <a:gd name="connsiteY32" fmla="*/ 1757251 h 2630830"/>
                <a:gd name="connsiteX33" fmla="*/ 1608364 w 1755321"/>
                <a:gd name="connsiteY33" fmla="*/ 1724594 h 2630830"/>
                <a:gd name="connsiteX34" fmla="*/ 1632857 w 1755321"/>
                <a:gd name="connsiteY34" fmla="*/ 1708266 h 2630830"/>
                <a:gd name="connsiteX35" fmla="*/ 1706336 w 1755321"/>
                <a:gd name="connsiteY35" fmla="*/ 1626623 h 2630830"/>
                <a:gd name="connsiteX36" fmla="*/ 1714500 w 1755321"/>
                <a:gd name="connsiteY36" fmla="*/ 1602130 h 2630830"/>
                <a:gd name="connsiteX37" fmla="*/ 1747157 w 1755321"/>
                <a:gd name="connsiteY37" fmla="*/ 1553144 h 2630830"/>
                <a:gd name="connsiteX38" fmla="*/ 1755321 w 1755321"/>
                <a:gd name="connsiteY38" fmla="*/ 1520487 h 2630830"/>
                <a:gd name="connsiteX39" fmla="*/ 1738993 w 1755321"/>
                <a:gd name="connsiteY39" fmla="*/ 1414351 h 2630830"/>
                <a:gd name="connsiteX40" fmla="*/ 1722664 w 1755321"/>
                <a:gd name="connsiteY40" fmla="*/ 1357201 h 2630830"/>
                <a:gd name="connsiteX41" fmla="*/ 1690007 w 1755321"/>
                <a:gd name="connsiteY41" fmla="*/ 1308216 h 2630830"/>
                <a:gd name="connsiteX42" fmla="*/ 1673678 w 1755321"/>
                <a:gd name="connsiteY42" fmla="*/ 1283723 h 2630830"/>
                <a:gd name="connsiteX43" fmla="*/ 1624693 w 1755321"/>
                <a:gd name="connsiteY43" fmla="*/ 1242901 h 2630830"/>
                <a:gd name="connsiteX44" fmla="*/ 1575707 w 1755321"/>
                <a:gd name="connsiteY44" fmla="*/ 1226573 h 2630830"/>
                <a:gd name="connsiteX45" fmla="*/ 1551214 w 1755321"/>
                <a:gd name="connsiteY45" fmla="*/ 1218409 h 2630830"/>
                <a:gd name="connsiteX46" fmla="*/ 1404257 w 1755321"/>
                <a:gd name="connsiteY46" fmla="*/ 1210244 h 2630830"/>
                <a:gd name="connsiteX47" fmla="*/ 1191986 w 1755321"/>
                <a:gd name="connsiteY47" fmla="*/ 1202080 h 2630830"/>
                <a:gd name="connsiteX48" fmla="*/ 1159328 w 1755321"/>
                <a:gd name="connsiteY48" fmla="*/ 1193916 h 2630830"/>
                <a:gd name="connsiteX49" fmla="*/ 1110343 w 1755321"/>
                <a:gd name="connsiteY49" fmla="*/ 1153094 h 2630830"/>
                <a:gd name="connsiteX50" fmla="*/ 1077686 w 1755321"/>
                <a:gd name="connsiteY50" fmla="*/ 1136766 h 2630830"/>
                <a:gd name="connsiteX51" fmla="*/ 1036864 w 1755321"/>
                <a:gd name="connsiteY51" fmla="*/ 1087780 h 2630830"/>
                <a:gd name="connsiteX52" fmla="*/ 1004207 w 1755321"/>
                <a:gd name="connsiteY52" fmla="*/ 1030630 h 2630830"/>
                <a:gd name="connsiteX53" fmla="*/ 987878 w 1755321"/>
                <a:gd name="connsiteY53" fmla="*/ 1006137 h 2630830"/>
                <a:gd name="connsiteX54" fmla="*/ 971550 w 1755321"/>
                <a:gd name="connsiteY54" fmla="*/ 916330 h 2630830"/>
                <a:gd name="connsiteX55" fmla="*/ 963386 w 1755321"/>
                <a:gd name="connsiteY55" fmla="*/ 875509 h 2630830"/>
                <a:gd name="connsiteX56" fmla="*/ 955221 w 1755321"/>
                <a:gd name="connsiteY56" fmla="*/ 818359 h 2630830"/>
                <a:gd name="connsiteX57" fmla="*/ 963386 w 1755321"/>
                <a:gd name="connsiteY57" fmla="*/ 679566 h 2630830"/>
                <a:gd name="connsiteX58" fmla="*/ 971550 w 1755321"/>
                <a:gd name="connsiteY58" fmla="*/ 655073 h 2630830"/>
                <a:gd name="connsiteX59" fmla="*/ 996043 w 1755321"/>
                <a:gd name="connsiteY59" fmla="*/ 622416 h 2630830"/>
                <a:gd name="connsiteX60" fmla="*/ 1028700 w 1755321"/>
                <a:gd name="connsiteY60" fmla="*/ 597923 h 2630830"/>
                <a:gd name="connsiteX61" fmla="*/ 1061357 w 1755321"/>
                <a:gd name="connsiteY61" fmla="*/ 548937 h 2630830"/>
                <a:gd name="connsiteX62" fmla="*/ 1110343 w 1755321"/>
                <a:gd name="connsiteY62" fmla="*/ 508116 h 2630830"/>
                <a:gd name="connsiteX63" fmla="*/ 1134836 w 1755321"/>
                <a:gd name="connsiteY63" fmla="*/ 491787 h 2630830"/>
                <a:gd name="connsiteX64" fmla="*/ 1183821 w 1755321"/>
                <a:gd name="connsiteY64" fmla="*/ 459130 h 2630830"/>
                <a:gd name="connsiteX65" fmla="*/ 1257300 w 1755321"/>
                <a:gd name="connsiteY65" fmla="*/ 467294 h 2630830"/>
                <a:gd name="connsiteX66" fmla="*/ 1273628 w 1755321"/>
                <a:gd name="connsiteY66" fmla="*/ 491787 h 2630830"/>
                <a:gd name="connsiteX67" fmla="*/ 1330778 w 1755321"/>
                <a:gd name="connsiteY67" fmla="*/ 548937 h 2630830"/>
                <a:gd name="connsiteX68" fmla="*/ 1355271 w 1755321"/>
                <a:gd name="connsiteY68" fmla="*/ 565266 h 2630830"/>
                <a:gd name="connsiteX69" fmla="*/ 1379764 w 1755321"/>
                <a:gd name="connsiteY69" fmla="*/ 573430 h 2630830"/>
                <a:gd name="connsiteX70" fmla="*/ 1412421 w 1755321"/>
                <a:gd name="connsiteY70" fmla="*/ 589759 h 2630830"/>
                <a:gd name="connsiteX71" fmla="*/ 1632857 w 1755321"/>
                <a:gd name="connsiteY71" fmla="*/ 581594 h 2630830"/>
                <a:gd name="connsiteX72" fmla="*/ 1665514 w 1755321"/>
                <a:gd name="connsiteY72" fmla="*/ 573430 h 2630830"/>
                <a:gd name="connsiteX73" fmla="*/ 1690007 w 1755321"/>
                <a:gd name="connsiteY73" fmla="*/ 557101 h 2630830"/>
                <a:gd name="connsiteX74" fmla="*/ 1730828 w 1755321"/>
                <a:gd name="connsiteY74" fmla="*/ 508116 h 2630830"/>
                <a:gd name="connsiteX75" fmla="*/ 1738993 w 1755321"/>
                <a:gd name="connsiteY75" fmla="*/ 475459 h 2630830"/>
                <a:gd name="connsiteX76" fmla="*/ 1747157 w 1755321"/>
                <a:gd name="connsiteY76" fmla="*/ 450966 h 2630830"/>
                <a:gd name="connsiteX77" fmla="*/ 1738993 w 1755321"/>
                <a:gd name="connsiteY77" fmla="*/ 189709 h 2630830"/>
                <a:gd name="connsiteX78" fmla="*/ 1706336 w 1755321"/>
                <a:gd name="connsiteY78" fmla="*/ 140723 h 2630830"/>
                <a:gd name="connsiteX79" fmla="*/ 1665514 w 1755321"/>
                <a:gd name="connsiteY79" fmla="*/ 91737 h 2630830"/>
                <a:gd name="connsiteX80" fmla="*/ 1583871 w 1755321"/>
                <a:gd name="connsiteY80" fmla="*/ 67244 h 2630830"/>
                <a:gd name="connsiteX81" fmla="*/ 1559378 w 1755321"/>
                <a:gd name="connsiteY81" fmla="*/ 59080 h 2630830"/>
                <a:gd name="connsiteX82" fmla="*/ 1518557 w 1755321"/>
                <a:gd name="connsiteY82" fmla="*/ 42751 h 2630830"/>
                <a:gd name="connsiteX83" fmla="*/ 1404257 w 1755321"/>
                <a:gd name="connsiteY83" fmla="*/ 26423 h 2630830"/>
                <a:gd name="connsiteX84" fmla="*/ 1314450 w 1755321"/>
                <a:gd name="connsiteY84" fmla="*/ 18259 h 2630830"/>
                <a:gd name="connsiteX85" fmla="*/ 1289957 w 1755321"/>
                <a:gd name="connsiteY85" fmla="*/ 10094 h 2630830"/>
                <a:gd name="connsiteX86" fmla="*/ 996043 w 1755321"/>
                <a:gd name="connsiteY86" fmla="*/ 10094 h 2630830"/>
                <a:gd name="connsiteX87" fmla="*/ 947057 w 1755321"/>
                <a:gd name="connsiteY87" fmla="*/ 26423 h 2630830"/>
                <a:gd name="connsiteX88" fmla="*/ 832757 w 1755321"/>
                <a:gd name="connsiteY88" fmla="*/ 42751 h 2630830"/>
                <a:gd name="connsiteX89" fmla="*/ 751114 w 1755321"/>
                <a:gd name="connsiteY89" fmla="*/ 67244 h 2630830"/>
                <a:gd name="connsiteX90" fmla="*/ 685800 w 1755321"/>
                <a:gd name="connsiteY90" fmla="*/ 83573 h 2630830"/>
                <a:gd name="connsiteX91" fmla="*/ 661307 w 1755321"/>
                <a:gd name="connsiteY91" fmla="*/ 91737 h 2630830"/>
                <a:gd name="connsiteX92" fmla="*/ 604157 w 1755321"/>
                <a:gd name="connsiteY92" fmla="*/ 108066 h 2630830"/>
                <a:gd name="connsiteX93" fmla="*/ 579664 w 1755321"/>
                <a:gd name="connsiteY93" fmla="*/ 124394 h 2630830"/>
                <a:gd name="connsiteX94" fmla="*/ 481693 w 1755321"/>
                <a:gd name="connsiteY94" fmla="*/ 148887 h 2630830"/>
                <a:gd name="connsiteX95" fmla="*/ 424543 w 1755321"/>
                <a:gd name="connsiteY95" fmla="*/ 165216 h 2630830"/>
                <a:gd name="connsiteX96" fmla="*/ 400050 w 1755321"/>
                <a:gd name="connsiteY96" fmla="*/ 173380 h 2630830"/>
                <a:gd name="connsiteX97" fmla="*/ 342900 w 1755321"/>
                <a:gd name="connsiteY97" fmla="*/ 189709 h 2630830"/>
                <a:gd name="connsiteX98" fmla="*/ 285750 w 1755321"/>
                <a:gd name="connsiteY98" fmla="*/ 230530 h 2630830"/>
                <a:gd name="connsiteX99" fmla="*/ 261257 w 1755321"/>
                <a:gd name="connsiteY99" fmla="*/ 263187 h 2630830"/>
                <a:gd name="connsiteX100" fmla="*/ 228600 w 1755321"/>
                <a:gd name="connsiteY100" fmla="*/ 287680 h 2630830"/>
                <a:gd name="connsiteX101" fmla="*/ 195943 w 1755321"/>
                <a:gd name="connsiteY101" fmla="*/ 344830 h 2630830"/>
                <a:gd name="connsiteX102" fmla="*/ 179614 w 1755321"/>
                <a:gd name="connsiteY102" fmla="*/ 369323 h 2630830"/>
                <a:gd name="connsiteX103" fmla="*/ 171450 w 1755321"/>
                <a:gd name="connsiteY103" fmla="*/ 393816 h 2630830"/>
                <a:gd name="connsiteX104" fmla="*/ 155121 w 1755321"/>
                <a:gd name="connsiteY104" fmla="*/ 426473 h 2630830"/>
                <a:gd name="connsiteX105" fmla="*/ 130628 w 1755321"/>
                <a:gd name="connsiteY105" fmla="*/ 491787 h 2630830"/>
                <a:gd name="connsiteX106" fmla="*/ 114300 w 1755321"/>
                <a:gd name="connsiteY106" fmla="*/ 557101 h 2630830"/>
                <a:gd name="connsiteX107" fmla="*/ 89807 w 1755321"/>
                <a:gd name="connsiteY107" fmla="*/ 646909 h 2630830"/>
                <a:gd name="connsiteX108" fmla="*/ 73478 w 1755321"/>
                <a:gd name="connsiteY108" fmla="*/ 712223 h 2630830"/>
                <a:gd name="connsiteX109" fmla="*/ 65314 w 1755321"/>
                <a:gd name="connsiteY109" fmla="*/ 736716 h 2630830"/>
                <a:gd name="connsiteX110" fmla="*/ 48986 w 1755321"/>
                <a:gd name="connsiteY110" fmla="*/ 826523 h 2630830"/>
                <a:gd name="connsiteX111" fmla="*/ 32657 w 1755321"/>
                <a:gd name="connsiteY111" fmla="*/ 932659 h 2630830"/>
                <a:gd name="connsiteX112" fmla="*/ 24493 w 1755321"/>
                <a:gd name="connsiteY112" fmla="*/ 1128601 h 2630830"/>
                <a:gd name="connsiteX113" fmla="*/ 8164 w 1755321"/>
                <a:gd name="connsiteY113" fmla="*/ 1234737 h 2630830"/>
                <a:gd name="connsiteX114" fmla="*/ 0 w 1755321"/>
                <a:gd name="connsiteY114" fmla="*/ 1300051 h 2630830"/>
                <a:gd name="connsiteX115" fmla="*/ 8164 w 1755321"/>
                <a:gd name="connsiteY115" fmla="*/ 1700101 h 2630830"/>
                <a:gd name="connsiteX116" fmla="*/ 16328 w 1755321"/>
                <a:gd name="connsiteY116" fmla="*/ 1740923 h 2630830"/>
                <a:gd name="connsiteX117" fmla="*/ 24493 w 1755321"/>
                <a:gd name="connsiteY117" fmla="*/ 1806237 h 2630830"/>
                <a:gd name="connsiteX118" fmla="*/ 32657 w 1755321"/>
                <a:gd name="connsiteY118" fmla="*/ 1855223 h 2630830"/>
                <a:gd name="connsiteX119" fmla="*/ 40821 w 1755321"/>
                <a:gd name="connsiteY119" fmla="*/ 1912373 h 2630830"/>
                <a:gd name="connsiteX120" fmla="*/ 48986 w 1755321"/>
                <a:gd name="connsiteY120" fmla="*/ 1936866 h 2630830"/>
                <a:gd name="connsiteX121" fmla="*/ 57150 w 1755321"/>
                <a:gd name="connsiteY121" fmla="*/ 1977687 h 2630830"/>
                <a:gd name="connsiteX122" fmla="*/ 89807 w 1755321"/>
                <a:gd name="connsiteY122" fmla="*/ 2059330 h 2630830"/>
                <a:gd name="connsiteX123" fmla="*/ 106136 w 1755321"/>
                <a:gd name="connsiteY123" fmla="*/ 2124644 h 2630830"/>
                <a:gd name="connsiteX124" fmla="*/ 114300 w 1755321"/>
                <a:gd name="connsiteY124" fmla="*/ 2157301 h 2630830"/>
                <a:gd name="connsiteX125" fmla="*/ 122464 w 1755321"/>
                <a:gd name="connsiteY125" fmla="*/ 2181794 h 2630830"/>
                <a:gd name="connsiteX126" fmla="*/ 146957 w 1755321"/>
                <a:gd name="connsiteY126" fmla="*/ 2312423 h 2630830"/>
                <a:gd name="connsiteX127" fmla="*/ 163286 w 1755321"/>
                <a:gd name="connsiteY127" fmla="*/ 2361409 h 2630830"/>
                <a:gd name="connsiteX128" fmla="*/ 171450 w 1755321"/>
                <a:gd name="connsiteY128" fmla="*/ 2385901 h 2630830"/>
                <a:gd name="connsiteX129" fmla="*/ 195943 w 1755321"/>
                <a:gd name="connsiteY129" fmla="*/ 2483873 h 2630830"/>
                <a:gd name="connsiteX130" fmla="*/ 204107 w 1755321"/>
                <a:gd name="connsiteY130" fmla="*/ 2508366 h 2630830"/>
                <a:gd name="connsiteX131" fmla="*/ 236764 w 1755321"/>
                <a:gd name="connsiteY131" fmla="*/ 2557351 h 2630830"/>
                <a:gd name="connsiteX132" fmla="*/ 302078 w 1755321"/>
                <a:gd name="connsiteY132" fmla="*/ 2614501 h 2630830"/>
                <a:gd name="connsiteX133" fmla="*/ 342900 w 1755321"/>
                <a:gd name="connsiteY133" fmla="*/ 2614501 h 263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755321" h="2630830">
                  <a:moveTo>
                    <a:pt x="636814" y="2630830"/>
                  </a:moveTo>
                  <a:cubicBezTo>
                    <a:pt x="634093" y="2617223"/>
                    <a:pt x="632015" y="2603471"/>
                    <a:pt x="628650" y="2590009"/>
                  </a:cubicBezTo>
                  <a:cubicBezTo>
                    <a:pt x="626563" y="2581660"/>
                    <a:pt x="622353" y="2573917"/>
                    <a:pt x="620486" y="2565516"/>
                  </a:cubicBezTo>
                  <a:cubicBezTo>
                    <a:pt x="616895" y="2549356"/>
                    <a:pt x="615043" y="2532859"/>
                    <a:pt x="612321" y="2516530"/>
                  </a:cubicBezTo>
                  <a:cubicBezTo>
                    <a:pt x="615043" y="2459380"/>
                    <a:pt x="615734" y="2402097"/>
                    <a:pt x="620486" y="2345080"/>
                  </a:cubicBezTo>
                  <a:cubicBezTo>
                    <a:pt x="621201" y="2336504"/>
                    <a:pt x="626962" y="2329026"/>
                    <a:pt x="628650" y="2320587"/>
                  </a:cubicBezTo>
                  <a:cubicBezTo>
                    <a:pt x="632424" y="2301717"/>
                    <a:pt x="634271" y="2282512"/>
                    <a:pt x="636814" y="2263437"/>
                  </a:cubicBezTo>
                  <a:cubicBezTo>
                    <a:pt x="643289" y="2214874"/>
                    <a:pt x="650116" y="2144916"/>
                    <a:pt x="661307" y="2100151"/>
                  </a:cubicBezTo>
                  <a:cubicBezTo>
                    <a:pt x="686829" y="1998061"/>
                    <a:pt x="654210" y="2124989"/>
                    <a:pt x="677636" y="2043001"/>
                  </a:cubicBezTo>
                  <a:cubicBezTo>
                    <a:pt x="702316" y="1956622"/>
                    <a:pt x="663320" y="2077782"/>
                    <a:pt x="702128" y="1961359"/>
                  </a:cubicBezTo>
                  <a:lnTo>
                    <a:pt x="718457" y="1912373"/>
                  </a:lnTo>
                  <a:cubicBezTo>
                    <a:pt x="721178" y="1904209"/>
                    <a:pt x="724534" y="1896229"/>
                    <a:pt x="726621" y="1887880"/>
                  </a:cubicBezTo>
                  <a:cubicBezTo>
                    <a:pt x="738961" y="1838525"/>
                    <a:pt x="731238" y="1865868"/>
                    <a:pt x="751114" y="1806237"/>
                  </a:cubicBezTo>
                  <a:lnTo>
                    <a:pt x="775607" y="1732759"/>
                  </a:lnTo>
                  <a:cubicBezTo>
                    <a:pt x="775609" y="1732754"/>
                    <a:pt x="791933" y="1683777"/>
                    <a:pt x="791936" y="1683773"/>
                  </a:cubicBezTo>
                  <a:cubicBezTo>
                    <a:pt x="797379" y="1675609"/>
                    <a:pt x="803876" y="1668056"/>
                    <a:pt x="808264" y="1659280"/>
                  </a:cubicBezTo>
                  <a:cubicBezTo>
                    <a:pt x="812113" y="1651583"/>
                    <a:pt x="811052" y="1641507"/>
                    <a:pt x="816428" y="1634787"/>
                  </a:cubicBezTo>
                  <a:cubicBezTo>
                    <a:pt x="822558" y="1627125"/>
                    <a:pt x="832757" y="1623902"/>
                    <a:pt x="840921" y="1618459"/>
                  </a:cubicBezTo>
                  <a:cubicBezTo>
                    <a:pt x="848110" y="1596893"/>
                    <a:pt x="860690" y="1551998"/>
                    <a:pt x="881743" y="1544980"/>
                  </a:cubicBezTo>
                  <a:lnTo>
                    <a:pt x="930728" y="1528651"/>
                  </a:lnTo>
                  <a:lnTo>
                    <a:pt x="955221" y="1520487"/>
                  </a:lnTo>
                  <a:cubicBezTo>
                    <a:pt x="1001485" y="1523208"/>
                    <a:pt x="1048059" y="1522657"/>
                    <a:pt x="1094014" y="1528651"/>
                  </a:cubicBezTo>
                  <a:cubicBezTo>
                    <a:pt x="1111081" y="1530877"/>
                    <a:pt x="1126671" y="1539537"/>
                    <a:pt x="1143000" y="1544980"/>
                  </a:cubicBezTo>
                  <a:lnTo>
                    <a:pt x="1167493" y="1553144"/>
                  </a:lnTo>
                  <a:cubicBezTo>
                    <a:pt x="1175657" y="1558587"/>
                    <a:pt x="1183210" y="1565085"/>
                    <a:pt x="1191986" y="1569473"/>
                  </a:cubicBezTo>
                  <a:cubicBezTo>
                    <a:pt x="1224412" y="1585686"/>
                    <a:pt x="1210885" y="1567223"/>
                    <a:pt x="1240971" y="1593966"/>
                  </a:cubicBezTo>
                  <a:cubicBezTo>
                    <a:pt x="1324858" y="1668531"/>
                    <a:pt x="1258862" y="1622220"/>
                    <a:pt x="1314450" y="1659280"/>
                  </a:cubicBezTo>
                  <a:cubicBezTo>
                    <a:pt x="1317171" y="1667444"/>
                    <a:pt x="1317840" y="1676612"/>
                    <a:pt x="1322614" y="1683773"/>
                  </a:cubicBezTo>
                  <a:cubicBezTo>
                    <a:pt x="1340589" y="1710735"/>
                    <a:pt x="1352722" y="1709571"/>
                    <a:pt x="1379764" y="1724594"/>
                  </a:cubicBezTo>
                  <a:cubicBezTo>
                    <a:pt x="1393636" y="1732300"/>
                    <a:pt x="1406085" y="1742642"/>
                    <a:pt x="1420586" y="1749087"/>
                  </a:cubicBezTo>
                  <a:cubicBezTo>
                    <a:pt x="1430840" y="1753644"/>
                    <a:pt x="1442454" y="1754168"/>
                    <a:pt x="1453243" y="1757251"/>
                  </a:cubicBezTo>
                  <a:cubicBezTo>
                    <a:pt x="1461518" y="1759615"/>
                    <a:pt x="1469572" y="1762694"/>
                    <a:pt x="1477736" y="1765416"/>
                  </a:cubicBezTo>
                  <a:cubicBezTo>
                    <a:pt x="1494064" y="1762694"/>
                    <a:pt x="1510662" y="1761266"/>
                    <a:pt x="1526721" y="1757251"/>
                  </a:cubicBezTo>
                  <a:cubicBezTo>
                    <a:pt x="1556465" y="1749815"/>
                    <a:pt x="1582083" y="1739612"/>
                    <a:pt x="1608364" y="1724594"/>
                  </a:cubicBezTo>
                  <a:cubicBezTo>
                    <a:pt x="1616883" y="1719726"/>
                    <a:pt x="1625523" y="1714785"/>
                    <a:pt x="1632857" y="1708266"/>
                  </a:cubicBezTo>
                  <a:cubicBezTo>
                    <a:pt x="1676811" y="1669196"/>
                    <a:pt x="1676622" y="1666241"/>
                    <a:pt x="1706336" y="1626623"/>
                  </a:cubicBezTo>
                  <a:cubicBezTo>
                    <a:pt x="1709057" y="1618459"/>
                    <a:pt x="1710321" y="1609653"/>
                    <a:pt x="1714500" y="1602130"/>
                  </a:cubicBezTo>
                  <a:cubicBezTo>
                    <a:pt x="1724030" y="1584975"/>
                    <a:pt x="1747157" y="1553144"/>
                    <a:pt x="1747157" y="1553144"/>
                  </a:cubicBezTo>
                  <a:cubicBezTo>
                    <a:pt x="1749878" y="1542258"/>
                    <a:pt x="1755321" y="1531708"/>
                    <a:pt x="1755321" y="1520487"/>
                  </a:cubicBezTo>
                  <a:cubicBezTo>
                    <a:pt x="1755321" y="1435147"/>
                    <a:pt x="1752967" y="1463259"/>
                    <a:pt x="1738993" y="1414351"/>
                  </a:cubicBezTo>
                  <a:cubicBezTo>
                    <a:pt x="1736508" y="1405653"/>
                    <a:pt x="1728419" y="1367560"/>
                    <a:pt x="1722664" y="1357201"/>
                  </a:cubicBezTo>
                  <a:cubicBezTo>
                    <a:pt x="1713134" y="1340046"/>
                    <a:pt x="1700893" y="1324544"/>
                    <a:pt x="1690007" y="1308216"/>
                  </a:cubicBezTo>
                  <a:cubicBezTo>
                    <a:pt x="1684564" y="1300052"/>
                    <a:pt x="1680616" y="1290662"/>
                    <a:pt x="1673678" y="1283723"/>
                  </a:cubicBezTo>
                  <a:cubicBezTo>
                    <a:pt x="1658297" y="1268342"/>
                    <a:pt x="1645153" y="1251994"/>
                    <a:pt x="1624693" y="1242901"/>
                  </a:cubicBezTo>
                  <a:cubicBezTo>
                    <a:pt x="1608965" y="1235911"/>
                    <a:pt x="1592036" y="1232016"/>
                    <a:pt x="1575707" y="1226573"/>
                  </a:cubicBezTo>
                  <a:cubicBezTo>
                    <a:pt x="1567543" y="1223852"/>
                    <a:pt x="1559807" y="1218886"/>
                    <a:pt x="1551214" y="1218409"/>
                  </a:cubicBezTo>
                  <a:lnTo>
                    <a:pt x="1404257" y="1210244"/>
                  </a:lnTo>
                  <a:lnTo>
                    <a:pt x="1191986" y="1202080"/>
                  </a:lnTo>
                  <a:cubicBezTo>
                    <a:pt x="1181100" y="1199359"/>
                    <a:pt x="1169642" y="1198336"/>
                    <a:pt x="1159328" y="1193916"/>
                  </a:cubicBezTo>
                  <a:cubicBezTo>
                    <a:pt x="1126938" y="1180034"/>
                    <a:pt x="1139763" y="1174108"/>
                    <a:pt x="1110343" y="1153094"/>
                  </a:cubicBezTo>
                  <a:cubicBezTo>
                    <a:pt x="1100439" y="1146020"/>
                    <a:pt x="1088572" y="1142209"/>
                    <a:pt x="1077686" y="1136766"/>
                  </a:cubicBezTo>
                  <a:cubicBezTo>
                    <a:pt x="1037140" y="1075948"/>
                    <a:pt x="1089255" y="1150650"/>
                    <a:pt x="1036864" y="1087780"/>
                  </a:cubicBezTo>
                  <a:cubicBezTo>
                    <a:pt x="1018784" y="1066084"/>
                    <a:pt x="1018723" y="1056033"/>
                    <a:pt x="1004207" y="1030630"/>
                  </a:cubicBezTo>
                  <a:cubicBezTo>
                    <a:pt x="999339" y="1022111"/>
                    <a:pt x="993321" y="1014301"/>
                    <a:pt x="987878" y="1006137"/>
                  </a:cubicBezTo>
                  <a:cubicBezTo>
                    <a:pt x="971224" y="956173"/>
                    <a:pt x="984738" y="1002053"/>
                    <a:pt x="971550" y="916330"/>
                  </a:cubicBezTo>
                  <a:cubicBezTo>
                    <a:pt x="969440" y="902615"/>
                    <a:pt x="965667" y="889197"/>
                    <a:pt x="963386" y="875509"/>
                  </a:cubicBezTo>
                  <a:cubicBezTo>
                    <a:pt x="960222" y="856527"/>
                    <a:pt x="957943" y="837409"/>
                    <a:pt x="955221" y="818359"/>
                  </a:cubicBezTo>
                  <a:cubicBezTo>
                    <a:pt x="957943" y="772095"/>
                    <a:pt x="958774" y="725680"/>
                    <a:pt x="963386" y="679566"/>
                  </a:cubicBezTo>
                  <a:cubicBezTo>
                    <a:pt x="964242" y="671003"/>
                    <a:pt x="967280" y="662545"/>
                    <a:pt x="971550" y="655073"/>
                  </a:cubicBezTo>
                  <a:cubicBezTo>
                    <a:pt x="978301" y="643259"/>
                    <a:pt x="986421" y="632038"/>
                    <a:pt x="996043" y="622416"/>
                  </a:cubicBezTo>
                  <a:cubicBezTo>
                    <a:pt x="1005665" y="612794"/>
                    <a:pt x="1017814" y="606087"/>
                    <a:pt x="1028700" y="597923"/>
                  </a:cubicBezTo>
                  <a:cubicBezTo>
                    <a:pt x="1039586" y="581594"/>
                    <a:pt x="1045028" y="559822"/>
                    <a:pt x="1061357" y="548937"/>
                  </a:cubicBezTo>
                  <a:cubicBezTo>
                    <a:pt x="1122162" y="508402"/>
                    <a:pt x="1047488" y="560495"/>
                    <a:pt x="1110343" y="508116"/>
                  </a:cubicBezTo>
                  <a:cubicBezTo>
                    <a:pt x="1117881" y="501834"/>
                    <a:pt x="1127298" y="498069"/>
                    <a:pt x="1134836" y="491787"/>
                  </a:cubicBezTo>
                  <a:cubicBezTo>
                    <a:pt x="1175606" y="457811"/>
                    <a:pt x="1140777" y="473477"/>
                    <a:pt x="1183821" y="459130"/>
                  </a:cubicBezTo>
                  <a:cubicBezTo>
                    <a:pt x="1208314" y="461851"/>
                    <a:pt x="1234140" y="458872"/>
                    <a:pt x="1257300" y="467294"/>
                  </a:cubicBezTo>
                  <a:cubicBezTo>
                    <a:pt x="1266521" y="470647"/>
                    <a:pt x="1267064" y="484494"/>
                    <a:pt x="1273628" y="491787"/>
                  </a:cubicBezTo>
                  <a:cubicBezTo>
                    <a:pt x="1291650" y="511812"/>
                    <a:pt x="1308362" y="533993"/>
                    <a:pt x="1330778" y="548937"/>
                  </a:cubicBezTo>
                  <a:cubicBezTo>
                    <a:pt x="1338942" y="554380"/>
                    <a:pt x="1346495" y="560878"/>
                    <a:pt x="1355271" y="565266"/>
                  </a:cubicBezTo>
                  <a:cubicBezTo>
                    <a:pt x="1362968" y="569115"/>
                    <a:pt x="1371854" y="570040"/>
                    <a:pt x="1379764" y="573430"/>
                  </a:cubicBezTo>
                  <a:cubicBezTo>
                    <a:pt x="1390951" y="578224"/>
                    <a:pt x="1401535" y="584316"/>
                    <a:pt x="1412421" y="589759"/>
                  </a:cubicBezTo>
                  <a:cubicBezTo>
                    <a:pt x="1485900" y="587037"/>
                    <a:pt x="1559481" y="586328"/>
                    <a:pt x="1632857" y="581594"/>
                  </a:cubicBezTo>
                  <a:cubicBezTo>
                    <a:pt x="1644054" y="580872"/>
                    <a:pt x="1655201" y="577850"/>
                    <a:pt x="1665514" y="573430"/>
                  </a:cubicBezTo>
                  <a:cubicBezTo>
                    <a:pt x="1674533" y="569565"/>
                    <a:pt x="1682469" y="563383"/>
                    <a:pt x="1690007" y="557101"/>
                  </a:cubicBezTo>
                  <a:cubicBezTo>
                    <a:pt x="1713583" y="537455"/>
                    <a:pt x="1714772" y="532201"/>
                    <a:pt x="1730828" y="508116"/>
                  </a:cubicBezTo>
                  <a:cubicBezTo>
                    <a:pt x="1733550" y="497230"/>
                    <a:pt x="1735910" y="486248"/>
                    <a:pt x="1738993" y="475459"/>
                  </a:cubicBezTo>
                  <a:cubicBezTo>
                    <a:pt x="1741357" y="467184"/>
                    <a:pt x="1747157" y="459572"/>
                    <a:pt x="1747157" y="450966"/>
                  </a:cubicBezTo>
                  <a:cubicBezTo>
                    <a:pt x="1747157" y="363838"/>
                    <a:pt x="1750359" y="276093"/>
                    <a:pt x="1738993" y="189709"/>
                  </a:cubicBezTo>
                  <a:cubicBezTo>
                    <a:pt x="1736433" y="170252"/>
                    <a:pt x="1717222" y="157052"/>
                    <a:pt x="1706336" y="140723"/>
                  </a:cubicBezTo>
                  <a:cubicBezTo>
                    <a:pt x="1696173" y="125479"/>
                    <a:pt x="1682153" y="100981"/>
                    <a:pt x="1665514" y="91737"/>
                  </a:cubicBezTo>
                  <a:cubicBezTo>
                    <a:pt x="1644979" y="80329"/>
                    <a:pt x="1607739" y="74064"/>
                    <a:pt x="1583871" y="67244"/>
                  </a:cubicBezTo>
                  <a:cubicBezTo>
                    <a:pt x="1575596" y="64880"/>
                    <a:pt x="1567436" y="62102"/>
                    <a:pt x="1559378" y="59080"/>
                  </a:cubicBezTo>
                  <a:cubicBezTo>
                    <a:pt x="1545656" y="53934"/>
                    <a:pt x="1532594" y="46962"/>
                    <a:pt x="1518557" y="42751"/>
                  </a:cubicBezTo>
                  <a:cubicBezTo>
                    <a:pt x="1488795" y="33822"/>
                    <a:pt x="1428971" y="28894"/>
                    <a:pt x="1404257" y="26423"/>
                  </a:cubicBezTo>
                  <a:lnTo>
                    <a:pt x="1314450" y="18259"/>
                  </a:lnTo>
                  <a:cubicBezTo>
                    <a:pt x="1306286" y="15537"/>
                    <a:pt x="1298396" y="11782"/>
                    <a:pt x="1289957" y="10094"/>
                  </a:cubicBezTo>
                  <a:cubicBezTo>
                    <a:pt x="1187616" y="-10375"/>
                    <a:pt x="1116686" y="5934"/>
                    <a:pt x="996043" y="10094"/>
                  </a:cubicBezTo>
                  <a:cubicBezTo>
                    <a:pt x="979714" y="15537"/>
                    <a:pt x="964136" y="24288"/>
                    <a:pt x="947057" y="26423"/>
                  </a:cubicBezTo>
                  <a:cubicBezTo>
                    <a:pt x="906932" y="31438"/>
                    <a:pt x="871988" y="34905"/>
                    <a:pt x="832757" y="42751"/>
                  </a:cubicBezTo>
                  <a:cubicBezTo>
                    <a:pt x="768001" y="55702"/>
                    <a:pt x="834369" y="46430"/>
                    <a:pt x="751114" y="67244"/>
                  </a:cubicBezTo>
                  <a:cubicBezTo>
                    <a:pt x="729343" y="72687"/>
                    <a:pt x="707090" y="76477"/>
                    <a:pt x="685800" y="83573"/>
                  </a:cubicBezTo>
                  <a:cubicBezTo>
                    <a:pt x="677636" y="86294"/>
                    <a:pt x="669582" y="89373"/>
                    <a:pt x="661307" y="91737"/>
                  </a:cubicBezTo>
                  <a:cubicBezTo>
                    <a:pt x="649092" y="95227"/>
                    <a:pt x="617212" y="101538"/>
                    <a:pt x="604157" y="108066"/>
                  </a:cubicBezTo>
                  <a:cubicBezTo>
                    <a:pt x="595381" y="112454"/>
                    <a:pt x="588885" y="121041"/>
                    <a:pt x="579664" y="124394"/>
                  </a:cubicBezTo>
                  <a:cubicBezTo>
                    <a:pt x="489861" y="157050"/>
                    <a:pt x="542923" y="128478"/>
                    <a:pt x="481693" y="148887"/>
                  </a:cubicBezTo>
                  <a:cubicBezTo>
                    <a:pt x="422967" y="168461"/>
                    <a:pt x="496304" y="144712"/>
                    <a:pt x="424543" y="165216"/>
                  </a:cubicBezTo>
                  <a:cubicBezTo>
                    <a:pt x="416268" y="167580"/>
                    <a:pt x="408325" y="171016"/>
                    <a:pt x="400050" y="173380"/>
                  </a:cubicBezTo>
                  <a:cubicBezTo>
                    <a:pt x="387835" y="176870"/>
                    <a:pt x="355955" y="183181"/>
                    <a:pt x="342900" y="189709"/>
                  </a:cubicBezTo>
                  <a:cubicBezTo>
                    <a:pt x="333626" y="194346"/>
                    <a:pt x="289451" y="226829"/>
                    <a:pt x="285750" y="230530"/>
                  </a:cubicBezTo>
                  <a:cubicBezTo>
                    <a:pt x="276128" y="240152"/>
                    <a:pt x="270879" y="253565"/>
                    <a:pt x="261257" y="263187"/>
                  </a:cubicBezTo>
                  <a:cubicBezTo>
                    <a:pt x="251635" y="272809"/>
                    <a:pt x="238222" y="278058"/>
                    <a:pt x="228600" y="287680"/>
                  </a:cubicBezTo>
                  <a:cubicBezTo>
                    <a:pt x="215337" y="300943"/>
                    <a:pt x="204483" y="329885"/>
                    <a:pt x="195943" y="344830"/>
                  </a:cubicBezTo>
                  <a:cubicBezTo>
                    <a:pt x="191075" y="353350"/>
                    <a:pt x="185057" y="361159"/>
                    <a:pt x="179614" y="369323"/>
                  </a:cubicBezTo>
                  <a:cubicBezTo>
                    <a:pt x="176893" y="377487"/>
                    <a:pt x="174840" y="385906"/>
                    <a:pt x="171450" y="393816"/>
                  </a:cubicBezTo>
                  <a:cubicBezTo>
                    <a:pt x="166656" y="405003"/>
                    <a:pt x="159394" y="415077"/>
                    <a:pt x="155121" y="426473"/>
                  </a:cubicBezTo>
                  <a:cubicBezTo>
                    <a:pt x="121772" y="515402"/>
                    <a:pt x="176090" y="400865"/>
                    <a:pt x="130628" y="491787"/>
                  </a:cubicBezTo>
                  <a:cubicBezTo>
                    <a:pt x="125185" y="513558"/>
                    <a:pt x="121396" y="535811"/>
                    <a:pt x="114300" y="557101"/>
                  </a:cubicBezTo>
                  <a:cubicBezTo>
                    <a:pt x="99040" y="602883"/>
                    <a:pt x="108222" y="573248"/>
                    <a:pt x="89807" y="646909"/>
                  </a:cubicBezTo>
                  <a:lnTo>
                    <a:pt x="73478" y="712223"/>
                  </a:lnTo>
                  <a:cubicBezTo>
                    <a:pt x="70757" y="720387"/>
                    <a:pt x="67401" y="728367"/>
                    <a:pt x="65314" y="736716"/>
                  </a:cubicBezTo>
                  <a:cubicBezTo>
                    <a:pt x="60218" y="757100"/>
                    <a:pt x="51898" y="807594"/>
                    <a:pt x="48986" y="826523"/>
                  </a:cubicBezTo>
                  <a:cubicBezTo>
                    <a:pt x="27975" y="963093"/>
                    <a:pt x="53021" y="810469"/>
                    <a:pt x="32657" y="932659"/>
                  </a:cubicBezTo>
                  <a:cubicBezTo>
                    <a:pt x="29936" y="997973"/>
                    <a:pt x="28702" y="1063366"/>
                    <a:pt x="24493" y="1128601"/>
                  </a:cubicBezTo>
                  <a:cubicBezTo>
                    <a:pt x="22945" y="1152598"/>
                    <a:pt x="11785" y="1209386"/>
                    <a:pt x="8164" y="1234737"/>
                  </a:cubicBezTo>
                  <a:cubicBezTo>
                    <a:pt x="5061" y="1256457"/>
                    <a:pt x="2721" y="1278280"/>
                    <a:pt x="0" y="1300051"/>
                  </a:cubicBezTo>
                  <a:cubicBezTo>
                    <a:pt x="2721" y="1433401"/>
                    <a:pt x="3228" y="1566815"/>
                    <a:pt x="8164" y="1700101"/>
                  </a:cubicBezTo>
                  <a:cubicBezTo>
                    <a:pt x="8678" y="1713968"/>
                    <a:pt x="14218" y="1727208"/>
                    <a:pt x="16328" y="1740923"/>
                  </a:cubicBezTo>
                  <a:cubicBezTo>
                    <a:pt x="19664" y="1762609"/>
                    <a:pt x="21390" y="1784517"/>
                    <a:pt x="24493" y="1806237"/>
                  </a:cubicBezTo>
                  <a:cubicBezTo>
                    <a:pt x="26834" y="1822624"/>
                    <a:pt x="30140" y="1838862"/>
                    <a:pt x="32657" y="1855223"/>
                  </a:cubicBezTo>
                  <a:cubicBezTo>
                    <a:pt x="35583" y="1874243"/>
                    <a:pt x="37047" y="1893503"/>
                    <a:pt x="40821" y="1912373"/>
                  </a:cubicBezTo>
                  <a:cubicBezTo>
                    <a:pt x="42509" y="1920812"/>
                    <a:pt x="46899" y="1928517"/>
                    <a:pt x="48986" y="1936866"/>
                  </a:cubicBezTo>
                  <a:cubicBezTo>
                    <a:pt x="52352" y="1950328"/>
                    <a:pt x="53499" y="1964299"/>
                    <a:pt x="57150" y="1977687"/>
                  </a:cubicBezTo>
                  <a:cubicBezTo>
                    <a:pt x="69257" y="2022080"/>
                    <a:pt x="71487" y="2022690"/>
                    <a:pt x="89807" y="2059330"/>
                  </a:cubicBezTo>
                  <a:lnTo>
                    <a:pt x="106136" y="2124644"/>
                  </a:lnTo>
                  <a:cubicBezTo>
                    <a:pt x="108857" y="2135530"/>
                    <a:pt x="110752" y="2146656"/>
                    <a:pt x="114300" y="2157301"/>
                  </a:cubicBezTo>
                  <a:cubicBezTo>
                    <a:pt x="117021" y="2165465"/>
                    <a:pt x="120776" y="2173355"/>
                    <a:pt x="122464" y="2181794"/>
                  </a:cubicBezTo>
                  <a:cubicBezTo>
                    <a:pt x="132424" y="2231596"/>
                    <a:pt x="133547" y="2267723"/>
                    <a:pt x="146957" y="2312423"/>
                  </a:cubicBezTo>
                  <a:cubicBezTo>
                    <a:pt x="151903" y="2328909"/>
                    <a:pt x="157843" y="2345080"/>
                    <a:pt x="163286" y="2361409"/>
                  </a:cubicBezTo>
                  <a:cubicBezTo>
                    <a:pt x="166007" y="2369573"/>
                    <a:pt x="169363" y="2377552"/>
                    <a:pt x="171450" y="2385901"/>
                  </a:cubicBezTo>
                  <a:cubicBezTo>
                    <a:pt x="179614" y="2418558"/>
                    <a:pt x="185298" y="2451938"/>
                    <a:pt x="195943" y="2483873"/>
                  </a:cubicBezTo>
                  <a:cubicBezTo>
                    <a:pt x="198664" y="2492037"/>
                    <a:pt x="199928" y="2500843"/>
                    <a:pt x="204107" y="2508366"/>
                  </a:cubicBezTo>
                  <a:cubicBezTo>
                    <a:pt x="213637" y="2525521"/>
                    <a:pt x="225878" y="2541023"/>
                    <a:pt x="236764" y="2557351"/>
                  </a:cubicBezTo>
                  <a:cubicBezTo>
                    <a:pt x="251278" y="2579122"/>
                    <a:pt x="270329" y="2614501"/>
                    <a:pt x="302078" y="2614501"/>
                  </a:cubicBezTo>
                  <a:lnTo>
                    <a:pt x="342900" y="2614501"/>
                  </a:ln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6" name="Group 5">
            <a:extLst>
              <a:ext uri="{FF2B5EF4-FFF2-40B4-BE49-F238E27FC236}">
                <a16:creationId xmlns:a16="http://schemas.microsoft.com/office/drawing/2014/main" id="{1459C087-742E-4C05-9D47-2984EE35ADE3}"/>
              </a:ext>
            </a:extLst>
          </p:cNvPr>
          <p:cNvGrpSpPr>
            <a:grpSpLocks/>
          </p:cNvGrpSpPr>
          <p:nvPr>
            <p:custDataLst>
              <p:tags r:id="rId5"/>
            </p:custDataLst>
          </p:nvPr>
        </p:nvGrpSpPr>
        <p:grpSpPr bwMode="auto">
          <a:xfrm>
            <a:off x="2286000" y="3984625"/>
            <a:ext cx="2024063" cy="579438"/>
            <a:chOff x="2286000" y="3984171"/>
            <a:chExt cx="2024743" cy="580526"/>
          </a:xfrm>
        </p:grpSpPr>
        <p:sp>
          <p:nvSpPr>
            <p:cNvPr id="5" name="Freeform 4">
              <a:extLst>
                <a:ext uri="{FF2B5EF4-FFF2-40B4-BE49-F238E27FC236}">
                  <a16:creationId xmlns:a16="http://schemas.microsoft.com/office/drawing/2014/main" id="{3F057241-4AB8-47CF-A7AA-58758C62EF92}"/>
                </a:ext>
              </a:extLst>
            </p:cNvPr>
            <p:cNvSpPr/>
            <p:nvPr>
              <p:custDataLst>
                <p:tags r:id="rId12"/>
              </p:custDataLst>
            </p:nvPr>
          </p:nvSpPr>
          <p:spPr>
            <a:xfrm>
              <a:off x="2351110" y="3984171"/>
              <a:ext cx="1959633" cy="563030"/>
            </a:xfrm>
            <a:custGeom>
              <a:avLst/>
              <a:gdLst>
                <a:gd name="connsiteX0" fmla="*/ 0 w 1959429"/>
                <a:gd name="connsiteY0" fmla="*/ 563336 h 563336"/>
                <a:gd name="connsiteX1" fmla="*/ 89807 w 1959429"/>
                <a:gd name="connsiteY1" fmla="*/ 489858 h 563336"/>
                <a:gd name="connsiteX2" fmla="*/ 138793 w 1959429"/>
                <a:gd name="connsiteY2" fmla="*/ 449036 h 563336"/>
                <a:gd name="connsiteX3" fmla="*/ 171450 w 1959429"/>
                <a:gd name="connsiteY3" fmla="*/ 424543 h 563336"/>
                <a:gd name="connsiteX4" fmla="*/ 195943 w 1959429"/>
                <a:gd name="connsiteY4" fmla="*/ 408215 h 563336"/>
                <a:gd name="connsiteX5" fmla="*/ 244929 w 1959429"/>
                <a:gd name="connsiteY5" fmla="*/ 359229 h 563336"/>
                <a:gd name="connsiteX6" fmla="*/ 269422 w 1959429"/>
                <a:gd name="connsiteY6" fmla="*/ 334736 h 563336"/>
                <a:gd name="connsiteX7" fmla="*/ 310243 w 1959429"/>
                <a:gd name="connsiteY7" fmla="*/ 285750 h 563336"/>
                <a:gd name="connsiteX8" fmla="*/ 326572 w 1959429"/>
                <a:gd name="connsiteY8" fmla="*/ 261258 h 563336"/>
                <a:gd name="connsiteX9" fmla="*/ 375557 w 1959429"/>
                <a:gd name="connsiteY9" fmla="*/ 228600 h 563336"/>
                <a:gd name="connsiteX10" fmla="*/ 408215 w 1959429"/>
                <a:gd name="connsiteY10" fmla="*/ 204108 h 563336"/>
                <a:gd name="connsiteX11" fmla="*/ 432707 w 1959429"/>
                <a:gd name="connsiteY11" fmla="*/ 195943 h 563336"/>
                <a:gd name="connsiteX12" fmla="*/ 465365 w 1959429"/>
                <a:gd name="connsiteY12" fmla="*/ 179615 h 563336"/>
                <a:gd name="connsiteX13" fmla="*/ 506186 w 1959429"/>
                <a:gd name="connsiteY13" fmla="*/ 155122 h 563336"/>
                <a:gd name="connsiteX14" fmla="*/ 555172 w 1959429"/>
                <a:gd name="connsiteY14" fmla="*/ 122465 h 563336"/>
                <a:gd name="connsiteX15" fmla="*/ 604157 w 1959429"/>
                <a:gd name="connsiteY15" fmla="*/ 106136 h 563336"/>
                <a:gd name="connsiteX16" fmla="*/ 628650 w 1959429"/>
                <a:gd name="connsiteY16" fmla="*/ 97972 h 563336"/>
                <a:gd name="connsiteX17" fmla="*/ 661307 w 1959429"/>
                <a:gd name="connsiteY17" fmla="*/ 89808 h 563336"/>
                <a:gd name="connsiteX18" fmla="*/ 775607 w 1959429"/>
                <a:gd name="connsiteY18" fmla="*/ 57150 h 563336"/>
                <a:gd name="connsiteX19" fmla="*/ 832757 w 1959429"/>
                <a:gd name="connsiteY19" fmla="*/ 40822 h 563336"/>
                <a:gd name="connsiteX20" fmla="*/ 857250 w 1959429"/>
                <a:gd name="connsiteY20" fmla="*/ 32658 h 563336"/>
                <a:gd name="connsiteX21" fmla="*/ 889907 w 1959429"/>
                <a:gd name="connsiteY21" fmla="*/ 24493 h 563336"/>
                <a:gd name="connsiteX22" fmla="*/ 971550 w 1959429"/>
                <a:gd name="connsiteY22" fmla="*/ 0 h 563336"/>
                <a:gd name="connsiteX23" fmla="*/ 1412422 w 1959429"/>
                <a:gd name="connsiteY23" fmla="*/ 16329 h 563336"/>
                <a:gd name="connsiteX24" fmla="*/ 1445079 w 1959429"/>
                <a:gd name="connsiteY24" fmla="*/ 24493 h 563336"/>
                <a:gd name="connsiteX25" fmla="*/ 1485900 w 1959429"/>
                <a:gd name="connsiteY25" fmla="*/ 32658 h 563336"/>
                <a:gd name="connsiteX26" fmla="*/ 1510393 w 1959429"/>
                <a:gd name="connsiteY26" fmla="*/ 40822 h 563336"/>
                <a:gd name="connsiteX27" fmla="*/ 1543050 w 1959429"/>
                <a:gd name="connsiteY27" fmla="*/ 48986 h 563336"/>
                <a:gd name="connsiteX28" fmla="*/ 1616529 w 1959429"/>
                <a:gd name="connsiteY28" fmla="*/ 73479 h 563336"/>
                <a:gd name="connsiteX29" fmla="*/ 1665515 w 1959429"/>
                <a:gd name="connsiteY29" fmla="*/ 89808 h 563336"/>
                <a:gd name="connsiteX30" fmla="*/ 1690007 w 1959429"/>
                <a:gd name="connsiteY30" fmla="*/ 97972 h 563336"/>
                <a:gd name="connsiteX31" fmla="*/ 1730829 w 1959429"/>
                <a:gd name="connsiteY31" fmla="*/ 106136 h 563336"/>
                <a:gd name="connsiteX32" fmla="*/ 1820636 w 1959429"/>
                <a:gd name="connsiteY32" fmla="*/ 130629 h 563336"/>
                <a:gd name="connsiteX33" fmla="*/ 1910443 w 1959429"/>
                <a:gd name="connsiteY33" fmla="*/ 146958 h 563336"/>
                <a:gd name="connsiteX34" fmla="*/ 1959429 w 1959429"/>
                <a:gd name="connsiteY34" fmla="*/ 138793 h 563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29" h="563336">
                  <a:moveTo>
                    <a:pt x="0" y="563336"/>
                  </a:moveTo>
                  <a:cubicBezTo>
                    <a:pt x="27603" y="494331"/>
                    <a:pt x="524" y="534500"/>
                    <a:pt x="89807" y="489858"/>
                  </a:cubicBezTo>
                  <a:cubicBezTo>
                    <a:pt x="118677" y="475423"/>
                    <a:pt x="113515" y="470703"/>
                    <a:pt x="138793" y="449036"/>
                  </a:cubicBezTo>
                  <a:cubicBezTo>
                    <a:pt x="149124" y="440181"/>
                    <a:pt x="160377" y="432452"/>
                    <a:pt x="171450" y="424543"/>
                  </a:cubicBezTo>
                  <a:cubicBezTo>
                    <a:pt x="179435" y="418840"/>
                    <a:pt x="188609" y="414734"/>
                    <a:pt x="195943" y="408215"/>
                  </a:cubicBezTo>
                  <a:cubicBezTo>
                    <a:pt x="213202" y="392873"/>
                    <a:pt x="228600" y="375558"/>
                    <a:pt x="244929" y="359229"/>
                  </a:cubicBezTo>
                  <a:cubicBezTo>
                    <a:pt x="253093" y="351065"/>
                    <a:pt x="263018" y="344343"/>
                    <a:pt x="269422" y="334736"/>
                  </a:cubicBezTo>
                  <a:cubicBezTo>
                    <a:pt x="309953" y="273937"/>
                    <a:pt x="257868" y="348598"/>
                    <a:pt x="310243" y="285750"/>
                  </a:cubicBezTo>
                  <a:cubicBezTo>
                    <a:pt x="316525" y="278212"/>
                    <a:pt x="319188" y="267719"/>
                    <a:pt x="326572" y="261258"/>
                  </a:cubicBezTo>
                  <a:cubicBezTo>
                    <a:pt x="341341" y="248335"/>
                    <a:pt x="359857" y="240374"/>
                    <a:pt x="375557" y="228600"/>
                  </a:cubicBezTo>
                  <a:cubicBezTo>
                    <a:pt x="386443" y="220436"/>
                    <a:pt x="396401" y="210859"/>
                    <a:pt x="408215" y="204108"/>
                  </a:cubicBezTo>
                  <a:cubicBezTo>
                    <a:pt x="415687" y="199838"/>
                    <a:pt x="424797" y="199333"/>
                    <a:pt x="432707" y="195943"/>
                  </a:cubicBezTo>
                  <a:cubicBezTo>
                    <a:pt x="443894" y="191149"/>
                    <a:pt x="454726" y="185526"/>
                    <a:pt x="465365" y="179615"/>
                  </a:cubicBezTo>
                  <a:cubicBezTo>
                    <a:pt x="479237" y="171909"/>
                    <a:pt x="492798" y="163641"/>
                    <a:pt x="506186" y="155122"/>
                  </a:cubicBezTo>
                  <a:cubicBezTo>
                    <a:pt x="522742" y="144586"/>
                    <a:pt x="536555" y="128671"/>
                    <a:pt x="555172" y="122465"/>
                  </a:cubicBezTo>
                  <a:lnTo>
                    <a:pt x="604157" y="106136"/>
                  </a:lnTo>
                  <a:cubicBezTo>
                    <a:pt x="612321" y="103415"/>
                    <a:pt x="620301" y="100059"/>
                    <a:pt x="628650" y="97972"/>
                  </a:cubicBezTo>
                  <a:lnTo>
                    <a:pt x="661307" y="89808"/>
                  </a:lnTo>
                  <a:cubicBezTo>
                    <a:pt x="751610" y="44656"/>
                    <a:pt x="607187" y="113288"/>
                    <a:pt x="775607" y="57150"/>
                  </a:cubicBezTo>
                  <a:cubicBezTo>
                    <a:pt x="834333" y="37575"/>
                    <a:pt x="760996" y="61324"/>
                    <a:pt x="832757" y="40822"/>
                  </a:cubicBezTo>
                  <a:cubicBezTo>
                    <a:pt x="841032" y="38458"/>
                    <a:pt x="848975" y="35022"/>
                    <a:pt x="857250" y="32658"/>
                  </a:cubicBezTo>
                  <a:cubicBezTo>
                    <a:pt x="868039" y="29575"/>
                    <a:pt x="879159" y="27717"/>
                    <a:pt x="889907" y="24493"/>
                  </a:cubicBezTo>
                  <a:cubicBezTo>
                    <a:pt x="989292" y="-5322"/>
                    <a:pt x="896279" y="18819"/>
                    <a:pt x="971550" y="0"/>
                  </a:cubicBezTo>
                  <a:cubicBezTo>
                    <a:pt x="1058010" y="1880"/>
                    <a:pt x="1277360" y="-6180"/>
                    <a:pt x="1412422" y="16329"/>
                  </a:cubicBezTo>
                  <a:cubicBezTo>
                    <a:pt x="1423490" y="18174"/>
                    <a:pt x="1434126" y="22059"/>
                    <a:pt x="1445079" y="24493"/>
                  </a:cubicBezTo>
                  <a:cubicBezTo>
                    <a:pt x="1458625" y="27503"/>
                    <a:pt x="1472438" y="29292"/>
                    <a:pt x="1485900" y="32658"/>
                  </a:cubicBezTo>
                  <a:cubicBezTo>
                    <a:pt x="1494249" y="34745"/>
                    <a:pt x="1502118" y="38458"/>
                    <a:pt x="1510393" y="40822"/>
                  </a:cubicBezTo>
                  <a:cubicBezTo>
                    <a:pt x="1521182" y="43904"/>
                    <a:pt x="1532303" y="45762"/>
                    <a:pt x="1543050" y="48986"/>
                  </a:cubicBezTo>
                  <a:cubicBezTo>
                    <a:pt x="1567779" y="56405"/>
                    <a:pt x="1592036" y="65315"/>
                    <a:pt x="1616529" y="73479"/>
                  </a:cubicBezTo>
                  <a:lnTo>
                    <a:pt x="1665515" y="89808"/>
                  </a:lnTo>
                  <a:cubicBezTo>
                    <a:pt x="1673679" y="92529"/>
                    <a:pt x="1681568" y="96284"/>
                    <a:pt x="1690007" y="97972"/>
                  </a:cubicBezTo>
                  <a:cubicBezTo>
                    <a:pt x="1703614" y="100693"/>
                    <a:pt x="1717367" y="102771"/>
                    <a:pt x="1730829" y="106136"/>
                  </a:cubicBezTo>
                  <a:cubicBezTo>
                    <a:pt x="1794141" y="121963"/>
                    <a:pt x="1701263" y="110734"/>
                    <a:pt x="1820636" y="130629"/>
                  </a:cubicBezTo>
                  <a:cubicBezTo>
                    <a:pt x="1883310" y="141074"/>
                    <a:pt x="1853390" y="135546"/>
                    <a:pt x="1910443" y="146958"/>
                  </a:cubicBezTo>
                  <a:lnTo>
                    <a:pt x="1959429" y="138793"/>
                  </a:ln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Freeform 7">
              <a:extLst>
                <a:ext uri="{FF2B5EF4-FFF2-40B4-BE49-F238E27FC236}">
                  <a16:creationId xmlns:a16="http://schemas.microsoft.com/office/drawing/2014/main" id="{59D51F16-3C13-4118-8BBD-1670D3DA5F87}"/>
                </a:ext>
              </a:extLst>
            </p:cNvPr>
            <p:cNvSpPr/>
            <p:nvPr>
              <p:custDataLst>
                <p:tags r:id="rId13"/>
              </p:custDataLst>
            </p:nvPr>
          </p:nvSpPr>
          <p:spPr>
            <a:xfrm>
              <a:off x="2286000" y="4418373"/>
              <a:ext cx="2024743" cy="146324"/>
            </a:xfrm>
            <a:custGeom>
              <a:avLst/>
              <a:gdLst>
                <a:gd name="connsiteX0" fmla="*/ 0 w 1959429"/>
                <a:gd name="connsiteY0" fmla="*/ 563336 h 563336"/>
                <a:gd name="connsiteX1" fmla="*/ 89807 w 1959429"/>
                <a:gd name="connsiteY1" fmla="*/ 489858 h 563336"/>
                <a:gd name="connsiteX2" fmla="*/ 138793 w 1959429"/>
                <a:gd name="connsiteY2" fmla="*/ 449036 h 563336"/>
                <a:gd name="connsiteX3" fmla="*/ 171450 w 1959429"/>
                <a:gd name="connsiteY3" fmla="*/ 424543 h 563336"/>
                <a:gd name="connsiteX4" fmla="*/ 195943 w 1959429"/>
                <a:gd name="connsiteY4" fmla="*/ 408215 h 563336"/>
                <a:gd name="connsiteX5" fmla="*/ 244929 w 1959429"/>
                <a:gd name="connsiteY5" fmla="*/ 359229 h 563336"/>
                <a:gd name="connsiteX6" fmla="*/ 269422 w 1959429"/>
                <a:gd name="connsiteY6" fmla="*/ 334736 h 563336"/>
                <a:gd name="connsiteX7" fmla="*/ 310243 w 1959429"/>
                <a:gd name="connsiteY7" fmla="*/ 285750 h 563336"/>
                <a:gd name="connsiteX8" fmla="*/ 326572 w 1959429"/>
                <a:gd name="connsiteY8" fmla="*/ 261258 h 563336"/>
                <a:gd name="connsiteX9" fmla="*/ 375557 w 1959429"/>
                <a:gd name="connsiteY9" fmla="*/ 228600 h 563336"/>
                <a:gd name="connsiteX10" fmla="*/ 408215 w 1959429"/>
                <a:gd name="connsiteY10" fmla="*/ 204108 h 563336"/>
                <a:gd name="connsiteX11" fmla="*/ 432707 w 1959429"/>
                <a:gd name="connsiteY11" fmla="*/ 195943 h 563336"/>
                <a:gd name="connsiteX12" fmla="*/ 465365 w 1959429"/>
                <a:gd name="connsiteY12" fmla="*/ 179615 h 563336"/>
                <a:gd name="connsiteX13" fmla="*/ 506186 w 1959429"/>
                <a:gd name="connsiteY13" fmla="*/ 155122 h 563336"/>
                <a:gd name="connsiteX14" fmla="*/ 555172 w 1959429"/>
                <a:gd name="connsiteY14" fmla="*/ 122465 h 563336"/>
                <a:gd name="connsiteX15" fmla="*/ 604157 w 1959429"/>
                <a:gd name="connsiteY15" fmla="*/ 106136 h 563336"/>
                <a:gd name="connsiteX16" fmla="*/ 628650 w 1959429"/>
                <a:gd name="connsiteY16" fmla="*/ 97972 h 563336"/>
                <a:gd name="connsiteX17" fmla="*/ 661307 w 1959429"/>
                <a:gd name="connsiteY17" fmla="*/ 89808 h 563336"/>
                <a:gd name="connsiteX18" fmla="*/ 775607 w 1959429"/>
                <a:gd name="connsiteY18" fmla="*/ 57150 h 563336"/>
                <a:gd name="connsiteX19" fmla="*/ 832757 w 1959429"/>
                <a:gd name="connsiteY19" fmla="*/ 40822 h 563336"/>
                <a:gd name="connsiteX20" fmla="*/ 857250 w 1959429"/>
                <a:gd name="connsiteY20" fmla="*/ 32658 h 563336"/>
                <a:gd name="connsiteX21" fmla="*/ 889907 w 1959429"/>
                <a:gd name="connsiteY21" fmla="*/ 24493 h 563336"/>
                <a:gd name="connsiteX22" fmla="*/ 971550 w 1959429"/>
                <a:gd name="connsiteY22" fmla="*/ 0 h 563336"/>
                <a:gd name="connsiteX23" fmla="*/ 1412422 w 1959429"/>
                <a:gd name="connsiteY23" fmla="*/ 16329 h 563336"/>
                <a:gd name="connsiteX24" fmla="*/ 1445079 w 1959429"/>
                <a:gd name="connsiteY24" fmla="*/ 24493 h 563336"/>
                <a:gd name="connsiteX25" fmla="*/ 1485900 w 1959429"/>
                <a:gd name="connsiteY25" fmla="*/ 32658 h 563336"/>
                <a:gd name="connsiteX26" fmla="*/ 1510393 w 1959429"/>
                <a:gd name="connsiteY26" fmla="*/ 40822 h 563336"/>
                <a:gd name="connsiteX27" fmla="*/ 1543050 w 1959429"/>
                <a:gd name="connsiteY27" fmla="*/ 48986 h 563336"/>
                <a:gd name="connsiteX28" fmla="*/ 1616529 w 1959429"/>
                <a:gd name="connsiteY28" fmla="*/ 73479 h 563336"/>
                <a:gd name="connsiteX29" fmla="*/ 1665515 w 1959429"/>
                <a:gd name="connsiteY29" fmla="*/ 89808 h 563336"/>
                <a:gd name="connsiteX30" fmla="*/ 1690007 w 1959429"/>
                <a:gd name="connsiteY30" fmla="*/ 97972 h 563336"/>
                <a:gd name="connsiteX31" fmla="*/ 1730829 w 1959429"/>
                <a:gd name="connsiteY31" fmla="*/ 106136 h 563336"/>
                <a:gd name="connsiteX32" fmla="*/ 1820636 w 1959429"/>
                <a:gd name="connsiteY32" fmla="*/ 130629 h 563336"/>
                <a:gd name="connsiteX33" fmla="*/ 1910443 w 1959429"/>
                <a:gd name="connsiteY33" fmla="*/ 146958 h 563336"/>
                <a:gd name="connsiteX34" fmla="*/ 1959429 w 1959429"/>
                <a:gd name="connsiteY34" fmla="*/ 138793 h 563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29" h="563336">
                  <a:moveTo>
                    <a:pt x="0" y="563336"/>
                  </a:moveTo>
                  <a:cubicBezTo>
                    <a:pt x="27603" y="494331"/>
                    <a:pt x="524" y="534500"/>
                    <a:pt x="89807" y="489858"/>
                  </a:cubicBezTo>
                  <a:cubicBezTo>
                    <a:pt x="118677" y="475423"/>
                    <a:pt x="113515" y="470703"/>
                    <a:pt x="138793" y="449036"/>
                  </a:cubicBezTo>
                  <a:cubicBezTo>
                    <a:pt x="149124" y="440181"/>
                    <a:pt x="160377" y="432452"/>
                    <a:pt x="171450" y="424543"/>
                  </a:cubicBezTo>
                  <a:cubicBezTo>
                    <a:pt x="179435" y="418840"/>
                    <a:pt x="188609" y="414734"/>
                    <a:pt x="195943" y="408215"/>
                  </a:cubicBezTo>
                  <a:cubicBezTo>
                    <a:pt x="213202" y="392873"/>
                    <a:pt x="228600" y="375558"/>
                    <a:pt x="244929" y="359229"/>
                  </a:cubicBezTo>
                  <a:cubicBezTo>
                    <a:pt x="253093" y="351065"/>
                    <a:pt x="263018" y="344343"/>
                    <a:pt x="269422" y="334736"/>
                  </a:cubicBezTo>
                  <a:cubicBezTo>
                    <a:pt x="309953" y="273937"/>
                    <a:pt x="257868" y="348598"/>
                    <a:pt x="310243" y="285750"/>
                  </a:cubicBezTo>
                  <a:cubicBezTo>
                    <a:pt x="316525" y="278212"/>
                    <a:pt x="319188" y="267719"/>
                    <a:pt x="326572" y="261258"/>
                  </a:cubicBezTo>
                  <a:cubicBezTo>
                    <a:pt x="341341" y="248335"/>
                    <a:pt x="359857" y="240374"/>
                    <a:pt x="375557" y="228600"/>
                  </a:cubicBezTo>
                  <a:cubicBezTo>
                    <a:pt x="386443" y="220436"/>
                    <a:pt x="396401" y="210859"/>
                    <a:pt x="408215" y="204108"/>
                  </a:cubicBezTo>
                  <a:cubicBezTo>
                    <a:pt x="415687" y="199838"/>
                    <a:pt x="424797" y="199333"/>
                    <a:pt x="432707" y="195943"/>
                  </a:cubicBezTo>
                  <a:cubicBezTo>
                    <a:pt x="443894" y="191149"/>
                    <a:pt x="454726" y="185526"/>
                    <a:pt x="465365" y="179615"/>
                  </a:cubicBezTo>
                  <a:cubicBezTo>
                    <a:pt x="479237" y="171909"/>
                    <a:pt x="492798" y="163641"/>
                    <a:pt x="506186" y="155122"/>
                  </a:cubicBezTo>
                  <a:cubicBezTo>
                    <a:pt x="522742" y="144586"/>
                    <a:pt x="536555" y="128671"/>
                    <a:pt x="555172" y="122465"/>
                  </a:cubicBezTo>
                  <a:lnTo>
                    <a:pt x="604157" y="106136"/>
                  </a:lnTo>
                  <a:cubicBezTo>
                    <a:pt x="612321" y="103415"/>
                    <a:pt x="620301" y="100059"/>
                    <a:pt x="628650" y="97972"/>
                  </a:cubicBezTo>
                  <a:lnTo>
                    <a:pt x="661307" y="89808"/>
                  </a:lnTo>
                  <a:cubicBezTo>
                    <a:pt x="751610" y="44656"/>
                    <a:pt x="607187" y="113288"/>
                    <a:pt x="775607" y="57150"/>
                  </a:cubicBezTo>
                  <a:cubicBezTo>
                    <a:pt x="834333" y="37575"/>
                    <a:pt x="760996" y="61324"/>
                    <a:pt x="832757" y="40822"/>
                  </a:cubicBezTo>
                  <a:cubicBezTo>
                    <a:pt x="841032" y="38458"/>
                    <a:pt x="848975" y="35022"/>
                    <a:pt x="857250" y="32658"/>
                  </a:cubicBezTo>
                  <a:cubicBezTo>
                    <a:pt x="868039" y="29575"/>
                    <a:pt x="879159" y="27717"/>
                    <a:pt x="889907" y="24493"/>
                  </a:cubicBezTo>
                  <a:cubicBezTo>
                    <a:pt x="989292" y="-5322"/>
                    <a:pt x="896279" y="18819"/>
                    <a:pt x="971550" y="0"/>
                  </a:cubicBezTo>
                  <a:cubicBezTo>
                    <a:pt x="1058010" y="1880"/>
                    <a:pt x="1277360" y="-6180"/>
                    <a:pt x="1412422" y="16329"/>
                  </a:cubicBezTo>
                  <a:cubicBezTo>
                    <a:pt x="1423490" y="18174"/>
                    <a:pt x="1434126" y="22059"/>
                    <a:pt x="1445079" y="24493"/>
                  </a:cubicBezTo>
                  <a:cubicBezTo>
                    <a:pt x="1458625" y="27503"/>
                    <a:pt x="1472438" y="29292"/>
                    <a:pt x="1485900" y="32658"/>
                  </a:cubicBezTo>
                  <a:cubicBezTo>
                    <a:pt x="1494249" y="34745"/>
                    <a:pt x="1502118" y="38458"/>
                    <a:pt x="1510393" y="40822"/>
                  </a:cubicBezTo>
                  <a:cubicBezTo>
                    <a:pt x="1521182" y="43904"/>
                    <a:pt x="1532303" y="45762"/>
                    <a:pt x="1543050" y="48986"/>
                  </a:cubicBezTo>
                  <a:cubicBezTo>
                    <a:pt x="1567779" y="56405"/>
                    <a:pt x="1592036" y="65315"/>
                    <a:pt x="1616529" y="73479"/>
                  </a:cubicBezTo>
                  <a:lnTo>
                    <a:pt x="1665515" y="89808"/>
                  </a:lnTo>
                  <a:cubicBezTo>
                    <a:pt x="1673679" y="92529"/>
                    <a:pt x="1681568" y="96284"/>
                    <a:pt x="1690007" y="97972"/>
                  </a:cubicBezTo>
                  <a:cubicBezTo>
                    <a:pt x="1703614" y="100693"/>
                    <a:pt x="1717367" y="102771"/>
                    <a:pt x="1730829" y="106136"/>
                  </a:cubicBezTo>
                  <a:cubicBezTo>
                    <a:pt x="1794141" y="121963"/>
                    <a:pt x="1701263" y="110734"/>
                    <a:pt x="1820636" y="130629"/>
                  </a:cubicBezTo>
                  <a:cubicBezTo>
                    <a:pt x="1883310" y="141074"/>
                    <a:pt x="1853390" y="135546"/>
                    <a:pt x="1910443" y="146958"/>
                  </a:cubicBezTo>
                  <a:lnTo>
                    <a:pt x="1959429" y="138793"/>
                  </a:ln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10" name="Group 9">
            <a:extLst>
              <a:ext uri="{FF2B5EF4-FFF2-40B4-BE49-F238E27FC236}">
                <a16:creationId xmlns:a16="http://schemas.microsoft.com/office/drawing/2014/main" id="{91616092-E005-4055-908B-8029D485C954}"/>
              </a:ext>
            </a:extLst>
          </p:cNvPr>
          <p:cNvGrpSpPr>
            <a:grpSpLocks/>
          </p:cNvGrpSpPr>
          <p:nvPr>
            <p:custDataLst>
              <p:tags r:id="rId6"/>
            </p:custDataLst>
          </p:nvPr>
        </p:nvGrpSpPr>
        <p:grpSpPr bwMode="auto">
          <a:xfrm>
            <a:off x="4530725" y="4156075"/>
            <a:ext cx="1711325" cy="611188"/>
            <a:chOff x="4531179" y="4155621"/>
            <a:chExt cx="1711080" cy="612322"/>
          </a:xfrm>
        </p:grpSpPr>
        <p:sp>
          <p:nvSpPr>
            <p:cNvPr id="7" name="Freeform 6">
              <a:extLst>
                <a:ext uri="{FF2B5EF4-FFF2-40B4-BE49-F238E27FC236}">
                  <a16:creationId xmlns:a16="http://schemas.microsoft.com/office/drawing/2014/main" id="{4393D4FF-5F86-4C92-94AF-75B39BDFCAFF}"/>
                </a:ext>
              </a:extLst>
            </p:cNvPr>
            <p:cNvSpPr/>
            <p:nvPr>
              <p:custDataLst>
                <p:tags r:id="rId10"/>
              </p:custDataLst>
            </p:nvPr>
          </p:nvSpPr>
          <p:spPr>
            <a:xfrm>
              <a:off x="4531179" y="4155621"/>
              <a:ext cx="1706319" cy="432601"/>
            </a:xfrm>
            <a:custGeom>
              <a:avLst/>
              <a:gdLst>
                <a:gd name="connsiteX0" fmla="*/ 0 w 1706335"/>
                <a:gd name="connsiteY0" fmla="*/ 0 h 432797"/>
                <a:gd name="connsiteX1" fmla="*/ 538842 w 1706335"/>
                <a:gd name="connsiteY1" fmla="*/ 8165 h 432797"/>
                <a:gd name="connsiteX2" fmla="*/ 628650 w 1706335"/>
                <a:gd name="connsiteY2" fmla="*/ 32658 h 432797"/>
                <a:gd name="connsiteX3" fmla="*/ 693964 w 1706335"/>
                <a:gd name="connsiteY3" fmla="*/ 48986 h 432797"/>
                <a:gd name="connsiteX4" fmla="*/ 726621 w 1706335"/>
                <a:gd name="connsiteY4" fmla="*/ 65315 h 432797"/>
                <a:gd name="connsiteX5" fmla="*/ 751114 w 1706335"/>
                <a:gd name="connsiteY5" fmla="*/ 73479 h 432797"/>
                <a:gd name="connsiteX6" fmla="*/ 775607 w 1706335"/>
                <a:gd name="connsiteY6" fmla="*/ 97972 h 432797"/>
                <a:gd name="connsiteX7" fmla="*/ 824592 w 1706335"/>
                <a:gd name="connsiteY7" fmla="*/ 130629 h 432797"/>
                <a:gd name="connsiteX8" fmla="*/ 849085 w 1706335"/>
                <a:gd name="connsiteY8" fmla="*/ 146958 h 432797"/>
                <a:gd name="connsiteX9" fmla="*/ 873578 w 1706335"/>
                <a:gd name="connsiteY9" fmla="*/ 163286 h 432797"/>
                <a:gd name="connsiteX10" fmla="*/ 889907 w 1706335"/>
                <a:gd name="connsiteY10" fmla="*/ 187779 h 432797"/>
                <a:gd name="connsiteX11" fmla="*/ 938892 w 1706335"/>
                <a:gd name="connsiteY11" fmla="*/ 212272 h 432797"/>
                <a:gd name="connsiteX12" fmla="*/ 987878 w 1706335"/>
                <a:gd name="connsiteY12" fmla="*/ 244929 h 432797"/>
                <a:gd name="connsiteX13" fmla="*/ 1069521 w 1706335"/>
                <a:gd name="connsiteY13" fmla="*/ 302079 h 432797"/>
                <a:gd name="connsiteX14" fmla="*/ 1191985 w 1706335"/>
                <a:gd name="connsiteY14" fmla="*/ 342900 h 432797"/>
                <a:gd name="connsiteX15" fmla="*/ 1240971 w 1706335"/>
                <a:gd name="connsiteY15" fmla="*/ 359229 h 432797"/>
                <a:gd name="connsiteX16" fmla="*/ 1281792 w 1706335"/>
                <a:gd name="connsiteY16" fmla="*/ 367393 h 432797"/>
                <a:gd name="connsiteX17" fmla="*/ 1314450 w 1706335"/>
                <a:gd name="connsiteY17" fmla="*/ 375558 h 432797"/>
                <a:gd name="connsiteX18" fmla="*/ 1494064 w 1706335"/>
                <a:gd name="connsiteY18" fmla="*/ 400050 h 432797"/>
                <a:gd name="connsiteX19" fmla="*/ 1543050 w 1706335"/>
                <a:gd name="connsiteY19" fmla="*/ 408215 h 432797"/>
                <a:gd name="connsiteX20" fmla="*/ 1567542 w 1706335"/>
                <a:gd name="connsiteY20" fmla="*/ 416379 h 432797"/>
                <a:gd name="connsiteX21" fmla="*/ 1616528 w 1706335"/>
                <a:gd name="connsiteY21" fmla="*/ 424543 h 432797"/>
                <a:gd name="connsiteX22" fmla="*/ 1706335 w 1706335"/>
                <a:gd name="connsiteY22" fmla="*/ 432708 h 432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06335" h="432797">
                  <a:moveTo>
                    <a:pt x="0" y="0"/>
                  </a:moveTo>
                  <a:lnTo>
                    <a:pt x="538842" y="8165"/>
                  </a:lnTo>
                  <a:cubicBezTo>
                    <a:pt x="570676" y="9062"/>
                    <a:pt x="598582" y="25141"/>
                    <a:pt x="628650" y="32658"/>
                  </a:cubicBezTo>
                  <a:lnTo>
                    <a:pt x="693964" y="48986"/>
                  </a:lnTo>
                  <a:cubicBezTo>
                    <a:pt x="704850" y="54429"/>
                    <a:pt x="715434" y="60521"/>
                    <a:pt x="726621" y="65315"/>
                  </a:cubicBezTo>
                  <a:cubicBezTo>
                    <a:pt x="734531" y="68705"/>
                    <a:pt x="743953" y="68705"/>
                    <a:pt x="751114" y="73479"/>
                  </a:cubicBezTo>
                  <a:cubicBezTo>
                    <a:pt x="760721" y="79884"/>
                    <a:pt x="766493" y="90883"/>
                    <a:pt x="775607" y="97972"/>
                  </a:cubicBezTo>
                  <a:cubicBezTo>
                    <a:pt x="791097" y="110020"/>
                    <a:pt x="808264" y="119743"/>
                    <a:pt x="824592" y="130629"/>
                  </a:cubicBezTo>
                  <a:lnTo>
                    <a:pt x="849085" y="146958"/>
                  </a:lnTo>
                  <a:lnTo>
                    <a:pt x="873578" y="163286"/>
                  </a:lnTo>
                  <a:cubicBezTo>
                    <a:pt x="879021" y="171450"/>
                    <a:pt x="882969" y="180841"/>
                    <a:pt x="889907" y="187779"/>
                  </a:cubicBezTo>
                  <a:cubicBezTo>
                    <a:pt x="905734" y="203606"/>
                    <a:pt x="918971" y="205632"/>
                    <a:pt x="938892" y="212272"/>
                  </a:cubicBezTo>
                  <a:cubicBezTo>
                    <a:pt x="995892" y="269272"/>
                    <a:pt x="932738" y="213421"/>
                    <a:pt x="987878" y="244929"/>
                  </a:cubicBezTo>
                  <a:cubicBezTo>
                    <a:pt x="1013963" y="259835"/>
                    <a:pt x="1041333" y="292683"/>
                    <a:pt x="1069521" y="302079"/>
                  </a:cubicBezTo>
                  <a:lnTo>
                    <a:pt x="1191985" y="342900"/>
                  </a:lnTo>
                  <a:lnTo>
                    <a:pt x="1240971" y="359229"/>
                  </a:lnTo>
                  <a:cubicBezTo>
                    <a:pt x="1254578" y="361950"/>
                    <a:pt x="1268246" y="364383"/>
                    <a:pt x="1281792" y="367393"/>
                  </a:cubicBezTo>
                  <a:cubicBezTo>
                    <a:pt x="1292746" y="369827"/>
                    <a:pt x="1303382" y="373713"/>
                    <a:pt x="1314450" y="375558"/>
                  </a:cubicBezTo>
                  <a:cubicBezTo>
                    <a:pt x="1450648" y="398258"/>
                    <a:pt x="1390459" y="385249"/>
                    <a:pt x="1494064" y="400050"/>
                  </a:cubicBezTo>
                  <a:cubicBezTo>
                    <a:pt x="1510452" y="402391"/>
                    <a:pt x="1526890" y="404624"/>
                    <a:pt x="1543050" y="408215"/>
                  </a:cubicBezTo>
                  <a:cubicBezTo>
                    <a:pt x="1551451" y="410082"/>
                    <a:pt x="1559141" y="414512"/>
                    <a:pt x="1567542" y="416379"/>
                  </a:cubicBezTo>
                  <a:cubicBezTo>
                    <a:pt x="1583702" y="419970"/>
                    <a:pt x="1600167" y="422026"/>
                    <a:pt x="1616528" y="424543"/>
                  </a:cubicBezTo>
                  <a:cubicBezTo>
                    <a:pt x="1679606" y="434248"/>
                    <a:pt x="1657177" y="432708"/>
                    <a:pt x="1706335" y="432708"/>
                  </a:cubicBez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Freeform 8">
              <a:extLst>
                <a:ext uri="{FF2B5EF4-FFF2-40B4-BE49-F238E27FC236}">
                  <a16:creationId xmlns:a16="http://schemas.microsoft.com/office/drawing/2014/main" id="{161E4B2C-9A2B-4082-BBBA-CF5284968011}"/>
                </a:ext>
              </a:extLst>
            </p:cNvPr>
            <p:cNvSpPr/>
            <p:nvPr>
              <p:custDataLst>
                <p:tags r:id="rId11"/>
              </p:custDataLst>
            </p:nvPr>
          </p:nvSpPr>
          <p:spPr>
            <a:xfrm>
              <a:off x="4539116" y="4546871"/>
              <a:ext cx="1703143" cy="221072"/>
            </a:xfrm>
            <a:custGeom>
              <a:avLst/>
              <a:gdLst>
                <a:gd name="connsiteX0" fmla="*/ 0 w 1702916"/>
                <a:gd name="connsiteY0" fmla="*/ 48986 h 220436"/>
                <a:gd name="connsiteX1" fmla="*/ 130628 w 1702916"/>
                <a:gd name="connsiteY1" fmla="*/ 24493 h 220436"/>
                <a:gd name="connsiteX2" fmla="*/ 195943 w 1702916"/>
                <a:gd name="connsiteY2" fmla="*/ 16329 h 220436"/>
                <a:gd name="connsiteX3" fmla="*/ 277586 w 1702916"/>
                <a:gd name="connsiteY3" fmla="*/ 0 h 220436"/>
                <a:gd name="connsiteX4" fmla="*/ 383721 w 1702916"/>
                <a:gd name="connsiteY4" fmla="*/ 8164 h 220436"/>
                <a:gd name="connsiteX5" fmla="*/ 408214 w 1702916"/>
                <a:gd name="connsiteY5" fmla="*/ 24493 h 220436"/>
                <a:gd name="connsiteX6" fmla="*/ 424543 w 1702916"/>
                <a:gd name="connsiteY6" fmla="*/ 73479 h 220436"/>
                <a:gd name="connsiteX7" fmla="*/ 440871 w 1702916"/>
                <a:gd name="connsiteY7" fmla="*/ 122464 h 220436"/>
                <a:gd name="connsiteX8" fmla="*/ 465364 w 1702916"/>
                <a:gd name="connsiteY8" fmla="*/ 171450 h 220436"/>
                <a:gd name="connsiteX9" fmla="*/ 514350 w 1702916"/>
                <a:gd name="connsiteY9" fmla="*/ 187779 h 220436"/>
                <a:gd name="connsiteX10" fmla="*/ 571500 w 1702916"/>
                <a:gd name="connsiteY10" fmla="*/ 204107 h 220436"/>
                <a:gd name="connsiteX11" fmla="*/ 636814 w 1702916"/>
                <a:gd name="connsiteY11" fmla="*/ 212272 h 220436"/>
                <a:gd name="connsiteX12" fmla="*/ 685800 w 1702916"/>
                <a:gd name="connsiteY12" fmla="*/ 220436 h 220436"/>
                <a:gd name="connsiteX13" fmla="*/ 898071 w 1702916"/>
                <a:gd name="connsiteY13" fmla="*/ 212272 h 220436"/>
                <a:gd name="connsiteX14" fmla="*/ 971550 w 1702916"/>
                <a:gd name="connsiteY14" fmla="*/ 195943 h 220436"/>
                <a:gd name="connsiteX15" fmla="*/ 1004207 w 1702916"/>
                <a:gd name="connsiteY15" fmla="*/ 187779 h 220436"/>
                <a:gd name="connsiteX16" fmla="*/ 1028700 w 1702916"/>
                <a:gd name="connsiteY16" fmla="*/ 179614 h 220436"/>
                <a:gd name="connsiteX17" fmla="*/ 1061357 w 1702916"/>
                <a:gd name="connsiteY17" fmla="*/ 171450 h 220436"/>
                <a:gd name="connsiteX18" fmla="*/ 1134836 w 1702916"/>
                <a:gd name="connsiteY18" fmla="*/ 146957 h 220436"/>
                <a:gd name="connsiteX19" fmla="*/ 1159328 w 1702916"/>
                <a:gd name="connsiteY19" fmla="*/ 138793 h 220436"/>
                <a:gd name="connsiteX20" fmla="*/ 1183821 w 1702916"/>
                <a:gd name="connsiteY20" fmla="*/ 130629 h 220436"/>
                <a:gd name="connsiteX21" fmla="*/ 1232807 w 1702916"/>
                <a:gd name="connsiteY21" fmla="*/ 97972 h 220436"/>
                <a:gd name="connsiteX22" fmla="*/ 1257300 w 1702916"/>
                <a:gd name="connsiteY22" fmla="*/ 81643 h 220436"/>
                <a:gd name="connsiteX23" fmla="*/ 1281793 w 1702916"/>
                <a:gd name="connsiteY23" fmla="*/ 73479 h 220436"/>
                <a:gd name="connsiteX24" fmla="*/ 1355271 w 1702916"/>
                <a:gd name="connsiteY24" fmla="*/ 40822 h 220436"/>
                <a:gd name="connsiteX25" fmla="*/ 1404257 w 1702916"/>
                <a:gd name="connsiteY25" fmla="*/ 24493 h 220436"/>
                <a:gd name="connsiteX26" fmla="*/ 1485900 w 1702916"/>
                <a:gd name="connsiteY26" fmla="*/ 16329 h 220436"/>
                <a:gd name="connsiteX27" fmla="*/ 1616528 w 1702916"/>
                <a:gd name="connsiteY27" fmla="*/ 24493 h 220436"/>
                <a:gd name="connsiteX28" fmla="*/ 1673678 w 1702916"/>
                <a:gd name="connsiteY28" fmla="*/ 32657 h 220436"/>
                <a:gd name="connsiteX29" fmla="*/ 1690007 w 1702916"/>
                <a:gd name="connsiteY29" fmla="*/ 40822 h 220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02916" h="220436">
                  <a:moveTo>
                    <a:pt x="0" y="48986"/>
                  </a:moveTo>
                  <a:cubicBezTo>
                    <a:pt x="44537" y="40078"/>
                    <a:pt x="86081" y="30857"/>
                    <a:pt x="130628" y="24493"/>
                  </a:cubicBezTo>
                  <a:cubicBezTo>
                    <a:pt x="152349" y="21390"/>
                    <a:pt x="174171" y="19050"/>
                    <a:pt x="195943" y="16329"/>
                  </a:cubicBezTo>
                  <a:cubicBezTo>
                    <a:pt x="217525" y="10933"/>
                    <a:pt x="257563" y="0"/>
                    <a:pt x="277586" y="0"/>
                  </a:cubicBezTo>
                  <a:cubicBezTo>
                    <a:pt x="313069" y="0"/>
                    <a:pt x="348343" y="5443"/>
                    <a:pt x="383721" y="8164"/>
                  </a:cubicBezTo>
                  <a:cubicBezTo>
                    <a:pt x="391885" y="13607"/>
                    <a:pt x="403013" y="16172"/>
                    <a:pt x="408214" y="24493"/>
                  </a:cubicBezTo>
                  <a:cubicBezTo>
                    <a:pt x="417336" y="39089"/>
                    <a:pt x="419100" y="57150"/>
                    <a:pt x="424543" y="73479"/>
                  </a:cubicBezTo>
                  <a:lnTo>
                    <a:pt x="440871" y="122464"/>
                  </a:lnTo>
                  <a:cubicBezTo>
                    <a:pt x="445319" y="135808"/>
                    <a:pt x="452038" y="163121"/>
                    <a:pt x="465364" y="171450"/>
                  </a:cubicBezTo>
                  <a:cubicBezTo>
                    <a:pt x="479960" y="180572"/>
                    <a:pt x="498021" y="182336"/>
                    <a:pt x="514350" y="187779"/>
                  </a:cubicBezTo>
                  <a:cubicBezTo>
                    <a:pt x="533762" y="194250"/>
                    <a:pt x="550998" y="200690"/>
                    <a:pt x="571500" y="204107"/>
                  </a:cubicBezTo>
                  <a:cubicBezTo>
                    <a:pt x="593142" y="207714"/>
                    <a:pt x="615094" y="209169"/>
                    <a:pt x="636814" y="212272"/>
                  </a:cubicBezTo>
                  <a:cubicBezTo>
                    <a:pt x="653201" y="214613"/>
                    <a:pt x="669471" y="217715"/>
                    <a:pt x="685800" y="220436"/>
                  </a:cubicBezTo>
                  <a:cubicBezTo>
                    <a:pt x="756557" y="217715"/>
                    <a:pt x="827400" y="216689"/>
                    <a:pt x="898071" y="212272"/>
                  </a:cubicBezTo>
                  <a:cubicBezTo>
                    <a:pt x="945215" y="209325"/>
                    <a:pt x="936723" y="205893"/>
                    <a:pt x="971550" y="195943"/>
                  </a:cubicBezTo>
                  <a:cubicBezTo>
                    <a:pt x="982339" y="192861"/>
                    <a:pt x="993418" y="190862"/>
                    <a:pt x="1004207" y="187779"/>
                  </a:cubicBezTo>
                  <a:cubicBezTo>
                    <a:pt x="1012482" y="185415"/>
                    <a:pt x="1020425" y="181978"/>
                    <a:pt x="1028700" y="179614"/>
                  </a:cubicBezTo>
                  <a:cubicBezTo>
                    <a:pt x="1039489" y="176531"/>
                    <a:pt x="1050610" y="174674"/>
                    <a:pt x="1061357" y="171450"/>
                  </a:cubicBezTo>
                  <a:cubicBezTo>
                    <a:pt x="1061437" y="171426"/>
                    <a:pt x="1122550" y="151052"/>
                    <a:pt x="1134836" y="146957"/>
                  </a:cubicBezTo>
                  <a:lnTo>
                    <a:pt x="1159328" y="138793"/>
                  </a:lnTo>
                  <a:lnTo>
                    <a:pt x="1183821" y="130629"/>
                  </a:lnTo>
                  <a:lnTo>
                    <a:pt x="1232807" y="97972"/>
                  </a:lnTo>
                  <a:cubicBezTo>
                    <a:pt x="1240971" y="92529"/>
                    <a:pt x="1247991" y="84746"/>
                    <a:pt x="1257300" y="81643"/>
                  </a:cubicBezTo>
                  <a:lnTo>
                    <a:pt x="1281793" y="73479"/>
                  </a:lnTo>
                  <a:cubicBezTo>
                    <a:pt x="1320608" y="47602"/>
                    <a:pt x="1296975" y="60254"/>
                    <a:pt x="1355271" y="40822"/>
                  </a:cubicBezTo>
                  <a:cubicBezTo>
                    <a:pt x="1355276" y="40820"/>
                    <a:pt x="1404251" y="24494"/>
                    <a:pt x="1404257" y="24493"/>
                  </a:cubicBezTo>
                  <a:lnTo>
                    <a:pt x="1485900" y="16329"/>
                  </a:lnTo>
                  <a:cubicBezTo>
                    <a:pt x="1529443" y="19050"/>
                    <a:pt x="1573064" y="20714"/>
                    <a:pt x="1616528" y="24493"/>
                  </a:cubicBezTo>
                  <a:cubicBezTo>
                    <a:pt x="1635699" y="26160"/>
                    <a:pt x="1654808" y="28883"/>
                    <a:pt x="1673678" y="32657"/>
                  </a:cubicBezTo>
                  <a:cubicBezTo>
                    <a:pt x="1718805" y="41683"/>
                    <a:pt x="1701069" y="40822"/>
                    <a:pt x="1690007" y="40822"/>
                  </a:cubicBez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25" name="Freeform 24">
            <a:extLst>
              <a:ext uri="{FF2B5EF4-FFF2-40B4-BE49-F238E27FC236}">
                <a16:creationId xmlns:a16="http://schemas.microsoft.com/office/drawing/2014/main" id="{9348AEC6-B108-443A-AEDD-4C38A23E48CC}"/>
              </a:ext>
            </a:extLst>
          </p:cNvPr>
          <p:cNvSpPr/>
          <p:nvPr>
            <p:custDataLst>
              <p:tags r:id="rId7"/>
            </p:custDataLst>
          </p:nvPr>
        </p:nvSpPr>
        <p:spPr>
          <a:xfrm>
            <a:off x="6473825" y="4727575"/>
            <a:ext cx="1665288" cy="857250"/>
          </a:xfrm>
          <a:custGeom>
            <a:avLst/>
            <a:gdLst>
              <a:gd name="connsiteX0" fmla="*/ 0 w 1665514"/>
              <a:gd name="connsiteY0" fmla="*/ 0 h 857250"/>
              <a:gd name="connsiteX1" fmla="*/ 24492 w 1665514"/>
              <a:gd name="connsiteY1" fmla="*/ 40822 h 857250"/>
              <a:gd name="connsiteX2" fmla="*/ 57150 w 1665514"/>
              <a:gd name="connsiteY2" fmla="*/ 89808 h 857250"/>
              <a:gd name="connsiteX3" fmla="*/ 73478 w 1665514"/>
              <a:gd name="connsiteY3" fmla="*/ 138793 h 857250"/>
              <a:gd name="connsiteX4" fmla="*/ 89807 w 1665514"/>
              <a:gd name="connsiteY4" fmla="*/ 277586 h 857250"/>
              <a:gd name="connsiteX5" fmla="*/ 97971 w 1665514"/>
              <a:gd name="connsiteY5" fmla="*/ 318408 h 857250"/>
              <a:gd name="connsiteX6" fmla="*/ 106135 w 1665514"/>
              <a:gd name="connsiteY6" fmla="*/ 383722 h 857250"/>
              <a:gd name="connsiteX7" fmla="*/ 122464 w 1665514"/>
              <a:gd name="connsiteY7" fmla="*/ 449036 h 857250"/>
              <a:gd name="connsiteX8" fmla="*/ 146957 w 1665514"/>
              <a:gd name="connsiteY8" fmla="*/ 538843 h 857250"/>
              <a:gd name="connsiteX9" fmla="*/ 171450 w 1665514"/>
              <a:gd name="connsiteY9" fmla="*/ 587829 h 857250"/>
              <a:gd name="connsiteX10" fmla="*/ 204107 w 1665514"/>
              <a:gd name="connsiteY10" fmla="*/ 636815 h 857250"/>
              <a:gd name="connsiteX11" fmla="*/ 220435 w 1665514"/>
              <a:gd name="connsiteY11" fmla="*/ 661308 h 857250"/>
              <a:gd name="connsiteX12" fmla="*/ 269421 w 1665514"/>
              <a:gd name="connsiteY12" fmla="*/ 693965 h 857250"/>
              <a:gd name="connsiteX13" fmla="*/ 293914 w 1665514"/>
              <a:gd name="connsiteY13" fmla="*/ 718458 h 857250"/>
              <a:gd name="connsiteX14" fmla="*/ 351064 w 1665514"/>
              <a:gd name="connsiteY14" fmla="*/ 742950 h 857250"/>
              <a:gd name="connsiteX15" fmla="*/ 408214 w 1665514"/>
              <a:gd name="connsiteY15" fmla="*/ 767443 h 857250"/>
              <a:gd name="connsiteX16" fmla="*/ 457200 w 1665514"/>
              <a:gd name="connsiteY16" fmla="*/ 783772 h 857250"/>
              <a:gd name="connsiteX17" fmla="*/ 489857 w 1665514"/>
              <a:gd name="connsiteY17" fmla="*/ 791936 h 857250"/>
              <a:gd name="connsiteX18" fmla="*/ 514350 w 1665514"/>
              <a:gd name="connsiteY18" fmla="*/ 800100 h 857250"/>
              <a:gd name="connsiteX19" fmla="*/ 628650 w 1665514"/>
              <a:gd name="connsiteY19" fmla="*/ 816429 h 857250"/>
              <a:gd name="connsiteX20" fmla="*/ 840921 w 1665514"/>
              <a:gd name="connsiteY20" fmla="*/ 840922 h 857250"/>
              <a:gd name="connsiteX21" fmla="*/ 1608364 w 1665514"/>
              <a:gd name="connsiteY21" fmla="*/ 849086 h 857250"/>
              <a:gd name="connsiteX22" fmla="*/ 1641021 w 1665514"/>
              <a:gd name="connsiteY22" fmla="*/ 857250 h 857250"/>
              <a:gd name="connsiteX23" fmla="*/ 1665514 w 1665514"/>
              <a:gd name="connsiteY23" fmla="*/ 849086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65514" h="857250">
                <a:moveTo>
                  <a:pt x="0" y="0"/>
                </a:moveTo>
                <a:cubicBezTo>
                  <a:pt x="8164" y="13607"/>
                  <a:pt x="15973" y="27434"/>
                  <a:pt x="24492" y="40822"/>
                </a:cubicBezTo>
                <a:cubicBezTo>
                  <a:pt x="35028" y="57379"/>
                  <a:pt x="57150" y="89808"/>
                  <a:pt x="57150" y="89808"/>
                </a:cubicBezTo>
                <a:cubicBezTo>
                  <a:pt x="62593" y="106136"/>
                  <a:pt x="70649" y="121816"/>
                  <a:pt x="73478" y="138793"/>
                </a:cubicBezTo>
                <a:cubicBezTo>
                  <a:pt x="94566" y="265327"/>
                  <a:pt x="65648" y="84319"/>
                  <a:pt x="89807" y="277586"/>
                </a:cubicBezTo>
                <a:cubicBezTo>
                  <a:pt x="91528" y="291356"/>
                  <a:pt x="95861" y="304693"/>
                  <a:pt x="97971" y="318408"/>
                </a:cubicBezTo>
                <a:cubicBezTo>
                  <a:pt x="101307" y="340094"/>
                  <a:pt x="102799" y="362036"/>
                  <a:pt x="106135" y="383722"/>
                </a:cubicBezTo>
                <a:cubicBezTo>
                  <a:pt x="118172" y="461958"/>
                  <a:pt x="108558" y="393408"/>
                  <a:pt x="122464" y="449036"/>
                </a:cubicBezTo>
                <a:cubicBezTo>
                  <a:pt x="128599" y="473577"/>
                  <a:pt x="132943" y="517821"/>
                  <a:pt x="146957" y="538843"/>
                </a:cubicBezTo>
                <a:cubicBezTo>
                  <a:pt x="219451" y="647589"/>
                  <a:pt x="115107" y="486412"/>
                  <a:pt x="171450" y="587829"/>
                </a:cubicBezTo>
                <a:cubicBezTo>
                  <a:pt x="180981" y="604984"/>
                  <a:pt x="193221" y="620486"/>
                  <a:pt x="204107" y="636815"/>
                </a:cubicBezTo>
                <a:cubicBezTo>
                  <a:pt x="209550" y="644979"/>
                  <a:pt x="212271" y="655865"/>
                  <a:pt x="220435" y="661308"/>
                </a:cubicBezTo>
                <a:cubicBezTo>
                  <a:pt x="236764" y="672194"/>
                  <a:pt x="255544" y="680088"/>
                  <a:pt x="269421" y="693965"/>
                </a:cubicBezTo>
                <a:cubicBezTo>
                  <a:pt x="277585" y="702129"/>
                  <a:pt x="284519" y="711747"/>
                  <a:pt x="293914" y="718458"/>
                </a:cubicBezTo>
                <a:cubicBezTo>
                  <a:pt x="311569" y="731068"/>
                  <a:pt x="331076" y="736288"/>
                  <a:pt x="351064" y="742950"/>
                </a:cubicBezTo>
                <a:cubicBezTo>
                  <a:pt x="389923" y="768857"/>
                  <a:pt x="360285" y="753064"/>
                  <a:pt x="408214" y="767443"/>
                </a:cubicBezTo>
                <a:cubicBezTo>
                  <a:pt x="424700" y="772389"/>
                  <a:pt x="440871" y="778329"/>
                  <a:pt x="457200" y="783772"/>
                </a:cubicBezTo>
                <a:cubicBezTo>
                  <a:pt x="467845" y="787320"/>
                  <a:pt x="479068" y="788854"/>
                  <a:pt x="489857" y="791936"/>
                </a:cubicBezTo>
                <a:cubicBezTo>
                  <a:pt x="498132" y="794300"/>
                  <a:pt x="505949" y="798233"/>
                  <a:pt x="514350" y="800100"/>
                </a:cubicBezTo>
                <a:cubicBezTo>
                  <a:pt x="547455" y="807457"/>
                  <a:pt x="596644" y="812065"/>
                  <a:pt x="628650" y="816429"/>
                </a:cubicBezTo>
                <a:cubicBezTo>
                  <a:pt x="695664" y="825567"/>
                  <a:pt x="772481" y="839631"/>
                  <a:pt x="840921" y="840922"/>
                </a:cubicBezTo>
                <a:lnTo>
                  <a:pt x="1608364" y="849086"/>
                </a:lnTo>
                <a:cubicBezTo>
                  <a:pt x="1619250" y="851807"/>
                  <a:pt x="1629800" y="857250"/>
                  <a:pt x="1641021" y="857250"/>
                </a:cubicBezTo>
                <a:cubicBezTo>
                  <a:pt x="1649627" y="857250"/>
                  <a:pt x="1665514" y="849086"/>
                  <a:pt x="1665514" y="849086"/>
                </a:cubicBez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Freeform 25">
            <a:extLst>
              <a:ext uri="{FF2B5EF4-FFF2-40B4-BE49-F238E27FC236}">
                <a16:creationId xmlns:a16="http://schemas.microsoft.com/office/drawing/2014/main" id="{E76F920F-D23B-41B5-AAB3-03B204B66A93}"/>
              </a:ext>
            </a:extLst>
          </p:cNvPr>
          <p:cNvSpPr/>
          <p:nvPr>
            <p:custDataLst>
              <p:tags r:id="rId8"/>
            </p:custDataLst>
          </p:nvPr>
        </p:nvSpPr>
        <p:spPr>
          <a:xfrm>
            <a:off x="2563813" y="4938713"/>
            <a:ext cx="6469062" cy="1606550"/>
          </a:xfrm>
          <a:custGeom>
            <a:avLst/>
            <a:gdLst>
              <a:gd name="connsiteX0" fmla="*/ 5804807 w 6469612"/>
              <a:gd name="connsiteY0" fmla="*/ 555171 h 1605871"/>
              <a:gd name="connsiteX1" fmla="*/ 5845628 w 6469612"/>
              <a:gd name="connsiteY1" fmla="*/ 547007 h 1605871"/>
              <a:gd name="connsiteX2" fmla="*/ 5894614 w 6469612"/>
              <a:gd name="connsiteY2" fmla="*/ 506186 h 1605871"/>
              <a:gd name="connsiteX3" fmla="*/ 5910943 w 6469612"/>
              <a:gd name="connsiteY3" fmla="*/ 457200 h 1605871"/>
              <a:gd name="connsiteX4" fmla="*/ 5927271 w 6469612"/>
              <a:gd name="connsiteY4" fmla="*/ 187778 h 1605871"/>
              <a:gd name="connsiteX5" fmla="*/ 5959928 w 6469612"/>
              <a:gd name="connsiteY5" fmla="*/ 114300 h 1605871"/>
              <a:gd name="connsiteX6" fmla="*/ 5992585 w 6469612"/>
              <a:gd name="connsiteY6" fmla="*/ 73478 h 1605871"/>
              <a:gd name="connsiteX7" fmla="*/ 6172200 w 6469612"/>
              <a:gd name="connsiteY7" fmla="*/ 65314 h 1605871"/>
              <a:gd name="connsiteX8" fmla="*/ 6245678 w 6469612"/>
              <a:gd name="connsiteY8" fmla="*/ 16328 h 1605871"/>
              <a:gd name="connsiteX9" fmla="*/ 6270171 w 6469612"/>
              <a:gd name="connsiteY9" fmla="*/ 0 h 1605871"/>
              <a:gd name="connsiteX10" fmla="*/ 6310993 w 6469612"/>
              <a:gd name="connsiteY10" fmla="*/ 8164 h 1605871"/>
              <a:gd name="connsiteX11" fmla="*/ 6359978 w 6469612"/>
              <a:gd name="connsiteY11" fmla="*/ 40821 h 1605871"/>
              <a:gd name="connsiteX12" fmla="*/ 6392635 w 6469612"/>
              <a:gd name="connsiteY12" fmla="*/ 89807 h 1605871"/>
              <a:gd name="connsiteX13" fmla="*/ 6408964 w 6469612"/>
              <a:gd name="connsiteY13" fmla="*/ 114300 h 1605871"/>
              <a:gd name="connsiteX14" fmla="*/ 6425293 w 6469612"/>
              <a:gd name="connsiteY14" fmla="*/ 163286 h 1605871"/>
              <a:gd name="connsiteX15" fmla="*/ 6433457 w 6469612"/>
              <a:gd name="connsiteY15" fmla="*/ 187778 h 1605871"/>
              <a:gd name="connsiteX16" fmla="*/ 6441621 w 6469612"/>
              <a:gd name="connsiteY16" fmla="*/ 228600 h 1605871"/>
              <a:gd name="connsiteX17" fmla="*/ 6457950 w 6469612"/>
              <a:gd name="connsiteY17" fmla="*/ 293914 h 1605871"/>
              <a:gd name="connsiteX18" fmla="*/ 6457950 w 6469612"/>
              <a:gd name="connsiteY18" fmla="*/ 612321 h 1605871"/>
              <a:gd name="connsiteX19" fmla="*/ 6449785 w 6469612"/>
              <a:gd name="connsiteY19" fmla="*/ 644978 h 1605871"/>
              <a:gd name="connsiteX20" fmla="*/ 6425293 w 6469612"/>
              <a:gd name="connsiteY20" fmla="*/ 710293 h 1605871"/>
              <a:gd name="connsiteX21" fmla="*/ 6408964 w 6469612"/>
              <a:gd name="connsiteY21" fmla="*/ 775607 h 1605871"/>
              <a:gd name="connsiteX22" fmla="*/ 6400800 w 6469612"/>
              <a:gd name="connsiteY22" fmla="*/ 808264 h 1605871"/>
              <a:gd name="connsiteX23" fmla="*/ 6392635 w 6469612"/>
              <a:gd name="connsiteY23" fmla="*/ 832757 h 1605871"/>
              <a:gd name="connsiteX24" fmla="*/ 6384471 w 6469612"/>
              <a:gd name="connsiteY24" fmla="*/ 865414 h 1605871"/>
              <a:gd name="connsiteX25" fmla="*/ 6359978 w 6469612"/>
              <a:gd name="connsiteY25" fmla="*/ 938893 h 1605871"/>
              <a:gd name="connsiteX26" fmla="*/ 6343650 w 6469612"/>
              <a:gd name="connsiteY26" fmla="*/ 987878 h 1605871"/>
              <a:gd name="connsiteX27" fmla="*/ 6335485 w 6469612"/>
              <a:gd name="connsiteY27" fmla="*/ 1012371 h 1605871"/>
              <a:gd name="connsiteX28" fmla="*/ 6319157 w 6469612"/>
              <a:gd name="connsiteY28" fmla="*/ 1036864 h 1605871"/>
              <a:gd name="connsiteX29" fmla="*/ 6310993 w 6469612"/>
              <a:gd name="connsiteY29" fmla="*/ 1061357 h 1605871"/>
              <a:gd name="connsiteX30" fmla="*/ 6253843 w 6469612"/>
              <a:gd name="connsiteY30" fmla="*/ 1134836 h 1605871"/>
              <a:gd name="connsiteX31" fmla="*/ 6229350 w 6469612"/>
              <a:gd name="connsiteY31" fmla="*/ 1167493 h 1605871"/>
              <a:gd name="connsiteX32" fmla="*/ 6147707 w 6469612"/>
              <a:gd name="connsiteY32" fmla="*/ 1216478 h 1605871"/>
              <a:gd name="connsiteX33" fmla="*/ 6123214 w 6469612"/>
              <a:gd name="connsiteY33" fmla="*/ 1232807 h 1605871"/>
              <a:gd name="connsiteX34" fmla="*/ 6041571 w 6469612"/>
              <a:gd name="connsiteY34" fmla="*/ 1257300 h 1605871"/>
              <a:gd name="connsiteX35" fmla="*/ 6008914 w 6469612"/>
              <a:gd name="connsiteY35" fmla="*/ 1273628 h 1605871"/>
              <a:gd name="connsiteX36" fmla="*/ 5959928 w 6469612"/>
              <a:gd name="connsiteY36" fmla="*/ 1281793 h 1605871"/>
              <a:gd name="connsiteX37" fmla="*/ 5886450 w 6469612"/>
              <a:gd name="connsiteY37" fmla="*/ 1306286 h 1605871"/>
              <a:gd name="connsiteX38" fmla="*/ 5861957 w 6469612"/>
              <a:gd name="connsiteY38" fmla="*/ 1314450 h 1605871"/>
              <a:gd name="connsiteX39" fmla="*/ 5821135 w 6469612"/>
              <a:gd name="connsiteY39" fmla="*/ 1322614 h 1605871"/>
              <a:gd name="connsiteX40" fmla="*/ 5796643 w 6469612"/>
              <a:gd name="connsiteY40" fmla="*/ 1330778 h 1605871"/>
              <a:gd name="connsiteX41" fmla="*/ 5747657 w 6469612"/>
              <a:gd name="connsiteY41" fmla="*/ 1338943 h 1605871"/>
              <a:gd name="connsiteX42" fmla="*/ 5715000 w 6469612"/>
              <a:gd name="connsiteY42" fmla="*/ 1347107 h 1605871"/>
              <a:gd name="connsiteX43" fmla="*/ 5690507 w 6469612"/>
              <a:gd name="connsiteY43" fmla="*/ 1355271 h 1605871"/>
              <a:gd name="connsiteX44" fmla="*/ 5600700 w 6469612"/>
              <a:gd name="connsiteY44" fmla="*/ 1363436 h 1605871"/>
              <a:gd name="connsiteX45" fmla="*/ 5510893 w 6469612"/>
              <a:gd name="connsiteY45" fmla="*/ 1379764 h 1605871"/>
              <a:gd name="connsiteX46" fmla="*/ 5380264 w 6469612"/>
              <a:gd name="connsiteY46" fmla="*/ 1396093 h 1605871"/>
              <a:gd name="connsiteX47" fmla="*/ 5347607 w 6469612"/>
              <a:gd name="connsiteY47" fmla="*/ 1404257 h 1605871"/>
              <a:gd name="connsiteX48" fmla="*/ 5290457 w 6469612"/>
              <a:gd name="connsiteY48" fmla="*/ 1412421 h 1605871"/>
              <a:gd name="connsiteX49" fmla="*/ 5135335 w 6469612"/>
              <a:gd name="connsiteY49" fmla="*/ 1428750 h 1605871"/>
              <a:gd name="connsiteX50" fmla="*/ 4914900 w 6469612"/>
              <a:gd name="connsiteY50" fmla="*/ 1445078 h 1605871"/>
              <a:gd name="connsiteX51" fmla="*/ 4065814 w 6469612"/>
              <a:gd name="connsiteY51" fmla="*/ 1453243 h 1605871"/>
              <a:gd name="connsiteX52" fmla="*/ 3927021 w 6469612"/>
              <a:gd name="connsiteY52" fmla="*/ 1469571 h 1605871"/>
              <a:gd name="connsiteX53" fmla="*/ 3788228 w 6469612"/>
              <a:gd name="connsiteY53" fmla="*/ 1494064 h 1605871"/>
              <a:gd name="connsiteX54" fmla="*/ 2620735 w 6469612"/>
              <a:gd name="connsiteY54" fmla="*/ 1502228 h 1605871"/>
              <a:gd name="connsiteX55" fmla="*/ 2065564 w 6469612"/>
              <a:gd name="connsiteY55" fmla="*/ 1518557 h 1605871"/>
              <a:gd name="connsiteX56" fmla="*/ 2090057 w 6469612"/>
              <a:gd name="connsiteY56" fmla="*/ 1534886 h 1605871"/>
              <a:gd name="connsiteX57" fmla="*/ 1208314 w 6469612"/>
              <a:gd name="connsiteY57" fmla="*/ 1526721 h 1605871"/>
              <a:gd name="connsiteX58" fmla="*/ 1151164 w 6469612"/>
              <a:gd name="connsiteY58" fmla="*/ 1518557 h 1605871"/>
              <a:gd name="connsiteX59" fmla="*/ 1126671 w 6469612"/>
              <a:gd name="connsiteY59" fmla="*/ 1510393 h 1605871"/>
              <a:gd name="connsiteX60" fmla="*/ 1053193 w 6469612"/>
              <a:gd name="connsiteY60" fmla="*/ 1502228 h 1605871"/>
              <a:gd name="connsiteX61" fmla="*/ 1012371 w 6469612"/>
              <a:gd name="connsiteY61" fmla="*/ 1494064 h 1605871"/>
              <a:gd name="connsiteX62" fmla="*/ 881743 w 6469612"/>
              <a:gd name="connsiteY62" fmla="*/ 1477736 h 1605871"/>
              <a:gd name="connsiteX63" fmla="*/ 832757 w 6469612"/>
              <a:gd name="connsiteY63" fmla="*/ 1469571 h 1605871"/>
              <a:gd name="connsiteX64" fmla="*/ 489857 w 6469612"/>
              <a:gd name="connsiteY64" fmla="*/ 1453243 h 1605871"/>
              <a:gd name="connsiteX65" fmla="*/ 457200 w 6469612"/>
              <a:gd name="connsiteY65" fmla="*/ 1445078 h 1605871"/>
              <a:gd name="connsiteX66" fmla="*/ 416378 w 6469612"/>
              <a:gd name="connsiteY66" fmla="*/ 1436914 h 1605871"/>
              <a:gd name="connsiteX67" fmla="*/ 391885 w 6469612"/>
              <a:gd name="connsiteY67" fmla="*/ 1428750 h 1605871"/>
              <a:gd name="connsiteX68" fmla="*/ 359228 w 6469612"/>
              <a:gd name="connsiteY68" fmla="*/ 1420586 h 1605871"/>
              <a:gd name="connsiteX69" fmla="*/ 334735 w 6469612"/>
              <a:gd name="connsiteY69" fmla="*/ 1412421 h 1605871"/>
              <a:gd name="connsiteX70" fmla="*/ 310243 w 6469612"/>
              <a:gd name="connsiteY70" fmla="*/ 1396093 h 1605871"/>
              <a:gd name="connsiteX71" fmla="*/ 269421 w 6469612"/>
              <a:gd name="connsiteY71" fmla="*/ 1387928 h 1605871"/>
              <a:gd name="connsiteX72" fmla="*/ 236764 w 6469612"/>
              <a:gd name="connsiteY72" fmla="*/ 1363436 h 1605871"/>
              <a:gd name="connsiteX73" fmla="*/ 212271 w 6469612"/>
              <a:gd name="connsiteY73" fmla="*/ 1355271 h 1605871"/>
              <a:gd name="connsiteX74" fmla="*/ 187778 w 6469612"/>
              <a:gd name="connsiteY74" fmla="*/ 1338943 h 1605871"/>
              <a:gd name="connsiteX75" fmla="*/ 130628 w 6469612"/>
              <a:gd name="connsiteY75" fmla="*/ 1306286 h 1605871"/>
              <a:gd name="connsiteX76" fmla="*/ 81643 w 6469612"/>
              <a:gd name="connsiteY76" fmla="*/ 1249136 h 1605871"/>
              <a:gd name="connsiteX77" fmla="*/ 57150 w 6469612"/>
              <a:gd name="connsiteY77" fmla="*/ 1200150 h 1605871"/>
              <a:gd name="connsiteX78" fmla="*/ 24493 w 6469612"/>
              <a:gd name="connsiteY78" fmla="*/ 1126671 h 1605871"/>
              <a:gd name="connsiteX79" fmla="*/ 16328 w 6469612"/>
              <a:gd name="connsiteY79" fmla="*/ 1077686 h 1605871"/>
              <a:gd name="connsiteX80" fmla="*/ 8164 w 6469612"/>
              <a:gd name="connsiteY80" fmla="*/ 1053193 h 1605871"/>
              <a:gd name="connsiteX81" fmla="*/ 0 w 6469612"/>
              <a:gd name="connsiteY81" fmla="*/ 1020536 h 1605871"/>
              <a:gd name="connsiteX82" fmla="*/ 8164 w 6469612"/>
              <a:gd name="connsiteY82" fmla="*/ 865414 h 1605871"/>
              <a:gd name="connsiteX83" fmla="*/ 24493 w 6469612"/>
              <a:gd name="connsiteY83" fmla="*/ 816428 h 1605871"/>
              <a:gd name="connsiteX84" fmla="*/ 32657 w 6469612"/>
              <a:gd name="connsiteY84" fmla="*/ 791936 h 1605871"/>
              <a:gd name="connsiteX85" fmla="*/ 40821 w 6469612"/>
              <a:gd name="connsiteY85" fmla="*/ 767443 h 1605871"/>
              <a:gd name="connsiteX86" fmla="*/ 48985 w 6469612"/>
              <a:gd name="connsiteY86" fmla="*/ 742950 h 1605871"/>
              <a:gd name="connsiteX87" fmla="*/ 57150 w 6469612"/>
              <a:gd name="connsiteY87" fmla="*/ 710293 h 1605871"/>
              <a:gd name="connsiteX88" fmla="*/ 73478 w 6469612"/>
              <a:gd name="connsiteY88" fmla="*/ 661307 h 1605871"/>
              <a:gd name="connsiteX89" fmla="*/ 114300 w 6469612"/>
              <a:gd name="connsiteY89" fmla="*/ 604157 h 1605871"/>
              <a:gd name="connsiteX90" fmla="*/ 155121 w 6469612"/>
              <a:gd name="connsiteY90" fmla="*/ 547007 h 1605871"/>
              <a:gd name="connsiteX91" fmla="*/ 163285 w 6469612"/>
              <a:gd name="connsiteY91" fmla="*/ 514350 h 1605871"/>
              <a:gd name="connsiteX92" fmla="*/ 179614 w 6469612"/>
              <a:gd name="connsiteY92" fmla="*/ 489857 h 1605871"/>
              <a:gd name="connsiteX93" fmla="*/ 204107 w 6469612"/>
              <a:gd name="connsiteY93" fmla="*/ 432707 h 1605871"/>
              <a:gd name="connsiteX94" fmla="*/ 236764 w 6469612"/>
              <a:gd name="connsiteY94" fmla="*/ 359228 h 1605871"/>
              <a:gd name="connsiteX95" fmla="*/ 244928 w 6469612"/>
              <a:gd name="connsiteY95" fmla="*/ 334736 h 1605871"/>
              <a:gd name="connsiteX96" fmla="*/ 253093 w 6469612"/>
              <a:gd name="connsiteY96" fmla="*/ 302078 h 1605871"/>
              <a:gd name="connsiteX97" fmla="*/ 269421 w 6469612"/>
              <a:gd name="connsiteY97" fmla="*/ 277586 h 1605871"/>
              <a:gd name="connsiteX98" fmla="*/ 293914 w 6469612"/>
              <a:gd name="connsiteY98" fmla="*/ 220436 h 1605871"/>
              <a:gd name="connsiteX99" fmla="*/ 326571 w 6469612"/>
              <a:gd name="connsiteY99" fmla="*/ 171450 h 1605871"/>
              <a:gd name="connsiteX100" fmla="*/ 342900 w 6469612"/>
              <a:gd name="connsiteY100" fmla="*/ 122464 h 1605871"/>
              <a:gd name="connsiteX101" fmla="*/ 367393 w 6469612"/>
              <a:gd name="connsiteY101" fmla="*/ 97971 h 1605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469612" h="1605871">
                <a:moveTo>
                  <a:pt x="5804807" y="555171"/>
                </a:moveTo>
                <a:cubicBezTo>
                  <a:pt x="5818414" y="552450"/>
                  <a:pt x="5832635" y="551879"/>
                  <a:pt x="5845628" y="547007"/>
                </a:cubicBezTo>
                <a:cubicBezTo>
                  <a:pt x="5863813" y="540188"/>
                  <a:pt x="5881909" y="518891"/>
                  <a:pt x="5894614" y="506186"/>
                </a:cubicBezTo>
                <a:cubicBezTo>
                  <a:pt x="5900057" y="489857"/>
                  <a:pt x="5910350" y="474402"/>
                  <a:pt x="5910943" y="457200"/>
                </a:cubicBezTo>
                <a:cubicBezTo>
                  <a:pt x="5914499" y="354077"/>
                  <a:pt x="5900665" y="276464"/>
                  <a:pt x="5927271" y="187778"/>
                </a:cubicBezTo>
                <a:cubicBezTo>
                  <a:pt x="5958862" y="82476"/>
                  <a:pt x="5927121" y="179913"/>
                  <a:pt x="5959928" y="114300"/>
                </a:cubicBezTo>
                <a:cubicBezTo>
                  <a:pt x="5969115" y="95926"/>
                  <a:pt x="5963305" y="76992"/>
                  <a:pt x="5992585" y="73478"/>
                </a:cubicBezTo>
                <a:cubicBezTo>
                  <a:pt x="6052092" y="66337"/>
                  <a:pt x="6112328" y="68035"/>
                  <a:pt x="6172200" y="65314"/>
                </a:cubicBezTo>
                <a:lnTo>
                  <a:pt x="6245678" y="16328"/>
                </a:lnTo>
                <a:lnTo>
                  <a:pt x="6270171" y="0"/>
                </a:lnTo>
                <a:cubicBezTo>
                  <a:pt x="6283778" y="2721"/>
                  <a:pt x="6298360" y="2422"/>
                  <a:pt x="6310993" y="8164"/>
                </a:cubicBezTo>
                <a:cubicBezTo>
                  <a:pt x="6328858" y="16285"/>
                  <a:pt x="6359978" y="40821"/>
                  <a:pt x="6359978" y="40821"/>
                </a:cubicBezTo>
                <a:lnTo>
                  <a:pt x="6392635" y="89807"/>
                </a:lnTo>
                <a:lnTo>
                  <a:pt x="6408964" y="114300"/>
                </a:lnTo>
                <a:lnTo>
                  <a:pt x="6425293" y="163286"/>
                </a:lnTo>
                <a:cubicBezTo>
                  <a:pt x="6428014" y="171450"/>
                  <a:pt x="6431769" y="179339"/>
                  <a:pt x="6433457" y="187778"/>
                </a:cubicBezTo>
                <a:cubicBezTo>
                  <a:pt x="6436178" y="201385"/>
                  <a:pt x="6438501" y="215079"/>
                  <a:pt x="6441621" y="228600"/>
                </a:cubicBezTo>
                <a:cubicBezTo>
                  <a:pt x="6446667" y="250467"/>
                  <a:pt x="6457950" y="293914"/>
                  <a:pt x="6457950" y="293914"/>
                </a:cubicBezTo>
                <a:cubicBezTo>
                  <a:pt x="6475362" y="433216"/>
                  <a:pt x="6471519" y="374877"/>
                  <a:pt x="6457950" y="612321"/>
                </a:cubicBezTo>
                <a:cubicBezTo>
                  <a:pt x="6457310" y="623523"/>
                  <a:pt x="6452219" y="634024"/>
                  <a:pt x="6449785" y="644978"/>
                </a:cubicBezTo>
                <a:cubicBezTo>
                  <a:pt x="6438014" y="697946"/>
                  <a:pt x="6450508" y="672469"/>
                  <a:pt x="6425293" y="710293"/>
                </a:cubicBezTo>
                <a:lnTo>
                  <a:pt x="6408964" y="775607"/>
                </a:lnTo>
                <a:cubicBezTo>
                  <a:pt x="6406243" y="786493"/>
                  <a:pt x="6404349" y="797619"/>
                  <a:pt x="6400800" y="808264"/>
                </a:cubicBezTo>
                <a:cubicBezTo>
                  <a:pt x="6398078" y="816428"/>
                  <a:pt x="6394999" y="824482"/>
                  <a:pt x="6392635" y="832757"/>
                </a:cubicBezTo>
                <a:cubicBezTo>
                  <a:pt x="6389552" y="843546"/>
                  <a:pt x="6387771" y="854690"/>
                  <a:pt x="6384471" y="865414"/>
                </a:cubicBezTo>
                <a:cubicBezTo>
                  <a:pt x="6376878" y="890090"/>
                  <a:pt x="6368142" y="914400"/>
                  <a:pt x="6359978" y="938893"/>
                </a:cubicBezTo>
                <a:lnTo>
                  <a:pt x="6343650" y="987878"/>
                </a:lnTo>
                <a:cubicBezTo>
                  <a:pt x="6340928" y="996042"/>
                  <a:pt x="6340259" y="1005210"/>
                  <a:pt x="6335485" y="1012371"/>
                </a:cubicBezTo>
                <a:cubicBezTo>
                  <a:pt x="6330042" y="1020535"/>
                  <a:pt x="6323545" y="1028088"/>
                  <a:pt x="6319157" y="1036864"/>
                </a:cubicBezTo>
                <a:cubicBezTo>
                  <a:pt x="6315308" y="1044561"/>
                  <a:pt x="6315172" y="1053834"/>
                  <a:pt x="6310993" y="1061357"/>
                </a:cubicBezTo>
                <a:cubicBezTo>
                  <a:pt x="6273275" y="1129248"/>
                  <a:pt x="6291420" y="1090995"/>
                  <a:pt x="6253843" y="1134836"/>
                </a:cubicBezTo>
                <a:cubicBezTo>
                  <a:pt x="6244988" y="1145167"/>
                  <a:pt x="6239520" y="1158453"/>
                  <a:pt x="6229350" y="1167493"/>
                </a:cubicBezTo>
                <a:cubicBezTo>
                  <a:pt x="6193397" y="1199451"/>
                  <a:pt x="6183554" y="1195994"/>
                  <a:pt x="6147707" y="1216478"/>
                </a:cubicBezTo>
                <a:cubicBezTo>
                  <a:pt x="6139187" y="1221346"/>
                  <a:pt x="6132233" y="1228942"/>
                  <a:pt x="6123214" y="1232807"/>
                </a:cubicBezTo>
                <a:cubicBezTo>
                  <a:pt x="6041150" y="1267977"/>
                  <a:pt x="6151376" y="1202399"/>
                  <a:pt x="6041571" y="1257300"/>
                </a:cubicBezTo>
                <a:cubicBezTo>
                  <a:pt x="6030685" y="1262743"/>
                  <a:pt x="6020571" y="1270131"/>
                  <a:pt x="6008914" y="1273628"/>
                </a:cubicBezTo>
                <a:cubicBezTo>
                  <a:pt x="5993058" y="1278385"/>
                  <a:pt x="5975988" y="1277778"/>
                  <a:pt x="5959928" y="1281793"/>
                </a:cubicBezTo>
                <a:cubicBezTo>
                  <a:pt x="5959899" y="1281800"/>
                  <a:pt x="5898710" y="1302199"/>
                  <a:pt x="5886450" y="1306286"/>
                </a:cubicBezTo>
                <a:cubicBezTo>
                  <a:pt x="5878286" y="1309007"/>
                  <a:pt x="5870396" y="1312762"/>
                  <a:pt x="5861957" y="1314450"/>
                </a:cubicBezTo>
                <a:cubicBezTo>
                  <a:pt x="5848350" y="1317171"/>
                  <a:pt x="5834597" y="1319248"/>
                  <a:pt x="5821135" y="1322614"/>
                </a:cubicBezTo>
                <a:cubicBezTo>
                  <a:pt x="5812786" y="1324701"/>
                  <a:pt x="5805044" y="1328911"/>
                  <a:pt x="5796643" y="1330778"/>
                </a:cubicBezTo>
                <a:cubicBezTo>
                  <a:pt x="5780483" y="1334369"/>
                  <a:pt x="5763889" y="1335696"/>
                  <a:pt x="5747657" y="1338943"/>
                </a:cubicBezTo>
                <a:cubicBezTo>
                  <a:pt x="5736654" y="1341144"/>
                  <a:pt x="5725789" y="1344025"/>
                  <a:pt x="5715000" y="1347107"/>
                </a:cubicBezTo>
                <a:cubicBezTo>
                  <a:pt x="5706725" y="1349471"/>
                  <a:pt x="5699026" y="1354054"/>
                  <a:pt x="5690507" y="1355271"/>
                </a:cubicBezTo>
                <a:cubicBezTo>
                  <a:pt x="5660750" y="1359522"/>
                  <a:pt x="5630636" y="1360714"/>
                  <a:pt x="5600700" y="1363436"/>
                </a:cubicBezTo>
                <a:cubicBezTo>
                  <a:pt x="5554185" y="1378940"/>
                  <a:pt x="5587824" y="1369507"/>
                  <a:pt x="5510893" y="1379764"/>
                </a:cubicBezTo>
                <a:cubicBezTo>
                  <a:pt x="5394380" y="1395299"/>
                  <a:pt x="5517649" y="1380827"/>
                  <a:pt x="5380264" y="1396093"/>
                </a:cubicBezTo>
                <a:cubicBezTo>
                  <a:pt x="5369378" y="1398814"/>
                  <a:pt x="5358647" y="1402250"/>
                  <a:pt x="5347607" y="1404257"/>
                </a:cubicBezTo>
                <a:cubicBezTo>
                  <a:pt x="5328674" y="1407699"/>
                  <a:pt x="5309552" y="1410034"/>
                  <a:pt x="5290457" y="1412421"/>
                </a:cubicBezTo>
                <a:cubicBezTo>
                  <a:pt x="5245679" y="1418018"/>
                  <a:pt x="5179479" y="1424336"/>
                  <a:pt x="5135335" y="1428750"/>
                </a:cubicBezTo>
                <a:cubicBezTo>
                  <a:pt x="5051034" y="1456850"/>
                  <a:pt x="5102677" y="1442144"/>
                  <a:pt x="4914900" y="1445078"/>
                </a:cubicBezTo>
                <a:lnTo>
                  <a:pt x="4065814" y="1453243"/>
                </a:lnTo>
                <a:cubicBezTo>
                  <a:pt x="3953402" y="1475725"/>
                  <a:pt x="4132003" y="1441619"/>
                  <a:pt x="3927021" y="1469571"/>
                </a:cubicBezTo>
                <a:cubicBezTo>
                  <a:pt x="3902999" y="1472847"/>
                  <a:pt x="3819816" y="1493643"/>
                  <a:pt x="3788228" y="1494064"/>
                </a:cubicBezTo>
                <a:lnTo>
                  <a:pt x="2620735" y="1502228"/>
                </a:lnTo>
                <a:cubicBezTo>
                  <a:pt x="2425372" y="1567357"/>
                  <a:pt x="2667300" y="1489441"/>
                  <a:pt x="2065564" y="1518557"/>
                </a:cubicBezTo>
                <a:cubicBezTo>
                  <a:pt x="2055763" y="1519031"/>
                  <a:pt x="2081893" y="1529443"/>
                  <a:pt x="2090057" y="1534886"/>
                </a:cubicBezTo>
                <a:cubicBezTo>
                  <a:pt x="2334617" y="1697930"/>
                  <a:pt x="1502228" y="1529443"/>
                  <a:pt x="1208314" y="1526721"/>
                </a:cubicBezTo>
                <a:cubicBezTo>
                  <a:pt x="1189264" y="1524000"/>
                  <a:pt x="1170034" y="1522331"/>
                  <a:pt x="1151164" y="1518557"/>
                </a:cubicBezTo>
                <a:cubicBezTo>
                  <a:pt x="1142725" y="1516869"/>
                  <a:pt x="1135160" y="1511808"/>
                  <a:pt x="1126671" y="1510393"/>
                </a:cubicBezTo>
                <a:cubicBezTo>
                  <a:pt x="1102363" y="1506342"/>
                  <a:pt x="1077589" y="1505713"/>
                  <a:pt x="1053193" y="1502228"/>
                </a:cubicBezTo>
                <a:cubicBezTo>
                  <a:pt x="1039456" y="1500265"/>
                  <a:pt x="1026059" y="1496345"/>
                  <a:pt x="1012371" y="1494064"/>
                </a:cubicBezTo>
                <a:cubicBezTo>
                  <a:pt x="940848" y="1482144"/>
                  <a:pt x="961511" y="1488372"/>
                  <a:pt x="881743" y="1477736"/>
                </a:cubicBezTo>
                <a:cubicBezTo>
                  <a:pt x="865334" y="1475548"/>
                  <a:pt x="849198" y="1471505"/>
                  <a:pt x="832757" y="1469571"/>
                </a:cubicBezTo>
                <a:cubicBezTo>
                  <a:pt x="713342" y="1455522"/>
                  <a:pt x="620085" y="1457444"/>
                  <a:pt x="489857" y="1453243"/>
                </a:cubicBezTo>
                <a:cubicBezTo>
                  <a:pt x="478971" y="1450521"/>
                  <a:pt x="468154" y="1447512"/>
                  <a:pt x="457200" y="1445078"/>
                </a:cubicBezTo>
                <a:cubicBezTo>
                  <a:pt x="443654" y="1442068"/>
                  <a:pt x="429840" y="1440279"/>
                  <a:pt x="416378" y="1436914"/>
                </a:cubicBezTo>
                <a:cubicBezTo>
                  <a:pt x="408029" y="1434827"/>
                  <a:pt x="400160" y="1431114"/>
                  <a:pt x="391885" y="1428750"/>
                </a:cubicBezTo>
                <a:cubicBezTo>
                  <a:pt x="381096" y="1425668"/>
                  <a:pt x="370017" y="1423669"/>
                  <a:pt x="359228" y="1420586"/>
                </a:cubicBezTo>
                <a:cubicBezTo>
                  <a:pt x="350953" y="1418222"/>
                  <a:pt x="342432" y="1416270"/>
                  <a:pt x="334735" y="1412421"/>
                </a:cubicBezTo>
                <a:cubicBezTo>
                  <a:pt x="325959" y="1408033"/>
                  <a:pt x="319430" y="1399538"/>
                  <a:pt x="310243" y="1396093"/>
                </a:cubicBezTo>
                <a:cubicBezTo>
                  <a:pt x="297250" y="1391220"/>
                  <a:pt x="283028" y="1390650"/>
                  <a:pt x="269421" y="1387928"/>
                </a:cubicBezTo>
                <a:cubicBezTo>
                  <a:pt x="258535" y="1379764"/>
                  <a:pt x="248578" y="1370187"/>
                  <a:pt x="236764" y="1363436"/>
                </a:cubicBezTo>
                <a:cubicBezTo>
                  <a:pt x="229292" y="1359166"/>
                  <a:pt x="219968" y="1359120"/>
                  <a:pt x="212271" y="1355271"/>
                </a:cubicBezTo>
                <a:cubicBezTo>
                  <a:pt x="203495" y="1350883"/>
                  <a:pt x="196297" y="1343811"/>
                  <a:pt x="187778" y="1338943"/>
                </a:cubicBezTo>
                <a:cubicBezTo>
                  <a:pt x="162376" y="1324428"/>
                  <a:pt x="152323" y="1324365"/>
                  <a:pt x="130628" y="1306286"/>
                </a:cubicBezTo>
                <a:cubicBezTo>
                  <a:pt x="107885" y="1287334"/>
                  <a:pt x="99662" y="1273162"/>
                  <a:pt x="81643" y="1249136"/>
                </a:cubicBezTo>
                <a:cubicBezTo>
                  <a:pt x="66673" y="1204231"/>
                  <a:pt x="82472" y="1244464"/>
                  <a:pt x="57150" y="1200150"/>
                </a:cubicBezTo>
                <a:cubicBezTo>
                  <a:pt x="41891" y="1173447"/>
                  <a:pt x="36160" y="1155839"/>
                  <a:pt x="24493" y="1126671"/>
                </a:cubicBezTo>
                <a:cubicBezTo>
                  <a:pt x="21771" y="1110343"/>
                  <a:pt x="19919" y="1093845"/>
                  <a:pt x="16328" y="1077686"/>
                </a:cubicBezTo>
                <a:cubicBezTo>
                  <a:pt x="14461" y="1069285"/>
                  <a:pt x="10528" y="1061468"/>
                  <a:pt x="8164" y="1053193"/>
                </a:cubicBezTo>
                <a:cubicBezTo>
                  <a:pt x="5082" y="1042404"/>
                  <a:pt x="2721" y="1031422"/>
                  <a:pt x="0" y="1020536"/>
                </a:cubicBezTo>
                <a:cubicBezTo>
                  <a:pt x="2721" y="968829"/>
                  <a:pt x="1995" y="916824"/>
                  <a:pt x="8164" y="865414"/>
                </a:cubicBezTo>
                <a:cubicBezTo>
                  <a:pt x="10215" y="848325"/>
                  <a:pt x="19050" y="832757"/>
                  <a:pt x="24493" y="816428"/>
                </a:cubicBezTo>
                <a:lnTo>
                  <a:pt x="32657" y="791936"/>
                </a:lnTo>
                <a:lnTo>
                  <a:pt x="40821" y="767443"/>
                </a:lnTo>
                <a:cubicBezTo>
                  <a:pt x="43542" y="759279"/>
                  <a:pt x="46898" y="751299"/>
                  <a:pt x="48985" y="742950"/>
                </a:cubicBezTo>
                <a:cubicBezTo>
                  <a:pt x="51707" y="732064"/>
                  <a:pt x="53926" y="721041"/>
                  <a:pt x="57150" y="710293"/>
                </a:cubicBezTo>
                <a:cubicBezTo>
                  <a:pt x="62096" y="693807"/>
                  <a:pt x="63151" y="675076"/>
                  <a:pt x="73478" y="661307"/>
                </a:cubicBezTo>
                <a:cubicBezTo>
                  <a:pt x="103858" y="620800"/>
                  <a:pt x="90423" y="639972"/>
                  <a:pt x="114300" y="604157"/>
                </a:cubicBezTo>
                <a:cubicBezTo>
                  <a:pt x="136613" y="537214"/>
                  <a:pt x="99776" y="635560"/>
                  <a:pt x="155121" y="547007"/>
                </a:cubicBezTo>
                <a:cubicBezTo>
                  <a:pt x="161068" y="537492"/>
                  <a:pt x="158865" y="524663"/>
                  <a:pt x="163285" y="514350"/>
                </a:cubicBezTo>
                <a:cubicBezTo>
                  <a:pt x="167150" y="505331"/>
                  <a:pt x="174171" y="498021"/>
                  <a:pt x="179614" y="489857"/>
                </a:cubicBezTo>
                <a:cubicBezTo>
                  <a:pt x="201211" y="403467"/>
                  <a:pt x="171888" y="505200"/>
                  <a:pt x="204107" y="432707"/>
                </a:cubicBezTo>
                <a:cubicBezTo>
                  <a:pt x="242970" y="345265"/>
                  <a:pt x="199809" y="414659"/>
                  <a:pt x="236764" y="359228"/>
                </a:cubicBezTo>
                <a:cubicBezTo>
                  <a:pt x="239485" y="351064"/>
                  <a:pt x="242564" y="343010"/>
                  <a:pt x="244928" y="334736"/>
                </a:cubicBezTo>
                <a:cubicBezTo>
                  <a:pt x="248011" y="323947"/>
                  <a:pt x="248673" y="312392"/>
                  <a:pt x="253093" y="302078"/>
                </a:cubicBezTo>
                <a:cubicBezTo>
                  <a:pt x="256958" y="293059"/>
                  <a:pt x="263978" y="285750"/>
                  <a:pt x="269421" y="277586"/>
                </a:cubicBezTo>
                <a:cubicBezTo>
                  <a:pt x="277868" y="252245"/>
                  <a:pt x="278779" y="245660"/>
                  <a:pt x="293914" y="220436"/>
                </a:cubicBezTo>
                <a:cubicBezTo>
                  <a:pt x="304011" y="203608"/>
                  <a:pt x="320365" y="190067"/>
                  <a:pt x="326571" y="171450"/>
                </a:cubicBezTo>
                <a:cubicBezTo>
                  <a:pt x="332014" y="155121"/>
                  <a:pt x="333353" y="136785"/>
                  <a:pt x="342900" y="122464"/>
                </a:cubicBezTo>
                <a:cubicBezTo>
                  <a:pt x="360738" y="95706"/>
                  <a:pt x="349416" y="97971"/>
                  <a:pt x="367393" y="97971"/>
                </a:cubicBez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TextBox 26">
            <a:extLst>
              <a:ext uri="{FF2B5EF4-FFF2-40B4-BE49-F238E27FC236}">
                <a16:creationId xmlns:a16="http://schemas.microsoft.com/office/drawing/2014/main" id="{FEC996FA-93F3-4113-AC6B-C22A4668504C}"/>
              </a:ext>
            </a:extLst>
          </p:cNvPr>
          <p:cNvSpPr txBox="1"/>
          <p:nvPr>
            <p:custDataLst>
              <p:tags r:id="rId9"/>
            </p:custDataLst>
          </p:nvPr>
        </p:nvSpPr>
        <p:spPr>
          <a:xfrm>
            <a:off x="7273925" y="1131888"/>
            <a:ext cx="735013" cy="523875"/>
          </a:xfrm>
          <a:prstGeom prst="rect">
            <a:avLst/>
          </a:prstGeom>
          <a:noFill/>
        </p:spPr>
        <p:txBody>
          <a:bodyPr wrap="none">
            <a:spAutoFit/>
          </a:bodyPr>
          <a:lstStyle/>
          <a:p>
            <a:pPr>
              <a:defRPr/>
            </a:pPr>
            <a:r>
              <a:rPr lang="en-US" sz="2800" dirty="0">
                <a:solidFill>
                  <a:srgbClr val="FF0000"/>
                </a:solidFill>
                <a:latin typeface="+mn-lt"/>
                <a:cs typeface="Arial" charset="0"/>
              </a:rPr>
              <a:t>add</a:t>
            </a:r>
          </a:p>
        </p:txBody>
      </p:sp>
    </p:spTree>
    <p:custDataLst>
      <p:tags r:id="rId1"/>
    </p:custDataLst>
    <p:extLst>
      <p:ext uri="{BB962C8B-B14F-4D97-AF65-F5344CB8AC3E}">
        <p14:creationId xmlns:p14="http://schemas.microsoft.com/office/powerpoint/2010/main" val="42616548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4"/>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nodeType="clickEffect">
                                  <p:stCondLst>
                                    <p:cond delay="0"/>
                                  </p:stCondLst>
                                  <p:childTnLst>
                                    <p:set>
                                      <p:cBhvr>
                                        <p:cTn id="16" dur="1" fill="hold">
                                          <p:stCondLst>
                                            <p:cond delay="0"/>
                                          </p:stCondLst>
                                        </p:cTn>
                                        <p:tgtEl>
                                          <p:spTgt spid="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nodeType="clickEffect">
                                  <p:stCondLst>
                                    <p:cond delay="0"/>
                                  </p:stCondLst>
                                  <p:childTnLst>
                                    <p:set>
                                      <p:cBhvr>
                                        <p:cTn id="28" dur="1" fill="hold">
                                          <p:stCondLst>
                                            <p:cond delay="0"/>
                                          </p:stCondLst>
                                        </p:cTn>
                                        <p:tgtEl>
                                          <p:spTgt spid="25"/>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7C41EC07-1BFC-4F20-9CA8-12ABDD01324C}"/>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Pipelined Data Path</a:t>
            </a:r>
          </a:p>
        </p:txBody>
      </p:sp>
      <p:pic>
        <p:nvPicPr>
          <p:cNvPr id="21507" name="Picture 10" descr="f0612">
            <a:extLst>
              <a:ext uri="{FF2B5EF4-FFF2-40B4-BE49-F238E27FC236}">
                <a16:creationId xmlns:a16="http://schemas.microsoft.com/office/drawing/2014/main" id="{BD414850-C0E4-41C5-8942-40236D8D5442}"/>
              </a:ext>
            </a:extLst>
          </p:cNvPr>
          <p:cNvPicPr>
            <a:picLocks noChangeAspect="1" noChangeArrowheads="1"/>
          </p:cNvPicPr>
          <p:nvPr>
            <p:custDataLst>
              <p:tags r:id="rId3"/>
            </p:custDataLst>
          </p:nvPr>
        </p:nvPicPr>
        <p:blipFill>
          <a:blip r:embed="rId18">
            <a:extLst>
              <a:ext uri="{28A0092B-C50C-407E-A947-70E740481C1C}">
                <a14:useLocalDpi xmlns:a14="http://schemas.microsoft.com/office/drawing/2010/main" val="0"/>
              </a:ext>
            </a:extLst>
          </a:blip>
          <a:srcRect/>
          <a:stretch>
            <a:fillRect/>
          </a:stretch>
        </p:blipFill>
        <p:spPr bwMode="auto">
          <a:xfrm>
            <a:off x="228600" y="1600200"/>
            <a:ext cx="8686800" cy="467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reeform 10">
            <a:extLst>
              <a:ext uri="{FF2B5EF4-FFF2-40B4-BE49-F238E27FC236}">
                <a16:creationId xmlns:a16="http://schemas.microsoft.com/office/drawing/2014/main" id="{B5B83EAE-5923-488E-A1BA-3F2CB1D5D678}"/>
              </a:ext>
            </a:extLst>
          </p:cNvPr>
          <p:cNvSpPr/>
          <p:nvPr>
            <p:custDataLst>
              <p:tags r:id="rId4"/>
            </p:custDataLst>
          </p:nvPr>
        </p:nvSpPr>
        <p:spPr>
          <a:xfrm>
            <a:off x="6473825" y="4629150"/>
            <a:ext cx="1633538" cy="23813"/>
          </a:xfrm>
          <a:custGeom>
            <a:avLst/>
            <a:gdLst>
              <a:gd name="connsiteX0" fmla="*/ 0 w 1632857"/>
              <a:gd name="connsiteY0" fmla="*/ 8164 h 24493"/>
              <a:gd name="connsiteX1" fmla="*/ 155121 w 1632857"/>
              <a:gd name="connsiteY1" fmla="*/ 24493 h 24493"/>
              <a:gd name="connsiteX2" fmla="*/ 1494064 w 1632857"/>
              <a:gd name="connsiteY2" fmla="*/ 16329 h 24493"/>
              <a:gd name="connsiteX3" fmla="*/ 1551214 w 1632857"/>
              <a:gd name="connsiteY3" fmla="*/ 8164 h 24493"/>
              <a:gd name="connsiteX4" fmla="*/ 1583871 w 1632857"/>
              <a:gd name="connsiteY4" fmla="*/ 0 h 24493"/>
              <a:gd name="connsiteX5" fmla="*/ 1632857 w 1632857"/>
              <a:gd name="connsiteY5" fmla="*/ 8164 h 24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2857" h="24493">
                <a:moveTo>
                  <a:pt x="0" y="8164"/>
                </a:moveTo>
                <a:cubicBezTo>
                  <a:pt x="61653" y="20496"/>
                  <a:pt x="72738" y="24493"/>
                  <a:pt x="155121" y="24493"/>
                </a:cubicBezTo>
                <a:lnTo>
                  <a:pt x="1494064" y="16329"/>
                </a:lnTo>
                <a:cubicBezTo>
                  <a:pt x="1513114" y="13607"/>
                  <a:pt x="1532281" y="11606"/>
                  <a:pt x="1551214" y="8164"/>
                </a:cubicBezTo>
                <a:cubicBezTo>
                  <a:pt x="1562254" y="6157"/>
                  <a:pt x="1572650" y="0"/>
                  <a:pt x="1583871" y="0"/>
                </a:cubicBezTo>
                <a:cubicBezTo>
                  <a:pt x="1600425" y="0"/>
                  <a:pt x="1632857" y="8164"/>
                  <a:pt x="1632857" y="8164"/>
                </a:cubicBez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Freeform 11">
            <a:extLst>
              <a:ext uri="{FF2B5EF4-FFF2-40B4-BE49-F238E27FC236}">
                <a16:creationId xmlns:a16="http://schemas.microsoft.com/office/drawing/2014/main" id="{EC5673A3-E86F-42CD-9E32-122A47AB8D67}"/>
              </a:ext>
            </a:extLst>
          </p:cNvPr>
          <p:cNvSpPr/>
          <p:nvPr>
            <p:custDataLst>
              <p:tags r:id="rId5"/>
            </p:custDataLst>
          </p:nvPr>
        </p:nvSpPr>
        <p:spPr>
          <a:xfrm>
            <a:off x="2751138" y="4613275"/>
            <a:ext cx="6156325" cy="1731963"/>
          </a:xfrm>
          <a:custGeom>
            <a:avLst/>
            <a:gdLst>
              <a:gd name="connsiteX0" fmla="*/ 5617029 w 6155872"/>
              <a:gd name="connsiteY0" fmla="*/ 0 h 1732694"/>
              <a:gd name="connsiteX1" fmla="*/ 5698672 w 6155872"/>
              <a:gd name="connsiteY1" fmla="*/ 16329 h 1732694"/>
              <a:gd name="connsiteX2" fmla="*/ 5755822 w 6155872"/>
              <a:gd name="connsiteY2" fmla="*/ 32658 h 1732694"/>
              <a:gd name="connsiteX3" fmla="*/ 5772150 w 6155872"/>
              <a:gd name="connsiteY3" fmla="*/ 57150 h 1732694"/>
              <a:gd name="connsiteX4" fmla="*/ 5821136 w 6155872"/>
              <a:gd name="connsiteY4" fmla="*/ 89808 h 1732694"/>
              <a:gd name="connsiteX5" fmla="*/ 5861957 w 6155872"/>
              <a:gd name="connsiteY5" fmla="*/ 138793 h 1732694"/>
              <a:gd name="connsiteX6" fmla="*/ 5919107 w 6155872"/>
              <a:gd name="connsiteY6" fmla="*/ 212272 h 1732694"/>
              <a:gd name="connsiteX7" fmla="*/ 5943600 w 6155872"/>
              <a:gd name="connsiteY7" fmla="*/ 228600 h 1732694"/>
              <a:gd name="connsiteX8" fmla="*/ 5976257 w 6155872"/>
              <a:gd name="connsiteY8" fmla="*/ 277586 h 1732694"/>
              <a:gd name="connsiteX9" fmla="*/ 5992586 w 6155872"/>
              <a:gd name="connsiteY9" fmla="*/ 302079 h 1732694"/>
              <a:gd name="connsiteX10" fmla="*/ 6017079 w 6155872"/>
              <a:gd name="connsiteY10" fmla="*/ 359229 h 1732694"/>
              <a:gd name="connsiteX11" fmla="*/ 6033407 w 6155872"/>
              <a:gd name="connsiteY11" fmla="*/ 408215 h 1732694"/>
              <a:gd name="connsiteX12" fmla="*/ 6041572 w 6155872"/>
              <a:gd name="connsiteY12" fmla="*/ 432708 h 1732694"/>
              <a:gd name="connsiteX13" fmla="*/ 6057900 w 6155872"/>
              <a:gd name="connsiteY13" fmla="*/ 457200 h 1732694"/>
              <a:gd name="connsiteX14" fmla="*/ 6074229 w 6155872"/>
              <a:gd name="connsiteY14" fmla="*/ 514350 h 1732694"/>
              <a:gd name="connsiteX15" fmla="*/ 6082393 w 6155872"/>
              <a:gd name="connsiteY15" fmla="*/ 555172 h 1732694"/>
              <a:gd name="connsiteX16" fmla="*/ 6098722 w 6155872"/>
              <a:gd name="connsiteY16" fmla="*/ 587829 h 1732694"/>
              <a:gd name="connsiteX17" fmla="*/ 6123215 w 6155872"/>
              <a:gd name="connsiteY17" fmla="*/ 669472 h 1732694"/>
              <a:gd name="connsiteX18" fmla="*/ 6131379 w 6155872"/>
              <a:gd name="connsiteY18" fmla="*/ 693965 h 1732694"/>
              <a:gd name="connsiteX19" fmla="*/ 6139543 w 6155872"/>
              <a:gd name="connsiteY19" fmla="*/ 726622 h 1732694"/>
              <a:gd name="connsiteX20" fmla="*/ 6147707 w 6155872"/>
              <a:gd name="connsiteY20" fmla="*/ 751115 h 1732694"/>
              <a:gd name="connsiteX21" fmla="*/ 6155872 w 6155872"/>
              <a:gd name="connsiteY21" fmla="*/ 800100 h 1732694"/>
              <a:gd name="connsiteX22" fmla="*/ 6147707 w 6155872"/>
              <a:gd name="connsiteY22" fmla="*/ 914400 h 1732694"/>
              <a:gd name="connsiteX23" fmla="*/ 6131379 w 6155872"/>
              <a:gd name="connsiteY23" fmla="*/ 963386 h 1732694"/>
              <a:gd name="connsiteX24" fmla="*/ 6115050 w 6155872"/>
              <a:gd name="connsiteY24" fmla="*/ 1012372 h 1732694"/>
              <a:gd name="connsiteX25" fmla="*/ 6082393 w 6155872"/>
              <a:gd name="connsiteY25" fmla="*/ 1077686 h 1732694"/>
              <a:gd name="connsiteX26" fmla="*/ 6049736 w 6155872"/>
              <a:gd name="connsiteY26" fmla="*/ 1126672 h 1732694"/>
              <a:gd name="connsiteX27" fmla="*/ 6025243 w 6155872"/>
              <a:gd name="connsiteY27" fmla="*/ 1183822 h 1732694"/>
              <a:gd name="connsiteX28" fmla="*/ 6008915 w 6155872"/>
              <a:gd name="connsiteY28" fmla="*/ 1232808 h 1732694"/>
              <a:gd name="connsiteX29" fmla="*/ 5992586 w 6155872"/>
              <a:gd name="connsiteY29" fmla="*/ 1281793 h 1732694"/>
              <a:gd name="connsiteX30" fmla="*/ 5984422 w 6155872"/>
              <a:gd name="connsiteY30" fmla="*/ 1306286 h 1732694"/>
              <a:gd name="connsiteX31" fmla="*/ 5968093 w 6155872"/>
              <a:gd name="connsiteY31" fmla="*/ 1363436 h 1732694"/>
              <a:gd name="connsiteX32" fmla="*/ 5902779 w 6155872"/>
              <a:gd name="connsiteY32" fmla="*/ 1436915 h 1732694"/>
              <a:gd name="connsiteX33" fmla="*/ 5861957 w 6155872"/>
              <a:gd name="connsiteY33" fmla="*/ 1477736 h 1732694"/>
              <a:gd name="connsiteX34" fmla="*/ 5812972 w 6155872"/>
              <a:gd name="connsiteY34" fmla="*/ 1510393 h 1732694"/>
              <a:gd name="connsiteX35" fmla="*/ 5747657 w 6155872"/>
              <a:gd name="connsiteY35" fmla="*/ 1543050 h 1732694"/>
              <a:gd name="connsiteX36" fmla="*/ 5715000 w 6155872"/>
              <a:gd name="connsiteY36" fmla="*/ 1559379 h 1732694"/>
              <a:gd name="connsiteX37" fmla="*/ 5674179 w 6155872"/>
              <a:gd name="connsiteY37" fmla="*/ 1575708 h 1732694"/>
              <a:gd name="connsiteX38" fmla="*/ 5600700 w 6155872"/>
              <a:gd name="connsiteY38" fmla="*/ 1600200 h 1732694"/>
              <a:gd name="connsiteX39" fmla="*/ 5568043 w 6155872"/>
              <a:gd name="connsiteY39" fmla="*/ 1616529 h 1732694"/>
              <a:gd name="connsiteX40" fmla="*/ 5429250 w 6155872"/>
              <a:gd name="connsiteY40" fmla="*/ 1641022 h 1732694"/>
              <a:gd name="connsiteX41" fmla="*/ 4416879 w 6155872"/>
              <a:gd name="connsiteY41" fmla="*/ 1649186 h 1732694"/>
              <a:gd name="connsiteX42" fmla="*/ 4237265 w 6155872"/>
              <a:gd name="connsiteY42" fmla="*/ 1673679 h 1732694"/>
              <a:gd name="connsiteX43" fmla="*/ 2979965 w 6155872"/>
              <a:gd name="connsiteY43" fmla="*/ 1665515 h 1732694"/>
              <a:gd name="connsiteX44" fmla="*/ 2939143 w 6155872"/>
              <a:gd name="connsiteY44" fmla="*/ 1657350 h 1732694"/>
              <a:gd name="connsiteX45" fmla="*/ 2588079 w 6155872"/>
              <a:gd name="connsiteY45" fmla="*/ 1665515 h 1732694"/>
              <a:gd name="connsiteX46" fmla="*/ 2392136 w 6155872"/>
              <a:gd name="connsiteY46" fmla="*/ 1690008 h 1732694"/>
              <a:gd name="connsiteX47" fmla="*/ 2294165 w 6155872"/>
              <a:gd name="connsiteY47" fmla="*/ 1706336 h 1732694"/>
              <a:gd name="connsiteX48" fmla="*/ 1845129 w 6155872"/>
              <a:gd name="connsiteY48" fmla="*/ 1714500 h 1732694"/>
              <a:gd name="connsiteX49" fmla="*/ 685800 w 6155872"/>
              <a:gd name="connsiteY49" fmla="*/ 1714500 h 1732694"/>
              <a:gd name="connsiteX50" fmla="*/ 620486 w 6155872"/>
              <a:gd name="connsiteY50" fmla="*/ 1706336 h 1732694"/>
              <a:gd name="connsiteX51" fmla="*/ 563336 w 6155872"/>
              <a:gd name="connsiteY51" fmla="*/ 1698172 h 1732694"/>
              <a:gd name="connsiteX52" fmla="*/ 514350 w 6155872"/>
              <a:gd name="connsiteY52" fmla="*/ 1690008 h 1732694"/>
              <a:gd name="connsiteX53" fmla="*/ 440872 w 6155872"/>
              <a:gd name="connsiteY53" fmla="*/ 1681843 h 1732694"/>
              <a:gd name="connsiteX54" fmla="*/ 408215 w 6155872"/>
              <a:gd name="connsiteY54" fmla="*/ 1673679 h 1732694"/>
              <a:gd name="connsiteX55" fmla="*/ 351065 w 6155872"/>
              <a:gd name="connsiteY55" fmla="*/ 1657350 h 1732694"/>
              <a:gd name="connsiteX56" fmla="*/ 326572 w 6155872"/>
              <a:gd name="connsiteY56" fmla="*/ 1641022 h 1732694"/>
              <a:gd name="connsiteX57" fmla="*/ 253093 w 6155872"/>
              <a:gd name="connsiteY57" fmla="*/ 1616529 h 1732694"/>
              <a:gd name="connsiteX58" fmla="*/ 204107 w 6155872"/>
              <a:gd name="connsiteY58" fmla="*/ 1600200 h 1732694"/>
              <a:gd name="connsiteX59" fmla="*/ 179615 w 6155872"/>
              <a:gd name="connsiteY59" fmla="*/ 1583872 h 1732694"/>
              <a:gd name="connsiteX60" fmla="*/ 155122 w 6155872"/>
              <a:gd name="connsiteY60" fmla="*/ 1559379 h 1732694"/>
              <a:gd name="connsiteX61" fmla="*/ 130629 w 6155872"/>
              <a:gd name="connsiteY61" fmla="*/ 1502229 h 1732694"/>
              <a:gd name="connsiteX62" fmla="*/ 122465 w 6155872"/>
              <a:gd name="connsiteY62" fmla="*/ 1469572 h 1732694"/>
              <a:gd name="connsiteX63" fmla="*/ 97972 w 6155872"/>
              <a:gd name="connsiteY63" fmla="*/ 1436915 h 1732694"/>
              <a:gd name="connsiteX64" fmla="*/ 81643 w 6155872"/>
              <a:gd name="connsiteY64" fmla="*/ 1396093 h 1732694"/>
              <a:gd name="connsiteX65" fmla="*/ 57150 w 6155872"/>
              <a:gd name="connsiteY65" fmla="*/ 1306286 h 1732694"/>
              <a:gd name="connsiteX66" fmla="*/ 48986 w 6155872"/>
              <a:gd name="connsiteY66" fmla="*/ 1273629 h 1732694"/>
              <a:gd name="connsiteX67" fmla="*/ 40822 w 6155872"/>
              <a:gd name="connsiteY67" fmla="*/ 1240972 h 1732694"/>
              <a:gd name="connsiteX68" fmla="*/ 24493 w 6155872"/>
              <a:gd name="connsiteY68" fmla="*/ 1208315 h 1732694"/>
              <a:gd name="connsiteX69" fmla="*/ 16329 w 6155872"/>
              <a:gd name="connsiteY69" fmla="*/ 1175658 h 1732694"/>
              <a:gd name="connsiteX70" fmla="*/ 8165 w 6155872"/>
              <a:gd name="connsiteY70" fmla="*/ 1110343 h 1732694"/>
              <a:gd name="connsiteX71" fmla="*/ 0 w 6155872"/>
              <a:gd name="connsiteY71" fmla="*/ 1053193 h 1732694"/>
              <a:gd name="connsiteX72" fmla="*/ 16329 w 6155872"/>
              <a:gd name="connsiteY72" fmla="*/ 857250 h 1732694"/>
              <a:gd name="connsiteX73" fmla="*/ 24493 w 6155872"/>
              <a:gd name="connsiteY73" fmla="*/ 832758 h 1732694"/>
              <a:gd name="connsiteX74" fmla="*/ 32657 w 6155872"/>
              <a:gd name="connsiteY74" fmla="*/ 800100 h 1732694"/>
              <a:gd name="connsiteX75" fmla="*/ 40822 w 6155872"/>
              <a:gd name="connsiteY75" fmla="*/ 751115 h 1732694"/>
              <a:gd name="connsiteX76" fmla="*/ 57150 w 6155872"/>
              <a:gd name="connsiteY76" fmla="*/ 702129 h 1732694"/>
              <a:gd name="connsiteX77" fmla="*/ 65315 w 6155872"/>
              <a:gd name="connsiteY77" fmla="*/ 677636 h 1732694"/>
              <a:gd name="connsiteX78" fmla="*/ 89807 w 6155872"/>
              <a:gd name="connsiteY78" fmla="*/ 595993 h 1732694"/>
              <a:gd name="connsiteX79" fmla="*/ 97972 w 6155872"/>
              <a:gd name="connsiteY79" fmla="*/ 571500 h 1732694"/>
              <a:gd name="connsiteX80" fmla="*/ 114300 w 6155872"/>
              <a:gd name="connsiteY80" fmla="*/ 547008 h 1732694"/>
              <a:gd name="connsiteX81" fmla="*/ 122465 w 6155872"/>
              <a:gd name="connsiteY81" fmla="*/ 522515 h 1732694"/>
              <a:gd name="connsiteX82" fmla="*/ 171450 w 6155872"/>
              <a:gd name="connsiteY82" fmla="*/ 473529 h 1732694"/>
              <a:gd name="connsiteX83" fmla="*/ 187779 w 6155872"/>
              <a:gd name="connsiteY83" fmla="*/ 449036 h 1732694"/>
              <a:gd name="connsiteX84" fmla="*/ 187779 w 6155872"/>
              <a:gd name="connsiteY84" fmla="*/ 432708 h 173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55872" h="1732694">
                <a:moveTo>
                  <a:pt x="5617029" y="0"/>
                </a:moveTo>
                <a:cubicBezTo>
                  <a:pt x="5644243" y="5443"/>
                  <a:pt x="5672343" y="7553"/>
                  <a:pt x="5698672" y="16329"/>
                </a:cubicBezTo>
                <a:cubicBezTo>
                  <a:pt x="5733810" y="28041"/>
                  <a:pt x="5714816" y="22406"/>
                  <a:pt x="5755822" y="32658"/>
                </a:cubicBezTo>
                <a:cubicBezTo>
                  <a:pt x="5761265" y="40822"/>
                  <a:pt x="5764766" y="50689"/>
                  <a:pt x="5772150" y="57150"/>
                </a:cubicBezTo>
                <a:cubicBezTo>
                  <a:pt x="5786919" y="70073"/>
                  <a:pt x="5821136" y="89808"/>
                  <a:pt x="5821136" y="89808"/>
                </a:cubicBezTo>
                <a:cubicBezTo>
                  <a:pt x="5879496" y="177343"/>
                  <a:pt x="5788606" y="44484"/>
                  <a:pt x="5861957" y="138793"/>
                </a:cubicBezTo>
                <a:cubicBezTo>
                  <a:pt x="5895487" y="181904"/>
                  <a:pt x="5883993" y="183010"/>
                  <a:pt x="5919107" y="212272"/>
                </a:cubicBezTo>
                <a:cubicBezTo>
                  <a:pt x="5926645" y="218554"/>
                  <a:pt x="5935436" y="223157"/>
                  <a:pt x="5943600" y="228600"/>
                </a:cubicBezTo>
                <a:lnTo>
                  <a:pt x="5976257" y="277586"/>
                </a:lnTo>
                <a:lnTo>
                  <a:pt x="5992586" y="302079"/>
                </a:lnTo>
                <a:cubicBezTo>
                  <a:pt x="6018866" y="380921"/>
                  <a:pt x="5976725" y="258343"/>
                  <a:pt x="6017079" y="359229"/>
                </a:cubicBezTo>
                <a:cubicBezTo>
                  <a:pt x="6023471" y="375210"/>
                  <a:pt x="6027964" y="391886"/>
                  <a:pt x="6033407" y="408215"/>
                </a:cubicBezTo>
                <a:cubicBezTo>
                  <a:pt x="6036128" y="416379"/>
                  <a:pt x="6036798" y="425547"/>
                  <a:pt x="6041572" y="432708"/>
                </a:cubicBezTo>
                <a:cubicBezTo>
                  <a:pt x="6047015" y="440872"/>
                  <a:pt x="6053512" y="448424"/>
                  <a:pt x="6057900" y="457200"/>
                </a:cubicBezTo>
                <a:cubicBezTo>
                  <a:pt x="6063357" y="468114"/>
                  <a:pt x="6072135" y="504928"/>
                  <a:pt x="6074229" y="514350"/>
                </a:cubicBezTo>
                <a:cubicBezTo>
                  <a:pt x="6077239" y="527896"/>
                  <a:pt x="6078005" y="542007"/>
                  <a:pt x="6082393" y="555172"/>
                </a:cubicBezTo>
                <a:cubicBezTo>
                  <a:pt x="6086242" y="566718"/>
                  <a:pt x="6094202" y="576529"/>
                  <a:pt x="6098722" y="587829"/>
                </a:cubicBezTo>
                <a:cubicBezTo>
                  <a:pt x="6118117" y="636317"/>
                  <a:pt x="6111189" y="627382"/>
                  <a:pt x="6123215" y="669472"/>
                </a:cubicBezTo>
                <a:cubicBezTo>
                  <a:pt x="6125579" y="677747"/>
                  <a:pt x="6129015" y="685690"/>
                  <a:pt x="6131379" y="693965"/>
                </a:cubicBezTo>
                <a:cubicBezTo>
                  <a:pt x="6134461" y="704754"/>
                  <a:pt x="6136461" y="715833"/>
                  <a:pt x="6139543" y="726622"/>
                </a:cubicBezTo>
                <a:cubicBezTo>
                  <a:pt x="6141907" y="734897"/>
                  <a:pt x="6145840" y="742714"/>
                  <a:pt x="6147707" y="751115"/>
                </a:cubicBezTo>
                <a:cubicBezTo>
                  <a:pt x="6151298" y="767274"/>
                  <a:pt x="6153150" y="783772"/>
                  <a:pt x="6155872" y="800100"/>
                </a:cubicBezTo>
                <a:cubicBezTo>
                  <a:pt x="6153150" y="838200"/>
                  <a:pt x="6153373" y="876626"/>
                  <a:pt x="6147707" y="914400"/>
                </a:cubicBezTo>
                <a:cubicBezTo>
                  <a:pt x="6145154" y="931421"/>
                  <a:pt x="6136822" y="947057"/>
                  <a:pt x="6131379" y="963386"/>
                </a:cubicBezTo>
                <a:lnTo>
                  <a:pt x="6115050" y="1012372"/>
                </a:lnTo>
                <a:cubicBezTo>
                  <a:pt x="6104164" y="1034143"/>
                  <a:pt x="6095895" y="1057433"/>
                  <a:pt x="6082393" y="1077686"/>
                </a:cubicBezTo>
                <a:lnTo>
                  <a:pt x="6049736" y="1126672"/>
                </a:lnTo>
                <a:cubicBezTo>
                  <a:pt x="6023456" y="1205514"/>
                  <a:pt x="6065597" y="1082936"/>
                  <a:pt x="6025243" y="1183822"/>
                </a:cubicBezTo>
                <a:cubicBezTo>
                  <a:pt x="6018851" y="1199803"/>
                  <a:pt x="6014358" y="1216479"/>
                  <a:pt x="6008915" y="1232808"/>
                </a:cubicBezTo>
                <a:lnTo>
                  <a:pt x="5992586" y="1281793"/>
                </a:lnTo>
                <a:cubicBezTo>
                  <a:pt x="5989865" y="1289957"/>
                  <a:pt x="5986509" y="1297937"/>
                  <a:pt x="5984422" y="1306286"/>
                </a:cubicBezTo>
                <a:cubicBezTo>
                  <a:pt x="5981807" y="1316745"/>
                  <a:pt x="5973948" y="1351726"/>
                  <a:pt x="5968093" y="1363436"/>
                </a:cubicBezTo>
                <a:cubicBezTo>
                  <a:pt x="5944331" y="1410961"/>
                  <a:pt x="5946053" y="1372006"/>
                  <a:pt x="5902779" y="1436915"/>
                </a:cubicBezTo>
                <a:cubicBezTo>
                  <a:pt x="5872841" y="1481822"/>
                  <a:pt x="5902781" y="1443716"/>
                  <a:pt x="5861957" y="1477736"/>
                </a:cubicBezTo>
                <a:cubicBezTo>
                  <a:pt x="5821185" y="1511712"/>
                  <a:pt x="5856017" y="1496045"/>
                  <a:pt x="5812972" y="1510393"/>
                </a:cubicBezTo>
                <a:cubicBezTo>
                  <a:pt x="5752800" y="1555523"/>
                  <a:pt x="5808803" y="1520120"/>
                  <a:pt x="5747657" y="1543050"/>
                </a:cubicBezTo>
                <a:cubicBezTo>
                  <a:pt x="5736261" y="1547323"/>
                  <a:pt x="5726122" y="1554436"/>
                  <a:pt x="5715000" y="1559379"/>
                </a:cubicBezTo>
                <a:cubicBezTo>
                  <a:pt x="5701608" y="1565331"/>
                  <a:pt x="5687980" y="1570779"/>
                  <a:pt x="5674179" y="1575708"/>
                </a:cubicBezTo>
                <a:cubicBezTo>
                  <a:pt x="5649865" y="1584391"/>
                  <a:pt x="5623792" y="1588654"/>
                  <a:pt x="5600700" y="1600200"/>
                </a:cubicBezTo>
                <a:cubicBezTo>
                  <a:pt x="5589814" y="1605643"/>
                  <a:pt x="5579589" y="1612680"/>
                  <a:pt x="5568043" y="1616529"/>
                </a:cubicBezTo>
                <a:cubicBezTo>
                  <a:pt x="5528506" y="1629709"/>
                  <a:pt x="5470473" y="1640402"/>
                  <a:pt x="5429250" y="1641022"/>
                </a:cubicBezTo>
                <a:lnTo>
                  <a:pt x="4416879" y="1649186"/>
                </a:lnTo>
                <a:cubicBezTo>
                  <a:pt x="4280859" y="1668618"/>
                  <a:pt x="4340769" y="1660741"/>
                  <a:pt x="4237265" y="1673679"/>
                </a:cubicBezTo>
                <a:lnTo>
                  <a:pt x="2979965" y="1665515"/>
                </a:lnTo>
                <a:cubicBezTo>
                  <a:pt x="2966089" y="1665340"/>
                  <a:pt x="2953020" y="1657350"/>
                  <a:pt x="2939143" y="1657350"/>
                </a:cubicBezTo>
                <a:cubicBezTo>
                  <a:pt x="2822090" y="1657350"/>
                  <a:pt x="2705100" y="1662793"/>
                  <a:pt x="2588079" y="1665515"/>
                </a:cubicBezTo>
                <a:cubicBezTo>
                  <a:pt x="2539896" y="1670333"/>
                  <a:pt x="2432537" y="1679908"/>
                  <a:pt x="2392136" y="1690008"/>
                </a:cubicBezTo>
                <a:cubicBezTo>
                  <a:pt x="2354898" y="1699317"/>
                  <a:pt x="2337949" y="1704946"/>
                  <a:pt x="2294165" y="1706336"/>
                </a:cubicBezTo>
                <a:cubicBezTo>
                  <a:pt x="2144537" y="1711086"/>
                  <a:pt x="1994808" y="1711779"/>
                  <a:pt x="1845129" y="1714500"/>
                </a:cubicBezTo>
                <a:cubicBezTo>
                  <a:pt x="1392865" y="1746807"/>
                  <a:pt x="1682344" y="1729155"/>
                  <a:pt x="685800" y="1714500"/>
                </a:cubicBezTo>
                <a:cubicBezTo>
                  <a:pt x="663862" y="1714177"/>
                  <a:pt x="642234" y="1709236"/>
                  <a:pt x="620486" y="1706336"/>
                </a:cubicBezTo>
                <a:lnTo>
                  <a:pt x="563336" y="1698172"/>
                </a:lnTo>
                <a:cubicBezTo>
                  <a:pt x="546975" y="1695655"/>
                  <a:pt x="530759" y="1692196"/>
                  <a:pt x="514350" y="1690008"/>
                </a:cubicBezTo>
                <a:cubicBezTo>
                  <a:pt x="489923" y="1686751"/>
                  <a:pt x="465365" y="1684565"/>
                  <a:pt x="440872" y="1681843"/>
                </a:cubicBezTo>
                <a:cubicBezTo>
                  <a:pt x="429986" y="1679122"/>
                  <a:pt x="419004" y="1676761"/>
                  <a:pt x="408215" y="1673679"/>
                </a:cubicBezTo>
                <a:cubicBezTo>
                  <a:pt x="326187" y="1650243"/>
                  <a:pt x="453208" y="1682888"/>
                  <a:pt x="351065" y="1657350"/>
                </a:cubicBezTo>
                <a:cubicBezTo>
                  <a:pt x="342901" y="1651907"/>
                  <a:pt x="335539" y="1645007"/>
                  <a:pt x="326572" y="1641022"/>
                </a:cubicBezTo>
                <a:cubicBezTo>
                  <a:pt x="326562" y="1641017"/>
                  <a:pt x="265345" y="1620613"/>
                  <a:pt x="253093" y="1616529"/>
                </a:cubicBezTo>
                <a:cubicBezTo>
                  <a:pt x="253088" y="1616527"/>
                  <a:pt x="204111" y="1600203"/>
                  <a:pt x="204107" y="1600200"/>
                </a:cubicBezTo>
                <a:cubicBezTo>
                  <a:pt x="195943" y="1594757"/>
                  <a:pt x="187153" y="1590153"/>
                  <a:pt x="179615" y="1583872"/>
                </a:cubicBezTo>
                <a:cubicBezTo>
                  <a:pt x="170745" y="1576480"/>
                  <a:pt x="161833" y="1568774"/>
                  <a:pt x="155122" y="1559379"/>
                </a:cubicBezTo>
                <a:cubicBezTo>
                  <a:pt x="144753" y="1544863"/>
                  <a:pt x="135706" y="1519998"/>
                  <a:pt x="130629" y="1502229"/>
                </a:cubicBezTo>
                <a:cubicBezTo>
                  <a:pt x="127547" y="1491440"/>
                  <a:pt x="127483" y="1479608"/>
                  <a:pt x="122465" y="1469572"/>
                </a:cubicBezTo>
                <a:cubicBezTo>
                  <a:pt x="116380" y="1457401"/>
                  <a:pt x="104580" y="1448810"/>
                  <a:pt x="97972" y="1436915"/>
                </a:cubicBezTo>
                <a:cubicBezTo>
                  <a:pt x="90855" y="1424104"/>
                  <a:pt x="86789" y="1409815"/>
                  <a:pt x="81643" y="1396093"/>
                </a:cubicBezTo>
                <a:cubicBezTo>
                  <a:pt x="70200" y="1365577"/>
                  <a:pt x="65613" y="1340138"/>
                  <a:pt x="57150" y="1306286"/>
                </a:cubicBezTo>
                <a:lnTo>
                  <a:pt x="48986" y="1273629"/>
                </a:lnTo>
                <a:cubicBezTo>
                  <a:pt x="46265" y="1262743"/>
                  <a:pt x="45840" y="1251008"/>
                  <a:pt x="40822" y="1240972"/>
                </a:cubicBezTo>
                <a:lnTo>
                  <a:pt x="24493" y="1208315"/>
                </a:lnTo>
                <a:cubicBezTo>
                  <a:pt x="21772" y="1197429"/>
                  <a:pt x="18174" y="1186726"/>
                  <a:pt x="16329" y="1175658"/>
                </a:cubicBezTo>
                <a:cubicBezTo>
                  <a:pt x="12722" y="1154015"/>
                  <a:pt x="11065" y="1132092"/>
                  <a:pt x="8165" y="1110343"/>
                </a:cubicBezTo>
                <a:cubicBezTo>
                  <a:pt x="5622" y="1091268"/>
                  <a:pt x="2722" y="1072243"/>
                  <a:pt x="0" y="1053193"/>
                </a:cubicBezTo>
                <a:cubicBezTo>
                  <a:pt x="3386" y="995629"/>
                  <a:pt x="4065" y="918574"/>
                  <a:pt x="16329" y="857250"/>
                </a:cubicBezTo>
                <a:cubicBezTo>
                  <a:pt x="18017" y="848811"/>
                  <a:pt x="22129" y="841033"/>
                  <a:pt x="24493" y="832758"/>
                </a:cubicBezTo>
                <a:cubicBezTo>
                  <a:pt x="27576" y="821969"/>
                  <a:pt x="30456" y="811103"/>
                  <a:pt x="32657" y="800100"/>
                </a:cubicBezTo>
                <a:cubicBezTo>
                  <a:pt x="35904" y="783868"/>
                  <a:pt x="36807" y="767174"/>
                  <a:pt x="40822" y="751115"/>
                </a:cubicBezTo>
                <a:cubicBezTo>
                  <a:pt x="44997" y="734417"/>
                  <a:pt x="51707" y="718458"/>
                  <a:pt x="57150" y="702129"/>
                </a:cubicBezTo>
                <a:cubicBezTo>
                  <a:pt x="59871" y="693965"/>
                  <a:pt x="63228" y="685985"/>
                  <a:pt x="65315" y="677636"/>
                </a:cubicBezTo>
                <a:cubicBezTo>
                  <a:pt x="77652" y="628287"/>
                  <a:pt x="69933" y="655614"/>
                  <a:pt x="89807" y="595993"/>
                </a:cubicBezTo>
                <a:cubicBezTo>
                  <a:pt x="92528" y="587829"/>
                  <a:pt x="93198" y="578661"/>
                  <a:pt x="97972" y="571500"/>
                </a:cubicBezTo>
                <a:cubicBezTo>
                  <a:pt x="103415" y="563336"/>
                  <a:pt x="109912" y="555784"/>
                  <a:pt x="114300" y="547008"/>
                </a:cubicBezTo>
                <a:cubicBezTo>
                  <a:pt x="118149" y="539311"/>
                  <a:pt x="117181" y="529308"/>
                  <a:pt x="122465" y="522515"/>
                </a:cubicBezTo>
                <a:cubicBezTo>
                  <a:pt x="136642" y="504287"/>
                  <a:pt x="158641" y="492743"/>
                  <a:pt x="171450" y="473529"/>
                </a:cubicBezTo>
                <a:lnTo>
                  <a:pt x="187779" y="449036"/>
                </a:lnTo>
                <a:cubicBezTo>
                  <a:pt x="197160" y="420892"/>
                  <a:pt x="202028" y="418457"/>
                  <a:pt x="187779" y="432708"/>
                </a:cubicBez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13" name="Group 12">
            <a:extLst>
              <a:ext uri="{FF2B5EF4-FFF2-40B4-BE49-F238E27FC236}">
                <a16:creationId xmlns:a16="http://schemas.microsoft.com/office/drawing/2014/main" id="{58BF7E0C-F1E6-4D83-9092-6DAF50F7B737}"/>
              </a:ext>
            </a:extLst>
          </p:cNvPr>
          <p:cNvGrpSpPr>
            <a:grpSpLocks/>
          </p:cNvGrpSpPr>
          <p:nvPr>
            <p:custDataLst>
              <p:tags r:id="rId6"/>
            </p:custDataLst>
          </p:nvPr>
        </p:nvGrpSpPr>
        <p:grpSpPr bwMode="auto">
          <a:xfrm>
            <a:off x="2286000" y="3962400"/>
            <a:ext cx="2024063" cy="1425575"/>
            <a:chOff x="2438400" y="4136571"/>
            <a:chExt cx="2024743" cy="1426028"/>
          </a:xfrm>
        </p:grpSpPr>
        <p:sp>
          <p:nvSpPr>
            <p:cNvPr id="19" name="Freeform 18">
              <a:extLst>
                <a:ext uri="{FF2B5EF4-FFF2-40B4-BE49-F238E27FC236}">
                  <a16:creationId xmlns:a16="http://schemas.microsoft.com/office/drawing/2014/main" id="{3D02F3E3-D495-4982-9969-AF833E60E6F4}"/>
                </a:ext>
              </a:extLst>
            </p:cNvPr>
            <p:cNvSpPr/>
            <p:nvPr>
              <p:custDataLst>
                <p:tags r:id="rId14"/>
              </p:custDataLst>
            </p:nvPr>
          </p:nvSpPr>
          <p:spPr>
            <a:xfrm>
              <a:off x="2503510" y="4136571"/>
              <a:ext cx="1959633" cy="563742"/>
            </a:xfrm>
            <a:custGeom>
              <a:avLst/>
              <a:gdLst>
                <a:gd name="connsiteX0" fmla="*/ 0 w 1959429"/>
                <a:gd name="connsiteY0" fmla="*/ 563336 h 563336"/>
                <a:gd name="connsiteX1" fmla="*/ 89807 w 1959429"/>
                <a:gd name="connsiteY1" fmla="*/ 489858 h 563336"/>
                <a:gd name="connsiteX2" fmla="*/ 138793 w 1959429"/>
                <a:gd name="connsiteY2" fmla="*/ 449036 h 563336"/>
                <a:gd name="connsiteX3" fmla="*/ 171450 w 1959429"/>
                <a:gd name="connsiteY3" fmla="*/ 424543 h 563336"/>
                <a:gd name="connsiteX4" fmla="*/ 195943 w 1959429"/>
                <a:gd name="connsiteY4" fmla="*/ 408215 h 563336"/>
                <a:gd name="connsiteX5" fmla="*/ 244929 w 1959429"/>
                <a:gd name="connsiteY5" fmla="*/ 359229 h 563336"/>
                <a:gd name="connsiteX6" fmla="*/ 269422 w 1959429"/>
                <a:gd name="connsiteY6" fmla="*/ 334736 h 563336"/>
                <a:gd name="connsiteX7" fmla="*/ 310243 w 1959429"/>
                <a:gd name="connsiteY7" fmla="*/ 285750 h 563336"/>
                <a:gd name="connsiteX8" fmla="*/ 326572 w 1959429"/>
                <a:gd name="connsiteY8" fmla="*/ 261258 h 563336"/>
                <a:gd name="connsiteX9" fmla="*/ 375557 w 1959429"/>
                <a:gd name="connsiteY9" fmla="*/ 228600 h 563336"/>
                <a:gd name="connsiteX10" fmla="*/ 408215 w 1959429"/>
                <a:gd name="connsiteY10" fmla="*/ 204108 h 563336"/>
                <a:gd name="connsiteX11" fmla="*/ 432707 w 1959429"/>
                <a:gd name="connsiteY11" fmla="*/ 195943 h 563336"/>
                <a:gd name="connsiteX12" fmla="*/ 465365 w 1959429"/>
                <a:gd name="connsiteY12" fmla="*/ 179615 h 563336"/>
                <a:gd name="connsiteX13" fmla="*/ 506186 w 1959429"/>
                <a:gd name="connsiteY13" fmla="*/ 155122 h 563336"/>
                <a:gd name="connsiteX14" fmla="*/ 555172 w 1959429"/>
                <a:gd name="connsiteY14" fmla="*/ 122465 h 563336"/>
                <a:gd name="connsiteX15" fmla="*/ 604157 w 1959429"/>
                <a:gd name="connsiteY15" fmla="*/ 106136 h 563336"/>
                <a:gd name="connsiteX16" fmla="*/ 628650 w 1959429"/>
                <a:gd name="connsiteY16" fmla="*/ 97972 h 563336"/>
                <a:gd name="connsiteX17" fmla="*/ 661307 w 1959429"/>
                <a:gd name="connsiteY17" fmla="*/ 89808 h 563336"/>
                <a:gd name="connsiteX18" fmla="*/ 775607 w 1959429"/>
                <a:gd name="connsiteY18" fmla="*/ 57150 h 563336"/>
                <a:gd name="connsiteX19" fmla="*/ 832757 w 1959429"/>
                <a:gd name="connsiteY19" fmla="*/ 40822 h 563336"/>
                <a:gd name="connsiteX20" fmla="*/ 857250 w 1959429"/>
                <a:gd name="connsiteY20" fmla="*/ 32658 h 563336"/>
                <a:gd name="connsiteX21" fmla="*/ 889907 w 1959429"/>
                <a:gd name="connsiteY21" fmla="*/ 24493 h 563336"/>
                <a:gd name="connsiteX22" fmla="*/ 971550 w 1959429"/>
                <a:gd name="connsiteY22" fmla="*/ 0 h 563336"/>
                <a:gd name="connsiteX23" fmla="*/ 1412422 w 1959429"/>
                <a:gd name="connsiteY23" fmla="*/ 16329 h 563336"/>
                <a:gd name="connsiteX24" fmla="*/ 1445079 w 1959429"/>
                <a:gd name="connsiteY24" fmla="*/ 24493 h 563336"/>
                <a:gd name="connsiteX25" fmla="*/ 1485900 w 1959429"/>
                <a:gd name="connsiteY25" fmla="*/ 32658 h 563336"/>
                <a:gd name="connsiteX26" fmla="*/ 1510393 w 1959429"/>
                <a:gd name="connsiteY26" fmla="*/ 40822 h 563336"/>
                <a:gd name="connsiteX27" fmla="*/ 1543050 w 1959429"/>
                <a:gd name="connsiteY27" fmla="*/ 48986 h 563336"/>
                <a:gd name="connsiteX28" fmla="*/ 1616529 w 1959429"/>
                <a:gd name="connsiteY28" fmla="*/ 73479 h 563336"/>
                <a:gd name="connsiteX29" fmla="*/ 1665515 w 1959429"/>
                <a:gd name="connsiteY29" fmla="*/ 89808 h 563336"/>
                <a:gd name="connsiteX30" fmla="*/ 1690007 w 1959429"/>
                <a:gd name="connsiteY30" fmla="*/ 97972 h 563336"/>
                <a:gd name="connsiteX31" fmla="*/ 1730829 w 1959429"/>
                <a:gd name="connsiteY31" fmla="*/ 106136 h 563336"/>
                <a:gd name="connsiteX32" fmla="*/ 1820636 w 1959429"/>
                <a:gd name="connsiteY32" fmla="*/ 130629 h 563336"/>
                <a:gd name="connsiteX33" fmla="*/ 1910443 w 1959429"/>
                <a:gd name="connsiteY33" fmla="*/ 146958 h 563336"/>
                <a:gd name="connsiteX34" fmla="*/ 1959429 w 1959429"/>
                <a:gd name="connsiteY34" fmla="*/ 138793 h 563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29" h="563336">
                  <a:moveTo>
                    <a:pt x="0" y="563336"/>
                  </a:moveTo>
                  <a:cubicBezTo>
                    <a:pt x="27603" y="494331"/>
                    <a:pt x="524" y="534500"/>
                    <a:pt x="89807" y="489858"/>
                  </a:cubicBezTo>
                  <a:cubicBezTo>
                    <a:pt x="118677" y="475423"/>
                    <a:pt x="113515" y="470703"/>
                    <a:pt x="138793" y="449036"/>
                  </a:cubicBezTo>
                  <a:cubicBezTo>
                    <a:pt x="149124" y="440181"/>
                    <a:pt x="160377" y="432452"/>
                    <a:pt x="171450" y="424543"/>
                  </a:cubicBezTo>
                  <a:cubicBezTo>
                    <a:pt x="179435" y="418840"/>
                    <a:pt x="188609" y="414734"/>
                    <a:pt x="195943" y="408215"/>
                  </a:cubicBezTo>
                  <a:cubicBezTo>
                    <a:pt x="213202" y="392873"/>
                    <a:pt x="228600" y="375558"/>
                    <a:pt x="244929" y="359229"/>
                  </a:cubicBezTo>
                  <a:cubicBezTo>
                    <a:pt x="253093" y="351065"/>
                    <a:pt x="263018" y="344343"/>
                    <a:pt x="269422" y="334736"/>
                  </a:cubicBezTo>
                  <a:cubicBezTo>
                    <a:pt x="309953" y="273937"/>
                    <a:pt x="257868" y="348598"/>
                    <a:pt x="310243" y="285750"/>
                  </a:cubicBezTo>
                  <a:cubicBezTo>
                    <a:pt x="316525" y="278212"/>
                    <a:pt x="319188" y="267719"/>
                    <a:pt x="326572" y="261258"/>
                  </a:cubicBezTo>
                  <a:cubicBezTo>
                    <a:pt x="341341" y="248335"/>
                    <a:pt x="359857" y="240374"/>
                    <a:pt x="375557" y="228600"/>
                  </a:cubicBezTo>
                  <a:cubicBezTo>
                    <a:pt x="386443" y="220436"/>
                    <a:pt x="396401" y="210859"/>
                    <a:pt x="408215" y="204108"/>
                  </a:cubicBezTo>
                  <a:cubicBezTo>
                    <a:pt x="415687" y="199838"/>
                    <a:pt x="424797" y="199333"/>
                    <a:pt x="432707" y="195943"/>
                  </a:cubicBezTo>
                  <a:cubicBezTo>
                    <a:pt x="443894" y="191149"/>
                    <a:pt x="454726" y="185526"/>
                    <a:pt x="465365" y="179615"/>
                  </a:cubicBezTo>
                  <a:cubicBezTo>
                    <a:pt x="479237" y="171909"/>
                    <a:pt x="492798" y="163641"/>
                    <a:pt x="506186" y="155122"/>
                  </a:cubicBezTo>
                  <a:cubicBezTo>
                    <a:pt x="522742" y="144586"/>
                    <a:pt x="536555" y="128671"/>
                    <a:pt x="555172" y="122465"/>
                  </a:cubicBezTo>
                  <a:lnTo>
                    <a:pt x="604157" y="106136"/>
                  </a:lnTo>
                  <a:cubicBezTo>
                    <a:pt x="612321" y="103415"/>
                    <a:pt x="620301" y="100059"/>
                    <a:pt x="628650" y="97972"/>
                  </a:cubicBezTo>
                  <a:lnTo>
                    <a:pt x="661307" y="89808"/>
                  </a:lnTo>
                  <a:cubicBezTo>
                    <a:pt x="751610" y="44656"/>
                    <a:pt x="607187" y="113288"/>
                    <a:pt x="775607" y="57150"/>
                  </a:cubicBezTo>
                  <a:cubicBezTo>
                    <a:pt x="834333" y="37575"/>
                    <a:pt x="760996" y="61324"/>
                    <a:pt x="832757" y="40822"/>
                  </a:cubicBezTo>
                  <a:cubicBezTo>
                    <a:pt x="841032" y="38458"/>
                    <a:pt x="848975" y="35022"/>
                    <a:pt x="857250" y="32658"/>
                  </a:cubicBezTo>
                  <a:cubicBezTo>
                    <a:pt x="868039" y="29575"/>
                    <a:pt x="879159" y="27717"/>
                    <a:pt x="889907" y="24493"/>
                  </a:cubicBezTo>
                  <a:cubicBezTo>
                    <a:pt x="989292" y="-5322"/>
                    <a:pt x="896279" y="18819"/>
                    <a:pt x="971550" y="0"/>
                  </a:cubicBezTo>
                  <a:cubicBezTo>
                    <a:pt x="1058010" y="1880"/>
                    <a:pt x="1277360" y="-6180"/>
                    <a:pt x="1412422" y="16329"/>
                  </a:cubicBezTo>
                  <a:cubicBezTo>
                    <a:pt x="1423490" y="18174"/>
                    <a:pt x="1434126" y="22059"/>
                    <a:pt x="1445079" y="24493"/>
                  </a:cubicBezTo>
                  <a:cubicBezTo>
                    <a:pt x="1458625" y="27503"/>
                    <a:pt x="1472438" y="29292"/>
                    <a:pt x="1485900" y="32658"/>
                  </a:cubicBezTo>
                  <a:cubicBezTo>
                    <a:pt x="1494249" y="34745"/>
                    <a:pt x="1502118" y="38458"/>
                    <a:pt x="1510393" y="40822"/>
                  </a:cubicBezTo>
                  <a:cubicBezTo>
                    <a:pt x="1521182" y="43904"/>
                    <a:pt x="1532303" y="45762"/>
                    <a:pt x="1543050" y="48986"/>
                  </a:cubicBezTo>
                  <a:cubicBezTo>
                    <a:pt x="1567779" y="56405"/>
                    <a:pt x="1592036" y="65315"/>
                    <a:pt x="1616529" y="73479"/>
                  </a:cubicBezTo>
                  <a:lnTo>
                    <a:pt x="1665515" y="89808"/>
                  </a:lnTo>
                  <a:cubicBezTo>
                    <a:pt x="1673679" y="92529"/>
                    <a:pt x="1681568" y="96284"/>
                    <a:pt x="1690007" y="97972"/>
                  </a:cubicBezTo>
                  <a:cubicBezTo>
                    <a:pt x="1703614" y="100693"/>
                    <a:pt x="1717367" y="102771"/>
                    <a:pt x="1730829" y="106136"/>
                  </a:cubicBezTo>
                  <a:cubicBezTo>
                    <a:pt x="1794141" y="121963"/>
                    <a:pt x="1701263" y="110734"/>
                    <a:pt x="1820636" y="130629"/>
                  </a:cubicBezTo>
                  <a:cubicBezTo>
                    <a:pt x="1883310" y="141074"/>
                    <a:pt x="1853390" y="135546"/>
                    <a:pt x="1910443" y="146958"/>
                  </a:cubicBezTo>
                  <a:lnTo>
                    <a:pt x="1959429" y="138793"/>
                  </a:ln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Freeform 19">
              <a:extLst>
                <a:ext uri="{FF2B5EF4-FFF2-40B4-BE49-F238E27FC236}">
                  <a16:creationId xmlns:a16="http://schemas.microsoft.com/office/drawing/2014/main" id="{67D901CB-7DE0-4FFE-B272-15AB70C1EA1E}"/>
                </a:ext>
              </a:extLst>
            </p:cNvPr>
            <p:cNvSpPr/>
            <p:nvPr>
              <p:custDataLst>
                <p:tags r:id="rId15"/>
              </p:custDataLst>
            </p:nvPr>
          </p:nvSpPr>
          <p:spPr>
            <a:xfrm flipV="1">
              <a:off x="2438400" y="4570097"/>
              <a:ext cx="2024743" cy="992502"/>
            </a:xfrm>
            <a:custGeom>
              <a:avLst/>
              <a:gdLst>
                <a:gd name="connsiteX0" fmla="*/ 0 w 1959429"/>
                <a:gd name="connsiteY0" fmla="*/ 563336 h 563336"/>
                <a:gd name="connsiteX1" fmla="*/ 89807 w 1959429"/>
                <a:gd name="connsiteY1" fmla="*/ 489858 h 563336"/>
                <a:gd name="connsiteX2" fmla="*/ 138793 w 1959429"/>
                <a:gd name="connsiteY2" fmla="*/ 449036 h 563336"/>
                <a:gd name="connsiteX3" fmla="*/ 171450 w 1959429"/>
                <a:gd name="connsiteY3" fmla="*/ 424543 h 563336"/>
                <a:gd name="connsiteX4" fmla="*/ 195943 w 1959429"/>
                <a:gd name="connsiteY4" fmla="*/ 408215 h 563336"/>
                <a:gd name="connsiteX5" fmla="*/ 244929 w 1959429"/>
                <a:gd name="connsiteY5" fmla="*/ 359229 h 563336"/>
                <a:gd name="connsiteX6" fmla="*/ 269422 w 1959429"/>
                <a:gd name="connsiteY6" fmla="*/ 334736 h 563336"/>
                <a:gd name="connsiteX7" fmla="*/ 310243 w 1959429"/>
                <a:gd name="connsiteY7" fmla="*/ 285750 h 563336"/>
                <a:gd name="connsiteX8" fmla="*/ 326572 w 1959429"/>
                <a:gd name="connsiteY8" fmla="*/ 261258 h 563336"/>
                <a:gd name="connsiteX9" fmla="*/ 375557 w 1959429"/>
                <a:gd name="connsiteY9" fmla="*/ 228600 h 563336"/>
                <a:gd name="connsiteX10" fmla="*/ 408215 w 1959429"/>
                <a:gd name="connsiteY10" fmla="*/ 204108 h 563336"/>
                <a:gd name="connsiteX11" fmla="*/ 432707 w 1959429"/>
                <a:gd name="connsiteY11" fmla="*/ 195943 h 563336"/>
                <a:gd name="connsiteX12" fmla="*/ 465365 w 1959429"/>
                <a:gd name="connsiteY12" fmla="*/ 179615 h 563336"/>
                <a:gd name="connsiteX13" fmla="*/ 506186 w 1959429"/>
                <a:gd name="connsiteY13" fmla="*/ 155122 h 563336"/>
                <a:gd name="connsiteX14" fmla="*/ 555172 w 1959429"/>
                <a:gd name="connsiteY14" fmla="*/ 122465 h 563336"/>
                <a:gd name="connsiteX15" fmla="*/ 604157 w 1959429"/>
                <a:gd name="connsiteY15" fmla="*/ 106136 h 563336"/>
                <a:gd name="connsiteX16" fmla="*/ 628650 w 1959429"/>
                <a:gd name="connsiteY16" fmla="*/ 97972 h 563336"/>
                <a:gd name="connsiteX17" fmla="*/ 661307 w 1959429"/>
                <a:gd name="connsiteY17" fmla="*/ 89808 h 563336"/>
                <a:gd name="connsiteX18" fmla="*/ 775607 w 1959429"/>
                <a:gd name="connsiteY18" fmla="*/ 57150 h 563336"/>
                <a:gd name="connsiteX19" fmla="*/ 832757 w 1959429"/>
                <a:gd name="connsiteY19" fmla="*/ 40822 h 563336"/>
                <a:gd name="connsiteX20" fmla="*/ 857250 w 1959429"/>
                <a:gd name="connsiteY20" fmla="*/ 32658 h 563336"/>
                <a:gd name="connsiteX21" fmla="*/ 889907 w 1959429"/>
                <a:gd name="connsiteY21" fmla="*/ 24493 h 563336"/>
                <a:gd name="connsiteX22" fmla="*/ 971550 w 1959429"/>
                <a:gd name="connsiteY22" fmla="*/ 0 h 563336"/>
                <a:gd name="connsiteX23" fmla="*/ 1412422 w 1959429"/>
                <a:gd name="connsiteY23" fmla="*/ 16329 h 563336"/>
                <a:gd name="connsiteX24" fmla="*/ 1445079 w 1959429"/>
                <a:gd name="connsiteY24" fmla="*/ 24493 h 563336"/>
                <a:gd name="connsiteX25" fmla="*/ 1485900 w 1959429"/>
                <a:gd name="connsiteY25" fmla="*/ 32658 h 563336"/>
                <a:gd name="connsiteX26" fmla="*/ 1510393 w 1959429"/>
                <a:gd name="connsiteY26" fmla="*/ 40822 h 563336"/>
                <a:gd name="connsiteX27" fmla="*/ 1543050 w 1959429"/>
                <a:gd name="connsiteY27" fmla="*/ 48986 h 563336"/>
                <a:gd name="connsiteX28" fmla="*/ 1616529 w 1959429"/>
                <a:gd name="connsiteY28" fmla="*/ 73479 h 563336"/>
                <a:gd name="connsiteX29" fmla="*/ 1665515 w 1959429"/>
                <a:gd name="connsiteY29" fmla="*/ 89808 h 563336"/>
                <a:gd name="connsiteX30" fmla="*/ 1690007 w 1959429"/>
                <a:gd name="connsiteY30" fmla="*/ 97972 h 563336"/>
                <a:gd name="connsiteX31" fmla="*/ 1730829 w 1959429"/>
                <a:gd name="connsiteY31" fmla="*/ 106136 h 563336"/>
                <a:gd name="connsiteX32" fmla="*/ 1820636 w 1959429"/>
                <a:gd name="connsiteY32" fmla="*/ 130629 h 563336"/>
                <a:gd name="connsiteX33" fmla="*/ 1910443 w 1959429"/>
                <a:gd name="connsiteY33" fmla="*/ 146958 h 563336"/>
                <a:gd name="connsiteX34" fmla="*/ 1959429 w 1959429"/>
                <a:gd name="connsiteY34" fmla="*/ 138793 h 563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29" h="563336">
                  <a:moveTo>
                    <a:pt x="0" y="563336"/>
                  </a:moveTo>
                  <a:cubicBezTo>
                    <a:pt x="27603" y="494331"/>
                    <a:pt x="524" y="534500"/>
                    <a:pt x="89807" y="489858"/>
                  </a:cubicBezTo>
                  <a:cubicBezTo>
                    <a:pt x="118677" y="475423"/>
                    <a:pt x="113515" y="470703"/>
                    <a:pt x="138793" y="449036"/>
                  </a:cubicBezTo>
                  <a:cubicBezTo>
                    <a:pt x="149124" y="440181"/>
                    <a:pt x="160377" y="432452"/>
                    <a:pt x="171450" y="424543"/>
                  </a:cubicBezTo>
                  <a:cubicBezTo>
                    <a:pt x="179435" y="418840"/>
                    <a:pt x="188609" y="414734"/>
                    <a:pt x="195943" y="408215"/>
                  </a:cubicBezTo>
                  <a:cubicBezTo>
                    <a:pt x="213202" y="392873"/>
                    <a:pt x="228600" y="375558"/>
                    <a:pt x="244929" y="359229"/>
                  </a:cubicBezTo>
                  <a:cubicBezTo>
                    <a:pt x="253093" y="351065"/>
                    <a:pt x="263018" y="344343"/>
                    <a:pt x="269422" y="334736"/>
                  </a:cubicBezTo>
                  <a:cubicBezTo>
                    <a:pt x="309953" y="273937"/>
                    <a:pt x="257868" y="348598"/>
                    <a:pt x="310243" y="285750"/>
                  </a:cubicBezTo>
                  <a:cubicBezTo>
                    <a:pt x="316525" y="278212"/>
                    <a:pt x="319188" y="267719"/>
                    <a:pt x="326572" y="261258"/>
                  </a:cubicBezTo>
                  <a:cubicBezTo>
                    <a:pt x="341341" y="248335"/>
                    <a:pt x="359857" y="240374"/>
                    <a:pt x="375557" y="228600"/>
                  </a:cubicBezTo>
                  <a:cubicBezTo>
                    <a:pt x="386443" y="220436"/>
                    <a:pt x="396401" y="210859"/>
                    <a:pt x="408215" y="204108"/>
                  </a:cubicBezTo>
                  <a:cubicBezTo>
                    <a:pt x="415687" y="199838"/>
                    <a:pt x="424797" y="199333"/>
                    <a:pt x="432707" y="195943"/>
                  </a:cubicBezTo>
                  <a:cubicBezTo>
                    <a:pt x="443894" y="191149"/>
                    <a:pt x="454726" y="185526"/>
                    <a:pt x="465365" y="179615"/>
                  </a:cubicBezTo>
                  <a:cubicBezTo>
                    <a:pt x="479237" y="171909"/>
                    <a:pt x="492798" y="163641"/>
                    <a:pt x="506186" y="155122"/>
                  </a:cubicBezTo>
                  <a:cubicBezTo>
                    <a:pt x="522742" y="144586"/>
                    <a:pt x="536555" y="128671"/>
                    <a:pt x="555172" y="122465"/>
                  </a:cubicBezTo>
                  <a:lnTo>
                    <a:pt x="604157" y="106136"/>
                  </a:lnTo>
                  <a:cubicBezTo>
                    <a:pt x="612321" y="103415"/>
                    <a:pt x="620301" y="100059"/>
                    <a:pt x="628650" y="97972"/>
                  </a:cubicBezTo>
                  <a:lnTo>
                    <a:pt x="661307" y="89808"/>
                  </a:lnTo>
                  <a:cubicBezTo>
                    <a:pt x="751610" y="44656"/>
                    <a:pt x="607187" y="113288"/>
                    <a:pt x="775607" y="57150"/>
                  </a:cubicBezTo>
                  <a:cubicBezTo>
                    <a:pt x="834333" y="37575"/>
                    <a:pt x="760996" y="61324"/>
                    <a:pt x="832757" y="40822"/>
                  </a:cubicBezTo>
                  <a:cubicBezTo>
                    <a:pt x="841032" y="38458"/>
                    <a:pt x="848975" y="35022"/>
                    <a:pt x="857250" y="32658"/>
                  </a:cubicBezTo>
                  <a:cubicBezTo>
                    <a:pt x="868039" y="29575"/>
                    <a:pt x="879159" y="27717"/>
                    <a:pt x="889907" y="24493"/>
                  </a:cubicBezTo>
                  <a:cubicBezTo>
                    <a:pt x="989292" y="-5322"/>
                    <a:pt x="896279" y="18819"/>
                    <a:pt x="971550" y="0"/>
                  </a:cubicBezTo>
                  <a:cubicBezTo>
                    <a:pt x="1058010" y="1880"/>
                    <a:pt x="1277360" y="-6180"/>
                    <a:pt x="1412422" y="16329"/>
                  </a:cubicBezTo>
                  <a:cubicBezTo>
                    <a:pt x="1423490" y="18174"/>
                    <a:pt x="1434126" y="22059"/>
                    <a:pt x="1445079" y="24493"/>
                  </a:cubicBezTo>
                  <a:cubicBezTo>
                    <a:pt x="1458625" y="27503"/>
                    <a:pt x="1472438" y="29292"/>
                    <a:pt x="1485900" y="32658"/>
                  </a:cubicBezTo>
                  <a:cubicBezTo>
                    <a:pt x="1494249" y="34745"/>
                    <a:pt x="1502118" y="38458"/>
                    <a:pt x="1510393" y="40822"/>
                  </a:cubicBezTo>
                  <a:cubicBezTo>
                    <a:pt x="1521182" y="43904"/>
                    <a:pt x="1532303" y="45762"/>
                    <a:pt x="1543050" y="48986"/>
                  </a:cubicBezTo>
                  <a:cubicBezTo>
                    <a:pt x="1567779" y="56405"/>
                    <a:pt x="1592036" y="65315"/>
                    <a:pt x="1616529" y="73479"/>
                  </a:cubicBezTo>
                  <a:lnTo>
                    <a:pt x="1665515" y="89808"/>
                  </a:lnTo>
                  <a:cubicBezTo>
                    <a:pt x="1673679" y="92529"/>
                    <a:pt x="1681568" y="96284"/>
                    <a:pt x="1690007" y="97972"/>
                  </a:cubicBezTo>
                  <a:cubicBezTo>
                    <a:pt x="1703614" y="100693"/>
                    <a:pt x="1717367" y="102771"/>
                    <a:pt x="1730829" y="106136"/>
                  </a:cubicBezTo>
                  <a:cubicBezTo>
                    <a:pt x="1794141" y="121963"/>
                    <a:pt x="1701263" y="110734"/>
                    <a:pt x="1820636" y="130629"/>
                  </a:cubicBezTo>
                  <a:cubicBezTo>
                    <a:pt x="1883310" y="141074"/>
                    <a:pt x="1853390" y="135546"/>
                    <a:pt x="1910443" y="146958"/>
                  </a:cubicBezTo>
                  <a:lnTo>
                    <a:pt x="1959429" y="138793"/>
                  </a:ln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21" name="Group 20">
            <a:extLst>
              <a:ext uri="{FF2B5EF4-FFF2-40B4-BE49-F238E27FC236}">
                <a16:creationId xmlns:a16="http://schemas.microsoft.com/office/drawing/2014/main" id="{CB0DFAA2-B8D8-4999-A2A9-E40CFB59DDB2}"/>
              </a:ext>
            </a:extLst>
          </p:cNvPr>
          <p:cNvGrpSpPr>
            <a:grpSpLocks/>
          </p:cNvGrpSpPr>
          <p:nvPr>
            <p:custDataLst>
              <p:tags r:id="rId7"/>
            </p:custDataLst>
          </p:nvPr>
        </p:nvGrpSpPr>
        <p:grpSpPr bwMode="auto">
          <a:xfrm>
            <a:off x="4514850" y="4138613"/>
            <a:ext cx="1733550" cy="1333500"/>
            <a:chOff x="4514850" y="4139203"/>
            <a:chExt cx="1733550" cy="1333169"/>
          </a:xfrm>
        </p:grpSpPr>
        <p:sp>
          <p:nvSpPr>
            <p:cNvPr id="23" name="Freeform 22">
              <a:extLst>
                <a:ext uri="{FF2B5EF4-FFF2-40B4-BE49-F238E27FC236}">
                  <a16:creationId xmlns:a16="http://schemas.microsoft.com/office/drawing/2014/main" id="{B27266D8-8C57-4025-86DD-B40732FFA3A1}"/>
                </a:ext>
              </a:extLst>
            </p:cNvPr>
            <p:cNvSpPr/>
            <p:nvPr>
              <p:custDataLst>
                <p:tags r:id="rId12"/>
              </p:custDataLst>
            </p:nvPr>
          </p:nvSpPr>
          <p:spPr>
            <a:xfrm>
              <a:off x="4541838" y="4139203"/>
              <a:ext cx="1706562" cy="433279"/>
            </a:xfrm>
            <a:custGeom>
              <a:avLst/>
              <a:gdLst>
                <a:gd name="connsiteX0" fmla="*/ 0 w 1706335"/>
                <a:gd name="connsiteY0" fmla="*/ 0 h 432797"/>
                <a:gd name="connsiteX1" fmla="*/ 538842 w 1706335"/>
                <a:gd name="connsiteY1" fmla="*/ 8165 h 432797"/>
                <a:gd name="connsiteX2" fmla="*/ 628650 w 1706335"/>
                <a:gd name="connsiteY2" fmla="*/ 32658 h 432797"/>
                <a:gd name="connsiteX3" fmla="*/ 693964 w 1706335"/>
                <a:gd name="connsiteY3" fmla="*/ 48986 h 432797"/>
                <a:gd name="connsiteX4" fmla="*/ 726621 w 1706335"/>
                <a:gd name="connsiteY4" fmla="*/ 65315 h 432797"/>
                <a:gd name="connsiteX5" fmla="*/ 751114 w 1706335"/>
                <a:gd name="connsiteY5" fmla="*/ 73479 h 432797"/>
                <a:gd name="connsiteX6" fmla="*/ 775607 w 1706335"/>
                <a:gd name="connsiteY6" fmla="*/ 97972 h 432797"/>
                <a:gd name="connsiteX7" fmla="*/ 824592 w 1706335"/>
                <a:gd name="connsiteY7" fmla="*/ 130629 h 432797"/>
                <a:gd name="connsiteX8" fmla="*/ 849085 w 1706335"/>
                <a:gd name="connsiteY8" fmla="*/ 146958 h 432797"/>
                <a:gd name="connsiteX9" fmla="*/ 873578 w 1706335"/>
                <a:gd name="connsiteY9" fmla="*/ 163286 h 432797"/>
                <a:gd name="connsiteX10" fmla="*/ 889907 w 1706335"/>
                <a:gd name="connsiteY10" fmla="*/ 187779 h 432797"/>
                <a:gd name="connsiteX11" fmla="*/ 938892 w 1706335"/>
                <a:gd name="connsiteY11" fmla="*/ 212272 h 432797"/>
                <a:gd name="connsiteX12" fmla="*/ 987878 w 1706335"/>
                <a:gd name="connsiteY12" fmla="*/ 244929 h 432797"/>
                <a:gd name="connsiteX13" fmla="*/ 1069521 w 1706335"/>
                <a:gd name="connsiteY13" fmla="*/ 302079 h 432797"/>
                <a:gd name="connsiteX14" fmla="*/ 1191985 w 1706335"/>
                <a:gd name="connsiteY14" fmla="*/ 342900 h 432797"/>
                <a:gd name="connsiteX15" fmla="*/ 1240971 w 1706335"/>
                <a:gd name="connsiteY15" fmla="*/ 359229 h 432797"/>
                <a:gd name="connsiteX16" fmla="*/ 1281792 w 1706335"/>
                <a:gd name="connsiteY16" fmla="*/ 367393 h 432797"/>
                <a:gd name="connsiteX17" fmla="*/ 1314450 w 1706335"/>
                <a:gd name="connsiteY17" fmla="*/ 375558 h 432797"/>
                <a:gd name="connsiteX18" fmla="*/ 1494064 w 1706335"/>
                <a:gd name="connsiteY18" fmla="*/ 400050 h 432797"/>
                <a:gd name="connsiteX19" fmla="*/ 1543050 w 1706335"/>
                <a:gd name="connsiteY19" fmla="*/ 408215 h 432797"/>
                <a:gd name="connsiteX20" fmla="*/ 1567542 w 1706335"/>
                <a:gd name="connsiteY20" fmla="*/ 416379 h 432797"/>
                <a:gd name="connsiteX21" fmla="*/ 1616528 w 1706335"/>
                <a:gd name="connsiteY21" fmla="*/ 424543 h 432797"/>
                <a:gd name="connsiteX22" fmla="*/ 1706335 w 1706335"/>
                <a:gd name="connsiteY22" fmla="*/ 432708 h 432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06335" h="432797">
                  <a:moveTo>
                    <a:pt x="0" y="0"/>
                  </a:moveTo>
                  <a:lnTo>
                    <a:pt x="538842" y="8165"/>
                  </a:lnTo>
                  <a:cubicBezTo>
                    <a:pt x="570676" y="9062"/>
                    <a:pt x="598582" y="25141"/>
                    <a:pt x="628650" y="32658"/>
                  </a:cubicBezTo>
                  <a:lnTo>
                    <a:pt x="693964" y="48986"/>
                  </a:lnTo>
                  <a:cubicBezTo>
                    <a:pt x="704850" y="54429"/>
                    <a:pt x="715434" y="60521"/>
                    <a:pt x="726621" y="65315"/>
                  </a:cubicBezTo>
                  <a:cubicBezTo>
                    <a:pt x="734531" y="68705"/>
                    <a:pt x="743953" y="68705"/>
                    <a:pt x="751114" y="73479"/>
                  </a:cubicBezTo>
                  <a:cubicBezTo>
                    <a:pt x="760721" y="79884"/>
                    <a:pt x="766493" y="90883"/>
                    <a:pt x="775607" y="97972"/>
                  </a:cubicBezTo>
                  <a:cubicBezTo>
                    <a:pt x="791097" y="110020"/>
                    <a:pt x="808264" y="119743"/>
                    <a:pt x="824592" y="130629"/>
                  </a:cubicBezTo>
                  <a:lnTo>
                    <a:pt x="849085" y="146958"/>
                  </a:lnTo>
                  <a:lnTo>
                    <a:pt x="873578" y="163286"/>
                  </a:lnTo>
                  <a:cubicBezTo>
                    <a:pt x="879021" y="171450"/>
                    <a:pt x="882969" y="180841"/>
                    <a:pt x="889907" y="187779"/>
                  </a:cubicBezTo>
                  <a:cubicBezTo>
                    <a:pt x="905734" y="203606"/>
                    <a:pt x="918971" y="205632"/>
                    <a:pt x="938892" y="212272"/>
                  </a:cubicBezTo>
                  <a:cubicBezTo>
                    <a:pt x="995892" y="269272"/>
                    <a:pt x="932738" y="213421"/>
                    <a:pt x="987878" y="244929"/>
                  </a:cubicBezTo>
                  <a:cubicBezTo>
                    <a:pt x="1013963" y="259835"/>
                    <a:pt x="1041333" y="292683"/>
                    <a:pt x="1069521" y="302079"/>
                  </a:cubicBezTo>
                  <a:lnTo>
                    <a:pt x="1191985" y="342900"/>
                  </a:lnTo>
                  <a:lnTo>
                    <a:pt x="1240971" y="359229"/>
                  </a:lnTo>
                  <a:cubicBezTo>
                    <a:pt x="1254578" y="361950"/>
                    <a:pt x="1268246" y="364383"/>
                    <a:pt x="1281792" y="367393"/>
                  </a:cubicBezTo>
                  <a:cubicBezTo>
                    <a:pt x="1292746" y="369827"/>
                    <a:pt x="1303382" y="373713"/>
                    <a:pt x="1314450" y="375558"/>
                  </a:cubicBezTo>
                  <a:cubicBezTo>
                    <a:pt x="1450648" y="398258"/>
                    <a:pt x="1390459" y="385249"/>
                    <a:pt x="1494064" y="400050"/>
                  </a:cubicBezTo>
                  <a:cubicBezTo>
                    <a:pt x="1510452" y="402391"/>
                    <a:pt x="1526890" y="404624"/>
                    <a:pt x="1543050" y="408215"/>
                  </a:cubicBezTo>
                  <a:cubicBezTo>
                    <a:pt x="1551451" y="410082"/>
                    <a:pt x="1559141" y="414512"/>
                    <a:pt x="1567542" y="416379"/>
                  </a:cubicBezTo>
                  <a:cubicBezTo>
                    <a:pt x="1583702" y="419970"/>
                    <a:pt x="1600167" y="422026"/>
                    <a:pt x="1616528" y="424543"/>
                  </a:cubicBezTo>
                  <a:cubicBezTo>
                    <a:pt x="1679606" y="434248"/>
                    <a:pt x="1657177" y="432708"/>
                    <a:pt x="1706335" y="432708"/>
                  </a:cubicBez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E8463C4D-438B-4C94-A1A9-09B07D273EB9}"/>
                </a:ext>
              </a:extLst>
            </p:cNvPr>
            <p:cNvSpPr/>
            <p:nvPr>
              <p:custDataLst>
                <p:tags r:id="rId13"/>
              </p:custDataLst>
            </p:nvPr>
          </p:nvSpPr>
          <p:spPr>
            <a:xfrm>
              <a:off x="4514850" y="4572482"/>
              <a:ext cx="1722438" cy="899890"/>
            </a:xfrm>
            <a:custGeom>
              <a:avLst/>
              <a:gdLst>
                <a:gd name="connsiteX0" fmla="*/ 0 w 1722664"/>
                <a:gd name="connsiteY0" fmla="*/ 882618 h 900372"/>
                <a:gd name="connsiteX1" fmla="*/ 81643 w 1722664"/>
                <a:gd name="connsiteY1" fmla="*/ 890782 h 900372"/>
                <a:gd name="connsiteX2" fmla="*/ 89807 w 1722664"/>
                <a:gd name="connsiteY2" fmla="*/ 866290 h 900372"/>
                <a:gd name="connsiteX3" fmla="*/ 122464 w 1722664"/>
                <a:gd name="connsiteY3" fmla="*/ 800975 h 900372"/>
                <a:gd name="connsiteX4" fmla="*/ 171450 w 1722664"/>
                <a:gd name="connsiteY4" fmla="*/ 719332 h 900372"/>
                <a:gd name="connsiteX5" fmla="*/ 204107 w 1722664"/>
                <a:gd name="connsiteY5" fmla="*/ 645854 h 900372"/>
                <a:gd name="connsiteX6" fmla="*/ 228600 w 1722664"/>
                <a:gd name="connsiteY6" fmla="*/ 588704 h 900372"/>
                <a:gd name="connsiteX7" fmla="*/ 253093 w 1722664"/>
                <a:gd name="connsiteY7" fmla="*/ 531554 h 900372"/>
                <a:gd name="connsiteX8" fmla="*/ 261257 w 1722664"/>
                <a:gd name="connsiteY8" fmla="*/ 507061 h 900372"/>
                <a:gd name="connsiteX9" fmla="*/ 277586 w 1722664"/>
                <a:gd name="connsiteY9" fmla="*/ 482568 h 900372"/>
                <a:gd name="connsiteX10" fmla="*/ 285750 w 1722664"/>
                <a:gd name="connsiteY10" fmla="*/ 449911 h 900372"/>
                <a:gd name="connsiteX11" fmla="*/ 367393 w 1722664"/>
                <a:gd name="connsiteY11" fmla="*/ 368268 h 900372"/>
                <a:gd name="connsiteX12" fmla="*/ 432707 w 1722664"/>
                <a:gd name="connsiteY12" fmla="*/ 351940 h 900372"/>
                <a:gd name="connsiteX13" fmla="*/ 489857 w 1722664"/>
                <a:gd name="connsiteY13" fmla="*/ 335611 h 900372"/>
                <a:gd name="connsiteX14" fmla="*/ 514350 w 1722664"/>
                <a:gd name="connsiteY14" fmla="*/ 319282 h 900372"/>
                <a:gd name="connsiteX15" fmla="*/ 587829 w 1722664"/>
                <a:gd name="connsiteY15" fmla="*/ 302954 h 900372"/>
                <a:gd name="connsiteX16" fmla="*/ 636814 w 1722664"/>
                <a:gd name="connsiteY16" fmla="*/ 286625 h 900372"/>
                <a:gd name="connsiteX17" fmla="*/ 669471 w 1722664"/>
                <a:gd name="connsiteY17" fmla="*/ 278461 h 900372"/>
                <a:gd name="connsiteX18" fmla="*/ 726621 w 1722664"/>
                <a:gd name="connsiteY18" fmla="*/ 245804 h 900372"/>
                <a:gd name="connsiteX19" fmla="*/ 751114 w 1722664"/>
                <a:gd name="connsiteY19" fmla="*/ 237640 h 900372"/>
                <a:gd name="connsiteX20" fmla="*/ 849086 w 1722664"/>
                <a:gd name="connsiteY20" fmla="*/ 172325 h 900372"/>
                <a:gd name="connsiteX21" fmla="*/ 873579 w 1722664"/>
                <a:gd name="connsiteY21" fmla="*/ 155997 h 900372"/>
                <a:gd name="connsiteX22" fmla="*/ 898071 w 1722664"/>
                <a:gd name="connsiteY22" fmla="*/ 147832 h 900372"/>
                <a:gd name="connsiteX23" fmla="*/ 947057 w 1722664"/>
                <a:gd name="connsiteY23" fmla="*/ 123340 h 900372"/>
                <a:gd name="connsiteX24" fmla="*/ 996043 w 1722664"/>
                <a:gd name="connsiteY24" fmla="*/ 90682 h 900372"/>
                <a:gd name="connsiteX25" fmla="*/ 1077686 w 1722664"/>
                <a:gd name="connsiteY25" fmla="*/ 66190 h 900372"/>
                <a:gd name="connsiteX26" fmla="*/ 1126671 w 1722664"/>
                <a:gd name="connsiteY26" fmla="*/ 49861 h 900372"/>
                <a:gd name="connsiteX27" fmla="*/ 1257300 w 1722664"/>
                <a:gd name="connsiteY27" fmla="*/ 33532 h 900372"/>
                <a:gd name="connsiteX28" fmla="*/ 1289957 w 1722664"/>
                <a:gd name="connsiteY28" fmla="*/ 25368 h 900372"/>
                <a:gd name="connsiteX29" fmla="*/ 1485900 w 1722664"/>
                <a:gd name="connsiteY29" fmla="*/ 9040 h 900372"/>
                <a:gd name="connsiteX30" fmla="*/ 1551214 w 1722664"/>
                <a:gd name="connsiteY30" fmla="*/ 875 h 900372"/>
                <a:gd name="connsiteX31" fmla="*/ 1722664 w 1722664"/>
                <a:gd name="connsiteY31" fmla="*/ 875 h 900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22664" h="900372">
                  <a:moveTo>
                    <a:pt x="0" y="882618"/>
                  </a:moveTo>
                  <a:cubicBezTo>
                    <a:pt x="28205" y="893901"/>
                    <a:pt x="50596" y="911480"/>
                    <a:pt x="81643" y="890782"/>
                  </a:cubicBezTo>
                  <a:cubicBezTo>
                    <a:pt x="88803" y="886008"/>
                    <a:pt x="86246" y="874124"/>
                    <a:pt x="89807" y="866290"/>
                  </a:cubicBezTo>
                  <a:cubicBezTo>
                    <a:pt x="99879" y="844130"/>
                    <a:pt x="108962" y="821228"/>
                    <a:pt x="122464" y="800975"/>
                  </a:cubicBezTo>
                  <a:cubicBezTo>
                    <a:pt x="141634" y="772220"/>
                    <a:pt x="158896" y="750715"/>
                    <a:pt x="171450" y="719332"/>
                  </a:cubicBezTo>
                  <a:cubicBezTo>
                    <a:pt x="200598" y="646464"/>
                    <a:pt x="172693" y="692977"/>
                    <a:pt x="204107" y="645854"/>
                  </a:cubicBezTo>
                  <a:cubicBezTo>
                    <a:pt x="227545" y="552099"/>
                    <a:pt x="194771" y="667638"/>
                    <a:pt x="228600" y="588704"/>
                  </a:cubicBezTo>
                  <a:cubicBezTo>
                    <a:pt x="260233" y="514895"/>
                    <a:pt x="212098" y="593046"/>
                    <a:pt x="253093" y="531554"/>
                  </a:cubicBezTo>
                  <a:cubicBezTo>
                    <a:pt x="255814" y="523390"/>
                    <a:pt x="257408" y="514758"/>
                    <a:pt x="261257" y="507061"/>
                  </a:cubicBezTo>
                  <a:cubicBezTo>
                    <a:pt x="265645" y="498285"/>
                    <a:pt x="273721" y="491587"/>
                    <a:pt x="277586" y="482568"/>
                  </a:cubicBezTo>
                  <a:cubicBezTo>
                    <a:pt x="282006" y="472255"/>
                    <a:pt x="280732" y="459947"/>
                    <a:pt x="285750" y="449911"/>
                  </a:cubicBezTo>
                  <a:cubicBezTo>
                    <a:pt x="300264" y="420882"/>
                    <a:pt x="331107" y="375525"/>
                    <a:pt x="367393" y="368268"/>
                  </a:cubicBezTo>
                  <a:cubicBezTo>
                    <a:pt x="450366" y="351674"/>
                    <a:pt x="374141" y="368674"/>
                    <a:pt x="432707" y="351940"/>
                  </a:cubicBezTo>
                  <a:cubicBezTo>
                    <a:pt x="504468" y="331436"/>
                    <a:pt x="431131" y="355185"/>
                    <a:pt x="489857" y="335611"/>
                  </a:cubicBezTo>
                  <a:cubicBezTo>
                    <a:pt x="498021" y="330168"/>
                    <a:pt x="505331" y="323147"/>
                    <a:pt x="514350" y="319282"/>
                  </a:cubicBezTo>
                  <a:cubicBezTo>
                    <a:pt x="527180" y="313783"/>
                    <a:pt x="577174" y="305860"/>
                    <a:pt x="587829" y="302954"/>
                  </a:cubicBezTo>
                  <a:cubicBezTo>
                    <a:pt x="604434" y="298425"/>
                    <a:pt x="620116" y="290799"/>
                    <a:pt x="636814" y="286625"/>
                  </a:cubicBezTo>
                  <a:lnTo>
                    <a:pt x="669471" y="278461"/>
                  </a:lnTo>
                  <a:cubicBezTo>
                    <a:pt x="694070" y="262061"/>
                    <a:pt x="697616" y="258234"/>
                    <a:pt x="726621" y="245804"/>
                  </a:cubicBezTo>
                  <a:cubicBezTo>
                    <a:pt x="734531" y="242414"/>
                    <a:pt x="742950" y="240361"/>
                    <a:pt x="751114" y="237640"/>
                  </a:cubicBezTo>
                  <a:lnTo>
                    <a:pt x="849086" y="172325"/>
                  </a:lnTo>
                  <a:cubicBezTo>
                    <a:pt x="857250" y="166882"/>
                    <a:pt x="864270" y="159100"/>
                    <a:pt x="873579" y="155997"/>
                  </a:cubicBezTo>
                  <a:cubicBezTo>
                    <a:pt x="881743" y="153275"/>
                    <a:pt x="890374" y="151681"/>
                    <a:pt x="898071" y="147832"/>
                  </a:cubicBezTo>
                  <a:cubicBezTo>
                    <a:pt x="961367" y="116184"/>
                    <a:pt x="885503" y="143857"/>
                    <a:pt x="947057" y="123340"/>
                  </a:cubicBezTo>
                  <a:cubicBezTo>
                    <a:pt x="963386" y="112454"/>
                    <a:pt x="977425" y="96888"/>
                    <a:pt x="996043" y="90682"/>
                  </a:cubicBezTo>
                  <a:cubicBezTo>
                    <a:pt x="1169327" y="32923"/>
                    <a:pt x="954239" y="103225"/>
                    <a:pt x="1077686" y="66190"/>
                  </a:cubicBezTo>
                  <a:cubicBezTo>
                    <a:pt x="1094172" y="61244"/>
                    <a:pt x="1109565" y="51762"/>
                    <a:pt x="1126671" y="49861"/>
                  </a:cubicBezTo>
                  <a:cubicBezTo>
                    <a:pt x="1161751" y="45963"/>
                    <a:pt x="1220673" y="40192"/>
                    <a:pt x="1257300" y="33532"/>
                  </a:cubicBezTo>
                  <a:cubicBezTo>
                    <a:pt x="1268340" y="31525"/>
                    <a:pt x="1278835" y="26851"/>
                    <a:pt x="1289957" y="25368"/>
                  </a:cubicBezTo>
                  <a:cubicBezTo>
                    <a:pt x="1331175" y="19872"/>
                    <a:pt x="1448864" y="12567"/>
                    <a:pt x="1485900" y="9040"/>
                  </a:cubicBezTo>
                  <a:cubicBezTo>
                    <a:pt x="1507742" y="6960"/>
                    <a:pt x="1529286" y="1631"/>
                    <a:pt x="1551214" y="875"/>
                  </a:cubicBezTo>
                  <a:cubicBezTo>
                    <a:pt x="1608330" y="-1095"/>
                    <a:pt x="1665514" y="875"/>
                    <a:pt x="1722664" y="875"/>
                  </a:cubicBezTo>
                </a:path>
              </a:pathLst>
            </a:custGeom>
            <a:noFill/>
            <a:ln w="5715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30" name="TextBox 29">
            <a:extLst>
              <a:ext uri="{FF2B5EF4-FFF2-40B4-BE49-F238E27FC236}">
                <a16:creationId xmlns:a16="http://schemas.microsoft.com/office/drawing/2014/main" id="{46FE56E3-4E6B-441E-97FE-4C19A3DE33E6}"/>
              </a:ext>
            </a:extLst>
          </p:cNvPr>
          <p:cNvSpPr txBox="1"/>
          <p:nvPr>
            <p:custDataLst>
              <p:tags r:id="rId8"/>
            </p:custDataLst>
          </p:nvPr>
        </p:nvSpPr>
        <p:spPr>
          <a:xfrm>
            <a:off x="7265988" y="1457325"/>
            <a:ext cx="815975" cy="523875"/>
          </a:xfrm>
          <a:prstGeom prst="rect">
            <a:avLst/>
          </a:prstGeom>
          <a:noFill/>
        </p:spPr>
        <p:txBody>
          <a:bodyPr wrap="none">
            <a:spAutoFit/>
          </a:bodyPr>
          <a:lstStyle/>
          <a:p>
            <a:pPr>
              <a:defRPr/>
            </a:pPr>
            <a:r>
              <a:rPr lang="en-US" sz="2800" dirty="0">
                <a:solidFill>
                  <a:schemeClr val="tx2"/>
                </a:solidFill>
                <a:latin typeface="+mn-lt"/>
                <a:cs typeface="Arial" charset="0"/>
              </a:rPr>
              <a:t>load</a:t>
            </a:r>
          </a:p>
        </p:txBody>
      </p:sp>
      <p:grpSp>
        <p:nvGrpSpPr>
          <p:cNvPr id="15" name="Group 14">
            <a:extLst>
              <a:ext uri="{FF2B5EF4-FFF2-40B4-BE49-F238E27FC236}">
                <a16:creationId xmlns:a16="http://schemas.microsoft.com/office/drawing/2014/main" id="{A2B4D1EA-74C6-49CE-8096-919E98DD0757}"/>
              </a:ext>
            </a:extLst>
          </p:cNvPr>
          <p:cNvGrpSpPr>
            <a:grpSpLocks/>
          </p:cNvGrpSpPr>
          <p:nvPr>
            <p:custDataLst>
              <p:tags r:id="rId9"/>
            </p:custDataLst>
          </p:nvPr>
        </p:nvGrpSpPr>
        <p:grpSpPr bwMode="auto">
          <a:xfrm>
            <a:off x="76200" y="1371600"/>
            <a:ext cx="1992313" cy="3195638"/>
            <a:chOff x="81643" y="1369670"/>
            <a:chExt cx="1992086" cy="3195027"/>
          </a:xfrm>
        </p:grpSpPr>
        <p:sp>
          <p:nvSpPr>
            <p:cNvPr id="16" name="Freeform 15">
              <a:extLst>
                <a:ext uri="{FF2B5EF4-FFF2-40B4-BE49-F238E27FC236}">
                  <a16:creationId xmlns:a16="http://schemas.microsoft.com/office/drawing/2014/main" id="{0377A595-EE5F-4E3D-8C3C-AA3D902C796A}"/>
                </a:ext>
              </a:extLst>
            </p:cNvPr>
            <p:cNvSpPr/>
            <p:nvPr>
              <p:custDataLst>
                <p:tags r:id="rId10"/>
              </p:custDataLst>
            </p:nvPr>
          </p:nvSpPr>
          <p:spPr>
            <a:xfrm>
              <a:off x="637205" y="4196467"/>
              <a:ext cx="1436524" cy="368230"/>
            </a:xfrm>
            <a:custGeom>
              <a:avLst/>
              <a:gdLst>
                <a:gd name="connsiteX0" fmla="*/ 0 w 1436915"/>
                <a:gd name="connsiteY0" fmla="*/ 0 h 368254"/>
                <a:gd name="connsiteX1" fmla="*/ 146957 w 1436915"/>
                <a:gd name="connsiteY1" fmla="*/ 16328 h 368254"/>
                <a:gd name="connsiteX2" fmla="*/ 644979 w 1436915"/>
                <a:gd name="connsiteY2" fmla="*/ 24493 h 368254"/>
                <a:gd name="connsiteX3" fmla="*/ 726622 w 1436915"/>
                <a:gd name="connsiteY3" fmla="*/ 40821 h 368254"/>
                <a:gd name="connsiteX4" fmla="*/ 751115 w 1436915"/>
                <a:gd name="connsiteY4" fmla="*/ 48986 h 368254"/>
                <a:gd name="connsiteX5" fmla="*/ 775607 w 1436915"/>
                <a:gd name="connsiteY5" fmla="*/ 65314 h 368254"/>
                <a:gd name="connsiteX6" fmla="*/ 808265 w 1436915"/>
                <a:gd name="connsiteY6" fmla="*/ 81643 h 368254"/>
                <a:gd name="connsiteX7" fmla="*/ 832757 w 1436915"/>
                <a:gd name="connsiteY7" fmla="*/ 97971 h 368254"/>
                <a:gd name="connsiteX8" fmla="*/ 881743 w 1436915"/>
                <a:gd name="connsiteY8" fmla="*/ 122464 h 368254"/>
                <a:gd name="connsiteX9" fmla="*/ 930729 w 1436915"/>
                <a:gd name="connsiteY9" fmla="*/ 171450 h 368254"/>
                <a:gd name="connsiteX10" fmla="*/ 979715 w 1436915"/>
                <a:gd name="connsiteY10" fmla="*/ 204107 h 368254"/>
                <a:gd name="connsiteX11" fmla="*/ 1053193 w 1436915"/>
                <a:gd name="connsiteY11" fmla="*/ 244928 h 368254"/>
                <a:gd name="connsiteX12" fmla="*/ 1167493 w 1436915"/>
                <a:gd name="connsiteY12" fmla="*/ 310243 h 368254"/>
                <a:gd name="connsiteX13" fmla="*/ 1224643 w 1436915"/>
                <a:gd name="connsiteY13" fmla="*/ 326571 h 368254"/>
                <a:gd name="connsiteX14" fmla="*/ 1273629 w 1436915"/>
                <a:gd name="connsiteY14" fmla="*/ 342900 h 368254"/>
                <a:gd name="connsiteX15" fmla="*/ 1298122 w 1436915"/>
                <a:gd name="connsiteY15" fmla="*/ 351064 h 368254"/>
                <a:gd name="connsiteX16" fmla="*/ 1322615 w 1436915"/>
                <a:gd name="connsiteY16" fmla="*/ 359228 h 368254"/>
                <a:gd name="connsiteX17" fmla="*/ 1355272 w 1436915"/>
                <a:gd name="connsiteY17" fmla="*/ 367393 h 368254"/>
                <a:gd name="connsiteX18" fmla="*/ 1436915 w 1436915"/>
                <a:gd name="connsiteY18" fmla="*/ 367393 h 36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6915" h="368254">
                  <a:moveTo>
                    <a:pt x="0" y="0"/>
                  </a:moveTo>
                  <a:cubicBezTo>
                    <a:pt x="62082" y="12416"/>
                    <a:pt x="61593" y="14021"/>
                    <a:pt x="146957" y="16328"/>
                  </a:cubicBezTo>
                  <a:cubicBezTo>
                    <a:pt x="312926" y="20814"/>
                    <a:pt x="478972" y="21771"/>
                    <a:pt x="644979" y="24493"/>
                  </a:cubicBezTo>
                  <a:cubicBezTo>
                    <a:pt x="683465" y="30907"/>
                    <a:pt x="692525" y="31079"/>
                    <a:pt x="726622" y="40821"/>
                  </a:cubicBezTo>
                  <a:cubicBezTo>
                    <a:pt x="734897" y="43185"/>
                    <a:pt x="743418" y="45137"/>
                    <a:pt x="751115" y="48986"/>
                  </a:cubicBezTo>
                  <a:cubicBezTo>
                    <a:pt x="759891" y="53374"/>
                    <a:pt x="767088" y="60446"/>
                    <a:pt x="775607" y="65314"/>
                  </a:cubicBezTo>
                  <a:cubicBezTo>
                    <a:pt x="786174" y="71352"/>
                    <a:pt x="797698" y="75605"/>
                    <a:pt x="808265" y="81643"/>
                  </a:cubicBezTo>
                  <a:cubicBezTo>
                    <a:pt x="816784" y="86511"/>
                    <a:pt x="823981" y="93583"/>
                    <a:pt x="832757" y="97971"/>
                  </a:cubicBezTo>
                  <a:cubicBezTo>
                    <a:pt x="900364" y="131775"/>
                    <a:pt x="811546" y="75668"/>
                    <a:pt x="881743" y="122464"/>
                  </a:cubicBezTo>
                  <a:cubicBezTo>
                    <a:pt x="910489" y="165581"/>
                    <a:pt x="883471" y="130943"/>
                    <a:pt x="930729" y="171450"/>
                  </a:cubicBezTo>
                  <a:cubicBezTo>
                    <a:pt x="969646" y="204808"/>
                    <a:pt x="938053" y="190220"/>
                    <a:pt x="979715" y="204107"/>
                  </a:cubicBezTo>
                  <a:cubicBezTo>
                    <a:pt x="1035861" y="241538"/>
                    <a:pt x="1010083" y="230558"/>
                    <a:pt x="1053193" y="244928"/>
                  </a:cubicBezTo>
                  <a:cubicBezTo>
                    <a:pt x="1089027" y="268818"/>
                    <a:pt x="1126060" y="296432"/>
                    <a:pt x="1167493" y="310243"/>
                  </a:cubicBezTo>
                  <a:cubicBezTo>
                    <a:pt x="1249836" y="337690"/>
                    <a:pt x="1122090" y="295805"/>
                    <a:pt x="1224643" y="326571"/>
                  </a:cubicBezTo>
                  <a:cubicBezTo>
                    <a:pt x="1241129" y="331517"/>
                    <a:pt x="1257300" y="337457"/>
                    <a:pt x="1273629" y="342900"/>
                  </a:cubicBezTo>
                  <a:lnTo>
                    <a:pt x="1298122" y="351064"/>
                  </a:lnTo>
                  <a:cubicBezTo>
                    <a:pt x="1306286" y="353785"/>
                    <a:pt x="1314266" y="357141"/>
                    <a:pt x="1322615" y="359228"/>
                  </a:cubicBezTo>
                  <a:cubicBezTo>
                    <a:pt x="1333501" y="361950"/>
                    <a:pt x="1344080" y="366593"/>
                    <a:pt x="1355272" y="367393"/>
                  </a:cubicBezTo>
                  <a:cubicBezTo>
                    <a:pt x="1382417" y="369332"/>
                    <a:pt x="1409701" y="367393"/>
                    <a:pt x="1436915" y="367393"/>
                  </a:cubicBez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 name="Freeform 16">
              <a:extLst>
                <a:ext uri="{FF2B5EF4-FFF2-40B4-BE49-F238E27FC236}">
                  <a16:creationId xmlns:a16="http://schemas.microsoft.com/office/drawing/2014/main" id="{509717E6-94B0-4971-808A-8BF0278D289D}"/>
                </a:ext>
              </a:extLst>
            </p:cNvPr>
            <p:cNvSpPr/>
            <p:nvPr>
              <p:custDataLst>
                <p:tags r:id="rId11"/>
              </p:custDataLst>
            </p:nvPr>
          </p:nvSpPr>
          <p:spPr>
            <a:xfrm>
              <a:off x="81643" y="1369670"/>
              <a:ext cx="1755575" cy="2631572"/>
            </a:xfrm>
            <a:custGeom>
              <a:avLst/>
              <a:gdLst>
                <a:gd name="connsiteX0" fmla="*/ 636814 w 1755321"/>
                <a:gd name="connsiteY0" fmla="*/ 2630830 h 2630830"/>
                <a:gd name="connsiteX1" fmla="*/ 628650 w 1755321"/>
                <a:gd name="connsiteY1" fmla="*/ 2590009 h 2630830"/>
                <a:gd name="connsiteX2" fmla="*/ 620486 w 1755321"/>
                <a:gd name="connsiteY2" fmla="*/ 2565516 h 2630830"/>
                <a:gd name="connsiteX3" fmla="*/ 612321 w 1755321"/>
                <a:gd name="connsiteY3" fmla="*/ 2516530 h 2630830"/>
                <a:gd name="connsiteX4" fmla="*/ 620486 w 1755321"/>
                <a:gd name="connsiteY4" fmla="*/ 2345080 h 2630830"/>
                <a:gd name="connsiteX5" fmla="*/ 628650 w 1755321"/>
                <a:gd name="connsiteY5" fmla="*/ 2320587 h 2630830"/>
                <a:gd name="connsiteX6" fmla="*/ 636814 w 1755321"/>
                <a:gd name="connsiteY6" fmla="*/ 2263437 h 2630830"/>
                <a:gd name="connsiteX7" fmla="*/ 661307 w 1755321"/>
                <a:gd name="connsiteY7" fmla="*/ 2100151 h 2630830"/>
                <a:gd name="connsiteX8" fmla="*/ 677636 w 1755321"/>
                <a:gd name="connsiteY8" fmla="*/ 2043001 h 2630830"/>
                <a:gd name="connsiteX9" fmla="*/ 702128 w 1755321"/>
                <a:gd name="connsiteY9" fmla="*/ 1961359 h 2630830"/>
                <a:gd name="connsiteX10" fmla="*/ 718457 w 1755321"/>
                <a:gd name="connsiteY10" fmla="*/ 1912373 h 2630830"/>
                <a:gd name="connsiteX11" fmla="*/ 726621 w 1755321"/>
                <a:gd name="connsiteY11" fmla="*/ 1887880 h 2630830"/>
                <a:gd name="connsiteX12" fmla="*/ 751114 w 1755321"/>
                <a:gd name="connsiteY12" fmla="*/ 1806237 h 2630830"/>
                <a:gd name="connsiteX13" fmla="*/ 775607 w 1755321"/>
                <a:gd name="connsiteY13" fmla="*/ 1732759 h 2630830"/>
                <a:gd name="connsiteX14" fmla="*/ 791936 w 1755321"/>
                <a:gd name="connsiteY14" fmla="*/ 1683773 h 2630830"/>
                <a:gd name="connsiteX15" fmla="*/ 808264 w 1755321"/>
                <a:gd name="connsiteY15" fmla="*/ 1659280 h 2630830"/>
                <a:gd name="connsiteX16" fmla="*/ 816428 w 1755321"/>
                <a:gd name="connsiteY16" fmla="*/ 1634787 h 2630830"/>
                <a:gd name="connsiteX17" fmla="*/ 840921 w 1755321"/>
                <a:gd name="connsiteY17" fmla="*/ 1618459 h 2630830"/>
                <a:gd name="connsiteX18" fmla="*/ 881743 w 1755321"/>
                <a:gd name="connsiteY18" fmla="*/ 1544980 h 2630830"/>
                <a:gd name="connsiteX19" fmla="*/ 930728 w 1755321"/>
                <a:gd name="connsiteY19" fmla="*/ 1528651 h 2630830"/>
                <a:gd name="connsiteX20" fmla="*/ 955221 w 1755321"/>
                <a:gd name="connsiteY20" fmla="*/ 1520487 h 2630830"/>
                <a:gd name="connsiteX21" fmla="*/ 1094014 w 1755321"/>
                <a:gd name="connsiteY21" fmla="*/ 1528651 h 2630830"/>
                <a:gd name="connsiteX22" fmla="*/ 1143000 w 1755321"/>
                <a:gd name="connsiteY22" fmla="*/ 1544980 h 2630830"/>
                <a:gd name="connsiteX23" fmla="*/ 1167493 w 1755321"/>
                <a:gd name="connsiteY23" fmla="*/ 1553144 h 2630830"/>
                <a:gd name="connsiteX24" fmla="*/ 1191986 w 1755321"/>
                <a:gd name="connsiteY24" fmla="*/ 1569473 h 2630830"/>
                <a:gd name="connsiteX25" fmla="*/ 1240971 w 1755321"/>
                <a:gd name="connsiteY25" fmla="*/ 1593966 h 2630830"/>
                <a:gd name="connsiteX26" fmla="*/ 1314450 w 1755321"/>
                <a:gd name="connsiteY26" fmla="*/ 1659280 h 2630830"/>
                <a:gd name="connsiteX27" fmla="*/ 1322614 w 1755321"/>
                <a:gd name="connsiteY27" fmla="*/ 1683773 h 2630830"/>
                <a:gd name="connsiteX28" fmla="*/ 1379764 w 1755321"/>
                <a:gd name="connsiteY28" fmla="*/ 1724594 h 2630830"/>
                <a:gd name="connsiteX29" fmla="*/ 1420586 w 1755321"/>
                <a:gd name="connsiteY29" fmla="*/ 1749087 h 2630830"/>
                <a:gd name="connsiteX30" fmla="*/ 1453243 w 1755321"/>
                <a:gd name="connsiteY30" fmla="*/ 1757251 h 2630830"/>
                <a:gd name="connsiteX31" fmla="*/ 1477736 w 1755321"/>
                <a:gd name="connsiteY31" fmla="*/ 1765416 h 2630830"/>
                <a:gd name="connsiteX32" fmla="*/ 1526721 w 1755321"/>
                <a:gd name="connsiteY32" fmla="*/ 1757251 h 2630830"/>
                <a:gd name="connsiteX33" fmla="*/ 1608364 w 1755321"/>
                <a:gd name="connsiteY33" fmla="*/ 1724594 h 2630830"/>
                <a:gd name="connsiteX34" fmla="*/ 1632857 w 1755321"/>
                <a:gd name="connsiteY34" fmla="*/ 1708266 h 2630830"/>
                <a:gd name="connsiteX35" fmla="*/ 1706336 w 1755321"/>
                <a:gd name="connsiteY35" fmla="*/ 1626623 h 2630830"/>
                <a:gd name="connsiteX36" fmla="*/ 1714500 w 1755321"/>
                <a:gd name="connsiteY36" fmla="*/ 1602130 h 2630830"/>
                <a:gd name="connsiteX37" fmla="*/ 1747157 w 1755321"/>
                <a:gd name="connsiteY37" fmla="*/ 1553144 h 2630830"/>
                <a:gd name="connsiteX38" fmla="*/ 1755321 w 1755321"/>
                <a:gd name="connsiteY38" fmla="*/ 1520487 h 2630830"/>
                <a:gd name="connsiteX39" fmla="*/ 1738993 w 1755321"/>
                <a:gd name="connsiteY39" fmla="*/ 1414351 h 2630830"/>
                <a:gd name="connsiteX40" fmla="*/ 1722664 w 1755321"/>
                <a:gd name="connsiteY40" fmla="*/ 1357201 h 2630830"/>
                <a:gd name="connsiteX41" fmla="*/ 1690007 w 1755321"/>
                <a:gd name="connsiteY41" fmla="*/ 1308216 h 2630830"/>
                <a:gd name="connsiteX42" fmla="*/ 1673678 w 1755321"/>
                <a:gd name="connsiteY42" fmla="*/ 1283723 h 2630830"/>
                <a:gd name="connsiteX43" fmla="*/ 1624693 w 1755321"/>
                <a:gd name="connsiteY43" fmla="*/ 1242901 h 2630830"/>
                <a:gd name="connsiteX44" fmla="*/ 1575707 w 1755321"/>
                <a:gd name="connsiteY44" fmla="*/ 1226573 h 2630830"/>
                <a:gd name="connsiteX45" fmla="*/ 1551214 w 1755321"/>
                <a:gd name="connsiteY45" fmla="*/ 1218409 h 2630830"/>
                <a:gd name="connsiteX46" fmla="*/ 1404257 w 1755321"/>
                <a:gd name="connsiteY46" fmla="*/ 1210244 h 2630830"/>
                <a:gd name="connsiteX47" fmla="*/ 1191986 w 1755321"/>
                <a:gd name="connsiteY47" fmla="*/ 1202080 h 2630830"/>
                <a:gd name="connsiteX48" fmla="*/ 1159328 w 1755321"/>
                <a:gd name="connsiteY48" fmla="*/ 1193916 h 2630830"/>
                <a:gd name="connsiteX49" fmla="*/ 1110343 w 1755321"/>
                <a:gd name="connsiteY49" fmla="*/ 1153094 h 2630830"/>
                <a:gd name="connsiteX50" fmla="*/ 1077686 w 1755321"/>
                <a:gd name="connsiteY50" fmla="*/ 1136766 h 2630830"/>
                <a:gd name="connsiteX51" fmla="*/ 1036864 w 1755321"/>
                <a:gd name="connsiteY51" fmla="*/ 1087780 h 2630830"/>
                <a:gd name="connsiteX52" fmla="*/ 1004207 w 1755321"/>
                <a:gd name="connsiteY52" fmla="*/ 1030630 h 2630830"/>
                <a:gd name="connsiteX53" fmla="*/ 987878 w 1755321"/>
                <a:gd name="connsiteY53" fmla="*/ 1006137 h 2630830"/>
                <a:gd name="connsiteX54" fmla="*/ 971550 w 1755321"/>
                <a:gd name="connsiteY54" fmla="*/ 916330 h 2630830"/>
                <a:gd name="connsiteX55" fmla="*/ 963386 w 1755321"/>
                <a:gd name="connsiteY55" fmla="*/ 875509 h 2630830"/>
                <a:gd name="connsiteX56" fmla="*/ 955221 w 1755321"/>
                <a:gd name="connsiteY56" fmla="*/ 818359 h 2630830"/>
                <a:gd name="connsiteX57" fmla="*/ 963386 w 1755321"/>
                <a:gd name="connsiteY57" fmla="*/ 679566 h 2630830"/>
                <a:gd name="connsiteX58" fmla="*/ 971550 w 1755321"/>
                <a:gd name="connsiteY58" fmla="*/ 655073 h 2630830"/>
                <a:gd name="connsiteX59" fmla="*/ 996043 w 1755321"/>
                <a:gd name="connsiteY59" fmla="*/ 622416 h 2630830"/>
                <a:gd name="connsiteX60" fmla="*/ 1028700 w 1755321"/>
                <a:gd name="connsiteY60" fmla="*/ 597923 h 2630830"/>
                <a:gd name="connsiteX61" fmla="*/ 1061357 w 1755321"/>
                <a:gd name="connsiteY61" fmla="*/ 548937 h 2630830"/>
                <a:gd name="connsiteX62" fmla="*/ 1110343 w 1755321"/>
                <a:gd name="connsiteY62" fmla="*/ 508116 h 2630830"/>
                <a:gd name="connsiteX63" fmla="*/ 1134836 w 1755321"/>
                <a:gd name="connsiteY63" fmla="*/ 491787 h 2630830"/>
                <a:gd name="connsiteX64" fmla="*/ 1183821 w 1755321"/>
                <a:gd name="connsiteY64" fmla="*/ 459130 h 2630830"/>
                <a:gd name="connsiteX65" fmla="*/ 1257300 w 1755321"/>
                <a:gd name="connsiteY65" fmla="*/ 467294 h 2630830"/>
                <a:gd name="connsiteX66" fmla="*/ 1273628 w 1755321"/>
                <a:gd name="connsiteY66" fmla="*/ 491787 h 2630830"/>
                <a:gd name="connsiteX67" fmla="*/ 1330778 w 1755321"/>
                <a:gd name="connsiteY67" fmla="*/ 548937 h 2630830"/>
                <a:gd name="connsiteX68" fmla="*/ 1355271 w 1755321"/>
                <a:gd name="connsiteY68" fmla="*/ 565266 h 2630830"/>
                <a:gd name="connsiteX69" fmla="*/ 1379764 w 1755321"/>
                <a:gd name="connsiteY69" fmla="*/ 573430 h 2630830"/>
                <a:gd name="connsiteX70" fmla="*/ 1412421 w 1755321"/>
                <a:gd name="connsiteY70" fmla="*/ 589759 h 2630830"/>
                <a:gd name="connsiteX71" fmla="*/ 1632857 w 1755321"/>
                <a:gd name="connsiteY71" fmla="*/ 581594 h 2630830"/>
                <a:gd name="connsiteX72" fmla="*/ 1665514 w 1755321"/>
                <a:gd name="connsiteY72" fmla="*/ 573430 h 2630830"/>
                <a:gd name="connsiteX73" fmla="*/ 1690007 w 1755321"/>
                <a:gd name="connsiteY73" fmla="*/ 557101 h 2630830"/>
                <a:gd name="connsiteX74" fmla="*/ 1730828 w 1755321"/>
                <a:gd name="connsiteY74" fmla="*/ 508116 h 2630830"/>
                <a:gd name="connsiteX75" fmla="*/ 1738993 w 1755321"/>
                <a:gd name="connsiteY75" fmla="*/ 475459 h 2630830"/>
                <a:gd name="connsiteX76" fmla="*/ 1747157 w 1755321"/>
                <a:gd name="connsiteY76" fmla="*/ 450966 h 2630830"/>
                <a:gd name="connsiteX77" fmla="*/ 1738993 w 1755321"/>
                <a:gd name="connsiteY77" fmla="*/ 189709 h 2630830"/>
                <a:gd name="connsiteX78" fmla="*/ 1706336 w 1755321"/>
                <a:gd name="connsiteY78" fmla="*/ 140723 h 2630830"/>
                <a:gd name="connsiteX79" fmla="*/ 1665514 w 1755321"/>
                <a:gd name="connsiteY79" fmla="*/ 91737 h 2630830"/>
                <a:gd name="connsiteX80" fmla="*/ 1583871 w 1755321"/>
                <a:gd name="connsiteY80" fmla="*/ 67244 h 2630830"/>
                <a:gd name="connsiteX81" fmla="*/ 1559378 w 1755321"/>
                <a:gd name="connsiteY81" fmla="*/ 59080 h 2630830"/>
                <a:gd name="connsiteX82" fmla="*/ 1518557 w 1755321"/>
                <a:gd name="connsiteY82" fmla="*/ 42751 h 2630830"/>
                <a:gd name="connsiteX83" fmla="*/ 1404257 w 1755321"/>
                <a:gd name="connsiteY83" fmla="*/ 26423 h 2630830"/>
                <a:gd name="connsiteX84" fmla="*/ 1314450 w 1755321"/>
                <a:gd name="connsiteY84" fmla="*/ 18259 h 2630830"/>
                <a:gd name="connsiteX85" fmla="*/ 1289957 w 1755321"/>
                <a:gd name="connsiteY85" fmla="*/ 10094 h 2630830"/>
                <a:gd name="connsiteX86" fmla="*/ 996043 w 1755321"/>
                <a:gd name="connsiteY86" fmla="*/ 10094 h 2630830"/>
                <a:gd name="connsiteX87" fmla="*/ 947057 w 1755321"/>
                <a:gd name="connsiteY87" fmla="*/ 26423 h 2630830"/>
                <a:gd name="connsiteX88" fmla="*/ 832757 w 1755321"/>
                <a:gd name="connsiteY88" fmla="*/ 42751 h 2630830"/>
                <a:gd name="connsiteX89" fmla="*/ 751114 w 1755321"/>
                <a:gd name="connsiteY89" fmla="*/ 67244 h 2630830"/>
                <a:gd name="connsiteX90" fmla="*/ 685800 w 1755321"/>
                <a:gd name="connsiteY90" fmla="*/ 83573 h 2630830"/>
                <a:gd name="connsiteX91" fmla="*/ 661307 w 1755321"/>
                <a:gd name="connsiteY91" fmla="*/ 91737 h 2630830"/>
                <a:gd name="connsiteX92" fmla="*/ 604157 w 1755321"/>
                <a:gd name="connsiteY92" fmla="*/ 108066 h 2630830"/>
                <a:gd name="connsiteX93" fmla="*/ 579664 w 1755321"/>
                <a:gd name="connsiteY93" fmla="*/ 124394 h 2630830"/>
                <a:gd name="connsiteX94" fmla="*/ 481693 w 1755321"/>
                <a:gd name="connsiteY94" fmla="*/ 148887 h 2630830"/>
                <a:gd name="connsiteX95" fmla="*/ 424543 w 1755321"/>
                <a:gd name="connsiteY95" fmla="*/ 165216 h 2630830"/>
                <a:gd name="connsiteX96" fmla="*/ 400050 w 1755321"/>
                <a:gd name="connsiteY96" fmla="*/ 173380 h 2630830"/>
                <a:gd name="connsiteX97" fmla="*/ 342900 w 1755321"/>
                <a:gd name="connsiteY97" fmla="*/ 189709 h 2630830"/>
                <a:gd name="connsiteX98" fmla="*/ 285750 w 1755321"/>
                <a:gd name="connsiteY98" fmla="*/ 230530 h 2630830"/>
                <a:gd name="connsiteX99" fmla="*/ 261257 w 1755321"/>
                <a:gd name="connsiteY99" fmla="*/ 263187 h 2630830"/>
                <a:gd name="connsiteX100" fmla="*/ 228600 w 1755321"/>
                <a:gd name="connsiteY100" fmla="*/ 287680 h 2630830"/>
                <a:gd name="connsiteX101" fmla="*/ 195943 w 1755321"/>
                <a:gd name="connsiteY101" fmla="*/ 344830 h 2630830"/>
                <a:gd name="connsiteX102" fmla="*/ 179614 w 1755321"/>
                <a:gd name="connsiteY102" fmla="*/ 369323 h 2630830"/>
                <a:gd name="connsiteX103" fmla="*/ 171450 w 1755321"/>
                <a:gd name="connsiteY103" fmla="*/ 393816 h 2630830"/>
                <a:gd name="connsiteX104" fmla="*/ 155121 w 1755321"/>
                <a:gd name="connsiteY104" fmla="*/ 426473 h 2630830"/>
                <a:gd name="connsiteX105" fmla="*/ 130628 w 1755321"/>
                <a:gd name="connsiteY105" fmla="*/ 491787 h 2630830"/>
                <a:gd name="connsiteX106" fmla="*/ 114300 w 1755321"/>
                <a:gd name="connsiteY106" fmla="*/ 557101 h 2630830"/>
                <a:gd name="connsiteX107" fmla="*/ 89807 w 1755321"/>
                <a:gd name="connsiteY107" fmla="*/ 646909 h 2630830"/>
                <a:gd name="connsiteX108" fmla="*/ 73478 w 1755321"/>
                <a:gd name="connsiteY108" fmla="*/ 712223 h 2630830"/>
                <a:gd name="connsiteX109" fmla="*/ 65314 w 1755321"/>
                <a:gd name="connsiteY109" fmla="*/ 736716 h 2630830"/>
                <a:gd name="connsiteX110" fmla="*/ 48986 w 1755321"/>
                <a:gd name="connsiteY110" fmla="*/ 826523 h 2630830"/>
                <a:gd name="connsiteX111" fmla="*/ 32657 w 1755321"/>
                <a:gd name="connsiteY111" fmla="*/ 932659 h 2630830"/>
                <a:gd name="connsiteX112" fmla="*/ 24493 w 1755321"/>
                <a:gd name="connsiteY112" fmla="*/ 1128601 h 2630830"/>
                <a:gd name="connsiteX113" fmla="*/ 8164 w 1755321"/>
                <a:gd name="connsiteY113" fmla="*/ 1234737 h 2630830"/>
                <a:gd name="connsiteX114" fmla="*/ 0 w 1755321"/>
                <a:gd name="connsiteY114" fmla="*/ 1300051 h 2630830"/>
                <a:gd name="connsiteX115" fmla="*/ 8164 w 1755321"/>
                <a:gd name="connsiteY115" fmla="*/ 1700101 h 2630830"/>
                <a:gd name="connsiteX116" fmla="*/ 16328 w 1755321"/>
                <a:gd name="connsiteY116" fmla="*/ 1740923 h 2630830"/>
                <a:gd name="connsiteX117" fmla="*/ 24493 w 1755321"/>
                <a:gd name="connsiteY117" fmla="*/ 1806237 h 2630830"/>
                <a:gd name="connsiteX118" fmla="*/ 32657 w 1755321"/>
                <a:gd name="connsiteY118" fmla="*/ 1855223 h 2630830"/>
                <a:gd name="connsiteX119" fmla="*/ 40821 w 1755321"/>
                <a:gd name="connsiteY119" fmla="*/ 1912373 h 2630830"/>
                <a:gd name="connsiteX120" fmla="*/ 48986 w 1755321"/>
                <a:gd name="connsiteY120" fmla="*/ 1936866 h 2630830"/>
                <a:gd name="connsiteX121" fmla="*/ 57150 w 1755321"/>
                <a:gd name="connsiteY121" fmla="*/ 1977687 h 2630830"/>
                <a:gd name="connsiteX122" fmla="*/ 89807 w 1755321"/>
                <a:gd name="connsiteY122" fmla="*/ 2059330 h 2630830"/>
                <a:gd name="connsiteX123" fmla="*/ 106136 w 1755321"/>
                <a:gd name="connsiteY123" fmla="*/ 2124644 h 2630830"/>
                <a:gd name="connsiteX124" fmla="*/ 114300 w 1755321"/>
                <a:gd name="connsiteY124" fmla="*/ 2157301 h 2630830"/>
                <a:gd name="connsiteX125" fmla="*/ 122464 w 1755321"/>
                <a:gd name="connsiteY125" fmla="*/ 2181794 h 2630830"/>
                <a:gd name="connsiteX126" fmla="*/ 146957 w 1755321"/>
                <a:gd name="connsiteY126" fmla="*/ 2312423 h 2630830"/>
                <a:gd name="connsiteX127" fmla="*/ 163286 w 1755321"/>
                <a:gd name="connsiteY127" fmla="*/ 2361409 h 2630830"/>
                <a:gd name="connsiteX128" fmla="*/ 171450 w 1755321"/>
                <a:gd name="connsiteY128" fmla="*/ 2385901 h 2630830"/>
                <a:gd name="connsiteX129" fmla="*/ 195943 w 1755321"/>
                <a:gd name="connsiteY129" fmla="*/ 2483873 h 2630830"/>
                <a:gd name="connsiteX130" fmla="*/ 204107 w 1755321"/>
                <a:gd name="connsiteY130" fmla="*/ 2508366 h 2630830"/>
                <a:gd name="connsiteX131" fmla="*/ 236764 w 1755321"/>
                <a:gd name="connsiteY131" fmla="*/ 2557351 h 2630830"/>
                <a:gd name="connsiteX132" fmla="*/ 302078 w 1755321"/>
                <a:gd name="connsiteY132" fmla="*/ 2614501 h 2630830"/>
                <a:gd name="connsiteX133" fmla="*/ 342900 w 1755321"/>
                <a:gd name="connsiteY133" fmla="*/ 2614501 h 263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755321" h="2630830">
                  <a:moveTo>
                    <a:pt x="636814" y="2630830"/>
                  </a:moveTo>
                  <a:cubicBezTo>
                    <a:pt x="634093" y="2617223"/>
                    <a:pt x="632015" y="2603471"/>
                    <a:pt x="628650" y="2590009"/>
                  </a:cubicBezTo>
                  <a:cubicBezTo>
                    <a:pt x="626563" y="2581660"/>
                    <a:pt x="622353" y="2573917"/>
                    <a:pt x="620486" y="2565516"/>
                  </a:cubicBezTo>
                  <a:cubicBezTo>
                    <a:pt x="616895" y="2549356"/>
                    <a:pt x="615043" y="2532859"/>
                    <a:pt x="612321" y="2516530"/>
                  </a:cubicBezTo>
                  <a:cubicBezTo>
                    <a:pt x="615043" y="2459380"/>
                    <a:pt x="615734" y="2402097"/>
                    <a:pt x="620486" y="2345080"/>
                  </a:cubicBezTo>
                  <a:cubicBezTo>
                    <a:pt x="621201" y="2336504"/>
                    <a:pt x="626962" y="2329026"/>
                    <a:pt x="628650" y="2320587"/>
                  </a:cubicBezTo>
                  <a:cubicBezTo>
                    <a:pt x="632424" y="2301717"/>
                    <a:pt x="634271" y="2282512"/>
                    <a:pt x="636814" y="2263437"/>
                  </a:cubicBezTo>
                  <a:cubicBezTo>
                    <a:pt x="643289" y="2214874"/>
                    <a:pt x="650116" y="2144916"/>
                    <a:pt x="661307" y="2100151"/>
                  </a:cubicBezTo>
                  <a:cubicBezTo>
                    <a:pt x="686829" y="1998061"/>
                    <a:pt x="654210" y="2124989"/>
                    <a:pt x="677636" y="2043001"/>
                  </a:cubicBezTo>
                  <a:cubicBezTo>
                    <a:pt x="702316" y="1956622"/>
                    <a:pt x="663320" y="2077782"/>
                    <a:pt x="702128" y="1961359"/>
                  </a:cubicBezTo>
                  <a:lnTo>
                    <a:pt x="718457" y="1912373"/>
                  </a:lnTo>
                  <a:cubicBezTo>
                    <a:pt x="721178" y="1904209"/>
                    <a:pt x="724534" y="1896229"/>
                    <a:pt x="726621" y="1887880"/>
                  </a:cubicBezTo>
                  <a:cubicBezTo>
                    <a:pt x="738961" y="1838525"/>
                    <a:pt x="731238" y="1865868"/>
                    <a:pt x="751114" y="1806237"/>
                  </a:cubicBezTo>
                  <a:lnTo>
                    <a:pt x="775607" y="1732759"/>
                  </a:lnTo>
                  <a:cubicBezTo>
                    <a:pt x="775609" y="1732754"/>
                    <a:pt x="791933" y="1683777"/>
                    <a:pt x="791936" y="1683773"/>
                  </a:cubicBezTo>
                  <a:cubicBezTo>
                    <a:pt x="797379" y="1675609"/>
                    <a:pt x="803876" y="1668056"/>
                    <a:pt x="808264" y="1659280"/>
                  </a:cubicBezTo>
                  <a:cubicBezTo>
                    <a:pt x="812113" y="1651583"/>
                    <a:pt x="811052" y="1641507"/>
                    <a:pt x="816428" y="1634787"/>
                  </a:cubicBezTo>
                  <a:cubicBezTo>
                    <a:pt x="822558" y="1627125"/>
                    <a:pt x="832757" y="1623902"/>
                    <a:pt x="840921" y="1618459"/>
                  </a:cubicBezTo>
                  <a:cubicBezTo>
                    <a:pt x="848110" y="1596893"/>
                    <a:pt x="860690" y="1551998"/>
                    <a:pt x="881743" y="1544980"/>
                  </a:cubicBezTo>
                  <a:lnTo>
                    <a:pt x="930728" y="1528651"/>
                  </a:lnTo>
                  <a:lnTo>
                    <a:pt x="955221" y="1520487"/>
                  </a:lnTo>
                  <a:cubicBezTo>
                    <a:pt x="1001485" y="1523208"/>
                    <a:pt x="1048059" y="1522657"/>
                    <a:pt x="1094014" y="1528651"/>
                  </a:cubicBezTo>
                  <a:cubicBezTo>
                    <a:pt x="1111081" y="1530877"/>
                    <a:pt x="1126671" y="1539537"/>
                    <a:pt x="1143000" y="1544980"/>
                  </a:cubicBezTo>
                  <a:lnTo>
                    <a:pt x="1167493" y="1553144"/>
                  </a:lnTo>
                  <a:cubicBezTo>
                    <a:pt x="1175657" y="1558587"/>
                    <a:pt x="1183210" y="1565085"/>
                    <a:pt x="1191986" y="1569473"/>
                  </a:cubicBezTo>
                  <a:cubicBezTo>
                    <a:pt x="1224412" y="1585686"/>
                    <a:pt x="1210885" y="1567223"/>
                    <a:pt x="1240971" y="1593966"/>
                  </a:cubicBezTo>
                  <a:cubicBezTo>
                    <a:pt x="1324858" y="1668531"/>
                    <a:pt x="1258862" y="1622220"/>
                    <a:pt x="1314450" y="1659280"/>
                  </a:cubicBezTo>
                  <a:cubicBezTo>
                    <a:pt x="1317171" y="1667444"/>
                    <a:pt x="1317840" y="1676612"/>
                    <a:pt x="1322614" y="1683773"/>
                  </a:cubicBezTo>
                  <a:cubicBezTo>
                    <a:pt x="1340589" y="1710735"/>
                    <a:pt x="1352722" y="1709571"/>
                    <a:pt x="1379764" y="1724594"/>
                  </a:cubicBezTo>
                  <a:cubicBezTo>
                    <a:pt x="1393636" y="1732300"/>
                    <a:pt x="1406085" y="1742642"/>
                    <a:pt x="1420586" y="1749087"/>
                  </a:cubicBezTo>
                  <a:cubicBezTo>
                    <a:pt x="1430840" y="1753644"/>
                    <a:pt x="1442454" y="1754168"/>
                    <a:pt x="1453243" y="1757251"/>
                  </a:cubicBezTo>
                  <a:cubicBezTo>
                    <a:pt x="1461518" y="1759615"/>
                    <a:pt x="1469572" y="1762694"/>
                    <a:pt x="1477736" y="1765416"/>
                  </a:cubicBezTo>
                  <a:cubicBezTo>
                    <a:pt x="1494064" y="1762694"/>
                    <a:pt x="1510662" y="1761266"/>
                    <a:pt x="1526721" y="1757251"/>
                  </a:cubicBezTo>
                  <a:cubicBezTo>
                    <a:pt x="1556465" y="1749815"/>
                    <a:pt x="1582083" y="1739612"/>
                    <a:pt x="1608364" y="1724594"/>
                  </a:cubicBezTo>
                  <a:cubicBezTo>
                    <a:pt x="1616883" y="1719726"/>
                    <a:pt x="1625523" y="1714785"/>
                    <a:pt x="1632857" y="1708266"/>
                  </a:cubicBezTo>
                  <a:cubicBezTo>
                    <a:pt x="1676811" y="1669196"/>
                    <a:pt x="1676622" y="1666241"/>
                    <a:pt x="1706336" y="1626623"/>
                  </a:cubicBezTo>
                  <a:cubicBezTo>
                    <a:pt x="1709057" y="1618459"/>
                    <a:pt x="1710321" y="1609653"/>
                    <a:pt x="1714500" y="1602130"/>
                  </a:cubicBezTo>
                  <a:cubicBezTo>
                    <a:pt x="1724030" y="1584975"/>
                    <a:pt x="1747157" y="1553144"/>
                    <a:pt x="1747157" y="1553144"/>
                  </a:cubicBezTo>
                  <a:cubicBezTo>
                    <a:pt x="1749878" y="1542258"/>
                    <a:pt x="1755321" y="1531708"/>
                    <a:pt x="1755321" y="1520487"/>
                  </a:cubicBezTo>
                  <a:cubicBezTo>
                    <a:pt x="1755321" y="1435147"/>
                    <a:pt x="1752967" y="1463259"/>
                    <a:pt x="1738993" y="1414351"/>
                  </a:cubicBezTo>
                  <a:cubicBezTo>
                    <a:pt x="1736508" y="1405653"/>
                    <a:pt x="1728419" y="1367560"/>
                    <a:pt x="1722664" y="1357201"/>
                  </a:cubicBezTo>
                  <a:cubicBezTo>
                    <a:pt x="1713134" y="1340046"/>
                    <a:pt x="1700893" y="1324544"/>
                    <a:pt x="1690007" y="1308216"/>
                  </a:cubicBezTo>
                  <a:cubicBezTo>
                    <a:pt x="1684564" y="1300052"/>
                    <a:pt x="1680616" y="1290662"/>
                    <a:pt x="1673678" y="1283723"/>
                  </a:cubicBezTo>
                  <a:cubicBezTo>
                    <a:pt x="1658297" y="1268342"/>
                    <a:pt x="1645153" y="1251994"/>
                    <a:pt x="1624693" y="1242901"/>
                  </a:cubicBezTo>
                  <a:cubicBezTo>
                    <a:pt x="1608965" y="1235911"/>
                    <a:pt x="1592036" y="1232016"/>
                    <a:pt x="1575707" y="1226573"/>
                  </a:cubicBezTo>
                  <a:cubicBezTo>
                    <a:pt x="1567543" y="1223852"/>
                    <a:pt x="1559807" y="1218886"/>
                    <a:pt x="1551214" y="1218409"/>
                  </a:cubicBezTo>
                  <a:lnTo>
                    <a:pt x="1404257" y="1210244"/>
                  </a:lnTo>
                  <a:lnTo>
                    <a:pt x="1191986" y="1202080"/>
                  </a:lnTo>
                  <a:cubicBezTo>
                    <a:pt x="1181100" y="1199359"/>
                    <a:pt x="1169642" y="1198336"/>
                    <a:pt x="1159328" y="1193916"/>
                  </a:cubicBezTo>
                  <a:cubicBezTo>
                    <a:pt x="1126938" y="1180034"/>
                    <a:pt x="1139763" y="1174108"/>
                    <a:pt x="1110343" y="1153094"/>
                  </a:cubicBezTo>
                  <a:cubicBezTo>
                    <a:pt x="1100439" y="1146020"/>
                    <a:pt x="1088572" y="1142209"/>
                    <a:pt x="1077686" y="1136766"/>
                  </a:cubicBezTo>
                  <a:cubicBezTo>
                    <a:pt x="1037140" y="1075948"/>
                    <a:pt x="1089255" y="1150650"/>
                    <a:pt x="1036864" y="1087780"/>
                  </a:cubicBezTo>
                  <a:cubicBezTo>
                    <a:pt x="1018784" y="1066084"/>
                    <a:pt x="1018723" y="1056033"/>
                    <a:pt x="1004207" y="1030630"/>
                  </a:cubicBezTo>
                  <a:cubicBezTo>
                    <a:pt x="999339" y="1022111"/>
                    <a:pt x="993321" y="1014301"/>
                    <a:pt x="987878" y="1006137"/>
                  </a:cubicBezTo>
                  <a:cubicBezTo>
                    <a:pt x="971224" y="956173"/>
                    <a:pt x="984738" y="1002053"/>
                    <a:pt x="971550" y="916330"/>
                  </a:cubicBezTo>
                  <a:cubicBezTo>
                    <a:pt x="969440" y="902615"/>
                    <a:pt x="965667" y="889197"/>
                    <a:pt x="963386" y="875509"/>
                  </a:cubicBezTo>
                  <a:cubicBezTo>
                    <a:pt x="960222" y="856527"/>
                    <a:pt x="957943" y="837409"/>
                    <a:pt x="955221" y="818359"/>
                  </a:cubicBezTo>
                  <a:cubicBezTo>
                    <a:pt x="957943" y="772095"/>
                    <a:pt x="958774" y="725680"/>
                    <a:pt x="963386" y="679566"/>
                  </a:cubicBezTo>
                  <a:cubicBezTo>
                    <a:pt x="964242" y="671003"/>
                    <a:pt x="967280" y="662545"/>
                    <a:pt x="971550" y="655073"/>
                  </a:cubicBezTo>
                  <a:cubicBezTo>
                    <a:pt x="978301" y="643259"/>
                    <a:pt x="986421" y="632038"/>
                    <a:pt x="996043" y="622416"/>
                  </a:cubicBezTo>
                  <a:cubicBezTo>
                    <a:pt x="1005665" y="612794"/>
                    <a:pt x="1017814" y="606087"/>
                    <a:pt x="1028700" y="597923"/>
                  </a:cubicBezTo>
                  <a:cubicBezTo>
                    <a:pt x="1039586" y="581594"/>
                    <a:pt x="1045028" y="559822"/>
                    <a:pt x="1061357" y="548937"/>
                  </a:cubicBezTo>
                  <a:cubicBezTo>
                    <a:pt x="1122162" y="508402"/>
                    <a:pt x="1047488" y="560495"/>
                    <a:pt x="1110343" y="508116"/>
                  </a:cubicBezTo>
                  <a:cubicBezTo>
                    <a:pt x="1117881" y="501834"/>
                    <a:pt x="1127298" y="498069"/>
                    <a:pt x="1134836" y="491787"/>
                  </a:cubicBezTo>
                  <a:cubicBezTo>
                    <a:pt x="1175606" y="457811"/>
                    <a:pt x="1140777" y="473477"/>
                    <a:pt x="1183821" y="459130"/>
                  </a:cubicBezTo>
                  <a:cubicBezTo>
                    <a:pt x="1208314" y="461851"/>
                    <a:pt x="1234140" y="458872"/>
                    <a:pt x="1257300" y="467294"/>
                  </a:cubicBezTo>
                  <a:cubicBezTo>
                    <a:pt x="1266521" y="470647"/>
                    <a:pt x="1267064" y="484494"/>
                    <a:pt x="1273628" y="491787"/>
                  </a:cubicBezTo>
                  <a:cubicBezTo>
                    <a:pt x="1291650" y="511812"/>
                    <a:pt x="1308362" y="533993"/>
                    <a:pt x="1330778" y="548937"/>
                  </a:cubicBezTo>
                  <a:cubicBezTo>
                    <a:pt x="1338942" y="554380"/>
                    <a:pt x="1346495" y="560878"/>
                    <a:pt x="1355271" y="565266"/>
                  </a:cubicBezTo>
                  <a:cubicBezTo>
                    <a:pt x="1362968" y="569115"/>
                    <a:pt x="1371854" y="570040"/>
                    <a:pt x="1379764" y="573430"/>
                  </a:cubicBezTo>
                  <a:cubicBezTo>
                    <a:pt x="1390951" y="578224"/>
                    <a:pt x="1401535" y="584316"/>
                    <a:pt x="1412421" y="589759"/>
                  </a:cubicBezTo>
                  <a:cubicBezTo>
                    <a:pt x="1485900" y="587037"/>
                    <a:pt x="1559481" y="586328"/>
                    <a:pt x="1632857" y="581594"/>
                  </a:cubicBezTo>
                  <a:cubicBezTo>
                    <a:pt x="1644054" y="580872"/>
                    <a:pt x="1655201" y="577850"/>
                    <a:pt x="1665514" y="573430"/>
                  </a:cubicBezTo>
                  <a:cubicBezTo>
                    <a:pt x="1674533" y="569565"/>
                    <a:pt x="1682469" y="563383"/>
                    <a:pt x="1690007" y="557101"/>
                  </a:cubicBezTo>
                  <a:cubicBezTo>
                    <a:pt x="1713583" y="537455"/>
                    <a:pt x="1714772" y="532201"/>
                    <a:pt x="1730828" y="508116"/>
                  </a:cubicBezTo>
                  <a:cubicBezTo>
                    <a:pt x="1733550" y="497230"/>
                    <a:pt x="1735910" y="486248"/>
                    <a:pt x="1738993" y="475459"/>
                  </a:cubicBezTo>
                  <a:cubicBezTo>
                    <a:pt x="1741357" y="467184"/>
                    <a:pt x="1747157" y="459572"/>
                    <a:pt x="1747157" y="450966"/>
                  </a:cubicBezTo>
                  <a:cubicBezTo>
                    <a:pt x="1747157" y="363838"/>
                    <a:pt x="1750359" y="276093"/>
                    <a:pt x="1738993" y="189709"/>
                  </a:cubicBezTo>
                  <a:cubicBezTo>
                    <a:pt x="1736433" y="170252"/>
                    <a:pt x="1717222" y="157052"/>
                    <a:pt x="1706336" y="140723"/>
                  </a:cubicBezTo>
                  <a:cubicBezTo>
                    <a:pt x="1696173" y="125479"/>
                    <a:pt x="1682153" y="100981"/>
                    <a:pt x="1665514" y="91737"/>
                  </a:cubicBezTo>
                  <a:cubicBezTo>
                    <a:pt x="1644979" y="80329"/>
                    <a:pt x="1607739" y="74064"/>
                    <a:pt x="1583871" y="67244"/>
                  </a:cubicBezTo>
                  <a:cubicBezTo>
                    <a:pt x="1575596" y="64880"/>
                    <a:pt x="1567436" y="62102"/>
                    <a:pt x="1559378" y="59080"/>
                  </a:cubicBezTo>
                  <a:cubicBezTo>
                    <a:pt x="1545656" y="53934"/>
                    <a:pt x="1532594" y="46962"/>
                    <a:pt x="1518557" y="42751"/>
                  </a:cubicBezTo>
                  <a:cubicBezTo>
                    <a:pt x="1488795" y="33822"/>
                    <a:pt x="1428971" y="28894"/>
                    <a:pt x="1404257" y="26423"/>
                  </a:cubicBezTo>
                  <a:lnTo>
                    <a:pt x="1314450" y="18259"/>
                  </a:lnTo>
                  <a:cubicBezTo>
                    <a:pt x="1306286" y="15537"/>
                    <a:pt x="1298396" y="11782"/>
                    <a:pt x="1289957" y="10094"/>
                  </a:cubicBezTo>
                  <a:cubicBezTo>
                    <a:pt x="1187616" y="-10375"/>
                    <a:pt x="1116686" y="5934"/>
                    <a:pt x="996043" y="10094"/>
                  </a:cubicBezTo>
                  <a:cubicBezTo>
                    <a:pt x="979714" y="15537"/>
                    <a:pt x="964136" y="24288"/>
                    <a:pt x="947057" y="26423"/>
                  </a:cubicBezTo>
                  <a:cubicBezTo>
                    <a:pt x="906932" y="31438"/>
                    <a:pt x="871988" y="34905"/>
                    <a:pt x="832757" y="42751"/>
                  </a:cubicBezTo>
                  <a:cubicBezTo>
                    <a:pt x="768001" y="55702"/>
                    <a:pt x="834369" y="46430"/>
                    <a:pt x="751114" y="67244"/>
                  </a:cubicBezTo>
                  <a:cubicBezTo>
                    <a:pt x="729343" y="72687"/>
                    <a:pt x="707090" y="76477"/>
                    <a:pt x="685800" y="83573"/>
                  </a:cubicBezTo>
                  <a:cubicBezTo>
                    <a:pt x="677636" y="86294"/>
                    <a:pt x="669582" y="89373"/>
                    <a:pt x="661307" y="91737"/>
                  </a:cubicBezTo>
                  <a:cubicBezTo>
                    <a:pt x="649092" y="95227"/>
                    <a:pt x="617212" y="101538"/>
                    <a:pt x="604157" y="108066"/>
                  </a:cubicBezTo>
                  <a:cubicBezTo>
                    <a:pt x="595381" y="112454"/>
                    <a:pt x="588885" y="121041"/>
                    <a:pt x="579664" y="124394"/>
                  </a:cubicBezTo>
                  <a:cubicBezTo>
                    <a:pt x="489861" y="157050"/>
                    <a:pt x="542923" y="128478"/>
                    <a:pt x="481693" y="148887"/>
                  </a:cubicBezTo>
                  <a:cubicBezTo>
                    <a:pt x="422967" y="168461"/>
                    <a:pt x="496304" y="144712"/>
                    <a:pt x="424543" y="165216"/>
                  </a:cubicBezTo>
                  <a:cubicBezTo>
                    <a:pt x="416268" y="167580"/>
                    <a:pt x="408325" y="171016"/>
                    <a:pt x="400050" y="173380"/>
                  </a:cubicBezTo>
                  <a:cubicBezTo>
                    <a:pt x="387835" y="176870"/>
                    <a:pt x="355955" y="183181"/>
                    <a:pt x="342900" y="189709"/>
                  </a:cubicBezTo>
                  <a:cubicBezTo>
                    <a:pt x="333626" y="194346"/>
                    <a:pt x="289451" y="226829"/>
                    <a:pt x="285750" y="230530"/>
                  </a:cubicBezTo>
                  <a:cubicBezTo>
                    <a:pt x="276128" y="240152"/>
                    <a:pt x="270879" y="253565"/>
                    <a:pt x="261257" y="263187"/>
                  </a:cubicBezTo>
                  <a:cubicBezTo>
                    <a:pt x="251635" y="272809"/>
                    <a:pt x="238222" y="278058"/>
                    <a:pt x="228600" y="287680"/>
                  </a:cubicBezTo>
                  <a:cubicBezTo>
                    <a:pt x="215337" y="300943"/>
                    <a:pt x="204483" y="329885"/>
                    <a:pt x="195943" y="344830"/>
                  </a:cubicBezTo>
                  <a:cubicBezTo>
                    <a:pt x="191075" y="353350"/>
                    <a:pt x="185057" y="361159"/>
                    <a:pt x="179614" y="369323"/>
                  </a:cubicBezTo>
                  <a:cubicBezTo>
                    <a:pt x="176893" y="377487"/>
                    <a:pt x="174840" y="385906"/>
                    <a:pt x="171450" y="393816"/>
                  </a:cubicBezTo>
                  <a:cubicBezTo>
                    <a:pt x="166656" y="405003"/>
                    <a:pt x="159394" y="415077"/>
                    <a:pt x="155121" y="426473"/>
                  </a:cubicBezTo>
                  <a:cubicBezTo>
                    <a:pt x="121772" y="515402"/>
                    <a:pt x="176090" y="400865"/>
                    <a:pt x="130628" y="491787"/>
                  </a:cubicBezTo>
                  <a:cubicBezTo>
                    <a:pt x="125185" y="513558"/>
                    <a:pt x="121396" y="535811"/>
                    <a:pt x="114300" y="557101"/>
                  </a:cubicBezTo>
                  <a:cubicBezTo>
                    <a:pt x="99040" y="602883"/>
                    <a:pt x="108222" y="573248"/>
                    <a:pt x="89807" y="646909"/>
                  </a:cubicBezTo>
                  <a:lnTo>
                    <a:pt x="73478" y="712223"/>
                  </a:lnTo>
                  <a:cubicBezTo>
                    <a:pt x="70757" y="720387"/>
                    <a:pt x="67401" y="728367"/>
                    <a:pt x="65314" y="736716"/>
                  </a:cubicBezTo>
                  <a:cubicBezTo>
                    <a:pt x="60218" y="757100"/>
                    <a:pt x="51898" y="807594"/>
                    <a:pt x="48986" y="826523"/>
                  </a:cubicBezTo>
                  <a:cubicBezTo>
                    <a:pt x="27975" y="963093"/>
                    <a:pt x="53021" y="810469"/>
                    <a:pt x="32657" y="932659"/>
                  </a:cubicBezTo>
                  <a:cubicBezTo>
                    <a:pt x="29936" y="997973"/>
                    <a:pt x="28702" y="1063366"/>
                    <a:pt x="24493" y="1128601"/>
                  </a:cubicBezTo>
                  <a:cubicBezTo>
                    <a:pt x="22945" y="1152598"/>
                    <a:pt x="11785" y="1209386"/>
                    <a:pt x="8164" y="1234737"/>
                  </a:cubicBezTo>
                  <a:cubicBezTo>
                    <a:pt x="5061" y="1256457"/>
                    <a:pt x="2721" y="1278280"/>
                    <a:pt x="0" y="1300051"/>
                  </a:cubicBezTo>
                  <a:cubicBezTo>
                    <a:pt x="2721" y="1433401"/>
                    <a:pt x="3228" y="1566815"/>
                    <a:pt x="8164" y="1700101"/>
                  </a:cubicBezTo>
                  <a:cubicBezTo>
                    <a:pt x="8678" y="1713968"/>
                    <a:pt x="14218" y="1727208"/>
                    <a:pt x="16328" y="1740923"/>
                  </a:cubicBezTo>
                  <a:cubicBezTo>
                    <a:pt x="19664" y="1762609"/>
                    <a:pt x="21390" y="1784517"/>
                    <a:pt x="24493" y="1806237"/>
                  </a:cubicBezTo>
                  <a:cubicBezTo>
                    <a:pt x="26834" y="1822624"/>
                    <a:pt x="30140" y="1838862"/>
                    <a:pt x="32657" y="1855223"/>
                  </a:cubicBezTo>
                  <a:cubicBezTo>
                    <a:pt x="35583" y="1874243"/>
                    <a:pt x="37047" y="1893503"/>
                    <a:pt x="40821" y="1912373"/>
                  </a:cubicBezTo>
                  <a:cubicBezTo>
                    <a:pt x="42509" y="1920812"/>
                    <a:pt x="46899" y="1928517"/>
                    <a:pt x="48986" y="1936866"/>
                  </a:cubicBezTo>
                  <a:cubicBezTo>
                    <a:pt x="52352" y="1950328"/>
                    <a:pt x="53499" y="1964299"/>
                    <a:pt x="57150" y="1977687"/>
                  </a:cubicBezTo>
                  <a:cubicBezTo>
                    <a:pt x="69257" y="2022080"/>
                    <a:pt x="71487" y="2022690"/>
                    <a:pt x="89807" y="2059330"/>
                  </a:cubicBezTo>
                  <a:lnTo>
                    <a:pt x="106136" y="2124644"/>
                  </a:lnTo>
                  <a:cubicBezTo>
                    <a:pt x="108857" y="2135530"/>
                    <a:pt x="110752" y="2146656"/>
                    <a:pt x="114300" y="2157301"/>
                  </a:cubicBezTo>
                  <a:cubicBezTo>
                    <a:pt x="117021" y="2165465"/>
                    <a:pt x="120776" y="2173355"/>
                    <a:pt x="122464" y="2181794"/>
                  </a:cubicBezTo>
                  <a:cubicBezTo>
                    <a:pt x="132424" y="2231596"/>
                    <a:pt x="133547" y="2267723"/>
                    <a:pt x="146957" y="2312423"/>
                  </a:cubicBezTo>
                  <a:cubicBezTo>
                    <a:pt x="151903" y="2328909"/>
                    <a:pt x="157843" y="2345080"/>
                    <a:pt x="163286" y="2361409"/>
                  </a:cubicBezTo>
                  <a:cubicBezTo>
                    <a:pt x="166007" y="2369573"/>
                    <a:pt x="169363" y="2377552"/>
                    <a:pt x="171450" y="2385901"/>
                  </a:cubicBezTo>
                  <a:cubicBezTo>
                    <a:pt x="179614" y="2418558"/>
                    <a:pt x="185298" y="2451938"/>
                    <a:pt x="195943" y="2483873"/>
                  </a:cubicBezTo>
                  <a:cubicBezTo>
                    <a:pt x="198664" y="2492037"/>
                    <a:pt x="199928" y="2500843"/>
                    <a:pt x="204107" y="2508366"/>
                  </a:cubicBezTo>
                  <a:cubicBezTo>
                    <a:pt x="213637" y="2525521"/>
                    <a:pt x="225878" y="2541023"/>
                    <a:pt x="236764" y="2557351"/>
                  </a:cubicBezTo>
                  <a:cubicBezTo>
                    <a:pt x="251278" y="2579122"/>
                    <a:pt x="270329" y="2614501"/>
                    <a:pt x="302078" y="2614501"/>
                  </a:cubicBezTo>
                  <a:lnTo>
                    <a:pt x="342900" y="2614501"/>
                  </a:ln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Tree>
    <p:custDataLst>
      <p:tags r:id="rId1"/>
    </p:custDataLst>
    <p:extLst>
      <p:ext uri="{BB962C8B-B14F-4D97-AF65-F5344CB8AC3E}">
        <p14:creationId xmlns:p14="http://schemas.microsoft.com/office/powerpoint/2010/main" val="323173643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nodeType="clickEffect">
                                  <p:stCondLst>
                                    <p:cond delay="0"/>
                                  </p:stCondLst>
                                  <p:childTnLst>
                                    <p:set>
                                      <p:cBhvr>
                                        <p:cTn id="10" dur="1" fill="hold">
                                          <p:stCondLst>
                                            <p:cond delay="0"/>
                                          </p:stCondLst>
                                        </p:cTn>
                                        <p:tgtEl>
                                          <p:spTgt spid="15"/>
                                        </p:tgtEl>
                                        <p:attrNameLst>
                                          <p:attrName>style.visibility</p:attrName>
                                        </p:attrNameLst>
                                      </p:cBhvr>
                                      <p:to>
                                        <p:strVal val="hidden"/>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xit" presetSubtype="0" fill="hold" nodeType="clickEffect">
                                  <p:stCondLst>
                                    <p:cond delay="0"/>
                                  </p:stCondLst>
                                  <p:childTnLst>
                                    <p:set>
                                      <p:cBhvr>
                                        <p:cTn id="16" dur="1" fill="hold">
                                          <p:stCondLst>
                                            <p:cond delay="0"/>
                                          </p:stCondLst>
                                        </p:cTn>
                                        <p:tgtEl>
                                          <p:spTgt spid="13"/>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nodeType="clickEffect">
                                  <p:stCondLst>
                                    <p:cond delay="0"/>
                                  </p:stCondLst>
                                  <p:childTnLst>
                                    <p:set>
                                      <p:cBhvr>
                                        <p:cTn id="22" dur="1" fill="hold">
                                          <p:stCondLst>
                                            <p:cond delay="0"/>
                                          </p:stCondLst>
                                        </p:cTn>
                                        <p:tgtEl>
                                          <p:spTgt spid="21"/>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nodeType="clickEffect">
                                  <p:stCondLst>
                                    <p:cond delay="0"/>
                                  </p:stCondLst>
                                  <p:childTnLst>
                                    <p:set>
                                      <p:cBhvr>
                                        <p:cTn id="28" dur="1" fill="hold">
                                          <p:stCondLst>
                                            <p:cond delay="0"/>
                                          </p:stCondLst>
                                        </p:cTn>
                                        <p:tgtEl>
                                          <p:spTgt spid="11"/>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FAED03E4-95BB-47C3-B936-EEC887C5C447}"/>
              </a:ext>
            </a:extLst>
          </p:cNvPr>
          <p:cNvSpPr>
            <a:spLocks noGrp="1" noChangeArrowheads="1"/>
          </p:cNvSpPr>
          <p:nvPr>
            <p:ph type="title"/>
            <p:custDataLst>
              <p:tags r:id="rId2"/>
            </p:custDataLst>
          </p:nvPr>
        </p:nvSpPr>
        <p:spPr>
          <a:xfrm>
            <a:off x="457200" y="274638"/>
            <a:ext cx="7467600" cy="1143000"/>
          </a:xfrm>
        </p:spPr>
        <p:txBody>
          <a:bodyPr/>
          <a:lstStyle/>
          <a:p>
            <a:r>
              <a:rPr lang="en-US" altLang="en-US" dirty="0"/>
              <a:t>Pipelined Data Path</a:t>
            </a:r>
          </a:p>
        </p:txBody>
      </p:sp>
      <p:pic>
        <p:nvPicPr>
          <p:cNvPr id="22531" name="Picture 10" descr="f0612">
            <a:extLst>
              <a:ext uri="{FF2B5EF4-FFF2-40B4-BE49-F238E27FC236}">
                <a16:creationId xmlns:a16="http://schemas.microsoft.com/office/drawing/2014/main" id="{22977FFE-36EC-4FD3-8C14-4192122160F0}"/>
              </a:ext>
            </a:extLst>
          </p:cNvPr>
          <p:cNvPicPr>
            <a:picLocks noChangeAspect="1" noChangeArrowheads="1"/>
          </p:cNvPicPr>
          <p:nvPr>
            <p:custDataLst>
              <p:tags r:id="rId3"/>
            </p:custDataLst>
          </p:nvPr>
        </p:nvPicPr>
        <p:blipFill>
          <a:blip r:embed="rId30">
            <a:extLst>
              <a:ext uri="{28A0092B-C50C-407E-A947-70E740481C1C}">
                <a14:useLocalDpi xmlns:a14="http://schemas.microsoft.com/office/drawing/2010/main" val="0"/>
              </a:ext>
            </a:extLst>
          </a:blip>
          <a:srcRect/>
          <a:stretch>
            <a:fillRect/>
          </a:stretch>
        </p:blipFill>
        <p:spPr bwMode="auto">
          <a:xfrm>
            <a:off x="228600" y="1600200"/>
            <a:ext cx="8686800" cy="467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a:extLst>
              <a:ext uri="{FF2B5EF4-FFF2-40B4-BE49-F238E27FC236}">
                <a16:creationId xmlns:a16="http://schemas.microsoft.com/office/drawing/2014/main" id="{78300448-6CB8-4092-82EA-07CD117D4773}"/>
              </a:ext>
            </a:extLst>
          </p:cNvPr>
          <p:cNvGrpSpPr>
            <a:grpSpLocks/>
          </p:cNvGrpSpPr>
          <p:nvPr>
            <p:custDataLst>
              <p:tags r:id="rId4"/>
            </p:custDataLst>
          </p:nvPr>
        </p:nvGrpSpPr>
        <p:grpSpPr bwMode="auto">
          <a:xfrm>
            <a:off x="80963" y="1370013"/>
            <a:ext cx="1992312" cy="3194050"/>
            <a:chOff x="81643" y="1369670"/>
            <a:chExt cx="1992086" cy="3195027"/>
          </a:xfrm>
        </p:grpSpPr>
        <p:sp>
          <p:nvSpPr>
            <p:cNvPr id="2" name="Freeform 1">
              <a:extLst>
                <a:ext uri="{FF2B5EF4-FFF2-40B4-BE49-F238E27FC236}">
                  <a16:creationId xmlns:a16="http://schemas.microsoft.com/office/drawing/2014/main" id="{805450DE-B38E-4D30-AB2A-2F66C29A4A05}"/>
                </a:ext>
              </a:extLst>
            </p:cNvPr>
            <p:cNvSpPr/>
            <p:nvPr>
              <p:custDataLst>
                <p:tags r:id="rId26"/>
              </p:custDataLst>
            </p:nvPr>
          </p:nvSpPr>
          <p:spPr>
            <a:xfrm>
              <a:off x="637205" y="4196284"/>
              <a:ext cx="1436524" cy="368413"/>
            </a:xfrm>
            <a:custGeom>
              <a:avLst/>
              <a:gdLst>
                <a:gd name="connsiteX0" fmla="*/ 0 w 1436915"/>
                <a:gd name="connsiteY0" fmla="*/ 0 h 368254"/>
                <a:gd name="connsiteX1" fmla="*/ 146957 w 1436915"/>
                <a:gd name="connsiteY1" fmla="*/ 16328 h 368254"/>
                <a:gd name="connsiteX2" fmla="*/ 644979 w 1436915"/>
                <a:gd name="connsiteY2" fmla="*/ 24493 h 368254"/>
                <a:gd name="connsiteX3" fmla="*/ 726622 w 1436915"/>
                <a:gd name="connsiteY3" fmla="*/ 40821 h 368254"/>
                <a:gd name="connsiteX4" fmla="*/ 751115 w 1436915"/>
                <a:gd name="connsiteY4" fmla="*/ 48986 h 368254"/>
                <a:gd name="connsiteX5" fmla="*/ 775607 w 1436915"/>
                <a:gd name="connsiteY5" fmla="*/ 65314 h 368254"/>
                <a:gd name="connsiteX6" fmla="*/ 808265 w 1436915"/>
                <a:gd name="connsiteY6" fmla="*/ 81643 h 368254"/>
                <a:gd name="connsiteX7" fmla="*/ 832757 w 1436915"/>
                <a:gd name="connsiteY7" fmla="*/ 97971 h 368254"/>
                <a:gd name="connsiteX8" fmla="*/ 881743 w 1436915"/>
                <a:gd name="connsiteY8" fmla="*/ 122464 h 368254"/>
                <a:gd name="connsiteX9" fmla="*/ 930729 w 1436915"/>
                <a:gd name="connsiteY9" fmla="*/ 171450 h 368254"/>
                <a:gd name="connsiteX10" fmla="*/ 979715 w 1436915"/>
                <a:gd name="connsiteY10" fmla="*/ 204107 h 368254"/>
                <a:gd name="connsiteX11" fmla="*/ 1053193 w 1436915"/>
                <a:gd name="connsiteY11" fmla="*/ 244928 h 368254"/>
                <a:gd name="connsiteX12" fmla="*/ 1167493 w 1436915"/>
                <a:gd name="connsiteY12" fmla="*/ 310243 h 368254"/>
                <a:gd name="connsiteX13" fmla="*/ 1224643 w 1436915"/>
                <a:gd name="connsiteY13" fmla="*/ 326571 h 368254"/>
                <a:gd name="connsiteX14" fmla="*/ 1273629 w 1436915"/>
                <a:gd name="connsiteY14" fmla="*/ 342900 h 368254"/>
                <a:gd name="connsiteX15" fmla="*/ 1298122 w 1436915"/>
                <a:gd name="connsiteY15" fmla="*/ 351064 h 368254"/>
                <a:gd name="connsiteX16" fmla="*/ 1322615 w 1436915"/>
                <a:gd name="connsiteY16" fmla="*/ 359228 h 368254"/>
                <a:gd name="connsiteX17" fmla="*/ 1355272 w 1436915"/>
                <a:gd name="connsiteY17" fmla="*/ 367393 h 368254"/>
                <a:gd name="connsiteX18" fmla="*/ 1436915 w 1436915"/>
                <a:gd name="connsiteY18" fmla="*/ 367393 h 36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6915" h="368254">
                  <a:moveTo>
                    <a:pt x="0" y="0"/>
                  </a:moveTo>
                  <a:cubicBezTo>
                    <a:pt x="62082" y="12416"/>
                    <a:pt x="61593" y="14021"/>
                    <a:pt x="146957" y="16328"/>
                  </a:cubicBezTo>
                  <a:cubicBezTo>
                    <a:pt x="312926" y="20814"/>
                    <a:pt x="478972" y="21771"/>
                    <a:pt x="644979" y="24493"/>
                  </a:cubicBezTo>
                  <a:cubicBezTo>
                    <a:pt x="683465" y="30907"/>
                    <a:pt x="692525" y="31079"/>
                    <a:pt x="726622" y="40821"/>
                  </a:cubicBezTo>
                  <a:cubicBezTo>
                    <a:pt x="734897" y="43185"/>
                    <a:pt x="743418" y="45137"/>
                    <a:pt x="751115" y="48986"/>
                  </a:cubicBezTo>
                  <a:cubicBezTo>
                    <a:pt x="759891" y="53374"/>
                    <a:pt x="767088" y="60446"/>
                    <a:pt x="775607" y="65314"/>
                  </a:cubicBezTo>
                  <a:cubicBezTo>
                    <a:pt x="786174" y="71352"/>
                    <a:pt x="797698" y="75605"/>
                    <a:pt x="808265" y="81643"/>
                  </a:cubicBezTo>
                  <a:cubicBezTo>
                    <a:pt x="816784" y="86511"/>
                    <a:pt x="823981" y="93583"/>
                    <a:pt x="832757" y="97971"/>
                  </a:cubicBezTo>
                  <a:cubicBezTo>
                    <a:pt x="900364" y="131775"/>
                    <a:pt x="811546" y="75668"/>
                    <a:pt x="881743" y="122464"/>
                  </a:cubicBezTo>
                  <a:cubicBezTo>
                    <a:pt x="910489" y="165581"/>
                    <a:pt x="883471" y="130943"/>
                    <a:pt x="930729" y="171450"/>
                  </a:cubicBezTo>
                  <a:cubicBezTo>
                    <a:pt x="969646" y="204808"/>
                    <a:pt x="938053" y="190220"/>
                    <a:pt x="979715" y="204107"/>
                  </a:cubicBezTo>
                  <a:cubicBezTo>
                    <a:pt x="1035861" y="241538"/>
                    <a:pt x="1010083" y="230558"/>
                    <a:pt x="1053193" y="244928"/>
                  </a:cubicBezTo>
                  <a:cubicBezTo>
                    <a:pt x="1089027" y="268818"/>
                    <a:pt x="1126060" y="296432"/>
                    <a:pt x="1167493" y="310243"/>
                  </a:cubicBezTo>
                  <a:cubicBezTo>
                    <a:pt x="1249836" y="337690"/>
                    <a:pt x="1122090" y="295805"/>
                    <a:pt x="1224643" y="326571"/>
                  </a:cubicBezTo>
                  <a:cubicBezTo>
                    <a:pt x="1241129" y="331517"/>
                    <a:pt x="1257300" y="337457"/>
                    <a:pt x="1273629" y="342900"/>
                  </a:cubicBezTo>
                  <a:lnTo>
                    <a:pt x="1298122" y="351064"/>
                  </a:lnTo>
                  <a:cubicBezTo>
                    <a:pt x="1306286" y="353785"/>
                    <a:pt x="1314266" y="357141"/>
                    <a:pt x="1322615" y="359228"/>
                  </a:cubicBezTo>
                  <a:cubicBezTo>
                    <a:pt x="1333501" y="361950"/>
                    <a:pt x="1344080" y="366593"/>
                    <a:pt x="1355272" y="367393"/>
                  </a:cubicBezTo>
                  <a:cubicBezTo>
                    <a:pt x="1382417" y="369332"/>
                    <a:pt x="1409701" y="367393"/>
                    <a:pt x="1436915" y="367393"/>
                  </a:cubicBez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Freeform 2">
              <a:extLst>
                <a:ext uri="{FF2B5EF4-FFF2-40B4-BE49-F238E27FC236}">
                  <a16:creationId xmlns:a16="http://schemas.microsoft.com/office/drawing/2014/main" id="{0DDB7E08-D826-458C-B5E9-695A55800A93}"/>
                </a:ext>
              </a:extLst>
            </p:cNvPr>
            <p:cNvSpPr/>
            <p:nvPr>
              <p:custDataLst>
                <p:tags r:id="rId27"/>
              </p:custDataLst>
            </p:nvPr>
          </p:nvSpPr>
          <p:spPr>
            <a:xfrm>
              <a:off x="81643" y="1369670"/>
              <a:ext cx="1755576" cy="2631292"/>
            </a:xfrm>
            <a:custGeom>
              <a:avLst/>
              <a:gdLst>
                <a:gd name="connsiteX0" fmla="*/ 636814 w 1755321"/>
                <a:gd name="connsiteY0" fmla="*/ 2630830 h 2630830"/>
                <a:gd name="connsiteX1" fmla="*/ 628650 w 1755321"/>
                <a:gd name="connsiteY1" fmla="*/ 2590009 h 2630830"/>
                <a:gd name="connsiteX2" fmla="*/ 620486 w 1755321"/>
                <a:gd name="connsiteY2" fmla="*/ 2565516 h 2630830"/>
                <a:gd name="connsiteX3" fmla="*/ 612321 w 1755321"/>
                <a:gd name="connsiteY3" fmla="*/ 2516530 h 2630830"/>
                <a:gd name="connsiteX4" fmla="*/ 620486 w 1755321"/>
                <a:gd name="connsiteY4" fmla="*/ 2345080 h 2630830"/>
                <a:gd name="connsiteX5" fmla="*/ 628650 w 1755321"/>
                <a:gd name="connsiteY5" fmla="*/ 2320587 h 2630830"/>
                <a:gd name="connsiteX6" fmla="*/ 636814 w 1755321"/>
                <a:gd name="connsiteY6" fmla="*/ 2263437 h 2630830"/>
                <a:gd name="connsiteX7" fmla="*/ 661307 w 1755321"/>
                <a:gd name="connsiteY7" fmla="*/ 2100151 h 2630830"/>
                <a:gd name="connsiteX8" fmla="*/ 677636 w 1755321"/>
                <a:gd name="connsiteY8" fmla="*/ 2043001 h 2630830"/>
                <a:gd name="connsiteX9" fmla="*/ 702128 w 1755321"/>
                <a:gd name="connsiteY9" fmla="*/ 1961359 h 2630830"/>
                <a:gd name="connsiteX10" fmla="*/ 718457 w 1755321"/>
                <a:gd name="connsiteY10" fmla="*/ 1912373 h 2630830"/>
                <a:gd name="connsiteX11" fmla="*/ 726621 w 1755321"/>
                <a:gd name="connsiteY11" fmla="*/ 1887880 h 2630830"/>
                <a:gd name="connsiteX12" fmla="*/ 751114 w 1755321"/>
                <a:gd name="connsiteY12" fmla="*/ 1806237 h 2630830"/>
                <a:gd name="connsiteX13" fmla="*/ 775607 w 1755321"/>
                <a:gd name="connsiteY13" fmla="*/ 1732759 h 2630830"/>
                <a:gd name="connsiteX14" fmla="*/ 791936 w 1755321"/>
                <a:gd name="connsiteY14" fmla="*/ 1683773 h 2630830"/>
                <a:gd name="connsiteX15" fmla="*/ 808264 w 1755321"/>
                <a:gd name="connsiteY15" fmla="*/ 1659280 h 2630830"/>
                <a:gd name="connsiteX16" fmla="*/ 816428 w 1755321"/>
                <a:gd name="connsiteY16" fmla="*/ 1634787 h 2630830"/>
                <a:gd name="connsiteX17" fmla="*/ 840921 w 1755321"/>
                <a:gd name="connsiteY17" fmla="*/ 1618459 h 2630830"/>
                <a:gd name="connsiteX18" fmla="*/ 881743 w 1755321"/>
                <a:gd name="connsiteY18" fmla="*/ 1544980 h 2630830"/>
                <a:gd name="connsiteX19" fmla="*/ 930728 w 1755321"/>
                <a:gd name="connsiteY19" fmla="*/ 1528651 h 2630830"/>
                <a:gd name="connsiteX20" fmla="*/ 955221 w 1755321"/>
                <a:gd name="connsiteY20" fmla="*/ 1520487 h 2630830"/>
                <a:gd name="connsiteX21" fmla="*/ 1094014 w 1755321"/>
                <a:gd name="connsiteY21" fmla="*/ 1528651 h 2630830"/>
                <a:gd name="connsiteX22" fmla="*/ 1143000 w 1755321"/>
                <a:gd name="connsiteY22" fmla="*/ 1544980 h 2630830"/>
                <a:gd name="connsiteX23" fmla="*/ 1167493 w 1755321"/>
                <a:gd name="connsiteY23" fmla="*/ 1553144 h 2630830"/>
                <a:gd name="connsiteX24" fmla="*/ 1191986 w 1755321"/>
                <a:gd name="connsiteY24" fmla="*/ 1569473 h 2630830"/>
                <a:gd name="connsiteX25" fmla="*/ 1240971 w 1755321"/>
                <a:gd name="connsiteY25" fmla="*/ 1593966 h 2630830"/>
                <a:gd name="connsiteX26" fmla="*/ 1314450 w 1755321"/>
                <a:gd name="connsiteY26" fmla="*/ 1659280 h 2630830"/>
                <a:gd name="connsiteX27" fmla="*/ 1322614 w 1755321"/>
                <a:gd name="connsiteY27" fmla="*/ 1683773 h 2630830"/>
                <a:gd name="connsiteX28" fmla="*/ 1379764 w 1755321"/>
                <a:gd name="connsiteY28" fmla="*/ 1724594 h 2630830"/>
                <a:gd name="connsiteX29" fmla="*/ 1420586 w 1755321"/>
                <a:gd name="connsiteY29" fmla="*/ 1749087 h 2630830"/>
                <a:gd name="connsiteX30" fmla="*/ 1453243 w 1755321"/>
                <a:gd name="connsiteY30" fmla="*/ 1757251 h 2630830"/>
                <a:gd name="connsiteX31" fmla="*/ 1477736 w 1755321"/>
                <a:gd name="connsiteY31" fmla="*/ 1765416 h 2630830"/>
                <a:gd name="connsiteX32" fmla="*/ 1526721 w 1755321"/>
                <a:gd name="connsiteY32" fmla="*/ 1757251 h 2630830"/>
                <a:gd name="connsiteX33" fmla="*/ 1608364 w 1755321"/>
                <a:gd name="connsiteY33" fmla="*/ 1724594 h 2630830"/>
                <a:gd name="connsiteX34" fmla="*/ 1632857 w 1755321"/>
                <a:gd name="connsiteY34" fmla="*/ 1708266 h 2630830"/>
                <a:gd name="connsiteX35" fmla="*/ 1706336 w 1755321"/>
                <a:gd name="connsiteY35" fmla="*/ 1626623 h 2630830"/>
                <a:gd name="connsiteX36" fmla="*/ 1714500 w 1755321"/>
                <a:gd name="connsiteY36" fmla="*/ 1602130 h 2630830"/>
                <a:gd name="connsiteX37" fmla="*/ 1747157 w 1755321"/>
                <a:gd name="connsiteY37" fmla="*/ 1553144 h 2630830"/>
                <a:gd name="connsiteX38" fmla="*/ 1755321 w 1755321"/>
                <a:gd name="connsiteY38" fmla="*/ 1520487 h 2630830"/>
                <a:gd name="connsiteX39" fmla="*/ 1738993 w 1755321"/>
                <a:gd name="connsiteY39" fmla="*/ 1414351 h 2630830"/>
                <a:gd name="connsiteX40" fmla="*/ 1722664 w 1755321"/>
                <a:gd name="connsiteY40" fmla="*/ 1357201 h 2630830"/>
                <a:gd name="connsiteX41" fmla="*/ 1690007 w 1755321"/>
                <a:gd name="connsiteY41" fmla="*/ 1308216 h 2630830"/>
                <a:gd name="connsiteX42" fmla="*/ 1673678 w 1755321"/>
                <a:gd name="connsiteY42" fmla="*/ 1283723 h 2630830"/>
                <a:gd name="connsiteX43" fmla="*/ 1624693 w 1755321"/>
                <a:gd name="connsiteY43" fmla="*/ 1242901 h 2630830"/>
                <a:gd name="connsiteX44" fmla="*/ 1575707 w 1755321"/>
                <a:gd name="connsiteY44" fmla="*/ 1226573 h 2630830"/>
                <a:gd name="connsiteX45" fmla="*/ 1551214 w 1755321"/>
                <a:gd name="connsiteY45" fmla="*/ 1218409 h 2630830"/>
                <a:gd name="connsiteX46" fmla="*/ 1404257 w 1755321"/>
                <a:gd name="connsiteY46" fmla="*/ 1210244 h 2630830"/>
                <a:gd name="connsiteX47" fmla="*/ 1191986 w 1755321"/>
                <a:gd name="connsiteY47" fmla="*/ 1202080 h 2630830"/>
                <a:gd name="connsiteX48" fmla="*/ 1159328 w 1755321"/>
                <a:gd name="connsiteY48" fmla="*/ 1193916 h 2630830"/>
                <a:gd name="connsiteX49" fmla="*/ 1110343 w 1755321"/>
                <a:gd name="connsiteY49" fmla="*/ 1153094 h 2630830"/>
                <a:gd name="connsiteX50" fmla="*/ 1077686 w 1755321"/>
                <a:gd name="connsiteY50" fmla="*/ 1136766 h 2630830"/>
                <a:gd name="connsiteX51" fmla="*/ 1036864 w 1755321"/>
                <a:gd name="connsiteY51" fmla="*/ 1087780 h 2630830"/>
                <a:gd name="connsiteX52" fmla="*/ 1004207 w 1755321"/>
                <a:gd name="connsiteY52" fmla="*/ 1030630 h 2630830"/>
                <a:gd name="connsiteX53" fmla="*/ 987878 w 1755321"/>
                <a:gd name="connsiteY53" fmla="*/ 1006137 h 2630830"/>
                <a:gd name="connsiteX54" fmla="*/ 971550 w 1755321"/>
                <a:gd name="connsiteY54" fmla="*/ 916330 h 2630830"/>
                <a:gd name="connsiteX55" fmla="*/ 963386 w 1755321"/>
                <a:gd name="connsiteY55" fmla="*/ 875509 h 2630830"/>
                <a:gd name="connsiteX56" fmla="*/ 955221 w 1755321"/>
                <a:gd name="connsiteY56" fmla="*/ 818359 h 2630830"/>
                <a:gd name="connsiteX57" fmla="*/ 963386 w 1755321"/>
                <a:gd name="connsiteY57" fmla="*/ 679566 h 2630830"/>
                <a:gd name="connsiteX58" fmla="*/ 971550 w 1755321"/>
                <a:gd name="connsiteY58" fmla="*/ 655073 h 2630830"/>
                <a:gd name="connsiteX59" fmla="*/ 996043 w 1755321"/>
                <a:gd name="connsiteY59" fmla="*/ 622416 h 2630830"/>
                <a:gd name="connsiteX60" fmla="*/ 1028700 w 1755321"/>
                <a:gd name="connsiteY60" fmla="*/ 597923 h 2630830"/>
                <a:gd name="connsiteX61" fmla="*/ 1061357 w 1755321"/>
                <a:gd name="connsiteY61" fmla="*/ 548937 h 2630830"/>
                <a:gd name="connsiteX62" fmla="*/ 1110343 w 1755321"/>
                <a:gd name="connsiteY62" fmla="*/ 508116 h 2630830"/>
                <a:gd name="connsiteX63" fmla="*/ 1134836 w 1755321"/>
                <a:gd name="connsiteY63" fmla="*/ 491787 h 2630830"/>
                <a:gd name="connsiteX64" fmla="*/ 1183821 w 1755321"/>
                <a:gd name="connsiteY64" fmla="*/ 459130 h 2630830"/>
                <a:gd name="connsiteX65" fmla="*/ 1257300 w 1755321"/>
                <a:gd name="connsiteY65" fmla="*/ 467294 h 2630830"/>
                <a:gd name="connsiteX66" fmla="*/ 1273628 w 1755321"/>
                <a:gd name="connsiteY66" fmla="*/ 491787 h 2630830"/>
                <a:gd name="connsiteX67" fmla="*/ 1330778 w 1755321"/>
                <a:gd name="connsiteY67" fmla="*/ 548937 h 2630830"/>
                <a:gd name="connsiteX68" fmla="*/ 1355271 w 1755321"/>
                <a:gd name="connsiteY68" fmla="*/ 565266 h 2630830"/>
                <a:gd name="connsiteX69" fmla="*/ 1379764 w 1755321"/>
                <a:gd name="connsiteY69" fmla="*/ 573430 h 2630830"/>
                <a:gd name="connsiteX70" fmla="*/ 1412421 w 1755321"/>
                <a:gd name="connsiteY70" fmla="*/ 589759 h 2630830"/>
                <a:gd name="connsiteX71" fmla="*/ 1632857 w 1755321"/>
                <a:gd name="connsiteY71" fmla="*/ 581594 h 2630830"/>
                <a:gd name="connsiteX72" fmla="*/ 1665514 w 1755321"/>
                <a:gd name="connsiteY72" fmla="*/ 573430 h 2630830"/>
                <a:gd name="connsiteX73" fmla="*/ 1690007 w 1755321"/>
                <a:gd name="connsiteY73" fmla="*/ 557101 h 2630830"/>
                <a:gd name="connsiteX74" fmla="*/ 1730828 w 1755321"/>
                <a:gd name="connsiteY74" fmla="*/ 508116 h 2630830"/>
                <a:gd name="connsiteX75" fmla="*/ 1738993 w 1755321"/>
                <a:gd name="connsiteY75" fmla="*/ 475459 h 2630830"/>
                <a:gd name="connsiteX76" fmla="*/ 1747157 w 1755321"/>
                <a:gd name="connsiteY76" fmla="*/ 450966 h 2630830"/>
                <a:gd name="connsiteX77" fmla="*/ 1738993 w 1755321"/>
                <a:gd name="connsiteY77" fmla="*/ 189709 h 2630830"/>
                <a:gd name="connsiteX78" fmla="*/ 1706336 w 1755321"/>
                <a:gd name="connsiteY78" fmla="*/ 140723 h 2630830"/>
                <a:gd name="connsiteX79" fmla="*/ 1665514 w 1755321"/>
                <a:gd name="connsiteY79" fmla="*/ 91737 h 2630830"/>
                <a:gd name="connsiteX80" fmla="*/ 1583871 w 1755321"/>
                <a:gd name="connsiteY80" fmla="*/ 67244 h 2630830"/>
                <a:gd name="connsiteX81" fmla="*/ 1559378 w 1755321"/>
                <a:gd name="connsiteY81" fmla="*/ 59080 h 2630830"/>
                <a:gd name="connsiteX82" fmla="*/ 1518557 w 1755321"/>
                <a:gd name="connsiteY82" fmla="*/ 42751 h 2630830"/>
                <a:gd name="connsiteX83" fmla="*/ 1404257 w 1755321"/>
                <a:gd name="connsiteY83" fmla="*/ 26423 h 2630830"/>
                <a:gd name="connsiteX84" fmla="*/ 1314450 w 1755321"/>
                <a:gd name="connsiteY84" fmla="*/ 18259 h 2630830"/>
                <a:gd name="connsiteX85" fmla="*/ 1289957 w 1755321"/>
                <a:gd name="connsiteY85" fmla="*/ 10094 h 2630830"/>
                <a:gd name="connsiteX86" fmla="*/ 996043 w 1755321"/>
                <a:gd name="connsiteY86" fmla="*/ 10094 h 2630830"/>
                <a:gd name="connsiteX87" fmla="*/ 947057 w 1755321"/>
                <a:gd name="connsiteY87" fmla="*/ 26423 h 2630830"/>
                <a:gd name="connsiteX88" fmla="*/ 832757 w 1755321"/>
                <a:gd name="connsiteY88" fmla="*/ 42751 h 2630830"/>
                <a:gd name="connsiteX89" fmla="*/ 751114 w 1755321"/>
                <a:gd name="connsiteY89" fmla="*/ 67244 h 2630830"/>
                <a:gd name="connsiteX90" fmla="*/ 685800 w 1755321"/>
                <a:gd name="connsiteY90" fmla="*/ 83573 h 2630830"/>
                <a:gd name="connsiteX91" fmla="*/ 661307 w 1755321"/>
                <a:gd name="connsiteY91" fmla="*/ 91737 h 2630830"/>
                <a:gd name="connsiteX92" fmla="*/ 604157 w 1755321"/>
                <a:gd name="connsiteY92" fmla="*/ 108066 h 2630830"/>
                <a:gd name="connsiteX93" fmla="*/ 579664 w 1755321"/>
                <a:gd name="connsiteY93" fmla="*/ 124394 h 2630830"/>
                <a:gd name="connsiteX94" fmla="*/ 481693 w 1755321"/>
                <a:gd name="connsiteY94" fmla="*/ 148887 h 2630830"/>
                <a:gd name="connsiteX95" fmla="*/ 424543 w 1755321"/>
                <a:gd name="connsiteY95" fmla="*/ 165216 h 2630830"/>
                <a:gd name="connsiteX96" fmla="*/ 400050 w 1755321"/>
                <a:gd name="connsiteY96" fmla="*/ 173380 h 2630830"/>
                <a:gd name="connsiteX97" fmla="*/ 342900 w 1755321"/>
                <a:gd name="connsiteY97" fmla="*/ 189709 h 2630830"/>
                <a:gd name="connsiteX98" fmla="*/ 285750 w 1755321"/>
                <a:gd name="connsiteY98" fmla="*/ 230530 h 2630830"/>
                <a:gd name="connsiteX99" fmla="*/ 261257 w 1755321"/>
                <a:gd name="connsiteY99" fmla="*/ 263187 h 2630830"/>
                <a:gd name="connsiteX100" fmla="*/ 228600 w 1755321"/>
                <a:gd name="connsiteY100" fmla="*/ 287680 h 2630830"/>
                <a:gd name="connsiteX101" fmla="*/ 195943 w 1755321"/>
                <a:gd name="connsiteY101" fmla="*/ 344830 h 2630830"/>
                <a:gd name="connsiteX102" fmla="*/ 179614 w 1755321"/>
                <a:gd name="connsiteY102" fmla="*/ 369323 h 2630830"/>
                <a:gd name="connsiteX103" fmla="*/ 171450 w 1755321"/>
                <a:gd name="connsiteY103" fmla="*/ 393816 h 2630830"/>
                <a:gd name="connsiteX104" fmla="*/ 155121 w 1755321"/>
                <a:gd name="connsiteY104" fmla="*/ 426473 h 2630830"/>
                <a:gd name="connsiteX105" fmla="*/ 130628 w 1755321"/>
                <a:gd name="connsiteY105" fmla="*/ 491787 h 2630830"/>
                <a:gd name="connsiteX106" fmla="*/ 114300 w 1755321"/>
                <a:gd name="connsiteY106" fmla="*/ 557101 h 2630830"/>
                <a:gd name="connsiteX107" fmla="*/ 89807 w 1755321"/>
                <a:gd name="connsiteY107" fmla="*/ 646909 h 2630830"/>
                <a:gd name="connsiteX108" fmla="*/ 73478 w 1755321"/>
                <a:gd name="connsiteY108" fmla="*/ 712223 h 2630830"/>
                <a:gd name="connsiteX109" fmla="*/ 65314 w 1755321"/>
                <a:gd name="connsiteY109" fmla="*/ 736716 h 2630830"/>
                <a:gd name="connsiteX110" fmla="*/ 48986 w 1755321"/>
                <a:gd name="connsiteY110" fmla="*/ 826523 h 2630830"/>
                <a:gd name="connsiteX111" fmla="*/ 32657 w 1755321"/>
                <a:gd name="connsiteY111" fmla="*/ 932659 h 2630830"/>
                <a:gd name="connsiteX112" fmla="*/ 24493 w 1755321"/>
                <a:gd name="connsiteY112" fmla="*/ 1128601 h 2630830"/>
                <a:gd name="connsiteX113" fmla="*/ 8164 w 1755321"/>
                <a:gd name="connsiteY113" fmla="*/ 1234737 h 2630830"/>
                <a:gd name="connsiteX114" fmla="*/ 0 w 1755321"/>
                <a:gd name="connsiteY114" fmla="*/ 1300051 h 2630830"/>
                <a:gd name="connsiteX115" fmla="*/ 8164 w 1755321"/>
                <a:gd name="connsiteY115" fmla="*/ 1700101 h 2630830"/>
                <a:gd name="connsiteX116" fmla="*/ 16328 w 1755321"/>
                <a:gd name="connsiteY116" fmla="*/ 1740923 h 2630830"/>
                <a:gd name="connsiteX117" fmla="*/ 24493 w 1755321"/>
                <a:gd name="connsiteY117" fmla="*/ 1806237 h 2630830"/>
                <a:gd name="connsiteX118" fmla="*/ 32657 w 1755321"/>
                <a:gd name="connsiteY118" fmla="*/ 1855223 h 2630830"/>
                <a:gd name="connsiteX119" fmla="*/ 40821 w 1755321"/>
                <a:gd name="connsiteY119" fmla="*/ 1912373 h 2630830"/>
                <a:gd name="connsiteX120" fmla="*/ 48986 w 1755321"/>
                <a:gd name="connsiteY120" fmla="*/ 1936866 h 2630830"/>
                <a:gd name="connsiteX121" fmla="*/ 57150 w 1755321"/>
                <a:gd name="connsiteY121" fmla="*/ 1977687 h 2630830"/>
                <a:gd name="connsiteX122" fmla="*/ 89807 w 1755321"/>
                <a:gd name="connsiteY122" fmla="*/ 2059330 h 2630830"/>
                <a:gd name="connsiteX123" fmla="*/ 106136 w 1755321"/>
                <a:gd name="connsiteY123" fmla="*/ 2124644 h 2630830"/>
                <a:gd name="connsiteX124" fmla="*/ 114300 w 1755321"/>
                <a:gd name="connsiteY124" fmla="*/ 2157301 h 2630830"/>
                <a:gd name="connsiteX125" fmla="*/ 122464 w 1755321"/>
                <a:gd name="connsiteY125" fmla="*/ 2181794 h 2630830"/>
                <a:gd name="connsiteX126" fmla="*/ 146957 w 1755321"/>
                <a:gd name="connsiteY126" fmla="*/ 2312423 h 2630830"/>
                <a:gd name="connsiteX127" fmla="*/ 163286 w 1755321"/>
                <a:gd name="connsiteY127" fmla="*/ 2361409 h 2630830"/>
                <a:gd name="connsiteX128" fmla="*/ 171450 w 1755321"/>
                <a:gd name="connsiteY128" fmla="*/ 2385901 h 2630830"/>
                <a:gd name="connsiteX129" fmla="*/ 195943 w 1755321"/>
                <a:gd name="connsiteY129" fmla="*/ 2483873 h 2630830"/>
                <a:gd name="connsiteX130" fmla="*/ 204107 w 1755321"/>
                <a:gd name="connsiteY130" fmla="*/ 2508366 h 2630830"/>
                <a:gd name="connsiteX131" fmla="*/ 236764 w 1755321"/>
                <a:gd name="connsiteY131" fmla="*/ 2557351 h 2630830"/>
                <a:gd name="connsiteX132" fmla="*/ 302078 w 1755321"/>
                <a:gd name="connsiteY132" fmla="*/ 2614501 h 2630830"/>
                <a:gd name="connsiteX133" fmla="*/ 342900 w 1755321"/>
                <a:gd name="connsiteY133" fmla="*/ 2614501 h 263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755321" h="2630830">
                  <a:moveTo>
                    <a:pt x="636814" y="2630830"/>
                  </a:moveTo>
                  <a:cubicBezTo>
                    <a:pt x="634093" y="2617223"/>
                    <a:pt x="632015" y="2603471"/>
                    <a:pt x="628650" y="2590009"/>
                  </a:cubicBezTo>
                  <a:cubicBezTo>
                    <a:pt x="626563" y="2581660"/>
                    <a:pt x="622353" y="2573917"/>
                    <a:pt x="620486" y="2565516"/>
                  </a:cubicBezTo>
                  <a:cubicBezTo>
                    <a:pt x="616895" y="2549356"/>
                    <a:pt x="615043" y="2532859"/>
                    <a:pt x="612321" y="2516530"/>
                  </a:cubicBezTo>
                  <a:cubicBezTo>
                    <a:pt x="615043" y="2459380"/>
                    <a:pt x="615734" y="2402097"/>
                    <a:pt x="620486" y="2345080"/>
                  </a:cubicBezTo>
                  <a:cubicBezTo>
                    <a:pt x="621201" y="2336504"/>
                    <a:pt x="626962" y="2329026"/>
                    <a:pt x="628650" y="2320587"/>
                  </a:cubicBezTo>
                  <a:cubicBezTo>
                    <a:pt x="632424" y="2301717"/>
                    <a:pt x="634271" y="2282512"/>
                    <a:pt x="636814" y="2263437"/>
                  </a:cubicBezTo>
                  <a:cubicBezTo>
                    <a:pt x="643289" y="2214874"/>
                    <a:pt x="650116" y="2144916"/>
                    <a:pt x="661307" y="2100151"/>
                  </a:cubicBezTo>
                  <a:cubicBezTo>
                    <a:pt x="686829" y="1998061"/>
                    <a:pt x="654210" y="2124989"/>
                    <a:pt x="677636" y="2043001"/>
                  </a:cubicBezTo>
                  <a:cubicBezTo>
                    <a:pt x="702316" y="1956622"/>
                    <a:pt x="663320" y="2077782"/>
                    <a:pt x="702128" y="1961359"/>
                  </a:cubicBezTo>
                  <a:lnTo>
                    <a:pt x="718457" y="1912373"/>
                  </a:lnTo>
                  <a:cubicBezTo>
                    <a:pt x="721178" y="1904209"/>
                    <a:pt x="724534" y="1896229"/>
                    <a:pt x="726621" y="1887880"/>
                  </a:cubicBezTo>
                  <a:cubicBezTo>
                    <a:pt x="738961" y="1838525"/>
                    <a:pt x="731238" y="1865868"/>
                    <a:pt x="751114" y="1806237"/>
                  </a:cubicBezTo>
                  <a:lnTo>
                    <a:pt x="775607" y="1732759"/>
                  </a:lnTo>
                  <a:cubicBezTo>
                    <a:pt x="775609" y="1732754"/>
                    <a:pt x="791933" y="1683777"/>
                    <a:pt x="791936" y="1683773"/>
                  </a:cubicBezTo>
                  <a:cubicBezTo>
                    <a:pt x="797379" y="1675609"/>
                    <a:pt x="803876" y="1668056"/>
                    <a:pt x="808264" y="1659280"/>
                  </a:cubicBezTo>
                  <a:cubicBezTo>
                    <a:pt x="812113" y="1651583"/>
                    <a:pt x="811052" y="1641507"/>
                    <a:pt x="816428" y="1634787"/>
                  </a:cubicBezTo>
                  <a:cubicBezTo>
                    <a:pt x="822558" y="1627125"/>
                    <a:pt x="832757" y="1623902"/>
                    <a:pt x="840921" y="1618459"/>
                  </a:cubicBezTo>
                  <a:cubicBezTo>
                    <a:pt x="848110" y="1596893"/>
                    <a:pt x="860690" y="1551998"/>
                    <a:pt x="881743" y="1544980"/>
                  </a:cubicBezTo>
                  <a:lnTo>
                    <a:pt x="930728" y="1528651"/>
                  </a:lnTo>
                  <a:lnTo>
                    <a:pt x="955221" y="1520487"/>
                  </a:lnTo>
                  <a:cubicBezTo>
                    <a:pt x="1001485" y="1523208"/>
                    <a:pt x="1048059" y="1522657"/>
                    <a:pt x="1094014" y="1528651"/>
                  </a:cubicBezTo>
                  <a:cubicBezTo>
                    <a:pt x="1111081" y="1530877"/>
                    <a:pt x="1126671" y="1539537"/>
                    <a:pt x="1143000" y="1544980"/>
                  </a:cubicBezTo>
                  <a:lnTo>
                    <a:pt x="1167493" y="1553144"/>
                  </a:lnTo>
                  <a:cubicBezTo>
                    <a:pt x="1175657" y="1558587"/>
                    <a:pt x="1183210" y="1565085"/>
                    <a:pt x="1191986" y="1569473"/>
                  </a:cubicBezTo>
                  <a:cubicBezTo>
                    <a:pt x="1224412" y="1585686"/>
                    <a:pt x="1210885" y="1567223"/>
                    <a:pt x="1240971" y="1593966"/>
                  </a:cubicBezTo>
                  <a:cubicBezTo>
                    <a:pt x="1324858" y="1668531"/>
                    <a:pt x="1258862" y="1622220"/>
                    <a:pt x="1314450" y="1659280"/>
                  </a:cubicBezTo>
                  <a:cubicBezTo>
                    <a:pt x="1317171" y="1667444"/>
                    <a:pt x="1317840" y="1676612"/>
                    <a:pt x="1322614" y="1683773"/>
                  </a:cubicBezTo>
                  <a:cubicBezTo>
                    <a:pt x="1340589" y="1710735"/>
                    <a:pt x="1352722" y="1709571"/>
                    <a:pt x="1379764" y="1724594"/>
                  </a:cubicBezTo>
                  <a:cubicBezTo>
                    <a:pt x="1393636" y="1732300"/>
                    <a:pt x="1406085" y="1742642"/>
                    <a:pt x="1420586" y="1749087"/>
                  </a:cubicBezTo>
                  <a:cubicBezTo>
                    <a:pt x="1430840" y="1753644"/>
                    <a:pt x="1442454" y="1754168"/>
                    <a:pt x="1453243" y="1757251"/>
                  </a:cubicBezTo>
                  <a:cubicBezTo>
                    <a:pt x="1461518" y="1759615"/>
                    <a:pt x="1469572" y="1762694"/>
                    <a:pt x="1477736" y="1765416"/>
                  </a:cubicBezTo>
                  <a:cubicBezTo>
                    <a:pt x="1494064" y="1762694"/>
                    <a:pt x="1510662" y="1761266"/>
                    <a:pt x="1526721" y="1757251"/>
                  </a:cubicBezTo>
                  <a:cubicBezTo>
                    <a:pt x="1556465" y="1749815"/>
                    <a:pt x="1582083" y="1739612"/>
                    <a:pt x="1608364" y="1724594"/>
                  </a:cubicBezTo>
                  <a:cubicBezTo>
                    <a:pt x="1616883" y="1719726"/>
                    <a:pt x="1625523" y="1714785"/>
                    <a:pt x="1632857" y="1708266"/>
                  </a:cubicBezTo>
                  <a:cubicBezTo>
                    <a:pt x="1676811" y="1669196"/>
                    <a:pt x="1676622" y="1666241"/>
                    <a:pt x="1706336" y="1626623"/>
                  </a:cubicBezTo>
                  <a:cubicBezTo>
                    <a:pt x="1709057" y="1618459"/>
                    <a:pt x="1710321" y="1609653"/>
                    <a:pt x="1714500" y="1602130"/>
                  </a:cubicBezTo>
                  <a:cubicBezTo>
                    <a:pt x="1724030" y="1584975"/>
                    <a:pt x="1747157" y="1553144"/>
                    <a:pt x="1747157" y="1553144"/>
                  </a:cubicBezTo>
                  <a:cubicBezTo>
                    <a:pt x="1749878" y="1542258"/>
                    <a:pt x="1755321" y="1531708"/>
                    <a:pt x="1755321" y="1520487"/>
                  </a:cubicBezTo>
                  <a:cubicBezTo>
                    <a:pt x="1755321" y="1435147"/>
                    <a:pt x="1752967" y="1463259"/>
                    <a:pt x="1738993" y="1414351"/>
                  </a:cubicBezTo>
                  <a:cubicBezTo>
                    <a:pt x="1736508" y="1405653"/>
                    <a:pt x="1728419" y="1367560"/>
                    <a:pt x="1722664" y="1357201"/>
                  </a:cubicBezTo>
                  <a:cubicBezTo>
                    <a:pt x="1713134" y="1340046"/>
                    <a:pt x="1700893" y="1324544"/>
                    <a:pt x="1690007" y="1308216"/>
                  </a:cubicBezTo>
                  <a:cubicBezTo>
                    <a:pt x="1684564" y="1300052"/>
                    <a:pt x="1680616" y="1290662"/>
                    <a:pt x="1673678" y="1283723"/>
                  </a:cubicBezTo>
                  <a:cubicBezTo>
                    <a:pt x="1658297" y="1268342"/>
                    <a:pt x="1645153" y="1251994"/>
                    <a:pt x="1624693" y="1242901"/>
                  </a:cubicBezTo>
                  <a:cubicBezTo>
                    <a:pt x="1608965" y="1235911"/>
                    <a:pt x="1592036" y="1232016"/>
                    <a:pt x="1575707" y="1226573"/>
                  </a:cubicBezTo>
                  <a:cubicBezTo>
                    <a:pt x="1567543" y="1223852"/>
                    <a:pt x="1559807" y="1218886"/>
                    <a:pt x="1551214" y="1218409"/>
                  </a:cubicBezTo>
                  <a:lnTo>
                    <a:pt x="1404257" y="1210244"/>
                  </a:lnTo>
                  <a:lnTo>
                    <a:pt x="1191986" y="1202080"/>
                  </a:lnTo>
                  <a:cubicBezTo>
                    <a:pt x="1181100" y="1199359"/>
                    <a:pt x="1169642" y="1198336"/>
                    <a:pt x="1159328" y="1193916"/>
                  </a:cubicBezTo>
                  <a:cubicBezTo>
                    <a:pt x="1126938" y="1180034"/>
                    <a:pt x="1139763" y="1174108"/>
                    <a:pt x="1110343" y="1153094"/>
                  </a:cubicBezTo>
                  <a:cubicBezTo>
                    <a:pt x="1100439" y="1146020"/>
                    <a:pt x="1088572" y="1142209"/>
                    <a:pt x="1077686" y="1136766"/>
                  </a:cubicBezTo>
                  <a:cubicBezTo>
                    <a:pt x="1037140" y="1075948"/>
                    <a:pt x="1089255" y="1150650"/>
                    <a:pt x="1036864" y="1087780"/>
                  </a:cubicBezTo>
                  <a:cubicBezTo>
                    <a:pt x="1018784" y="1066084"/>
                    <a:pt x="1018723" y="1056033"/>
                    <a:pt x="1004207" y="1030630"/>
                  </a:cubicBezTo>
                  <a:cubicBezTo>
                    <a:pt x="999339" y="1022111"/>
                    <a:pt x="993321" y="1014301"/>
                    <a:pt x="987878" y="1006137"/>
                  </a:cubicBezTo>
                  <a:cubicBezTo>
                    <a:pt x="971224" y="956173"/>
                    <a:pt x="984738" y="1002053"/>
                    <a:pt x="971550" y="916330"/>
                  </a:cubicBezTo>
                  <a:cubicBezTo>
                    <a:pt x="969440" y="902615"/>
                    <a:pt x="965667" y="889197"/>
                    <a:pt x="963386" y="875509"/>
                  </a:cubicBezTo>
                  <a:cubicBezTo>
                    <a:pt x="960222" y="856527"/>
                    <a:pt x="957943" y="837409"/>
                    <a:pt x="955221" y="818359"/>
                  </a:cubicBezTo>
                  <a:cubicBezTo>
                    <a:pt x="957943" y="772095"/>
                    <a:pt x="958774" y="725680"/>
                    <a:pt x="963386" y="679566"/>
                  </a:cubicBezTo>
                  <a:cubicBezTo>
                    <a:pt x="964242" y="671003"/>
                    <a:pt x="967280" y="662545"/>
                    <a:pt x="971550" y="655073"/>
                  </a:cubicBezTo>
                  <a:cubicBezTo>
                    <a:pt x="978301" y="643259"/>
                    <a:pt x="986421" y="632038"/>
                    <a:pt x="996043" y="622416"/>
                  </a:cubicBezTo>
                  <a:cubicBezTo>
                    <a:pt x="1005665" y="612794"/>
                    <a:pt x="1017814" y="606087"/>
                    <a:pt x="1028700" y="597923"/>
                  </a:cubicBezTo>
                  <a:cubicBezTo>
                    <a:pt x="1039586" y="581594"/>
                    <a:pt x="1045028" y="559822"/>
                    <a:pt x="1061357" y="548937"/>
                  </a:cubicBezTo>
                  <a:cubicBezTo>
                    <a:pt x="1122162" y="508402"/>
                    <a:pt x="1047488" y="560495"/>
                    <a:pt x="1110343" y="508116"/>
                  </a:cubicBezTo>
                  <a:cubicBezTo>
                    <a:pt x="1117881" y="501834"/>
                    <a:pt x="1127298" y="498069"/>
                    <a:pt x="1134836" y="491787"/>
                  </a:cubicBezTo>
                  <a:cubicBezTo>
                    <a:pt x="1175606" y="457811"/>
                    <a:pt x="1140777" y="473477"/>
                    <a:pt x="1183821" y="459130"/>
                  </a:cubicBezTo>
                  <a:cubicBezTo>
                    <a:pt x="1208314" y="461851"/>
                    <a:pt x="1234140" y="458872"/>
                    <a:pt x="1257300" y="467294"/>
                  </a:cubicBezTo>
                  <a:cubicBezTo>
                    <a:pt x="1266521" y="470647"/>
                    <a:pt x="1267064" y="484494"/>
                    <a:pt x="1273628" y="491787"/>
                  </a:cubicBezTo>
                  <a:cubicBezTo>
                    <a:pt x="1291650" y="511812"/>
                    <a:pt x="1308362" y="533993"/>
                    <a:pt x="1330778" y="548937"/>
                  </a:cubicBezTo>
                  <a:cubicBezTo>
                    <a:pt x="1338942" y="554380"/>
                    <a:pt x="1346495" y="560878"/>
                    <a:pt x="1355271" y="565266"/>
                  </a:cubicBezTo>
                  <a:cubicBezTo>
                    <a:pt x="1362968" y="569115"/>
                    <a:pt x="1371854" y="570040"/>
                    <a:pt x="1379764" y="573430"/>
                  </a:cubicBezTo>
                  <a:cubicBezTo>
                    <a:pt x="1390951" y="578224"/>
                    <a:pt x="1401535" y="584316"/>
                    <a:pt x="1412421" y="589759"/>
                  </a:cubicBezTo>
                  <a:cubicBezTo>
                    <a:pt x="1485900" y="587037"/>
                    <a:pt x="1559481" y="586328"/>
                    <a:pt x="1632857" y="581594"/>
                  </a:cubicBezTo>
                  <a:cubicBezTo>
                    <a:pt x="1644054" y="580872"/>
                    <a:pt x="1655201" y="577850"/>
                    <a:pt x="1665514" y="573430"/>
                  </a:cubicBezTo>
                  <a:cubicBezTo>
                    <a:pt x="1674533" y="569565"/>
                    <a:pt x="1682469" y="563383"/>
                    <a:pt x="1690007" y="557101"/>
                  </a:cubicBezTo>
                  <a:cubicBezTo>
                    <a:pt x="1713583" y="537455"/>
                    <a:pt x="1714772" y="532201"/>
                    <a:pt x="1730828" y="508116"/>
                  </a:cubicBezTo>
                  <a:cubicBezTo>
                    <a:pt x="1733550" y="497230"/>
                    <a:pt x="1735910" y="486248"/>
                    <a:pt x="1738993" y="475459"/>
                  </a:cubicBezTo>
                  <a:cubicBezTo>
                    <a:pt x="1741357" y="467184"/>
                    <a:pt x="1747157" y="459572"/>
                    <a:pt x="1747157" y="450966"/>
                  </a:cubicBezTo>
                  <a:cubicBezTo>
                    <a:pt x="1747157" y="363838"/>
                    <a:pt x="1750359" y="276093"/>
                    <a:pt x="1738993" y="189709"/>
                  </a:cubicBezTo>
                  <a:cubicBezTo>
                    <a:pt x="1736433" y="170252"/>
                    <a:pt x="1717222" y="157052"/>
                    <a:pt x="1706336" y="140723"/>
                  </a:cubicBezTo>
                  <a:cubicBezTo>
                    <a:pt x="1696173" y="125479"/>
                    <a:pt x="1682153" y="100981"/>
                    <a:pt x="1665514" y="91737"/>
                  </a:cubicBezTo>
                  <a:cubicBezTo>
                    <a:pt x="1644979" y="80329"/>
                    <a:pt x="1607739" y="74064"/>
                    <a:pt x="1583871" y="67244"/>
                  </a:cubicBezTo>
                  <a:cubicBezTo>
                    <a:pt x="1575596" y="64880"/>
                    <a:pt x="1567436" y="62102"/>
                    <a:pt x="1559378" y="59080"/>
                  </a:cubicBezTo>
                  <a:cubicBezTo>
                    <a:pt x="1545656" y="53934"/>
                    <a:pt x="1532594" y="46962"/>
                    <a:pt x="1518557" y="42751"/>
                  </a:cubicBezTo>
                  <a:cubicBezTo>
                    <a:pt x="1488795" y="33822"/>
                    <a:pt x="1428971" y="28894"/>
                    <a:pt x="1404257" y="26423"/>
                  </a:cubicBezTo>
                  <a:lnTo>
                    <a:pt x="1314450" y="18259"/>
                  </a:lnTo>
                  <a:cubicBezTo>
                    <a:pt x="1306286" y="15537"/>
                    <a:pt x="1298396" y="11782"/>
                    <a:pt x="1289957" y="10094"/>
                  </a:cubicBezTo>
                  <a:cubicBezTo>
                    <a:pt x="1187616" y="-10375"/>
                    <a:pt x="1116686" y="5934"/>
                    <a:pt x="996043" y="10094"/>
                  </a:cubicBezTo>
                  <a:cubicBezTo>
                    <a:pt x="979714" y="15537"/>
                    <a:pt x="964136" y="24288"/>
                    <a:pt x="947057" y="26423"/>
                  </a:cubicBezTo>
                  <a:cubicBezTo>
                    <a:pt x="906932" y="31438"/>
                    <a:pt x="871988" y="34905"/>
                    <a:pt x="832757" y="42751"/>
                  </a:cubicBezTo>
                  <a:cubicBezTo>
                    <a:pt x="768001" y="55702"/>
                    <a:pt x="834369" y="46430"/>
                    <a:pt x="751114" y="67244"/>
                  </a:cubicBezTo>
                  <a:cubicBezTo>
                    <a:pt x="729343" y="72687"/>
                    <a:pt x="707090" y="76477"/>
                    <a:pt x="685800" y="83573"/>
                  </a:cubicBezTo>
                  <a:cubicBezTo>
                    <a:pt x="677636" y="86294"/>
                    <a:pt x="669582" y="89373"/>
                    <a:pt x="661307" y="91737"/>
                  </a:cubicBezTo>
                  <a:cubicBezTo>
                    <a:pt x="649092" y="95227"/>
                    <a:pt x="617212" y="101538"/>
                    <a:pt x="604157" y="108066"/>
                  </a:cubicBezTo>
                  <a:cubicBezTo>
                    <a:pt x="595381" y="112454"/>
                    <a:pt x="588885" y="121041"/>
                    <a:pt x="579664" y="124394"/>
                  </a:cubicBezTo>
                  <a:cubicBezTo>
                    <a:pt x="489861" y="157050"/>
                    <a:pt x="542923" y="128478"/>
                    <a:pt x="481693" y="148887"/>
                  </a:cubicBezTo>
                  <a:cubicBezTo>
                    <a:pt x="422967" y="168461"/>
                    <a:pt x="496304" y="144712"/>
                    <a:pt x="424543" y="165216"/>
                  </a:cubicBezTo>
                  <a:cubicBezTo>
                    <a:pt x="416268" y="167580"/>
                    <a:pt x="408325" y="171016"/>
                    <a:pt x="400050" y="173380"/>
                  </a:cubicBezTo>
                  <a:cubicBezTo>
                    <a:pt x="387835" y="176870"/>
                    <a:pt x="355955" y="183181"/>
                    <a:pt x="342900" y="189709"/>
                  </a:cubicBezTo>
                  <a:cubicBezTo>
                    <a:pt x="333626" y="194346"/>
                    <a:pt x="289451" y="226829"/>
                    <a:pt x="285750" y="230530"/>
                  </a:cubicBezTo>
                  <a:cubicBezTo>
                    <a:pt x="276128" y="240152"/>
                    <a:pt x="270879" y="253565"/>
                    <a:pt x="261257" y="263187"/>
                  </a:cubicBezTo>
                  <a:cubicBezTo>
                    <a:pt x="251635" y="272809"/>
                    <a:pt x="238222" y="278058"/>
                    <a:pt x="228600" y="287680"/>
                  </a:cubicBezTo>
                  <a:cubicBezTo>
                    <a:pt x="215337" y="300943"/>
                    <a:pt x="204483" y="329885"/>
                    <a:pt x="195943" y="344830"/>
                  </a:cubicBezTo>
                  <a:cubicBezTo>
                    <a:pt x="191075" y="353350"/>
                    <a:pt x="185057" y="361159"/>
                    <a:pt x="179614" y="369323"/>
                  </a:cubicBezTo>
                  <a:cubicBezTo>
                    <a:pt x="176893" y="377487"/>
                    <a:pt x="174840" y="385906"/>
                    <a:pt x="171450" y="393816"/>
                  </a:cubicBezTo>
                  <a:cubicBezTo>
                    <a:pt x="166656" y="405003"/>
                    <a:pt x="159394" y="415077"/>
                    <a:pt x="155121" y="426473"/>
                  </a:cubicBezTo>
                  <a:cubicBezTo>
                    <a:pt x="121772" y="515402"/>
                    <a:pt x="176090" y="400865"/>
                    <a:pt x="130628" y="491787"/>
                  </a:cubicBezTo>
                  <a:cubicBezTo>
                    <a:pt x="125185" y="513558"/>
                    <a:pt x="121396" y="535811"/>
                    <a:pt x="114300" y="557101"/>
                  </a:cubicBezTo>
                  <a:cubicBezTo>
                    <a:pt x="99040" y="602883"/>
                    <a:pt x="108222" y="573248"/>
                    <a:pt x="89807" y="646909"/>
                  </a:cubicBezTo>
                  <a:lnTo>
                    <a:pt x="73478" y="712223"/>
                  </a:lnTo>
                  <a:cubicBezTo>
                    <a:pt x="70757" y="720387"/>
                    <a:pt x="67401" y="728367"/>
                    <a:pt x="65314" y="736716"/>
                  </a:cubicBezTo>
                  <a:cubicBezTo>
                    <a:pt x="60218" y="757100"/>
                    <a:pt x="51898" y="807594"/>
                    <a:pt x="48986" y="826523"/>
                  </a:cubicBezTo>
                  <a:cubicBezTo>
                    <a:pt x="27975" y="963093"/>
                    <a:pt x="53021" y="810469"/>
                    <a:pt x="32657" y="932659"/>
                  </a:cubicBezTo>
                  <a:cubicBezTo>
                    <a:pt x="29936" y="997973"/>
                    <a:pt x="28702" y="1063366"/>
                    <a:pt x="24493" y="1128601"/>
                  </a:cubicBezTo>
                  <a:cubicBezTo>
                    <a:pt x="22945" y="1152598"/>
                    <a:pt x="11785" y="1209386"/>
                    <a:pt x="8164" y="1234737"/>
                  </a:cubicBezTo>
                  <a:cubicBezTo>
                    <a:pt x="5061" y="1256457"/>
                    <a:pt x="2721" y="1278280"/>
                    <a:pt x="0" y="1300051"/>
                  </a:cubicBezTo>
                  <a:cubicBezTo>
                    <a:pt x="2721" y="1433401"/>
                    <a:pt x="3228" y="1566815"/>
                    <a:pt x="8164" y="1700101"/>
                  </a:cubicBezTo>
                  <a:cubicBezTo>
                    <a:pt x="8678" y="1713968"/>
                    <a:pt x="14218" y="1727208"/>
                    <a:pt x="16328" y="1740923"/>
                  </a:cubicBezTo>
                  <a:cubicBezTo>
                    <a:pt x="19664" y="1762609"/>
                    <a:pt x="21390" y="1784517"/>
                    <a:pt x="24493" y="1806237"/>
                  </a:cubicBezTo>
                  <a:cubicBezTo>
                    <a:pt x="26834" y="1822624"/>
                    <a:pt x="30140" y="1838862"/>
                    <a:pt x="32657" y="1855223"/>
                  </a:cubicBezTo>
                  <a:cubicBezTo>
                    <a:pt x="35583" y="1874243"/>
                    <a:pt x="37047" y="1893503"/>
                    <a:pt x="40821" y="1912373"/>
                  </a:cubicBezTo>
                  <a:cubicBezTo>
                    <a:pt x="42509" y="1920812"/>
                    <a:pt x="46899" y="1928517"/>
                    <a:pt x="48986" y="1936866"/>
                  </a:cubicBezTo>
                  <a:cubicBezTo>
                    <a:pt x="52352" y="1950328"/>
                    <a:pt x="53499" y="1964299"/>
                    <a:pt x="57150" y="1977687"/>
                  </a:cubicBezTo>
                  <a:cubicBezTo>
                    <a:pt x="69257" y="2022080"/>
                    <a:pt x="71487" y="2022690"/>
                    <a:pt x="89807" y="2059330"/>
                  </a:cubicBezTo>
                  <a:lnTo>
                    <a:pt x="106136" y="2124644"/>
                  </a:lnTo>
                  <a:cubicBezTo>
                    <a:pt x="108857" y="2135530"/>
                    <a:pt x="110752" y="2146656"/>
                    <a:pt x="114300" y="2157301"/>
                  </a:cubicBezTo>
                  <a:cubicBezTo>
                    <a:pt x="117021" y="2165465"/>
                    <a:pt x="120776" y="2173355"/>
                    <a:pt x="122464" y="2181794"/>
                  </a:cubicBezTo>
                  <a:cubicBezTo>
                    <a:pt x="132424" y="2231596"/>
                    <a:pt x="133547" y="2267723"/>
                    <a:pt x="146957" y="2312423"/>
                  </a:cubicBezTo>
                  <a:cubicBezTo>
                    <a:pt x="151903" y="2328909"/>
                    <a:pt x="157843" y="2345080"/>
                    <a:pt x="163286" y="2361409"/>
                  </a:cubicBezTo>
                  <a:cubicBezTo>
                    <a:pt x="166007" y="2369573"/>
                    <a:pt x="169363" y="2377552"/>
                    <a:pt x="171450" y="2385901"/>
                  </a:cubicBezTo>
                  <a:cubicBezTo>
                    <a:pt x="179614" y="2418558"/>
                    <a:pt x="185298" y="2451938"/>
                    <a:pt x="195943" y="2483873"/>
                  </a:cubicBezTo>
                  <a:cubicBezTo>
                    <a:pt x="198664" y="2492037"/>
                    <a:pt x="199928" y="2500843"/>
                    <a:pt x="204107" y="2508366"/>
                  </a:cubicBezTo>
                  <a:cubicBezTo>
                    <a:pt x="213637" y="2525521"/>
                    <a:pt x="225878" y="2541023"/>
                    <a:pt x="236764" y="2557351"/>
                  </a:cubicBezTo>
                  <a:cubicBezTo>
                    <a:pt x="251278" y="2579122"/>
                    <a:pt x="270329" y="2614501"/>
                    <a:pt x="302078" y="2614501"/>
                  </a:cubicBezTo>
                  <a:lnTo>
                    <a:pt x="342900" y="2614501"/>
                  </a:ln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6" name="Group 5">
            <a:extLst>
              <a:ext uri="{FF2B5EF4-FFF2-40B4-BE49-F238E27FC236}">
                <a16:creationId xmlns:a16="http://schemas.microsoft.com/office/drawing/2014/main" id="{8CC46EF9-5EC2-4628-9CF2-DC2EA79E28DA}"/>
              </a:ext>
            </a:extLst>
          </p:cNvPr>
          <p:cNvGrpSpPr>
            <a:grpSpLocks/>
          </p:cNvGrpSpPr>
          <p:nvPr>
            <p:custDataLst>
              <p:tags r:id="rId5"/>
            </p:custDataLst>
          </p:nvPr>
        </p:nvGrpSpPr>
        <p:grpSpPr bwMode="auto">
          <a:xfrm>
            <a:off x="2286000" y="3984625"/>
            <a:ext cx="2024063" cy="579438"/>
            <a:chOff x="2286000" y="3984171"/>
            <a:chExt cx="2024743" cy="580526"/>
          </a:xfrm>
        </p:grpSpPr>
        <p:sp>
          <p:nvSpPr>
            <p:cNvPr id="5" name="Freeform 4">
              <a:extLst>
                <a:ext uri="{FF2B5EF4-FFF2-40B4-BE49-F238E27FC236}">
                  <a16:creationId xmlns:a16="http://schemas.microsoft.com/office/drawing/2014/main" id="{0FFE7826-6978-4CC1-8D11-9077D9CFF753}"/>
                </a:ext>
              </a:extLst>
            </p:cNvPr>
            <p:cNvSpPr/>
            <p:nvPr>
              <p:custDataLst>
                <p:tags r:id="rId24"/>
              </p:custDataLst>
            </p:nvPr>
          </p:nvSpPr>
          <p:spPr>
            <a:xfrm>
              <a:off x="2351110" y="3984171"/>
              <a:ext cx="1959633" cy="563030"/>
            </a:xfrm>
            <a:custGeom>
              <a:avLst/>
              <a:gdLst>
                <a:gd name="connsiteX0" fmla="*/ 0 w 1959429"/>
                <a:gd name="connsiteY0" fmla="*/ 563336 h 563336"/>
                <a:gd name="connsiteX1" fmla="*/ 89807 w 1959429"/>
                <a:gd name="connsiteY1" fmla="*/ 489858 h 563336"/>
                <a:gd name="connsiteX2" fmla="*/ 138793 w 1959429"/>
                <a:gd name="connsiteY2" fmla="*/ 449036 h 563336"/>
                <a:gd name="connsiteX3" fmla="*/ 171450 w 1959429"/>
                <a:gd name="connsiteY3" fmla="*/ 424543 h 563336"/>
                <a:gd name="connsiteX4" fmla="*/ 195943 w 1959429"/>
                <a:gd name="connsiteY4" fmla="*/ 408215 h 563336"/>
                <a:gd name="connsiteX5" fmla="*/ 244929 w 1959429"/>
                <a:gd name="connsiteY5" fmla="*/ 359229 h 563336"/>
                <a:gd name="connsiteX6" fmla="*/ 269422 w 1959429"/>
                <a:gd name="connsiteY6" fmla="*/ 334736 h 563336"/>
                <a:gd name="connsiteX7" fmla="*/ 310243 w 1959429"/>
                <a:gd name="connsiteY7" fmla="*/ 285750 h 563336"/>
                <a:gd name="connsiteX8" fmla="*/ 326572 w 1959429"/>
                <a:gd name="connsiteY8" fmla="*/ 261258 h 563336"/>
                <a:gd name="connsiteX9" fmla="*/ 375557 w 1959429"/>
                <a:gd name="connsiteY9" fmla="*/ 228600 h 563336"/>
                <a:gd name="connsiteX10" fmla="*/ 408215 w 1959429"/>
                <a:gd name="connsiteY10" fmla="*/ 204108 h 563336"/>
                <a:gd name="connsiteX11" fmla="*/ 432707 w 1959429"/>
                <a:gd name="connsiteY11" fmla="*/ 195943 h 563336"/>
                <a:gd name="connsiteX12" fmla="*/ 465365 w 1959429"/>
                <a:gd name="connsiteY12" fmla="*/ 179615 h 563336"/>
                <a:gd name="connsiteX13" fmla="*/ 506186 w 1959429"/>
                <a:gd name="connsiteY13" fmla="*/ 155122 h 563336"/>
                <a:gd name="connsiteX14" fmla="*/ 555172 w 1959429"/>
                <a:gd name="connsiteY14" fmla="*/ 122465 h 563336"/>
                <a:gd name="connsiteX15" fmla="*/ 604157 w 1959429"/>
                <a:gd name="connsiteY15" fmla="*/ 106136 h 563336"/>
                <a:gd name="connsiteX16" fmla="*/ 628650 w 1959429"/>
                <a:gd name="connsiteY16" fmla="*/ 97972 h 563336"/>
                <a:gd name="connsiteX17" fmla="*/ 661307 w 1959429"/>
                <a:gd name="connsiteY17" fmla="*/ 89808 h 563336"/>
                <a:gd name="connsiteX18" fmla="*/ 775607 w 1959429"/>
                <a:gd name="connsiteY18" fmla="*/ 57150 h 563336"/>
                <a:gd name="connsiteX19" fmla="*/ 832757 w 1959429"/>
                <a:gd name="connsiteY19" fmla="*/ 40822 h 563336"/>
                <a:gd name="connsiteX20" fmla="*/ 857250 w 1959429"/>
                <a:gd name="connsiteY20" fmla="*/ 32658 h 563336"/>
                <a:gd name="connsiteX21" fmla="*/ 889907 w 1959429"/>
                <a:gd name="connsiteY21" fmla="*/ 24493 h 563336"/>
                <a:gd name="connsiteX22" fmla="*/ 971550 w 1959429"/>
                <a:gd name="connsiteY22" fmla="*/ 0 h 563336"/>
                <a:gd name="connsiteX23" fmla="*/ 1412422 w 1959429"/>
                <a:gd name="connsiteY23" fmla="*/ 16329 h 563336"/>
                <a:gd name="connsiteX24" fmla="*/ 1445079 w 1959429"/>
                <a:gd name="connsiteY24" fmla="*/ 24493 h 563336"/>
                <a:gd name="connsiteX25" fmla="*/ 1485900 w 1959429"/>
                <a:gd name="connsiteY25" fmla="*/ 32658 h 563336"/>
                <a:gd name="connsiteX26" fmla="*/ 1510393 w 1959429"/>
                <a:gd name="connsiteY26" fmla="*/ 40822 h 563336"/>
                <a:gd name="connsiteX27" fmla="*/ 1543050 w 1959429"/>
                <a:gd name="connsiteY27" fmla="*/ 48986 h 563336"/>
                <a:gd name="connsiteX28" fmla="*/ 1616529 w 1959429"/>
                <a:gd name="connsiteY28" fmla="*/ 73479 h 563336"/>
                <a:gd name="connsiteX29" fmla="*/ 1665515 w 1959429"/>
                <a:gd name="connsiteY29" fmla="*/ 89808 h 563336"/>
                <a:gd name="connsiteX30" fmla="*/ 1690007 w 1959429"/>
                <a:gd name="connsiteY30" fmla="*/ 97972 h 563336"/>
                <a:gd name="connsiteX31" fmla="*/ 1730829 w 1959429"/>
                <a:gd name="connsiteY31" fmla="*/ 106136 h 563336"/>
                <a:gd name="connsiteX32" fmla="*/ 1820636 w 1959429"/>
                <a:gd name="connsiteY32" fmla="*/ 130629 h 563336"/>
                <a:gd name="connsiteX33" fmla="*/ 1910443 w 1959429"/>
                <a:gd name="connsiteY33" fmla="*/ 146958 h 563336"/>
                <a:gd name="connsiteX34" fmla="*/ 1959429 w 1959429"/>
                <a:gd name="connsiteY34" fmla="*/ 138793 h 563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29" h="563336">
                  <a:moveTo>
                    <a:pt x="0" y="563336"/>
                  </a:moveTo>
                  <a:cubicBezTo>
                    <a:pt x="27603" y="494331"/>
                    <a:pt x="524" y="534500"/>
                    <a:pt x="89807" y="489858"/>
                  </a:cubicBezTo>
                  <a:cubicBezTo>
                    <a:pt x="118677" y="475423"/>
                    <a:pt x="113515" y="470703"/>
                    <a:pt x="138793" y="449036"/>
                  </a:cubicBezTo>
                  <a:cubicBezTo>
                    <a:pt x="149124" y="440181"/>
                    <a:pt x="160377" y="432452"/>
                    <a:pt x="171450" y="424543"/>
                  </a:cubicBezTo>
                  <a:cubicBezTo>
                    <a:pt x="179435" y="418840"/>
                    <a:pt x="188609" y="414734"/>
                    <a:pt x="195943" y="408215"/>
                  </a:cubicBezTo>
                  <a:cubicBezTo>
                    <a:pt x="213202" y="392873"/>
                    <a:pt x="228600" y="375558"/>
                    <a:pt x="244929" y="359229"/>
                  </a:cubicBezTo>
                  <a:cubicBezTo>
                    <a:pt x="253093" y="351065"/>
                    <a:pt x="263018" y="344343"/>
                    <a:pt x="269422" y="334736"/>
                  </a:cubicBezTo>
                  <a:cubicBezTo>
                    <a:pt x="309953" y="273937"/>
                    <a:pt x="257868" y="348598"/>
                    <a:pt x="310243" y="285750"/>
                  </a:cubicBezTo>
                  <a:cubicBezTo>
                    <a:pt x="316525" y="278212"/>
                    <a:pt x="319188" y="267719"/>
                    <a:pt x="326572" y="261258"/>
                  </a:cubicBezTo>
                  <a:cubicBezTo>
                    <a:pt x="341341" y="248335"/>
                    <a:pt x="359857" y="240374"/>
                    <a:pt x="375557" y="228600"/>
                  </a:cubicBezTo>
                  <a:cubicBezTo>
                    <a:pt x="386443" y="220436"/>
                    <a:pt x="396401" y="210859"/>
                    <a:pt x="408215" y="204108"/>
                  </a:cubicBezTo>
                  <a:cubicBezTo>
                    <a:pt x="415687" y="199838"/>
                    <a:pt x="424797" y="199333"/>
                    <a:pt x="432707" y="195943"/>
                  </a:cubicBezTo>
                  <a:cubicBezTo>
                    <a:pt x="443894" y="191149"/>
                    <a:pt x="454726" y="185526"/>
                    <a:pt x="465365" y="179615"/>
                  </a:cubicBezTo>
                  <a:cubicBezTo>
                    <a:pt x="479237" y="171909"/>
                    <a:pt x="492798" y="163641"/>
                    <a:pt x="506186" y="155122"/>
                  </a:cubicBezTo>
                  <a:cubicBezTo>
                    <a:pt x="522742" y="144586"/>
                    <a:pt x="536555" y="128671"/>
                    <a:pt x="555172" y="122465"/>
                  </a:cubicBezTo>
                  <a:lnTo>
                    <a:pt x="604157" y="106136"/>
                  </a:lnTo>
                  <a:cubicBezTo>
                    <a:pt x="612321" y="103415"/>
                    <a:pt x="620301" y="100059"/>
                    <a:pt x="628650" y="97972"/>
                  </a:cubicBezTo>
                  <a:lnTo>
                    <a:pt x="661307" y="89808"/>
                  </a:lnTo>
                  <a:cubicBezTo>
                    <a:pt x="751610" y="44656"/>
                    <a:pt x="607187" y="113288"/>
                    <a:pt x="775607" y="57150"/>
                  </a:cubicBezTo>
                  <a:cubicBezTo>
                    <a:pt x="834333" y="37575"/>
                    <a:pt x="760996" y="61324"/>
                    <a:pt x="832757" y="40822"/>
                  </a:cubicBezTo>
                  <a:cubicBezTo>
                    <a:pt x="841032" y="38458"/>
                    <a:pt x="848975" y="35022"/>
                    <a:pt x="857250" y="32658"/>
                  </a:cubicBezTo>
                  <a:cubicBezTo>
                    <a:pt x="868039" y="29575"/>
                    <a:pt x="879159" y="27717"/>
                    <a:pt x="889907" y="24493"/>
                  </a:cubicBezTo>
                  <a:cubicBezTo>
                    <a:pt x="989292" y="-5322"/>
                    <a:pt x="896279" y="18819"/>
                    <a:pt x="971550" y="0"/>
                  </a:cubicBezTo>
                  <a:cubicBezTo>
                    <a:pt x="1058010" y="1880"/>
                    <a:pt x="1277360" y="-6180"/>
                    <a:pt x="1412422" y="16329"/>
                  </a:cubicBezTo>
                  <a:cubicBezTo>
                    <a:pt x="1423490" y="18174"/>
                    <a:pt x="1434126" y="22059"/>
                    <a:pt x="1445079" y="24493"/>
                  </a:cubicBezTo>
                  <a:cubicBezTo>
                    <a:pt x="1458625" y="27503"/>
                    <a:pt x="1472438" y="29292"/>
                    <a:pt x="1485900" y="32658"/>
                  </a:cubicBezTo>
                  <a:cubicBezTo>
                    <a:pt x="1494249" y="34745"/>
                    <a:pt x="1502118" y="38458"/>
                    <a:pt x="1510393" y="40822"/>
                  </a:cubicBezTo>
                  <a:cubicBezTo>
                    <a:pt x="1521182" y="43904"/>
                    <a:pt x="1532303" y="45762"/>
                    <a:pt x="1543050" y="48986"/>
                  </a:cubicBezTo>
                  <a:cubicBezTo>
                    <a:pt x="1567779" y="56405"/>
                    <a:pt x="1592036" y="65315"/>
                    <a:pt x="1616529" y="73479"/>
                  </a:cubicBezTo>
                  <a:lnTo>
                    <a:pt x="1665515" y="89808"/>
                  </a:lnTo>
                  <a:cubicBezTo>
                    <a:pt x="1673679" y="92529"/>
                    <a:pt x="1681568" y="96284"/>
                    <a:pt x="1690007" y="97972"/>
                  </a:cubicBezTo>
                  <a:cubicBezTo>
                    <a:pt x="1703614" y="100693"/>
                    <a:pt x="1717367" y="102771"/>
                    <a:pt x="1730829" y="106136"/>
                  </a:cubicBezTo>
                  <a:cubicBezTo>
                    <a:pt x="1794141" y="121963"/>
                    <a:pt x="1701263" y="110734"/>
                    <a:pt x="1820636" y="130629"/>
                  </a:cubicBezTo>
                  <a:cubicBezTo>
                    <a:pt x="1883310" y="141074"/>
                    <a:pt x="1853390" y="135546"/>
                    <a:pt x="1910443" y="146958"/>
                  </a:cubicBezTo>
                  <a:lnTo>
                    <a:pt x="1959429" y="138793"/>
                  </a:ln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Freeform 7">
              <a:extLst>
                <a:ext uri="{FF2B5EF4-FFF2-40B4-BE49-F238E27FC236}">
                  <a16:creationId xmlns:a16="http://schemas.microsoft.com/office/drawing/2014/main" id="{D5B5C26B-1E1C-4AD2-84F9-FE1B2A047759}"/>
                </a:ext>
              </a:extLst>
            </p:cNvPr>
            <p:cNvSpPr/>
            <p:nvPr>
              <p:custDataLst>
                <p:tags r:id="rId25"/>
              </p:custDataLst>
            </p:nvPr>
          </p:nvSpPr>
          <p:spPr>
            <a:xfrm>
              <a:off x="2286000" y="4418373"/>
              <a:ext cx="2024743" cy="146324"/>
            </a:xfrm>
            <a:custGeom>
              <a:avLst/>
              <a:gdLst>
                <a:gd name="connsiteX0" fmla="*/ 0 w 1959429"/>
                <a:gd name="connsiteY0" fmla="*/ 563336 h 563336"/>
                <a:gd name="connsiteX1" fmla="*/ 89807 w 1959429"/>
                <a:gd name="connsiteY1" fmla="*/ 489858 h 563336"/>
                <a:gd name="connsiteX2" fmla="*/ 138793 w 1959429"/>
                <a:gd name="connsiteY2" fmla="*/ 449036 h 563336"/>
                <a:gd name="connsiteX3" fmla="*/ 171450 w 1959429"/>
                <a:gd name="connsiteY3" fmla="*/ 424543 h 563336"/>
                <a:gd name="connsiteX4" fmla="*/ 195943 w 1959429"/>
                <a:gd name="connsiteY4" fmla="*/ 408215 h 563336"/>
                <a:gd name="connsiteX5" fmla="*/ 244929 w 1959429"/>
                <a:gd name="connsiteY5" fmla="*/ 359229 h 563336"/>
                <a:gd name="connsiteX6" fmla="*/ 269422 w 1959429"/>
                <a:gd name="connsiteY6" fmla="*/ 334736 h 563336"/>
                <a:gd name="connsiteX7" fmla="*/ 310243 w 1959429"/>
                <a:gd name="connsiteY7" fmla="*/ 285750 h 563336"/>
                <a:gd name="connsiteX8" fmla="*/ 326572 w 1959429"/>
                <a:gd name="connsiteY8" fmla="*/ 261258 h 563336"/>
                <a:gd name="connsiteX9" fmla="*/ 375557 w 1959429"/>
                <a:gd name="connsiteY9" fmla="*/ 228600 h 563336"/>
                <a:gd name="connsiteX10" fmla="*/ 408215 w 1959429"/>
                <a:gd name="connsiteY10" fmla="*/ 204108 h 563336"/>
                <a:gd name="connsiteX11" fmla="*/ 432707 w 1959429"/>
                <a:gd name="connsiteY11" fmla="*/ 195943 h 563336"/>
                <a:gd name="connsiteX12" fmla="*/ 465365 w 1959429"/>
                <a:gd name="connsiteY12" fmla="*/ 179615 h 563336"/>
                <a:gd name="connsiteX13" fmla="*/ 506186 w 1959429"/>
                <a:gd name="connsiteY13" fmla="*/ 155122 h 563336"/>
                <a:gd name="connsiteX14" fmla="*/ 555172 w 1959429"/>
                <a:gd name="connsiteY14" fmla="*/ 122465 h 563336"/>
                <a:gd name="connsiteX15" fmla="*/ 604157 w 1959429"/>
                <a:gd name="connsiteY15" fmla="*/ 106136 h 563336"/>
                <a:gd name="connsiteX16" fmla="*/ 628650 w 1959429"/>
                <a:gd name="connsiteY16" fmla="*/ 97972 h 563336"/>
                <a:gd name="connsiteX17" fmla="*/ 661307 w 1959429"/>
                <a:gd name="connsiteY17" fmla="*/ 89808 h 563336"/>
                <a:gd name="connsiteX18" fmla="*/ 775607 w 1959429"/>
                <a:gd name="connsiteY18" fmla="*/ 57150 h 563336"/>
                <a:gd name="connsiteX19" fmla="*/ 832757 w 1959429"/>
                <a:gd name="connsiteY19" fmla="*/ 40822 h 563336"/>
                <a:gd name="connsiteX20" fmla="*/ 857250 w 1959429"/>
                <a:gd name="connsiteY20" fmla="*/ 32658 h 563336"/>
                <a:gd name="connsiteX21" fmla="*/ 889907 w 1959429"/>
                <a:gd name="connsiteY21" fmla="*/ 24493 h 563336"/>
                <a:gd name="connsiteX22" fmla="*/ 971550 w 1959429"/>
                <a:gd name="connsiteY22" fmla="*/ 0 h 563336"/>
                <a:gd name="connsiteX23" fmla="*/ 1412422 w 1959429"/>
                <a:gd name="connsiteY23" fmla="*/ 16329 h 563336"/>
                <a:gd name="connsiteX24" fmla="*/ 1445079 w 1959429"/>
                <a:gd name="connsiteY24" fmla="*/ 24493 h 563336"/>
                <a:gd name="connsiteX25" fmla="*/ 1485900 w 1959429"/>
                <a:gd name="connsiteY25" fmla="*/ 32658 h 563336"/>
                <a:gd name="connsiteX26" fmla="*/ 1510393 w 1959429"/>
                <a:gd name="connsiteY26" fmla="*/ 40822 h 563336"/>
                <a:gd name="connsiteX27" fmla="*/ 1543050 w 1959429"/>
                <a:gd name="connsiteY27" fmla="*/ 48986 h 563336"/>
                <a:gd name="connsiteX28" fmla="*/ 1616529 w 1959429"/>
                <a:gd name="connsiteY28" fmla="*/ 73479 h 563336"/>
                <a:gd name="connsiteX29" fmla="*/ 1665515 w 1959429"/>
                <a:gd name="connsiteY29" fmla="*/ 89808 h 563336"/>
                <a:gd name="connsiteX30" fmla="*/ 1690007 w 1959429"/>
                <a:gd name="connsiteY30" fmla="*/ 97972 h 563336"/>
                <a:gd name="connsiteX31" fmla="*/ 1730829 w 1959429"/>
                <a:gd name="connsiteY31" fmla="*/ 106136 h 563336"/>
                <a:gd name="connsiteX32" fmla="*/ 1820636 w 1959429"/>
                <a:gd name="connsiteY32" fmla="*/ 130629 h 563336"/>
                <a:gd name="connsiteX33" fmla="*/ 1910443 w 1959429"/>
                <a:gd name="connsiteY33" fmla="*/ 146958 h 563336"/>
                <a:gd name="connsiteX34" fmla="*/ 1959429 w 1959429"/>
                <a:gd name="connsiteY34" fmla="*/ 138793 h 563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29" h="563336">
                  <a:moveTo>
                    <a:pt x="0" y="563336"/>
                  </a:moveTo>
                  <a:cubicBezTo>
                    <a:pt x="27603" y="494331"/>
                    <a:pt x="524" y="534500"/>
                    <a:pt x="89807" y="489858"/>
                  </a:cubicBezTo>
                  <a:cubicBezTo>
                    <a:pt x="118677" y="475423"/>
                    <a:pt x="113515" y="470703"/>
                    <a:pt x="138793" y="449036"/>
                  </a:cubicBezTo>
                  <a:cubicBezTo>
                    <a:pt x="149124" y="440181"/>
                    <a:pt x="160377" y="432452"/>
                    <a:pt x="171450" y="424543"/>
                  </a:cubicBezTo>
                  <a:cubicBezTo>
                    <a:pt x="179435" y="418840"/>
                    <a:pt x="188609" y="414734"/>
                    <a:pt x="195943" y="408215"/>
                  </a:cubicBezTo>
                  <a:cubicBezTo>
                    <a:pt x="213202" y="392873"/>
                    <a:pt x="228600" y="375558"/>
                    <a:pt x="244929" y="359229"/>
                  </a:cubicBezTo>
                  <a:cubicBezTo>
                    <a:pt x="253093" y="351065"/>
                    <a:pt x="263018" y="344343"/>
                    <a:pt x="269422" y="334736"/>
                  </a:cubicBezTo>
                  <a:cubicBezTo>
                    <a:pt x="309953" y="273937"/>
                    <a:pt x="257868" y="348598"/>
                    <a:pt x="310243" y="285750"/>
                  </a:cubicBezTo>
                  <a:cubicBezTo>
                    <a:pt x="316525" y="278212"/>
                    <a:pt x="319188" y="267719"/>
                    <a:pt x="326572" y="261258"/>
                  </a:cubicBezTo>
                  <a:cubicBezTo>
                    <a:pt x="341341" y="248335"/>
                    <a:pt x="359857" y="240374"/>
                    <a:pt x="375557" y="228600"/>
                  </a:cubicBezTo>
                  <a:cubicBezTo>
                    <a:pt x="386443" y="220436"/>
                    <a:pt x="396401" y="210859"/>
                    <a:pt x="408215" y="204108"/>
                  </a:cubicBezTo>
                  <a:cubicBezTo>
                    <a:pt x="415687" y="199838"/>
                    <a:pt x="424797" y="199333"/>
                    <a:pt x="432707" y="195943"/>
                  </a:cubicBezTo>
                  <a:cubicBezTo>
                    <a:pt x="443894" y="191149"/>
                    <a:pt x="454726" y="185526"/>
                    <a:pt x="465365" y="179615"/>
                  </a:cubicBezTo>
                  <a:cubicBezTo>
                    <a:pt x="479237" y="171909"/>
                    <a:pt x="492798" y="163641"/>
                    <a:pt x="506186" y="155122"/>
                  </a:cubicBezTo>
                  <a:cubicBezTo>
                    <a:pt x="522742" y="144586"/>
                    <a:pt x="536555" y="128671"/>
                    <a:pt x="555172" y="122465"/>
                  </a:cubicBezTo>
                  <a:lnTo>
                    <a:pt x="604157" y="106136"/>
                  </a:lnTo>
                  <a:cubicBezTo>
                    <a:pt x="612321" y="103415"/>
                    <a:pt x="620301" y="100059"/>
                    <a:pt x="628650" y="97972"/>
                  </a:cubicBezTo>
                  <a:lnTo>
                    <a:pt x="661307" y="89808"/>
                  </a:lnTo>
                  <a:cubicBezTo>
                    <a:pt x="751610" y="44656"/>
                    <a:pt x="607187" y="113288"/>
                    <a:pt x="775607" y="57150"/>
                  </a:cubicBezTo>
                  <a:cubicBezTo>
                    <a:pt x="834333" y="37575"/>
                    <a:pt x="760996" y="61324"/>
                    <a:pt x="832757" y="40822"/>
                  </a:cubicBezTo>
                  <a:cubicBezTo>
                    <a:pt x="841032" y="38458"/>
                    <a:pt x="848975" y="35022"/>
                    <a:pt x="857250" y="32658"/>
                  </a:cubicBezTo>
                  <a:cubicBezTo>
                    <a:pt x="868039" y="29575"/>
                    <a:pt x="879159" y="27717"/>
                    <a:pt x="889907" y="24493"/>
                  </a:cubicBezTo>
                  <a:cubicBezTo>
                    <a:pt x="989292" y="-5322"/>
                    <a:pt x="896279" y="18819"/>
                    <a:pt x="971550" y="0"/>
                  </a:cubicBezTo>
                  <a:cubicBezTo>
                    <a:pt x="1058010" y="1880"/>
                    <a:pt x="1277360" y="-6180"/>
                    <a:pt x="1412422" y="16329"/>
                  </a:cubicBezTo>
                  <a:cubicBezTo>
                    <a:pt x="1423490" y="18174"/>
                    <a:pt x="1434126" y="22059"/>
                    <a:pt x="1445079" y="24493"/>
                  </a:cubicBezTo>
                  <a:cubicBezTo>
                    <a:pt x="1458625" y="27503"/>
                    <a:pt x="1472438" y="29292"/>
                    <a:pt x="1485900" y="32658"/>
                  </a:cubicBezTo>
                  <a:cubicBezTo>
                    <a:pt x="1494249" y="34745"/>
                    <a:pt x="1502118" y="38458"/>
                    <a:pt x="1510393" y="40822"/>
                  </a:cubicBezTo>
                  <a:cubicBezTo>
                    <a:pt x="1521182" y="43904"/>
                    <a:pt x="1532303" y="45762"/>
                    <a:pt x="1543050" y="48986"/>
                  </a:cubicBezTo>
                  <a:cubicBezTo>
                    <a:pt x="1567779" y="56405"/>
                    <a:pt x="1592036" y="65315"/>
                    <a:pt x="1616529" y="73479"/>
                  </a:cubicBezTo>
                  <a:lnTo>
                    <a:pt x="1665515" y="89808"/>
                  </a:lnTo>
                  <a:cubicBezTo>
                    <a:pt x="1673679" y="92529"/>
                    <a:pt x="1681568" y="96284"/>
                    <a:pt x="1690007" y="97972"/>
                  </a:cubicBezTo>
                  <a:cubicBezTo>
                    <a:pt x="1703614" y="100693"/>
                    <a:pt x="1717367" y="102771"/>
                    <a:pt x="1730829" y="106136"/>
                  </a:cubicBezTo>
                  <a:cubicBezTo>
                    <a:pt x="1794141" y="121963"/>
                    <a:pt x="1701263" y="110734"/>
                    <a:pt x="1820636" y="130629"/>
                  </a:cubicBezTo>
                  <a:cubicBezTo>
                    <a:pt x="1883310" y="141074"/>
                    <a:pt x="1853390" y="135546"/>
                    <a:pt x="1910443" y="146958"/>
                  </a:cubicBezTo>
                  <a:lnTo>
                    <a:pt x="1959429" y="138793"/>
                  </a:ln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10" name="Group 9">
            <a:extLst>
              <a:ext uri="{FF2B5EF4-FFF2-40B4-BE49-F238E27FC236}">
                <a16:creationId xmlns:a16="http://schemas.microsoft.com/office/drawing/2014/main" id="{819941BF-49B6-45ED-B46C-D78342D3EE21}"/>
              </a:ext>
            </a:extLst>
          </p:cNvPr>
          <p:cNvGrpSpPr>
            <a:grpSpLocks/>
          </p:cNvGrpSpPr>
          <p:nvPr>
            <p:custDataLst>
              <p:tags r:id="rId6"/>
            </p:custDataLst>
          </p:nvPr>
        </p:nvGrpSpPr>
        <p:grpSpPr bwMode="auto">
          <a:xfrm>
            <a:off x="4530725" y="4156075"/>
            <a:ext cx="1711325" cy="611188"/>
            <a:chOff x="4531179" y="4155621"/>
            <a:chExt cx="1711080" cy="612322"/>
          </a:xfrm>
        </p:grpSpPr>
        <p:sp>
          <p:nvSpPr>
            <p:cNvPr id="7" name="Freeform 6">
              <a:extLst>
                <a:ext uri="{FF2B5EF4-FFF2-40B4-BE49-F238E27FC236}">
                  <a16:creationId xmlns:a16="http://schemas.microsoft.com/office/drawing/2014/main" id="{71220106-1F03-4EC0-9C45-2BF3EC746822}"/>
                </a:ext>
              </a:extLst>
            </p:cNvPr>
            <p:cNvSpPr/>
            <p:nvPr>
              <p:custDataLst>
                <p:tags r:id="rId22"/>
              </p:custDataLst>
            </p:nvPr>
          </p:nvSpPr>
          <p:spPr>
            <a:xfrm>
              <a:off x="4531179" y="4155621"/>
              <a:ext cx="1706319" cy="432601"/>
            </a:xfrm>
            <a:custGeom>
              <a:avLst/>
              <a:gdLst>
                <a:gd name="connsiteX0" fmla="*/ 0 w 1706335"/>
                <a:gd name="connsiteY0" fmla="*/ 0 h 432797"/>
                <a:gd name="connsiteX1" fmla="*/ 538842 w 1706335"/>
                <a:gd name="connsiteY1" fmla="*/ 8165 h 432797"/>
                <a:gd name="connsiteX2" fmla="*/ 628650 w 1706335"/>
                <a:gd name="connsiteY2" fmla="*/ 32658 h 432797"/>
                <a:gd name="connsiteX3" fmla="*/ 693964 w 1706335"/>
                <a:gd name="connsiteY3" fmla="*/ 48986 h 432797"/>
                <a:gd name="connsiteX4" fmla="*/ 726621 w 1706335"/>
                <a:gd name="connsiteY4" fmla="*/ 65315 h 432797"/>
                <a:gd name="connsiteX5" fmla="*/ 751114 w 1706335"/>
                <a:gd name="connsiteY5" fmla="*/ 73479 h 432797"/>
                <a:gd name="connsiteX6" fmla="*/ 775607 w 1706335"/>
                <a:gd name="connsiteY6" fmla="*/ 97972 h 432797"/>
                <a:gd name="connsiteX7" fmla="*/ 824592 w 1706335"/>
                <a:gd name="connsiteY7" fmla="*/ 130629 h 432797"/>
                <a:gd name="connsiteX8" fmla="*/ 849085 w 1706335"/>
                <a:gd name="connsiteY8" fmla="*/ 146958 h 432797"/>
                <a:gd name="connsiteX9" fmla="*/ 873578 w 1706335"/>
                <a:gd name="connsiteY9" fmla="*/ 163286 h 432797"/>
                <a:gd name="connsiteX10" fmla="*/ 889907 w 1706335"/>
                <a:gd name="connsiteY10" fmla="*/ 187779 h 432797"/>
                <a:gd name="connsiteX11" fmla="*/ 938892 w 1706335"/>
                <a:gd name="connsiteY11" fmla="*/ 212272 h 432797"/>
                <a:gd name="connsiteX12" fmla="*/ 987878 w 1706335"/>
                <a:gd name="connsiteY12" fmla="*/ 244929 h 432797"/>
                <a:gd name="connsiteX13" fmla="*/ 1069521 w 1706335"/>
                <a:gd name="connsiteY13" fmla="*/ 302079 h 432797"/>
                <a:gd name="connsiteX14" fmla="*/ 1191985 w 1706335"/>
                <a:gd name="connsiteY14" fmla="*/ 342900 h 432797"/>
                <a:gd name="connsiteX15" fmla="*/ 1240971 w 1706335"/>
                <a:gd name="connsiteY15" fmla="*/ 359229 h 432797"/>
                <a:gd name="connsiteX16" fmla="*/ 1281792 w 1706335"/>
                <a:gd name="connsiteY16" fmla="*/ 367393 h 432797"/>
                <a:gd name="connsiteX17" fmla="*/ 1314450 w 1706335"/>
                <a:gd name="connsiteY17" fmla="*/ 375558 h 432797"/>
                <a:gd name="connsiteX18" fmla="*/ 1494064 w 1706335"/>
                <a:gd name="connsiteY18" fmla="*/ 400050 h 432797"/>
                <a:gd name="connsiteX19" fmla="*/ 1543050 w 1706335"/>
                <a:gd name="connsiteY19" fmla="*/ 408215 h 432797"/>
                <a:gd name="connsiteX20" fmla="*/ 1567542 w 1706335"/>
                <a:gd name="connsiteY20" fmla="*/ 416379 h 432797"/>
                <a:gd name="connsiteX21" fmla="*/ 1616528 w 1706335"/>
                <a:gd name="connsiteY21" fmla="*/ 424543 h 432797"/>
                <a:gd name="connsiteX22" fmla="*/ 1706335 w 1706335"/>
                <a:gd name="connsiteY22" fmla="*/ 432708 h 432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06335" h="432797">
                  <a:moveTo>
                    <a:pt x="0" y="0"/>
                  </a:moveTo>
                  <a:lnTo>
                    <a:pt x="538842" y="8165"/>
                  </a:lnTo>
                  <a:cubicBezTo>
                    <a:pt x="570676" y="9062"/>
                    <a:pt x="598582" y="25141"/>
                    <a:pt x="628650" y="32658"/>
                  </a:cubicBezTo>
                  <a:lnTo>
                    <a:pt x="693964" y="48986"/>
                  </a:lnTo>
                  <a:cubicBezTo>
                    <a:pt x="704850" y="54429"/>
                    <a:pt x="715434" y="60521"/>
                    <a:pt x="726621" y="65315"/>
                  </a:cubicBezTo>
                  <a:cubicBezTo>
                    <a:pt x="734531" y="68705"/>
                    <a:pt x="743953" y="68705"/>
                    <a:pt x="751114" y="73479"/>
                  </a:cubicBezTo>
                  <a:cubicBezTo>
                    <a:pt x="760721" y="79884"/>
                    <a:pt x="766493" y="90883"/>
                    <a:pt x="775607" y="97972"/>
                  </a:cubicBezTo>
                  <a:cubicBezTo>
                    <a:pt x="791097" y="110020"/>
                    <a:pt x="808264" y="119743"/>
                    <a:pt x="824592" y="130629"/>
                  </a:cubicBezTo>
                  <a:lnTo>
                    <a:pt x="849085" y="146958"/>
                  </a:lnTo>
                  <a:lnTo>
                    <a:pt x="873578" y="163286"/>
                  </a:lnTo>
                  <a:cubicBezTo>
                    <a:pt x="879021" y="171450"/>
                    <a:pt x="882969" y="180841"/>
                    <a:pt x="889907" y="187779"/>
                  </a:cubicBezTo>
                  <a:cubicBezTo>
                    <a:pt x="905734" y="203606"/>
                    <a:pt x="918971" y="205632"/>
                    <a:pt x="938892" y="212272"/>
                  </a:cubicBezTo>
                  <a:cubicBezTo>
                    <a:pt x="995892" y="269272"/>
                    <a:pt x="932738" y="213421"/>
                    <a:pt x="987878" y="244929"/>
                  </a:cubicBezTo>
                  <a:cubicBezTo>
                    <a:pt x="1013963" y="259835"/>
                    <a:pt x="1041333" y="292683"/>
                    <a:pt x="1069521" y="302079"/>
                  </a:cubicBezTo>
                  <a:lnTo>
                    <a:pt x="1191985" y="342900"/>
                  </a:lnTo>
                  <a:lnTo>
                    <a:pt x="1240971" y="359229"/>
                  </a:lnTo>
                  <a:cubicBezTo>
                    <a:pt x="1254578" y="361950"/>
                    <a:pt x="1268246" y="364383"/>
                    <a:pt x="1281792" y="367393"/>
                  </a:cubicBezTo>
                  <a:cubicBezTo>
                    <a:pt x="1292746" y="369827"/>
                    <a:pt x="1303382" y="373713"/>
                    <a:pt x="1314450" y="375558"/>
                  </a:cubicBezTo>
                  <a:cubicBezTo>
                    <a:pt x="1450648" y="398258"/>
                    <a:pt x="1390459" y="385249"/>
                    <a:pt x="1494064" y="400050"/>
                  </a:cubicBezTo>
                  <a:cubicBezTo>
                    <a:pt x="1510452" y="402391"/>
                    <a:pt x="1526890" y="404624"/>
                    <a:pt x="1543050" y="408215"/>
                  </a:cubicBezTo>
                  <a:cubicBezTo>
                    <a:pt x="1551451" y="410082"/>
                    <a:pt x="1559141" y="414512"/>
                    <a:pt x="1567542" y="416379"/>
                  </a:cubicBezTo>
                  <a:cubicBezTo>
                    <a:pt x="1583702" y="419970"/>
                    <a:pt x="1600167" y="422026"/>
                    <a:pt x="1616528" y="424543"/>
                  </a:cubicBezTo>
                  <a:cubicBezTo>
                    <a:pt x="1679606" y="434248"/>
                    <a:pt x="1657177" y="432708"/>
                    <a:pt x="1706335" y="432708"/>
                  </a:cubicBez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9" name="Freeform 8">
              <a:extLst>
                <a:ext uri="{FF2B5EF4-FFF2-40B4-BE49-F238E27FC236}">
                  <a16:creationId xmlns:a16="http://schemas.microsoft.com/office/drawing/2014/main" id="{F4F6D1B8-886B-4F2D-941C-5D54A7AD697D}"/>
                </a:ext>
              </a:extLst>
            </p:cNvPr>
            <p:cNvSpPr/>
            <p:nvPr>
              <p:custDataLst>
                <p:tags r:id="rId23"/>
              </p:custDataLst>
            </p:nvPr>
          </p:nvSpPr>
          <p:spPr>
            <a:xfrm>
              <a:off x="4539116" y="4546871"/>
              <a:ext cx="1703143" cy="221072"/>
            </a:xfrm>
            <a:custGeom>
              <a:avLst/>
              <a:gdLst>
                <a:gd name="connsiteX0" fmla="*/ 0 w 1702916"/>
                <a:gd name="connsiteY0" fmla="*/ 48986 h 220436"/>
                <a:gd name="connsiteX1" fmla="*/ 130628 w 1702916"/>
                <a:gd name="connsiteY1" fmla="*/ 24493 h 220436"/>
                <a:gd name="connsiteX2" fmla="*/ 195943 w 1702916"/>
                <a:gd name="connsiteY2" fmla="*/ 16329 h 220436"/>
                <a:gd name="connsiteX3" fmla="*/ 277586 w 1702916"/>
                <a:gd name="connsiteY3" fmla="*/ 0 h 220436"/>
                <a:gd name="connsiteX4" fmla="*/ 383721 w 1702916"/>
                <a:gd name="connsiteY4" fmla="*/ 8164 h 220436"/>
                <a:gd name="connsiteX5" fmla="*/ 408214 w 1702916"/>
                <a:gd name="connsiteY5" fmla="*/ 24493 h 220436"/>
                <a:gd name="connsiteX6" fmla="*/ 424543 w 1702916"/>
                <a:gd name="connsiteY6" fmla="*/ 73479 h 220436"/>
                <a:gd name="connsiteX7" fmla="*/ 440871 w 1702916"/>
                <a:gd name="connsiteY7" fmla="*/ 122464 h 220436"/>
                <a:gd name="connsiteX8" fmla="*/ 465364 w 1702916"/>
                <a:gd name="connsiteY8" fmla="*/ 171450 h 220436"/>
                <a:gd name="connsiteX9" fmla="*/ 514350 w 1702916"/>
                <a:gd name="connsiteY9" fmla="*/ 187779 h 220436"/>
                <a:gd name="connsiteX10" fmla="*/ 571500 w 1702916"/>
                <a:gd name="connsiteY10" fmla="*/ 204107 h 220436"/>
                <a:gd name="connsiteX11" fmla="*/ 636814 w 1702916"/>
                <a:gd name="connsiteY11" fmla="*/ 212272 h 220436"/>
                <a:gd name="connsiteX12" fmla="*/ 685800 w 1702916"/>
                <a:gd name="connsiteY12" fmla="*/ 220436 h 220436"/>
                <a:gd name="connsiteX13" fmla="*/ 898071 w 1702916"/>
                <a:gd name="connsiteY13" fmla="*/ 212272 h 220436"/>
                <a:gd name="connsiteX14" fmla="*/ 971550 w 1702916"/>
                <a:gd name="connsiteY14" fmla="*/ 195943 h 220436"/>
                <a:gd name="connsiteX15" fmla="*/ 1004207 w 1702916"/>
                <a:gd name="connsiteY15" fmla="*/ 187779 h 220436"/>
                <a:gd name="connsiteX16" fmla="*/ 1028700 w 1702916"/>
                <a:gd name="connsiteY16" fmla="*/ 179614 h 220436"/>
                <a:gd name="connsiteX17" fmla="*/ 1061357 w 1702916"/>
                <a:gd name="connsiteY17" fmla="*/ 171450 h 220436"/>
                <a:gd name="connsiteX18" fmla="*/ 1134836 w 1702916"/>
                <a:gd name="connsiteY18" fmla="*/ 146957 h 220436"/>
                <a:gd name="connsiteX19" fmla="*/ 1159328 w 1702916"/>
                <a:gd name="connsiteY19" fmla="*/ 138793 h 220436"/>
                <a:gd name="connsiteX20" fmla="*/ 1183821 w 1702916"/>
                <a:gd name="connsiteY20" fmla="*/ 130629 h 220436"/>
                <a:gd name="connsiteX21" fmla="*/ 1232807 w 1702916"/>
                <a:gd name="connsiteY21" fmla="*/ 97972 h 220436"/>
                <a:gd name="connsiteX22" fmla="*/ 1257300 w 1702916"/>
                <a:gd name="connsiteY22" fmla="*/ 81643 h 220436"/>
                <a:gd name="connsiteX23" fmla="*/ 1281793 w 1702916"/>
                <a:gd name="connsiteY23" fmla="*/ 73479 h 220436"/>
                <a:gd name="connsiteX24" fmla="*/ 1355271 w 1702916"/>
                <a:gd name="connsiteY24" fmla="*/ 40822 h 220436"/>
                <a:gd name="connsiteX25" fmla="*/ 1404257 w 1702916"/>
                <a:gd name="connsiteY25" fmla="*/ 24493 h 220436"/>
                <a:gd name="connsiteX26" fmla="*/ 1485900 w 1702916"/>
                <a:gd name="connsiteY26" fmla="*/ 16329 h 220436"/>
                <a:gd name="connsiteX27" fmla="*/ 1616528 w 1702916"/>
                <a:gd name="connsiteY27" fmla="*/ 24493 h 220436"/>
                <a:gd name="connsiteX28" fmla="*/ 1673678 w 1702916"/>
                <a:gd name="connsiteY28" fmla="*/ 32657 h 220436"/>
                <a:gd name="connsiteX29" fmla="*/ 1690007 w 1702916"/>
                <a:gd name="connsiteY29" fmla="*/ 40822 h 220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702916" h="220436">
                  <a:moveTo>
                    <a:pt x="0" y="48986"/>
                  </a:moveTo>
                  <a:cubicBezTo>
                    <a:pt x="44537" y="40078"/>
                    <a:pt x="86081" y="30857"/>
                    <a:pt x="130628" y="24493"/>
                  </a:cubicBezTo>
                  <a:cubicBezTo>
                    <a:pt x="152349" y="21390"/>
                    <a:pt x="174171" y="19050"/>
                    <a:pt x="195943" y="16329"/>
                  </a:cubicBezTo>
                  <a:cubicBezTo>
                    <a:pt x="217525" y="10933"/>
                    <a:pt x="257563" y="0"/>
                    <a:pt x="277586" y="0"/>
                  </a:cubicBezTo>
                  <a:cubicBezTo>
                    <a:pt x="313069" y="0"/>
                    <a:pt x="348343" y="5443"/>
                    <a:pt x="383721" y="8164"/>
                  </a:cubicBezTo>
                  <a:cubicBezTo>
                    <a:pt x="391885" y="13607"/>
                    <a:pt x="403013" y="16172"/>
                    <a:pt x="408214" y="24493"/>
                  </a:cubicBezTo>
                  <a:cubicBezTo>
                    <a:pt x="417336" y="39089"/>
                    <a:pt x="419100" y="57150"/>
                    <a:pt x="424543" y="73479"/>
                  </a:cubicBezTo>
                  <a:lnTo>
                    <a:pt x="440871" y="122464"/>
                  </a:lnTo>
                  <a:cubicBezTo>
                    <a:pt x="445319" y="135808"/>
                    <a:pt x="452038" y="163121"/>
                    <a:pt x="465364" y="171450"/>
                  </a:cubicBezTo>
                  <a:cubicBezTo>
                    <a:pt x="479960" y="180572"/>
                    <a:pt x="498021" y="182336"/>
                    <a:pt x="514350" y="187779"/>
                  </a:cubicBezTo>
                  <a:cubicBezTo>
                    <a:pt x="533762" y="194250"/>
                    <a:pt x="550998" y="200690"/>
                    <a:pt x="571500" y="204107"/>
                  </a:cubicBezTo>
                  <a:cubicBezTo>
                    <a:pt x="593142" y="207714"/>
                    <a:pt x="615094" y="209169"/>
                    <a:pt x="636814" y="212272"/>
                  </a:cubicBezTo>
                  <a:cubicBezTo>
                    <a:pt x="653201" y="214613"/>
                    <a:pt x="669471" y="217715"/>
                    <a:pt x="685800" y="220436"/>
                  </a:cubicBezTo>
                  <a:cubicBezTo>
                    <a:pt x="756557" y="217715"/>
                    <a:pt x="827400" y="216689"/>
                    <a:pt x="898071" y="212272"/>
                  </a:cubicBezTo>
                  <a:cubicBezTo>
                    <a:pt x="945215" y="209325"/>
                    <a:pt x="936723" y="205893"/>
                    <a:pt x="971550" y="195943"/>
                  </a:cubicBezTo>
                  <a:cubicBezTo>
                    <a:pt x="982339" y="192861"/>
                    <a:pt x="993418" y="190862"/>
                    <a:pt x="1004207" y="187779"/>
                  </a:cubicBezTo>
                  <a:cubicBezTo>
                    <a:pt x="1012482" y="185415"/>
                    <a:pt x="1020425" y="181978"/>
                    <a:pt x="1028700" y="179614"/>
                  </a:cubicBezTo>
                  <a:cubicBezTo>
                    <a:pt x="1039489" y="176531"/>
                    <a:pt x="1050610" y="174674"/>
                    <a:pt x="1061357" y="171450"/>
                  </a:cubicBezTo>
                  <a:cubicBezTo>
                    <a:pt x="1061437" y="171426"/>
                    <a:pt x="1122550" y="151052"/>
                    <a:pt x="1134836" y="146957"/>
                  </a:cubicBezTo>
                  <a:lnTo>
                    <a:pt x="1159328" y="138793"/>
                  </a:lnTo>
                  <a:lnTo>
                    <a:pt x="1183821" y="130629"/>
                  </a:lnTo>
                  <a:lnTo>
                    <a:pt x="1232807" y="97972"/>
                  </a:lnTo>
                  <a:cubicBezTo>
                    <a:pt x="1240971" y="92529"/>
                    <a:pt x="1247991" y="84746"/>
                    <a:pt x="1257300" y="81643"/>
                  </a:cubicBezTo>
                  <a:lnTo>
                    <a:pt x="1281793" y="73479"/>
                  </a:lnTo>
                  <a:cubicBezTo>
                    <a:pt x="1320608" y="47602"/>
                    <a:pt x="1296975" y="60254"/>
                    <a:pt x="1355271" y="40822"/>
                  </a:cubicBezTo>
                  <a:cubicBezTo>
                    <a:pt x="1355276" y="40820"/>
                    <a:pt x="1404251" y="24494"/>
                    <a:pt x="1404257" y="24493"/>
                  </a:cubicBezTo>
                  <a:lnTo>
                    <a:pt x="1485900" y="16329"/>
                  </a:lnTo>
                  <a:cubicBezTo>
                    <a:pt x="1529443" y="19050"/>
                    <a:pt x="1573064" y="20714"/>
                    <a:pt x="1616528" y="24493"/>
                  </a:cubicBezTo>
                  <a:cubicBezTo>
                    <a:pt x="1635699" y="26160"/>
                    <a:pt x="1654808" y="28883"/>
                    <a:pt x="1673678" y="32657"/>
                  </a:cubicBezTo>
                  <a:cubicBezTo>
                    <a:pt x="1718805" y="41683"/>
                    <a:pt x="1701069" y="40822"/>
                    <a:pt x="1690007" y="40822"/>
                  </a:cubicBez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11" name="Freeform 10">
            <a:extLst>
              <a:ext uri="{FF2B5EF4-FFF2-40B4-BE49-F238E27FC236}">
                <a16:creationId xmlns:a16="http://schemas.microsoft.com/office/drawing/2014/main" id="{AF26ED52-94A6-4111-BCD7-2E4D4B94586C}"/>
              </a:ext>
            </a:extLst>
          </p:cNvPr>
          <p:cNvSpPr/>
          <p:nvPr>
            <p:custDataLst>
              <p:tags r:id="rId7"/>
            </p:custDataLst>
          </p:nvPr>
        </p:nvSpPr>
        <p:spPr>
          <a:xfrm>
            <a:off x="6473825" y="4629150"/>
            <a:ext cx="1633538" cy="23813"/>
          </a:xfrm>
          <a:custGeom>
            <a:avLst/>
            <a:gdLst>
              <a:gd name="connsiteX0" fmla="*/ 0 w 1632857"/>
              <a:gd name="connsiteY0" fmla="*/ 8164 h 24493"/>
              <a:gd name="connsiteX1" fmla="*/ 155121 w 1632857"/>
              <a:gd name="connsiteY1" fmla="*/ 24493 h 24493"/>
              <a:gd name="connsiteX2" fmla="*/ 1494064 w 1632857"/>
              <a:gd name="connsiteY2" fmla="*/ 16329 h 24493"/>
              <a:gd name="connsiteX3" fmla="*/ 1551214 w 1632857"/>
              <a:gd name="connsiteY3" fmla="*/ 8164 h 24493"/>
              <a:gd name="connsiteX4" fmla="*/ 1583871 w 1632857"/>
              <a:gd name="connsiteY4" fmla="*/ 0 h 24493"/>
              <a:gd name="connsiteX5" fmla="*/ 1632857 w 1632857"/>
              <a:gd name="connsiteY5" fmla="*/ 8164 h 24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2857" h="24493">
                <a:moveTo>
                  <a:pt x="0" y="8164"/>
                </a:moveTo>
                <a:cubicBezTo>
                  <a:pt x="61653" y="20496"/>
                  <a:pt x="72738" y="24493"/>
                  <a:pt x="155121" y="24493"/>
                </a:cubicBezTo>
                <a:lnTo>
                  <a:pt x="1494064" y="16329"/>
                </a:lnTo>
                <a:cubicBezTo>
                  <a:pt x="1513114" y="13607"/>
                  <a:pt x="1532281" y="11606"/>
                  <a:pt x="1551214" y="8164"/>
                </a:cubicBezTo>
                <a:cubicBezTo>
                  <a:pt x="1562254" y="6157"/>
                  <a:pt x="1572650" y="0"/>
                  <a:pt x="1583871" y="0"/>
                </a:cubicBezTo>
                <a:cubicBezTo>
                  <a:pt x="1600425" y="0"/>
                  <a:pt x="1632857" y="8164"/>
                  <a:pt x="1632857" y="8164"/>
                </a:cubicBez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2" name="Freeform 11">
            <a:extLst>
              <a:ext uri="{FF2B5EF4-FFF2-40B4-BE49-F238E27FC236}">
                <a16:creationId xmlns:a16="http://schemas.microsoft.com/office/drawing/2014/main" id="{3593DC7F-55E1-4639-80FB-908040F007BB}"/>
              </a:ext>
            </a:extLst>
          </p:cNvPr>
          <p:cNvSpPr/>
          <p:nvPr>
            <p:custDataLst>
              <p:tags r:id="rId8"/>
            </p:custDataLst>
          </p:nvPr>
        </p:nvSpPr>
        <p:spPr>
          <a:xfrm>
            <a:off x="2751138" y="4613275"/>
            <a:ext cx="6156325" cy="1731963"/>
          </a:xfrm>
          <a:custGeom>
            <a:avLst/>
            <a:gdLst>
              <a:gd name="connsiteX0" fmla="*/ 5617029 w 6155872"/>
              <a:gd name="connsiteY0" fmla="*/ 0 h 1732694"/>
              <a:gd name="connsiteX1" fmla="*/ 5698672 w 6155872"/>
              <a:gd name="connsiteY1" fmla="*/ 16329 h 1732694"/>
              <a:gd name="connsiteX2" fmla="*/ 5755822 w 6155872"/>
              <a:gd name="connsiteY2" fmla="*/ 32658 h 1732694"/>
              <a:gd name="connsiteX3" fmla="*/ 5772150 w 6155872"/>
              <a:gd name="connsiteY3" fmla="*/ 57150 h 1732694"/>
              <a:gd name="connsiteX4" fmla="*/ 5821136 w 6155872"/>
              <a:gd name="connsiteY4" fmla="*/ 89808 h 1732694"/>
              <a:gd name="connsiteX5" fmla="*/ 5861957 w 6155872"/>
              <a:gd name="connsiteY5" fmla="*/ 138793 h 1732694"/>
              <a:gd name="connsiteX6" fmla="*/ 5919107 w 6155872"/>
              <a:gd name="connsiteY6" fmla="*/ 212272 h 1732694"/>
              <a:gd name="connsiteX7" fmla="*/ 5943600 w 6155872"/>
              <a:gd name="connsiteY7" fmla="*/ 228600 h 1732694"/>
              <a:gd name="connsiteX8" fmla="*/ 5976257 w 6155872"/>
              <a:gd name="connsiteY8" fmla="*/ 277586 h 1732694"/>
              <a:gd name="connsiteX9" fmla="*/ 5992586 w 6155872"/>
              <a:gd name="connsiteY9" fmla="*/ 302079 h 1732694"/>
              <a:gd name="connsiteX10" fmla="*/ 6017079 w 6155872"/>
              <a:gd name="connsiteY10" fmla="*/ 359229 h 1732694"/>
              <a:gd name="connsiteX11" fmla="*/ 6033407 w 6155872"/>
              <a:gd name="connsiteY11" fmla="*/ 408215 h 1732694"/>
              <a:gd name="connsiteX12" fmla="*/ 6041572 w 6155872"/>
              <a:gd name="connsiteY12" fmla="*/ 432708 h 1732694"/>
              <a:gd name="connsiteX13" fmla="*/ 6057900 w 6155872"/>
              <a:gd name="connsiteY13" fmla="*/ 457200 h 1732694"/>
              <a:gd name="connsiteX14" fmla="*/ 6074229 w 6155872"/>
              <a:gd name="connsiteY14" fmla="*/ 514350 h 1732694"/>
              <a:gd name="connsiteX15" fmla="*/ 6082393 w 6155872"/>
              <a:gd name="connsiteY15" fmla="*/ 555172 h 1732694"/>
              <a:gd name="connsiteX16" fmla="*/ 6098722 w 6155872"/>
              <a:gd name="connsiteY16" fmla="*/ 587829 h 1732694"/>
              <a:gd name="connsiteX17" fmla="*/ 6123215 w 6155872"/>
              <a:gd name="connsiteY17" fmla="*/ 669472 h 1732694"/>
              <a:gd name="connsiteX18" fmla="*/ 6131379 w 6155872"/>
              <a:gd name="connsiteY18" fmla="*/ 693965 h 1732694"/>
              <a:gd name="connsiteX19" fmla="*/ 6139543 w 6155872"/>
              <a:gd name="connsiteY19" fmla="*/ 726622 h 1732694"/>
              <a:gd name="connsiteX20" fmla="*/ 6147707 w 6155872"/>
              <a:gd name="connsiteY20" fmla="*/ 751115 h 1732694"/>
              <a:gd name="connsiteX21" fmla="*/ 6155872 w 6155872"/>
              <a:gd name="connsiteY21" fmla="*/ 800100 h 1732694"/>
              <a:gd name="connsiteX22" fmla="*/ 6147707 w 6155872"/>
              <a:gd name="connsiteY22" fmla="*/ 914400 h 1732694"/>
              <a:gd name="connsiteX23" fmla="*/ 6131379 w 6155872"/>
              <a:gd name="connsiteY23" fmla="*/ 963386 h 1732694"/>
              <a:gd name="connsiteX24" fmla="*/ 6115050 w 6155872"/>
              <a:gd name="connsiteY24" fmla="*/ 1012372 h 1732694"/>
              <a:gd name="connsiteX25" fmla="*/ 6082393 w 6155872"/>
              <a:gd name="connsiteY25" fmla="*/ 1077686 h 1732694"/>
              <a:gd name="connsiteX26" fmla="*/ 6049736 w 6155872"/>
              <a:gd name="connsiteY26" fmla="*/ 1126672 h 1732694"/>
              <a:gd name="connsiteX27" fmla="*/ 6025243 w 6155872"/>
              <a:gd name="connsiteY27" fmla="*/ 1183822 h 1732694"/>
              <a:gd name="connsiteX28" fmla="*/ 6008915 w 6155872"/>
              <a:gd name="connsiteY28" fmla="*/ 1232808 h 1732694"/>
              <a:gd name="connsiteX29" fmla="*/ 5992586 w 6155872"/>
              <a:gd name="connsiteY29" fmla="*/ 1281793 h 1732694"/>
              <a:gd name="connsiteX30" fmla="*/ 5984422 w 6155872"/>
              <a:gd name="connsiteY30" fmla="*/ 1306286 h 1732694"/>
              <a:gd name="connsiteX31" fmla="*/ 5968093 w 6155872"/>
              <a:gd name="connsiteY31" fmla="*/ 1363436 h 1732694"/>
              <a:gd name="connsiteX32" fmla="*/ 5902779 w 6155872"/>
              <a:gd name="connsiteY32" fmla="*/ 1436915 h 1732694"/>
              <a:gd name="connsiteX33" fmla="*/ 5861957 w 6155872"/>
              <a:gd name="connsiteY33" fmla="*/ 1477736 h 1732694"/>
              <a:gd name="connsiteX34" fmla="*/ 5812972 w 6155872"/>
              <a:gd name="connsiteY34" fmla="*/ 1510393 h 1732694"/>
              <a:gd name="connsiteX35" fmla="*/ 5747657 w 6155872"/>
              <a:gd name="connsiteY35" fmla="*/ 1543050 h 1732694"/>
              <a:gd name="connsiteX36" fmla="*/ 5715000 w 6155872"/>
              <a:gd name="connsiteY36" fmla="*/ 1559379 h 1732694"/>
              <a:gd name="connsiteX37" fmla="*/ 5674179 w 6155872"/>
              <a:gd name="connsiteY37" fmla="*/ 1575708 h 1732694"/>
              <a:gd name="connsiteX38" fmla="*/ 5600700 w 6155872"/>
              <a:gd name="connsiteY38" fmla="*/ 1600200 h 1732694"/>
              <a:gd name="connsiteX39" fmla="*/ 5568043 w 6155872"/>
              <a:gd name="connsiteY39" fmla="*/ 1616529 h 1732694"/>
              <a:gd name="connsiteX40" fmla="*/ 5429250 w 6155872"/>
              <a:gd name="connsiteY40" fmla="*/ 1641022 h 1732694"/>
              <a:gd name="connsiteX41" fmla="*/ 4416879 w 6155872"/>
              <a:gd name="connsiteY41" fmla="*/ 1649186 h 1732694"/>
              <a:gd name="connsiteX42" fmla="*/ 4237265 w 6155872"/>
              <a:gd name="connsiteY42" fmla="*/ 1673679 h 1732694"/>
              <a:gd name="connsiteX43" fmla="*/ 2979965 w 6155872"/>
              <a:gd name="connsiteY43" fmla="*/ 1665515 h 1732694"/>
              <a:gd name="connsiteX44" fmla="*/ 2939143 w 6155872"/>
              <a:gd name="connsiteY44" fmla="*/ 1657350 h 1732694"/>
              <a:gd name="connsiteX45" fmla="*/ 2588079 w 6155872"/>
              <a:gd name="connsiteY45" fmla="*/ 1665515 h 1732694"/>
              <a:gd name="connsiteX46" fmla="*/ 2392136 w 6155872"/>
              <a:gd name="connsiteY46" fmla="*/ 1690008 h 1732694"/>
              <a:gd name="connsiteX47" fmla="*/ 2294165 w 6155872"/>
              <a:gd name="connsiteY47" fmla="*/ 1706336 h 1732694"/>
              <a:gd name="connsiteX48" fmla="*/ 1845129 w 6155872"/>
              <a:gd name="connsiteY48" fmla="*/ 1714500 h 1732694"/>
              <a:gd name="connsiteX49" fmla="*/ 685800 w 6155872"/>
              <a:gd name="connsiteY49" fmla="*/ 1714500 h 1732694"/>
              <a:gd name="connsiteX50" fmla="*/ 620486 w 6155872"/>
              <a:gd name="connsiteY50" fmla="*/ 1706336 h 1732694"/>
              <a:gd name="connsiteX51" fmla="*/ 563336 w 6155872"/>
              <a:gd name="connsiteY51" fmla="*/ 1698172 h 1732694"/>
              <a:gd name="connsiteX52" fmla="*/ 514350 w 6155872"/>
              <a:gd name="connsiteY52" fmla="*/ 1690008 h 1732694"/>
              <a:gd name="connsiteX53" fmla="*/ 440872 w 6155872"/>
              <a:gd name="connsiteY53" fmla="*/ 1681843 h 1732694"/>
              <a:gd name="connsiteX54" fmla="*/ 408215 w 6155872"/>
              <a:gd name="connsiteY54" fmla="*/ 1673679 h 1732694"/>
              <a:gd name="connsiteX55" fmla="*/ 351065 w 6155872"/>
              <a:gd name="connsiteY55" fmla="*/ 1657350 h 1732694"/>
              <a:gd name="connsiteX56" fmla="*/ 326572 w 6155872"/>
              <a:gd name="connsiteY56" fmla="*/ 1641022 h 1732694"/>
              <a:gd name="connsiteX57" fmla="*/ 253093 w 6155872"/>
              <a:gd name="connsiteY57" fmla="*/ 1616529 h 1732694"/>
              <a:gd name="connsiteX58" fmla="*/ 204107 w 6155872"/>
              <a:gd name="connsiteY58" fmla="*/ 1600200 h 1732694"/>
              <a:gd name="connsiteX59" fmla="*/ 179615 w 6155872"/>
              <a:gd name="connsiteY59" fmla="*/ 1583872 h 1732694"/>
              <a:gd name="connsiteX60" fmla="*/ 155122 w 6155872"/>
              <a:gd name="connsiteY60" fmla="*/ 1559379 h 1732694"/>
              <a:gd name="connsiteX61" fmla="*/ 130629 w 6155872"/>
              <a:gd name="connsiteY61" fmla="*/ 1502229 h 1732694"/>
              <a:gd name="connsiteX62" fmla="*/ 122465 w 6155872"/>
              <a:gd name="connsiteY62" fmla="*/ 1469572 h 1732694"/>
              <a:gd name="connsiteX63" fmla="*/ 97972 w 6155872"/>
              <a:gd name="connsiteY63" fmla="*/ 1436915 h 1732694"/>
              <a:gd name="connsiteX64" fmla="*/ 81643 w 6155872"/>
              <a:gd name="connsiteY64" fmla="*/ 1396093 h 1732694"/>
              <a:gd name="connsiteX65" fmla="*/ 57150 w 6155872"/>
              <a:gd name="connsiteY65" fmla="*/ 1306286 h 1732694"/>
              <a:gd name="connsiteX66" fmla="*/ 48986 w 6155872"/>
              <a:gd name="connsiteY66" fmla="*/ 1273629 h 1732694"/>
              <a:gd name="connsiteX67" fmla="*/ 40822 w 6155872"/>
              <a:gd name="connsiteY67" fmla="*/ 1240972 h 1732694"/>
              <a:gd name="connsiteX68" fmla="*/ 24493 w 6155872"/>
              <a:gd name="connsiteY68" fmla="*/ 1208315 h 1732694"/>
              <a:gd name="connsiteX69" fmla="*/ 16329 w 6155872"/>
              <a:gd name="connsiteY69" fmla="*/ 1175658 h 1732694"/>
              <a:gd name="connsiteX70" fmla="*/ 8165 w 6155872"/>
              <a:gd name="connsiteY70" fmla="*/ 1110343 h 1732694"/>
              <a:gd name="connsiteX71" fmla="*/ 0 w 6155872"/>
              <a:gd name="connsiteY71" fmla="*/ 1053193 h 1732694"/>
              <a:gd name="connsiteX72" fmla="*/ 16329 w 6155872"/>
              <a:gd name="connsiteY72" fmla="*/ 857250 h 1732694"/>
              <a:gd name="connsiteX73" fmla="*/ 24493 w 6155872"/>
              <a:gd name="connsiteY73" fmla="*/ 832758 h 1732694"/>
              <a:gd name="connsiteX74" fmla="*/ 32657 w 6155872"/>
              <a:gd name="connsiteY74" fmla="*/ 800100 h 1732694"/>
              <a:gd name="connsiteX75" fmla="*/ 40822 w 6155872"/>
              <a:gd name="connsiteY75" fmla="*/ 751115 h 1732694"/>
              <a:gd name="connsiteX76" fmla="*/ 57150 w 6155872"/>
              <a:gd name="connsiteY76" fmla="*/ 702129 h 1732694"/>
              <a:gd name="connsiteX77" fmla="*/ 65315 w 6155872"/>
              <a:gd name="connsiteY77" fmla="*/ 677636 h 1732694"/>
              <a:gd name="connsiteX78" fmla="*/ 89807 w 6155872"/>
              <a:gd name="connsiteY78" fmla="*/ 595993 h 1732694"/>
              <a:gd name="connsiteX79" fmla="*/ 97972 w 6155872"/>
              <a:gd name="connsiteY79" fmla="*/ 571500 h 1732694"/>
              <a:gd name="connsiteX80" fmla="*/ 114300 w 6155872"/>
              <a:gd name="connsiteY80" fmla="*/ 547008 h 1732694"/>
              <a:gd name="connsiteX81" fmla="*/ 122465 w 6155872"/>
              <a:gd name="connsiteY81" fmla="*/ 522515 h 1732694"/>
              <a:gd name="connsiteX82" fmla="*/ 171450 w 6155872"/>
              <a:gd name="connsiteY82" fmla="*/ 473529 h 1732694"/>
              <a:gd name="connsiteX83" fmla="*/ 187779 w 6155872"/>
              <a:gd name="connsiteY83" fmla="*/ 449036 h 1732694"/>
              <a:gd name="connsiteX84" fmla="*/ 187779 w 6155872"/>
              <a:gd name="connsiteY84" fmla="*/ 432708 h 1732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55872" h="1732694">
                <a:moveTo>
                  <a:pt x="5617029" y="0"/>
                </a:moveTo>
                <a:cubicBezTo>
                  <a:pt x="5644243" y="5443"/>
                  <a:pt x="5672343" y="7553"/>
                  <a:pt x="5698672" y="16329"/>
                </a:cubicBezTo>
                <a:cubicBezTo>
                  <a:pt x="5733810" y="28041"/>
                  <a:pt x="5714816" y="22406"/>
                  <a:pt x="5755822" y="32658"/>
                </a:cubicBezTo>
                <a:cubicBezTo>
                  <a:pt x="5761265" y="40822"/>
                  <a:pt x="5764766" y="50689"/>
                  <a:pt x="5772150" y="57150"/>
                </a:cubicBezTo>
                <a:cubicBezTo>
                  <a:pt x="5786919" y="70073"/>
                  <a:pt x="5821136" y="89808"/>
                  <a:pt x="5821136" y="89808"/>
                </a:cubicBezTo>
                <a:cubicBezTo>
                  <a:pt x="5879496" y="177343"/>
                  <a:pt x="5788606" y="44484"/>
                  <a:pt x="5861957" y="138793"/>
                </a:cubicBezTo>
                <a:cubicBezTo>
                  <a:pt x="5895487" y="181904"/>
                  <a:pt x="5883993" y="183010"/>
                  <a:pt x="5919107" y="212272"/>
                </a:cubicBezTo>
                <a:cubicBezTo>
                  <a:pt x="5926645" y="218554"/>
                  <a:pt x="5935436" y="223157"/>
                  <a:pt x="5943600" y="228600"/>
                </a:cubicBezTo>
                <a:lnTo>
                  <a:pt x="5976257" y="277586"/>
                </a:lnTo>
                <a:lnTo>
                  <a:pt x="5992586" y="302079"/>
                </a:lnTo>
                <a:cubicBezTo>
                  <a:pt x="6018866" y="380921"/>
                  <a:pt x="5976725" y="258343"/>
                  <a:pt x="6017079" y="359229"/>
                </a:cubicBezTo>
                <a:cubicBezTo>
                  <a:pt x="6023471" y="375210"/>
                  <a:pt x="6027964" y="391886"/>
                  <a:pt x="6033407" y="408215"/>
                </a:cubicBezTo>
                <a:cubicBezTo>
                  <a:pt x="6036128" y="416379"/>
                  <a:pt x="6036798" y="425547"/>
                  <a:pt x="6041572" y="432708"/>
                </a:cubicBezTo>
                <a:cubicBezTo>
                  <a:pt x="6047015" y="440872"/>
                  <a:pt x="6053512" y="448424"/>
                  <a:pt x="6057900" y="457200"/>
                </a:cubicBezTo>
                <a:cubicBezTo>
                  <a:pt x="6063357" y="468114"/>
                  <a:pt x="6072135" y="504928"/>
                  <a:pt x="6074229" y="514350"/>
                </a:cubicBezTo>
                <a:cubicBezTo>
                  <a:pt x="6077239" y="527896"/>
                  <a:pt x="6078005" y="542007"/>
                  <a:pt x="6082393" y="555172"/>
                </a:cubicBezTo>
                <a:cubicBezTo>
                  <a:pt x="6086242" y="566718"/>
                  <a:pt x="6094202" y="576529"/>
                  <a:pt x="6098722" y="587829"/>
                </a:cubicBezTo>
                <a:cubicBezTo>
                  <a:pt x="6118117" y="636317"/>
                  <a:pt x="6111189" y="627382"/>
                  <a:pt x="6123215" y="669472"/>
                </a:cubicBezTo>
                <a:cubicBezTo>
                  <a:pt x="6125579" y="677747"/>
                  <a:pt x="6129015" y="685690"/>
                  <a:pt x="6131379" y="693965"/>
                </a:cubicBezTo>
                <a:cubicBezTo>
                  <a:pt x="6134461" y="704754"/>
                  <a:pt x="6136461" y="715833"/>
                  <a:pt x="6139543" y="726622"/>
                </a:cubicBezTo>
                <a:cubicBezTo>
                  <a:pt x="6141907" y="734897"/>
                  <a:pt x="6145840" y="742714"/>
                  <a:pt x="6147707" y="751115"/>
                </a:cubicBezTo>
                <a:cubicBezTo>
                  <a:pt x="6151298" y="767274"/>
                  <a:pt x="6153150" y="783772"/>
                  <a:pt x="6155872" y="800100"/>
                </a:cubicBezTo>
                <a:cubicBezTo>
                  <a:pt x="6153150" y="838200"/>
                  <a:pt x="6153373" y="876626"/>
                  <a:pt x="6147707" y="914400"/>
                </a:cubicBezTo>
                <a:cubicBezTo>
                  <a:pt x="6145154" y="931421"/>
                  <a:pt x="6136822" y="947057"/>
                  <a:pt x="6131379" y="963386"/>
                </a:cubicBezTo>
                <a:lnTo>
                  <a:pt x="6115050" y="1012372"/>
                </a:lnTo>
                <a:cubicBezTo>
                  <a:pt x="6104164" y="1034143"/>
                  <a:pt x="6095895" y="1057433"/>
                  <a:pt x="6082393" y="1077686"/>
                </a:cubicBezTo>
                <a:lnTo>
                  <a:pt x="6049736" y="1126672"/>
                </a:lnTo>
                <a:cubicBezTo>
                  <a:pt x="6023456" y="1205514"/>
                  <a:pt x="6065597" y="1082936"/>
                  <a:pt x="6025243" y="1183822"/>
                </a:cubicBezTo>
                <a:cubicBezTo>
                  <a:pt x="6018851" y="1199803"/>
                  <a:pt x="6014358" y="1216479"/>
                  <a:pt x="6008915" y="1232808"/>
                </a:cubicBezTo>
                <a:lnTo>
                  <a:pt x="5992586" y="1281793"/>
                </a:lnTo>
                <a:cubicBezTo>
                  <a:pt x="5989865" y="1289957"/>
                  <a:pt x="5986509" y="1297937"/>
                  <a:pt x="5984422" y="1306286"/>
                </a:cubicBezTo>
                <a:cubicBezTo>
                  <a:pt x="5981807" y="1316745"/>
                  <a:pt x="5973948" y="1351726"/>
                  <a:pt x="5968093" y="1363436"/>
                </a:cubicBezTo>
                <a:cubicBezTo>
                  <a:pt x="5944331" y="1410961"/>
                  <a:pt x="5946053" y="1372006"/>
                  <a:pt x="5902779" y="1436915"/>
                </a:cubicBezTo>
                <a:cubicBezTo>
                  <a:pt x="5872841" y="1481822"/>
                  <a:pt x="5902781" y="1443716"/>
                  <a:pt x="5861957" y="1477736"/>
                </a:cubicBezTo>
                <a:cubicBezTo>
                  <a:pt x="5821185" y="1511712"/>
                  <a:pt x="5856017" y="1496045"/>
                  <a:pt x="5812972" y="1510393"/>
                </a:cubicBezTo>
                <a:cubicBezTo>
                  <a:pt x="5752800" y="1555523"/>
                  <a:pt x="5808803" y="1520120"/>
                  <a:pt x="5747657" y="1543050"/>
                </a:cubicBezTo>
                <a:cubicBezTo>
                  <a:pt x="5736261" y="1547323"/>
                  <a:pt x="5726122" y="1554436"/>
                  <a:pt x="5715000" y="1559379"/>
                </a:cubicBezTo>
                <a:cubicBezTo>
                  <a:pt x="5701608" y="1565331"/>
                  <a:pt x="5687980" y="1570779"/>
                  <a:pt x="5674179" y="1575708"/>
                </a:cubicBezTo>
                <a:cubicBezTo>
                  <a:pt x="5649865" y="1584391"/>
                  <a:pt x="5623792" y="1588654"/>
                  <a:pt x="5600700" y="1600200"/>
                </a:cubicBezTo>
                <a:cubicBezTo>
                  <a:pt x="5589814" y="1605643"/>
                  <a:pt x="5579589" y="1612680"/>
                  <a:pt x="5568043" y="1616529"/>
                </a:cubicBezTo>
                <a:cubicBezTo>
                  <a:pt x="5528506" y="1629709"/>
                  <a:pt x="5470473" y="1640402"/>
                  <a:pt x="5429250" y="1641022"/>
                </a:cubicBezTo>
                <a:lnTo>
                  <a:pt x="4416879" y="1649186"/>
                </a:lnTo>
                <a:cubicBezTo>
                  <a:pt x="4280859" y="1668618"/>
                  <a:pt x="4340769" y="1660741"/>
                  <a:pt x="4237265" y="1673679"/>
                </a:cubicBezTo>
                <a:lnTo>
                  <a:pt x="2979965" y="1665515"/>
                </a:lnTo>
                <a:cubicBezTo>
                  <a:pt x="2966089" y="1665340"/>
                  <a:pt x="2953020" y="1657350"/>
                  <a:pt x="2939143" y="1657350"/>
                </a:cubicBezTo>
                <a:cubicBezTo>
                  <a:pt x="2822090" y="1657350"/>
                  <a:pt x="2705100" y="1662793"/>
                  <a:pt x="2588079" y="1665515"/>
                </a:cubicBezTo>
                <a:cubicBezTo>
                  <a:pt x="2539896" y="1670333"/>
                  <a:pt x="2432537" y="1679908"/>
                  <a:pt x="2392136" y="1690008"/>
                </a:cubicBezTo>
                <a:cubicBezTo>
                  <a:pt x="2354898" y="1699317"/>
                  <a:pt x="2337949" y="1704946"/>
                  <a:pt x="2294165" y="1706336"/>
                </a:cubicBezTo>
                <a:cubicBezTo>
                  <a:pt x="2144537" y="1711086"/>
                  <a:pt x="1994808" y="1711779"/>
                  <a:pt x="1845129" y="1714500"/>
                </a:cubicBezTo>
                <a:cubicBezTo>
                  <a:pt x="1392865" y="1746807"/>
                  <a:pt x="1682344" y="1729155"/>
                  <a:pt x="685800" y="1714500"/>
                </a:cubicBezTo>
                <a:cubicBezTo>
                  <a:pt x="663862" y="1714177"/>
                  <a:pt x="642234" y="1709236"/>
                  <a:pt x="620486" y="1706336"/>
                </a:cubicBezTo>
                <a:lnTo>
                  <a:pt x="563336" y="1698172"/>
                </a:lnTo>
                <a:cubicBezTo>
                  <a:pt x="546975" y="1695655"/>
                  <a:pt x="530759" y="1692196"/>
                  <a:pt x="514350" y="1690008"/>
                </a:cubicBezTo>
                <a:cubicBezTo>
                  <a:pt x="489923" y="1686751"/>
                  <a:pt x="465365" y="1684565"/>
                  <a:pt x="440872" y="1681843"/>
                </a:cubicBezTo>
                <a:cubicBezTo>
                  <a:pt x="429986" y="1679122"/>
                  <a:pt x="419004" y="1676761"/>
                  <a:pt x="408215" y="1673679"/>
                </a:cubicBezTo>
                <a:cubicBezTo>
                  <a:pt x="326187" y="1650243"/>
                  <a:pt x="453208" y="1682888"/>
                  <a:pt x="351065" y="1657350"/>
                </a:cubicBezTo>
                <a:cubicBezTo>
                  <a:pt x="342901" y="1651907"/>
                  <a:pt x="335539" y="1645007"/>
                  <a:pt x="326572" y="1641022"/>
                </a:cubicBezTo>
                <a:cubicBezTo>
                  <a:pt x="326562" y="1641017"/>
                  <a:pt x="265345" y="1620613"/>
                  <a:pt x="253093" y="1616529"/>
                </a:cubicBezTo>
                <a:cubicBezTo>
                  <a:pt x="253088" y="1616527"/>
                  <a:pt x="204111" y="1600203"/>
                  <a:pt x="204107" y="1600200"/>
                </a:cubicBezTo>
                <a:cubicBezTo>
                  <a:pt x="195943" y="1594757"/>
                  <a:pt x="187153" y="1590153"/>
                  <a:pt x="179615" y="1583872"/>
                </a:cubicBezTo>
                <a:cubicBezTo>
                  <a:pt x="170745" y="1576480"/>
                  <a:pt x="161833" y="1568774"/>
                  <a:pt x="155122" y="1559379"/>
                </a:cubicBezTo>
                <a:cubicBezTo>
                  <a:pt x="144753" y="1544863"/>
                  <a:pt x="135706" y="1519998"/>
                  <a:pt x="130629" y="1502229"/>
                </a:cubicBezTo>
                <a:cubicBezTo>
                  <a:pt x="127547" y="1491440"/>
                  <a:pt x="127483" y="1479608"/>
                  <a:pt x="122465" y="1469572"/>
                </a:cubicBezTo>
                <a:cubicBezTo>
                  <a:pt x="116380" y="1457401"/>
                  <a:pt x="104580" y="1448810"/>
                  <a:pt x="97972" y="1436915"/>
                </a:cubicBezTo>
                <a:cubicBezTo>
                  <a:pt x="90855" y="1424104"/>
                  <a:pt x="86789" y="1409815"/>
                  <a:pt x="81643" y="1396093"/>
                </a:cubicBezTo>
                <a:cubicBezTo>
                  <a:pt x="70200" y="1365577"/>
                  <a:pt x="65613" y="1340138"/>
                  <a:pt x="57150" y="1306286"/>
                </a:cubicBezTo>
                <a:lnTo>
                  <a:pt x="48986" y="1273629"/>
                </a:lnTo>
                <a:cubicBezTo>
                  <a:pt x="46265" y="1262743"/>
                  <a:pt x="45840" y="1251008"/>
                  <a:pt x="40822" y="1240972"/>
                </a:cubicBezTo>
                <a:lnTo>
                  <a:pt x="24493" y="1208315"/>
                </a:lnTo>
                <a:cubicBezTo>
                  <a:pt x="21772" y="1197429"/>
                  <a:pt x="18174" y="1186726"/>
                  <a:pt x="16329" y="1175658"/>
                </a:cubicBezTo>
                <a:cubicBezTo>
                  <a:pt x="12722" y="1154015"/>
                  <a:pt x="11065" y="1132092"/>
                  <a:pt x="8165" y="1110343"/>
                </a:cubicBezTo>
                <a:cubicBezTo>
                  <a:pt x="5622" y="1091268"/>
                  <a:pt x="2722" y="1072243"/>
                  <a:pt x="0" y="1053193"/>
                </a:cubicBezTo>
                <a:cubicBezTo>
                  <a:pt x="3386" y="995629"/>
                  <a:pt x="4065" y="918574"/>
                  <a:pt x="16329" y="857250"/>
                </a:cubicBezTo>
                <a:cubicBezTo>
                  <a:pt x="18017" y="848811"/>
                  <a:pt x="22129" y="841033"/>
                  <a:pt x="24493" y="832758"/>
                </a:cubicBezTo>
                <a:cubicBezTo>
                  <a:pt x="27576" y="821969"/>
                  <a:pt x="30456" y="811103"/>
                  <a:pt x="32657" y="800100"/>
                </a:cubicBezTo>
                <a:cubicBezTo>
                  <a:pt x="35904" y="783868"/>
                  <a:pt x="36807" y="767174"/>
                  <a:pt x="40822" y="751115"/>
                </a:cubicBezTo>
                <a:cubicBezTo>
                  <a:pt x="44997" y="734417"/>
                  <a:pt x="51707" y="718458"/>
                  <a:pt x="57150" y="702129"/>
                </a:cubicBezTo>
                <a:cubicBezTo>
                  <a:pt x="59871" y="693965"/>
                  <a:pt x="63228" y="685985"/>
                  <a:pt x="65315" y="677636"/>
                </a:cubicBezTo>
                <a:cubicBezTo>
                  <a:pt x="77652" y="628287"/>
                  <a:pt x="69933" y="655614"/>
                  <a:pt x="89807" y="595993"/>
                </a:cubicBezTo>
                <a:cubicBezTo>
                  <a:pt x="92528" y="587829"/>
                  <a:pt x="93198" y="578661"/>
                  <a:pt x="97972" y="571500"/>
                </a:cubicBezTo>
                <a:cubicBezTo>
                  <a:pt x="103415" y="563336"/>
                  <a:pt x="109912" y="555784"/>
                  <a:pt x="114300" y="547008"/>
                </a:cubicBezTo>
                <a:cubicBezTo>
                  <a:pt x="118149" y="539311"/>
                  <a:pt x="117181" y="529308"/>
                  <a:pt x="122465" y="522515"/>
                </a:cubicBezTo>
                <a:cubicBezTo>
                  <a:pt x="136642" y="504287"/>
                  <a:pt x="158641" y="492743"/>
                  <a:pt x="171450" y="473529"/>
                </a:cubicBezTo>
                <a:lnTo>
                  <a:pt x="187779" y="449036"/>
                </a:lnTo>
                <a:cubicBezTo>
                  <a:pt x="197160" y="420892"/>
                  <a:pt x="202028" y="418457"/>
                  <a:pt x="187779" y="432708"/>
                </a:cubicBez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15" name="Group 14">
            <a:extLst>
              <a:ext uri="{FF2B5EF4-FFF2-40B4-BE49-F238E27FC236}">
                <a16:creationId xmlns:a16="http://schemas.microsoft.com/office/drawing/2014/main" id="{50870EE1-545E-406A-9B37-27EBC6AE4423}"/>
              </a:ext>
            </a:extLst>
          </p:cNvPr>
          <p:cNvGrpSpPr>
            <a:grpSpLocks/>
          </p:cNvGrpSpPr>
          <p:nvPr>
            <p:custDataLst>
              <p:tags r:id="rId9"/>
            </p:custDataLst>
          </p:nvPr>
        </p:nvGrpSpPr>
        <p:grpSpPr bwMode="auto">
          <a:xfrm>
            <a:off x="76200" y="1371600"/>
            <a:ext cx="1992313" cy="3195638"/>
            <a:chOff x="81643" y="1369670"/>
            <a:chExt cx="1992086" cy="3195027"/>
          </a:xfrm>
        </p:grpSpPr>
        <p:sp>
          <p:nvSpPr>
            <p:cNvPr id="16" name="Freeform 15">
              <a:extLst>
                <a:ext uri="{FF2B5EF4-FFF2-40B4-BE49-F238E27FC236}">
                  <a16:creationId xmlns:a16="http://schemas.microsoft.com/office/drawing/2014/main" id="{D16A7EC0-5334-4FE3-B40F-35A55E5F7D3E}"/>
                </a:ext>
              </a:extLst>
            </p:cNvPr>
            <p:cNvSpPr/>
            <p:nvPr>
              <p:custDataLst>
                <p:tags r:id="rId20"/>
              </p:custDataLst>
            </p:nvPr>
          </p:nvSpPr>
          <p:spPr>
            <a:xfrm>
              <a:off x="637205" y="4196467"/>
              <a:ext cx="1436524" cy="368230"/>
            </a:xfrm>
            <a:custGeom>
              <a:avLst/>
              <a:gdLst>
                <a:gd name="connsiteX0" fmla="*/ 0 w 1436915"/>
                <a:gd name="connsiteY0" fmla="*/ 0 h 368254"/>
                <a:gd name="connsiteX1" fmla="*/ 146957 w 1436915"/>
                <a:gd name="connsiteY1" fmla="*/ 16328 h 368254"/>
                <a:gd name="connsiteX2" fmla="*/ 644979 w 1436915"/>
                <a:gd name="connsiteY2" fmla="*/ 24493 h 368254"/>
                <a:gd name="connsiteX3" fmla="*/ 726622 w 1436915"/>
                <a:gd name="connsiteY3" fmla="*/ 40821 h 368254"/>
                <a:gd name="connsiteX4" fmla="*/ 751115 w 1436915"/>
                <a:gd name="connsiteY4" fmla="*/ 48986 h 368254"/>
                <a:gd name="connsiteX5" fmla="*/ 775607 w 1436915"/>
                <a:gd name="connsiteY5" fmla="*/ 65314 h 368254"/>
                <a:gd name="connsiteX6" fmla="*/ 808265 w 1436915"/>
                <a:gd name="connsiteY6" fmla="*/ 81643 h 368254"/>
                <a:gd name="connsiteX7" fmla="*/ 832757 w 1436915"/>
                <a:gd name="connsiteY7" fmla="*/ 97971 h 368254"/>
                <a:gd name="connsiteX8" fmla="*/ 881743 w 1436915"/>
                <a:gd name="connsiteY8" fmla="*/ 122464 h 368254"/>
                <a:gd name="connsiteX9" fmla="*/ 930729 w 1436915"/>
                <a:gd name="connsiteY9" fmla="*/ 171450 h 368254"/>
                <a:gd name="connsiteX10" fmla="*/ 979715 w 1436915"/>
                <a:gd name="connsiteY10" fmla="*/ 204107 h 368254"/>
                <a:gd name="connsiteX11" fmla="*/ 1053193 w 1436915"/>
                <a:gd name="connsiteY11" fmla="*/ 244928 h 368254"/>
                <a:gd name="connsiteX12" fmla="*/ 1167493 w 1436915"/>
                <a:gd name="connsiteY12" fmla="*/ 310243 h 368254"/>
                <a:gd name="connsiteX13" fmla="*/ 1224643 w 1436915"/>
                <a:gd name="connsiteY13" fmla="*/ 326571 h 368254"/>
                <a:gd name="connsiteX14" fmla="*/ 1273629 w 1436915"/>
                <a:gd name="connsiteY14" fmla="*/ 342900 h 368254"/>
                <a:gd name="connsiteX15" fmla="*/ 1298122 w 1436915"/>
                <a:gd name="connsiteY15" fmla="*/ 351064 h 368254"/>
                <a:gd name="connsiteX16" fmla="*/ 1322615 w 1436915"/>
                <a:gd name="connsiteY16" fmla="*/ 359228 h 368254"/>
                <a:gd name="connsiteX17" fmla="*/ 1355272 w 1436915"/>
                <a:gd name="connsiteY17" fmla="*/ 367393 h 368254"/>
                <a:gd name="connsiteX18" fmla="*/ 1436915 w 1436915"/>
                <a:gd name="connsiteY18" fmla="*/ 367393 h 3682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36915" h="368254">
                  <a:moveTo>
                    <a:pt x="0" y="0"/>
                  </a:moveTo>
                  <a:cubicBezTo>
                    <a:pt x="62082" y="12416"/>
                    <a:pt x="61593" y="14021"/>
                    <a:pt x="146957" y="16328"/>
                  </a:cubicBezTo>
                  <a:cubicBezTo>
                    <a:pt x="312926" y="20814"/>
                    <a:pt x="478972" y="21771"/>
                    <a:pt x="644979" y="24493"/>
                  </a:cubicBezTo>
                  <a:cubicBezTo>
                    <a:pt x="683465" y="30907"/>
                    <a:pt x="692525" y="31079"/>
                    <a:pt x="726622" y="40821"/>
                  </a:cubicBezTo>
                  <a:cubicBezTo>
                    <a:pt x="734897" y="43185"/>
                    <a:pt x="743418" y="45137"/>
                    <a:pt x="751115" y="48986"/>
                  </a:cubicBezTo>
                  <a:cubicBezTo>
                    <a:pt x="759891" y="53374"/>
                    <a:pt x="767088" y="60446"/>
                    <a:pt x="775607" y="65314"/>
                  </a:cubicBezTo>
                  <a:cubicBezTo>
                    <a:pt x="786174" y="71352"/>
                    <a:pt x="797698" y="75605"/>
                    <a:pt x="808265" y="81643"/>
                  </a:cubicBezTo>
                  <a:cubicBezTo>
                    <a:pt x="816784" y="86511"/>
                    <a:pt x="823981" y="93583"/>
                    <a:pt x="832757" y="97971"/>
                  </a:cubicBezTo>
                  <a:cubicBezTo>
                    <a:pt x="900364" y="131775"/>
                    <a:pt x="811546" y="75668"/>
                    <a:pt x="881743" y="122464"/>
                  </a:cubicBezTo>
                  <a:cubicBezTo>
                    <a:pt x="910489" y="165581"/>
                    <a:pt x="883471" y="130943"/>
                    <a:pt x="930729" y="171450"/>
                  </a:cubicBezTo>
                  <a:cubicBezTo>
                    <a:pt x="969646" y="204808"/>
                    <a:pt x="938053" y="190220"/>
                    <a:pt x="979715" y="204107"/>
                  </a:cubicBezTo>
                  <a:cubicBezTo>
                    <a:pt x="1035861" y="241538"/>
                    <a:pt x="1010083" y="230558"/>
                    <a:pt x="1053193" y="244928"/>
                  </a:cubicBezTo>
                  <a:cubicBezTo>
                    <a:pt x="1089027" y="268818"/>
                    <a:pt x="1126060" y="296432"/>
                    <a:pt x="1167493" y="310243"/>
                  </a:cubicBezTo>
                  <a:cubicBezTo>
                    <a:pt x="1249836" y="337690"/>
                    <a:pt x="1122090" y="295805"/>
                    <a:pt x="1224643" y="326571"/>
                  </a:cubicBezTo>
                  <a:cubicBezTo>
                    <a:pt x="1241129" y="331517"/>
                    <a:pt x="1257300" y="337457"/>
                    <a:pt x="1273629" y="342900"/>
                  </a:cubicBezTo>
                  <a:lnTo>
                    <a:pt x="1298122" y="351064"/>
                  </a:lnTo>
                  <a:cubicBezTo>
                    <a:pt x="1306286" y="353785"/>
                    <a:pt x="1314266" y="357141"/>
                    <a:pt x="1322615" y="359228"/>
                  </a:cubicBezTo>
                  <a:cubicBezTo>
                    <a:pt x="1333501" y="361950"/>
                    <a:pt x="1344080" y="366593"/>
                    <a:pt x="1355272" y="367393"/>
                  </a:cubicBezTo>
                  <a:cubicBezTo>
                    <a:pt x="1382417" y="369332"/>
                    <a:pt x="1409701" y="367393"/>
                    <a:pt x="1436915" y="367393"/>
                  </a:cubicBez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7" name="Freeform 16">
              <a:extLst>
                <a:ext uri="{FF2B5EF4-FFF2-40B4-BE49-F238E27FC236}">
                  <a16:creationId xmlns:a16="http://schemas.microsoft.com/office/drawing/2014/main" id="{DF855AF1-735A-4914-BA37-073C1CD9BBE8}"/>
                </a:ext>
              </a:extLst>
            </p:cNvPr>
            <p:cNvSpPr/>
            <p:nvPr>
              <p:custDataLst>
                <p:tags r:id="rId21"/>
              </p:custDataLst>
            </p:nvPr>
          </p:nvSpPr>
          <p:spPr>
            <a:xfrm>
              <a:off x="81643" y="1369670"/>
              <a:ext cx="1755575" cy="2631572"/>
            </a:xfrm>
            <a:custGeom>
              <a:avLst/>
              <a:gdLst>
                <a:gd name="connsiteX0" fmla="*/ 636814 w 1755321"/>
                <a:gd name="connsiteY0" fmla="*/ 2630830 h 2630830"/>
                <a:gd name="connsiteX1" fmla="*/ 628650 w 1755321"/>
                <a:gd name="connsiteY1" fmla="*/ 2590009 h 2630830"/>
                <a:gd name="connsiteX2" fmla="*/ 620486 w 1755321"/>
                <a:gd name="connsiteY2" fmla="*/ 2565516 h 2630830"/>
                <a:gd name="connsiteX3" fmla="*/ 612321 w 1755321"/>
                <a:gd name="connsiteY3" fmla="*/ 2516530 h 2630830"/>
                <a:gd name="connsiteX4" fmla="*/ 620486 w 1755321"/>
                <a:gd name="connsiteY4" fmla="*/ 2345080 h 2630830"/>
                <a:gd name="connsiteX5" fmla="*/ 628650 w 1755321"/>
                <a:gd name="connsiteY5" fmla="*/ 2320587 h 2630830"/>
                <a:gd name="connsiteX6" fmla="*/ 636814 w 1755321"/>
                <a:gd name="connsiteY6" fmla="*/ 2263437 h 2630830"/>
                <a:gd name="connsiteX7" fmla="*/ 661307 w 1755321"/>
                <a:gd name="connsiteY7" fmla="*/ 2100151 h 2630830"/>
                <a:gd name="connsiteX8" fmla="*/ 677636 w 1755321"/>
                <a:gd name="connsiteY8" fmla="*/ 2043001 h 2630830"/>
                <a:gd name="connsiteX9" fmla="*/ 702128 w 1755321"/>
                <a:gd name="connsiteY9" fmla="*/ 1961359 h 2630830"/>
                <a:gd name="connsiteX10" fmla="*/ 718457 w 1755321"/>
                <a:gd name="connsiteY10" fmla="*/ 1912373 h 2630830"/>
                <a:gd name="connsiteX11" fmla="*/ 726621 w 1755321"/>
                <a:gd name="connsiteY11" fmla="*/ 1887880 h 2630830"/>
                <a:gd name="connsiteX12" fmla="*/ 751114 w 1755321"/>
                <a:gd name="connsiteY12" fmla="*/ 1806237 h 2630830"/>
                <a:gd name="connsiteX13" fmla="*/ 775607 w 1755321"/>
                <a:gd name="connsiteY13" fmla="*/ 1732759 h 2630830"/>
                <a:gd name="connsiteX14" fmla="*/ 791936 w 1755321"/>
                <a:gd name="connsiteY14" fmla="*/ 1683773 h 2630830"/>
                <a:gd name="connsiteX15" fmla="*/ 808264 w 1755321"/>
                <a:gd name="connsiteY15" fmla="*/ 1659280 h 2630830"/>
                <a:gd name="connsiteX16" fmla="*/ 816428 w 1755321"/>
                <a:gd name="connsiteY16" fmla="*/ 1634787 h 2630830"/>
                <a:gd name="connsiteX17" fmla="*/ 840921 w 1755321"/>
                <a:gd name="connsiteY17" fmla="*/ 1618459 h 2630830"/>
                <a:gd name="connsiteX18" fmla="*/ 881743 w 1755321"/>
                <a:gd name="connsiteY18" fmla="*/ 1544980 h 2630830"/>
                <a:gd name="connsiteX19" fmla="*/ 930728 w 1755321"/>
                <a:gd name="connsiteY19" fmla="*/ 1528651 h 2630830"/>
                <a:gd name="connsiteX20" fmla="*/ 955221 w 1755321"/>
                <a:gd name="connsiteY20" fmla="*/ 1520487 h 2630830"/>
                <a:gd name="connsiteX21" fmla="*/ 1094014 w 1755321"/>
                <a:gd name="connsiteY21" fmla="*/ 1528651 h 2630830"/>
                <a:gd name="connsiteX22" fmla="*/ 1143000 w 1755321"/>
                <a:gd name="connsiteY22" fmla="*/ 1544980 h 2630830"/>
                <a:gd name="connsiteX23" fmla="*/ 1167493 w 1755321"/>
                <a:gd name="connsiteY23" fmla="*/ 1553144 h 2630830"/>
                <a:gd name="connsiteX24" fmla="*/ 1191986 w 1755321"/>
                <a:gd name="connsiteY24" fmla="*/ 1569473 h 2630830"/>
                <a:gd name="connsiteX25" fmla="*/ 1240971 w 1755321"/>
                <a:gd name="connsiteY25" fmla="*/ 1593966 h 2630830"/>
                <a:gd name="connsiteX26" fmla="*/ 1314450 w 1755321"/>
                <a:gd name="connsiteY26" fmla="*/ 1659280 h 2630830"/>
                <a:gd name="connsiteX27" fmla="*/ 1322614 w 1755321"/>
                <a:gd name="connsiteY27" fmla="*/ 1683773 h 2630830"/>
                <a:gd name="connsiteX28" fmla="*/ 1379764 w 1755321"/>
                <a:gd name="connsiteY28" fmla="*/ 1724594 h 2630830"/>
                <a:gd name="connsiteX29" fmla="*/ 1420586 w 1755321"/>
                <a:gd name="connsiteY29" fmla="*/ 1749087 h 2630830"/>
                <a:gd name="connsiteX30" fmla="*/ 1453243 w 1755321"/>
                <a:gd name="connsiteY30" fmla="*/ 1757251 h 2630830"/>
                <a:gd name="connsiteX31" fmla="*/ 1477736 w 1755321"/>
                <a:gd name="connsiteY31" fmla="*/ 1765416 h 2630830"/>
                <a:gd name="connsiteX32" fmla="*/ 1526721 w 1755321"/>
                <a:gd name="connsiteY32" fmla="*/ 1757251 h 2630830"/>
                <a:gd name="connsiteX33" fmla="*/ 1608364 w 1755321"/>
                <a:gd name="connsiteY33" fmla="*/ 1724594 h 2630830"/>
                <a:gd name="connsiteX34" fmla="*/ 1632857 w 1755321"/>
                <a:gd name="connsiteY34" fmla="*/ 1708266 h 2630830"/>
                <a:gd name="connsiteX35" fmla="*/ 1706336 w 1755321"/>
                <a:gd name="connsiteY35" fmla="*/ 1626623 h 2630830"/>
                <a:gd name="connsiteX36" fmla="*/ 1714500 w 1755321"/>
                <a:gd name="connsiteY36" fmla="*/ 1602130 h 2630830"/>
                <a:gd name="connsiteX37" fmla="*/ 1747157 w 1755321"/>
                <a:gd name="connsiteY37" fmla="*/ 1553144 h 2630830"/>
                <a:gd name="connsiteX38" fmla="*/ 1755321 w 1755321"/>
                <a:gd name="connsiteY38" fmla="*/ 1520487 h 2630830"/>
                <a:gd name="connsiteX39" fmla="*/ 1738993 w 1755321"/>
                <a:gd name="connsiteY39" fmla="*/ 1414351 h 2630830"/>
                <a:gd name="connsiteX40" fmla="*/ 1722664 w 1755321"/>
                <a:gd name="connsiteY40" fmla="*/ 1357201 h 2630830"/>
                <a:gd name="connsiteX41" fmla="*/ 1690007 w 1755321"/>
                <a:gd name="connsiteY41" fmla="*/ 1308216 h 2630830"/>
                <a:gd name="connsiteX42" fmla="*/ 1673678 w 1755321"/>
                <a:gd name="connsiteY42" fmla="*/ 1283723 h 2630830"/>
                <a:gd name="connsiteX43" fmla="*/ 1624693 w 1755321"/>
                <a:gd name="connsiteY43" fmla="*/ 1242901 h 2630830"/>
                <a:gd name="connsiteX44" fmla="*/ 1575707 w 1755321"/>
                <a:gd name="connsiteY44" fmla="*/ 1226573 h 2630830"/>
                <a:gd name="connsiteX45" fmla="*/ 1551214 w 1755321"/>
                <a:gd name="connsiteY45" fmla="*/ 1218409 h 2630830"/>
                <a:gd name="connsiteX46" fmla="*/ 1404257 w 1755321"/>
                <a:gd name="connsiteY46" fmla="*/ 1210244 h 2630830"/>
                <a:gd name="connsiteX47" fmla="*/ 1191986 w 1755321"/>
                <a:gd name="connsiteY47" fmla="*/ 1202080 h 2630830"/>
                <a:gd name="connsiteX48" fmla="*/ 1159328 w 1755321"/>
                <a:gd name="connsiteY48" fmla="*/ 1193916 h 2630830"/>
                <a:gd name="connsiteX49" fmla="*/ 1110343 w 1755321"/>
                <a:gd name="connsiteY49" fmla="*/ 1153094 h 2630830"/>
                <a:gd name="connsiteX50" fmla="*/ 1077686 w 1755321"/>
                <a:gd name="connsiteY50" fmla="*/ 1136766 h 2630830"/>
                <a:gd name="connsiteX51" fmla="*/ 1036864 w 1755321"/>
                <a:gd name="connsiteY51" fmla="*/ 1087780 h 2630830"/>
                <a:gd name="connsiteX52" fmla="*/ 1004207 w 1755321"/>
                <a:gd name="connsiteY52" fmla="*/ 1030630 h 2630830"/>
                <a:gd name="connsiteX53" fmla="*/ 987878 w 1755321"/>
                <a:gd name="connsiteY53" fmla="*/ 1006137 h 2630830"/>
                <a:gd name="connsiteX54" fmla="*/ 971550 w 1755321"/>
                <a:gd name="connsiteY54" fmla="*/ 916330 h 2630830"/>
                <a:gd name="connsiteX55" fmla="*/ 963386 w 1755321"/>
                <a:gd name="connsiteY55" fmla="*/ 875509 h 2630830"/>
                <a:gd name="connsiteX56" fmla="*/ 955221 w 1755321"/>
                <a:gd name="connsiteY56" fmla="*/ 818359 h 2630830"/>
                <a:gd name="connsiteX57" fmla="*/ 963386 w 1755321"/>
                <a:gd name="connsiteY57" fmla="*/ 679566 h 2630830"/>
                <a:gd name="connsiteX58" fmla="*/ 971550 w 1755321"/>
                <a:gd name="connsiteY58" fmla="*/ 655073 h 2630830"/>
                <a:gd name="connsiteX59" fmla="*/ 996043 w 1755321"/>
                <a:gd name="connsiteY59" fmla="*/ 622416 h 2630830"/>
                <a:gd name="connsiteX60" fmla="*/ 1028700 w 1755321"/>
                <a:gd name="connsiteY60" fmla="*/ 597923 h 2630830"/>
                <a:gd name="connsiteX61" fmla="*/ 1061357 w 1755321"/>
                <a:gd name="connsiteY61" fmla="*/ 548937 h 2630830"/>
                <a:gd name="connsiteX62" fmla="*/ 1110343 w 1755321"/>
                <a:gd name="connsiteY62" fmla="*/ 508116 h 2630830"/>
                <a:gd name="connsiteX63" fmla="*/ 1134836 w 1755321"/>
                <a:gd name="connsiteY63" fmla="*/ 491787 h 2630830"/>
                <a:gd name="connsiteX64" fmla="*/ 1183821 w 1755321"/>
                <a:gd name="connsiteY64" fmla="*/ 459130 h 2630830"/>
                <a:gd name="connsiteX65" fmla="*/ 1257300 w 1755321"/>
                <a:gd name="connsiteY65" fmla="*/ 467294 h 2630830"/>
                <a:gd name="connsiteX66" fmla="*/ 1273628 w 1755321"/>
                <a:gd name="connsiteY66" fmla="*/ 491787 h 2630830"/>
                <a:gd name="connsiteX67" fmla="*/ 1330778 w 1755321"/>
                <a:gd name="connsiteY67" fmla="*/ 548937 h 2630830"/>
                <a:gd name="connsiteX68" fmla="*/ 1355271 w 1755321"/>
                <a:gd name="connsiteY68" fmla="*/ 565266 h 2630830"/>
                <a:gd name="connsiteX69" fmla="*/ 1379764 w 1755321"/>
                <a:gd name="connsiteY69" fmla="*/ 573430 h 2630830"/>
                <a:gd name="connsiteX70" fmla="*/ 1412421 w 1755321"/>
                <a:gd name="connsiteY70" fmla="*/ 589759 h 2630830"/>
                <a:gd name="connsiteX71" fmla="*/ 1632857 w 1755321"/>
                <a:gd name="connsiteY71" fmla="*/ 581594 h 2630830"/>
                <a:gd name="connsiteX72" fmla="*/ 1665514 w 1755321"/>
                <a:gd name="connsiteY72" fmla="*/ 573430 h 2630830"/>
                <a:gd name="connsiteX73" fmla="*/ 1690007 w 1755321"/>
                <a:gd name="connsiteY73" fmla="*/ 557101 h 2630830"/>
                <a:gd name="connsiteX74" fmla="*/ 1730828 w 1755321"/>
                <a:gd name="connsiteY74" fmla="*/ 508116 h 2630830"/>
                <a:gd name="connsiteX75" fmla="*/ 1738993 w 1755321"/>
                <a:gd name="connsiteY75" fmla="*/ 475459 h 2630830"/>
                <a:gd name="connsiteX76" fmla="*/ 1747157 w 1755321"/>
                <a:gd name="connsiteY76" fmla="*/ 450966 h 2630830"/>
                <a:gd name="connsiteX77" fmla="*/ 1738993 w 1755321"/>
                <a:gd name="connsiteY77" fmla="*/ 189709 h 2630830"/>
                <a:gd name="connsiteX78" fmla="*/ 1706336 w 1755321"/>
                <a:gd name="connsiteY78" fmla="*/ 140723 h 2630830"/>
                <a:gd name="connsiteX79" fmla="*/ 1665514 w 1755321"/>
                <a:gd name="connsiteY79" fmla="*/ 91737 h 2630830"/>
                <a:gd name="connsiteX80" fmla="*/ 1583871 w 1755321"/>
                <a:gd name="connsiteY80" fmla="*/ 67244 h 2630830"/>
                <a:gd name="connsiteX81" fmla="*/ 1559378 w 1755321"/>
                <a:gd name="connsiteY81" fmla="*/ 59080 h 2630830"/>
                <a:gd name="connsiteX82" fmla="*/ 1518557 w 1755321"/>
                <a:gd name="connsiteY82" fmla="*/ 42751 h 2630830"/>
                <a:gd name="connsiteX83" fmla="*/ 1404257 w 1755321"/>
                <a:gd name="connsiteY83" fmla="*/ 26423 h 2630830"/>
                <a:gd name="connsiteX84" fmla="*/ 1314450 w 1755321"/>
                <a:gd name="connsiteY84" fmla="*/ 18259 h 2630830"/>
                <a:gd name="connsiteX85" fmla="*/ 1289957 w 1755321"/>
                <a:gd name="connsiteY85" fmla="*/ 10094 h 2630830"/>
                <a:gd name="connsiteX86" fmla="*/ 996043 w 1755321"/>
                <a:gd name="connsiteY86" fmla="*/ 10094 h 2630830"/>
                <a:gd name="connsiteX87" fmla="*/ 947057 w 1755321"/>
                <a:gd name="connsiteY87" fmla="*/ 26423 h 2630830"/>
                <a:gd name="connsiteX88" fmla="*/ 832757 w 1755321"/>
                <a:gd name="connsiteY88" fmla="*/ 42751 h 2630830"/>
                <a:gd name="connsiteX89" fmla="*/ 751114 w 1755321"/>
                <a:gd name="connsiteY89" fmla="*/ 67244 h 2630830"/>
                <a:gd name="connsiteX90" fmla="*/ 685800 w 1755321"/>
                <a:gd name="connsiteY90" fmla="*/ 83573 h 2630830"/>
                <a:gd name="connsiteX91" fmla="*/ 661307 w 1755321"/>
                <a:gd name="connsiteY91" fmla="*/ 91737 h 2630830"/>
                <a:gd name="connsiteX92" fmla="*/ 604157 w 1755321"/>
                <a:gd name="connsiteY92" fmla="*/ 108066 h 2630830"/>
                <a:gd name="connsiteX93" fmla="*/ 579664 w 1755321"/>
                <a:gd name="connsiteY93" fmla="*/ 124394 h 2630830"/>
                <a:gd name="connsiteX94" fmla="*/ 481693 w 1755321"/>
                <a:gd name="connsiteY94" fmla="*/ 148887 h 2630830"/>
                <a:gd name="connsiteX95" fmla="*/ 424543 w 1755321"/>
                <a:gd name="connsiteY95" fmla="*/ 165216 h 2630830"/>
                <a:gd name="connsiteX96" fmla="*/ 400050 w 1755321"/>
                <a:gd name="connsiteY96" fmla="*/ 173380 h 2630830"/>
                <a:gd name="connsiteX97" fmla="*/ 342900 w 1755321"/>
                <a:gd name="connsiteY97" fmla="*/ 189709 h 2630830"/>
                <a:gd name="connsiteX98" fmla="*/ 285750 w 1755321"/>
                <a:gd name="connsiteY98" fmla="*/ 230530 h 2630830"/>
                <a:gd name="connsiteX99" fmla="*/ 261257 w 1755321"/>
                <a:gd name="connsiteY99" fmla="*/ 263187 h 2630830"/>
                <a:gd name="connsiteX100" fmla="*/ 228600 w 1755321"/>
                <a:gd name="connsiteY100" fmla="*/ 287680 h 2630830"/>
                <a:gd name="connsiteX101" fmla="*/ 195943 w 1755321"/>
                <a:gd name="connsiteY101" fmla="*/ 344830 h 2630830"/>
                <a:gd name="connsiteX102" fmla="*/ 179614 w 1755321"/>
                <a:gd name="connsiteY102" fmla="*/ 369323 h 2630830"/>
                <a:gd name="connsiteX103" fmla="*/ 171450 w 1755321"/>
                <a:gd name="connsiteY103" fmla="*/ 393816 h 2630830"/>
                <a:gd name="connsiteX104" fmla="*/ 155121 w 1755321"/>
                <a:gd name="connsiteY104" fmla="*/ 426473 h 2630830"/>
                <a:gd name="connsiteX105" fmla="*/ 130628 w 1755321"/>
                <a:gd name="connsiteY105" fmla="*/ 491787 h 2630830"/>
                <a:gd name="connsiteX106" fmla="*/ 114300 w 1755321"/>
                <a:gd name="connsiteY106" fmla="*/ 557101 h 2630830"/>
                <a:gd name="connsiteX107" fmla="*/ 89807 w 1755321"/>
                <a:gd name="connsiteY107" fmla="*/ 646909 h 2630830"/>
                <a:gd name="connsiteX108" fmla="*/ 73478 w 1755321"/>
                <a:gd name="connsiteY108" fmla="*/ 712223 h 2630830"/>
                <a:gd name="connsiteX109" fmla="*/ 65314 w 1755321"/>
                <a:gd name="connsiteY109" fmla="*/ 736716 h 2630830"/>
                <a:gd name="connsiteX110" fmla="*/ 48986 w 1755321"/>
                <a:gd name="connsiteY110" fmla="*/ 826523 h 2630830"/>
                <a:gd name="connsiteX111" fmla="*/ 32657 w 1755321"/>
                <a:gd name="connsiteY111" fmla="*/ 932659 h 2630830"/>
                <a:gd name="connsiteX112" fmla="*/ 24493 w 1755321"/>
                <a:gd name="connsiteY112" fmla="*/ 1128601 h 2630830"/>
                <a:gd name="connsiteX113" fmla="*/ 8164 w 1755321"/>
                <a:gd name="connsiteY113" fmla="*/ 1234737 h 2630830"/>
                <a:gd name="connsiteX114" fmla="*/ 0 w 1755321"/>
                <a:gd name="connsiteY114" fmla="*/ 1300051 h 2630830"/>
                <a:gd name="connsiteX115" fmla="*/ 8164 w 1755321"/>
                <a:gd name="connsiteY115" fmla="*/ 1700101 h 2630830"/>
                <a:gd name="connsiteX116" fmla="*/ 16328 w 1755321"/>
                <a:gd name="connsiteY116" fmla="*/ 1740923 h 2630830"/>
                <a:gd name="connsiteX117" fmla="*/ 24493 w 1755321"/>
                <a:gd name="connsiteY117" fmla="*/ 1806237 h 2630830"/>
                <a:gd name="connsiteX118" fmla="*/ 32657 w 1755321"/>
                <a:gd name="connsiteY118" fmla="*/ 1855223 h 2630830"/>
                <a:gd name="connsiteX119" fmla="*/ 40821 w 1755321"/>
                <a:gd name="connsiteY119" fmla="*/ 1912373 h 2630830"/>
                <a:gd name="connsiteX120" fmla="*/ 48986 w 1755321"/>
                <a:gd name="connsiteY120" fmla="*/ 1936866 h 2630830"/>
                <a:gd name="connsiteX121" fmla="*/ 57150 w 1755321"/>
                <a:gd name="connsiteY121" fmla="*/ 1977687 h 2630830"/>
                <a:gd name="connsiteX122" fmla="*/ 89807 w 1755321"/>
                <a:gd name="connsiteY122" fmla="*/ 2059330 h 2630830"/>
                <a:gd name="connsiteX123" fmla="*/ 106136 w 1755321"/>
                <a:gd name="connsiteY123" fmla="*/ 2124644 h 2630830"/>
                <a:gd name="connsiteX124" fmla="*/ 114300 w 1755321"/>
                <a:gd name="connsiteY124" fmla="*/ 2157301 h 2630830"/>
                <a:gd name="connsiteX125" fmla="*/ 122464 w 1755321"/>
                <a:gd name="connsiteY125" fmla="*/ 2181794 h 2630830"/>
                <a:gd name="connsiteX126" fmla="*/ 146957 w 1755321"/>
                <a:gd name="connsiteY126" fmla="*/ 2312423 h 2630830"/>
                <a:gd name="connsiteX127" fmla="*/ 163286 w 1755321"/>
                <a:gd name="connsiteY127" fmla="*/ 2361409 h 2630830"/>
                <a:gd name="connsiteX128" fmla="*/ 171450 w 1755321"/>
                <a:gd name="connsiteY128" fmla="*/ 2385901 h 2630830"/>
                <a:gd name="connsiteX129" fmla="*/ 195943 w 1755321"/>
                <a:gd name="connsiteY129" fmla="*/ 2483873 h 2630830"/>
                <a:gd name="connsiteX130" fmla="*/ 204107 w 1755321"/>
                <a:gd name="connsiteY130" fmla="*/ 2508366 h 2630830"/>
                <a:gd name="connsiteX131" fmla="*/ 236764 w 1755321"/>
                <a:gd name="connsiteY131" fmla="*/ 2557351 h 2630830"/>
                <a:gd name="connsiteX132" fmla="*/ 302078 w 1755321"/>
                <a:gd name="connsiteY132" fmla="*/ 2614501 h 2630830"/>
                <a:gd name="connsiteX133" fmla="*/ 342900 w 1755321"/>
                <a:gd name="connsiteY133" fmla="*/ 2614501 h 2630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1755321" h="2630830">
                  <a:moveTo>
                    <a:pt x="636814" y="2630830"/>
                  </a:moveTo>
                  <a:cubicBezTo>
                    <a:pt x="634093" y="2617223"/>
                    <a:pt x="632015" y="2603471"/>
                    <a:pt x="628650" y="2590009"/>
                  </a:cubicBezTo>
                  <a:cubicBezTo>
                    <a:pt x="626563" y="2581660"/>
                    <a:pt x="622353" y="2573917"/>
                    <a:pt x="620486" y="2565516"/>
                  </a:cubicBezTo>
                  <a:cubicBezTo>
                    <a:pt x="616895" y="2549356"/>
                    <a:pt x="615043" y="2532859"/>
                    <a:pt x="612321" y="2516530"/>
                  </a:cubicBezTo>
                  <a:cubicBezTo>
                    <a:pt x="615043" y="2459380"/>
                    <a:pt x="615734" y="2402097"/>
                    <a:pt x="620486" y="2345080"/>
                  </a:cubicBezTo>
                  <a:cubicBezTo>
                    <a:pt x="621201" y="2336504"/>
                    <a:pt x="626962" y="2329026"/>
                    <a:pt x="628650" y="2320587"/>
                  </a:cubicBezTo>
                  <a:cubicBezTo>
                    <a:pt x="632424" y="2301717"/>
                    <a:pt x="634271" y="2282512"/>
                    <a:pt x="636814" y="2263437"/>
                  </a:cubicBezTo>
                  <a:cubicBezTo>
                    <a:pt x="643289" y="2214874"/>
                    <a:pt x="650116" y="2144916"/>
                    <a:pt x="661307" y="2100151"/>
                  </a:cubicBezTo>
                  <a:cubicBezTo>
                    <a:pt x="686829" y="1998061"/>
                    <a:pt x="654210" y="2124989"/>
                    <a:pt x="677636" y="2043001"/>
                  </a:cubicBezTo>
                  <a:cubicBezTo>
                    <a:pt x="702316" y="1956622"/>
                    <a:pt x="663320" y="2077782"/>
                    <a:pt x="702128" y="1961359"/>
                  </a:cubicBezTo>
                  <a:lnTo>
                    <a:pt x="718457" y="1912373"/>
                  </a:lnTo>
                  <a:cubicBezTo>
                    <a:pt x="721178" y="1904209"/>
                    <a:pt x="724534" y="1896229"/>
                    <a:pt x="726621" y="1887880"/>
                  </a:cubicBezTo>
                  <a:cubicBezTo>
                    <a:pt x="738961" y="1838525"/>
                    <a:pt x="731238" y="1865868"/>
                    <a:pt x="751114" y="1806237"/>
                  </a:cubicBezTo>
                  <a:lnTo>
                    <a:pt x="775607" y="1732759"/>
                  </a:lnTo>
                  <a:cubicBezTo>
                    <a:pt x="775609" y="1732754"/>
                    <a:pt x="791933" y="1683777"/>
                    <a:pt x="791936" y="1683773"/>
                  </a:cubicBezTo>
                  <a:cubicBezTo>
                    <a:pt x="797379" y="1675609"/>
                    <a:pt x="803876" y="1668056"/>
                    <a:pt x="808264" y="1659280"/>
                  </a:cubicBezTo>
                  <a:cubicBezTo>
                    <a:pt x="812113" y="1651583"/>
                    <a:pt x="811052" y="1641507"/>
                    <a:pt x="816428" y="1634787"/>
                  </a:cubicBezTo>
                  <a:cubicBezTo>
                    <a:pt x="822558" y="1627125"/>
                    <a:pt x="832757" y="1623902"/>
                    <a:pt x="840921" y="1618459"/>
                  </a:cubicBezTo>
                  <a:cubicBezTo>
                    <a:pt x="848110" y="1596893"/>
                    <a:pt x="860690" y="1551998"/>
                    <a:pt x="881743" y="1544980"/>
                  </a:cubicBezTo>
                  <a:lnTo>
                    <a:pt x="930728" y="1528651"/>
                  </a:lnTo>
                  <a:lnTo>
                    <a:pt x="955221" y="1520487"/>
                  </a:lnTo>
                  <a:cubicBezTo>
                    <a:pt x="1001485" y="1523208"/>
                    <a:pt x="1048059" y="1522657"/>
                    <a:pt x="1094014" y="1528651"/>
                  </a:cubicBezTo>
                  <a:cubicBezTo>
                    <a:pt x="1111081" y="1530877"/>
                    <a:pt x="1126671" y="1539537"/>
                    <a:pt x="1143000" y="1544980"/>
                  </a:cubicBezTo>
                  <a:lnTo>
                    <a:pt x="1167493" y="1553144"/>
                  </a:lnTo>
                  <a:cubicBezTo>
                    <a:pt x="1175657" y="1558587"/>
                    <a:pt x="1183210" y="1565085"/>
                    <a:pt x="1191986" y="1569473"/>
                  </a:cubicBezTo>
                  <a:cubicBezTo>
                    <a:pt x="1224412" y="1585686"/>
                    <a:pt x="1210885" y="1567223"/>
                    <a:pt x="1240971" y="1593966"/>
                  </a:cubicBezTo>
                  <a:cubicBezTo>
                    <a:pt x="1324858" y="1668531"/>
                    <a:pt x="1258862" y="1622220"/>
                    <a:pt x="1314450" y="1659280"/>
                  </a:cubicBezTo>
                  <a:cubicBezTo>
                    <a:pt x="1317171" y="1667444"/>
                    <a:pt x="1317840" y="1676612"/>
                    <a:pt x="1322614" y="1683773"/>
                  </a:cubicBezTo>
                  <a:cubicBezTo>
                    <a:pt x="1340589" y="1710735"/>
                    <a:pt x="1352722" y="1709571"/>
                    <a:pt x="1379764" y="1724594"/>
                  </a:cubicBezTo>
                  <a:cubicBezTo>
                    <a:pt x="1393636" y="1732300"/>
                    <a:pt x="1406085" y="1742642"/>
                    <a:pt x="1420586" y="1749087"/>
                  </a:cubicBezTo>
                  <a:cubicBezTo>
                    <a:pt x="1430840" y="1753644"/>
                    <a:pt x="1442454" y="1754168"/>
                    <a:pt x="1453243" y="1757251"/>
                  </a:cubicBezTo>
                  <a:cubicBezTo>
                    <a:pt x="1461518" y="1759615"/>
                    <a:pt x="1469572" y="1762694"/>
                    <a:pt x="1477736" y="1765416"/>
                  </a:cubicBezTo>
                  <a:cubicBezTo>
                    <a:pt x="1494064" y="1762694"/>
                    <a:pt x="1510662" y="1761266"/>
                    <a:pt x="1526721" y="1757251"/>
                  </a:cubicBezTo>
                  <a:cubicBezTo>
                    <a:pt x="1556465" y="1749815"/>
                    <a:pt x="1582083" y="1739612"/>
                    <a:pt x="1608364" y="1724594"/>
                  </a:cubicBezTo>
                  <a:cubicBezTo>
                    <a:pt x="1616883" y="1719726"/>
                    <a:pt x="1625523" y="1714785"/>
                    <a:pt x="1632857" y="1708266"/>
                  </a:cubicBezTo>
                  <a:cubicBezTo>
                    <a:pt x="1676811" y="1669196"/>
                    <a:pt x="1676622" y="1666241"/>
                    <a:pt x="1706336" y="1626623"/>
                  </a:cubicBezTo>
                  <a:cubicBezTo>
                    <a:pt x="1709057" y="1618459"/>
                    <a:pt x="1710321" y="1609653"/>
                    <a:pt x="1714500" y="1602130"/>
                  </a:cubicBezTo>
                  <a:cubicBezTo>
                    <a:pt x="1724030" y="1584975"/>
                    <a:pt x="1747157" y="1553144"/>
                    <a:pt x="1747157" y="1553144"/>
                  </a:cubicBezTo>
                  <a:cubicBezTo>
                    <a:pt x="1749878" y="1542258"/>
                    <a:pt x="1755321" y="1531708"/>
                    <a:pt x="1755321" y="1520487"/>
                  </a:cubicBezTo>
                  <a:cubicBezTo>
                    <a:pt x="1755321" y="1435147"/>
                    <a:pt x="1752967" y="1463259"/>
                    <a:pt x="1738993" y="1414351"/>
                  </a:cubicBezTo>
                  <a:cubicBezTo>
                    <a:pt x="1736508" y="1405653"/>
                    <a:pt x="1728419" y="1367560"/>
                    <a:pt x="1722664" y="1357201"/>
                  </a:cubicBezTo>
                  <a:cubicBezTo>
                    <a:pt x="1713134" y="1340046"/>
                    <a:pt x="1700893" y="1324544"/>
                    <a:pt x="1690007" y="1308216"/>
                  </a:cubicBezTo>
                  <a:cubicBezTo>
                    <a:pt x="1684564" y="1300052"/>
                    <a:pt x="1680616" y="1290662"/>
                    <a:pt x="1673678" y="1283723"/>
                  </a:cubicBezTo>
                  <a:cubicBezTo>
                    <a:pt x="1658297" y="1268342"/>
                    <a:pt x="1645153" y="1251994"/>
                    <a:pt x="1624693" y="1242901"/>
                  </a:cubicBezTo>
                  <a:cubicBezTo>
                    <a:pt x="1608965" y="1235911"/>
                    <a:pt x="1592036" y="1232016"/>
                    <a:pt x="1575707" y="1226573"/>
                  </a:cubicBezTo>
                  <a:cubicBezTo>
                    <a:pt x="1567543" y="1223852"/>
                    <a:pt x="1559807" y="1218886"/>
                    <a:pt x="1551214" y="1218409"/>
                  </a:cubicBezTo>
                  <a:lnTo>
                    <a:pt x="1404257" y="1210244"/>
                  </a:lnTo>
                  <a:lnTo>
                    <a:pt x="1191986" y="1202080"/>
                  </a:lnTo>
                  <a:cubicBezTo>
                    <a:pt x="1181100" y="1199359"/>
                    <a:pt x="1169642" y="1198336"/>
                    <a:pt x="1159328" y="1193916"/>
                  </a:cubicBezTo>
                  <a:cubicBezTo>
                    <a:pt x="1126938" y="1180034"/>
                    <a:pt x="1139763" y="1174108"/>
                    <a:pt x="1110343" y="1153094"/>
                  </a:cubicBezTo>
                  <a:cubicBezTo>
                    <a:pt x="1100439" y="1146020"/>
                    <a:pt x="1088572" y="1142209"/>
                    <a:pt x="1077686" y="1136766"/>
                  </a:cubicBezTo>
                  <a:cubicBezTo>
                    <a:pt x="1037140" y="1075948"/>
                    <a:pt x="1089255" y="1150650"/>
                    <a:pt x="1036864" y="1087780"/>
                  </a:cubicBezTo>
                  <a:cubicBezTo>
                    <a:pt x="1018784" y="1066084"/>
                    <a:pt x="1018723" y="1056033"/>
                    <a:pt x="1004207" y="1030630"/>
                  </a:cubicBezTo>
                  <a:cubicBezTo>
                    <a:pt x="999339" y="1022111"/>
                    <a:pt x="993321" y="1014301"/>
                    <a:pt x="987878" y="1006137"/>
                  </a:cubicBezTo>
                  <a:cubicBezTo>
                    <a:pt x="971224" y="956173"/>
                    <a:pt x="984738" y="1002053"/>
                    <a:pt x="971550" y="916330"/>
                  </a:cubicBezTo>
                  <a:cubicBezTo>
                    <a:pt x="969440" y="902615"/>
                    <a:pt x="965667" y="889197"/>
                    <a:pt x="963386" y="875509"/>
                  </a:cubicBezTo>
                  <a:cubicBezTo>
                    <a:pt x="960222" y="856527"/>
                    <a:pt x="957943" y="837409"/>
                    <a:pt x="955221" y="818359"/>
                  </a:cubicBezTo>
                  <a:cubicBezTo>
                    <a:pt x="957943" y="772095"/>
                    <a:pt x="958774" y="725680"/>
                    <a:pt x="963386" y="679566"/>
                  </a:cubicBezTo>
                  <a:cubicBezTo>
                    <a:pt x="964242" y="671003"/>
                    <a:pt x="967280" y="662545"/>
                    <a:pt x="971550" y="655073"/>
                  </a:cubicBezTo>
                  <a:cubicBezTo>
                    <a:pt x="978301" y="643259"/>
                    <a:pt x="986421" y="632038"/>
                    <a:pt x="996043" y="622416"/>
                  </a:cubicBezTo>
                  <a:cubicBezTo>
                    <a:pt x="1005665" y="612794"/>
                    <a:pt x="1017814" y="606087"/>
                    <a:pt x="1028700" y="597923"/>
                  </a:cubicBezTo>
                  <a:cubicBezTo>
                    <a:pt x="1039586" y="581594"/>
                    <a:pt x="1045028" y="559822"/>
                    <a:pt x="1061357" y="548937"/>
                  </a:cubicBezTo>
                  <a:cubicBezTo>
                    <a:pt x="1122162" y="508402"/>
                    <a:pt x="1047488" y="560495"/>
                    <a:pt x="1110343" y="508116"/>
                  </a:cubicBezTo>
                  <a:cubicBezTo>
                    <a:pt x="1117881" y="501834"/>
                    <a:pt x="1127298" y="498069"/>
                    <a:pt x="1134836" y="491787"/>
                  </a:cubicBezTo>
                  <a:cubicBezTo>
                    <a:pt x="1175606" y="457811"/>
                    <a:pt x="1140777" y="473477"/>
                    <a:pt x="1183821" y="459130"/>
                  </a:cubicBezTo>
                  <a:cubicBezTo>
                    <a:pt x="1208314" y="461851"/>
                    <a:pt x="1234140" y="458872"/>
                    <a:pt x="1257300" y="467294"/>
                  </a:cubicBezTo>
                  <a:cubicBezTo>
                    <a:pt x="1266521" y="470647"/>
                    <a:pt x="1267064" y="484494"/>
                    <a:pt x="1273628" y="491787"/>
                  </a:cubicBezTo>
                  <a:cubicBezTo>
                    <a:pt x="1291650" y="511812"/>
                    <a:pt x="1308362" y="533993"/>
                    <a:pt x="1330778" y="548937"/>
                  </a:cubicBezTo>
                  <a:cubicBezTo>
                    <a:pt x="1338942" y="554380"/>
                    <a:pt x="1346495" y="560878"/>
                    <a:pt x="1355271" y="565266"/>
                  </a:cubicBezTo>
                  <a:cubicBezTo>
                    <a:pt x="1362968" y="569115"/>
                    <a:pt x="1371854" y="570040"/>
                    <a:pt x="1379764" y="573430"/>
                  </a:cubicBezTo>
                  <a:cubicBezTo>
                    <a:pt x="1390951" y="578224"/>
                    <a:pt x="1401535" y="584316"/>
                    <a:pt x="1412421" y="589759"/>
                  </a:cubicBezTo>
                  <a:cubicBezTo>
                    <a:pt x="1485900" y="587037"/>
                    <a:pt x="1559481" y="586328"/>
                    <a:pt x="1632857" y="581594"/>
                  </a:cubicBezTo>
                  <a:cubicBezTo>
                    <a:pt x="1644054" y="580872"/>
                    <a:pt x="1655201" y="577850"/>
                    <a:pt x="1665514" y="573430"/>
                  </a:cubicBezTo>
                  <a:cubicBezTo>
                    <a:pt x="1674533" y="569565"/>
                    <a:pt x="1682469" y="563383"/>
                    <a:pt x="1690007" y="557101"/>
                  </a:cubicBezTo>
                  <a:cubicBezTo>
                    <a:pt x="1713583" y="537455"/>
                    <a:pt x="1714772" y="532201"/>
                    <a:pt x="1730828" y="508116"/>
                  </a:cubicBezTo>
                  <a:cubicBezTo>
                    <a:pt x="1733550" y="497230"/>
                    <a:pt x="1735910" y="486248"/>
                    <a:pt x="1738993" y="475459"/>
                  </a:cubicBezTo>
                  <a:cubicBezTo>
                    <a:pt x="1741357" y="467184"/>
                    <a:pt x="1747157" y="459572"/>
                    <a:pt x="1747157" y="450966"/>
                  </a:cubicBezTo>
                  <a:cubicBezTo>
                    <a:pt x="1747157" y="363838"/>
                    <a:pt x="1750359" y="276093"/>
                    <a:pt x="1738993" y="189709"/>
                  </a:cubicBezTo>
                  <a:cubicBezTo>
                    <a:pt x="1736433" y="170252"/>
                    <a:pt x="1717222" y="157052"/>
                    <a:pt x="1706336" y="140723"/>
                  </a:cubicBezTo>
                  <a:cubicBezTo>
                    <a:pt x="1696173" y="125479"/>
                    <a:pt x="1682153" y="100981"/>
                    <a:pt x="1665514" y="91737"/>
                  </a:cubicBezTo>
                  <a:cubicBezTo>
                    <a:pt x="1644979" y="80329"/>
                    <a:pt x="1607739" y="74064"/>
                    <a:pt x="1583871" y="67244"/>
                  </a:cubicBezTo>
                  <a:cubicBezTo>
                    <a:pt x="1575596" y="64880"/>
                    <a:pt x="1567436" y="62102"/>
                    <a:pt x="1559378" y="59080"/>
                  </a:cubicBezTo>
                  <a:cubicBezTo>
                    <a:pt x="1545656" y="53934"/>
                    <a:pt x="1532594" y="46962"/>
                    <a:pt x="1518557" y="42751"/>
                  </a:cubicBezTo>
                  <a:cubicBezTo>
                    <a:pt x="1488795" y="33822"/>
                    <a:pt x="1428971" y="28894"/>
                    <a:pt x="1404257" y="26423"/>
                  </a:cubicBezTo>
                  <a:lnTo>
                    <a:pt x="1314450" y="18259"/>
                  </a:lnTo>
                  <a:cubicBezTo>
                    <a:pt x="1306286" y="15537"/>
                    <a:pt x="1298396" y="11782"/>
                    <a:pt x="1289957" y="10094"/>
                  </a:cubicBezTo>
                  <a:cubicBezTo>
                    <a:pt x="1187616" y="-10375"/>
                    <a:pt x="1116686" y="5934"/>
                    <a:pt x="996043" y="10094"/>
                  </a:cubicBezTo>
                  <a:cubicBezTo>
                    <a:pt x="979714" y="15537"/>
                    <a:pt x="964136" y="24288"/>
                    <a:pt x="947057" y="26423"/>
                  </a:cubicBezTo>
                  <a:cubicBezTo>
                    <a:pt x="906932" y="31438"/>
                    <a:pt x="871988" y="34905"/>
                    <a:pt x="832757" y="42751"/>
                  </a:cubicBezTo>
                  <a:cubicBezTo>
                    <a:pt x="768001" y="55702"/>
                    <a:pt x="834369" y="46430"/>
                    <a:pt x="751114" y="67244"/>
                  </a:cubicBezTo>
                  <a:cubicBezTo>
                    <a:pt x="729343" y="72687"/>
                    <a:pt x="707090" y="76477"/>
                    <a:pt x="685800" y="83573"/>
                  </a:cubicBezTo>
                  <a:cubicBezTo>
                    <a:pt x="677636" y="86294"/>
                    <a:pt x="669582" y="89373"/>
                    <a:pt x="661307" y="91737"/>
                  </a:cubicBezTo>
                  <a:cubicBezTo>
                    <a:pt x="649092" y="95227"/>
                    <a:pt x="617212" y="101538"/>
                    <a:pt x="604157" y="108066"/>
                  </a:cubicBezTo>
                  <a:cubicBezTo>
                    <a:pt x="595381" y="112454"/>
                    <a:pt x="588885" y="121041"/>
                    <a:pt x="579664" y="124394"/>
                  </a:cubicBezTo>
                  <a:cubicBezTo>
                    <a:pt x="489861" y="157050"/>
                    <a:pt x="542923" y="128478"/>
                    <a:pt x="481693" y="148887"/>
                  </a:cubicBezTo>
                  <a:cubicBezTo>
                    <a:pt x="422967" y="168461"/>
                    <a:pt x="496304" y="144712"/>
                    <a:pt x="424543" y="165216"/>
                  </a:cubicBezTo>
                  <a:cubicBezTo>
                    <a:pt x="416268" y="167580"/>
                    <a:pt x="408325" y="171016"/>
                    <a:pt x="400050" y="173380"/>
                  </a:cubicBezTo>
                  <a:cubicBezTo>
                    <a:pt x="387835" y="176870"/>
                    <a:pt x="355955" y="183181"/>
                    <a:pt x="342900" y="189709"/>
                  </a:cubicBezTo>
                  <a:cubicBezTo>
                    <a:pt x="333626" y="194346"/>
                    <a:pt x="289451" y="226829"/>
                    <a:pt x="285750" y="230530"/>
                  </a:cubicBezTo>
                  <a:cubicBezTo>
                    <a:pt x="276128" y="240152"/>
                    <a:pt x="270879" y="253565"/>
                    <a:pt x="261257" y="263187"/>
                  </a:cubicBezTo>
                  <a:cubicBezTo>
                    <a:pt x="251635" y="272809"/>
                    <a:pt x="238222" y="278058"/>
                    <a:pt x="228600" y="287680"/>
                  </a:cubicBezTo>
                  <a:cubicBezTo>
                    <a:pt x="215337" y="300943"/>
                    <a:pt x="204483" y="329885"/>
                    <a:pt x="195943" y="344830"/>
                  </a:cubicBezTo>
                  <a:cubicBezTo>
                    <a:pt x="191075" y="353350"/>
                    <a:pt x="185057" y="361159"/>
                    <a:pt x="179614" y="369323"/>
                  </a:cubicBezTo>
                  <a:cubicBezTo>
                    <a:pt x="176893" y="377487"/>
                    <a:pt x="174840" y="385906"/>
                    <a:pt x="171450" y="393816"/>
                  </a:cubicBezTo>
                  <a:cubicBezTo>
                    <a:pt x="166656" y="405003"/>
                    <a:pt x="159394" y="415077"/>
                    <a:pt x="155121" y="426473"/>
                  </a:cubicBezTo>
                  <a:cubicBezTo>
                    <a:pt x="121772" y="515402"/>
                    <a:pt x="176090" y="400865"/>
                    <a:pt x="130628" y="491787"/>
                  </a:cubicBezTo>
                  <a:cubicBezTo>
                    <a:pt x="125185" y="513558"/>
                    <a:pt x="121396" y="535811"/>
                    <a:pt x="114300" y="557101"/>
                  </a:cubicBezTo>
                  <a:cubicBezTo>
                    <a:pt x="99040" y="602883"/>
                    <a:pt x="108222" y="573248"/>
                    <a:pt x="89807" y="646909"/>
                  </a:cubicBezTo>
                  <a:lnTo>
                    <a:pt x="73478" y="712223"/>
                  </a:lnTo>
                  <a:cubicBezTo>
                    <a:pt x="70757" y="720387"/>
                    <a:pt x="67401" y="728367"/>
                    <a:pt x="65314" y="736716"/>
                  </a:cubicBezTo>
                  <a:cubicBezTo>
                    <a:pt x="60218" y="757100"/>
                    <a:pt x="51898" y="807594"/>
                    <a:pt x="48986" y="826523"/>
                  </a:cubicBezTo>
                  <a:cubicBezTo>
                    <a:pt x="27975" y="963093"/>
                    <a:pt x="53021" y="810469"/>
                    <a:pt x="32657" y="932659"/>
                  </a:cubicBezTo>
                  <a:cubicBezTo>
                    <a:pt x="29936" y="997973"/>
                    <a:pt x="28702" y="1063366"/>
                    <a:pt x="24493" y="1128601"/>
                  </a:cubicBezTo>
                  <a:cubicBezTo>
                    <a:pt x="22945" y="1152598"/>
                    <a:pt x="11785" y="1209386"/>
                    <a:pt x="8164" y="1234737"/>
                  </a:cubicBezTo>
                  <a:cubicBezTo>
                    <a:pt x="5061" y="1256457"/>
                    <a:pt x="2721" y="1278280"/>
                    <a:pt x="0" y="1300051"/>
                  </a:cubicBezTo>
                  <a:cubicBezTo>
                    <a:pt x="2721" y="1433401"/>
                    <a:pt x="3228" y="1566815"/>
                    <a:pt x="8164" y="1700101"/>
                  </a:cubicBezTo>
                  <a:cubicBezTo>
                    <a:pt x="8678" y="1713968"/>
                    <a:pt x="14218" y="1727208"/>
                    <a:pt x="16328" y="1740923"/>
                  </a:cubicBezTo>
                  <a:cubicBezTo>
                    <a:pt x="19664" y="1762609"/>
                    <a:pt x="21390" y="1784517"/>
                    <a:pt x="24493" y="1806237"/>
                  </a:cubicBezTo>
                  <a:cubicBezTo>
                    <a:pt x="26834" y="1822624"/>
                    <a:pt x="30140" y="1838862"/>
                    <a:pt x="32657" y="1855223"/>
                  </a:cubicBezTo>
                  <a:cubicBezTo>
                    <a:pt x="35583" y="1874243"/>
                    <a:pt x="37047" y="1893503"/>
                    <a:pt x="40821" y="1912373"/>
                  </a:cubicBezTo>
                  <a:cubicBezTo>
                    <a:pt x="42509" y="1920812"/>
                    <a:pt x="46899" y="1928517"/>
                    <a:pt x="48986" y="1936866"/>
                  </a:cubicBezTo>
                  <a:cubicBezTo>
                    <a:pt x="52352" y="1950328"/>
                    <a:pt x="53499" y="1964299"/>
                    <a:pt x="57150" y="1977687"/>
                  </a:cubicBezTo>
                  <a:cubicBezTo>
                    <a:pt x="69257" y="2022080"/>
                    <a:pt x="71487" y="2022690"/>
                    <a:pt x="89807" y="2059330"/>
                  </a:cubicBezTo>
                  <a:lnTo>
                    <a:pt x="106136" y="2124644"/>
                  </a:lnTo>
                  <a:cubicBezTo>
                    <a:pt x="108857" y="2135530"/>
                    <a:pt x="110752" y="2146656"/>
                    <a:pt x="114300" y="2157301"/>
                  </a:cubicBezTo>
                  <a:cubicBezTo>
                    <a:pt x="117021" y="2165465"/>
                    <a:pt x="120776" y="2173355"/>
                    <a:pt x="122464" y="2181794"/>
                  </a:cubicBezTo>
                  <a:cubicBezTo>
                    <a:pt x="132424" y="2231596"/>
                    <a:pt x="133547" y="2267723"/>
                    <a:pt x="146957" y="2312423"/>
                  </a:cubicBezTo>
                  <a:cubicBezTo>
                    <a:pt x="151903" y="2328909"/>
                    <a:pt x="157843" y="2345080"/>
                    <a:pt x="163286" y="2361409"/>
                  </a:cubicBezTo>
                  <a:cubicBezTo>
                    <a:pt x="166007" y="2369573"/>
                    <a:pt x="169363" y="2377552"/>
                    <a:pt x="171450" y="2385901"/>
                  </a:cubicBezTo>
                  <a:cubicBezTo>
                    <a:pt x="179614" y="2418558"/>
                    <a:pt x="185298" y="2451938"/>
                    <a:pt x="195943" y="2483873"/>
                  </a:cubicBezTo>
                  <a:cubicBezTo>
                    <a:pt x="198664" y="2492037"/>
                    <a:pt x="199928" y="2500843"/>
                    <a:pt x="204107" y="2508366"/>
                  </a:cubicBezTo>
                  <a:cubicBezTo>
                    <a:pt x="213637" y="2525521"/>
                    <a:pt x="225878" y="2541023"/>
                    <a:pt x="236764" y="2557351"/>
                  </a:cubicBezTo>
                  <a:cubicBezTo>
                    <a:pt x="251278" y="2579122"/>
                    <a:pt x="270329" y="2614501"/>
                    <a:pt x="302078" y="2614501"/>
                  </a:cubicBezTo>
                  <a:lnTo>
                    <a:pt x="342900" y="2614501"/>
                  </a:ln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13" name="Group 12">
            <a:extLst>
              <a:ext uri="{FF2B5EF4-FFF2-40B4-BE49-F238E27FC236}">
                <a16:creationId xmlns:a16="http://schemas.microsoft.com/office/drawing/2014/main" id="{A8618838-E780-4F3B-8A78-E21CED8F2EAA}"/>
              </a:ext>
            </a:extLst>
          </p:cNvPr>
          <p:cNvGrpSpPr>
            <a:grpSpLocks/>
          </p:cNvGrpSpPr>
          <p:nvPr>
            <p:custDataLst>
              <p:tags r:id="rId10"/>
            </p:custDataLst>
          </p:nvPr>
        </p:nvGrpSpPr>
        <p:grpSpPr bwMode="auto">
          <a:xfrm>
            <a:off x="2286000" y="3962400"/>
            <a:ext cx="2024063" cy="1425575"/>
            <a:chOff x="2438400" y="4136571"/>
            <a:chExt cx="2024743" cy="1426028"/>
          </a:xfrm>
        </p:grpSpPr>
        <p:sp>
          <p:nvSpPr>
            <p:cNvPr id="19" name="Freeform 18">
              <a:extLst>
                <a:ext uri="{FF2B5EF4-FFF2-40B4-BE49-F238E27FC236}">
                  <a16:creationId xmlns:a16="http://schemas.microsoft.com/office/drawing/2014/main" id="{3567C1E9-EDCE-4626-A1C7-5D021FDD6D53}"/>
                </a:ext>
              </a:extLst>
            </p:cNvPr>
            <p:cNvSpPr/>
            <p:nvPr>
              <p:custDataLst>
                <p:tags r:id="rId18"/>
              </p:custDataLst>
            </p:nvPr>
          </p:nvSpPr>
          <p:spPr>
            <a:xfrm>
              <a:off x="2503510" y="4136571"/>
              <a:ext cx="1959633" cy="563742"/>
            </a:xfrm>
            <a:custGeom>
              <a:avLst/>
              <a:gdLst>
                <a:gd name="connsiteX0" fmla="*/ 0 w 1959429"/>
                <a:gd name="connsiteY0" fmla="*/ 563336 h 563336"/>
                <a:gd name="connsiteX1" fmla="*/ 89807 w 1959429"/>
                <a:gd name="connsiteY1" fmla="*/ 489858 h 563336"/>
                <a:gd name="connsiteX2" fmla="*/ 138793 w 1959429"/>
                <a:gd name="connsiteY2" fmla="*/ 449036 h 563336"/>
                <a:gd name="connsiteX3" fmla="*/ 171450 w 1959429"/>
                <a:gd name="connsiteY3" fmla="*/ 424543 h 563336"/>
                <a:gd name="connsiteX4" fmla="*/ 195943 w 1959429"/>
                <a:gd name="connsiteY4" fmla="*/ 408215 h 563336"/>
                <a:gd name="connsiteX5" fmla="*/ 244929 w 1959429"/>
                <a:gd name="connsiteY5" fmla="*/ 359229 h 563336"/>
                <a:gd name="connsiteX6" fmla="*/ 269422 w 1959429"/>
                <a:gd name="connsiteY6" fmla="*/ 334736 h 563336"/>
                <a:gd name="connsiteX7" fmla="*/ 310243 w 1959429"/>
                <a:gd name="connsiteY7" fmla="*/ 285750 h 563336"/>
                <a:gd name="connsiteX8" fmla="*/ 326572 w 1959429"/>
                <a:gd name="connsiteY8" fmla="*/ 261258 h 563336"/>
                <a:gd name="connsiteX9" fmla="*/ 375557 w 1959429"/>
                <a:gd name="connsiteY9" fmla="*/ 228600 h 563336"/>
                <a:gd name="connsiteX10" fmla="*/ 408215 w 1959429"/>
                <a:gd name="connsiteY10" fmla="*/ 204108 h 563336"/>
                <a:gd name="connsiteX11" fmla="*/ 432707 w 1959429"/>
                <a:gd name="connsiteY11" fmla="*/ 195943 h 563336"/>
                <a:gd name="connsiteX12" fmla="*/ 465365 w 1959429"/>
                <a:gd name="connsiteY12" fmla="*/ 179615 h 563336"/>
                <a:gd name="connsiteX13" fmla="*/ 506186 w 1959429"/>
                <a:gd name="connsiteY13" fmla="*/ 155122 h 563336"/>
                <a:gd name="connsiteX14" fmla="*/ 555172 w 1959429"/>
                <a:gd name="connsiteY14" fmla="*/ 122465 h 563336"/>
                <a:gd name="connsiteX15" fmla="*/ 604157 w 1959429"/>
                <a:gd name="connsiteY15" fmla="*/ 106136 h 563336"/>
                <a:gd name="connsiteX16" fmla="*/ 628650 w 1959429"/>
                <a:gd name="connsiteY16" fmla="*/ 97972 h 563336"/>
                <a:gd name="connsiteX17" fmla="*/ 661307 w 1959429"/>
                <a:gd name="connsiteY17" fmla="*/ 89808 h 563336"/>
                <a:gd name="connsiteX18" fmla="*/ 775607 w 1959429"/>
                <a:gd name="connsiteY18" fmla="*/ 57150 h 563336"/>
                <a:gd name="connsiteX19" fmla="*/ 832757 w 1959429"/>
                <a:gd name="connsiteY19" fmla="*/ 40822 h 563336"/>
                <a:gd name="connsiteX20" fmla="*/ 857250 w 1959429"/>
                <a:gd name="connsiteY20" fmla="*/ 32658 h 563336"/>
                <a:gd name="connsiteX21" fmla="*/ 889907 w 1959429"/>
                <a:gd name="connsiteY21" fmla="*/ 24493 h 563336"/>
                <a:gd name="connsiteX22" fmla="*/ 971550 w 1959429"/>
                <a:gd name="connsiteY22" fmla="*/ 0 h 563336"/>
                <a:gd name="connsiteX23" fmla="*/ 1412422 w 1959429"/>
                <a:gd name="connsiteY23" fmla="*/ 16329 h 563336"/>
                <a:gd name="connsiteX24" fmla="*/ 1445079 w 1959429"/>
                <a:gd name="connsiteY24" fmla="*/ 24493 h 563336"/>
                <a:gd name="connsiteX25" fmla="*/ 1485900 w 1959429"/>
                <a:gd name="connsiteY25" fmla="*/ 32658 h 563336"/>
                <a:gd name="connsiteX26" fmla="*/ 1510393 w 1959429"/>
                <a:gd name="connsiteY26" fmla="*/ 40822 h 563336"/>
                <a:gd name="connsiteX27" fmla="*/ 1543050 w 1959429"/>
                <a:gd name="connsiteY27" fmla="*/ 48986 h 563336"/>
                <a:gd name="connsiteX28" fmla="*/ 1616529 w 1959429"/>
                <a:gd name="connsiteY28" fmla="*/ 73479 h 563336"/>
                <a:gd name="connsiteX29" fmla="*/ 1665515 w 1959429"/>
                <a:gd name="connsiteY29" fmla="*/ 89808 h 563336"/>
                <a:gd name="connsiteX30" fmla="*/ 1690007 w 1959429"/>
                <a:gd name="connsiteY30" fmla="*/ 97972 h 563336"/>
                <a:gd name="connsiteX31" fmla="*/ 1730829 w 1959429"/>
                <a:gd name="connsiteY31" fmla="*/ 106136 h 563336"/>
                <a:gd name="connsiteX32" fmla="*/ 1820636 w 1959429"/>
                <a:gd name="connsiteY32" fmla="*/ 130629 h 563336"/>
                <a:gd name="connsiteX33" fmla="*/ 1910443 w 1959429"/>
                <a:gd name="connsiteY33" fmla="*/ 146958 h 563336"/>
                <a:gd name="connsiteX34" fmla="*/ 1959429 w 1959429"/>
                <a:gd name="connsiteY34" fmla="*/ 138793 h 563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29" h="563336">
                  <a:moveTo>
                    <a:pt x="0" y="563336"/>
                  </a:moveTo>
                  <a:cubicBezTo>
                    <a:pt x="27603" y="494331"/>
                    <a:pt x="524" y="534500"/>
                    <a:pt x="89807" y="489858"/>
                  </a:cubicBezTo>
                  <a:cubicBezTo>
                    <a:pt x="118677" y="475423"/>
                    <a:pt x="113515" y="470703"/>
                    <a:pt x="138793" y="449036"/>
                  </a:cubicBezTo>
                  <a:cubicBezTo>
                    <a:pt x="149124" y="440181"/>
                    <a:pt x="160377" y="432452"/>
                    <a:pt x="171450" y="424543"/>
                  </a:cubicBezTo>
                  <a:cubicBezTo>
                    <a:pt x="179435" y="418840"/>
                    <a:pt x="188609" y="414734"/>
                    <a:pt x="195943" y="408215"/>
                  </a:cubicBezTo>
                  <a:cubicBezTo>
                    <a:pt x="213202" y="392873"/>
                    <a:pt x="228600" y="375558"/>
                    <a:pt x="244929" y="359229"/>
                  </a:cubicBezTo>
                  <a:cubicBezTo>
                    <a:pt x="253093" y="351065"/>
                    <a:pt x="263018" y="344343"/>
                    <a:pt x="269422" y="334736"/>
                  </a:cubicBezTo>
                  <a:cubicBezTo>
                    <a:pt x="309953" y="273937"/>
                    <a:pt x="257868" y="348598"/>
                    <a:pt x="310243" y="285750"/>
                  </a:cubicBezTo>
                  <a:cubicBezTo>
                    <a:pt x="316525" y="278212"/>
                    <a:pt x="319188" y="267719"/>
                    <a:pt x="326572" y="261258"/>
                  </a:cubicBezTo>
                  <a:cubicBezTo>
                    <a:pt x="341341" y="248335"/>
                    <a:pt x="359857" y="240374"/>
                    <a:pt x="375557" y="228600"/>
                  </a:cubicBezTo>
                  <a:cubicBezTo>
                    <a:pt x="386443" y="220436"/>
                    <a:pt x="396401" y="210859"/>
                    <a:pt x="408215" y="204108"/>
                  </a:cubicBezTo>
                  <a:cubicBezTo>
                    <a:pt x="415687" y="199838"/>
                    <a:pt x="424797" y="199333"/>
                    <a:pt x="432707" y="195943"/>
                  </a:cubicBezTo>
                  <a:cubicBezTo>
                    <a:pt x="443894" y="191149"/>
                    <a:pt x="454726" y="185526"/>
                    <a:pt x="465365" y="179615"/>
                  </a:cubicBezTo>
                  <a:cubicBezTo>
                    <a:pt x="479237" y="171909"/>
                    <a:pt x="492798" y="163641"/>
                    <a:pt x="506186" y="155122"/>
                  </a:cubicBezTo>
                  <a:cubicBezTo>
                    <a:pt x="522742" y="144586"/>
                    <a:pt x="536555" y="128671"/>
                    <a:pt x="555172" y="122465"/>
                  </a:cubicBezTo>
                  <a:lnTo>
                    <a:pt x="604157" y="106136"/>
                  </a:lnTo>
                  <a:cubicBezTo>
                    <a:pt x="612321" y="103415"/>
                    <a:pt x="620301" y="100059"/>
                    <a:pt x="628650" y="97972"/>
                  </a:cubicBezTo>
                  <a:lnTo>
                    <a:pt x="661307" y="89808"/>
                  </a:lnTo>
                  <a:cubicBezTo>
                    <a:pt x="751610" y="44656"/>
                    <a:pt x="607187" y="113288"/>
                    <a:pt x="775607" y="57150"/>
                  </a:cubicBezTo>
                  <a:cubicBezTo>
                    <a:pt x="834333" y="37575"/>
                    <a:pt x="760996" y="61324"/>
                    <a:pt x="832757" y="40822"/>
                  </a:cubicBezTo>
                  <a:cubicBezTo>
                    <a:pt x="841032" y="38458"/>
                    <a:pt x="848975" y="35022"/>
                    <a:pt x="857250" y="32658"/>
                  </a:cubicBezTo>
                  <a:cubicBezTo>
                    <a:pt x="868039" y="29575"/>
                    <a:pt x="879159" y="27717"/>
                    <a:pt x="889907" y="24493"/>
                  </a:cubicBezTo>
                  <a:cubicBezTo>
                    <a:pt x="989292" y="-5322"/>
                    <a:pt x="896279" y="18819"/>
                    <a:pt x="971550" y="0"/>
                  </a:cubicBezTo>
                  <a:cubicBezTo>
                    <a:pt x="1058010" y="1880"/>
                    <a:pt x="1277360" y="-6180"/>
                    <a:pt x="1412422" y="16329"/>
                  </a:cubicBezTo>
                  <a:cubicBezTo>
                    <a:pt x="1423490" y="18174"/>
                    <a:pt x="1434126" y="22059"/>
                    <a:pt x="1445079" y="24493"/>
                  </a:cubicBezTo>
                  <a:cubicBezTo>
                    <a:pt x="1458625" y="27503"/>
                    <a:pt x="1472438" y="29292"/>
                    <a:pt x="1485900" y="32658"/>
                  </a:cubicBezTo>
                  <a:cubicBezTo>
                    <a:pt x="1494249" y="34745"/>
                    <a:pt x="1502118" y="38458"/>
                    <a:pt x="1510393" y="40822"/>
                  </a:cubicBezTo>
                  <a:cubicBezTo>
                    <a:pt x="1521182" y="43904"/>
                    <a:pt x="1532303" y="45762"/>
                    <a:pt x="1543050" y="48986"/>
                  </a:cubicBezTo>
                  <a:cubicBezTo>
                    <a:pt x="1567779" y="56405"/>
                    <a:pt x="1592036" y="65315"/>
                    <a:pt x="1616529" y="73479"/>
                  </a:cubicBezTo>
                  <a:lnTo>
                    <a:pt x="1665515" y="89808"/>
                  </a:lnTo>
                  <a:cubicBezTo>
                    <a:pt x="1673679" y="92529"/>
                    <a:pt x="1681568" y="96284"/>
                    <a:pt x="1690007" y="97972"/>
                  </a:cubicBezTo>
                  <a:cubicBezTo>
                    <a:pt x="1703614" y="100693"/>
                    <a:pt x="1717367" y="102771"/>
                    <a:pt x="1730829" y="106136"/>
                  </a:cubicBezTo>
                  <a:cubicBezTo>
                    <a:pt x="1794141" y="121963"/>
                    <a:pt x="1701263" y="110734"/>
                    <a:pt x="1820636" y="130629"/>
                  </a:cubicBezTo>
                  <a:cubicBezTo>
                    <a:pt x="1883310" y="141074"/>
                    <a:pt x="1853390" y="135546"/>
                    <a:pt x="1910443" y="146958"/>
                  </a:cubicBezTo>
                  <a:lnTo>
                    <a:pt x="1959429" y="138793"/>
                  </a:ln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Freeform 19">
              <a:extLst>
                <a:ext uri="{FF2B5EF4-FFF2-40B4-BE49-F238E27FC236}">
                  <a16:creationId xmlns:a16="http://schemas.microsoft.com/office/drawing/2014/main" id="{4074DD5F-401D-48BA-AB25-EF186D305306}"/>
                </a:ext>
              </a:extLst>
            </p:cNvPr>
            <p:cNvSpPr/>
            <p:nvPr>
              <p:custDataLst>
                <p:tags r:id="rId19"/>
              </p:custDataLst>
            </p:nvPr>
          </p:nvSpPr>
          <p:spPr>
            <a:xfrm flipV="1">
              <a:off x="2438400" y="4570097"/>
              <a:ext cx="2024743" cy="992502"/>
            </a:xfrm>
            <a:custGeom>
              <a:avLst/>
              <a:gdLst>
                <a:gd name="connsiteX0" fmla="*/ 0 w 1959429"/>
                <a:gd name="connsiteY0" fmla="*/ 563336 h 563336"/>
                <a:gd name="connsiteX1" fmla="*/ 89807 w 1959429"/>
                <a:gd name="connsiteY1" fmla="*/ 489858 h 563336"/>
                <a:gd name="connsiteX2" fmla="*/ 138793 w 1959429"/>
                <a:gd name="connsiteY2" fmla="*/ 449036 h 563336"/>
                <a:gd name="connsiteX3" fmla="*/ 171450 w 1959429"/>
                <a:gd name="connsiteY3" fmla="*/ 424543 h 563336"/>
                <a:gd name="connsiteX4" fmla="*/ 195943 w 1959429"/>
                <a:gd name="connsiteY4" fmla="*/ 408215 h 563336"/>
                <a:gd name="connsiteX5" fmla="*/ 244929 w 1959429"/>
                <a:gd name="connsiteY5" fmla="*/ 359229 h 563336"/>
                <a:gd name="connsiteX6" fmla="*/ 269422 w 1959429"/>
                <a:gd name="connsiteY6" fmla="*/ 334736 h 563336"/>
                <a:gd name="connsiteX7" fmla="*/ 310243 w 1959429"/>
                <a:gd name="connsiteY7" fmla="*/ 285750 h 563336"/>
                <a:gd name="connsiteX8" fmla="*/ 326572 w 1959429"/>
                <a:gd name="connsiteY8" fmla="*/ 261258 h 563336"/>
                <a:gd name="connsiteX9" fmla="*/ 375557 w 1959429"/>
                <a:gd name="connsiteY9" fmla="*/ 228600 h 563336"/>
                <a:gd name="connsiteX10" fmla="*/ 408215 w 1959429"/>
                <a:gd name="connsiteY10" fmla="*/ 204108 h 563336"/>
                <a:gd name="connsiteX11" fmla="*/ 432707 w 1959429"/>
                <a:gd name="connsiteY11" fmla="*/ 195943 h 563336"/>
                <a:gd name="connsiteX12" fmla="*/ 465365 w 1959429"/>
                <a:gd name="connsiteY12" fmla="*/ 179615 h 563336"/>
                <a:gd name="connsiteX13" fmla="*/ 506186 w 1959429"/>
                <a:gd name="connsiteY13" fmla="*/ 155122 h 563336"/>
                <a:gd name="connsiteX14" fmla="*/ 555172 w 1959429"/>
                <a:gd name="connsiteY14" fmla="*/ 122465 h 563336"/>
                <a:gd name="connsiteX15" fmla="*/ 604157 w 1959429"/>
                <a:gd name="connsiteY15" fmla="*/ 106136 h 563336"/>
                <a:gd name="connsiteX16" fmla="*/ 628650 w 1959429"/>
                <a:gd name="connsiteY16" fmla="*/ 97972 h 563336"/>
                <a:gd name="connsiteX17" fmla="*/ 661307 w 1959429"/>
                <a:gd name="connsiteY17" fmla="*/ 89808 h 563336"/>
                <a:gd name="connsiteX18" fmla="*/ 775607 w 1959429"/>
                <a:gd name="connsiteY18" fmla="*/ 57150 h 563336"/>
                <a:gd name="connsiteX19" fmla="*/ 832757 w 1959429"/>
                <a:gd name="connsiteY19" fmla="*/ 40822 h 563336"/>
                <a:gd name="connsiteX20" fmla="*/ 857250 w 1959429"/>
                <a:gd name="connsiteY20" fmla="*/ 32658 h 563336"/>
                <a:gd name="connsiteX21" fmla="*/ 889907 w 1959429"/>
                <a:gd name="connsiteY21" fmla="*/ 24493 h 563336"/>
                <a:gd name="connsiteX22" fmla="*/ 971550 w 1959429"/>
                <a:gd name="connsiteY22" fmla="*/ 0 h 563336"/>
                <a:gd name="connsiteX23" fmla="*/ 1412422 w 1959429"/>
                <a:gd name="connsiteY23" fmla="*/ 16329 h 563336"/>
                <a:gd name="connsiteX24" fmla="*/ 1445079 w 1959429"/>
                <a:gd name="connsiteY24" fmla="*/ 24493 h 563336"/>
                <a:gd name="connsiteX25" fmla="*/ 1485900 w 1959429"/>
                <a:gd name="connsiteY25" fmla="*/ 32658 h 563336"/>
                <a:gd name="connsiteX26" fmla="*/ 1510393 w 1959429"/>
                <a:gd name="connsiteY26" fmla="*/ 40822 h 563336"/>
                <a:gd name="connsiteX27" fmla="*/ 1543050 w 1959429"/>
                <a:gd name="connsiteY27" fmla="*/ 48986 h 563336"/>
                <a:gd name="connsiteX28" fmla="*/ 1616529 w 1959429"/>
                <a:gd name="connsiteY28" fmla="*/ 73479 h 563336"/>
                <a:gd name="connsiteX29" fmla="*/ 1665515 w 1959429"/>
                <a:gd name="connsiteY29" fmla="*/ 89808 h 563336"/>
                <a:gd name="connsiteX30" fmla="*/ 1690007 w 1959429"/>
                <a:gd name="connsiteY30" fmla="*/ 97972 h 563336"/>
                <a:gd name="connsiteX31" fmla="*/ 1730829 w 1959429"/>
                <a:gd name="connsiteY31" fmla="*/ 106136 h 563336"/>
                <a:gd name="connsiteX32" fmla="*/ 1820636 w 1959429"/>
                <a:gd name="connsiteY32" fmla="*/ 130629 h 563336"/>
                <a:gd name="connsiteX33" fmla="*/ 1910443 w 1959429"/>
                <a:gd name="connsiteY33" fmla="*/ 146958 h 563336"/>
                <a:gd name="connsiteX34" fmla="*/ 1959429 w 1959429"/>
                <a:gd name="connsiteY34" fmla="*/ 138793 h 563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959429" h="563336">
                  <a:moveTo>
                    <a:pt x="0" y="563336"/>
                  </a:moveTo>
                  <a:cubicBezTo>
                    <a:pt x="27603" y="494331"/>
                    <a:pt x="524" y="534500"/>
                    <a:pt x="89807" y="489858"/>
                  </a:cubicBezTo>
                  <a:cubicBezTo>
                    <a:pt x="118677" y="475423"/>
                    <a:pt x="113515" y="470703"/>
                    <a:pt x="138793" y="449036"/>
                  </a:cubicBezTo>
                  <a:cubicBezTo>
                    <a:pt x="149124" y="440181"/>
                    <a:pt x="160377" y="432452"/>
                    <a:pt x="171450" y="424543"/>
                  </a:cubicBezTo>
                  <a:cubicBezTo>
                    <a:pt x="179435" y="418840"/>
                    <a:pt x="188609" y="414734"/>
                    <a:pt x="195943" y="408215"/>
                  </a:cubicBezTo>
                  <a:cubicBezTo>
                    <a:pt x="213202" y="392873"/>
                    <a:pt x="228600" y="375558"/>
                    <a:pt x="244929" y="359229"/>
                  </a:cubicBezTo>
                  <a:cubicBezTo>
                    <a:pt x="253093" y="351065"/>
                    <a:pt x="263018" y="344343"/>
                    <a:pt x="269422" y="334736"/>
                  </a:cubicBezTo>
                  <a:cubicBezTo>
                    <a:pt x="309953" y="273937"/>
                    <a:pt x="257868" y="348598"/>
                    <a:pt x="310243" y="285750"/>
                  </a:cubicBezTo>
                  <a:cubicBezTo>
                    <a:pt x="316525" y="278212"/>
                    <a:pt x="319188" y="267719"/>
                    <a:pt x="326572" y="261258"/>
                  </a:cubicBezTo>
                  <a:cubicBezTo>
                    <a:pt x="341341" y="248335"/>
                    <a:pt x="359857" y="240374"/>
                    <a:pt x="375557" y="228600"/>
                  </a:cubicBezTo>
                  <a:cubicBezTo>
                    <a:pt x="386443" y="220436"/>
                    <a:pt x="396401" y="210859"/>
                    <a:pt x="408215" y="204108"/>
                  </a:cubicBezTo>
                  <a:cubicBezTo>
                    <a:pt x="415687" y="199838"/>
                    <a:pt x="424797" y="199333"/>
                    <a:pt x="432707" y="195943"/>
                  </a:cubicBezTo>
                  <a:cubicBezTo>
                    <a:pt x="443894" y="191149"/>
                    <a:pt x="454726" y="185526"/>
                    <a:pt x="465365" y="179615"/>
                  </a:cubicBezTo>
                  <a:cubicBezTo>
                    <a:pt x="479237" y="171909"/>
                    <a:pt x="492798" y="163641"/>
                    <a:pt x="506186" y="155122"/>
                  </a:cubicBezTo>
                  <a:cubicBezTo>
                    <a:pt x="522742" y="144586"/>
                    <a:pt x="536555" y="128671"/>
                    <a:pt x="555172" y="122465"/>
                  </a:cubicBezTo>
                  <a:lnTo>
                    <a:pt x="604157" y="106136"/>
                  </a:lnTo>
                  <a:cubicBezTo>
                    <a:pt x="612321" y="103415"/>
                    <a:pt x="620301" y="100059"/>
                    <a:pt x="628650" y="97972"/>
                  </a:cubicBezTo>
                  <a:lnTo>
                    <a:pt x="661307" y="89808"/>
                  </a:lnTo>
                  <a:cubicBezTo>
                    <a:pt x="751610" y="44656"/>
                    <a:pt x="607187" y="113288"/>
                    <a:pt x="775607" y="57150"/>
                  </a:cubicBezTo>
                  <a:cubicBezTo>
                    <a:pt x="834333" y="37575"/>
                    <a:pt x="760996" y="61324"/>
                    <a:pt x="832757" y="40822"/>
                  </a:cubicBezTo>
                  <a:cubicBezTo>
                    <a:pt x="841032" y="38458"/>
                    <a:pt x="848975" y="35022"/>
                    <a:pt x="857250" y="32658"/>
                  </a:cubicBezTo>
                  <a:cubicBezTo>
                    <a:pt x="868039" y="29575"/>
                    <a:pt x="879159" y="27717"/>
                    <a:pt x="889907" y="24493"/>
                  </a:cubicBezTo>
                  <a:cubicBezTo>
                    <a:pt x="989292" y="-5322"/>
                    <a:pt x="896279" y="18819"/>
                    <a:pt x="971550" y="0"/>
                  </a:cubicBezTo>
                  <a:cubicBezTo>
                    <a:pt x="1058010" y="1880"/>
                    <a:pt x="1277360" y="-6180"/>
                    <a:pt x="1412422" y="16329"/>
                  </a:cubicBezTo>
                  <a:cubicBezTo>
                    <a:pt x="1423490" y="18174"/>
                    <a:pt x="1434126" y="22059"/>
                    <a:pt x="1445079" y="24493"/>
                  </a:cubicBezTo>
                  <a:cubicBezTo>
                    <a:pt x="1458625" y="27503"/>
                    <a:pt x="1472438" y="29292"/>
                    <a:pt x="1485900" y="32658"/>
                  </a:cubicBezTo>
                  <a:cubicBezTo>
                    <a:pt x="1494249" y="34745"/>
                    <a:pt x="1502118" y="38458"/>
                    <a:pt x="1510393" y="40822"/>
                  </a:cubicBezTo>
                  <a:cubicBezTo>
                    <a:pt x="1521182" y="43904"/>
                    <a:pt x="1532303" y="45762"/>
                    <a:pt x="1543050" y="48986"/>
                  </a:cubicBezTo>
                  <a:cubicBezTo>
                    <a:pt x="1567779" y="56405"/>
                    <a:pt x="1592036" y="65315"/>
                    <a:pt x="1616529" y="73479"/>
                  </a:cubicBezTo>
                  <a:lnTo>
                    <a:pt x="1665515" y="89808"/>
                  </a:lnTo>
                  <a:cubicBezTo>
                    <a:pt x="1673679" y="92529"/>
                    <a:pt x="1681568" y="96284"/>
                    <a:pt x="1690007" y="97972"/>
                  </a:cubicBezTo>
                  <a:cubicBezTo>
                    <a:pt x="1703614" y="100693"/>
                    <a:pt x="1717367" y="102771"/>
                    <a:pt x="1730829" y="106136"/>
                  </a:cubicBezTo>
                  <a:cubicBezTo>
                    <a:pt x="1794141" y="121963"/>
                    <a:pt x="1701263" y="110734"/>
                    <a:pt x="1820636" y="130629"/>
                  </a:cubicBezTo>
                  <a:cubicBezTo>
                    <a:pt x="1883310" y="141074"/>
                    <a:pt x="1853390" y="135546"/>
                    <a:pt x="1910443" y="146958"/>
                  </a:cubicBezTo>
                  <a:lnTo>
                    <a:pt x="1959429" y="138793"/>
                  </a:ln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grpSp>
        <p:nvGrpSpPr>
          <p:cNvPr id="21" name="Group 20">
            <a:extLst>
              <a:ext uri="{FF2B5EF4-FFF2-40B4-BE49-F238E27FC236}">
                <a16:creationId xmlns:a16="http://schemas.microsoft.com/office/drawing/2014/main" id="{CCAE48EC-6EDD-41B5-A0B6-F8FCCCCBE76A}"/>
              </a:ext>
            </a:extLst>
          </p:cNvPr>
          <p:cNvGrpSpPr>
            <a:grpSpLocks/>
          </p:cNvGrpSpPr>
          <p:nvPr>
            <p:custDataLst>
              <p:tags r:id="rId11"/>
            </p:custDataLst>
          </p:nvPr>
        </p:nvGrpSpPr>
        <p:grpSpPr bwMode="auto">
          <a:xfrm>
            <a:off x="4514850" y="4138613"/>
            <a:ext cx="1733550" cy="1333500"/>
            <a:chOff x="4514850" y="4139203"/>
            <a:chExt cx="1733550" cy="1333169"/>
          </a:xfrm>
        </p:grpSpPr>
        <p:sp>
          <p:nvSpPr>
            <p:cNvPr id="23" name="Freeform 22">
              <a:extLst>
                <a:ext uri="{FF2B5EF4-FFF2-40B4-BE49-F238E27FC236}">
                  <a16:creationId xmlns:a16="http://schemas.microsoft.com/office/drawing/2014/main" id="{FB0E1C5D-858C-4EFC-B3D7-060C2ABD3BC1}"/>
                </a:ext>
              </a:extLst>
            </p:cNvPr>
            <p:cNvSpPr/>
            <p:nvPr>
              <p:custDataLst>
                <p:tags r:id="rId16"/>
              </p:custDataLst>
            </p:nvPr>
          </p:nvSpPr>
          <p:spPr>
            <a:xfrm>
              <a:off x="4541838" y="4139203"/>
              <a:ext cx="1706562" cy="433279"/>
            </a:xfrm>
            <a:custGeom>
              <a:avLst/>
              <a:gdLst>
                <a:gd name="connsiteX0" fmla="*/ 0 w 1706335"/>
                <a:gd name="connsiteY0" fmla="*/ 0 h 432797"/>
                <a:gd name="connsiteX1" fmla="*/ 538842 w 1706335"/>
                <a:gd name="connsiteY1" fmla="*/ 8165 h 432797"/>
                <a:gd name="connsiteX2" fmla="*/ 628650 w 1706335"/>
                <a:gd name="connsiteY2" fmla="*/ 32658 h 432797"/>
                <a:gd name="connsiteX3" fmla="*/ 693964 w 1706335"/>
                <a:gd name="connsiteY3" fmla="*/ 48986 h 432797"/>
                <a:gd name="connsiteX4" fmla="*/ 726621 w 1706335"/>
                <a:gd name="connsiteY4" fmla="*/ 65315 h 432797"/>
                <a:gd name="connsiteX5" fmla="*/ 751114 w 1706335"/>
                <a:gd name="connsiteY5" fmla="*/ 73479 h 432797"/>
                <a:gd name="connsiteX6" fmla="*/ 775607 w 1706335"/>
                <a:gd name="connsiteY6" fmla="*/ 97972 h 432797"/>
                <a:gd name="connsiteX7" fmla="*/ 824592 w 1706335"/>
                <a:gd name="connsiteY7" fmla="*/ 130629 h 432797"/>
                <a:gd name="connsiteX8" fmla="*/ 849085 w 1706335"/>
                <a:gd name="connsiteY8" fmla="*/ 146958 h 432797"/>
                <a:gd name="connsiteX9" fmla="*/ 873578 w 1706335"/>
                <a:gd name="connsiteY9" fmla="*/ 163286 h 432797"/>
                <a:gd name="connsiteX10" fmla="*/ 889907 w 1706335"/>
                <a:gd name="connsiteY10" fmla="*/ 187779 h 432797"/>
                <a:gd name="connsiteX11" fmla="*/ 938892 w 1706335"/>
                <a:gd name="connsiteY11" fmla="*/ 212272 h 432797"/>
                <a:gd name="connsiteX12" fmla="*/ 987878 w 1706335"/>
                <a:gd name="connsiteY12" fmla="*/ 244929 h 432797"/>
                <a:gd name="connsiteX13" fmla="*/ 1069521 w 1706335"/>
                <a:gd name="connsiteY13" fmla="*/ 302079 h 432797"/>
                <a:gd name="connsiteX14" fmla="*/ 1191985 w 1706335"/>
                <a:gd name="connsiteY14" fmla="*/ 342900 h 432797"/>
                <a:gd name="connsiteX15" fmla="*/ 1240971 w 1706335"/>
                <a:gd name="connsiteY15" fmla="*/ 359229 h 432797"/>
                <a:gd name="connsiteX16" fmla="*/ 1281792 w 1706335"/>
                <a:gd name="connsiteY16" fmla="*/ 367393 h 432797"/>
                <a:gd name="connsiteX17" fmla="*/ 1314450 w 1706335"/>
                <a:gd name="connsiteY17" fmla="*/ 375558 h 432797"/>
                <a:gd name="connsiteX18" fmla="*/ 1494064 w 1706335"/>
                <a:gd name="connsiteY18" fmla="*/ 400050 h 432797"/>
                <a:gd name="connsiteX19" fmla="*/ 1543050 w 1706335"/>
                <a:gd name="connsiteY19" fmla="*/ 408215 h 432797"/>
                <a:gd name="connsiteX20" fmla="*/ 1567542 w 1706335"/>
                <a:gd name="connsiteY20" fmla="*/ 416379 h 432797"/>
                <a:gd name="connsiteX21" fmla="*/ 1616528 w 1706335"/>
                <a:gd name="connsiteY21" fmla="*/ 424543 h 432797"/>
                <a:gd name="connsiteX22" fmla="*/ 1706335 w 1706335"/>
                <a:gd name="connsiteY22" fmla="*/ 432708 h 432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06335" h="432797">
                  <a:moveTo>
                    <a:pt x="0" y="0"/>
                  </a:moveTo>
                  <a:lnTo>
                    <a:pt x="538842" y="8165"/>
                  </a:lnTo>
                  <a:cubicBezTo>
                    <a:pt x="570676" y="9062"/>
                    <a:pt x="598582" y="25141"/>
                    <a:pt x="628650" y="32658"/>
                  </a:cubicBezTo>
                  <a:lnTo>
                    <a:pt x="693964" y="48986"/>
                  </a:lnTo>
                  <a:cubicBezTo>
                    <a:pt x="704850" y="54429"/>
                    <a:pt x="715434" y="60521"/>
                    <a:pt x="726621" y="65315"/>
                  </a:cubicBezTo>
                  <a:cubicBezTo>
                    <a:pt x="734531" y="68705"/>
                    <a:pt x="743953" y="68705"/>
                    <a:pt x="751114" y="73479"/>
                  </a:cubicBezTo>
                  <a:cubicBezTo>
                    <a:pt x="760721" y="79884"/>
                    <a:pt x="766493" y="90883"/>
                    <a:pt x="775607" y="97972"/>
                  </a:cubicBezTo>
                  <a:cubicBezTo>
                    <a:pt x="791097" y="110020"/>
                    <a:pt x="808264" y="119743"/>
                    <a:pt x="824592" y="130629"/>
                  </a:cubicBezTo>
                  <a:lnTo>
                    <a:pt x="849085" y="146958"/>
                  </a:lnTo>
                  <a:lnTo>
                    <a:pt x="873578" y="163286"/>
                  </a:lnTo>
                  <a:cubicBezTo>
                    <a:pt x="879021" y="171450"/>
                    <a:pt x="882969" y="180841"/>
                    <a:pt x="889907" y="187779"/>
                  </a:cubicBezTo>
                  <a:cubicBezTo>
                    <a:pt x="905734" y="203606"/>
                    <a:pt x="918971" y="205632"/>
                    <a:pt x="938892" y="212272"/>
                  </a:cubicBezTo>
                  <a:cubicBezTo>
                    <a:pt x="995892" y="269272"/>
                    <a:pt x="932738" y="213421"/>
                    <a:pt x="987878" y="244929"/>
                  </a:cubicBezTo>
                  <a:cubicBezTo>
                    <a:pt x="1013963" y="259835"/>
                    <a:pt x="1041333" y="292683"/>
                    <a:pt x="1069521" y="302079"/>
                  </a:cubicBezTo>
                  <a:lnTo>
                    <a:pt x="1191985" y="342900"/>
                  </a:lnTo>
                  <a:lnTo>
                    <a:pt x="1240971" y="359229"/>
                  </a:lnTo>
                  <a:cubicBezTo>
                    <a:pt x="1254578" y="361950"/>
                    <a:pt x="1268246" y="364383"/>
                    <a:pt x="1281792" y="367393"/>
                  </a:cubicBezTo>
                  <a:cubicBezTo>
                    <a:pt x="1292746" y="369827"/>
                    <a:pt x="1303382" y="373713"/>
                    <a:pt x="1314450" y="375558"/>
                  </a:cubicBezTo>
                  <a:cubicBezTo>
                    <a:pt x="1450648" y="398258"/>
                    <a:pt x="1390459" y="385249"/>
                    <a:pt x="1494064" y="400050"/>
                  </a:cubicBezTo>
                  <a:cubicBezTo>
                    <a:pt x="1510452" y="402391"/>
                    <a:pt x="1526890" y="404624"/>
                    <a:pt x="1543050" y="408215"/>
                  </a:cubicBezTo>
                  <a:cubicBezTo>
                    <a:pt x="1551451" y="410082"/>
                    <a:pt x="1559141" y="414512"/>
                    <a:pt x="1567542" y="416379"/>
                  </a:cubicBezTo>
                  <a:cubicBezTo>
                    <a:pt x="1583702" y="419970"/>
                    <a:pt x="1600167" y="422026"/>
                    <a:pt x="1616528" y="424543"/>
                  </a:cubicBezTo>
                  <a:cubicBezTo>
                    <a:pt x="1679606" y="434248"/>
                    <a:pt x="1657177" y="432708"/>
                    <a:pt x="1706335" y="432708"/>
                  </a:cubicBezTo>
                </a:path>
              </a:pathLst>
            </a:custGeom>
            <a:noFill/>
            <a:ln w="57150">
              <a:solidFill>
                <a:schemeClr val="tx2"/>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4" name="Freeform 13">
              <a:extLst>
                <a:ext uri="{FF2B5EF4-FFF2-40B4-BE49-F238E27FC236}">
                  <a16:creationId xmlns:a16="http://schemas.microsoft.com/office/drawing/2014/main" id="{6A397B28-C680-4592-93B8-96F3AFA749F3}"/>
                </a:ext>
              </a:extLst>
            </p:cNvPr>
            <p:cNvSpPr/>
            <p:nvPr>
              <p:custDataLst>
                <p:tags r:id="rId17"/>
              </p:custDataLst>
            </p:nvPr>
          </p:nvSpPr>
          <p:spPr>
            <a:xfrm>
              <a:off x="4514850" y="4572482"/>
              <a:ext cx="1722438" cy="899890"/>
            </a:xfrm>
            <a:custGeom>
              <a:avLst/>
              <a:gdLst>
                <a:gd name="connsiteX0" fmla="*/ 0 w 1722664"/>
                <a:gd name="connsiteY0" fmla="*/ 882618 h 900372"/>
                <a:gd name="connsiteX1" fmla="*/ 81643 w 1722664"/>
                <a:gd name="connsiteY1" fmla="*/ 890782 h 900372"/>
                <a:gd name="connsiteX2" fmla="*/ 89807 w 1722664"/>
                <a:gd name="connsiteY2" fmla="*/ 866290 h 900372"/>
                <a:gd name="connsiteX3" fmla="*/ 122464 w 1722664"/>
                <a:gd name="connsiteY3" fmla="*/ 800975 h 900372"/>
                <a:gd name="connsiteX4" fmla="*/ 171450 w 1722664"/>
                <a:gd name="connsiteY4" fmla="*/ 719332 h 900372"/>
                <a:gd name="connsiteX5" fmla="*/ 204107 w 1722664"/>
                <a:gd name="connsiteY5" fmla="*/ 645854 h 900372"/>
                <a:gd name="connsiteX6" fmla="*/ 228600 w 1722664"/>
                <a:gd name="connsiteY6" fmla="*/ 588704 h 900372"/>
                <a:gd name="connsiteX7" fmla="*/ 253093 w 1722664"/>
                <a:gd name="connsiteY7" fmla="*/ 531554 h 900372"/>
                <a:gd name="connsiteX8" fmla="*/ 261257 w 1722664"/>
                <a:gd name="connsiteY8" fmla="*/ 507061 h 900372"/>
                <a:gd name="connsiteX9" fmla="*/ 277586 w 1722664"/>
                <a:gd name="connsiteY9" fmla="*/ 482568 h 900372"/>
                <a:gd name="connsiteX10" fmla="*/ 285750 w 1722664"/>
                <a:gd name="connsiteY10" fmla="*/ 449911 h 900372"/>
                <a:gd name="connsiteX11" fmla="*/ 367393 w 1722664"/>
                <a:gd name="connsiteY11" fmla="*/ 368268 h 900372"/>
                <a:gd name="connsiteX12" fmla="*/ 432707 w 1722664"/>
                <a:gd name="connsiteY12" fmla="*/ 351940 h 900372"/>
                <a:gd name="connsiteX13" fmla="*/ 489857 w 1722664"/>
                <a:gd name="connsiteY13" fmla="*/ 335611 h 900372"/>
                <a:gd name="connsiteX14" fmla="*/ 514350 w 1722664"/>
                <a:gd name="connsiteY14" fmla="*/ 319282 h 900372"/>
                <a:gd name="connsiteX15" fmla="*/ 587829 w 1722664"/>
                <a:gd name="connsiteY15" fmla="*/ 302954 h 900372"/>
                <a:gd name="connsiteX16" fmla="*/ 636814 w 1722664"/>
                <a:gd name="connsiteY16" fmla="*/ 286625 h 900372"/>
                <a:gd name="connsiteX17" fmla="*/ 669471 w 1722664"/>
                <a:gd name="connsiteY17" fmla="*/ 278461 h 900372"/>
                <a:gd name="connsiteX18" fmla="*/ 726621 w 1722664"/>
                <a:gd name="connsiteY18" fmla="*/ 245804 h 900372"/>
                <a:gd name="connsiteX19" fmla="*/ 751114 w 1722664"/>
                <a:gd name="connsiteY19" fmla="*/ 237640 h 900372"/>
                <a:gd name="connsiteX20" fmla="*/ 849086 w 1722664"/>
                <a:gd name="connsiteY20" fmla="*/ 172325 h 900372"/>
                <a:gd name="connsiteX21" fmla="*/ 873579 w 1722664"/>
                <a:gd name="connsiteY21" fmla="*/ 155997 h 900372"/>
                <a:gd name="connsiteX22" fmla="*/ 898071 w 1722664"/>
                <a:gd name="connsiteY22" fmla="*/ 147832 h 900372"/>
                <a:gd name="connsiteX23" fmla="*/ 947057 w 1722664"/>
                <a:gd name="connsiteY23" fmla="*/ 123340 h 900372"/>
                <a:gd name="connsiteX24" fmla="*/ 996043 w 1722664"/>
                <a:gd name="connsiteY24" fmla="*/ 90682 h 900372"/>
                <a:gd name="connsiteX25" fmla="*/ 1077686 w 1722664"/>
                <a:gd name="connsiteY25" fmla="*/ 66190 h 900372"/>
                <a:gd name="connsiteX26" fmla="*/ 1126671 w 1722664"/>
                <a:gd name="connsiteY26" fmla="*/ 49861 h 900372"/>
                <a:gd name="connsiteX27" fmla="*/ 1257300 w 1722664"/>
                <a:gd name="connsiteY27" fmla="*/ 33532 h 900372"/>
                <a:gd name="connsiteX28" fmla="*/ 1289957 w 1722664"/>
                <a:gd name="connsiteY28" fmla="*/ 25368 h 900372"/>
                <a:gd name="connsiteX29" fmla="*/ 1485900 w 1722664"/>
                <a:gd name="connsiteY29" fmla="*/ 9040 h 900372"/>
                <a:gd name="connsiteX30" fmla="*/ 1551214 w 1722664"/>
                <a:gd name="connsiteY30" fmla="*/ 875 h 900372"/>
                <a:gd name="connsiteX31" fmla="*/ 1722664 w 1722664"/>
                <a:gd name="connsiteY31" fmla="*/ 875 h 900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722664" h="900372">
                  <a:moveTo>
                    <a:pt x="0" y="882618"/>
                  </a:moveTo>
                  <a:cubicBezTo>
                    <a:pt x="28205" y="893901"/>
                    <a:pt x="50596" y="911480"/>
                    <a:pt x="81643" y="890782"/>
                  </a:cubicBezTo>
                  <a:cubicBezTo>
                    <a:pt x="88803" y="886008"/>
                    <a:pt x="86246" y="874124"/>
                    <a:pt x="89807" y="866290"/>
                  </a:cubicBezTo>
                  <a:cubicBezTo>
                    <a:pt x="99879" y="844130"/>
                    <a:pt x="108962" y="821228"/>
                    <a:pt x="122464" y="800975"/>
                  </a:cubicBezTo>
                  <a:cubicBezTo>
                    <a:pt x="141634" y="772220"/>
                    <a:pt x="158896" y="750715"/>
                    <a:pt x="171450" y="719332"/>
                  </a:cubicBezTo>
                  <a:cubicBezTo>
                    <a:pt x="200598" y="646464"/>
                    <a:pt x="172693" y="692977"/>
                    <a:pt x="204107" y="645854"/>
                  </a:cubicBezTo>
                  <a:cubicBezTo>
                    <a:pt x="227545" y="552099"/>
                    <a:pt x="194771" y="667638"/>
                    <a:pt x="228600" y="588704"/>
                  </a:cubicBezTo>
                  <a:cubicBezTo>
                    <a:pt x="260233" y="514895"/>
                    <a:pt x="212098" y="593046"/>
                    <a:pt x="253093" y="531554"/>
                  </a:cubicBezTo>
                  <a:cubicBezTo>
                    <a:pt x="255814" y="523390"/>
                    <a:pt x="257408" y="514758"/>
                    <a:pt x="261257" y="507061"/>
                  </a:cubicBezTo>
                  <a:cubicBezTo>
                    <a:pt x="265645" y="498285"/>
                    <a:pt x="273721" y="491587"/>
                    <a:pt x="277586" y="482568"/>
                  </a:cubicBezTo>
                  <a:cubicBezTo>
                    <a:pt x="282006" y="472255"/>
                    <a:pt x="280732" y="459947"/>
                    <a:pt x="285750" y="449911"/>
                  </a:cubicBezTo>
                  <a:cubicBezTo>
                    <a:pt x="300264" y="420882"/>
                    <a:pt x="331107" y="375525"/>
                    <a:pt x="367393" y="368268"/>
                  </a:cubicBezTo>
                  <a:cubicBezTo>
                    <a:pt x="450366" y="351674"/>
                    <a:pt x="374141" y="368674"/>
                    <a:pt x="432707" y="351940"/>
                  </a:cubicBezTo>
                  <a:cubicBezTo>
                    <a:pt x="504468" y="331436"/>
                    <a:pt x="431131" y="355185"/>
                    <a:pt x="489857" y="335611"/>
                  </a:cubicBezTo>
                  <a:cubicBezTo>
                    <a:pt x="498021" y="330168"/>
                    <a:pt x="505331" y="323147"/>
                    <a:pt x="514350" y="319282"/>
                  </a:cubicBezTo>
                  <a:cubicBezTo>
                    <a:pt x="527180" y="313783"/>
                    <a:pt x="577174" y="305860"/>
                    <a:pt x="587829" y="302954"/>
                  </a:cubicBezTo>
                  <a:cubicBezTo>
                    <a:pt x="604434" y="298425"/>
                    <a:pt x="620116" y="290799"/>
                    <a:pt x="636814" y="286625"/>
                  </a:cubicBezTo>
                  <a:lnTo>
                    <a:pt x="669471" y="278461"/>
                  </a:lnTo>
                  <a:cubicBezTo>
                    <a:pt x="694070" y="262061"/>
                    <a:pt x="697616" y="258234"/>
                    <a:pt x="726621" y="245804"/>
                  </a:cubicBezTo>
                  <a:cubicBezTo>
                    <a:pt x="734531" y="242414"/>
                    <a:pt x="742950" y="240361"/>
                    <a:pt x="751114" y="237640"/>
                  </a:cubicBezTo>
                  <a:lnTo>
                    <a:pt x="849086" y="172325"/>
                  </a:lnTo>
                  <a:cubicBezTo>
                    <a:pt x="857250" y="166882"/>
                    <a:pt x="864270" y="159100"/>
                    <a:pt x="873579" y="155997"/>
                  </a:cubicBezTo>
                  <a:cubicBezTo>
                    <a:pt x="881743" y="153275"/>
                    <a:pt x="890374" y="151681"/>
                    <a:pt x="898071" y="147832"/>
                  </a:cubicBezTo>
                  <a:cubicBezTo>
                    <a:pt x="961367" y="116184"/>
                    <a:pt x="885503" y="143857"/>
                    <a:pt x="947057" y="123340"/>
                  </a:cubicBezTo>
                  <a:cubicBezTo>
                    <a:pt x="963386" y="112454"/>
                    <a:pt x="977425" y="96888"/>
                    <a:pt x="996043" y="90682"/>
                  </a:cubicBezTo>
                  <a:cubicBezTo>
                    <a:pt x="1169327" y="32923"/>
                    <a:pt x="954239" y="103225"/>
                    <a:pt x="1077686" y="66190"/>
                  </a:cubicBezTo>
                  <a:cubicBezTo>
                    <a:pt x="1094172" y="61244"/>
                    <a:pt x="1109565" y="51762"/>
                    <a:pt x="1126671" y="49861"/>
                  </a:cubicBezTo>
                  <a:cubicBezTo>
                    <a:pt x="1161751" y="45963"/>
                    <a:pt x="1220673" y="40192"/>
                    <a:pt x="1257300" y="33532"/>
                  </a:cubicBezTo>
                  <a:cubicBezTo>
                    <a:pt x="1268340" y="31525"/>
                    <a:pt x="1278835" y="26851"/>
                    <a:pt x="1289957" y="25368"/>
                  </a:cubicBezTo>
                  <a:cubicBezTo>
                    <a:pt x="1331175" y="19872"/>
                    <a:pt x="1448864" y="12567"/>
                    <a:pt x="1485900" y="9040"/>
                  </a:cubicBezTo>
                  <a:cubicBezTo>
                    <a:pt x="1507742" y="6960"/>
                    <a:pt x="1529286" y="1631"/>
                    <a:pt x="1551214" y="875"/>
                  </a:cubicBezTo>
                  <a:cubicBezTo>
                    <a:pt x="1608330" y="-1095"/>
                    <a:pt x="1665514" y="875"/>
                    <a:pt x="1722664" y="875"/>
                  </a:cubicBezTo>
                </a:path>
              </a:pathLst>
            </a:custGeom>
            <a:noFill/>
            <a:ln w="57150">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25" name="Freeform 24">
            <a:extLst>
              <a:ext uri="{FF2B5EF4-FFF2-40B4-BE49-F238E27FC236}">
                <a16:creationId xmlns:a16="http://schemas.microsoft.com/office/drawing/2014/main" id="{DC7B9AAF-8DCB-41CD-941F-C8968AE1767C}"/>
              </a:ext>
            </a:extLst>
          </p:cNvPr>
          <p:cNvSpPr/>
          <p:nvPr>
            <p:custDataLst>
              <p:tags r:id="rId12"/>
            </p:custDataLst>
          </p:nvPr>
        </p:nvSpPr>
        <p:spPr>
          <a:xfrm>
            <a:off x="6473825" y="4727575"/>
            <a:ext cx="1665288" cy="857250"/>
          </a:xfrm>
          <a:custGeom>
            <a:avLst/>
            <a:gdLst>
              <a:gd name="connsiteX0" fmla="*/ 0 w 1665514"/>
              <a:gd name="connsiteY0" fmla="*/ 0 h 857250"/>
              <a:gd name="connsiteX1" fmla="*/ 24492 w 1665514"/>
              <a:gd name="connsiteY1" fmla="*/ 40822 h 857250"/>
              <a:gd name="connsiteX2" fmla="*/ 57150 w 1665514"/>
              <a:gd name="connsiteY2" fmla="*/ 89808 h 857250"/>
              <a:gd name="connsiteX3" fmla="*/ 73478 w 1665514"/>
              <a:gd name="connsiteY3" fmla="*/ 138793 h 857250"/>
              <a:gd name="connsiteX4" fmla="*/ 89807 w 1665514"/>
              <a:gd name="connsiteY4" fmla="*/ 277586 h 857250"/>
              <a:gd name="connsiteX5" fmla="*/ 97971 w 1665514"/>
              <a:gd name="connsiteY5" fmla="*/ 318408 h 857250"/>
              <a:gd name="connsiteX6" fmla="*/ 106135 w 1665514"/>
              <a:gd name="connsiteY6" fmla="*/ 383722 h 857250"/>
              <a:gd name="connsiteX7" fmla="*/ 122464 w 1665514"/>
              <a:gd name="connsiteY7" fmla="*/ 449036 h 857250"/>
              <a:gd name="connsiteX8" fmla="*/ 146957 w 1665514"/>
              <a:gd name="connsiteY8" fmla="*/ 538843 h 857250"/>
              <a:gd name="connsiteX9" fmla="*/ 171450 w 1665514"/>
              <a:gd name="connsiteY9" fmla="*/ 587829 h 857250"/>
              <a:gd name="connsiteX10" fmla="*/ 204107 w 1665514"/>
              <a:gd name="connsiteY10" fmla="*/ 636815 h 857250"/>
              <a:gd name="connsiteX11" fmla="*/ 220435 w 1665514"/>
              <a:gd name="connsiteY11" fmla="*/ 661308 h 857250"/>
              <a:gd name="connsiteX12" fmla="*/ 269421 w 1665514"/>
              <a:gd name="connsiteY12" fmla="*/ 693965 h 857250"/>
              <a:gd name="connsiteX13" fmla="*/ 293914 w 1665514"/>
              <a:gd name="connsiteY13" fmla="*/ 718458 h 857250"/>
              <a:gd name="connsiteX14" fmla="*/ 351064 w 1665514"/>
              <a:gd name="connsiteY14" fmla="*/ 742950 h 857250"/>
              <a:gd name="connsiteX15" fmla="*/ 408214 w 1665514"/>
              <a:gd name="connsiteY15" fmla="*/ 767443 h 857250"/>
              <a:gd name="connsiteX16" fmla="*/ 457200 w 1665514"/>
              <a:gd name="connsiteY16" fmla="*/ 783772 h 857250"/>
              <a:gd name="connsiteX17" fmla="*/ 489857 w 1665514"/>
              <a:gd name="connsiteY17" fmla="*/ 791936 h 857250"/>
              <a:gd name="connsiteX18" fmla="*/ 514350 w 1665514"/>
              <a:gd name="connsiteY18" fmla="*/ 800100 h 857250"/>
              <a:gd name="connsiteX19" fmla="*/ 628650 w 1665514"/>
              <a:gd name="connsiteY19" fmla="*/ 816429 h 857250"/>
              <a:gd name="connsiteX20" fmla="*/ 840921 w 1665514"/>
              <a:gd name="connsiteY20" fmla="*/ 840922 h 857250"/>
              <a:gd name="connsiteX21" fmla="*/ 1608364 w 1665514"/>
              <a:gd name="connsiteY21" fmla="*/ 849086 h 857250"/>
              <a:gd name="connsiteX22" fmla="*/ 1641021 w 1665514"/>
              <a:gd name="connsiteY22" fmla="*/ 857250 h 857250"/>
              <a:gd name="connsiteX23" fmla="*/ 1665514 w 1665514"/>
              <a:gd name="connsiteY23" fmla="*/ 849086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65514" h="857250">
                <a:moveTo>
                  <a:pt x="0" y="0"/>
                </a:moveTo>
                <a:cubicBezTo>
                  <a:pt x="8164" y="13607"/>
                  <a:pt x="15973" y="27434"/>
                  <a:pt x="24492" y="40822"/>
                </a:cubicBezTo>
                <a:cubicBezTo>
                  <a:pt x="35028" y="57379"/>
                  <a:pt x="57150" y="89808"/>
                  <a:pt x="57150" y="89808"/>
                </a:cubicBezTo>
                <a:cubicBezTo>
                  <a:pt x="62593" y="106136"/>
                  <a:pt x="70649" y="121816"/>
                  <a:pt x="73478" y="138793"/>
                </a:cubicBezTo>
                <a:cubicBezTo>
                  <a:pt x="94566" y="265327"/>
                  <a:pt x="65648" y="84319"/>
                  <a:pt x="89807" y="277586"/>
                </a:cubicBezTo>
                <a:cubicBezTo>
                  <a:pt x="91528" y="291356"/>
                  <a:pt x="95861" y="304693"/>
                  <a:pt x="97971" y="318408"/>
                </a:cubicBezTo>
                <a:cubicBezTo>
                  <a:pt x="101307" y="340094"/>
                  <a:pt x="102799" y="362036"/>
                  <a:pt x="106135" y="383722"/>
                </a:cubicBezTo>
                <a:cubicBezTo>
                  <a:pt x="118172" y="461958"/>
                  <a:pt x="108558" y="393408"/>
                  <a:pt x="122464" y="449036"/>
                </a:cubicBezTo>
                <a:cubicBezTo>
                  <a:pt x="128599" y="473577"/>
                  <a:pt x="132943" y="517821"/>
                  <a:pt x="146957" y="538843"/>
                </a:cubicBezTo>
                <a:cubicBezTo>
                  <a:pt x="219451" y="647589"/>
                  <a:pt x="115107" y="486412"/>
                  <a:pt x="171450" y="587829"/>
                </a:cubicBezTo>
                <a:cubicBezTo>
                  <a:pt x="180981" y="604984"/>
                  <a:pt x="193221" y="620486"/>
                  <a:pt x="204107" y="636815"/>
                </a:cubicBezTo>
                <a:cubicBezTo>
                  <a:pt x="209550" y="644979"/>
                  <a:pt x="212271" y="655865"/>
                  <a:pt x="220435" y="661308"/>
                </a:cubicBezTo>
                <a:cubicBezTo>
                  <a:pt x="236764" y="672194"/>
                  <a:pt x="255544" y="680088"/>
                  <a:pt x="269421" y="693965"/>
                </a:cubicBezTo>
                <a:cubicBezTo>
                  <a:pt x="277585" y="702129"/>
                  <a:pt x="284519" y="711747"/>
                  <a:pt x="293914" y="718458"/>
                </a:cubicBezTo>
                <a:cubicBezTo>
                  <a:pt x="311569" y="731068"/>
                  <a:pt x="331076" y="736288"/>
                  <a:pt x="351064" y="742950"/>
                </a:cubicBezTo>
                <a:cubicBezTo>
                  <a:pt x="389923" y="768857"/>
                  <a:pt x="360285" y="753064"/>
                  <a:pt x="408214" y="767443"/>
                </a:cubicBezTo>
                <a:cubicBezTo>
                  <a:pt x="424700" y="772389"/>
                  <a:pt x="440871" y="778329"/>
                  <a:pt x="457200" y="783772"/>
                </a:cubicBezTo>
                <a:cubicBezTo>
                  <a:pt x="467845" y="787320"/>
                  <a:pt x="479068" y="788854"/>
                  <a:pt x="489857" y="791936"/>
                </a:cubicBezTo>
                <a:cubicBezTo>
                  <a:pt x="498132" y="794300"/>
                  <a:pt x="505949" y="798233"/>
                  <a:pt x="514350" y="800100"/>
                </a:cubicBezTo>
                <a:cubicBezTo>
                  <a:pt x="547455" y="807457"/>
                  <a:pt x="596644" y="812065"/>
                  <a:pt x="628650" y="816429"/>
                </a:cubicBezTo>
                <a:cubicBezTo>
                  <a:pt x="695664" y="825567"/>
                  <a:pt x="772481" y="839631"/>
                  <a:pt x="840921" y="840922"/>
                </a:cubicBezTo>
                <a:lnTo>
                  <a:pt x="1608364" y="849086"/>
                </a:lnTo>
                <a:cubicBezTo>
                  <a:pt x="1619250" y="851807"/>
                  <a:pt x="1629800" y="857250"/>
                  <a:pt x="1641021" y="857250"/>
                </a:cubicBezTo>
                <a:cubicBezTo>
                  <a:pt x="1649627" y="857250"/>
                  <a:pt x="1665514" y="849086"/>
                  <a:pt x="1665514" y="849086"/>
                </a:cubicBez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Freeform 25">
            <a:extLst>
              <a:ext uri="{FF2B5EF4-FFF2-40B4-BE49-F238E27FC236}">
                <a16:creationId xmlns:a16="http://schemas.microsoft.com/office/drawing/2014/main" id="{8D359C9A-939C-4508-8E69-C1BCAAE6579C}"/>
              </a:ext>
            </a:extLst>
          </p:cNvPr>
          <p:cNvSpPr/>
          <p:nvPr>
            <p:custDataLst>
              <p:tags r:id="rId13"/>
            </p:custDataLst>
          </p:nvPr>
        </p:nvSpPr>
        <p:spPr>
          <a:xfrm>
            <a:off x="2563813" y="4938713"/>
            <a:ext cx="6469062" cy="1606550"/>
          </a:xfrm>
          <a:custGeom>
            <a:avLst/>
            <a:gdLst>
              <a:gd name="connsiteX0" fmla="*/ 5804807 w 6469612"/>
              <a:gd name="connsiteY0" fmla="*/ 555171 h 1605871"/>
              <a:gd name="connsiteX1" fmla="*/ 5845628 w 6469612"/>
              <a:gd name="connsiteY1" fmla="*/ 547007 h 1605871"/>
              <a:gd name="connsiteX2" fmla="*/ 5894614 w 6469612"/>
              <a:gd name="connsiteY2" fmla="*/ 506186 h 1605871"/>
              <a:gd name="connsiteX3" fmla="*/ 5910943 w 6469612"/>
              <a:gd name="connsiteY3" fmla="*/ 457200 h 1605871"/>
              <a:gd name="connsiteX4" fmla="*/ 5927271 w 6469612"/>
              <a:gd name="connsiteY4" fmla="*/ 187778 h 1605871"/>
              <a:gd name="connsiteX5" fmla="*/ 5959928 w 6469612"/>
              <a:gd name="connsiteY5" fmla="*/ 114300 h 1605871"/>
              <a:gd name="connsiteX6" fmla="*/ 5992585 w 6469612"/>
              <a:gd name="connsiteY6" fmla="*/ 73478 h 1605871"/>
              <a:gd name="connsiteX7" fmla="*/ 6172200 w 6469612"/>
              <a:gd name="connsiteY7" fmla="*/ 65314 h 1605871"/>
              <a:gd name="connsiteX8" fmla="*/ 6245678 w 6469612"/>
              <a:gd name="connsiteY8" fmla="*/ 16328 h 1605871"/>
              <a:gd name="connsiteX9" fmla="*/ 6270171 w 6469612"/>
              <a:gd name="connsiteY9" fmla="*/ 0 h 1605871"/>
              <a:gd name="connsiteX10" fmla="*/ 6310993 w 6469612"/>
              <a:gd name="connsiteY10" fmla="*/ 8164 h 1605871"/>
              <a:gd name="connsiteX11" fmla="*/ 6359978 w 6469612"/>
              <a:gd name="connsiteY11" fmla="*/ 40821 h 1605871"/>
              <a:gd name="connsiteX12" fmla="*/ 6392635 w 6469612"/>
              <a:gd name="connsiteY12" fmla="*/ 89807 h 1605871"/>
              <a:gd name="connsiteX13" fmla="*/ 6408964 w 6469612"/>
              <a:gd name="connsiteY13" fmla="*/ 114300 h 1605871"/>
              <a:gd name="connsiteX14" fmla="*/ 6425293 w 6469612"/>
              <a:gd name="connsiteY14" fmla="*/ 163286 h 1605871"/>
              <a:gd name="connsiteX15" fmla="*/ 6433457 w 6469612"/>
              <a:gd name="connsiteY15" fmla="*/ 187778 h 1605871"/>
              <a:gd name="connsiteX16" fmla="*/ 6441621 w 6469612"/>
              <a:gd name="connsiteY16" fmla="*/ 228600 h 1605871"/>
              <a:gd name="connsiteX17" fmla="*/ 6457950 w 6469612"/>
              <a:gd name="connsiteY17" fmla="*/ 293914 h 1605871"/>
              <a:gd name="connsiteX18" fmla="*/ 6457950 w 6469612"/>
              <a:gd name="connsiteY18" fmla="*/ 612321 h 1605871"/>
              <a:gd name="connsiteX19" fmla="*/ 6449785 w 6469612"/>
              <a:gd name="connsiteY19" fmla="*/ 644978 h 1605871"/>
              <a:gd name="connsiteX20" fmla="*/ 6425293 w 6469612"/>
              <a:gd name="connsiteY20" fmla="*/ 710293 h 1605871"/>
              <a:gd name="connsiteX21" fmla="*/ 6408964 w 6469612"/>
              <a:gd name="connsiteY21" fmla="*/ 775607 h 1605871"/>
              <a:gd name="connsiteX22" fmla="*/ 6400800 w 6469612"/>
              <a:gd name="connsiteY22" fmla="*/ 808264 h 1605871"/>
              <a:gd name="connsiteX23" fmla="*/ 6392635 w 6469612"/>
              <a:gd name="connsiteY23" fmla="*/ 832757 h 1605871"/>
              <a:gd name="connsiteX24" fmla="*/ 6384471 w 6469612"/>
              <a:gd name="connsiteY24" fmla="*/ 865414 h 1605871"/>
              <a:gd name="connsiteX25" fmla="*/ 6359978 w 6469612"/>
              <a:gd name="connsiteY25" fmla="*/ 938893 h 1605871"/>
              <a:gd name="connsiteX26" fmla="*/ 6343650 w 6469612"/>
              <a:gd name="connsiteY26" fmla="*/ 987878 h 1605871"/>
              <a:gd name="connsiteX27" fmla="*/ 6335485 w 6469612"/>
              <a:gd name="connsiteY27" fmla="*/ 1012371 h 1605871"/>
              <a:gd name="connsiteX28" fmla="*/ 6319157 w 6469612"/>
              <a:gd name="connsiteY28" fmla="*/ 1036864 h 1605871"/>
              <a:gd name="connsiteX29" fmla="*/ 6310993 w 6469612"/>
              <a:gd name="connsiteY29" fmla="*/ 1061357 h 1605871"/>
              <a:gd name="connsiteX30" fmla="*/ 6253843 w 6469612"/>
              <a:gd name="connsiteY30" fmla="*/ 1134836 h 1605871"/>
              <a:gd name="connsiteX31" fmla="*/ 6229350 w 6469612"/>
              <a:gd name="connsiteY31" fmla="*/ 1167493 h 1605871"/>
              <a:gd name="connsiteX32" fmla="*/ 6147707 w 6469612"/>
              <a:gd name="connsiteY32" fmla="*/ 1216478 h 1605871"/>
              <a:gd name="connsiteX33" fmla="*/ 6123214 w 6469612"/>
              <a:gd name="connsiteY33" fmla="*/ 1232807 h 1605871"/>
              <a:gd name="connsiteX34" fmla="*/ 6041571 w 6469612"/>
              <a:gd name="connsiteY34" fmla="*/ 1257300 h 1605871"/>
              <a:gd name="connsiteX35" fmla="*/ 6008914 w 6469612"/>
              <a:gd name="connsiteY35" fmla="*/ 1273628 h 1605871"/>
              <a:gd name="connsiteX36" fmla="*/ 5959928 w 6469612"/>
              <a:gd name="connsiteY36" fmla="*/ 1281793 h 1605871"/>
              <a:gd name="connsiteX37" fmla="*/ 5886450 w 6469612"/>
              <a:gd name="connsiteY37" fmla="*/ 1306286 h 1605871"/>
              <a:gd name="connsiteX38" fmla="*/ 5861957 w 6469612"/>
              <a:gd name="connsiteY38" fmla="*/ 1314450 h 1605871"/>
              <a:gd name="connsiteX39" fmla="*/ 5821135 w 6469612"/>
              <a:gd name="connsiteY39" fmla="*/ 1322614 h 1605871"/>
              <a:gd name="connsiteX40" fmla="*/ 5796643 w 6469612"/>
              <a:gd name="connsiteY40" fmla="*/ 1330778 h 1605871"/>
              <a:gd name="connsiteX41" fmla="*/ 5747657 w 6469612"/>
              <a:gd name="connsiteY41" fmla="*/ 1338943 h 1605871"/>
              <a:gd name="connsiteX42" fmla="*/ 5715000 w 6469612"/>
              <a:gd name="connsiteY42" fmla="*/ 1347107 h 1605871"/>
              <a:gd name="connsiteX43" fmla="*/ 5690507 w 6469612"/>
              <a:gd name="connsiteY43" fmla="*/ 1355271 h 1605871"/>
              <a:gd name="connsiteX44" fmla="*/ 5600700 w 6469612"/>
              <a:gd name="connsiteY44" fmla="*/ 1363436 h 1605871"/>
              <a:gd name="connsiteX45" fmla="*/ 5510893 w 6469612"/>
              <a:gd name="connsiteY45" fmla="*/ 1379764 h 1605871"/>
              <a:gd name="connsiteX46" fmla="*/ 5380264 w 6469612"/>
              <a:gd name="connsiteY46" fmla="*/ 1396093 h 1605871"/>
              <a:gd name="connsiteX47" fmla="*/ 5347607 w 6469612"/>
              <a:gd name="connsiteY47" fmla="*/ 1404257 h 1605871"/>
              <a:gd name="connsiteX48" fmla="*/ 5290457 w 6469612"/>
              <a:gd name="connsiteY48" fmla="*/ 1412421 h 1605871"/>
              <a:gd name="connsiteX49" fmla="*/ 5135335 w 6469612"/>
              <a:gd name="connsiteY49" fmla="*/ 1428750 h 1605871"/>
              <a:gd name="connsiteX50" fmla="*/ 4914900 w 6469612"/>
              <a:gd name="connsiteY50" fmla="*/ 1445078 h 1605871"/>
              <a:gd name="connsiteX51" fmla="*/ 4065814 w 6469612"/>
              <a:gd name="connsiteY51" fmla="*/ 1453243 h 1605871"/>
              <a:gd name="connsiteX52" fmla="*/ 3927021 w 6469612"/>
              <a:gd name="connsiteY52" fmla="*/ 1469571 h 1605871"/>
              <a:gd name="connsiteX53" fmla="*/ 3788228 w 6469612"/>
              <a:gd name="connsiteY53" fmla="*/ 1494064 h 1605871"/>
              <a:gd name="connsiteX54" fmla="*/ 2620735 w 6469612"/>
              <a:gd name="connsiteY54" fmla="*/ 1502228 h 1605871"/>
              <a:gd name="connsiteX55" fmla="*/ 2065564 w 6469612"/>
              <a:gd name="connsiteY55" fmla="*/ 1518557 h 1605871"/>
              <a:gd name="connsiteX56" fmla="*/ 2090057 w 6469612"/>
              <a:gd name="connsiteY56" fmla="*/ 1534886 h 1605871"/>
              <a:gd name="connsiteX57" fmla="*/ 1208314 w 6469612"/>
              <a:gd name="connsiteY57" fmla="*/ 1526721 h 1605871"/>
              <a:gd name="connsiteX58" fmla="*/ 1151164 w 6469612"/>
              <a:gd name="connsiteY58" fmla="*/ 1518557 h 1605871"/>
              <a:gd name="connsiteX59" fmla="*/ 1126671 w 6469612"/>
              <a:gd name="connsiteY59" fmla="*/ 1510393 h 1605871"/>
              <a:gd name="connsiteX60" fmla="*/ 1053193 w 6469612"/>
              <a:gd name="connsiteY60" fmla="*/ 1502228 h 1605871"/>
              <a:gd name="connsiteX61" fmla="*/ 1012371 w 6469612"/>
              <a:gd name="connsiteY61" fmla="*/ 1494064 h 1605871"/>
              <a:gd name="connsiteX62" fmla="*/ 881743 w 6469612"/>
              <a:gd name="connsiteY62" fmla="*/ 1477736 h 1605871"/>
              <a:gd name="connsiteX63" fmla="*/ 832757 w 6469612"/>
              <a:gd name="connsiteY63" fmla="*/ 1469571 h 1605871"/>
              <a:gd name="connsiteX64" fmla="*/ 489857 w 6469612"/>
              <a:gd name="connsiteY64" fmla="*/ 1453243 h 1605871"/>
              <a:gd name="connsiteX65" fmla="*/ 457200 w 6469612"/>
              <a:gd name="connsiteY65" fmla="*/ 1445078 h 1605871"/>
              <a:gd name="connsiteX66" fmla="*/ 416378 w 6469612"/>
              <a:gd name="connsiteY66" fmla="*/ 1436914 h 1605871"/>
              <a:gd name="connsiteX67" fmla="*/ 391885 w 6469612"/>
              <a:gd name="connsiteY67" fmla="*/ 1428750 h 1605871"/>
              <a:gd name="connsiteX68" fmla="*/ 359228 w 6469612"/>
              <a:gd name="connsiteY68" fmla="*/ 1420586 h 1605871"/>
              <a:gd name="connsiteX69" fmla="*/ 334735 w 6469612"/>
              <a:gd name="connsiteY69" fmla="*/ 1412421 h 1605871"/>
              <a:gd name="connsiteX70" fmla="*/ 310243 w 6469612"/>
              <a:gd name="connsiteY70" fmla="*/ 1396093 h 1605871"/>
              <a:gd name="connsiteX71" fmla="*/ 269421 w 6469612"/>
              <a:gd name="connsiteY71" fmla="*/ 1387928 h 1605871"/>
              <a:gd name="connsiteX72" fmla="*/ 236764 w 6469612"/>
              <a:gd name="connsiteY72" fmla="*/ 1363436 h 1605871"/>
              <a:gd name="connsiteX73" fmla="*/ 212271 w 6469612"/>
              <a:gd name="connsiteY73" fmla="*/ 1355271 h 1605871"/>
              <a:gd name="connsiteX74" fmla="*/ 187778 w 6469612"/>
              <a:gd name="connsiteY74" fmla="*/ 1338943 h 1605871"/>
              <a:gd name="connsiteX75" fmla="*/ 130628 w 6469612"/>
              <a:gd name="connsiteY75" fmla="*/ 1306286 h 1605871"/>
              <a:gd name="connsiteX76" fmla="*/ 81643 w 6469612"/>
              <a:gd name="connsiteY76" fmla="*/ 1249136 h 1605871"/>
              <a:gd name="connsiteX77" fmla="*/ 57150 w 6469612"/>
              <a:gd name="connsiteY77" fmla="*/ 1200150 h 1605871"/>
              <a:gd name="connsiteX78" fmla="*/ 24493 w 6469612"/>
              <a:gd name="connsiteY78" fmla="*/ 1126671 h 1605871"/>
              <a:gd name="connsiteX79" fmla="*/ 16328 w 6469612"/>
              <a:gd name="connsiteY79" fmla="*/ 1077686 h 1605871"/>
              <a:gd name="connsiteX80" fmla="*/ 8164 w 6469612"/>
              <a:gd name="connsiteY80" fmla="*/ 1053193 h 1605871"/>
              <a:gd name="connsiteX81" fmla="*/ 0 w 6469612"/>
              <a:gd name="connsiteY81" fmla="*/ 1020536 h 1605871"/>
              <a:gd name="connsiteX82" fmla="*/ 8164 w 6469612"/>
              <a:gd name="connsiteY82" fmla="*/ 865414 h 1605871"/>
              <a:gd name="connsiteX83" fmla="*/ 24493 w 6469612"/>
              <a:gd name="connsiteY83" fmla="*/ 816428 h 1605871"/>
              <a:gd name="connsiteX84" fmla="*/ 32657 w 6469612"/>
              <a:gd name="connsiteY84" fmla="*/ 791936 h 1605871"/>
              <a:gd name="connsiteX85" fmla="*/ 40821 w 6469612"/>
              <a:gd name="connsiteY85" fmla="*/ 767443 h 1605871"/>
              <a:gd name="connsiteX86" fmla="*/ 48985 w 6469612"/>
              <a:gd name="connsiteY86" fmla="*/ 742950 h 1605871"/>
              <a:gd name="connsiteX87" fmla="*/ 57150 w 6469612"/>
              <a:gd name="connsiteY87" fmla="*/ 710293 h 1605871"/>
              <a:gd name="connsiteX88" fmla="*/ 73478 w 6469612"/>
              <a:gd name="connsiteY88" fmla="*/ 661307 h 1605871"/>
              <a:gd name="connsiteX89" fmla="*/ 114300 w 6469612"/>
              <a:gd name="connsiteY89" fmla="*/ 604157 h 1605871"/>
              <a:gd name="connsiteX90" fmla="*/ 155121 w 6469612"/>
              <a:gd name="connsiteY90" fmla="*/ 547007 h 1605871"/>
              <a:gd name="connsiteX91" fmla="*/ 163285 w 6469612"/>
              <a:gd name="connsiteY91" fmla="*/ 514350 h 1605871"/>
              <a:gd name="connsiteX92" fmla="*/ 179614 w 6469612"/>
              <a:gd name="connsiteY92" fmla="*/ 489857 h 1605871"/>
              <a:gd name="connsiteX93" fmla="*/ 204107 w 6469612"/>
              <a:gd name="connsiteY93" fmla="*/ 432707 h 1605871"/>
              <a:gd name="connsiteX94" fmla="*/ 236764 w 6469612"/>
              <a:gd name="connsiteY94" fmla="*/ 359228 h 1605871"/>
              <a:gd name="connsiteX95" fmla="*/ 244928 w 6469612"/>
              <a:gd name="connsiteY95" fmla="*/ 334736 h 1605871"/>
              <a:gd name="connsiteX96" fmla="*/ 253093 w 6469612"/>
              <a:gd name="connsiteY96" fmla="*/ 302078 h 1605871"/>
              <a:gd name="connsiteX97" fmla="*/ 269421 w 6469612"/>
              <a:gd name="connsiteY97" fmla="*/ 277586 h 1605871"/>
              <a:gd name="connsiteX98" fmla="*/ 293914 w 6469612"/>
              <a:gd name="connsiteY98" fmla="*/ 220436 h 1605871"/>
              <a:gd name="connsiteX99" fmla="*/ 326571 w 6469612"/>
              <a:gd name="connsiteY99" fmla="*/ 171450 h 1605871"/>
              <a:gd name="connsiteX100" fmla="*/ 342900 w 6469612"/>
              <a:gd name="connsiteY100" fmla="*/ 122464 h 1605871"/>
              <a:gd name="connsiteX101" fmla="*/ 367393 w 6469612"/>
              <a:gd name="connsiteY101" fmla="*/ 97971 h 1605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6469612" h="1605871">
                <a:moveTo>
                  <a:pt x="5804807" y="555171"/>
                </a:moveTo>
                <a:cubicBezTo>
                  <a:pt x="5818414" y="552450"/>
                  <a:pt x="5832635" y="551879"/>
                  <a:pt x="5845628" y="547007"/>
                </a:cubicBezTo>
                <a:cubicBezTo>
                  <a:pt x="5863813" y="540188"/>
                  <a:pt x="5881909" y="518891"/>
                  <a:pt x="5894614" y="506186"/>
                </a:cubicBezTo>
                <a:cubicBezTo>
                  <a:pt x="5900057" y="489857"/>
                  <a:pt x="5910350" y="474402"/>
                  <a:pt x="5910943" y="457200"/>
                </a:cubicBezTo>
                <a:cubicBezTo>
                  <a:pt x="5914499" y="354077"/>
                  <a:pt x="5900665" y="276464"/>
                  <a:pt x="5927271" y="187778"/>
                </a:cubicBezTo>
                <a:cubicBezTo>
                  <a:pt x="5958862" y="82476"/>
                  <a:pt x="5927121" y="179913"/>
                  <a:pt x="5959928" y="114300"/>
                </a:cubicBezTo>
                <a:cubicBezTo>
                  <a:pt x="5969115" y="95926"/>
                  <a:pt x="5963305" y="76992"/>
                  <a:pt x="5992585" y="73478"/>
                </a:cubicBezTo>
                <a:cubicBezTo>
                  <a:pt x="6052092" y="66337"/>
                  <a:pt x="6112328" y="68035"/>
                  <a:pt x="6172200" y="65314"/>
                </a:cubicBezTo>
                <a:lnTo>
                  <a:pt x="6245678" y="16328"/>
                </a:lnTo>
                <a:lnTo>
                  <a:pt x="6270171" y="0"/>
                </a:lnTo>
                <a:cubicBezTo>
                  <a:pt x="6283778" y="2721"/>
                  <a:pt x="6298360" y="2422"/>
                  <a:pt x="6310993" y="8164"/>
                </a:cubicBezTo>
                <a:cubicBezTo>
                  <a:pt x="6328858" y="16285"/>
                  <a:pt x="6359978" y="40821"/>
                  <a:pt x="6359978" y="40821"/>
                </a:cubicBezTo>
                <a:lnTo>
                  <a:pt x="6392635" y="89807"/>
                </a:lnTo>
                <a:lnTo>
                  <a:pt x="6408964" y="114300"/>
                </a:lnTo>
                <a:lnTo>
                  <a:pt x="6425293" y="163286"/>
                </a:lnTo>
                <a:cubicBezTo>
                  <a:pt x="6428014" y="171450"/>
                  <a:pt x="6431769" y="179339"/>
                  <a:pt x="6433457" y="187778"/>
                </a:cubicBezTo>
                <a:cubicBezTo>
                  <a:pt x="6436178" y="201385"/>
                  <a:pt x="6438501" y="215079"/>
                  <a:pt x="6441621" y="228600"/>
                </a:cubicBezTo>
                <a:cubicBezTo>
                  <a:pt x="6446667" y="250467"/>
                  <a:pt x="6457950" y="293914"/>
                  <a:pt x="6457950" y="293914"/>
                </a:cubicBezTo>
                <a:cubicBezTo>
                  <a:pt x="6475362" y="433216"/>
                  <a:pt x="6471519" y="374877"/>
                  <a:pt x="6457950" y="612321"/>
                </a:cubicBezTo>
                <a:cubicBezTo>
                  <a:pt x="6457310" y="623523"/>
                  <a:pt x="6452219" y="634024"/>
                  <a:pt x="6449785" y="644978"/>
                </a:cubicBezTo>
                <a:cubicBezTo>
                  <a:pt x="6438014" y="697946"/>
                  <a:pt x="6450508" y="672469"/>
                  <a:pt x="6425293" y="710293"/>
                </a:cubicBezTo>
                <a:lnTo>
                  <a:pt x="6408964" y="775607"/>
                </a:lnTo>
                <a:cubicBezTo>
                  <a:pt x="6406243" y="786493"/>
                  <a:pt x="6404349" y="797619"/>
                  <a:pt x="6400800" y="808264"/>
                </a:cubicBezTo>
                <a:cubicBezTo>
                  <a:pt x="6398078" y="816428"/>
                  <a:pt x="6394999" y="824482"/>
                  <a:pt x="6392635" y="832757"/>
                </a:cubicBezTo>
                <a:cubicBezTo>
                  <a:pt x="6389552" y="843546"/>
                  <a:pt x="6387771" y="854690"/>
                  <a:pt x="6384471" y="865414"/>
                </a:cubicBezTo>
                <a:cubicBezTo>
                  <a:pt x="6376878" y="890090"/>
                  <a:pt x="6368142" y="914400"/>
                  <a:pt x="6359978" y="938893"/>
                </a:cubicBezTo>
                <a:lnTo>
                  <a:pt x="6343650" y="987878"/>
                </a:lnTo>
                <a:cubicBezTo>
                  <a:pt x="6340928" y="996042"/>
                  <a:pt x="6340259" y="1005210"/>
                  <a:pt x="6335485" y="1012371"/>
                </a:cubicBezTo>
                <a:cubicBezTo>
                  <a:pt x="6330042" y="1020535"/>
                  <a:pt x="6323545" y="1028088"/>
                  <a:pt x="6319157" y="1036864"/>
                </a:cubicBezTo>
                <a:cubicBezTo>
                  <a:pt x="6315308" y="1044561"/>
                  <a:pt x="6315172" y="1053834"/>
                  <a:pt x="6310993" y="1061357"/>
                </a:cubicBezTo>
                <a:cubicBezTo>
                  <a:pt x="6273275" y="1129248"/>
                  <a:pt x="6291420" y="1090995"/>
                  <a:pt x="6253843" y="1134836"/>
                </a:cubicBezTo>
                <a:cubicBezTo>
                  <a:pt x="6244988" y="1145167"/>
                  <a:pt x="6239520" y="1158453"/>
                  <a:pt x="6229350" y="1167493"/>
                </a:cubicBezTo>
                <a:cubicBezTo>
                  <a:pt x="6193397" y="1199451"/>
                  <a:pt x="6183554" y="1195994"/>
                  <a:pt x="6147707" y="1216478"/>
                </a:cubicBezTo>
                <a:cubicBezTo>
                  <a:pt x="6139187" y="1221346"/>
                  <a:pt x="6132233" y="1228942"/>
                  <a:pt x="6123214" y="1232807"/>
                </a:cubicBezTo>
                <a:cubicBezTo>
                  <a:pt x="6041150" y="1267977"/>
                  <a:pt x="6151376" y="1202399"/>
                  <a:pt x="6041571" y="1257300"/>
                </a:cubicBezTo>
                <a:cubicBezTo>
                  <a:pt x="6030685" y="1262743"/>
                  <a:pt x="6020571" y="1270131"/>
                  <a:pt x="6008914" y="1273628"/>
                </a:cubicBezTo>
                <a:cubicBezTo>
                  <a:pt x="5993058" y="1278385"/>
                  <a:pt x="5975988" y="1277778"/>
                  <a:pt x="5959928" y="1281793"/>
                </a:cubicBezTo>
                <a:cubicBezTo>
                  <a:pt x="5959899" y="1281800"/>
                  <a:pt x="5898710" y="1302199"/>
                  <a:pt x="5886450" y="1306286"/>
                </a:cubicBezTo>
                <a:cubicBezTo>
                  <a:pt x="5878286" y="1309007"/>
                  <a:pt x="5870396" y="1312762"/>
                  <a:pt x="5861957" y="1314450"/>
                </a:cubicBezTo>
                <a:cubicBezTo>
                  <a:pt x="5848350" y="1317171"/>
                  <a:pt x="5834597" y="1319248"/>
                  <a:pt x="5821135" y="1322614"/>
                </a:cubicBezTo>
                <a:cubicBezTo>
                  <a:pt x="5812786" y="1324701"/>
                  <a:pt x="5805044" y="1328911"/>
                  <a:pt x="5796643" y="1330778"/>
                </a:cubicBezTo>
                <a:cubicBezTo>
                  <a:pt x="5780483" y="1334369"/>
                  <a:pt x="5763889" y="1335696"/>
                  <a:pt x="5747657" y="1338943"/>
                </a:cubicBezTo>
                <a:cubicBezTo>
                  <a:pt x="5736654" y="1341144"/>
                  <a:pt x="5725789" y="1344025"/>
                  <a:pt x="5715000" y="1347107"/>
                </a:cubicBezTo>
                <a:cubicBezTo>
                  <a:pt x="5706725" y="1349471"/>
                  <a:pt x="5699026" y="1354054"/>
                  <a:pt x="5690507" y="1355271"/>
                </a:cubicBezTo>
                <a:cubicBezTo>
                  <a:pt x="5660750" y="1359522"/>
                  <a:pt x="5630636" y="1360714"/>
                  <a:pt x="5600700" y="1363436"/>
                </a:cubicBezTo>
                <a:cubicBezTo>
                  <a:pt x="5554185" y="1378940"/>
                  <a:pt x="5587824" y="1369507"/>
                  <a:pt x="5510893" y="1379764"/>
                </a:cubicBezTo>
                <a:cubicBezTo>
                  <a:pt x="5394380" y="1395299"/>
                  <a:pt x="5517649" y="1380827"/>
                  <a:pt x="5380264" y="1396093"/>
                </a:cubicBezTo>
                <a:cubicBezTo>
                  <a:pt x="5369378" y="1398814"/>
                  <a:pt x="5358647" y="1402250"/>
                  <a:pt x="5347607" y="1404257"/>
                </a:cubicBezTo>
                <a:cubicBezTo>
                  <a:pt x="5328674" y="1407699"/>
                  <a:pt x="5309552" y="1410034"/>
                  <a:pt x="5290457" y="1412421"/>
                </a:cubicBezTo>
                <a:cubicBezTo>
                  <a:pt x="5245679" y="1418018"/>
                  <a:pt x="5179479" y="1424336"/>
                  <a:pt x="5135335" y="1428750"/>
                </a:cubicBezTo>
                <a:cubicBezTo>
                  <a:pt x="5051034" y="1456850"/>
                  <a:pt x="5102677" y="1442144"/>
                  <a:pt x="4914900" y="1445078"/>
                </a:cubicBezTo>
                <a:lnTo>
                  <a:pt x="4065814" y="1453243"/>
                </a:lnTo>
                <a:cubicBezTo>
                  <a:pt x="3953402" y="1475725"/>
                  <a:pt x="4132003" y="1441619"/>
                  <a:pt x="3927021" y="1469571"/>
                </a:cubicBezTo>
                <a:cubicBezTo>
                  <a:pt x="3902999" y="1472847"/>
                  <a:pt x="3819816" y="1493643"/>
                  <a:pt x="3788228" y="1494064"/>
                </a:cubicBezTo>
                <a:lnTo>
                  <a:pt x="2620735" y="1502228"/>
                </a:lnTo>
                <a:cubicBezTo>
                  <a:pt x="2425372" y="1567357"/>
                  <a:pt x="2667300" y="1489441"/>
                  <a:pt x="2065564" y="1518557"/>
                </a:cubicBezTo>
                <a:cubicBezTo>
                  <a:pt x="2055763" y="1519031"/>
                  <a:pt x="2081893" y="1529443"/>
                  <a:pt x="2090057" y="1534886"/>
                </a:cubicBezTo>
                <a:cubicBezTo>
                  <a:pt x="2334617" y="1697930"/>
                  <a:pt x="1502228" y="1529443"/>
                  <a:pt x="1208314" y="1526721"/>
                </a:cubicBezTo>
                <a:cubicBezTo>
                  <a:pt x="1189264" y="1524000"/>
                  <a:pt x="1170034" y="1522331"/>
                  <a:pt x="1151164" y="1518557"/>
                </a:cubicBezTo>
                <a:cubicBezTo>
                  <a:pt x="1142725" y="1516869"/>
                  <a:pt x="1135160" y="1511808"/>
                  <a:pt x="1126671" y="1510393"/>
                </a:cubicBezTo>
                <a:cubicBezTo>
                  <a:pt x="1102363" y="1506342"/>
                  <a:pt x="1077589" y="1505713"/>
                  <a:pt x="1053193" y="1502228"/>
                </a:cubicBezTo>
                <a:cubicBezTo>
                  <a:pt x="1039456" y="1500265"/>
                  <a:pt x="1026059" y="1496345"/>
                  <a:pt x="1012371" y="1494064"/>
                </a:cubicBezTo>
                <a:cubicBezTo>
                  <a:pt x="940848" y="1482144"/>
                  <a:pt x="961511" y="1488372"/>
                  <a:pt x="881743" y="1477736"/>
                </a:cubicBezTo>
                <a:cubicBezTo>
                  <a:pt x="865334" y="1475548"/>
                  <a:pt x="849198" y="1471505"/>
                  <a:pt x="832757" y="1469571"/>
                </a:cubicBezTo>
                <a:cubicBezTo>
                  <a:pt x="713342" y="1455522"/>
                  <a:pt x="620085" y="1457444"/>
                  <a:pt x="489857" y="1453243"/>
                </a:cubicBezTo>
                <a:cubicBezTo>
                  <a:pt x="478971" y="1450521"/>
                  <a:pt x="468154" y="1447512"/>
                  <a:pt x="457200" y="1445078"/>
                </a:cubicBezTo>
                <a:cubicBezTo>
                  <a:pt x="443654" y="1442068"/>
                  <a:pt x="429840" y="1440279"/>
                  <a:pt x="416378" y="1436914"/>
                </a:cubicBezTo>
                <a:cubicBezTo>
                  <a:pt x="408029" y="1434827"/>
                  <a:pt x="400160" y="1431114"/>
                  <a:pt x="391885" y="1428750"/>
                </a:cubicBezTo>
                <a:cubicBezTo>
                  <a:pt x="381096" y="1425668"/>
                  <a:pt x="370017" y="1423669"/>
                  <a:pt x="359228" y="1420586"/>
                </a:cubicBezTo>
                <a:cubicBezTo>
                  <a:pt x="350953" y="1418222"/>
                  <a:pt x="342432" y="1416270"/>
                  <a:pt x="334735" y="1412421"/>
                </a:cubicBezTo>
                <a:cubicBezTo>
                  <a:pt x="325959" y="1408033"/>
                  <a:pt x="319430" y="1399538"/>
                  <a:pt x="310243" y="1396093"/>
                </a:cubicBezTo>
                <a:cubicBezTo>
                  <a:pt x="297250" y="1391220"/>
                  <a:pt x="283028" y="1390650"/>
                  <a:pt x="269421" y="1387928"/>
                </a:cubicBezTo>
                <a:cubicBezTo>
                  <a:pt x="258535" y="1379764"/>
                  <a:pt x="248578" y="1370187"/>
                  <a:pt x="236764" y="1363436"/>
                </a:cubicBezTo>
                <a:cubicBezTo>
                  <a:pt x="229292" y="1359166"/>
                  <a:pt x="219968" y="1359120"/>
                  <a:pt x="212271" y="1355271"/>
                </a:cubicBezTo>
                <a:cubicBezTo>
                  <a:pt x="203495" y="1350883"/>
                  <a:pt x="196297" y="1343811"/>
                  <a:pt x="187778" y="1338943"/>
                </a:cubicBezTo>
                <a:cubicBezTo>
                  <a:pt x="162376" y="1324428"/>
                  <a:pt x="152323" y="1324365"/>
                  <a:pt x="130628" y="1306286"/>
                </a:cubicBezTo>
                <a:cubicBezTo>
                  <a:pt x="107885" y="1287334"/>
                  <a:pt x="99662" y="1273162"/>
                  <a:pt x="81643" y="1249136"/>
                </a:cubicBezTo>
                <a:cubicBezTo>
                  <a:pt x="66673" y="1204231"/>
                  <a:pt x="82472" y="1244464"/>
                  <a:pt x="57150" y="1200150"/>
                </a:cubicBezTo>
                <a:cubicBezTo>
                  <a:pt x="41891" y="1173447"/>
                  <a:pt x="36160" y="1155839"/>
                  <a:pt x="24493" y="1126671"/>
                </a:cubicBezTo>
                <a:cubicBezTo>
                  <a:pt x="21771" y="1110343"/>
                  <a:pt x="19919" y="1093845"/>
                  <a:pt x="16328" y="1077686"/>
                </a:cubicBezTo>
                <a:cubicBezTo>
                  <a:pt x="14461" y="1069285"/>
                  <a:pt x="10528" y="1061468"/>
                  <a:pt x="8164" y="1053193"/>
                </a:cubicBezTo>
                <a:cubicBezTo>
                  <a:pt x="5082" y="1042404"/>
                  <a:pt x="2721" y="1031422"/>
                  <a:pt x="0" y="1020536"/>
                </a:cubicBezTo>
                <a:cubicBezTo>
                  <a:pt x="2721" y="968829"/>
                  <a:pt x="1995" y="916824"/>
                  <a:pt x="8164" y="865414"/>
                </a:cubicBezTo>
                <a:cubicBezTo>
                  <a:pt x="10215" y="848325"/>
                  <a:pt x="19050" y="832757"/>
                  <a:pt x="24493" y="816428"/>
                </a:cubicBezTo>
                <a:lnTo>
                  <a:pt x="32657" y="791936"/>
                </a:lnTo>
                <a:lnTo>
                  <a:pt x="40821" y="767443"/>
                </a:lnTo>
                <a:cubicBezTo>
                  <a:pt x="43542" y="759279"/>
                  <a:pt x="46898" y="751299"/>
                  <a:pt x="48985" y="742950"/>
                </a:cubicBezTo>
                <a:cubicBezTo>
                  <a:pt x="51707" y="732064"/>
                  <a:pt x="53926" y="721041"/>
                  <a:pt x="57150" y="710293"/>
                </a:cubicBezTo>
                <a:cubicBezTo>
                  <a:pt x="62096" y="693807"/>
                  <a:pt x="63151" y="675076"/>
                  <a:pt x="73478" y="661307"/>
                </a:cubicBezTo>
                <a:cubicBezTo>
                  <a:pt x="103858" y="620800"/>
                  <a:pt x="90423" y="639972"/>
                  <a:pt x="114300" y="604157"/>
                </a:cubicBezTo>
                <a:cubicBezTo>
                  <a:pt x="136613" y="537214"/>
                  <a:pt x="99776" y="635560"/>
                  <a:pt x="155121" y="547007"/>
                </a:cubicBezTo>
                <a:cubicBezTo>
                  <a:pt x="161068" y="537492"/>
                  <a:pt x="158865" y="524663"/>
                  <a:pt x="163285" y="514350"/>
                </a:cubicBezTo>
                <a:cubicBezTo>
                  <a:pt x="167150" y="505331"/>
                  <a:pt x="174171" y="498021"/>
                  <a:pt x="179614" y="489857"/>
                </a:cubicBezTo>
                <a:cubicBezTo>
                  <a:pt x="201211" y="403467"/>
                  <a:pt x="171888" y="505200"/>
                  <a:pt x="204107" y="432707"/>
                </a:cubicBezTo>
                <a:cubicBezTo>
                  <a:pt x="242970" y="345265"/>
                  <a:pt x="199809" y="414659"/>
                  <a:pt x="236764" y="359228"/>
                </a:cubicBezTo>
                <a:cubicBezTo>
                  <a:pt x="239485" y="351064"/>
                  <a:pt x="242564" y="343010"/>
                  <a:pt x="244928" y="334736"/>
                </a:cubicBezTo>
                <a:cubicBezTo>
                  <a:pt x="248011" y="323947"/>
                  <a:pt x="248673" y="312392"/>
                  <a:pt x="253093" y="302078"/>
                </a:cubicBezTo>
                <a:cubicBezTo>
                  <a:pt x="256958" y="293059"/>
                  <a:pt x="263978" y="285750"/>
                  <a:pt x="269421" y="277586"/>
                </a:cubicBezTo>
                <a:cubicBezTo>
                  <a:pt x="277868" y="252245"/>
                  <a:pt x="278779" y="245660"/>
                  <a:pt x="293914" y="220436"/>
                </a:cubicBezTo>
                <a:cubicBezTo>
                  <a:pt x="304011" y="203608"/>
                  <a:pt x="320365" y="190067"/>
                  <a:pt x="326571" y="171450"/>
                </a:cubicBezTo>
                <a:cubicBezTo>
                  <a:pt x="332014" y="155121"/>
                  <a:pt x="333353" y="136785"/>
                  <a:pt x="342900" y="122464"/>
                </a:cubicBezTo>
                <a:cubicBezTo>
                  <a:pt x="360738" y="95706"/>
                  <a:pt x="349416" y="97971"/>
                  <a:pt x="367393" y="97971"/>
                </a:cubicBezTo>
              </a:path>
            </a:pathLst>
          </a:custGeom>
          <a:noFill/>
          <a:ln w="571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TextBox 26">
            <a:extLst>
              <a:ext uri="{FF2B5EF4-FFF2-40B4-BE49-F238E27FC236}">
                <a16:creationId xmlns:a16="http://schemas.microsoft.com/office/drawing/2014/main" id="{D352D966-2578-4A9B-ABF9-5E2122FD6B85}"/>
              </a:ext>
            </a:extLst>
          </p:cNvPr>
          <p:cNvSpPr txBox="1"/>
          <p:nvPr>
            <p:custDataLst>
              <p:tags r:id="rId14"/>
            </p:custDataLst>
          </p:nvPr>
        </p:nvSpPr>
        <p:spPr>
          <a:xfrm>
            <a:off x="7273925" y="1131888"/>
            <a:ext cx="735013" cy="523875"/>
          </a:xfrm>
          <a:prstGeom prst="rect">
            <a:avLst/>
          </a:prstGeom>
          <a:noFill/>
        </p:spPr>
        <p:txBody>
          <a:bodyPr wrap="none">
            <a:spAutoFit/>
          </a:bodyPr>
          <a:lstStyle/>
          <a:p>
            <a:pPr>
              <a:defRPr/>
            </a:pPr>
            <a:r>
              <a:rPr lang="en-US" sz="2800" dirty="0">
                <a:solidFill>
                  <a:srgbClr val="FF0000"/>
                </a:solidFill>
                <a:latin typeface="+mn-lt"/>
                <a:cs typeface="Arial" charset="0"/>
              </a:rPr>
              <a:t>add</a:t>
            </a:r>
          </a:p>
        </p:txBody>
      </p:sp>
      <p:sp>
        <p:nvSpPr>
          <p:cNvPr id="30" name="TextBox 29">
            <a:extLst>
              <a:ext uri="{FF2B5EF4-FFF2-40B4-BE49-F238E27FC236}">
                <a16:creationId xmlns:a16="http://schemas.microsoft.com/office/drawing/2014/main" id="{74A2D820-1CC6-46FD-9462-679166D57816}"/>
              </a:ext>
            </a:extLst>
          </p:cNvPr>
          <p:cNvSpPr txBox="1"/>
          <p:nvPr>
            <p:custDataLst>
              <p:tags r:id="rId15"/>
            </p:custDataLst>
          </p:nvPr>
        </p:nvSpPr>
        <p:spPr>
          <a:xfrm>
            <a:off x="7265988" y="1457325"/>
            <a:ext cx="815975" cy="523875"/>
          </a:xfrm>
          <a:prstGeom prst="rect">
            <a:avLst/>
          </a:prstGeom>
          <a:noFill/>
        </p:spPr>
        <p:txBody>
          <a:bodyPr wrap="none">
            <a:spAutoFit/>
          </a:bodyPr>
          <a:lstStyle/>
          <a:p>
            <a:pPr>
              <a:defRPr/>
            </a:pPr>
            <a:r>
              <a:rPr lang="en-US" sz="2800" dirty="0">
                <a:solidFill>
                  <a:schemeClr val="tx2"/>
                </a:solidFill>
                <a:latin typeface="+mn-lt"/>
                <a:cs typeface="Arial" charset="0"/>
              </a:rPr>
              <a:t>load</a:t>
            </a:r>
          </a:p>
        </p:txBody>
      </p:sp>
    </p:spTree>
    <p:custDataLst>
      <p:tags r:id="rId1"/>
    </p:custDataLst>
    <p:extLst>
      <p:ext uri="{BB962C8B-B14F-4D97-AF65-F5344CB8AC3E}">
        <p14:creationId xmlns:p14="http://schemas.microsoft.com/office/powerpoint/2010/main" val="356599331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2"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xit" presetSubtype="0" fill="hold" nodeType="clickEffect">
                                  <p:stCondLst>
                                    <p:cond delay="0"/>
                                  </p:stCondLst>
                                  <p:childTnLst>
                                    <p:set>
                                      <p:cBhvr>
                                        <p:cTn id="12" dur="1" fill="hold">
                                          <p:stCondLst>
                                            <p:cond delay="0"/>
                                          </p:stCondLst>
                                        </p:cTn>
                                        <p:tgtEl>
                                          <p:spTgt spid="4"/>
                                        </p:tgtEl>
                                        <p:attrNameLst>
                                          <p:attrName>style.visibility</p:attrName>
                                        </p:attrNameLst>
                                      </p:cBhvr>
                                      <p:to>
                                        <p:strVal val="hidden"/>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xit" presetSubtype="0" fill="hold" nodeType="clickEffect">
                                  <p:stCondLst>
                                    <p:cond delay="0"/>
                                  </p:stCondLst>
                                  <p:childTnLst>
                                    <p:set>
                                      <p:cBhvr>
                                        <p:cTn id="22" dur="1" fill="hold">
                                          <p:stCondLst>
                                            <p:cond delay="0"/>
                                          </p:stCondLst>
                                        </p:cTn>
                                        <p:tgtEl>
                                          <p:spTgt spid="6"/>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xit" presetSubtype="0" fill="hold" nodeType="clickEffect">
                                  <p:stCondLst>
                                    <p:cond delay="0"/>
                                  </p:stCondLst>
                                  <p:childTnLst>
                                    <p:set>
                                      <p:cBhvr>
                                        <p:cTn id="28" dur="1" fill="hold">
                                          <p:stCondLst>
                                            <p:cond delay="0"/>
                                          </p:stCondLst>
                                        </p:cTn>
                                        <p:tgtEl>
                                          <p:spTgt spid="15"/>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xit" presetSubtype="0" fill="hold" nodeType="clickEffect">
                                  <p:stCondLst>
                                    <p:cond delay="0"/>
                                  </p:stCondLst>
                                  <p:childTnLst>
                                    <p:set>
                                      <p:cBhvr>
                                        <p:cTn id="34" dur="1" fill="hold">
                                          <p:stCondLst>
                                            <p:cond delay="0"/>
                                          </p:stCondLst>
                                        </p:cTn>
                                        <p:tgtEl>
                                          <p:spTgt spid="10"/>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xit" presetSubtype="0" fill="hold" nodeType="clickEffect">
                                  <p:stCondLst>
                                    <p:cond delay="0"/>
                                  </p:stCondLst>
                                  <p:childTnLst>
                                    <p:set>
                                      <p:cBhvr>
                                        <p:cTn id="40" dur="1" fill="hold">
                                          <p:stCondLst>
                                            <p:cond delay="0"/>
                                          </p:stCondLst>
                                        </p:cTn>
                                        <p:tgtEl>
                                          <p:spTgt spid="13"/>
                                        </p:tgtEl>
                                        <p:attrNameLst>
                                          <p:attrName>style.visibility</p:attrName>
                                        </p:attrNameLst>
                                      </p:cBhvr>
                                      <p:to>
                                        <p:strVal val="hidden"/>
                                      </p:to>
                                    </p:set>
                                  </p:childTnLst>
                                </p:cTn>
                              </p:par>
                              <p:par>
                                <p:cTn id="41" presetID="1" presetClass="entr" presetSubtype="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xit" presetSubtype="0" fill="hold" nodeType="clickEffect">
                                  <p:stCondLst>
                                    <p:cond delay="0"/>
                                  </p:stCondLst>
                                  <p:childTnLst>
                                    <p:set>
                                      <p:cBhvr>
                                        <p:cTn id="46" dur="1" fill="hold">
                                          <p:stCondLst>
                                            <p:cond delay="0"/>
                                          </p:stCondLst>
                                        </p:cTn>
                                        <p:tgtEl>
                                          <p:spTgt spid="25"/>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26"/>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xit" presetSubtype="0" fill="hold" nodeType="clickEffect">
                                  <p:stCondLst>
                                    <p:cond delay="0"/>
                                  </p:stCondLst>
                                  <p:childTnLst>
                                    <p:set>
                                      <p:cBhvr>
                                        <p:cTn id="52" dur="1" fill="hold">
                                          <p:stCondLst>
                                            <p:cond delay="0"/>
                                          </p:stCondLst>
                                        </p:cTn>
                                        <p:tgtEl>
                                          <p:spTgt spid="21"/>
                                        </p:tgtEl>
                                        <p:attrNameLst>
                                          <p:attrName>style.visibility</p:attrName>
                                        </p:attrNameLst>
                                      </p:cBhvr>
                                      <p:to>
                                        <p:strVal val="hidden"/>
                                      </p:to>
                                    </p:set>
                                  </p:childTnLst>
                                </p:cTn>
                              </p:par>
                              <p:par>
                                <p:cTn id="53" presetID="1" presetClass="entr" presetSubtype="0" fill="hold" nodeType="withEffect">
                                  <p:stCondLst>
                                    <p:cond delay="0"/>
                                  </p:stCondLst>
                                  <p:childTnLst>
                                    <p:set>
                                      <p:cBhvr>
                                        <p:cTn id="54" dur="1" fill="hold">
                                          <p:stCondLst>
                                            <p:cond delay="0"/>
                                          </p:stCondLst>
                                        </p:cTn>
                                        <p:tgtEl>
                                          <p:spTgt spid="11"/>
                                        </p:tgtEl>
                                        <p:attrNameLst>
                                          <p:attrName>style.visibility</p:attrName>
                                        </p:attrNameLst>
                                      </p:cBhvr>
                                      <p:to>
                                        <p:strVal val="visible"/>
                                      </p:to>
                                    </p:se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xit" presetSubtype="0" fill="hold" nodeType="clickEffect">
                                  <p:stCondLst>
                                    <p:cond delay="0"/>
                                  </p:stCondLst>
                                  <p:childTnLst>
                                    <p:set>
                                      <p:cBhvr>
                                        <p:cTn id="58" dur="1" fill="hold">
                                          <p:stCondLst>
                                            <p:cond delay="0"/>
                                          </p:stCondLst>
                                        </p:cTn>
                                        <p:tgtEl>
                                          <p:spTgt spid="26"/>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27"/>
                                        </p:tgtEl>
                                        <p:attrNameLst>
                                          <p:attrName>style.visibility</p:attrName>
                                        </p:attrNameLst>
                                      </p:cBhvr>
                                      <p:to>
                                        <p:strVal val="hidden"/>
                                      </p:to>
                                    </p:set>
                                  </p:childTnLst>
                                </p:cTn>
                              </p:par>
                              <p:par>
                                <p:cTn id="61" presetID="1" presetClass="exit" presetSubtype="0" fill="hold" nodeType="withEffect">
                                  <p:stCondLst>
                                    <p:cond delay="0"/>
                                  </p:stCondLst>
                                  <p:childTnLst>
                                    <p:set>
                                      <p:cBhvr>
                                        <p:cTn id="62" dur="1" fill="hold">
                                          <p:stCondLst>
                                            <p:cond delay="0"/>
                                          </p:stCondLst>
                                        </p:cTn>
                                        <p:tgtEl>
                                          <p:spTgt spid="11"/>
                                        </p:tgtEl>
                                        <p:attrNameLst>
                                          <p:attrName>style.visibility</p:attrName>
                                        </p:attrNameLst>
                                      </p:cBhvr>
                                      <p:to>
                                        <p:strVal val="hidden"/>
                                      </p:to>
                                    </p:set>
                                  </p:childTnLst>
                                </p:cTn>
                              </p:par>
                              <p:par>
                                <p:cTn id="63" presetID="1" presetClass="entr" presetSubtype="0" fill="hold" nodeType="withEffect">
                                  <p:stCondLst>
                                    <p:cond delay="0"/>
                                  </p:stCondLst>
                                  <p:childTnLst>
                                    <p:set>
                                      <p:cBhvr>
                                        <p:cTn id="6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1"/>
      <p:bldP spid="27" grpId="2"/>
      <p:bldP spid="3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4120C2CA-58DC-4AF0-9F27-E7E78AAAAC5C}"/>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dirty="0"/>
              <a:t>Pipelined Control</a:t>
            </a:r>
          </a:p>
        </p:txBody>
      </p:sp>
      <p:sp>
        <p:nvSpPr>
          <p:cNvPr id="16387" name="Rectangle 3">
            <a:extLst>
              <a:ext uri="{FF2B5EF4-FFF2-40B4-BE49-F238E27FC236}">
                <a16:creationId xmlns:a16="http://schemas.microsoft.com/office/drawing/2014/main" id="{EE38B87C-DD42-4737-A0AE-E20F684DBD73}"/>
              </a:ext>
            </a:extLst>
          </p:cNvPr>
          <p:cNvSpPr>
            <a:spLocks noGrp="1" noChangeArrowheads="1"/>
          </p:cNvSpPr>
          <p:nvPr>
            <p:ph idx="1"/>
            <p:custDataLst>
              <p:tags r:id="rId3"/>
            </p:custDataLst>
          </p:nvPr>
        </p:nvSpPr>
        <p:spPr>
          <a:xfrm>
            <a:off x="457200" y="1447800"/>
            <a:ext cx="8534400" cy="1905000"/>
          </a:xfrm>
        </p:spPr>
        <p:txBody>
          <a:bodyPr/>
          <a:lstStyle/>
          <a:p>
            <a:pPr eaLnBrk="1" hangingPunct="1"/>
            <a:r>
              <a:rPr lang="en-US" altLang="en-US" sz="2800" dirty="0"/>
              <a:t>Decode instructions and pass control signals down via the pipeline registers</a:t>
            </a:r>
          </a:p>
        </p:txBody>
      </p:sp>
      <p:pic>
        <p:nvPicPr>
          <p:cNvPr id="12" name="Picture 4" descr="f0629">
            <a:extLst>
              <a:ext uri="{FF2B5EF4-FFF2-40B4-BE49-F238E27FC236}">
                <a16:creationId xmlns:a16="http://schemas.microsoft.com/office/drawing/2014/main" id="{438DE4C6-36A1-4300-91C7-22997B26039C}"/>
              </a:ext>
            </a:extLst>
          </p:cNvPr>
          <p:cNvPicPr>
            <a:picLocks noChangeAspect="1" noChangeArrowheads="1"/>
          </p:cNvPicPr>
          <p:nvPr>
            <p:custDataLst>
              <p:tags r:id="rId4"/>
            </p:custDataLst>
          </p:nvPr>
        </p:nvPicPr>
        <p:blipFill>
          <a:blip r:embed="rId7">
            <a:extLst>
              <a:ext uri="{28A0092B-C50C-407E-A947-70E740481C1C}">
                <a14:useLocalDpi xmlns:a14="http://schemas.microsoft.com/office/drawing/2010/main" val="0"/>
              </a:ext>
            </a:extLst>
          </a:blip>
          <a:srcRect/>
          <a:stretch>
            <a:fillRect/>
          </a:stretch>
        </p:blipFill>
        <p:spPr bwMode="auto">
          <a:xfrm>
            <a:off x="533400" y="2600325"/>
            <a:ext cx="807720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2244013741"/>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4A6AC67-8BFE-4228-8FF4-A32A3EB2A0EF}"/>
              </a:ext>
            </a:extLst>
          </p:cNvPr>
          <p:cNvSpPr>
            <a:spLocks noGrp="1" noChangeArrowheads="1"/>
          </p:cNvSpPr>
          <p:nvPr>
            <p:ph type="title"/>
            <p:custDataLst>
              <p:tags r:id="rId2"/>
            </p:custDataLst>
          </p:nvPr>
        </p:nvSpPr>
        <p:spPr>
          <a:xfrm>
            <a:off x="457200" y="274638"/>
            <a:ext cx="7467600" cy="1143000"/>
          </a:xfrm>
        </p:spPr>
        <p:txBody>
          <a:bodyPr/>
          <a:lstStyle/>
          <a:p>
            <a:pPr eaLnBrk="1" hangingPunct="1"/>
            <a:r>
              <a:rPr lang="en-US" altLang="en-US"/>
              <a:t>All Together</a:t>
            </a:r>
          </a:p>
        </p:txBody>
      </p:sp>
      <p:pic>
        <p:nvPicPr>
          <p:cNvPr id="27651" name="Picture 4" descr="f0630">
            <a:extLst>
              <a:ext uri="{FF2B5EF4-FFF2-40B4-BE49-F238E27FC236}">
                <a16:creationId xmlns:a16="http://schemas.microsoft.com/office/drawing/2014/main" id="{6B993B08-8155-4613-A63C-9F5E33A5DED2}"/>
              </a:ext>
            </a:extLst>
          </p:cNvPr>
          <p:cNvPicPr>
            <a:picLocks noChangeAspect="1" noChangeArrowheads="1"/>
          </p:cNvPicPr>
          <p:nvPr>
            <p:custDataLst>
              <p:tags r:id="rId3"/>
            </p:custDataLst>
          </p:nvPr>
        </p:nvPicPr>
        <p:blipFill>
          <a:blip r:embed="rId6" cstate="print">
            <a:extLst>
              <a:ext uri="{28A0092B-C50C-407E-A947-70E740481C1C}">
                <a14:useLocalDpi xmlns:a14="http://schemas.microsoft.com/office/drawing/2010/main" val="0"/>
              </a:ext>
            </a:extLst>
          </a:blip>
          <a:srcRect/>
          <a:stretch>
            <a:fillRect/>
          </a:stretch>
        </p:blipFill>
        <p:spPr bwMode="auto">
          <a:xfrm>
            <a:off x="723900" y="1401729"/>
            <a:ext cx="7696200" cy="5227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extLst>
      <p:ext uri="{BB962C8B-B14F-4D97-AF65-F5344CB8AC3E}">
        <p14:creationId xmlns:p14="http://schemas.microsoft.com/office/powerpoint/2010/main" val="3706946639"/>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The datapath is broken into 5 stages. The IF, or instruction fetch stage, consists of the instruction memory and the hardware needed to determine the next instruction. The ID, or instruction decode / register file read stage, consists of the register file. The EX, or execute / address calculation stage consists of an adder, an ALU, and the hardware needed to route the appropriate inputs to each component. The MEM, or memory access stage, consists of the data memory. The WB, or write back stage, consists of a mux which selects the correct value (if any) to write back into the register file.">
            <a:extLst>
              <a:ext uri="{FF2B5EF4-FFF2-40B4-BE49-F238E27FC236}">
                <a16:creationId xmlns:a16="http://schemas.microsoft.com/office/drawing/2014/main" id="{4686B9AC-F75C-4B10-BA32-D7AC456523C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3000" y="1295400"/>
            <a:ext cx="6858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41" name="Rectangle 3"/>
          <p:cNvSpPr>
            <a:spLocks noGrp="1" noChangeArrowheads="1"/>
          </p:cNvSpPr>
          <p:nvPr>
            <p:ph idx="1"/>
            <p:custDataLst>
              <p:tags r:id="rId3"/>
            </p:custDataLst>
          </p:nvPr>
        </p:nvSpPr>
        <p:spPr>
          <a:xfrm>
            <a:off x="457200" y="5181600"/>
            <a:ext cx="8229600" cy="1600200"/>
          </a:xfrm>
        </p:spPr>
        <p:txBody>
          <a:bodyPr/>
          <a:lstStyle/>
          <a:p>
            <a:r>
              <a:rPr lang="en-US" altLang="en-US" sz="2400" dirty="0"/>
              <a:t>Instructions per second with single-cycle implementation?</a:t>
            </a:r>
          </a:p>
          <a:p>
            <a:pPr lvl="1">
              <a:spcBef>
                <a:spcPts val="0"/>
              </a:spcBef>
            </a:pPr>
            <a:r>
              <a:rPr lang="en-US" altLang="en-US" sz="2000" dirty="0"/>
              <a:t>clock period = 250 us + 150 us + 100 us + 350 us + 150 us = 1 </a:t>
            </a:r>
            <a:r>
              <a:rPr lang="en-US" altLang="en-US" sz="2000" dirty="0" err="1"/>
              <a:t>ms</a:t>
            </a:r>
            <a:endParaRPr lang="en-US" altLang="en-US" sz="2000" dirty="0"/>
          </a:p>
          <a:p>
            <a:pPr lvl="1">
              <a:spcBef>
                <a:spcPts val="0"/>
              </a:spcBef>
            </a:pPr>
            <a:r>
              <a:rPr lang="en-US" altLang="en-US" sz="2000" dirty="0"/>
              <a:t>IPC = 1</a:t>
            </a:r>
          </a:p>
          <a:p>
            <a:pPr lvl="1">
              <a:spcBef>
                <a:spcPts val="0"/>
              </a:spcBef>
            </a:pPr>
            <a:r>
              <a:rPr lang="en-US" altLang="en-US" sz="2000" dirty="0"/>
              <a:t>instructions per sec = 1 / 1 </a:t>
            </a:r>
            <a:r>
              <a:rPr lang="en-US" altLang="en-US" sz="2000" dirty="0" err="1"/>
              <a:t>ms</a:t>
            </a:r>
            <a:r>
              <a:rPr lang="en-US" altLang="en-US" sz="2000" dirty="0"/>
              <a:t> = 1000 </a:t>
            </a:r>
            <a:r>
              <a:rPr lang="en-US" altLang="en-US" sz="2000" dirty="0" err="1"/>
              <a:t>insns</a:t>
            </a:r>
            <a:r>
              <a:rPr lang="en-US" altLang="en-US" sz="2000" dirty="0"/>
              <a:t>/s</a:t>
            </a:r>
          </a:p>
        </p:txBody>
      </p:sp>
      <p:sp>
        <p:nvSpPr>
          <p:cNvPr id="39939"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23</a:t>
            </a:fld>
            <a:endParaRPr lang="en-US" altLang="en-US"/>
          </a:p>
        </p:txBody>
      </p:sp>
      <p:sp>
        <p:nvSpPr>
          <p:cNvPr id="2" name="TextBox 1">
            <a:extLst>
              <a:ext uri="{FF2B5EF4-FFF2-40B4-BE49-F238E27FC236}">
                <a16:creationId xmlns:a16="http://schemas.microsoft.com/office/drawing/2014/main" id="{DB357BE0-0FE5-4693-AB7F-A9FD01760778}"/>
              </a:ext>
            </a:extLst>
          </p:cNvPr>
          <p:cNvSpPr txBox="1"/>
          <p:nvPr>
            <p:custDataLst>
              <p:tags r:id="rId5"/>
            </p:custDataLst>
          </p:nvPr>
        </p:nvSpPr>
        <p:spPr>
          <a:xfrm>
            <a:off x="1752600" y="1570038"/>
            <a:ext cx="737702" cy="338554"/>
          </a:xfrm>
          <a:prstGeom prst="rect">
            <a:avLst/>
          </a:prstGeom>
          <a:noFill/>
        </p:spPr>
        <p:txBody>
          <a:bodyPr wrap="none" rtlCol="0">
            <a:spAutoFit/>
          </a:bodyPr>
          <a:lstStyle/>
          <a:p>
            <a:pPr algn="ctr"/>
            <a:r>
              <a:rPr lang="en-US" sz="1600" b="1" dirty="0"/>
              <a:t>250 us</a:t>
            </a:r>
          </a:p>
        </p:txBody>
      </p:sp>
      <p:sp>
        <p:nvSpPr>
          <p:cNvPr id="7" name="TextBox 6">
            <a:extLst>
              <a:ext uri="{FF2B5EF4-FFF2-40B4-BE49-F238E27FC236}">
                <a16:creationId xmlns:a16="http://schemas.microsoft.com/office/drawing/2014/main" id="{81F776DE-8146-4782-80A0-4664646B9140}"/>
              </a:ext>
            </a:extLst>
          </p:cNvPr>
          <p:cNvSpPr txBox="1"/>
          <p:nvPr>
            <p:custDataLst>
              <p:tags r:id="rId6"/>
            </p:custDataLst>
          </p:nvPr>
        </p:nvSpPr>
        <p:spPr>
          <a:xfrm>
            <a:off x="3429000" y="1570038"/>
            <a:ext cx="737702" cy="338554"/>
          </a:xfrm>
          <a:prstGeom prst="rect">
            <a:avLst/>
          </a:prstGeom>
          <a:noFill/>
        </p:spPr>
        <p:txBody>
          <a:bodyPr wrap="none" rtlCol="0">
            <a:spAutoFit/>
          </a:bodyPr>
          <a:lstStyle/>
          <a:p>
            <a:pPr algn="ctr"/>
            <a:r>
              <a:rPr lang="en-US" sz="1600" b="1" dirty="0"/>
              <a:t>150 us</a:t>
            </a:r>
          </a:p>
        </p:txBody>
      </p:sp>
      <p:sp>
        <p:nvSpPr>
          <p:cNvPr id="8" name="TextBox 7">
            <a:extLst>
              <a:ext uri="{FF2B5EF4-FFF2-40B4-BE49-F238E27FC236}">
                <a16:creationId xmlns:a16="http://schemas.microsoft.com/office/drawing/2014/main" id="{97B276B8-C79F-452F-9216-C89F7666BF0D}"/>
              </a:ext>
            </a:extLst>
          </p:cNvPr>
          <p:cNvSpPr txBox="1"/>
          <p:nvPr>
            <p:custDataLst>
              <p:tags r:id="rId7"/>
            </p:custDataLst>
          </p:nvPr>
        </p:nvSpPr>
        <p:spPr>
          <a:xfrm>
            <a:off x="4800600" y="1570038"/>
            <a:ext cx="737702" cy="338554"/>
          </a:xfrm>
          <a:prstGeom prst="rect">
            <a:avLst/>
          </a:prstGeom>
          <a:noFill/>
        </p:spPr>
        <p:txBody>
          <a:bodyPr wrap="none" rtlCol="0">
            <a:spAutoFit/>
          </a:bodyPr>
          <a:lstStyle/>
          <a:p>
            <a:pPr algn="ctr"/>
            <a:r>
              <a:rPr lang="en-US" sz="1600" b="1" dirty="0"/>
              <a:t>100 us</a:t>
            </a:r>
          </a:p>
        </p:txBody>
      </p:sp>
      <p:sp>
        <p:nvSpPr>
          <p:cNvPr id="9" name="TextBox 8">
            <a:extLst>
              <a:ext uri="{FF2B5EF4-FFF2-40B4-BE49-F238E27FC236}">
                <a16:creationId xmlns:a16="http://schemas.microsoft.com/office/drawing/2014/main" id="{E5AAAEE4-5CD2-4F91-BF17-9442A3434672}"/>
              </a:ext>
            </a:extLst>
          </p:cNvPr>
          <p:cNvSpPr txBox="1"/>
          <p:nvPr>
            <p:custDataLst>
              <p:tags r:id="rId8"/>
            </p:custDataLst>
          </p:nvPr>
        </p:nvSpPr>
        <p:spPr>
          <a:xfrm>
            <a:off x="6172200" y="1561066"/>
            <a:ext cx="737702" cy="338554"/>
          </a:xfrm>
          <a:prstGeom prst="rect">
            <a:avLst/>
          </a:prstGeom>
          <a:noFill/>
        </p:spPr>
        <p:txBody>
          <a:bodyPr wrap="none" rtlCol="0">
            <a:spAutoFit/>
          </a:bodyPr>
          <a:lstStyle/>
          <a:p>
            <a:pPr algn="ctr"/>
            <a:r>
              <a:rPr lang="en-US" sz="1600" b="1" dirty="0"/>
              <a:t>350 us</a:t>
            </a:r>
          </a:p>
        </p:txBody>
      </p:sp>
      <p:sp>
        <p:nvSpPr>
          <p:cNvPr id="10" name="TextBox 9">
            <a:extLst>
              <a:ext uri="{FF2B5EF4-FFF2-40B4-BE49-F238E27FC236}">
                <a16:creationId xmlns:a16="http://schemas.microsoft.com/office/drawing/2014/main" id="{47D452DA-7FC6-4D64-A71C-901BA8696563}"/>
              </a:ext>
            </a:extLst>
          </p:cNvPr>
          <p:cNvSpPr txBox="1"/>
          <p:nvPr>
            <p:custDataLst>
              <p:tags r:id="rId9"/>
            </p:custDataLst>
          </p:nvPr>
        </p:nvSpPr>
        <p:spPr>
          <a:xfrm>
            <a:off x="7363796" y="1561066"/>
            <a:ext cx="737702" cy="338554"/>
          </a:xfrm>
          <a:prstGeom prst="rect">
            <a:avLst/>
          </a:prstGeom>
          <a:noFill/>
        </p:spPr>
        <p:txBody>
          <a:bodyPr wrap="none" rtlCol="0">
            <a:spAutoFit/>
          </a:bodyPr>
          <a:lstStyle/>
          <a:p>
            <a:pPr algn="ctr"/>
            <a:r>
              <a:rPr lang="en-US" sz="1600" b="1" dirty="0"/>
              <a:t>150 us</a:t>
            </a:r>
          </a:p>
        </p:txBody>
      </p:sp>
    </p:spTree>
    <p:custDataLst>
      <p:tags r:id="rId1"/>
    </p:custDataLst>
    <p:extLst>
      <p:ext uri="{BB962C8B-B14F-4D97-AF65-F5344CB8AC3E}">
        <p14:creationId xmlns:p14="http://schemas.microsoft.com/office/powerpoint/2010/main" val="251988560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4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94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The datapath is broken into 5 stages. The IF, or instruction fetch stage, consists of the instruction memory and the hardware needed to determine the next instruction. The ID, or instruction decode / register file read stage, consists of the register file. The EX, or execute / address calculation stage consists of an adder, an ALU, and the hardware needed to route the appropriate inputs to each component. The MEM, or memory access stage, consists of the data memory. The WB, or write back stage, consists of a mux which selects the correct value (if any) to write back into the register file.">
            <a:extLst>
              <a:ext uri="{FF2B5EF4-FFF2-40B4-BE49-F238E27FC236}">
                <a16:creationId xmlns:a16="http://schemas.microsoft.com/office/drawing/2014/main" id="{4686B9AC-F75C-4B10-BA32-D7AC456523C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43000" y="1295400"/>
            <a:ext cx="6858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39940" name="Rectangle 2"/>
          <p:cNvSpPr>
            <a:spLocks noGrp="1" noChangeArrowheads="1"/>
          </p:cNvSpPr>
          <p:nvPr>
            <p:ph type="title"/>
            <p:custDataLst>
              <p:tags r:id="rId2"/>
            </p:custDataLst>
          </p:nvPr>
        </p:nvSpPr>
        <p:spPr>
          <a:xfrm>
            <a:off x="457200" y="274638"/>
            <a:ext cx="7467600" cy="1143000"/>
          </a:xfrm>
        </p:spPr>
        <p:txBody>
          <a:bodyPr/>
          <a:lstStyle/>
          <a:p>
            <a:r>
              <a:rPr lang="en-US" altLang="en-US" dirty="0"/>
              <a:t>Exercise</a:t>
            </a:r>
          </a:p>
        </p:txBody>
      </p:sp>
      <p:sp>
        <p:nvSpPr>
          <p:cNvPr id="39941" name="Rectangle 3"/>
          <p:cNvSpPr>
            <a:spLocks noGrp="1" noChangeArrowheads="1"/>
          </p:cNvSpPr>
          <p:nvPr>
            <p:ph idx="1"/>
            <p:custDataLst>
              <p:tags r:id="rId3"/>
            </p:custDataLst>
          </p:nvPr>
        </p:nvSpPr>
        <p:spPr>
          <a:xfrm>
            <a:off x="457200" y="5181600"/>
            <a:ext cx="8229600" cy="1600200"/>
          </a:xfrm>
        </p:spPr>
        <p:txBody>
          <a:bodyPr/>
          <a:lstStyle/>
          <a:p>
            <a:r>
              <a:rPr lang="en-US" altLang="en-US" sz="2400" dirty="0"/>
              <a:t>Instructions per second with pipelined implementation?</a:t>
            </a:r>
          </a:p>
          <a:p>
            <a:pPr lvl="1">
              <a:spcBef>
                <a:spcPts val="0"/>
              </a:spcBef>
            </a:pPr>
            <a:r>
              <a:rPr lang="en-US" altLang="en-US" sz="2000" dirty="0"/>
              <a:t>clock period = max{IF,ID,EX,MEM,WB} = 350 us</a:t>
            </a:r>
          </a:p>
          <a:p>
            <a:pPr lvl="1">
              <a:spcBef>
                <a:spcPts val="0"/>
              </a:spcBef>
            </a:pPr>
            <a:r>
              <a:rPr lang="en-US" altLang="en-US" sz="2000" dirty="0"/>
              <a:t>IPC = (# </a:t>
            </a:r>
            <a:r>
              <a:rPr lang="en-US" altLang="en-US" sz="2000" dirty="0" err="1"/>
              <a:t>insns</a:t>
            </a:r>
            <a:r>
              <a:rPr lang="en-US" altLang="en-US" sz="2000" dirty="0"/>
              <a:t>) / (# </a:t>
            </a:r>
            <a:r>
              <a:rPr lang="en-US" altLang="en-US" sz="2000" dirty="0" err="1"/>
              <a:t>insns</a:t>
            </a:r>
            <a:r>
              <a:rPr lang="en-US" altLang="en-US" sz="2000" dirty="0"/>
              <a:t> + 4) </a:t>
            </a:r>
            <a:r>
              <a:rPr lang="en-US" altLang="en-US" sz="2000" dirty="0">
                <a:latin typeface="Calibri" panose="020F0502020204030204" pitchFamily="34" charset="0"/>
                <a:cs typeface="Calibri" panose="020F0502020204030204" pitchFamily="34" charset="0"/>
              </a:rPr>
              <a:t>≈</a:t>
            </a:r>
            <a:r>
              <a:rPr lang="en-US" altLang="en-US" sz="2000" dirty="0"/>
              <a:t> 1</a:t>
            </a:r>
          </a:p>
          <a:p>
            <a:pPr lvl="1">
              <a:spcBef>
                <a:spcPts val="0"/>
              </a:spcBef>
            </a:pPr>
            <a:r>
              <a:rPr lang="en-US" altLang="en-US" sz="2000" dirty="0"/>
              <a:t>instructions per sec </a:t>
            </a:r>
            <a:r>
              <a:rPr lang="en-US" altLang="en-US" sz="2000" dirty="0">
                <a:latin typeface="Calibri" panose="020F0502020204030204" pitchFamily="34" charset="0"/>
                <a:cs typeface="Calibri" panose="020F0502020204030204" pitchFamily="34" charset="0"/>
              </a:rPr>
              <a:t>≈</a:t>
            </a:r>
            <a:r>
              <a:rPr lang="en-US" altLang="en-US" sz="2000" dirty="0"/>
              <a:t> 1 / 350 us </a:t>
            </a:r>
            <a:r>
              <a:rPr lang="en-US" altLang="en-US" sz="2000" dirty="0">
                <a:latin typeface="Calibri" panose="020F0502020204030204" pitchFamily="34" charset="0"/>
                <a:cs typeface="Calibri" panose="020F0502020204030204" pitchFamily="34" charset="0"/>
              </a:rPr>
              <a:t>≈</a:t>
            </a:r>
            <a:r>
              <a:rPr lang="en-US" altLang="en-US" sz="2000" dirty="0"/>
              <a:t> 2857 </a:t>
            </a:r>
            <a:r>
              <a:rPr lang="en-US" altLang="en-US" sz="2000" dirty="0" err="1"/>
              <a:t>insns</a:t>
            </a:r>
            <a:r>
              <a:rPr lang="en-US" altLang="en-US" sz="2000" dirty="0"/>
              <a:t>/s</a:t>
            </a:r>
          </a:p>
        </p:txBody>
      </p:sp>
      <p:sp>
        <p:nvSpPr>
          <p:cNvPr id="39939" name="Slide Number Placeholder 5"/>
          <p:cNvSpPr>
            <a:spLocks noGrp="1"/>
          </p:cNvSpPr>
          <p:nvPr>
            <p:ph type="sldNum" sz="quarter" idx="12"/>
            <p:custDataLst>
              <p:tags r:id="rId4"/>
            </p:custDataLst>
          </p:nvPr>
        </p:nvSpPr>
        <p:spPr bwMode="auto">
          <a:xfrm>
            <a:off x="7620000" y="6356350"/>
            <a:ext cx="10668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sz="1000">
                <a:solidFill>
                  <a:schemeClr val="tx1"/>
                </a:solidFill>
                <a:latin typeface="Times New Roman" panose="02020603050405020304" pitchFamily="18" charset="0"/>
              </a:defRPr>
            </a:lvl1pPr>
            <a:lvl2pPr eaLnBrk="0" hangingPunct="0">
              <a:defRPr sz="1000">
                <a:solidFill>
                  <a:schemeClr val="tx1"/>
                </a:solidFill>
                <a:latin typeface="Times New Roman" panose="02020603050405020304" pitchFamily="18" charset="0"/>
              </a:defRPr>
            </a:lvl2pPr>
            <a:lvl3pPr marL="1143000" indent="-228600" eaLnBrk="0" hangingPunct="0">
              <a:defRPr sz="1000">
                <a:solidFill>
                  <a:schemeClr val="tx1"/>
                </a:solidFill>
                <a:latin typeface="Times New Roman" panose="02020603050405020304" pitchFamily="18" charset="0"/>
              </a:defRPr>
            </a:lvl3pPr>
            <a:lvl4pPr marL="1600200" indent="-228600" eaLnBrk="0" hangingPunct="0">
              <a:defRPr sz="1000">
                <a:solidFill>
                  <a:schemeClr val="tx1"/>
                </a:solidFill>
                <a:latin typeface="Times New Roman" panose="02020603050405020304" pitchFamily="18" charset="0"/>
              </a:defRPr>
            </a:lvl4pPr>
            <a:lvl5pPr marL="2057400" indent="-228600" eaLnBrk="0" hangingPunct="0">
              <a:defRPr sz="1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1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1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1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1000">
                <a:solidFill>
                  <a:schemeClr val="tx1"/>
                </a:solidFill>
                <a:latin typeface="Times New Roman" panose="02020603050405020304" pitchFamily="18" charset="0"/>
              </a:defRPr>
            </a:lvl9pPr>
          </a:lstStyle>
          <a:p>
            <a:pPr lvl="1" eaLnBrk="1" hangingPunct="1"/>
            <a:fld id="{1FB1ABF9-092F-4400-BE51-E623110639E1}" type="slidenum">
              <a:rPr lang="en-US" altLang="en-US"/>
              <a:pPr lvl="1" eaLnBrk="1" hangingPunct="1"/>
              <a:t>24</a:t>
            </a:fld>
            <a:endParaRPr lang="en-US" altLang="en-US"/>
          </a:p>
        </p:txBody>
      </p:sp>
      <p:sp>
        <p:nvSpPr>
          <p:cNvPr id="2" name="TextBox 1">
            <a:extLst>
              <a:ext uri="{FF2B5EF4-FFF2-40B4-BE49-F238E27FC236}">
                <a16:creationId xmlns:a16="http://schemas.microsoft.com/office/drawing/2014/main" id="{DB357BE0-0FE5-4693-AB7F-A9FD01760778}"/>
              </a:ext>
            </a:extLst>
          </p:cNvPr>
          <p:cNvSpPr txBox="1"/>
          <p:nvPr>
            <p:custDataLst>
              <p:tags r:id="rId5"/>
            </p:custDataLst>
          </p:nvPr>
        </p:nvSpPr>
        <p:spPr>
          <a:xfrm>
            <a:off x="1752600" y="1570038"/>
            <a:ext cx="737702" cy="338554"/>
          </a:xfrm>
          <a:prstGeom prst="rect">
            <a:avLst/>
          </a:prstGeom>
          <a:noFill/>
        </p:spPr>
        <p:txBody>
          <a:bodyPr wrap="none" rtlCol="0">
            <a:spAutoFit/>
          </a:bodyPr>
          <a:lstStyle/>
          <a:p>
            <a:pPr algn="ctr"/>
            <a:r>
              <a:rPr lang="en-US" sz="1600" b="1" dirty="0"/>
              <a:t>250 us</a:t>
            </a:r>
          </a:p>
        </p:txBody>
      </p:sp>
      <p:sp>
        <p:nvSpPr>
          <p:cNvPr id="7" name="TextBox 6">
            <a:extLst>
              <a:ext uri="{FF2B5EF4-FFF2-40B4-BE49-F238E27FC236}">
                <a16:creationId xmlns:a16="http://schemas.microsoft.com/office/drawing/2014/main" id="{81F776DE-8146-4782-80A0-4664646B9140}"/>
              </a:ext>
            </a:extLst>
          </p:cNvPr>
          <p:cNvSpPr txBox="1"/>
          <p:nvPr>
            <p:custDataLst>
              <p:tags r:id="rId6"/>
            </p:custDataLst>
          </p:nvPr>
        </p:nvSpPr>
        <p:spPr>
          <a:xfrm>
            <a:off x="3429000" y="1570038"/>
            <a:ext cx="737702" cy="338554"/>
          </a:xfrm>
          <a:prstGeom prst="rect">
            <a:avLst/>
          </a:prstGeom>
          <a:noFill/>
        </p:spPr>
        <p:txBody>
          <a:bodyPr wrap="none" rtlCol="0">
            <a:spAutoFit/>
          </a:bodyPr>
          <a:lstStyle/>
          <a:p>
            <a:pPr algn="ctr"/>
            <a:r>
              <a:rPr lang="en-US" sz="1600" b="1" dirty="0"/>
              <a:t>150 us</a:t>
            </a:r>
          </a:p>
        </p:txBody>
      </p:sp>
      <p:sp>
        <p:nvSpPr>
          <p:cNvPr id="8" name="TextBox 7">
            <a:extLst>
              <a:ext uri="{FF2B5EF4-FFF2-40B4-BE49-F238E27FC236}">
                <a16:creationId xmlns:a16="http://schemas.microsoft.com/office/drawing/2014/main" id="{97B276B8-C79F-452F-9216-C89F7666BF0D}"/>
              </a:ext>
            </a:extLst>
          </p:cNvPr>
          <p:cNvSpPr txBox="1"/>
          <p:nvPr>
            <p:custDataLst>
              <p:tags r:id="rId7"/>
            </p:custDataLst>
          </p:nvPr>
        </p:nvSpPr>
        <p:spPr>
          <a:xfrm>
            <a:off x="4800600" y="1570038"/>
            <a:ext cx="737702" cy="338554"/>
          </a:xfrm>
          <a:prstGeom prst="rect">
            <a:avLst/>
          </a:prstGeom>
          <a:noFill/>
        </p:spPr>
        <p:txBody>
          <a:bodyPr wrap="none" rtlCol="0">
            <a:spAutoFit/>
          </a:bodyPr>
          <a:lstStyle/>
          <a:p>
            <a:pPr algn="ctr"/>
            <a:r>
              <a:rPr lang="en-US" sz="1600" b="1" dirty="0"/>
              <a:t>100 us</a:t>
            </a:r>
          </a:p>
        </p:txBody>
      </p:sp>
      <p:sp>
        <p:nvSpPr>
          <p:cNvPr id="9" name="TextBox 8">
            <a:extLst>
              <a:ext uri="{FF2B5EF4-FFF2-40B4-BE49-F238E27FC236}">
                <a16:creationId xmlns:a16="http://schemas.microsoft.com/office/drawing/2014/main" id="{E5AAAEE4-5CD2-4F91-BF17-9442A3434672}"/>
              </a:ext>
            </a:extLst>
          </p:cNvPr>
          <p:cNvSpPr txBox="1"/>
          <p:nvPr>
            <p:custDataLst>
              <p:tags r:id="rId8"/>
            </p:custDataLst>
          </p:nvPr>
        </p:nvSpPr>
        <p:spPr>
          <a:xfrm>
            <a:off x="6172200" y="1561066"/>
            <a:ext cx="737702" cy="338554"/>
          </a:xfrm>
          <a:prstGeom prst="rect">
            <a:avLst/>
          </a:prstGeom>
          <a:noFill/>
        </p:spPr>
        <p:txBody>
          <a:bodyPr wrap="none" rtlCol="0">
            <a:spAutoFit/>
          </a:bodyPr>
          <a:lstStyle/>
          <a:p>
            <a:pPr algn="ctr"/>
            <a:r>
              <a:rPr lang="en-US" sz="1600" b="1" dirty="0"/>
              <a:t>350 us</a:t>
            </a:r>
          </a:p>
        </p:txBody>
      </p:sp>
      <p:sp>
        <p:nvSpPr>
          <p:cNvPr id="10" name="TextBox 9">
            <a:extLst>
              <a:ext uri="{FF2B5EF4-FFF2-40B4-BE49-F238E27FC236}">
                <a16:creationId xmlns:a16="http://schemas.microsoft.com/office/drawing/2014/main" id="{47D452DA-7FC6-4D64-A71C-901BA8696563}"/>
              </a:ext>
            </a:extLst>
          </p:cNvPr>
          <p:cNvSpPr txBox="1"/>
          <p:nvPr>
            <p:custDataLst>
              <p:tags r:id="rId9"/>
            </p:custDataLst>
          </p:nvPr>
        </p:nvSpPr>
        <p:spPr>
          <a:xfrm>
            <a:off x="7363796" y="1561066"/>
            <a:ext cx="737702" cy="338554"/>
          </a:xfrm>
          <a:prstGeom prst="rect">
            <a:avLst/>
          </a:prstGeom>
          <a:noFill/>
        </p:spPr>
        <p:txBody>
          <a:bodyPr wrap="none" rtlCol="0">
            <a:spAutoFit/>
          </a:bodyPr>
          <a:lstStyle/>
          <a:p>
            <a:pPr algn="ctr"/>
            <a:r>
              <a:rPr lang="en-US" sz="1600" b="1" dirty="0"/>
              <a:t>150 us</a:t>
            </a:r>
          </a:p>
        </p:txBody>
      </p:sp>
    </p:spTree>
    <p:custDataLst>
      <p:tags r:id="rId1"/>
    </p:custDataLst>
    <p:extLst>
      <p:ext uri="{BB962C8B-B14F-4D97-AF65-F5344CB8AC3E}">
        <p14:creationId xmlns:p14="http://schemas.microsoft.com/office/powerpoint/2010/main" val="12707123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4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94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994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PERSISTENCEDATA" val="MMPROD_UIPERSISTENCEDATA"/>
  <p:tag name="MMPROD_UIDATA" val="&lt;database version=&quot;11.0&quot;&gt;&lt;object type=&quot;1&quot; unique_id=&quot;10001&quot;&gt;&lt;property id=&quot;20141&quot; value=&quot;ECE/CS 552 - Pipelining&quot;/&gt;&lt;property id=&quot;20144&quot; value=&quot;0&quot;/&gt;&lt;property id=&quot;20146&quot; value=&quot;0&quot;/&gt;&lt;property id=&quot;20147&quot; value=&quot;0&quot;/&gt;&lt;property id=&quot;20148&quot; value=&quot;5&quot;/&gt;&lt;property id=&quot;20180&quot; value=&quot;0&quot;/&gt;&lt;property id=&quot;20181&quot; value=&quot;1&quot;/&gt;&lt;property id=&quot;20183&quot; value=&quot;1&quot;/&gt;&lt;property id=&quot;20184&quot; value=&quot;7&quot;/&gt;&lt;property id=&quot;20193&quot; value=&quot;-1&quot;/&gt;&lt;property id=&quot;20224&quot; value=&quot;C:\Users\sanmi\Documents\My Adobe Presentations\ece552f2019-Pipelining&quot;/&gt;&lt;property id=&quot;20250&quot; value=&quot;0&quot;/&gt;&lt;property id=&quot;20251&quot; value=&quot;0&quot;/&gt;&lt;property id=&quot;20259&quot; value=&quot;0&quot;/&gt;&lt;property id=&quot;20263&quot; value=&quot;2&quot;/&gt;&lt;property id=&quot;20264&quot; value=&quot;1&quot;/&gt;&lt;property id=&quot;20519&quot; value=&quot;0&quot;/&gt;&lt;property id=&quot;20700&quot; value=&quot;0&quot;/&gt;&lt;object type=&quot;2&quot; unique_id=&quot;10002&quot;&gt;&lt;object type=&quot;3&quot; unique_id=&quot;16988&quot;&gt;&lt;property id=&quot;20148&quot; value=&quot;5&quot;/&gt;&lt;property id=&quot;20300&quot; value=&quot;Slide 1 - &amp;quot;ECE/CS 552: Pipelining&amp;quot;&quot;/&gt;&lt;property id=&quot;20307&quot; value=&quot;495&quot;/&gt;&lt;property id=&quot;20309&quot; value=&quot;-1&quot;/&gt;&lt;/object&gt;&lt;object type=&quot;3&quot; unique_id=&quot;148396&quot;&gt;&lt;property id=&quot;20148&quot; value=&quot;5&quot;/&gt;&lt;property id=&quot;20300&quot; value=&quot;Slide 2 - &amp;quot;Forecast&amp;quot;&quot;/&gt;&lt;property id=&quot;20307&quot; value=&quot;505&quot;/&gt;&lt;property id=&quot;20309&quot; value=&quot;-1&quot;/&gt;&lt;/object&gt;&lt;object type=&quot;3&quot; unique_id=&quot;149802&quot;&gt;&lt;property id=&quot;20148&quot; value=&quot;5&quot;/&gt;&lt;property id=&quot;20300&quot; value=&quot;Slide 3 - &amp;quot;Multi-Cycle Processor&amp;quot;&quot;/&gt;&lt;property id=&quot;20307&quot; value=&quot;527&quot;/&gt;&lt;property id=&quot;20309&quot; value=&quot;-1&quot;/&gt;&lt;/object&gt;&lt;object type=&quot;3&quot; unique_id=&quot;151612&quot;&gt;&lt;property id=&quot;20148&quot; value=&quot;5&quot;/&gt;&lt;property id=&quot;20300&quot; value=&quot;Slide 12 - &amp;quot;Pipelining&amp;quot;&quot;/&gt;&lt;property id=&quot;20307&quot; value=&quot;529&quot;/&gt;&lt;property id=&quot;20309&quot; value=&quot;-1&quot;/&gt;&lt;/object&gt;&lt;object type=&quot;3&quot; unique_id=&quot;151618&quot;&gt;&lt;property id=&quot;20148&quot; value=&quot;5&quot;/&gt;&lt;property id=&quot;20300&quot; value=&quot;Slide 13 - &amp;quot;Pipelining&amp;quot;&quot;/&gt;&lt;property id=&quot;20307&quot; value=&quot;535&quot;/&gt;&lt;property id=&quot;20309&quot; value=&quot;-1&quot;/&gt;&lt;/object&gt;&lt;object type=&quot;3&quot; unique_id=&quot;151637&quot;&gt;&lt;property id=&quot;20148&quot; value=&quot;5&quot;/&gt;&lt;property id=&quot;20300&quot; value=&quot;Slide 23 - &amp;quot;Exercise&amp;quot;&quot;/&gt;&lt;property id=&quot;20307&quot; value=&quot;554&quot;/&gt;&lt;property id=&quot;20309&quot; value=&quot;-1&quot;/&gt;&lt;/object&gt;&lt;object type=&quot;3&quot; unique_id=&quot;152146&quot;&gt;&lt;property id=&quot;20148&quot; value=&quot;5&quot;/&gt;&lt;property id=&quot;20300&quot; value=&quot;Slide 9 - &amp;quot;Multi-Cycle Processor&amp;quot;&quot;/&gt;&lt;property id=&quot;20307&quot; value=&quot;559&quot;/&gt;&lt;property id=&quot;20309&quot; value=&quot;-1&quot;/&gt;&lt;/object&gt;&lt;object type=&quot;3&quot; unique_id=&quot;153452&quot;&gt;&lt;property id=&quot;20148&quot; value=&quot;5&quot;/&gt;&lt;property id=&quot;20300&quot; value=&quot;Slide 4 - &amp;quot;Multi-Cycle Processor&amp;quot;&quot;/&gt;&lt;property id=&quot;20307&quot; value=&quot;560&quot;/&gt;&lt;property id=&quot;20309&quot; value=&quot;-1&quot;/&gt;&lt;/object&gt;&lt;object type=&quot;3&quot; unique_id=&quot;153651&quot;&gt;&lt;property id=&quot;20148&quot; value=&quot;5&quot;/&gt;&lt;property id=&quot;20300&quot; value=&quot;Slide 10 - &amp;quot;Can We Do Better?&amp;quot;&quot;/&gt;&lt;property id=&quot;20307&quot; value=&quot;564&quot;/&gt;&lt;property id=&quot;20309&quot; value=&quot;-1&quot;/&gt;&lt;/object&gt;&lt;object type=&quot;3&quot; unique_id=&quot;153853&quot;&gt;&lt;property id=&quot;20148&quot; value=&quot;5&quot;/&gt;&lt;property id=&quot;20300&quot; value=&quot;Slide 11 - &amp;quot;Pipelining&amp;quot;&quot;/&gt;&lt;property id=&quot;20307&quot; value=&quot;565&quot;/&gt;&lt;property id=&quot;20309&quot; value=&quot;-1&quot;/&gt;&lt;/object&gt;&lt;object type=&quot;3&quot; unique_id=&quot;154732&quot;&gt;&lt;property id=&quot;20148&quot; value=&quot;5&quot;/&gt;&lt;property id=&quot;20300&quot; value=&quot;Slide 15 - &amp;quot;Pipelining Idealisms&amp;quot;&quot;/&gt;&lt;property id=&quot;20307&quot; value=&quot;566&quot;/&gt;&lt;property id=&quot;20309&quot; value=&quot;-1&quot;/&gt;&lt;/object&gt;&lt;object type=&quot;3&quot; unique_id=&quot;155039&quot;&gt;&lt;property id=&quot;20148&quot; value=&quot;5&quot;/&gt;&lt;property id=&quot;20300&quot; value=&quot;Slide 16 - &amp;quot;Pipelining Challenges&amp;quot;&quot;/&gt;&lt;property id=&quot;20307&quot; value=&quot;567&quot;/&gt;&lt;property id=&quot;20309&quot; value=&quot;-1&quot;/&gt;&lt;/object&gt;&lt;object type=&quot;3&quot; unique_id=&quot;155145&quot;&gt;&lt;property id=&quot;20148&quot; value=&quot;5&quot;/&gt;&lt;property id=&quot;20300&quot; value=&quot;Slide 17 - &amp;quot;Pipelined Data Path&amp;quot;&quot;/&gt;&lt;property id=&quot;20307&quot; value=&quot;568&quot;/&gt;&lt;property id=&quot;20309&quot; value=&quot;-1&quot;/&gt;&lt;/object&gt;&lt;object type=&quot;3&quot; unique_id=&quot;155506&quot;&gt;&lt;property id=&quot;20148&quot; value=&quot;5&quot;/&gt;&lt;property id=&quot;20300&quot; value=&quot;Slide 18 - &amp;quot;Pipelined Data Path&amp;quot;&quot;/&gt;&lt;property id=&quot;20307&quot; value=&quot;569&quot;/&gt;&lt;property id=&quot;20309&quot; value=&quot;-1&quot;/&gt;&lt;/object&gt;&lt;object type=&quot;3&quot; unique_id=&quot;155507&quot;&gt;&lt;property id=&quot;20148&quot; value=&quot;5&quot;/&gt;&lt;property id=&quot;20300&quot; value=&quot;Slide 20 - &amp;quot;Pipelined Data Path&amp;quot;&quot;/&gt;&lt;property id=&quot;20307&quot; value=&quot;570&quot;/&gt;&lt;property id=&quot;20309&quot; value=&quot;-1&quot;/&gt;&lt;/object&gt;&lt;object type=&quot;3&quot; unique_id=&quot;155622&quot;&gt;&lt;property id=&quot;20148&quot; value=&quot;5&quot;/&gt;&lt;property id=&quot;20300&quot; value=&quot;Slide 19 - &amp;quot;Pipelined Data Path&amp;quot;&quot;/&gt;&lt;property id=&quot;20307&quot; value=&quot;571&quot;/&gt;&lt;property id=&quot;20309&quot; value=&quot;-1&quot;/&gt;&lt;/object&gt;&lt;object type=&quot;3&quot; unique_id=&quot;156364&quot;&gt;&lt;property id=&quot;20148&quot; value=&quot;5&quot;/&gt;&lt;property id=&quot;20300&quot; value=&quot;Slide 21 - &amp;quot;Pipelined Control&amp;quot;&quot;/&gt;&lt;property id=&quot;20307&quot; value=&quot;572&quot;/&gt;&lt;property id=&quot;20309&quot; value=&quot;-1&quot;/&gt;&lt;/object&gt;&lt;object type=&quot;3&quot; unique_id=&quot;156485&quot;&gt;&lt;property id=&quot;20148&quot; value=&quot;5&quot;/&gt;&lt;property id=&quot;20300&quot; value=&quot;Slide 22 - &amp;quot;All Together&amp;quot;&quot;/&gt;&lt;property id=&quot;20307&quot; value=&quot;573&quot;/&gt;&lt;property id=&quot;20309&quot; value=&quot;-1&quot;/&gt;&lt;/object&gt;&lt;object type=&quot;3&quot; unique_id=&quot;156814&quot;&gt;&lt;property id=&quot;20148&quot; value=&quot;5&quot;/&gt;&lt;property id=&quot;20300&quot; value=&quot;Slide 14 - &amp;quot;Pipelining&amp;quot;&quot;/&gt;&lt;property id=&quot;20307&quot; value=&quot;574&quot;/&gt;&lt;property id=&quot;20309&quot; value=&quot;-1&quot;/&gt;&lt;/object&gt;&lt;object type=&quot;3&quot; unique_id=&quot;157187&quot;&gt;&lt;property id=&quot;20148&quot; value=&quot;5&quot;/&gt;&lt;property id=&quot;20300&quot; value=&quot;Slide 24 - &amp;quot;Exercise&amp;quot;&quot;/&gt;&lt;property id=&quot;20307&quot; value=&quot;575&quot;/&gt;&lt;property id=&quot;20309&quot; value=&quot;-1&quot;/&gt;&lt;/object&gt;&lt;object type=&quot;3&quot; unique_id=&quot;157995&quot;&gt;&lt;property id=&quot;20148&quot; value=&quot;5&quot;/&gt;&lt;property id=&quot;20300&quot; value=&quot;Slide 5 - &amp;quot;Multi-Cycle Processor&amp;quot;&quot;/&gt;&lt;property id=&quot;20307&quot; value=&quot;579&quot;/&gt;&lt;property id=&quot;20309&quot; value=&quot;-1&quot;/&gt;&lt;/object&gt;&lt;object type=&quot;3&quot; unique_id=&quot;157996&quot;&gt;&lt;property id=&quot;20148&quot; value=&quot;5&quot;/&gt;&lt;property id=&quot;20300&quot; value=&quot;Slide 6 - &amp;quot;Multi-Cycle Processor&amp;quot;&quot;/&gt;&lt;property id=&quot;20307&quot; value=&quot;578&quot;/&gt;&lt;property id=&quot;20309&quot; value=&quot;-1&quot;/&gt;&lt;/object&gt;&lt;object type=&quot;3&quot; unique_id=&quot;157997&quot;&gt;&lt;property id=&quot;20148&quot; value=&quot;5&quot;/&gt;&lt;property id=&quot;20300&quot; value=&quot;Slide 7 - &amp;quot;Multi-Cycle Processor&amp;quot;&quot;/&gt;&lt;property id=&quot;20307&quot; value=&quot;577&quot;/&gt;&lt;property id=&quot;20309&quot; value=&quot;-1&quot;/&gt;&lt;/object&gt;&lt;object type=&quot;3&quot; unique_id=&quot;157998&quot;&gt;&lt;property id=&quot;20148&quot; value=&quot;5&quot;/&gt;&lt;property id=&quot;20300&quot; value=&quot;Slide 8 - &amp;quot;Multi-Cycle Processor&amp;quot;&quot;/&gt;&lt;property id=&quot;20307&quot; value=&quot;576&quot;/&gt;&lt;property id=&quot;20309&quot; value=&quot;-1&quot;/&gt;&lt;/object&gt;&lt;/object&gt;&lt;object type=&quot;8&quot; unique_id=&quot;10130&quot;&gt;&lt;/object&gt;&lt;object type=&quot;10&quot; unique_id=&quot;158052&quot;&gt;&lt;object type=&quot;11&quot; unique_id=&quot;158053&quot;&gt;&lt;property id=&quot;20180&quot; value=&quot;0&quot;/&gt;&lt;property id=&quot;20181&quot; value=&quot;1&quot;/&gt;&lt;property id=&quot;20183&quot; value=&quot;1&quot;/&gt;&lt;/object&gt;&lt;object type=&quot;12&quot; unique_id=&quot;158055&quot;&gt;&lt;/object&gt;&lt;/object&gt;&lt;object type=&quot;4&quot; unique_id=&quot;158054&quot;&gt;&lt;/object&gt;&lt;/object&gt;&lt;/database&gt;"/>
  <p:tag name="MMPROD_THEME_BG_IMAGE" val=""/>
  <p:tag name="MMPROD_TAG_VCONFIG" val="PD94bWwgdmVyc2lvbj0iMS4wIj8+DQo8Y29uZmlndXJhdGlvbj4NCgk8YnJhbmRpbmc+DQoJCTx1aWZvbnQgbmFtZT0iRk9OVF9OT1RFU19URVhUIiB2YWx1ZT0iVmVyZGFuYSw5LGZhbHNlLGZhbHNlLGZhbHNlIi8+DQoJPC9icmFuZGluZz4NCgk8Y29sb3JzPg0KCQk8dWljb2xvciBuYW1lPSJwcmltYXJ5IiB2YWx1ZT0iMHg2Rjg0ODgiLz4NCgkJPHVpY29sb3IgbmFtZT0iZ2xvdyIgdmFsdWU9IjB4NjA5NzczIi8+DQoJCTx1aWNvbG9yIG5hbWU9InRleHQiIHZhbHVlPSIweEZGRkZGRiIvPg0KCQk8dWljb2xvciBuYW1lPSJsaWdodCIgdmFsdWU9IjB4NEU1RDYwIi8+DQoJCTx1aWNvbG9yIG5hbWU9InNoYWRvdyIgdmFsdWU9IjB4MDAwMDAwIi8+DQoJCTx1aWNvbG9yIG5hbWU9ImJhY2tncm91bmQiIHZhbHVlPSIweDcyNzk3MSIvPg0KCTwvY29sb3JzPg0KCTxsYXlvdXQ+DQoJCTx1aXNob3cgbmFtZT0icHJlc2VudGF0aW9udGl0bGUiIHZhbHVlPSJ0cnVlIi8+PHVpc2hvdyBuYW1lPSJwcmVzZW50ZXJwaG90byIgdmFsdWU9InRydWUiLz48dWlzaG93IG5hbWU9InByZXNlbnRlcm5hbWUiIHZhbHVlPSJ0cnVlIi8+PHVpc2hvdyBuYW1lPSJwcmVzZW50ZXJ0aXRsZSIgdmFsdWU9InRydWUiLz48dWlzaG93IG5hbWU9InByZXNlbnRlcmVtYWlsIiB2YWx1ZT0idHJ1ZSIvPjx1aXNob3cgbmFtZT0icHJlc2VudGVyYmlvIiB2YWx1ZT0idHJ1ZSIvPjx1aXNob3cgbmFtZT0iY29tcGFueWxvZ28iIHZhbHVlPSJ0cnVlIi8+PHVpc2hvdyBuYW1lPSJzaWRlYmFyIiB2YWx1ZT0idHJ1ZSIvPjx1aXNob3cgbmFtZT0ib3V0bGluZSIgdmFsdWU9InRydWUiLz48dWlzaG93IG5hbWU9InRodW1ibmFpbCIgdmFsdWU9InRydWUiLz4NCgkJPHVpc2hvdyBuYW1lPSJub3RlcyIgdmFsdWU9InRydWUiLz48dWlzaG93IG5hbWU9InNlYXJjaCIgdmFsdWU9InRydWUiLz48dWlzaG93IG5hbWU9InF1aXoiIHZhbHVlPSJ0cnVlIi8+PHVpc2hvdyBuYW1lPSJhdHRhY2htZW50cyIgdmFsdWU9InRydWUiLz48dWlzaG93IG5hbWU9InV0aWxzIiB2YWx1ZT0idHJ1ZSIvPjx1aXNob3cgbmFtZT0idm9sdW1lIiB2YWx1ZT0idHJ1ZSIvPjx1aXNob3cgbmFtZT0icGxheWJhciIgdmFsdWU9InRydWUiLz48dWlzaG93IG5hbWU9InRhbGtpbmdoZWFkIiB2YWx1ZT0idHJ1ZSIvPjx1aXNob3cgbmFtZT0ic2lkZWJhcm9ucmlnaHQiIHZhbHVlPSJ0cnVlIi8+PHVpc2hvdyBuYW1lPSJ2aWV3Y2hhbmdlIiB2YWx1ZT0idHJ1ZSIvPjx1aXNob3cgbmFtZT0iYWx3YXlzU2NydW5jaCIgdmFsdWU9ImZhbHNlIi8+PHVpc2hvdyBuYW1lPSJpbml0aWFsZGlzcGxheW1vZGVpc25vcm1hbCIgdmFsdWU9InRydWUiLz48dWlyZXBsYWNlIG5hbWU9ImxvZ28iIHZhbHVlPSIiLz48dWlyZXBsYWNlIG5hbWU9ImJnaW1hZ2UiIHZhbHVlPSIiLz48dWlyZXBsYWNlIG5hbWU9ImluaXRpYWx0YWIiIHZhbHVlPSJvdXRsaW5lIi8+PHVpc2hvdyBuYW1lPSJjY3RleHRoaWdobGlnaHRpbmciIHZhbHVlPSJ0cnVlIi8+DQoJPC9sYXlvdXQ+DQoJPHByZWxvYWRlcj48c2V0Qm9vbCBuYW1lPSJkaXNhYmxlQXNzZXRQcmVsb2FkZXIiIHZhbHVlPSJ0cnVlIi8+PC9wcmVsb2FkZXI+PGxhbmd1YWdlIGlkPSJlb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3RvcHBlZCIvPg0KCQk8dWl0ZXh0IG5hbWU9IlNDUlVCQkFSU1RBVFVTX1BMQVlJTkciIHZhbHVlPSJQbGF5aW5nIi8+DQoJCTx1aXRleHQgbmFtZT0iU0NSVUJCQVJTVEFUVVNfTk9BVURJTyIgdmFsdWU9Ik5vIEF1ZGlvIi8+DQoJCTx1aXRleHQgbmFtZT0iU0NSVUJCQVJTVEFUVVNfVklEUExBWUlORyIgdmFsdWU9IlZpZGVvIFBsYXlpbmciLz4NCgkJPHVpdGV4dCBuYW1lPSJTQ1JVQkJBUlNUQVRVU19MT0FESU5HIiB2YWx1ZT0iTG9hZGluZyIvPg0KCQk8dWl0ZXh0IG5hbWU9IlNDUlVCQkFSU1RBVFVTX0JVRkZFUklORyIgdmFsdWU9IkJ1ZmZlcmluZyIvPg0KCQk8dWl0ZXh0IG5hbWU9IlNDUlVCQkFSU1RBVFVTX1FVRVNUSU9OIiB2YWx1ZT0iQW5zd2VyIFF1ZXN0aW9uIi8+DQoJCTx1aXRleHQgbmFtZT0iU0NSVUJCQVJTVEFUVVNfUkVWSUVXUVVJWiIgdmFsdWU9IlJldmlld2luZyBRdWl6Ii8+DQoJCTwhLS0gc3Vic3RpdHV0aW9uOiAlbSA9PSBtaW51dGVzIHJlbWFpbmluZyAtLT4NCgkJPCEtLSBzdWJzdGl0dXRpb246ICVzID09IHNlY29uZHMgcmVtYWluaW5nIC0tPg0KCQk8dWl0ZXh0IG5hbWU9IkVMQVBTRUQiIHZhbHVlPSIlbSBNaW51dGVzICVzIFNlY29uZHMgUmVtYWluaW5nIi8+DQoJCTx1aXRleHQgbmFtZT0iTk9URk9VTkQiIHZhbHVlPSJOb3RoaW5nIEZvdW5kIi8+DQoJCTx1aXRleHQgbmFtZT0iQVRUQUNITUVOVFMiIHZhbHVlPSJBdHRhY2htZW50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Y3QiLz4NCgkJPHVpdGV4dCBuYW1lPSJUQUJfUVVJWiIgdmFsdWU9IlF1aXoiLz4NCgkJPHVpdGV4dCBuYW1lPSJUQUJfT1VUTElORSIgdmFsdWU9Ik91dGxpbmUiLz4NCgkJPHVpdGV4dCBuYW1lPSJUQUJfVEhVTUIiIHZhbHVlPSJUaHVtYiIvPg0KCQk8dWl0ZXh0IG5hbWU9IlRBQl9OT1RFUyIgdmFsdWU9Ik5vdGVzIi8+DQoJCTx1aXRleHQgbmFtZT0iVEFCX1NFQVJDSCIgdmFsdWU9IlNlYXJjaCIvPg0KCQk8dWl0ZXh0IG5hbWU9IlNMSURFX0hFQURJTkciIHZhbHVlPSJTbGlkZSBUaXRsZSIvPg0KCQk8dWl0ZXh0IG5hbWU9IkRVUkFUSU9OX0hFQURJTkciIHZhbHVlPSJEdXJhdGlvbiIvPg0KCQk8dWl0ZXh0IG5hbWU9IlNFQVJDSF9IRUFESU5HIiB2YWx1ZT0iU2VhcmNoIGZvciB0ZXh0OiIvPg0KCQk8dWl0ZXh0IG5hbWU9IlRIVU1CX0hFQURJTkciIHZhbHVlPSJTbGlkZSIvPg0KCQk8dWl0ZXh0IG5hbWU9IlRIVU1CX0lORk8iIHZhbHVlPSJTbGlkZSBUaXRsZS9EdXJhdGlvbiIvPg0KCQk8dWl0ZXh0IG5hbWU9IkFUVEFDSE5BTUVfSEVBRElORyIgdmFsdWU9IkZpbGUgTmFtZSIvPg0KCQk8dWl0ZXh0IG5hbWU9IkFUVEFDSFNJWkVfSEVBRElORyIgdmFsdWU9IlNpemUiLz4NCgkJPHVpdGV4dCBuYW1lPSJTTElERV9OT1RFUyIgdmFsdWU9IlNsaWRlIE5vdGVzIi8+DQoJCTx1aXRleHQgbmFtZT0iQ09VUlNFX1NUQVRVUyIgdmFsdWU9Ik1vZHVsZSBTdGF0dXMiLz4NCgkJPHVpdGV4dCBuYW1lPSJQQVNTRURfU1RSSU5HIiB2YWx1ZT0iUGFzc2VkIi8+DQoJCTx1aXRleHQgbmFtZT0iRkFJTEVEX1NUUklORyIgdmFsdWU9IkZhaWxlZCIvPg0KCQk8IS0tcXVpeiBwb2QgYW5kIG1lc3NhZ2UgYm94IHRleHRz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FVSVpQT0RfUVVJWl9BVFRFTVBUIiB2YWx1ZT0iUXVpeiBBdHRlbXB0OiIvPg0KCQk8dWl0ZXh0IG5hbWU9IlFVSVpQT0RfUVVJWl9BVFRFTVBUX1ZBTFVFIiB2YWx1ZT0iJW4gb2YgJXQiLz4NCgkJPHVpdGV4dCBuYW1lPSJRVUlaUE9EX1FVSVpfU0NPUkUiIHZhbHVlPSJTY29yZWQ6Ii8+DQoJCTx1aXRleHQgbmFtZT0iUVVJWlBPRF9RVUlaX1BBU1NTQ09SRSIgdmFsdWU9IlBhc3NpbmcgU2NvcmU6Ii8+DQoJCTx1aXRleHQgbmFtZT0iUVVJWlBPRF9RVUlaX01BWFNDT1JFIiB2YWx1ZT0iTWF4IFNjb3JlOiIvPg0KCQk8dWl0ZXh0IG5hbWU9IlFVSVpQT0RfUVVFU0FUTVBUX1NUUiIgdmFsdWU9IkF0dGVtcHQ6ICVuIG9mICV0Ii8+DQoJCTx1aXRleHQgbmFtZT0iUVVJWlBPRF9RVUVTVFlQRV9TVFIiIHZhbHVlPSJUeXBlOiAlcyIvPg0KCQk8dWl0ZXh0IG5hbWU9IlFVSVpQT0RfUVVFU1RZUEVfR1JEIiB2YWx1ZT0iR3JhZGVkIi8+DQoJCTx1aXRleHQgbmFtZT0iUVVJWlBPRF9RVUVTVFlQRV9TVlkiIHZhbHVlPSJTdXJ2ZXkiLz4NCgkJPHVpdGV4dCBuYW1lPSJRVUlaUE9EX1FVSVpBVE1QVF9JTkYiIHZhbHVlPSJJbmZpbml0ZSIvPg0KCQk8dWl0ZXh0IG5hbWU9IlFVSVpQT0RfUVVFU0FUTVBUX0lORiIgdmFsdWU9IkluZmluaXRlIi8+DQoJCTx1aXRleHQgbmFtZT0iV0FSTklOR01TR19ZRVNTVFJJTkciIHZhbHVlPSJZZXMiLz4NCgkJPHVpdGV4dCBuYW1lPSJXQVJOSU5HTVNHX05PU1RSSU5HIiB2YWx1ZT0iTm8iLz4NCgkJPHVpdGV4dCBuYW1lPSJXQVJOSU5HTVNHX1RJVExFU1RSSU5HIiB2YWx1ZT0iUXVpeiBOYXZpZ2F0aW9uIFdhcm5pbmciLz4NCgkJPHVpdGV4dCBuYW1lPSJXQVJOSU5HTVNHX01TR1NUUklORyIgdmFsdWU9IlRoZXJlIGFyZSB1bi1hdHRlbXB0ZWQgcXVlc3Rpb25zIGluIHRoaXMgUXVpei4mI3hBOyYjeEE7Q2xpY2tpbmcgWWVzIHdpbGwgdGFrZSB5b3Ugb3V0IG9mIHRoZSBRdWl6LiBDbGljayBObyB0byBjb250aW51ZSB0aGUgUXVpei4iLz4NCgkJPHVpdGV4dCBuYW1lPSJJTkZPUk1BVElPTl9IMjY0X0ZMQVNIUExBWUVSIiB2YWx1ZT0iVGhlIGN1cnJlbnQgdmVyc2lvbiBvZiBGbGFzaCBQbGF5ZXIgaW5zdGFsbGVkIG9uIHlvdXIgbWFjaGluZSBkb2VzIG5vdCBzdXBwb3J0IHRoaXMgdmlkZW8uIENsaWNrIG9uIHRoZSB2aWRlbyBhcmVhIHRvIGRvd25sb2FkIHRoZSBsYXRlc3Q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TaG93IHNpZGViYXIgdG8gcGFydGljaXBhbnRzIi8+DQoJCTx1aXRleHQgbmFtZT0iTVVURSIgdmFsdWU9Ik11dGUiLz4NCgkJPHVpdGV4dCBuYW1lPSJET0NXUkFQX1RJVExFIiB2YWx1ZT0iUHJlc2VudGVyIEZpbGUgQXR0YWNobWVudCIvPg0KCQk8dWl0ZXh0IG5hbWU9IkRPQ1dSQVBfTVNHIiB2YWx1ZT0iU2F2ZSB0byBNeSBDb21wdXRlciIvPg0KCQk8dWl0ZXh0IG5hbWU9IkRPQ1dSQVBfUFJPTVBUIiB2YWx1ZT0iQ2xpY2sgdG8gRG93bmxvYWQiLz4NCgk8L2xhbmd1YWdlPg0KCTxsYW5ndWFnZSBpZD0iYX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2KrYrdiw2YrYsSDYudmGINin2YTZhdix2YHZgtin2KoiLz4NCgkJPHVpdGV4dCBuYW1lPSJBVFRBQ0hNRU5UX1BSRVZJRVdfV0FSTklOR01TRyIgdmFsdWU9ItmE2Kcg2YrZhdmD2YYg2YHYqtitINin2YTZhdix2YHZgtin2Kog2YHZiiDZhtmF2Lcg2KfZhNmF2LnYp9mK2YbYqS4g2KfZhNix2KzYp9ihINin2LPYqtiu2K/Yp9mFINmG2LTYsSDZhNix2KTZitipINin2YTZhtiq2KfYptisLiIvPg0KCQk8dWl0ZXh0IG5hbWU9IlVOTkFNRURTTElERVRJVExFIiB2YWx1ZT0i2LTYsdmK2K3YqSAlbiIvPg0KCQk8dWl0ZXh0IG5hbWU9IkNPTExBQl9MT0NBTF9QTEFZQkFDS19NU0ciIHZhbHVlPSLZitis2LHZiiDYrdin2YTZitin2Ysg2KrYtNi62YrZhCDYp9mE2YXYrdiq2YjZiSDZhdit2YTZitin2YsuINin2YTYqti52KfZiNmGINmE2Kcg2YrYudmF2YQg2YHZiiDZh9iw2Kcg2KfZhNmI2LbYuS4iLz4NCgkJPHVpdGV4dCBuYW1lPSJDT0xMQUJfTE9DQUxfUExBWUJBQ0tfVElUTEUiIHZhbHVlPSLYqti02LrZitmEINmF2K3ZhNmKIi8+DQoJCTx1aXRleHQgbmFtZT0iQ09MTEFCX0xPQ0FMX1BMQVlCQUNLQlROIiB2YWx1ZT0i2YXZiNin2YHZgiIvPg0KCQk8IS0tIHN1YnN0aXR1dGlvbjogJW4gPT0gc2xpZGUgbnVtYmVyIC0tPg0KCQk8IS0tIHN1YnN0aXR1dGlvbjogJXQgPT0gdG90YWwgc2xpZGUgY291bnQgLS0+DQoJCTx1aXRleHQgbmFtZT0iU0NSVUJCQVJTVEFUVVNfU0xJREVJTkZPIiB2YWx1ZT0i2LTYsdmK2K3YqSAlbiAvICV0IHwgIi8+DQoJCTx1aXRleHQgbmFtZT0iU0NSVUJCQVJTVEFUVVNfU1RPUFBFRCIgdmFsdWU9ItmF2KrZiNmC2YEiLz4NCgkJPHVpdGV4dCBuYW1lPSJTQ1JVQkJBUlNUQVRVU19QTEFZSU5HIiB2YWx1ZT0i2YLZitivINin2YTYqti02LrZitmEIi8+DQoJCTx1aXRleHQgbmFtZT0iU0NSVUJCQVJTVEFUVVNfTk9BVURJTyIgdmFsdWU9ItmE2Kcg2YrZiNis2K8g2LXZiNiqIi8+DQoJCTx1aXRleHQgbmFtZT0iU0NSVUJCQVJTVEFUVVNfVklEUExBWUlORyIgdmFsdWU9Itin2YTZgdmK2K/ZitmIINmC2YrYryDYp9mE2KrYtNi62YrZhCIvPg0KCQk8dWl0ZXh0IG5hbWU9IlNDUlVCQkFSU1RBVFVTX0xPQURJTkciIHZhbHVlPSLZitis2LHZiiDYp9mE2KLZhiDYp9mE2KrYrdmF2YrZhC4uLiIvPg0KCQk8dWl0ZXh0IG5hbWU9IlNDUlVCQkFSU1RBVFVTX0JVRkZFUklORyIgdmFsdWU9ItmK2KzYsdmKINin2YTYotmGINin2YTYqtiu2LLZitmGINin2YTZhdik2YLYqiIvPg0KCQk8dWl0ZXh0IG5hbWU9IlNDUlVCQkFSU1RBVFVTX1FVRVNUSU9OIiB2YWx1ZT0i2KfZhNil2KzYp9io2Kkg2LnZhNmJINin2YTYs9ik2KfZhCIvPg0KCQk8dWl0ZXh0IG5hbWU9IlNDUlVCQkFSU1RBVFVTX1JFVklFV1FVSVoiIHZhbHVlPSLZhdix2KfYrNi52Kkg2KfZhNmF2LPYp9io2YLYqSIvPg0KCQk8IS0tIHN1YnN0aXR1dGlvbjogJW0gPT0gbWludXRlcyByZW1haW5pbmcgLS0+DQoJCTwhLS0gc3Vic3RpdHV0aW9uOiAlcyA9PSBzZWNvbmRzIHJlbWFpbmluZyAtLT4NCgkJPHVpdGV4dCBuYW1lPSJFTEFQU0VEIiB2YWx1ZT0iJW0g2K/Zgtin2KbZgiVzINir2YjYp9mGINmF2KrYqNmC2YrYqSIvPg0KCQk8dWl0ZXh0IG5hbWU9Ik5PVEZPVU5EIiB2YWx1ZT0i2YTZhSDZitmP2LnYq9ixINi52YTZiSDYtNmK2KEiLz4NCgkJPHVpdGV4dCBuYW1lPSJBVFRBQ0hNRU5UUyIgdmFsdWU9Itin2YTZhdix2YHZgtin2KoiLz4NCgkJPCEtLSBzdWJzdGl0dXRpb246ICVwID09IGN1cnJlbnQgc3BlYWtlcidzIHRpdGxlIC0tPg0KCQk8dWl0ZXh0IG5hbWU9IkJJT1dJTl9USVRMRSIgdmFsdWU9Itin2YTYs9mK2LHYqSDYp9mE2LDYp9iq2YrYqTogJXAiLz4NCgkJPHVpdGV4dCBuYW1lPSJCSU9CVE5fVElUTEUiIHZhbHVlPSLYp9mE2LPZitix2Kkg2KfZhNiw2KfYqtmK2KkiLz4NCgkJPHVpdGV4dCBuYW1lPSJESVZJREVSQlROX1RJVExFIiB2YWx1ZT0ifCIvPg0KCQk8dWl0ZXh0IG5hbWU9IkNPTlRBQ1RCVE5fVElUTEUiIHZhbHVlPSLYp9iq2LXYp9mEIi8+DQoJCTx1aXRleHQgbmFtZT0iVEFCX1FVSVoiIHZhbHVlPSLZhdiz2KfYqNmC2KkiLz4NCgkJPHVpdGV4dCBuYW1lPSJUQUJfT1VUTElORSIgdmFsdWU9ItmF2K7Yt9i3Ii8+DQoJCTx1aXRleHQgbmFtZT0iVEFCX1RIVU1CIiB2YWx1ZT0i2YXYtdi62ZHYsdipIi8+DQoJCTx1aXRleHQgbmFtZT0iVEFCX05PVEVTIiB2YWx1ZT0i2YXZhNin2K3YuNin2KoiLz4NCgkJPHVpdGV4dCBuYW1lPSJUQUJfU0VBUkNIIiB2YWx1ZT0i2KjYrdirIi8+DQoJCTx1aXRleHQgbmFtZT0iU0xJREVfSEVBRElORyIgdmFsdWU9Iti52YbZiNin2YYg2KfZhNi02LHZitit2KkgIi8+DQoJCTx1aXRleHQgbmFtZT0iRFVSQVRJT05fSEVBRElORyIgdmFsdWU9ItmF2K/YqSIvPg0KCQk8dWl0ZXh0IG5hbWU9IlNFQVJDSF9IRUFESU5HIiB2YWx1ZT0iOtin2YTYqNit2Ksg2LnZhiDZhti1Ii8+DQoJCTx1aXRleHQgbmFtZT0iVEhVTUJfSEVBRElORyIgdmFsdWU9Iti02LHZitit2KkiLz4NCgkJPHVpdGV4dCBuYW1lPSJUSFVNQl9JTkZPIiB2YWx1ZT0i2LnZhtmI2KfZhi/Zhdiv2Kkg2KfZhNi02LHZitit2KkiLz4NCgkJPHVpdGV4dCBuYW1lPSJBVFRBQ0hOQU1FX0hFQURJTkciIHZhbHVlPSLYp9iz2YUg2KfZhNmF2YTZgSIvPg0KCQk8dWl0ZXh0IG5hbWU9IkFUVEFDSFNJWkVfSEVBRElORyIgdmFsdWU9Itin2YTYrdis2YUiLz4NCgkJPHVpdGV4dCBuYW1lPSJTTElERV9OT1RFUyIgdmFsdWU9ItmF2YTYp9it2LjYp9iqINin2YTYtNix2YrYrdipIi8+DQoJCTx1aXRleHQgbmFtZT0iQ09VUlNFX1NUQVRVUyIgdmFsdWU9Itit2KfZhNipINin2YTZiNit2K/YqSIvPg0KCQk8dWl0ZXh0IG5hbWU9IlBBU1NFRF9TVFJJTkciIHZhbHVlPSLZhtis2KfYrSIvPg0KCQk8dWl0ZXh0IG5hbWU9IkZBSUxFRF9TVFJJTkciIHZhbHVlPSLZgdi02YQiLz4NCgkJPCEtLXF1aXogcG9kIGFuZCBtZXNzYWdlIGJveCB0ZXh0cy0tPg0KCQk8dWl0ZXh0IG5hbWU9IlFVSVpQT0RfUVVJWl9BVFRFTVBUIiB2YWx1ZT0i2LHZgtmFINin2YTZhdit2KfZiNmE2Kkg2YHZiiDYp9mE2YXYs9in2KjZgtipOiIvPg0KCQk8dWl0ZXh0IG5hbWU9IlFVSVpQT0RfUVVJWl9BVFRFTVBUX1ZBTFVFIiB2YWx1ZT0iJW4g2YXZhiAldCIvPg0KCQk8dWl0ZXh0IG5hbWU9IlFVSVpQT0RfUVVJWl9TQ09SRSIgdmFsdWU9IjrYp9mE2K/Ysdis2Kkg2KfZhNmF2LPYrNmE2KkiLz4NCgkJPHVpdGV4dCBuYW1lPSJRVUlaUE9EX1FVSVpfUEFTU1NDT1JFIiB2YWx1ZT0iOtiv2LHYrNipINin2YTZhtis2KfYrSIvPg0KCQk8dWl0ZXh0IG5hbWU9IlFVSVpQT0RfUVVJWl9NQVhTQ09SRSIgdmFsdWU9IjrYp9mE2K/Ysdis2Kkg2KfZhNmC2LXZiNmJIi8+DQoJCTx1aXRleHQgbmFtZT0iUVVJWlBPRF9RVUVTQVRNUFRfU1RSIiB2YWx1ZT0i2KfZhNmF2K3Yp9mI2YTYqSAlbiDZhdmGICV0Ii8+DQoJCTx1aXRleHQgbmFtZT0iUVVJWlBPRF9RVUVTVFlQRV9TVFIiIHZhbHVlPSLYp9mE2YbZiNi5OiAlcyIvPg0KCQk8dWl0ZXh0IG5hbWU9IlFVSVpQT0RfUVVFU1RZUEVfR1JEIiB2YWx1ZT0i2KrZhSDYqti12K3Zitit2YciLz4NCgkJPHVpdGV4dCBuYW1lPSJRVUlaUE9EX1FVRVNUWVBFX1NWWSIgdmFsdWU9Itin2LPYqti32YTYp9i5Ii8+DQoJCTx1aXRleHQgbmFtZT0iUVVJWlBPRF9RVUlaQVRNUFRfSU5GIiB2YWx1ZT0i2YTYpyDZhtmH2KfYptmKIi8+DQoJCTx1aXRleHQgbmFtZT0iUVVJWlBPRF9RVUVTQVRNUFRfSU5GIiB2YWx1ZT0i2YTYpyDZhtmH2KfYptmKIi8+DQoJCTx1aXRleHQgbmFtZT0iV0FSTklOR01TR19ZRVNTVFJJTkciIHZhbHVlPSLZhti52YUiLz4NCgkJPHVpdGV4dCBuYW1lPSJXQVJOSU5HTVNHX05PU1RSSU5HIiB2YWx1ZT0i2YTYpyIvPg0KCQk8dWl0ZXh0IG5hbWU9IldBUk5JTkdNU0dfVElUTEVTVFJJTkciIHZhbHVlPSLYqtit2LDZitixINi52YYg2KfZhNiq2YbZgtmEINmB2Yog2KfZhNmF2LPYp9io2YLYqSIvPg0KCQk8dWl0ZXh0IG5hbWU9IldBUk5JTkdNU0dfTVNHU1RSSU5HIiB2YWx1ZT0i2YfZhtin2YMg2KPYs9im2YTYqSDZhNmFINiq2KrZhSDYp9mE2KXYrNin2KjYqSDYudmE2YrZh9inINmB2Yog2KfZhNmF2LPYp9io2YLYqS4g2KfZhNmG2YLYsSDYudmE2Ykg2YbYudmFINiz2YrYrtix2KzZgyDZhdmGINin2YTZhdiz2KfYqNmC2KkuINin2YbZgtixINmE2Kcg2YTZhdiq2KfYqNi52Kkg2KfZhNmF2LPYp9io2YLYqS4iLz4NCgkJPHVpdGV4dCBuYW1lPSJJTkZPUk1BVElPTl9IMjY0X0ZMQVNIUExBWUVSIiB2YWx1ZT0i2YbYs9iu2KkgRmxhc2ggUGxheWVyICDYp9mE2YXYq9io2KrYqSDYrdin2YTZitin2Ysg2LnZhNmJINis2YfYp9iy2YMg2YTYpyDYqtiv2LnZhSDZh9iw2Kcg2KfZhNmB2YrYr9mK2YguINin2YbZgtixINi52YTZiSDZhdmG2LfZgtipINin2YTZgdmK2K/ZitmIINmE2KrZhtiy2YrZhCDYo9it2K/YqyDZhtiz2K7YqSDZhdmGIEZsYXNoIFBsYXllc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2KXYuNmH2KfYsSDYp9mE2LTYsdmK2Lcg2KfZhNis2KfZhtio2Yog2YTZhNmF2LTYp9ix2YPZitmGIi8+DQoJCTx1aXRleHQgbmFtZT0iTVVURSIgdmFsdWU9Iti12KfZhdiqIi8+DQoJCTx1aXRleHQgbmFtZT0iRE9DV1JBUF9USVRMRSIgdmFsdWU9Itin2YTZhdmE2YHYp9iqINin2YTZhdix2YHZgtipINmB2YogUHJlc2VudGVyIi8+DQoJCTx1aXRleHQgbmFtZT0iRE9DV1JBUF9NU0ciIHZhbHVlPSLYp9mE2K3Zgdi4INmB2Yog2KzZh9in2LIg2KfZhNmD2YXYqNmK2YjYqtixIi8+DQoJCTx1aXRleHQgbmFtZT0iRE9DV1JBUF9QUk9NUFQiIHZhbHVlPSLYp9mG2YLYsSDZh9mG2Kcg2YTZhNiq2YbYstmK2YQiLz4NCgk8L2xhbmd1YWdlPg0KCTxsYW5ndWFnZSBpZD0iZGU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V2FybnVuZyBiZWltIMOWZmZuZW4gdm9uIEFubGFnZW4iLz4NCgkJPHVpdGV4dCBuYW1lPSJBVFRBQ0hNRU5UX1BSRVZJRVdfV0FSTklOR01TRyIgdmFsdWU9IkFuaMOkbmdlIGvDtm5uZW4gbmljaHQgaW0gVm9yc2NoYXUtTW9kdXMgZ2XDtmZmbmV0IHdlcmRlbi4gVmVyd2VuZGVuIFNpZSDigJ5WZXLDtmZmZW50bGljaGVu4oCcLCB1bSBkaWUgRXJnZWJuaXNzZSBhbnp1emVpZ2VuLiIvPg0KCQk8dWl0ZXh0IG5hbWU9IkNPTExBQl9MT0NBTF9QTEFZQkFDS19NU0ciIHZhbHVlPSJJbmhhbHQgd2lyZCBsb2thbCBnZXNwaWVsdC4gWnVzYW1tZW5hcmJlaXQgZnVua3Rpb25pZXJ0IGluIGRpZXNlbSBNb2R1cyBuaWNodC4iLz4NCgkJPHVpdGV4dCBuYW1lPSJDT0xMQUJfTE9DQUxfUExBWUJBQ0tfVElUTEUiIHZhbHVlPSJMb2thbGUgV2llZGVyZ2FiZSIvPg0KCQk8dWl0ZXh0IG5hbWU9IkNPTExBQl9MT0NBTF9QTEFZQkFDS0JUTiIgdmFsdWU9Ik9LIi8+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HVpdGV4dCBuYW1lPSJDT1VSU0VfU1RBVFVTIiB2YWx1ZT0iTW9kdWxzdGF0dXMiLz4NCgkJPHVpdGV4dCBuYW1lPSJQQVNTRURfU1RSSU5HIiB2YWx1ZT0iRXJmb2xncmVpY2giLz4NCgkJPHVpdGV4dCBuYW1lPSJGQUlMRURfU1RSSU5HIiB2YWx1ZT0iRmVobGdlc2NobGFn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QXVzIi8+DQoJCTx1aXRleHQgbmFtZT0iRE9DV1JBUF9USVRMRSIgdmFsdWU9IlByZXNlbnRlci1BbmhhbmciLz4NCgkJPHVpdGV4dCBuYW1lPSJET0NXUkFQX01TRyIgdmFsdWU9IkF1ZiBtZWluZW0gQXJiZWl0c3BsYXR6IHNwZWljaGVybiIvPg0KCQk8dWl0ZXh0IG5hbWU9IkRPQ1dSQVBfUFJPTVBUIiB2YWx1ZT0iWnVtIEhlcnVudGVybGFkZW4ga2xpY2tlbiIvPg0KCTwvbGFuZ3VhZ2U+DQoJPGxhbmd1YWdlIGlkPSJm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VydGlzc2VtZW50IGNvbmNlcm5hbnQgbGEgcGnDqGNlIGpvaW50ZSIvPg0KCQk8dWl0ZXh0IG5hbWU9IkFUVEFDSE1FTlRfUFJFVklFV19XQVJOSU5HTVNHIiB2YWx1ZT0iTGVzIHBpw6hjZXMgam9pbnRlcyBuZSBwZXV2ZW50IHBhcyDDqnRyZSBvdXZlcnRlcyBlbiBtb2RlIEFwZXLDp3UuIFV0aWxpc2V6IGxhIHB1YmxpY2F0aW9uIHBvdXIgYWZmaWNoZXIgbGVzIHLDqXN1bHRhdHMuIi8+DQoJCTx1aXRleHQgbmFtZT0iQ09MTEFCX0xPQ0FMX1BMQVlCQUNLX01TRyIgdmFsdWU9IkxlIGNvbnRlbnUgZXN0IGx1IGxvY2FsZW1lbnQuIExhIGNvbGxhYm9yYXRpb24gbuKAmWVzdCBwYXMgcHJpc2UgZW4gY2hhcmdlIHBvdXIgY2UgbW9kZS4iLz4NCgkJPHVpdGV4dCBuYW1lPSJDT0xMQUJfTE9DQUxfUExBWUJBQ0tfVElUTEUiIHZhbHVlPSJMZWN0dXJlIGxvY2FsZSIvPg0KCQk8dWl0ZXh0IG5hbWU9IkNPTExBQl9MT0NBTF9QTEFZQkFDS0JUTiIgdmFsdWU9Ik9rIi8+DQoJCTx1aXRleHQgbmFtZT0iVU5OQU1FRFNMSURFVElUTEUiIHZhbHVlPSJEaWFwb3NpdGl2ZSAlbiIvPg0KCQk8IS0tIHN1YnN0aXR1dGlvbjogJW4gPT0gc2xpZGUgbnVtYmVyIC0tPg0KCQk8IS0tIHN1YnN0aXR1dGlvbjogJXQgPT0gdG90YWwgc2xpZGUgY291bnQgLS0+DQoJCTx1aXRleHQgbmFtZT0iU0NSVUJCQVJTVEFUVVNfU0xJREVJTkZPIiB2YWx1ZT0iRGlhcG9zaXRpdmUgJW4gLyAldCB8ICIvPg0KCQk8dWl0ZXh0IG5hbWU9IlNDUlVCQkFSU1RBVFVTX1NUT1BQRUQiIHZhbHVlPSJBcnLDqnTDqWUiLz4NCgkJPHVpdGV4dCBuYW1lPSJTQ1JVQkJBUlNUQVRVU19QTEFZSU5HIiB2YWx1ZT0iTGVjdHVyZSIvPg0KCQk8dWl0ZXh0IG5hbWU9IlNDUlVCQkFSU1RBVFVTX05PQVVESU8iIHZhbHVlPSJQYXMgZGUgc29uIi8+DQoJCTx1aXRleHQgbmFtZT0iU0NSVUJCQVJTVEFUVVNfVklEUExBWUlORyIgdmFsdWU9IkxlY3R1cmUgdmlkw6lvIGVuIGNvdXJzIi8+DQoJCTx1aXRleHQgbmFtZT0iU0NSVUJCQVJTVEFUVVNfTE9BRElORyIgdmFsdWU9IkNoYXJnZW1lbnQgZW4gY291cnMiLz4NCgkJPHVpdGV4dCBuYW1lPSJTQ1JVQkJBUlNUQVRVU19CVUZGRVJJTkciIHZhbHVlPSJNaXNlIGVuIG3DqW1vaXJlIi8+DQoJCTx1aXRleHQgbmFtZT0iU0NSVUJCQVJTVEFUVVNfUVVFU1RJT04iIHZhbHVlPSJSw6lwb25kcmUgw6AgbGEgcXVlc3Rpb24iLz4NCgkJPHVpdGV4dCBuYW1lPSJTQ1JVQkJBUlNUQVRVU19SRVZJRVdRVUlaIiB2YWx1ZT0iUsOpdmlzaW9uIGR1IHF1ZXN0aW9ubmFpcmUiLz4NCgkJPCEtLSBzdWJzdGl0dXRpb246ICVtID09IG1pbnV0ZXMgcmVtYWluaW5nIC0tPg0KCQk8IS0tIHN1YnN0aXR1dGlvbjogJXMgPT0gc2Vjb25kcyByZW1haW5pbmcgLS0+DQoJCTx1aXRleHQgbmFtZT0iRUxBUFNFRCIgdmFsdWU9IiVtIG1pbnV0ZXMgJXMgc2Vjb25kZXMgcmVzdGFudGVzIi8+DQoJCTx1aXRleHQgbmFtZT0iTk9URk9VTkQiIHZhbHVlPSJSaWVuIHRyb3V2w6kiLz4NCgkJPHVpdGV4dCBuYW1lPSJBVFRBQ0hNRU5UUyIgdmFsdWU9IlBpw6hjZXMgam9pbnRlcyIvPg0KCQk8IS0tIHN1YnN0aXR1dGlvbjogJXAgPT0gY3VycmVudCBzcGVha2VyJ3MgdGl0bGUgLS0+DQoJCTx1aXRleHQgbmFtZT0iQklPV0lOX1RJVExFIiB2YWx1ZT0iQmlvIDogJXAiLz4NCgkJPHVpdGV4dCBuYW1lPSJCSU9CVE5fVElUTEUiIHZhbHVlPSJCaW8gOiIvPg0KCQk8dWl0ZXh0IG5hbWU9IkRJVklERVJCVE5fVElUTEUiIHZhbHVlPSJ8Ii8+DQoJCTx1aXRleHQgbmFtZT0iQ09OVEFDVEJUTl9USVRMRSIgdmFsdWU9IkNvbnRhY3QiLz4NCgkJPHVpdGV4dCBuYW1lPSJUQUJfUVVJWiIgdmFsdWU9IlF1aXoiLz4NCgkJPHVpdGV4dCBuYW1lPSJUQUJfT1VUTElORSIgdmFsdWU9IlBsYW4iLz4NCgkJPHVpdGV4dCBuYW1lPSJUQUJfVEhVTUIiIHZhbHVlPSJEaWFwb3MiLz4NCgkJPHVpdGV4dCBuYW1lPSJUQUJfTk9URVMiIHZhbHVlPSJOb3RlcyIvPg0KCQk8dWl0ZXh0IG5hbWU9IlRBQl9TRUFSQ0giIHZhbHVlPSJSZWNoZXJjaGUiLz4NCgkJPHVpdGV4dCBuYW1lPSJTTElERV9IRUFESU5HIiB2YWx1ZT0iVGl0cmUgZGUgbGEgZGlhcG9zaXRpdmUiLz4NCgkJPHVpdGV4dCBuYW1lPSJEVVJBVElPTl9IRUFESU5HIiB2YWx1ZT0iRHVyw6llIi8+DQoJCTx1aXRleHQgbmFtZT0iU0VBUkNIX0hFQURJTkciIHZhbHVlPSJSZWNoZXJjaGUgZGUgdGV4dGUgOiIvPg0KCQk8dWl0ZXh0IG5hbWU9IlRIVU1CX0hFQURJTkciIHZhbHVlPSJEaWFwb3NpdGl2ZSIvPg0KCQk8dWl0ZXh0IG5hbWU9IlRIVU1CX0lORk8iIHZhbHVlPSJUaXRyZS9kdXLDqWUiLz4NCgkJPHVpdGV4dCBuYW1lPSJBVFRBQ0hOQU1FX0hFQURJTkciIHZhbHVlPSJOb20gZGUgZmljaGllciIvPg0KCQk8dWl0ZXh0IG5hbWU9IkFUVEFDSFNJWkVfSEVBRElORyIgdmFsdWU9IlRhaWxsZSIvPg0KCQk8dWl0ZXh0IG5hbWU9IlNMSURFX05PVEVTIiB2YWx1ZT0iQ29tbWVudGFpcmVzIGRlcyBkaWFwb3NpdGl2ZXMiLz4NCgkJPHVpdGV4dCBuYW1lPSJDT1VSU0VfU1RBVFVTIiB2YWx1ZT0iU3RhdHV0IGR1IG1vZHVsZSIvPg0KCQk8dWl0ZXh0IG5hbWU9IlBBU1NFRF9TVFJJTkciIHZhbHVlPSJSw6l1c3NpIi8+DQoJCTx1aXRleHQgbmFtZT0iRkFJTEVEX1NUUklORyIgdmFsdWU9IkVjaG91w6kiLz4NCgkJPCEtLXF1aXogcG9kIGFuZCBtZXNzYWdlIGJveCB0ZXh0cy0tPg0KCQk8dWl0ZXh0IG5hbWU9IlFVSVpQT0RfUVVJWl9BVFRFTVBUIiB2YWx1ZT0iVGVudGF0aXZlIGRlIHF1ZXN0aW9ubmFpcmUgOiIvPg0KCQk8dWl0ZXh0IG5hbWU9IlFVSVpQT0RfUVVJWl9BVFRFTVBUX1ZBTFVFIiB2YWx1ZT0iJW4gc3VyICV0Ii8+DQoJCTx1aXRleHQgbmFtZT0iUVVJWlBPRF9RVUlaX1NDT1JFIiB2YWx1ZT0iTm90ZSBvYnRlbnVlIDoiLz4NCgkJPHVpdGV4dCBuYW1lPSJRVUlaUE9EX1FVSVpfUEFTU1NDT1JFIiB2YWx1ZT0iTm90ZSBkJ2FkbWlzc2liaWxpdMOpwqA6Ii8+DQoJCTx1aXRleHQgbmFtZT0iUVVJWlBPRF9RVUlaX01BWFNDT1JFIiB2YWx1ZT0iTm90ZSBtYXhpbWFsZSA6Ii8+DQoJCTx1aXRleHQgbmFtZT0iUVVJWlBPRF9RVUVTQVRNUFRfU1RSIiB2YWx1ZT0iVGVudGF0aXZlIDogJW4gc3VyICV0Ii8+DQoJCTx1aXRleHQgbmFtZT0iUVVJWlBPRF9RVUVTVFlQRV9TVFIiIHZhbHVlPSJUeXBlOiAlcyIvPg0KCQk8dWl0ZXh0IG5hbWU9IlFVSVpQT0RfUVVFU1RZUEVfR1JEIiB2YWx1ZT0iTm90w6kiLz4NCgkJPHVpdGV4dCBuYW1lPSJRVUlaUE9EX1FVRVNUWVBFX1NWWSIgdmFsdWU9IkVucXXDqnRlIi8+DQoJCTx1aXRleHQgbmFtZT0iUVVJWlBPRF9RVUlaQVRNUFRfSU5GIiB2YWx1ZT0iSWxsaW1pdMOpIi8+DQoJCTx1aXRleHQgbmFtZT0iUVVJWlBPRF9RVUVTQVRNUFRfSU5GIiB2YWx1ZT0iSWxsaW1pdMOpIi8+DQoJCTx1aXRleHQgbmFtZT0iV0FSTklOR01TR19ZRVNTVFJJTkciIHZhbHVlPSJPdWkiLz4NCgkJPHVpdGV4dCBuYW1lPSJXQVJOSU5HTVNHX05PU1RSSU5HIiB2YWx1ZT0iTm9uIi8+DQoJCTx1aXRleHQgbmFtZT0iV0FSTklOR01TR19USVRMRVNUUklORyIgdmFsdWU9IkF2ZXJ0aXNzZW1lbnQgZGUgbmF2aWdhdGlvbiBkdSBxdWVzdGlvbm5haXJlIi8+DQoJCTx1aXRleHQgbmFtZT0iV0FSTklOR01TR19NU0dTVFJJTkciIHZhbHVlPSJWb3VzIG4nYXZleiBwYXMgcsOpcG9uZHUgw6AgY2VydGFpbmVzIHF1ZXN0aW9ucyBkZSBjZSBxdWVzdGlvbm5haXJlLiYjeEE7JiN4QTtTaSB2b3VzIGNsaXF1ZXogc3VyIE91aSwgdm91cyBxdWl0dGVyZXogbGUgcXVlc3Rpb25uYWlyZS4gQ2xpcXVleiBzdXIgTm9uIHBvdXIgY29udGludWVyIGxlIHF1ZXN0aW9ubmFpcmUuIi8+DQoJCTx1aXRleHQgbmFtZT0iSU5GT1JNQVRJT05fSDI2NF9GTEFTSFBMQVlFUiIgdmFsdWU9IkxhIHZlcnNpb24gZGUgRmxhc2ggUGxheWVyIGFjdHVlbGxlbWVudCBpbnN0YWxsw6llIHN1ciB2b3RyZSBtYWNoaW5lIG5lIHByZW5kIHBhcyBlbiBjaGFyZ2UgY2UgdHlwZSBkZSB2aWTDqW8uIENsaXF1ZXogc3VyIGxhIHpvbmUgdmlkw6lvIHBvdXIgdMOpbMOpY2hhcmdlciBsYSBkZXJuacOocmUgdmVyc2lvbiBkZS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bnRyZXIgbCdlbmNhZHLDqSBhdXggcGFydGljaXBhbnRzIi8+DQoJCTx1aXRleHQgbmFtZT0iTVVURSIgdmFsdWU9Ik11ZXQiLz4NCgkJPHVpdGV4dCBuYW1lPSJET0NXUkFQX1RJVExFIiB2YWx1ZT0iUGnDqGNlIGpvaW50ZSBQcmVzZW50ZXIiLz4NCgkJPHVpdGV4dCBuYW1lPSJET0NXUkFQX01TRyIgdmFsdWU9IkVucmVnaXN0cmVyIHN1ciBtb24gb3JkaW5hdGV1ciIvPg0KCQk8dWl0ZXh0IG5hbWU9IkRPQ1dSQVBfUFJPTVBUIiB2YWx1ZT0iQ2xpcXVlciBwb3VyIHTDqWzDqWNoYXJnZXIiLz4NCgk8L2xhbmd1YWdlPg0KCTxsYW5ndWFnZSBpZD0iamEiPg0KCQk8IS0tIGZvcm1hdCBmb3IgdWlmb250IHZhbHVlIGlzICJmb250LHNpemUsaXNib2xkLGlzaXRhbGljLGlzc2hhZG93ZWQiIC0tPg0KCQk8dWlmb250IG5hbWU9IkZPTlRfUVVJWlpJTkciIHZhbHVlPSJWZXJkYW5hLDksZmFsc2UsZmFsc2UsZmFsc2UiLz4NCgkJPHVpZm9udCBuYW1lPSJGT05UX1NDUlVCU1RBVFVTIiB2YWx1ZT0iVmVyZGFuYSwxMSxmYWxzZSxmYWxzZSx0cnVlIi8+DQoJCTx1aWZvbnQgbmFtZT0iRk9OVF9TQ1JVQlRJTUUiIHZhbHVlPSJWZXJkYW5hLDksZmFsc2UsZmFsc2UsdHJ1ZSIvPg0KCQk8dWlmb250IG5hbWU9IkZPTlRfRUxBUFNFRFRJTUUiIHZhbHVlPSJWZXJkYW5hLDExLHRydWUsZmFsc2UsZmFsc2UiLz4NCgkJPHVpZm9udCBuYW1lPSJGT05UX1VUSUxTTUVOVSIgdmFsdWU9IlZlcmRhbmEsOSx0cnVlLGZhbHNlLGZhbHNlIi8+DQoJCTx1aWZvbnQgbmFtZT0iRk9OVF9UQUJTIiB2YWx1ZT0iVmVyZGFuYSwxMCxmYWxzZSxmYWxzZSxmYWxzZSIvPg0KCQk8dWlmb250IG5hbWU9IkZPTlRfUFJFU0VOVEFUSU9OTkFNRSIgdmFsdWU9IlZlcmRhbmEsMTUsZmFsc2UsZmFsc2UsdHJ1ZSIvPg0KCQk8dWlmb250IG5hbWU9IkZPTlRfUFJFU0VOVEVSTkFNRSIgdmFsdWU9IlZlcmRhbmEsMTUsdHJ1ZSxmYWxzZSx0cnVlIi8+DQoJCTx1aWZvbnQgbmFtZT0iRk9OVF9QUkVTRU5URVJUSVRMRSIgdmFsdWU9IlZlcmRhbmEsMTE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ExLGZhbHNlLGZhbHNlLHRydWUiLz4NCgkJPHVpZm9udCBuYW1lPSJGT05UX0JJT1dJTiIgdmFsdWU9IlZlcmRhbmEsMTEsZmFsc2UsZmFsc2UsZmFsc2UiLz4NCgkJPHVpZm9udCBuYW1lPSJGT05UX0xJU1RIRUFESU5HIiB2YWx1ZT0iVmVyZGFuYSwxMSxmYWxzZSxmYWxzZSxmYWxzZSIvPg0KCQk8dWlmb250IG5hbWU9IkZPTlRfV0lOVElUTEUiIHZhbHVlPSJWZXJkYW5hLDEx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ua3u+S7mOODleOCoeOCpOODq+itpuWRiiIvPg0KCQk8dWl0ZXh0IG5hbWU9IkFUVEFDSE1FTlRfUFJFVklFV19XQVJOSU5HTVNHIiB2YWx1ZT0i5re75LuY44OV44Kh44Kk44Or44Gv44OX44Os44OT44Ol44O844Oi44O844OJ44Gn44Gv6ZaL44GN44G+44Gb44KT44CC44OR44OW44Oq44OD44K344Ol44KS5L2/55So44GX44Gm57WQ5p6c44KS6KGo56S644GX44Gm44GP44Gg44GV44GE44CCIi8+DQoJCTx1aXRleHQgbmFtZT0iQ09MTEFCX0xPQ0FMX1BMQVlCQUNLX01TRyIgdmFsdWU9IuOCs+ODs+ODhuODs+ODhOOBr+ODreODvOOCq+ODq+OBp+WGjeeUn+OBleOCjOOBpuOBhOOBvuOBmeOAguOBk+OBruODouODvOODieOBp+OBr+WFseWQjOS9nOalreOBp+OBjeOBvuOBm+OCk+OAgiIvPg0KCQk8dWl0ZXh0IG5hbWU9IkNPTExBQl9MT0NBTF9QTEFZQkFDS19USVRMRSIgdmFsdWU9IuODreODvOOCq+ODq+WGjeeUnyIvPg0KCQk8dWl0ZXh0IG5hbWU9IkNPTExBQl9MT0NBTF9QTEFZQkFDS0JUTiIgdmFsdWU9Ik9LIi8+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x1aXRleHQgbmFtZT0iQ09VUlNFX1NUQVRVUyIgdmFsdWU9IuODouOCuOODpeODvOODq+OCueODhuODvOOCv+OCuSIvPg0KCQk8dWl0ZXh0IG5hbWU9IlBBU1NFRF9TVFJJTkciIHZhbHVlPSLlkIjmoLwiLz4NCgkJPHVpdGV4dCBuYW1lPSJGQUlMRURfU1RSSU5HIiB2YWx1ZT0i5LiN5ZCI5qC8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kFUVEFDSE1FTlRfUFJFVklFV19XQVJOSU5HTVNHX1RJVExFU1RSSU5HIiB2YWx1ZT0i7LKo67aAIO2MjOydvCDqsr3qs6AiLz4NCgkJPHVpdGV4dCBuYW1lPSJBVFRBQ0hNRU5UX1BSRVZJRVdfV0FSTklOR01TRyIgdmFsdWU9IuuvuOumrOuztOq4sCDrqqjrk5zsl5DshJzripQg7LKo67aAIO2MjOydvOydtCDsl7Trpqzsp4Ag7JWK7Iq164uI64ukLiDqsrDqs7zrpbwg67O066Ck66m0IOqyjOyLnCDquLDriqXsnYQg7IKs7Jqp7ZWY7Iut7Iuc7JikLiIvPg0KCQk8dWl0ZXh0IG5hbWU9IkNPTExBQl9MT0NBTF9QTEFZQkFDS19NU0ciIHZhbHVlPSLsvZjthZDtirjqsIAg66Gc7Lus7JeQ7IScIOyerOyDnSDspJHsnoXri4jri6QuIOydtCDrqqjrk5zsl5DshJzripQg6rO164+ZIOyekeyXheydhCDsiJjtlontlaAg7IiYIOyXhuyKteuLiOuLpC4iLz4NCgkJPHVpdGV4dCBuYW1lPSJDT0xMQUJfTE9DQUxfUExBWUJBQ0tfVElUTEUiIHZhbHVlPSLroZzsu6wg7J6s7IOdIi8+DQoJCTx1aXRleHQgbmFtZT0iQ09MTEFCX0xPQ0FMX1BMQVlCQUNLQlROIiB2YWx1ZT0i7ZmV7J24Ii8+DQoJCTx1aXRleHQgbmFtZT0iVU5OQU1FRFNMSURFVElUTEUiIHZhbHVlPSLsiqzrnbzsnbTrk5wgJW4iLz4NCgkJPCEtLSBzdWJzdGl0dXRpb246ICVuID09IHNsaWRlIG51bWJlciAtLT4NCgkJPCEtLSBzdWJzdGl0dXRpb246ICV0ID09IHRvdGFsIHNsaWRlIGNvdW50IC0tPg0KCQk8dWl0ZXh0IG5hbWU9IlNDUlVCQkFSU1RBVFVTX1NMSURFSU5GTyIgdmFsdWU9IuyKrOudvOydtOuTnCAlbiAvICV0IHwgIi8+DQoJCTx1aXRleHQgbmFtZT0iU0NSVUJCQVJTVEFUVVNfU1RPUFBFRCIgdmFsdWU9IuykkeyngOuQqCIvPg0KCQk8dWl0ZXh0IG5hbWU9IlNDUlVCQkFSU1RBVFVTX1BMQVlJTkciIHZhbHVlPSLsnqzsg50iLz4NCgkJPHVpdGV4dCBuYW1lPSJTQ1JVQkJBUlNUQVRVU19OT0FVRElPIiB2YWx1ZT0i7Jik65SU7JikIOyXhuydjCIvPg0KCQk8dWl0ZXh0IG5hbWU9IlNDUlVCQkFSU1RBVFVTX1ZJRFBMQVlJTkciIHZhbHVlPSLruYTrlJTsmKQg7J6s7IOdIOykkSIvPg0KCQk8dWl0ZXh0IG5hbWU9IlNDUlVCQkFSU1RBVFVTX0xPQURJTkciIHZhbHVlPSLroZzrlKkiLz4NCgkJPHVpdGV4dCBuYW1lPSJTQ1JVQkJBUlNUQVRVU19CVUZGRVJJTkciIHZhbHVlPSLrsoTtjbzrp4EiLz4NCgkJPHVpdGV4dCBuYW1lPSJTQ1JVQkJBUlNUQVRVU19RVUVTVElPTiIgdmFsdWU9IuyniOusuOyXkCDri7XtlZjquLAiLz4NCgkJPHVpdGV4dCBuYW1lPSJTQ1JVQkJBUlNUQVRVU19SRVZJRVdRVUlaIiB2YWx1ZT0i7KeI66y4IOuLpOyLnOuztOq4sCIvPg0KCQk8IS0tIHN1YnN0aXR1dGlvbjogJW0gPT0gbWludXRlcyByZW1haW5pbmcgLS0+DQoJCTwhLS0gc3Vic3RpdHV0aW9uOiAlcyA9PSBzZWNvbmRzIHJlbWFpbmluZyAtLT4NCgkJPHVpdGV4dCBuYW1lPSJFTEFQU0VEIiB2YWx1ZT0iJW3rtoQgJXPstIgg64Ko7J2MIi8+DQoJCTx1aXRleHQgbmFtZT0iTk9URk9VTkQiIHZhbHVlPSLsl4bsnYwiLz4NCgkJPHVpdGV4dCBuYW1lPSJBVFRBQ0hNRU5UUyIgdmFsdWU9IuyyqOu2gCDtjIzsnbwiLz4NCgkJPCEtLSBzdWJzdGl0dXRpb246ICVwID09IGN1cnJlbnQgc3BlYWtlcidzIHRpdGxlIC0tPg0KCQk8dWl0ZXh0IG5hbWU9IkJJT1dJTl9USVRMRSIgdmFsdWU9IuqyveugpSDshozqsJw6ICVwIi8+DQoJCTx1aXRleHQgbmFtZT0iQklPQlROX1RJVExFIiB2YWx1ZT0i6rK966ClIOyGjOqwnCIvPg0KCQk8dWl0ZXh0IG5hbWU9IkRJVklERVJCVE5fVElUTEUiIHZhbHVlPSJ8Ii8+DQoJCTx1aXRleHQgbmFtZT0iQ09OVEFDVEJUTl9USVRMRSIgdmFsdWU9IuyXsOudveyymCIvPg0KCQk8dWl0ZXh0IG5hbWU9IlRBQl9RVUlaIiB2YWx1ZT0i7YC07KaIIi8+DQoJCTx1aXRleHQgbmFtZT0iVEFCX09VVExJTkUiIHZhbHVlPSLqsJzsmpQiLz4NCgkJPHVpdGV4dCBuYW1lPSJUQUJfVEhVTUIiIHZhbHVlPSLstpXshoztjJAiLz4NCgkJPHVpdGV4dCBuYW1lPSJUQUJfTk9URVMiIHZhbHVlPSLrhbjtirgiLz4NCgkJPHVpdGV4dCBuYW1lPSJUQUJfU0VBUkNIIiB2YWx1ZT0i6rKA7IOJIi8+DQoJCTx1aXRleHQgbmFtZT0iU0xJREVfSEVBRElORyIgdmFsdWU9IuyKrOudvOydtOuTnCDsoJzrqqkiLz4NCgkJPHVpdGV4dCBuYW1lPSJEVVJBVElPTl9IRUFESU5HIiB2YWx1ZT0i7J6s7IOd7Iuc6rCEIi8+DQoJCTx1aXRleHQgbmFtZT0iU0VBUkNIX0hFQURJTkciIHZhbHVlPSLthY3siqTtirgg6rKA7IOJOiIvPg0KCQk8dWl0ZXh0IG5hbWU9IlRIVU1CX0hFQURJTkciIHZhbHVlPSLsiqzrnbzsnbTrk5wiLz4NCgkJPHVpdGV4dCBuYW1lPSJUSFVNQl9JTkZPIiB2YWx1ZT0i7KCc66qpL+yerOyDneyLnOqwhCIvPg0KCQk8dWl0ZXh0IG5hbWU9IkFUVEFDSE5BTUVfSEVBRElORyIgdmFsdWU9Iu2MjOydvCDsnbTrpoQiLz4NCgkJPHVpdGV4dCBuYW1lPSJBVFRBQ0hTSVpFX0hFQURJTkciIHZhbHVlPSLtgazquLAiLz4NCgkJPHVpdGV4dCBuYW1lPSJTTElERV9OT1RFUyIgdmFsdWU9IuyKrOudvOydtOuTnCDrhbjtirgiLz4NCgkJPHVpdGV4dCBuYW1lPSJDT1VSU0VfU1RBVFVTIiB2YWx1ZT0i66qo65OIIOyDge2DnCIvPg0KCQk8dWl0ZXh0IG5hbWU9IlBBU1NFRF9TVFJJTkciIHZhbHVlPSLtlanqsqkiLz4NCgkJPHVpdGV4dCBuYW1lPSJGQUlMRURfU1RSSU5HIiB2YWx1ZT0i67aI7ZWp6rKp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2aXNvIGRlIGFyY2hpdm8gYWRqdW50byIvPg0KCQk8dWl0ZXh0IG5hbWU9IkFUVEFDSE1FTlRfUFJFVklFV19XQVJOSU5HTVNHIiB2YWx1ZT0iTm8gZXMgcG9zaWJsZSBhYnJpciBsb3MgYXJjaGl2b3MgYWRqdW50b3MgZW4gZWwgbW9kbyBkZSBwcmV2aXN1YWxpemFjacOzbi4gVXNlIFB1YmxpY2FyIHBhcmEgdmVyIGxvcyByZXN1bHRhZG9zLiIvPg0KCQk8dWl0ZXh0IG5hbWU9IkNPTExBQl9MT0NBTF9QTEFZQkFDS19NU0ciIHZhbHVlPSJFbCBjb250ZW5pZG8gc2UgZXN0w6EgcmVwcm9kdWNpZW5kbyBsb2NhbG1lbnRlLiBMYSBjb2xhYm9yYWNpw7NuIG5vIGZ1bmNpb25hIGVuIGVzdGUgbW9kby4iLz4NCgkJPHVpdGV4dCBuYW1lPSJDT0xMQUJfTE9DQUxfUExBWUJBQ0tfVElUTEUiIHZhbHVlPSJSZXByb2R1Y2Npw7NuIGxvY2FsIi8+DQoJCTx1aXRleHQgbmFtZT0iQ09MTEFCX0xPQ0FMX1BMQVlCQUNLQlROIiB2YWx1ZT0iT2siLz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HVpdGV4dCBuYW1lPSJDT1VSU0VfU1RBVFVTIiB2YWx1ZT0iRXN0YWRvIGRlIG1vZHVsbyIvPg0KCQk8dWl0ZXh0IG5hbWU9IlBBU1NFRF9TVFJJTkciIHZhbHVlPSJBcHJvYmFkbyIvPg0KCQk8dWl0ZXh0IG5hbWU9IkZBSUxFRF9TVFJJTkciIHZhbHVlPSJTdXNwZW5zbyIvPg0KCQk8IS0tcXVpeiBwb2QgYW5kIG1lc3NhZ2UgYm94IHRleHRzLS0+DQoJCTx1aXRleHQgbmFtZT0iUVVJWlBPRF9RVUlaX0FUVEVNUFQiIHZhbHVlPSJJbnRlbnRvIGRlIHBydWViYToiLz4NCgkJPHVpdGV4dCBuYW1lPSJRVUlaUE9EX1FVSVpfQVRURU1QVF9WQUxVRSIgdmFsdWU9IiVuIGRlICV0Ii8+DQoJCTx1aXRleHQgbmFtZT0iUVVJWlBPRF9RVUlaX1NDT1JFIiB2YWx1ZT0iUHVudHVhY2nDs246Ii8+DQoJCTx1aXRleHQgbmFtZT0iUVVJWlBPRF9RVUlaX1BBU1NTQ09SRSIgdmFsdWU9IlB1bnR1YWNpw7NuIHBhcmEgYXByb2JhcjoiLz4NCgkJPHVpdGV4dCBuYW1lPSJRVUlaUE9EX1FVSVpfTUFYU0NPUkUiIHZhbHVlPSJQdW50dWFjacOzbiBtw6F4aW1hOiIvPg0KCQk8dWl0ZXh0IG5hbWU9IlFVSVpQT0RfUVVFU0FUTVBUX1NUUiIgdmFsdWU9IkludGVudG9zOiAlbiBkZSAldCIvPg0KCQk8dWl0ZXh0IG5hbWU9IlFVSVpQT0RfUVVFU1RZUEVfU1RSIiB2YWx1ZT0iVGlwbzogJXMiLz4NCgkJPHVpdGV4dCBuYW1lPSJRVUlaUE9EX1FVRVNUWVBFX0dSRCIgdmFsdWU9IkNvbiBwdW50dWFjacOzbiIvPg0KCQk8dWl0ZXh0IG5hbWU9IlFVSVpQT0RfUVVFU1RZUEVfU1ZZIiB2YWx1ZT0iRW5jdWVzdGEiLz4NCgkJPHVpdGV4dCBuYW1lPSJRVUlaUE9EX1FVSVpBVE1QVF9JTkYiIHZhbHVlPSJJbmZpbml0byIvPg0KCQk8dWl0ZXh0IG5hbWU9IlFVSVpQT0RfUVVFU0FUTVBUX0lORiIgdmFsdWU9IkluZmluaXRvIi8+DQoJCTx1aXRleHQgbmFtZT0iV0FSTklOR01TR19ZRVNTVFJJTkciIHZhbHVlPSJTw60iLz4NCgkJPHVpdGV4dCBuYW1lPSJXQVJOSU5HTVNHX05PU1RSSU5HIiB2YWx1ZT0iTm8iLz4NCgkJPHVpdGV4dCBuYW1lPSJXQVJOSU5HTVNHX1RJVExFU1RSSU5HIiB2YWx1ZT0iQXZpc28gZGUgbmF2ZWdhY2nDs24gZGUgcHJ1ZWJhIi8+DQoJCTx1aXRleHQgbmFtZT0iV0FSTklOR01TR19NU0dTVFJJTkciIHZhbHVlPSJIYXkgcHJlZ3VudGFzIHNpbiBpbnRlbnRvcyBlbiBlc3RhIHBydWViYS4mI3hBOyYjeEE7UGFyYSBzYWxpciBkZSBsYSBwcnVlYmEsIGhhZ2EgY2xpYyBlbiBTw60uIFBhcmEgY29udGludWFyLCBoYWdhIGNsaWMgZW4gTm8uIi8+DQoJCTx1aXRleHQgbmFtZT0iSU5GT1JNQVRJT05fSDI2NF9GTEFTSFBMQVlFUiIgdmFsdWU9IkxhIHZlcnNpw7NuIGFjdHVhbCBkZSBGbGFzaCBQbGF5ZXIgaW5zdGFsYWRhIGVuIGVsIG9yZGVuYWRvciBubyBlcyBjb21wYXRpYmxlIGNvbiBlc3RlIHbDrWRlby4gSGFnYSBjbGljIGVuIGVsIMOhcmVhIGRlIHbDrWRlbyBwYXJhIGRlc2NhcmdhciBsYSDDumx0aW1hIHZlcnNpw7NuIGRlIEZsYXNoIFBsYXllci4iLz4NCgkJPCEtLSBzdWJzdGl0dXRpb246ICVwID09IHByZXNlbnRhdGlvbiB0aXRsZSAtLT4NCgkJPCEtLSBzdWJzdGl0dXRpb246ICVzID09IHNsaWRlIHRpdGxlIC0tPg0KCQk8IS0tIHN1YnN0aXR1dGlvbjogJW4gPT0gc2xpZGUgbnVtYmVyIC0tPg0KCQk8dWl0ZXh0IG5hbWU9IkJPT0tNQVJLIiB2YWx1ZT0iQWRvYmUgUHJlc2VudGVyOiAlcCIvPg0KCQk8IS0tIHN1YnN0aXR1dGlvbjogJXAgPT0gcHJlc2VudGF0aW9uIHRpdGxlIC0tPg0KCQk8IS0tIHN1YnN0aXR1dGlvbjogJXMgPT0gc2xpZGUgdGl0bGUgLS0+DQoJCTwhLS0gc3Vic3RpdHV0aW9uOiAlbiA9PSBzbGlkZSBudW1iZXIgLS0+DQoJCTx1aXRleHQgbmFtZT0iQk9PS01BUktTTElERSIgdmFsdWU9IkFkb2JlIFByZXNlbnRlcjogJXAgJXMiLz4NCgkJPHVpdGV4dCBuYW1lPSJTSE9XU0lERUJBUiIgdmFsdWU9Ik1vc3RyYXIgYmFycmEgbGF0ZXJhbCBhIGxvcyBwYXJ0aWNpcGFudGVzIi8+DQoJCTx1aXRleHQgbmFtZT0iTVVURSIgdmFsdWU9Ik11ZG8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mlzbyBkZSBhbmV4byIvPg0KCQk8dWl0ZXh0IG5hbWU9IkFUVEFDSE1FTlRfUFJFVklFV19XQVJOSU5HTVNHIiB2YWx1ZT0iT3MgYW5leG9zIG7Do28gc8OjbyBhYmVydG9zIG5vIG1vZG8gZGUgVmlzdWFsaXphw6fDo28uIFVzZSBvIGNvbWFuZG8gZGUgcHVibGljYcOnw6NvIHBhcmEgdmVyIG9zIHJlc3VsdGFkb3MuIi8+DQoJCTx1aXRleHQgbmFtZT0iQ09MTEFCX0xPQ0FMX1BMQVlCQUNLX01TRyIgdmFsdWU9Ik8gY29udGXDumRvIGVzdMOhIHNlbmRvIHJlcHJvZHV6aWRvIGxvY2FsbWVudGUuQSBjb2xhYm9yYcOnw6NvIG7Do28gZnVuY2lvbmEgbmVzdGUgbW9kby4iLz4NCgkJPHVpdGV4dCBuYW1lPSJDT0xMQUJfTE9DQUxfUExBWUJBQ0tfVElUTEUiIHZhbHVlPSJSZXByb2R1w6fDo28gbG9jYWwiLz4NCgkJPHVpdGV4dCBuYW1lPSJDT0xMQUJfTE9DQUxfUExBWUJBQ0tCVE4iIHZhbHVlPSJPayIvPg0KCQk8dWl0ZXh0IG5hbWU9IlVOTkFNRURTTElERVRJVExFIiB2YWx1ZT0iU2xpZGUgJW4iLz4NCgkJPCEtLSBzdWJzdGl0dXRpb246ICVuID09IHNsaWRlIG51bWJlciAtLT4NCgkJPCEtLSBzdWJzdGl0dXRpb246ICV0ID09IHRvdGFsIHNsaWRlIGNvdW50IC0tPg0KCQk8dWl0ZXh0IG5hbWU9IlNDUlVCQkFSU1RBVFVTX1NMSURFSU5GTyIgdmFsdWU9IlNsaWRlICVuIC8gJXQgfCAiLz4NCgkJPHVpdGV4dCBuYW1lPSJTQ1JVQkJBUlNUQVRVU19TVE9QUEVEIiB2YWx1ZT0iUGFyYWRvIi8+DQoJCTx1aXRleHQgbmFtZT0iU0NSVUJCQVJTVEFUVVNfUExBWUlORyIgdmFsdWU9IlJlcHJvZHV6aW5kbyIvPg0KCQk8dWl0ZXh0IG5hbWU9IlNDUlVCQkFSU1RBVFVTX05PQVVESU8iIHZhbHVlPSJTZW0gw6F1ZGlvIi8+DQoJCTx1aXRleHQgbmFtZT0iU0NSVUJCQVJTVEFUVVNfVklEUExBWUlORyIgdmFsdWU9IlbDrWRlbyBlbSByZXByb2R1w6fDo28iLz4NCgkJPHVpdGV4dCBuYW1lPSJTQ1JVQkJBUlNUQVRVU19MT0FESU5HIiB2YWx1ZT0iQ2FycmVnYW5kbyIvPg0KCQk8dWl0ZXh0IG5hbWU9IlNDUlVCQkFSU1RBVFVTX0JVRkZFUklORyIgdmFsdWU9IkFybWF6ZW5hbmRvIGVtIGJ1ZmZlciIvPg0KCQk8dWl0ZXh0IG5hbWU9IlNDUlVCQkFSU1RBVFVTX1FVRVNUSU9OIiB2YWx1ZT0iUmVzcG9uZGVyIHBlcmd1bnRhIi8+DQoJCTx1aXRleHQgbmFtZT0iU0NSVUJCQVJTVEFUVVNfUkVWSUVXUVVJWiIgdmFsdWU9IlJldmlzYW5kbyBxdWVzdGlvbsOhcmlvIi8+DQoJCTwhLS0gc3Vic3RpdHV0aW9uOiAlbSA9PSBtaW51dGVzIHJlbWFpbmluZyAtLT4NCgkJPCEtLSBzdWJzdGl0dXRpb246ICVzID09IHNlY29uZHMgcmVtYWluaW5nIC0tPg0KCQk8dWl0ZXh0IG5hbWU9IkVMQVBTRUQiIHZhbHVlPSIlbSBtaW51dG9zICVzIHNlZ3VuZG9zIHJlc3RhbnRlcyIvPg0KCQk8dWl0ZXh0IG5hbWU9Ik5PVEZPVU5EIiB2YWx1ZT0iTmFkYSBlbmNvbnRyYWRvIi8+DQoJCTx1aXRleHQgbmFtZT0iQVRUQUNITUVOVFMiIHZhbHVlPSJBbmV4b3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XRvIi8+DQoJCTx1aXRleHQgbmFtZT0iVEFCX1FVSVoiIHZhbHVlPSJRdWVzdC4iLz4NCgkJPHVpdGV4dCBuYW1lPSJUQUJfT1VUTElORSIgdmFsdWU9IkVzcXVlbWEiLz4NCgkJPHVpdGV4dCBuYW1lPSJUQUJfVEhVTUIiIHZhbHVlPSJNaW5pIi8+DQoJCTx1aXRleHQgbmFtZT0iVEFCX05PVEVTIiB2YWx1ZT0iTm90YXMiLz4NCgkJPHVpdGV4dCBuYW1lPSJUQUJfU0VBUkNIIiB2YWx1ZT0iQnVzY2EiLz4NCgkJPHVpdGV4dCBuYW1lPSJTTElERV9IRUFESU5HIiB2YWx1ZT0iVMOtdHVsbyBkbyBzbGlkZSIvPg0KCQk8dWl0ZXh0IG5hbWU9IkRVUkFUSU9OX0hFQURJTkciIHZhbHVlPSJEdXJhw6fDo28iLz4NCgkJPHVpdGV4dCBuYW1lPSJTRUFSQ0hfSEVBRElORyIgdmFsdWU9IlByb2N1cmFyIHRleHRvOiIvPg0KCQk8dWl0ZXh0IG5hbWU9IlRIVU1CX0hFQURJTkciIHZhbHVlPSJTbGlkZSIvPg0KCQk8dWl0ZXh0IG5hbWU9IlRIVU1CX0lORk8iIHZhbHVlPSJUw610dWxvL0R1cmHDp8OjbyBkbyBzbGlkZSIvPg0KCQk8dWl0ZXh0IG5hbWU9IkFUVEFDSE5BTUVfSEVBRElORyIgdmFsdWU9Ik5vbWUgZG8gYXJxdWl2byIvPg0KCQk8dWl0ZXh0IG5hbWU9IkFUVEFDSFNJWkVfSEVBRElORyIgdmFsdWU9IlRhbWFuaG8iLz4NCgkJPHVpdGV4dCBuYW1lPSJTTElERV9OT1RFUyIgdmFsdWU9IkFub3Rhw6fDtWVzIGRvIHNsaWRlIi8+DQoJCTx1aXRleHQgbmFtZT0iQ09VUlNFX1NUQVRVUyIgdmFsdWU9IlN0YXR1cyBkbyBtw7NkdWxvIi8+DQoJCTx1aXRleHQgbmFtZT0iUEFTU0VEX1NUUklORyIgdmFsdWU9IkFwcm92YWRvIi8+DQoJCTx1aXRleHQgbmFtZT0iRkFJTEVEX1NUUklORyIgdmFsdWU9IlJlcHJvdmFkbyIvPg0KCQk8IS0tcXVpeiBwb2QgYW5kIG1lc3NhZ2UgYm94IHRleHRzLS0+DQoJCTx1aXRleHQgbmFtZT0iUVVJWlBPRF9RVUlaX0FUVEVNUFQiIHZhbHVlPSJUZW50YXRpdmEgbm8gcXVlc3Rpb27DoXJpbzoiLz4NCgkJPHVpdGV4dCBuYW1lPSJRVUlaUE9EX1FVSVpfQVRURU1QVF9WQUxVRSIgdmFsdWU9IiVuIGRlICV0Ii8+DQoJCTx1aXRleHQgbmFtZT0iUVVJWlBPRF9RVUlaX1NDT1JFIiB2YWx1ZT0iUG9udHVhw6fDo286Ii8+DQoJCTx1aXRleHQgbmFtZT0iUVVJWlBPRF9RVUlaX1BBU1NTQ09SRSIgdmFsdWU9IlBvbnR1YcOnw6NvIGRlIGFwcm92YcOnw6NvOiIvPg0KCQk8dWl0ZXh0IG5hbWU9IlFVSVpQT0RfUVVJWl9NQVhTQ09SRSIgdmFsdWU9IlBvbnR1YcOnw6NvIG3DoXhpbWE6Ii8+DQoJCTx1aXRleHQgbmFtZT0iUVVJWlBPRF9RVUVTQVRNUFRfU1RSIiB2YWx1ZT0iVGVudGF0aXZhOiAlbiBkZSAldCIvPg0KCQk8dWl0ZXh0IG5hbWU9IlFVSVpQT0RfUVVFU1RZUEVfU1RSIiB2YWx1ZT0iVGlwbzogJXMiLz4NCgkJPHVpdGV4dCBuYW1lPSJRVUlaUE9EX1FVRVNUWVBFX0dSRCIgdmFsdWU9IkNsYXNzaWZpY2F0w7NyaWEiLz4NCgkJPHVpdGV4dCBuYW1lPSJRVUlaUE9EX1FVRVNUWVBFX1NWWSIgdmFsdWU9IlBlc3F1aXNhIi8+DQoJCTx1aXRleHQgbmFtZT0iUVVJWlBPRF9RVUlaQVRNUFRfSU5GIiB2YWx1ZT0iSW5maW5pdG8iLz4NCgkJPHVpdGV4dCBuYW1lPSJRVUlaUE9EX1FVRVNBVE1QVF9JTkYiIHZhbHVlPSJJbmZpbml0byIvPg0KCQk8dWl0ZXh0IG5hbWU9IldBUk5JTkdNU0dfWUVTU1RSSU5HIiB2YWx1ZT0iU2ltIi8+DQoJCTx1aXRleHQgbmFtZT0iV0FSTklOR01TR19OT1NUUklORyIgdmFsdWU9Ik7Do28iLz4NCgkJPHVpdGV4dCBuYW1lPSJXQVJOSU5HTVNHX1RJVExFU1RSSU5HIiB2YWx1ZT0iQWxlcnRhIGRlIG5hdmVnYcOnw6NvIGRvIHF1ZXN0aW9uw6FyaW8iLz4NCgkJPHVpdGV4dCBuYW1lPSJXQVJOSU5HTVNHX01TR1NUUklORyIgdmFsdWU9IkV4aXN0ZW0gcGVyZ3VudGFzIHF1ZSBuw6NvIGZvcmFtIHJlc3BvbmRpZGFzIG5lc3RlIHF1ZXN0aW9uw6FyaW8uJiN4QTsmI3hBO0NsaXF1ZSBlbSBTaW0gcGFyYSBzYWlyIGRvIHF1ZXN0aW9uw6FyaW8gb3UgZW0gTsOjbyBzZSBxdWlzZXIgY29udGludWFyLiIvPg0KCQk8dWl0ZXh0IG5hbWU9IklORk9STUFUSU9OX0gyNjRfRkxBU0hQTEFZRVIiIHZhbHVlPSJBIHZlcnPDo28gYXR1YWwgZG8gRmxhc2ggUGxheWVyIGluc3RhbGFkYSBubyBjb21wdXRhZG9yIG7Do28gb2ZlcmVjZSBzdXBvcnRlIGEgZXNzZSB2w61kZW8uIENsaXF1ZSBuYSDDoXJlYSBkbyB2w61kZW8gcGFyYSBiYWl4YXIgYSB2ZXJzw6NvIG1haXMgcmVjZW50ZSBkb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k1vc3RyYXIgYmFycmEgbGF0ZXJhbCBhbyBwYXJ0aWNpcGFudGVzIi8+DQoJCTx1aXRleHQgbmFtZT0iTVVURSIgdmFsdWU9Ik11ZG8iLz4NCgkJPHVpdGV4dCBuYW1lPSJET0NXUkFQX1RJVExFIiB2YWx1ZT0iQW5leG8gZGUgYXJxdWl2byBkbyBQcmVzZW50ZXIiLz4NCgkJPHVpdGV4dCBuYW1lPSJET0NXUkFQX01TRyIgdmFsdWU9IlNhbHZhciBlbSBNZXUgY29tcHV0YWRvciIvPg0KCQk8dWl0ZXh0IG5hbWU9IkRPQ1dSQVBfUFJPTVBUIiB2YWx1ZT0iQ2xpcXVlIHBhcmEgYmFpeGFyIi8+DQoJPC9sYW5ndWFnZT4NCgk8bGFuZ3VhZ2UgaWQ9Iml0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BVFRBQ0hNRU5UX1BSRVZJRVdfV0FSTklOR01TR19USVRMRVNUUklORyIgdmFsdWU9IkF0dGFjaG1lbnQgV2FybmluZyIvPg0KCQk8dWl0ZXh0IG5hbWU9IkFUVEFDSE1FTlRfUFJFVklFV19XQVJOSU5HTVNHIiB2YWx1ZT0iQXR0YWNobWVudHMgZG8gbm90IG9wZW4gaW4gUHJldmlldyBtb2RlLiBQbGVhc2UgdXNlIHB1Ymxpc2ggdG8gc2VlIHRoZSByZXN1bHRzIi8+DQoJCTx1aXRleHQgbmFtZT0iVU5OQU1FRFNMSURFVElUTEUiIHZhbHVlPSJEaWFwb3NpdGl2YS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ludGVycm90dG8iLz4NCgkJPHVpdGV4dCBuYW1lPSJTQ1JVQkJBUlNUQVRVU19QTEFZSU5HIiB2YWx1ZT0iUmlwcm9kdXppb25lIi8+DQoJCTx1aXRleHQgbmFtZT0iU0NSVUJCQVJTVEFUVVNfTk9BVURJTyIgdmFsdWU9IkF1ZGlvIGluYXR0LiIvPg0KCQk8dWl0ZXh0IG5hbWU9IlNDUlVCQkFSU1RBVFVTX1ZJRFBMQVlJTkciIHZhbHVlPSJWaWRlbyBpbiByaXByb2R1emlvbmUiLz4NCgkJPHVpdGV4dCBuYW1lPSJTQ1JVQkJBUlNUQVRVU19MT0FESU5HIiB2YWx1ZT0iQ2FyaWNhbWVudG8iLz4NCgkJPHVpdGV4dCBuYW1lPSJTQ1JVQkJBUlNUQVRVU19CVUZGRVJJTkciIHZhbHVlPSJCdWZmZXJpbmciLz4NCgkJPHVpdGV4dCBuYW1lPSJTQ1JVQkJBUlNUQVRVU19RVUVTVElPTiIgdmFsdWU9IlJpc3BvbmRpIGEgZG9tYW5kYSIvPg0KCQk8dWl0ZXh0IG5hbWU9IlNDUlVCQkFSU1RBVFVTX1JFVklFV1FVSVoiIHZhbHVlPSJSZXZpc2lvbmUgZGVsIHF1aXoiLz4NCgkJPCEtLSBzdWJzdGl0dXRpb246ICVtID09IG1pbnV0ZXMgcmVtYWluaW5nIC0tPg0KCQk8IS0tIHN1YnN0aXR1dGlvbjogJXMgPT0gc2Vjb25kcyByZW1haW5pbmcgLS0+DQoJCTx1aXRleHQgbmFtZT0iRUxBUFNFRCIgdmFsdWU9IiVtIE1pbnV0aSAlcyBTZWNvbmRpIHJpbWFuZW50aSIvPg0KCQk8dWl0ZXh0IG5hbWU9Ik5PVEZPVU5EIiB2YWx1ZT0iTmVzc3VuIGVsZW1lbnRvIHRyb3ZhdG8iLz4NCgkJPHVpdGV4dCBuYW1lPSJBVFRBQ0hNRU5UUyIgdmFsdWU9IkFsbGVnYXRpIi8+DQoJCTwhLS0gc3Vic3RpdHV0aW9uOiAlcCA9PSBjdXJyZW50IHNwZWFrZXIncyB0aXRsZSAtLT4NCgkJPHVpdGV4dCBuYW1lPSJCSU9XSU5fVElUTEUiIHZhbHVlPSJCaW86ICVwIi8+DQoJCTx1aXRleHQgbmFtZT0iQklPQlROX1RJVExFIiB2YWx1ZT0iQmlvIi8+DQoJCTx1aXRleHQgbmFtZT0iRElWSURFUkJUTl9USVRMRSIgdmFsdWU9InwiLz4NCgkJPHVpdGV4dCBuYW1lPSJDT05UQUNUQlROX1RJVExFIiB2YWx1ZT0iQ29udC4iLz4NCgkJPHVpdGV4dCBuYW1lPSJUQUJfUVVJWiIgdmFsdWU9IlF1aXoiLz4NCgkJPHVpdGV4dCBuYW1lPSJUQUJfT1VUTElORSIgdmFsdWU9IlN0cnV0dHVyYSIvPg0KCQk8dWl0ZXh0IG5hbWU9IlRBQl9USFVNQiIgdmFsdWU9Ik1pbmlhdHVyZSIvPg0KCQk8dWl0ZXh0IG5hbWU9IlRBQl9OT1RFUyIgdmFsdWU9Ik5vdGUiLz4NCgkJPHVpdGV4dCBuYW1lPSJUQUJfU0VBUkNIIiB2YWx1ZT0iQ2VyY2EiLz4NCgkJPHVpdGV4dCBuYW1lPSJTTElERV9IRUFESU5HIiB2YWx1ZT0iVGl0b2xvIGRpYXBvc2l0aXZhIi8+DQoJCTx1aXRleHQgbmFtZT0iRFVSQVRJT05fSEVBRElORyIgdmFsdWU9IkR1cmF0YSIvPg0KCQk8dWl0ZXh0IG5hbWU9IlNFQVJDSF9IRUFESU5HIiB2YWx1ZT0iQ2VyY2EgdGVzdG86Ii8+DQoJCTx1aXRleHQgbmFtZT0iVEhVTUJfSEVBRElORyIgdmFsdWU9IkRpYXBvc2l0aXZhIi8+DQoJCTx1aXRleHQgbmFtZT0iVEhVTUJfSU5GTyIgdmFsdWU9IlRpdG9sby9UZW1wbyIvPg0KCQk8dWl0ZXh0IG5hbWU9IkFUVEFDSE5BTUVfSEVBRElORyIgdmFsdWU9Ik5vbWUgZmlsZSIvPg0KCQk8dWl0ZXh0IG5hbWU9IkFUVEFDSFNJWkVfSEVBRElORyIgdmFsdWU9IkRpbWVuc2lvbmUiLz4NCgkJPHVpdGV4dCBuYW1lPSJTTElERV9OT1RFUyIgdmFsdWU9Ik5vdGUgZGlhcG9zaXRpdm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RGlhICVuIi8+DQoJCTx1aXRleHQgbmFtZT0iQ09MTEFCX0xPQ0FMX1BMQVlCQUNLX01TRyIgdmFsdWU9IkNvbnRlbnQgaXMgYmVpbmcgcGxheWVkIGxvY2FsbHkuXG4gQ29sbGFib3JhdGlvbiBkb2VzIG5vdCB3b3JrIGluIHRoaXMgbW9kZSIvPg0KCQk8dWl0ZXh0IG5hbWU9IkNPTExBQl9MT0NBTF9QTEFZQkFDS19USVRMRSIgdmFsdWU9IkxvY2FsIFBsYXliYWNrIi8+DQoJCTx1aXRleHQgbmFtZT0iQ09MTEFCX0xPQ0FMX1BMQVlCQUNLQlROIiB2YWx1ZT0iT2s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UXVpenBvZ2luZzoiLz4NCgkJPHVpdGV4dCBuYW1lPSJRVUlaUE9EX1FVSVpfQVRURU1QVF9WQUxVRSIgdmFsdWU9IiVuIHZhbiAldCIvPg0KCQk8dWl0ZXh0IG5hbWU9IlFVSVpQT0RfUVVJWl9TQ09SRSIgdmFsdWU9IkJlaGFhbGRlIHNjb3JlOiIvPg0KCQk8dWl0ZXh0IG5hbWU9IlFVSVpQT0RfUVVJWl9QQVNTU0NPUkUiIHZhbHVlPSJWb2xkb2VuZGUgc2NvcmU6Ii8+DQoJCTx1aXRleHQgbmFtZT0iUVVJWlBPRF9RVUlaX01BWFNDT1JFIiB2YWx1ZT0iTWF4aW1hYWwgaGFhbGJhcmUgc2NvcmU6Ii8+DQoJCTx1aXRleHQgbmFtZT0iUVVJWlBPRF9RVUVTQVRNUFRfU1RSIiB2YWx1ZT0iUG9naW5nOiAlbiB2YW4gJXQiLz4NCgkJPHVpdGV4dCBuYW1lPSJRVUlaUE9EX1FVRVNUWVBFX1NUUiIgdmFsdWU9IlR5cGU6ICVzIi8+DQoJCTx1aXRleHQgbmFtZT0iUVVJWlBPRF9RVUVTVFlQRV9HUkQiIHZhbHVlPSJUZWx0IHZvb3Igc2NvcmUiLz4NCgkJPHVpdGV4dCBuYW1lPSJRVUlaUE9EX1FVRVNUWVBFX1NWWSIgdmFsdWU9IkVucXXDqnRlIi8+DQoJCTx1aXRleHQgbmFtZT0iUVVJWlBPRF9RVUlaQVRNUFRfSU5GIiB2YWx1ZT0iT25iZXBlcmt0Ii8+DQoJCTx1aXRleHQgbmFtZT0iUVVJWlBPRF9RVUVTQVRNUFRfSU5GIiB2YWx1ZT0iT25iZXBlcmt0Ii8+DQoJCTx1aXRleHQgbmFtZT0iV0FSTklOR01TR19ZRVNTVFJJTkciIHZhbHVlPSJKYSIvPg0KCQk8dWl0ZXh0IG5hbWU9IldBUk5JTkdNU0dfTk9TVFJJTkciIHZhbHVlPSJOZWUiLz4NCgkJPHVpdGV4dCBuYW1lPSJXQVJOSU5HTVNHX1RJVExFU1RSSU5HIiB2YWx1ZT0iV2FhcnNjaHV3aW5nIG1ldCBiZXRyZWtraW5nIHRvdCBxdWl6bmF2aWdhdGllIi8+DQoJCTx1aXRleHQgbmFtZT0iV0FSTklOR01TR19NU0dTVFJJTkciIHZhbHVlPSJVIGhlYnQgbmlldCBhbGxlIHZyYWdlbiBpbiBkZXplIHF1aXogYmVhbnR3b29yZC4mI3hBOyYjeEE7S2xpayBvcCBKYSBvbSBkZSBxdWl6IGFmIHRlIHNsdWl0ZW4uIEtsaWsgb3AgTmVlIG9tIGRlIHF1aXogdm9vcnQgdGUgemV0dGVuLiIvPg0KCQk8dWl0ZXh0IG5hbWU9IklORk9STUFUSU9OX0gyNjRfRkxBU0hQTEFZRVIiIHZhbHVlPSJEZXplIHZpZGVvIHdvcmR0IG5pZXQgb25kZXJzdGV1bmQgZG9vciBkZSB2ZXJzaWUgdmFuIEZsYXNoIFBsYXllciBkaWUgbW9tZW50ZWVsIG9wIHV3IGNvbXB1dGVyIGlzIGdlw69uc3RhbGxlZXJkLiBLbGlrIGluIGRlIHZpZGVvIG9tIGRlIG5pZXV3c3RlIEZsYXNoIFBsYXllciB0ZSBkb3dubG9hZGV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aaWpwYW5lZWwgYWFuIGRlZWxuZW1lcnMgd2VlcmdldmVuIi8+DQoJCTx1aXRleHQgbmFtZT0iTVVURSIgdmFsdWU9IkRlbXBlbiIvPg0KCQk8dWl0ZXh0IG5hbWU9IkRPQ1dSQVBfVElUTEUiIHZhbHVlPSJQcmVzZW50ZXItYmVzdGFuZHNiaWpsYWdlIi8+DQoJCTx1aXRleHQgbmFtZT0iRE9DV1JBUF9NU0ciIHZhbHVlPSJPcHNsYWFuIGluIERlemUgY29tcHV0ZXIiLz4NCgkJPHVpdGV4dCBuYW1lPSJET0NXUkFQX1BST01QVCIgdmFsdWU9IktsaWsgb20gdGUgZG93bmxvYWRlbiIvPg0KCTwvbGFuZ3VhZ2U+DQoJPGxhbmd1YWdlIGlkPSJjbiI+DQoJCTwhLS0gZm9ybWF0IGZvciB1aWZvbnQgdmFsdWUgaXMgImZvbnQsc2l6ZSxpc2JvbGQsaXNpdGFsaWMsaXNzaGFkb3dlZCIgLS0+DQoJCTx1aWZvbnQgbmFtZT0iRk9OVF9RVUlaWklORyIgdmFsdWU9IuWui+S9ky0xODAzMCwxMCxmYWxzZSxmYWxzZSxmYWxzZSIvPg0KCQk8dWlmb250IG5hbWU9IkZPTlRfU0NSVUJTVEFUVVMiIHZhbHVlPSLlrovkvZMtMTgwMzAsMTAsdHJ1ZSxmYWxzZSx0cnVlIi8+DQoJCTx1aWZvbnQgbmFtZT0iRk9OVF9TQ1JVQlRJTUUiIHZhbHVlPSLlrovkvZMtMTgwMzAsMTAsZmFsc2UsZmFsc2UsdHJ1ZSIvPg0KCQk8dWlmb250IG5hbWU9IkZPTlRfRUxBUFNFRFRJTUUiIHZhbHVlPSLlrovkvZMtMTgwMzAsMTAsdHJ1ZSxmYWxzZSx0cnVlIi8+DQoJCTx1aWZvbnQgbmFtZT0iRk9OVF9VVElMU01FTlUiIHZhbHVlPSLlrovkvZMtMTgwMzAsMTAsdHJ1ZSxmYWxzZSxmYWxzZSIvPg0KCQk8dWlmb250IG5hbWU9IkZPTlRfVEFCUyIgdmFsdWU9IuWui+S9ky0xODAzMCwxNCx0cnVlLGZhbHNlLHRydWUiLz4NCgkJPHVpZm9udCBuYW1lPSJGT05UX1BSRVNFTlRBVElPTk5BTUUiIHZhbHVlPSLlrovkvZMtMTgwMzAsMTQsZmFsc2UsZmFsc2UsdHJ1ZSIvPg0KCQk8dWlmb250IG5hbWU9IkZPTlRfUFJFU0VOVEVSTkFNRSIgdmFsdWU9IuWui+S9ky0xODAzMCwxNCx0cnVlLGZhbHNlLHRydWUiLz4NCgkJPHVpZm9udCBuYW1lPSJGT05UX1BSRVNFTlRFUlRJVExFIiB2YWx1ZT0i5a6L5L2TLTE4MDMwLDEzLGZhbHNlLGZhbHNlLHRydWUiLz4NCgkJPHVpZm9udCBuYW1lPSJGT05UX0JJT0JUTiIgdmFsdWU9IuWui+S9ky0xODAzMCwxMCxmYWxzZSxmYWxzZSx0cnVlIi8+DQoJCTx1aWZvbnQgbmFtZT0iRk9OVF9OT1RFUyIgdmFsdWU9IuWui+S9ky0xODAzMCwxMixmYWxzZSxmYWxzZSxmYWxzZSIvPg0KCQk8dWlmb250IG5hbWU9IkZPTlRfT1VUTElORSIgdmFsdWU9IuWui+S9ky0xODAzMCwxMixmYWxzZSxmYWxzZSx0cnVlIi8+DQoJCTx1aWZvbnQgbmFtZT0iRk9OVF9TRUFSQ0giIHZhbHVlPSLlrovkvZMtMTgwMzAsMTIsZmFsc2UsZmFsc2UsdHJ1ZSIvPg0KCQk8dWlmb250IG5hbWU9IkZPTlRfVEhVTUIiIHZhbHVlPSLlrovkvZMtMTgwMzAsMTAsZmFsc2UsZmFsc2UsdHJ1ZSIvPg0KCQk8dWlmb250IG5hbWU9IkZPTlRfQklPV0lOIiB2YWx1ZT0i5a6L5L2TLTE4MDMwLDEyLGZhbHNlLGZhbHNlLGZhbHNlIi8+DQoJCTx1aWZvbnQgbmFtZT0iRk9OVF9MSVNUSEVBRElORyIgdmFsdWU9IuWui+S9ky0xODAzMCwxMCxmYWxzZSxmYWxzZSxmYWxzZSIvPg0KCQk8dWlmb250IG5hbWU9IkZPTlRfV0lOVElUTEUiIHZhbHVlPSLlrovkvZMtMTgwMzAsMTAsZmFsc2UsZmFsc2UsdHJ1ZSIvPg0KCQk8dWlmb250IG5hbWU9IkZPTlRfQVRUQUNITUVOVFMiIHZhbHVlPSLlrovkvZMtMTgwMzAsMTIsZmFsc2UsZmFsc2UsdHJ1ZSIvPg0KCQk8IS0tcXVpeiBwb2QgYW5kIG1lc3NhZ2UgYm94IHRleHQgZm9udHMtLT4NCgkJPHVpZm9udCBuYW1lPSJGT05UX01TR0JPWF9XSU5USVRMRSIgdmFsdWU9IuWui+S9ky0xODAzMCwxMix0cnVlLGZhbHNlLHRydWUiLz4NCgkJPHVpZm9udCBuYW1lPSJGT05UX01TR0JPWF9NU0ciIHZhbHVlPSLlrovkvZMtMTgwMzAsMTIsZmFsc2UsZmFsc2UsdHJ1ZSIvPg0KCQk8dWlmb250IG5hbWU9IkZPTlRfTVNHQk9YX09QVElPTlMiIHZhbHVlPSLlrovkvZMtMTgwMzAsMTAsdHJ1ZSxmYWxzZSx0cnVlIi8+DQoJCTx1aWZvbnQgbmFtZT0iRk9OVF9RVUlaUE9EX1FVSVpfVElUTEUiIHZhbHVlPSLlrovkvZMtMTgwMzAsMTIsdHJ1ZSxmYWxzZSx0cnVlIi8+DQoJCTx1aWZvbnQgbmFtZT0iRk9OVF9RVUlaUE9EX1FVSVpfQVRURU1QVCIgdmFsdWU9IuWui+S9ky0xODAzMCwxMCxmYWxzZSxmYWxzZSx0cnVlIi8+DQoJCTx1aWZvbnQgbmFtZT0iRk9OVF9RVUlaUE9EX1FVSVpfQVRURU1QVF9WQUxVRSIgdmFsdWU9IuWui+S9ky0xODAzMCwxMCx0cnVlLGZhbHNlLHRydWUiLz4NCgkJPHVpZm9udCBuYW1lPSJGT05UX1FVSVpQT0RfUVVFU1RJT05fU0NPUkUiIHZhbHVlPSLlrovkvZMtMTgwMzAsMTAsZmFsc2UsZmFsc2UsdHJ1ZSIvPg0KCQk8dWlmb250IG5hbWU9IkZPTlRfUVVJWlBPRF9RVUVTVElPTl9TQ09SRV9WQUxVRSIgdmFsdWU9IuWui+S9ky0xODAzMCwxMCx0cnVlLGZhbHNlLHRydWUiLz4NCgkJPHVpZm9udCBuYW1lPSJGT05UX1FVSVpQT0RfUVVFU1RJT05fQVRURU1QVCIgdmFsdWU9IuWui+S9ky0xODAzMCwxMCxmYWxzZSxmYWxzZSx0cnVlIi8+DQoJCTx1aWZvbnQgbmFtZT0iRk9OVF9RVUlaUE9EX1FVRVNUSU9OX0FUVEVNUFRfVkFMVUUiIHZhbHVlPSLlrovkvZMtMTgwMzAsMTAsdHJ1ZSxmYWxzZSx0cnVlIi8+DQoJCTx1aWZvbnQgbmFtZT0iRk9OVF9RVUlaUE9EX1FVRVNUSU9OX1RBRyIgdmFsdWU9IuWui+S9ky0xODAzMCwxMix0cnVlLGZhbHNlLHRydWUiLz4NCgkJPHVpZm9udCBuYW1lPSJGT05UX1FVSVpQT0RfUVVJWl9RVUVTVElPTl9DT1VOVCIgdmFsdWU9IuWui+S9ky0xODAzMCwxMCxmYWxzZSxmYWxzZSx0cnVlIi8+DQoJCTx1aWZvbnQgbmFtZT0iRk9OVF9RVUlaUE9EX1FVSVpfUVVFU1RJT05fQ09VTlRfVkFMVUUiIHZhbHVlPSLlrovkvZMtMTgwMzAsMTAsdHJ1ZSxmYWxzZSx0cnVlIi8+DQoJCTx1aWZvbnQgbmFtZT0iRk9OVF9RVUlaUE9EX1FVSVpfUVVFU1RJT05fQVRURU1QVEVEIiB2YWx1ZT0i5a6L5L2TLTE4MDMwLDEwLGZhbHNlLGZhbHNlLHRydWUiLz4NCgkJPHVpZm9udCBuYW1lPSJGT05UX1FVSVpQT0RfUVVJWl9RVUVTVElPTl9BVFRFTVBURURfVkFMVUUiIHZhbHVlPSLlrovkvZMtMTgwMzAsMTAsdHJ1ZSxmYWxzZSx0cnVlIi8+DQoJCTx1aWZvbnQgbmFtZT0iRk9OVF9RVUlaUE9EX1FVSVpfU0NPUkVfVEFHIiB2YWx1ZT0i5a6L5L2TLTE4MDMwLDEyLHRydWUsZmFsc2UsdHJ1ZSIvPg0KCQk8dWlmb250IG5hbWU9IkZPTlRfUVVJWlBPRF9RVUlaX1NDT1JFIiB2YWx1ZT0i5a6L5L2TLTE4MDMwLDEwLGZhbHNlLGZhbHNlLHRydWUiLz4NCgkJPHVpZm9udCBuYW1lPSJGT05UX1FVSVpQT0RfUVVJWl9TQ09SRV9WQUxVRSIgdmFsdWU9IuWui+S9ky0xODAzMCwxMCx0cnVlLGZhbHNlLHRydWUiLz4NCgkJPHVpZm9udCBuYW1lPSJGT05UX1FVSVpQT0RfUVVJWl9NQVhTQ09SRSIgdmFsdWU9IuWui+S9ky0xODAzMCwxMCxmYWxzZSxmYWxzZSx0cnVlIi8+DQoJCTx1aWZvbnQgbmFtZT0iRk9OVF9RVUlaUE9EX1FVSVpfTUFYU0NPUkVfVkFMVUUiIHZhbHVlPSLlrovkvZMtMTgwMzAsMTAsdHJ1ZSxmYWxzZSx0cnVlIi8+DQoJCTx1aWZvbnQgbmFtZT0iRk9OVF9RVUlaUE9EX1FVSVpfUEFTU1NDT1JFIiB2YWx1ZT0i5a6L5L2TLTE4MDMwLDEwLGZhbHNlLGZhbHNlLHRydWUiLz4NCgkJPHVpZm9udCBuYW1lPSJGT05UX1FVSVpQT0RfUVVJWl9QQVNTU0NPUkVfVkFMVUUiIHZhbHVlPSLlrovkvZMtMTgwMzAsMTAsdHJ1ZSxmYWxzZSx0cnVlIi8+DQoJCTwhLS0gdWl0ZXh0IC0tPg0KCQk8IS0tIHN1YnN0aXR1dGlvbjogJW4gPT0gc2xpZGUgbnVtYmVyIC0tPg0KCQk8dWl0ZXh0IG5hbWU9IkFUVEFDSE1FTlRfUFJFVklFV19XQVJOSU5HTVNHX1RJVExFU1RSSU5HIiB2YWx1ZT0iQXR0YWNobWVudCBXYXJuaW5nIi8+DQoJCTx1aXRleHQgbmFtZT0iQVRUQUNITUVOVF9QUkVWSUVXX1dBUk5JTkdNU0ciIHZhbHVlPSJBdHRhY2htZW50cyBkbyBub3Qgb3BlbiBpbiBQcmV2aWV3IG1vZGUuIFBsZWFzZSB1c2UgcHVibGlzaCB0byBzZWUgdGhlIHJlc3VsdHMiLz4NCgkJPHVpdGV4dCBuYW1lPSJDT0xMQUJfTE9DQUxfUExBWUJBQ0tfTVNHIiB2YWx1ZT0iQ29udGVudCBpcyBiZWluZyBwbGF5ZWQgbG9jYWxseS5cbiBDb2xsYWJvcmF0aW9uIGRvZXMgbm90IHdvcmsgaW4gdGhpcyBtb2RlIi8+DQoJCTx1aXRleHQgbmFtZT0iQ09MTEFCX0xPQ0FMX1BMQVlCQUNLX1RJVExFIiB2YWx1ZT0iTG9jYWwgUGxheWJhY2siLz4NCgkJPHVpdGV4dCBuYW1lPSJDT0xMQUJfTE9DQUxfUExBWUJBQ0tCVE4iIHZhbHVlPSJPayIvPg0KCQk8dWl0ZXh0IG5hbWU9IlVOTkFNRURTTElERVRJVExFIiB2YWx1ZT0i5bm754Gv54mHICVuIi8+DQoJCTwhLS0gc3Vic3RpdHV0aW9uOiAlbiA9PSBzbGlkZSBudW1iZXIgLS0+DQoJCTwhLS0gc3Vic3RpdHV0aW9uOiAldCA9PSB0b3RhbCBzbGlkZSBjb3VudCAtLT4NCgkJPHVpdGV4dCBuYW1lPSJTQ1JVQkJBUlNUQVRVU19TTElERUlORk8iIHZhbHVlPSLlubvnga/niYcgJW4gLyAldCB8ICIvPg0KCQk8dWl0ZXh0IG5hbWU9IlNDUlVCQkFSU1RBVFVTX1NUT1BQRUQiIHZhbHVlPSLlt7LlgZzmraIiLz4NCgkJPHVpdGV4dCBuYW1lPSJTQ1JVQkJBUlNUQVRVU19QTEFZSU5HIiB2YWx1ZT0i5q2j5Zyo5pKt5pS+Ii8+DQoJCTx1aXRleHQgbmFtZT0iU0NSVUJCQVJTVEFUVVNfTk9BVURJTyIgdmFsdWU9IuaXoOmfs+mikSIvPg0KCQk8dWl0ZXh0IG5hbWU9IlNDUlVCQkFSU1RBVFVTX1ZJRFBMQVlJTkciIHZhbHVlPSLop4bpopHmkq3mlL4iLz4NCgkJPHVpdGV4dCBuYW1lPSJTQ1JVQkJBUlNUQVRVU19MT0FESU5HIiB2YWx1ZT0i5q2j5Zyo6L295YWlIi8+DQoJCTx1aXRleHQgbmFtZT0iU0NSVUJCQVJTVEFUVVNfQlVGRkVSSU5HIiB2YWx1ZT0i5q2j5Zyo6L+b6KGM57yT5Yay5aSE55CGIi8+DQoJCTx1aXRleHQgbmFtZT0iU0NSVUJCQVJTVEFUVVNfUVVFU1RJT04iIHZhbHVlPSLlm57nrZTpl67popgiLz4NCgkJPHVpdGV4dCBuYW1lPSJTQ1JVQkJBUlNUQVRVU19SRVZJRVdRVUlaIiB2YWx1ZT0i5q2j5Zyo5a6h6ZiF5rWL6aqMIi8+DQoJCTwhLS0gc3Vic3RpdHV0aW9uOiAlbSA9PSBtaW51dGVzIHJlbWFpbmluZyAtLT4NCgkJPCEtLSBzdWJzdGl0dXRpb246ICVzID09IHNlY29uZHMgcmVtYWluaW5nIC0tPg0KCQk8dWl0ZXh0IG5hbWU9IkVMQVBTRUQiIHZhbHVlPSLliankvZkgJW0g5YiG6ZKfICVzIOenkiIvPg0KCQk8dWl0ZXh0IG5hbWU9Ik5PVEZPVU5EIiB2YWx1ZT0i5pyq5om+5Yiw5Lu75L2V5YaF5a65Ii8+DQoJCTx1aXRleHQgbmFtZT0iQVRUQUNITUVOVFMiIHZhbHVlPSLpmYTku7YiLz4NCgkJPCEtLSBzdWJzdGl0dXRpb246ICVwID09IGN1cnJlbnQgc3BlYWtlcidzIHRpdGxlIC0tPg0KCQk8dWl0ZXh0IG5hbWU9IkJJT1dJTl9USVRMRSIgdmFsdWU9IuS4quS6uueugOS7izogJXAiLz4NCgkJPHVpdGV4dCBuYW1lPSJCSU9CVE5fVElUTEUiIHZhbHVlPSLkuKrkurrnroDku4siLz4NCgkJPHVpdGV4dCBuYW1lPSJESVZJREVSQlROX1RJVExFIiB2YWx1ZT0ifCIvPg0KCQk8dWl0ZXh0IG5hbWU9IkNPTlRBQ1RCVE5fVElUTEUiIHZhbHVlPSLogZTns7vmlrnlvI8iLz4NCgkJPHVpdGV4dCBuYW1lPSJUQUJfUVVJWiIgdmFsdWU9Iua1i+mqjCIvPg0KCQk8dWl0ZXh0IG5hbWU9IlRBQl9PVVRMSU5FIiB2YWx1ZT0i5aSn57qyIi8+DQoJCTx1aXRleHQgbmFtZT0iVEFCX1RIVU1CIiB2YWx1ZT0i57yp55Wl5Zu+Ii8+DQoJCTx1aXRleHQgbmFtZT0iVEFCX05PVEVTIiB2YWx1ZT0i5aSH5rOoIi8+DQoJCTx1aXRleHQgbmFtZT0iVEFCX1NFQVJDSCIgdmFsdWU9IuaQnOe0oiIvPg0KCQk8dWl0ZXh0IG5hbWU9IlNMSURFX0hFQURJTkciIHZhbHVlPSLlubvnga/niYfmoIfpopgiLz4NCgkJPHVpdGV4dCBuYW1lPSJEVVJBVElPTl9IRUFESU5HIiB2YWx1ZT0i5oyB57ut5pe26Ze0Ii8+DQoJCTx1aXRleHQgbmFtZT0iU0VBUkNIX0hFQURJTkciIHZhbHVlPSLmkJzntKLmlofmnKw6Ii8+DQoJCTx1aXRleHQgbmFtZT0iVEhVTUJfSEVBRElORyIgdmFsdWU9IuW5u+eBr+eJhyIvPg0KCQk8dWl0ZXh0IG5hbWU9IlRIVU1CX0lORk8iIHZhbHVlPSLlubvnga/niYfmoIfpopgv5oyB57ut5pe26Ze0Ii8+DQoJCTx1aXRleHQgbmFtZT0iQVRUQUNITkFNRV9IRUFESU5HIiB2YWx1ZT0i5paH5Lu25ZCNIi8+DQoJCTx1aXRleHQgbmFtZT0iQVRUQUNIU0laRV9IRUFESU5HIiB2YWx1ZT0i5aSn5bCPIi8+DQoJCTx1aXRleHQgbmFtZT0iU0xJREVfTk9URVMiIHZhbHVlPSLlubvnga/niYflpIfms6g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ua1i+mqjOWwneivleasoeaVsDoiLz4NCgkJPHVpdGV4dCBuYW1lPSJRVUlaUE9EX1FVSVpfQVRURU1QVF9WQUxVRSIgdmFsdWU9IuesrCAlbiDmrKHvvIzlhbEgJXQg5qyhIi8+DQoJCTx1aXRleHQgbmFtZT0iUVVJWlBPRF9RVUlaX1NDT1JFIiB2YWx1ZT0i5b6X5YiGOiIvPg0KCQk8dWl0ZXh0IG5hbWU9IlFVSVpQT0RfUVVJWl9QQVNTU0NPUkUiIHZhbHVlPSLlj4rmoLzliIbmlbA6Ii8+DQoJCTx1aXRleHQgbmFtZT0iUVVJWlBPRF9RVUlaX01BWFNDT1JFIiB2YWx1ZT0i5pyA6auY5YiG5pWwOiIvPg0KCQk8dWl0ZXh0IG5hbWU9IlFVSVpQT0RfUVVFU0FUTVBUX1NUUiIgdmFsdWU9IuWwneivleasoeaVsDog56ysICVuIOasoe+8jOWFsSAldCDmrKEiLz4NCgkJPHVpdGV4dCBuYW1lPSJRVUlaUE9EX1FVRVNUWVBFX1NUUiIgdmFsdWU9Iuexu+WeizogJXMiLz4NCgkJPHVpdGV4dCBuYW1lPSJRVUlaUE9EX1FVRVNUWVBFX0dSRCIgdmFsdWU9IuivhOe6pyIvPg0KCQk8dWl0ZXh0IG5hbWU9IlFVSVpQT0RfUVVFU1RZUEVfU1ZZIiB2YWx1ZT0i6LCD5p+lIi8+DQoJCTx1aXRleHQgbmFtZT0iUVVJWlBPRF9RVUlaQVRNUFRfSU5GIiB2YWx1ZT0i5peg6ZmQIi8+DQoJCTx1aXRleHQgbmFtZT0iUVVJWlBPRF9RVUVTQVRNUFRfSU5GIiB2YWx1ZT0i5peg6ZmQIi8+DQoJCTx1aXRleHQgbmFtZT0iV0FSTklOR01TR19ZRVNTVFJJTkciIHZhbHVlPSLmmK8iLz4NCgkJPHVpdGV4dCBuYW1lPSJXQVJOSU5HTVNHX05PU1RSSU5HIiB2YWx1ZT0i5ZCmIi8+DQoJCTx1aXRleHQgbmFtZT0iV0FSTklOR01TR19USVRMRVNUUklORyIgdmFsdWU9Iua1i+mqjOWvvOiIquitpuWRiiIvPg0KCQk8dWl0ZXh0IG5hbWU9IldBUk5JTkdNU0dfTVNHU1RSSU5HIiB2YWx1ZT0i5q2k5rWL6aqM5Lit5pyJ5pyq5bCd6K+V5L2c562U55qE6Zeu6aKY44CCJiN4QTsmI3hBO+WNleWHu+KAnOaYr+KAnemAgOWHuuatpOa1i+mqjOOAguWNleWHu+KAnOWQpuKAnee7p+e7rea1i+mqjOOAgiIvPg0KCQk8dWl0ZXh0IG5hbWU9IklORk9STUFUSU9OX0gyNjRfRkxBU0hQTEFZRVIiIHZhbHVlPSLlvZPliY3lronoo4XlnKjmgqjnmoTorqHnrpfmnLrkuIrnmoQgRmxhc2ggUGxheWVyIOeJiOacrOS4jeaUr+aMgeivpeinhumikeOAguWNleWHu+inhumikeWMuuWfn+S4i+i9veacgOaWsOeJiOacrOeahCBGbGFzaCBQbGF5ZXL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5ZCR5Y+C5Yqg6ICF5pi+56S65o+Q6KaB5qCPIi8+DQoJCTx1aXRleHQgbmFtZT0iTVVURSIgdmFsdWU9IumdmemfsyIvPg0KCQk8dWl0ZXh0IG5hbWU9IkRPQ1dSQVBfVElUTEUiIHZhbHVlPSJQcmVzZW50ZXIg5paH5Lu26ZmE5Lu2Ii8+DQoJCTx1aXRleHQgbmFtZT0iRE9DV1JBUF9NU0ciIHZhbHVlPSLkv53lrZjliLDmiJHnmoTorqHnrpfmnLoiLz4NCgkJPHVpdGV4dCBuYW1lPSJET0NXUkFQX1BST01QVCIgdmFsdWU9IuWNleWHu+S7peS4i+i9vSIvPg0KCTwvbGFuZ3VhZ2U+DQoJPGxhbmd1YWdlIGlkPSJ0ci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x1aXRleHQgbmFtZT0iVU5OQU1FRFNMSURFVElUTEUiIHZhbHVlPSJTbGF5dCAlbiIvPg0KCQk8IS0tIHN1YnN0aXR1dGlvbjogJW4gPT0gc2xpZGUgbnVtYmVyIC0tPg0KCQk8IS0tIHN1YnN0aXR1dGlvbjogJXQgPT0gdG90YWwgc2xpZGUgY291bnQgLS0+DQoJCTx1aXRleHQgbmFtZT0iU0NSVUJCQVJTVEFUVVNfU0xJREVJTkZPIiB2YWx1ZT0iU2xheXQgJW4gLyAldCB8ICIvPg0KCQk8dWl0ZXh0IG5hbWU9IlNDUlVCQkFSU1RBVFVTX1NUT1BQRUQiIHZhbHVlPSJEdXJkdXJ1bGR1Ii8+DQoJCTx1aXRleHQgbmFtZT0iU0NSVUJCQVJTVEFUVVNfUExBWUlORyIgdmFsdWU9Ik95bmF0xLFsxLF5b3IiLz4NCgkJPHVpdGV4dCBuYW1lPSJTQ1JVQkJBUlNUQVRVU19OT0FVRElPIiB2YWx1ZT0iU2VzIFlvayIvPg0KCQk8dWl0ZXh0IG5hbWU9IlNDUlVCQkFSU1RBVFVTX1ZJRFBMQVlJTkciIHZhbHVlPSJWaWRlbyBPeW5hdMSxbMSxeW9yIi8+DQoJCTx1aXRleHQgbmFtZT0iU0NSVUJCQVJTVEFUVVNfTE9BRElORyIgdmFsdWU9IlnDvGtsZW5peW9yIi8+DQoJCTx1aXRleHQgbmFtZT0iU0NSVUJCQVJTVEFUVVNfQlVGRkVSSU5HIiB2YWx1ZT0iQXJhYmVsbGXEn2UgQWzEsW7EsXlvciIvPg0KCQk8dWl0ZXh0IG5hbWU9IlNDUlVCQkFSU1RBVFVTX1FVRVNUSU9OIiB2YWx1ZT0iU29ydXl1IFlhbsSxdGxhIi8+DQoJCTx1aXRleHQgbmFtZT0iU0NSVUJCQVJTVEFUVVNfUkVWSUVXUVVJWiIgdmFsdWU9IlPEsW5hdiDEsG5jZWxlbml5b3IiLz4NCgkJPCEtLSBzdWJzdGl0dXRpb246ICVtID09IG1pbnV0ZXMgcmVtYWluaW5nIC0tPg0KCQk8IS0tIHN1YnN0aXR1dGlvbjogJXMgPT0gc2Vjb25kcyByZW1haW5pbmcgLS0+DQoJCTx1aXRleHQgbmFtZT0iRUxBUFNFRCIgdmFsdWU9IiVtIERha2lrYSAlcyBTYW5peWUgS2FsZMSxIi8+DQoJCTx1aXRleHQgbmFtZT0iTk9URk9VTkQiIHZhbHVlPSJIZXJoYW5naSBCaXIgxZ5leSBCdWx1bm1hZMSxIi8+DQoJCTx1aXRleHQgbmFtZT0iQVRUQUNITUVOVFMiIHZhbHVlPSJFa2xlci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sSwcnRpYmF0Ii8+DQoJCTx1aXRleHQgbmFtZT0iVEFCX1FVSVoiIHZhbHVlPSJTxLFuYXYiLz4NCgkJPHVpdGV4dCBuYW1lPSJUQUJfT1VUTElORSIgdmFsdWU9IkFuYSBIYXQiLz4NCgkJPHVpdGV4dCBuYW1lPSJUQUJfVEhVTUIiIHZhbHVlPSJSZXNpbSIvPg0KCQk8dWl0ZXh0IG5hbWU9IlRBQl9OT1RFUyIgdmFsdWU9Ik5vdGxhciIvPg0KCQk8dWl0ZXh0IG5hbWU9IlRBQl9TRUFSQ0giIHZhbHVlPSJBcmEiLz4NCgkJPHVpdGV4dCBuYW1lPSJTTElERV9IRUFESU5HIiB2YWx1ZT0iU2xheXQgQmHFn2zEscSfxLEiLz4NCgkJPHVpdGV4dCBuYW1lPSJEVVJBVElPTl9IRUFESU5HIiB2YWx1ZT0iU8O8cmUiLz4NCgkJPHVpdGV4dCBuYW1lPSJTRUFSQ0hfSEVBRElORyIgdmFsdWU9Ik1ldG5pIGFyYToiLz4NCgkJPHVpdGV4dCBuYW1lPSJUSFVNQl9IRUFESU5HIiB2YWx1ZT0iU2xheXQiLz4NCgkJPHVpdGV4dCBuYW1lPSJUSFVNQl9JTkZPIiB2YWx1ZT0iU2xheXQgQmHFn2zEscSfxLEvU8O8cmVzaSIvPg0KCQk8dWl0ZXh0IG5hbWU9IkFUVEFDSE5BTUVfSEVBRElORyIgdmFsdWU9IkRvc3lhIEFkxLEiLz4NCgkJPHVpdGV4dCBuYW1lPSJBVFRBQ0hTSVpFX0hFQURJTkciIHZhbHVlPSJCb3l1dCIvPg0KCQk8dWl0ZXh0IG5hbWU9IlNMSURFX05PVEVTIiB2YWx1ZT0iU2xheXQgTm90bGFyxLEiLz4NCgkJPHVpdGV4dCBuYW1lPSJDT1VSU0VfU1RBVFVTIiB2YWx1ZT0iTW9kdWxlIFN0YXR1cyIvPg0KCQk8dWl0ZXh0IG5hbWU9IlBBU1NFRF9TVFJJTkciIHZhbHVlPSJQYXNzZWQiLz4NCgkJPHVpdGV4dCBuYW1lPSJGQUlMRURfU1RSSU5HIiB2YWx1ZT0iRmFpbGVk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QVRUQUNITUVOVF9QUkVWSUVXX1dBUk5JTkdNU0dfVElUTEVTVFJJTkciIHZhbHVlPSJBdHRhY2htZW50IFdhcm5pbmciLz4NCgkJPHVpdGV4dCBuYW1lPSJBVFRBQ0hNRU5UX1BSRVZJRVdfV0FSTklOR01TRyIgdmFsdWU9IkF0dGFjaG1lbnRzIGRvIG5vdCBvcGVuIGluIFByZXZpZXcgbW9kZS4gUGxlYXNlIHVzZSBwdWJsaXNoIHRvIHNlZSB0aGUgcmVzdWx0cyIvPg0KCQk8dWl0ZXh0IG5hbWU9IlVOTkFNRURTTElERVRJVExFIiB2YWx1ZT0i0KHQu9Cw0LnQtCAlbiIvPg0KCQk8dWl0ZXh0IG5hbWU9IkNPTExBQl9MT0NBTF9QTEFZQkFDS19NU0ciIHZhbHVlPSJDb250ZW50IGlzIGJlaW5nIHBsYXllZCBsb2NhbGx5LlxuIENvbGxhYm9yYXRpb24gZG9lcyBub3Qgd29yayBpbiB0aGlzIG1vZGUiLz4NCgkJPHVpdGV4dCBuYW1lPSJDT0xMQUJfTE9DQUxfUExBWUJBQ0tfVElUTEUiIHZhbHVlPSJMb2NhbCBQbGF5YmFjayIvPg0KCQk8dWl0ZXh0IG5hbWU9IkNPTExBQl9MT0NBTF9QTEFZQkFDS0JUTiIgdmFsdWU9Ik9r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dWl0ZXh0IG5hbWU9IkNPVVJTRV9TVEFUVVMiIHZhbHVlPSJNb2R1bGUgU3RhdHVzIi8+DQoJCTx1aXRleHQgbmFtZT0iUEFTU0VEX1NUUklORyIgdmFsdWU9IlBhc3NlZCIvPg0KCQk8dWl0ZXh0IG5hbWU9IkZBSUxFRF9TVFJJTkciIHZhbHVlPSJGYWlsZWQiLz4NCgkJPCEtLXF1aXogcG9kIGFuZCBtZXNzYWdlIGJveCB0ZXh0cy0tPg0KCQk8dWl0ZXh0IG5hbWU9IlFVSVpQT0RfUVVJWl9BVFRFTVBUIiB2YWx1ZT0i0J/QvtC/0YvRgtC60LAg0L/RgNC+0LnRgtC4INC+0L/RgNC+0YE6Ii8+DQoJCTx1aXRleHQgbmFtZT0iUVVJWlBPRF9RVUlaX0FUVEVNUFRfVkFMVUUiIHZhbHVlPSIlbiDQuNC3ICV0Ii8+DQoJCTx1aXRleHQgbmFtZT0iUVVJWlBPRF9RVUlaX1NDT1JFIiB2YWx1ZT0i0J3QsNCx0YDQsNC90L4g0LHQsNC70LvQvtCyOiIvPg0KCQk8dWl0ZXh0IG5hbWU9IlFVSVpQT0RfUVVJWl9QQVNTU0NPUkUiIHZhbHVlPSLQn9GA0L7RhdC+0LTQvdC+0Lkg0YDQtdC30YPQu9GM0YLQsNGCOiIvPg0KCQk8dWl0ZXh0IG5hbWU9IlFVSVpQT0RfUVVJWl9NQVhTQ09SRSIgdmFsdWU9ItCc0LDQutGB0LjQvNCw0LvRjNC90YvQuSDRgNC10LfRg9C70YzRgtCw0YI6Ii8+DQoJCTx1aXRleHQgbmFtZT0iUVVJWlBPRF9RVUVTQVRNUFRfU1RSIiB2YWx1ZT0i0J/QvtC/0YvRgtC60LA6ICVuINC40LcgJXQiLz4NCgkJPHVpdGV4dCBuYW1lPSJRVUlaUE9EX1FVRVNUWVBFX1NUUiIgdmFsdWU9ItCi0LjQvzogJXMiLz4NCgkJPHVpdGV4dCBuYW1lPSJRVUlaUE9EX1FVRVNUWVBFX0dSRCIgdmFsdWU9ItChINC+0YbQtdC90LrQvtC5Ii8+DQoJCTx1aXRleHQgbmFtZT0iUVVJWlBPRF9RVUVTVFlQRV9TVlkiIHZhbHVlPSLQntCx0LfQvtGAIi8+DQoJCTx1aXRleHQgbmFtZT0iUVVJWlBPRF9RVUlaQVRNUFRfSU5GIiB2YWx1ZT0i0JHQvtC70YzRiNC+0LUg0YfQuNGB0LvQviIvPg0KCQk8dWl0ZXh0IG5hbWU9IlFVSVpQT0RfUVVFU0FUTVBUX0lORiIgdmFsdWU9ItCR0L7Qu9GM0YjQvtC1INGH0LjRgdC70L4iLz4NCgkJPHVpdGV4dCBuYW1lPSJXQVJOSU5HTVNHX1lFU1NUUklORyIgdmFsdWU9ItCU0LAiLz4NCgkJPHVpdGV4dCBuYW1lPSJXQVJOSU5HTVNHX05PU1RSSU5HIiB2YWx1ZT0i0J3QtdGCIi8+DQoJCTx1aXRleHQgbmFtZT0iV0FSTklOR01TR19USVRMRVNUUklORyIgdmFsdWU9ItCf0YDQtdC00YPQv9GA0LXQttC00LXQvdC40LUg0L4g0L3QsNCy0LjQs9Cw0YbQuNC4INCyINC+0L/RgNC+0YHQtSIvPg0KCQk8dWl0ZXh0IG5hbWU9IldBUk5JTkdNU0dfTVNHU1RSSU5HIiB2YWx1ZT0i0JIg0L7Qv9GA0L7RgdC1INC+0YHRgtCw0LvQuNGB0Ywg0L3QtdC+0YLQstC10YfQtdC90L3Ri9C1INCy0L7Qv9GA0L7RgdGLLtCd0LDQttCw0YLQuNC1INC60L3QvtC/0LrQuCAmcXVvdDvQlNCwJnF1b3Q7INC/0YDQuNCy0LXQtNC10YIg0Log0LfQsNC60YDRi9GC0LjRjiDQvtC/0YDQvtGB0LAuINCd0LDQttCw0YLQuNC1INC60L3QvtC/0LrQuCAmcXVvdDvQndC10YImcXVvdDsg0L/RgNC+0LTQvtC70LbQuNGCINC+0L/RgNC+0YEuIi8+DQoJCTx1aXRleHQgbmFtZT0iSU5GT1JNQVRJT05fSDI2NF9GTEFTSFBMQVlFUiIgdmFsdWU9ItCi0LXQutGD0YnQsNGPINCy0LXRgNGB0LjRjyDQv9GA0L7QuNCz0YDRi9Cy0LDRgtC10LvRjyBGbGFzaCBQbGF5ZXIsINGD0YHRgtCw0L3QvtCy0LvQtdC90L3QsNGPINC90LAg0Y3RgtC+0Lwg0LrQvtC80L/RjNGO0YLQtdGA0LUsINC90LUg0L/QvtC00LTQtdGA0LbQuNCy0LDQtdGCINGN0YLQviDQstC40LTQtdC+LiDQqdC10LvQutC90LjRgtC1INCyINC+0LHQu9Cw0YHRgtC4INCy0LjQtNC10L4sINGH0YLQvtCx0Ysg0LfQsNCz0YDRg9C30LjRgtGMINC/0L7RgdC70LXQtNC90Y7RjiDQstC10YDRgdC40Y4g0L/RgNC+0LjQs9GA0YvQstCw0YLQtdC70Y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LQn9C+0LrQsNC30YvQstCw0YLRjCDQstGA0LXQt9C60YMg0YPRh9Cw0YHRgtC90LjQutCw0LwiLz4NCgkJPHVpdGV4dCBuYW1lPSJNVVRFIiB2YWx1ZT0i0J7RgtC60LvRjtGH0LjRgtGMINC30LLRg9C6Ii8+DQoJCTx1aXRleHQgbmFtZT0iRE9DV1JBUF9USVRMRSIgdmFsdWU9ItCS0LvQvtC20LXQvdC40LUg0LIg0YTQsNC50LsgQWRvYmUgUHJlc2VudGVyIi8+DQoJCTx1aXRleHQgbmFtZT0iRE9DV1JBUF9NU0ciIHZhbHVlPSLQodC+0YXRgNCw0L3QuNGC0Ywg0LIg0L/QsNC/0LrRgyAmcXVvdDvQnNC+0Lkg0LrQvtC80L/RjNGO0YLQtdGAJnF1b3Q7Ii8+DQoJCTx1aXRleHQgbmFtZT0iRE9DV1JBUF9QUk9NUFQiIHZhbHVlPSLQqdC10LvQutC90YPRgtGMINC00LvRjyDQt9Cw0LPRgNGD0LfQutC4Ii8+DQoJPC9sYW5ndWFnZT4NCjwvY29uZmlndXJhdGlvbj4NCg=="/>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1&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5&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2&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33&quot;/&gt;&lt;lineCharCount val=&quot;13&quot;/&gt;&lt;lineCharCount val=&quot;12&quot;/&gt;&lt;lineCharCount val=&quot;13&quot;/&gt;&lt;lineCharCount val=&quot;11&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5&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HTML_SHAPEINFO" val="&lt;SlideThumbPath val=&quot;Slide1.PNG&quot;/&gt;"/>
  <p:tag name="PPSNARRATION" val="1,530098864,C:\Users\sanmi\GoogleDrive\UWMdrive\Courses\ECE552\ece552-lec08_Pipelining_pptx\Media.ppcx"/>
</p:tagLst>
</file>

<file path=ppt/tags/tag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D2C485B-C1D3-4F11-9F50-B503653B300C}_1.png&quot;/&gt;&lt;left val=&quot;35&quot;/&gt;&lt;top val=&quot;185&quot;/&gt;&lt;width val=&quot;648&quot;/&gt;&lt;height val=&quot;120&quot;/&gt;&lt;hasText val=&quot;1&quot;/&gt;&lt;/Image&gt;&lt;/ThreeDShapeInfo&gt;"/>
  <p:tag name="PRESENTER_SHAPETEXTINFO" val="&lt;ShapeTextInfo&gt;&lt;TableIndex row=&quot;-1&quot; col=&quot;-1&quot;&gt;&lt;linesCount val=&quot;1&quot;/&gt;&lt;lineCharCount val=&quot;22&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35BE3FAB-A049-4066-9379-BE5C621F16B3}_1.png&quot;/&gt;&lt;left val=&quot;103&quot;/&gt;&lt;top val=&quot;297&quot;/&gt;&lt;width val=&quot;512&quot;/&gt;&lt;height val=&quot;146&quot;/&gt;&lt;hasText val=&quot;1&quot;/&gt;&lt;/Image&gt;&lt;/ThreeDShapeInfo&gt;"/>
  <p:tag name="PRESENTER_SHAPETEXTINFO" val="&lt;ShapeTextInfo&gt;&lt;TableIndex row=&quot;-1&quot; col=&quot;-1&quot;&gt;&lt;linesCount val=&quot;5&quot;/&gt;&lt;lineCharCount val=&quot;24&quot;/&gt;&lt;lineCharCount val=&quot;1&quot;/&gt;&lt;lineCharCount val=&quot;55&quot;/&gt;&lt;lineCharCount val=&quot;33&quot;/&gt;&lt;lineCharCount val=&quot;3&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HTML_SHAPEINFO" val="&lt;SlideThumbPath val=&quot;Slide2.PNG&quot;/&gt;"/>
  <p:tag name="PPSNARRATION" val="2,530098864,C:\Users\sanmi\GoogleDrive\UWMdrive\Courses\ECE552\ece552-lec08_Pipelining_pptx\Media.ppcx"/>
</p:tagLst>
</file>

<file path=ppt/tags/tag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D6FB42C6-9D23-4973-9458-4AC79E5C4583}_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61DCB04D-E706-41AB-9F4D-C866FCF15EE2}_2.png&quot;/&gt;&lt;left val=&quot;44&quot;/&gt;&lt;top val=&quot;114&quot;/&gt;&lt;width val=&quot;681&quot;/&gt;&lt;height val=&quot;366&quot;/&gt;&lt;hasText val=&quot;1&quot;/&gt;&lt;/Image&gt;&lt;/ThreeDShapeInfo&gt;"/>
  <p:tag name="PRESENTER_SHAPETEXTINFO" val="&lt;ShapeTextInfo&gt;&lt;TableIndex row=&quot;-1&quot; col=&quot;-1&quot;&gt;&lt;linesCount val=&quot;4&quot;/&gt;&lt;lineCharCount val=&quot;27&quot;/&gt;&lt;lineCharCount val=&quot;11&quot;/&gt;&lt;lineCharCount val=&quot;10&quot;/&gt;&lt;lineCharCount val=&quot;7&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68C5CBC2-7AFB-4BF6-9624-961935981EDD}_2.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HTML_SHAPEINFO" val="&lt;SlideThumbPath val=&quot;Slide3.PNG&quot;/&gt;"/>
  <p:tag name="PPSNARRATION" val="3,530098864,C:\Users\sanmi\GoogleDrive\UWMdrive\Courses\ECE552\ece552-lec08_Pipelining_pptx\Media.ppcx"/>
</p:tagLst>
</file>

<file path=ppt/tags/tag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935E0A62-5DB2-44DC-869A-E33E9B402471}_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INFO" val="&lt;ThreeDShapeInfo&gt;&lt;uuid val=&quot;{140C0BED-5D89-4ABF-A40C-537E4540587B}&quot;/&gt;&lt;isInvalidForFieldText val=&quot;0&quot;/&gt;&lt;Image&gt;&lt;filename val=&quot;C:\Users\sanmi\Documents\My Adobe Presentations\ece552f2019-Pipelining\data\asimages\{140C0BED-5D89-4ABF-A40C-537E4540587B}.png&quot;/&gt;&lt;left val=&quot;74&quot;/&gt;&lt;top val=&quot;106&quot;/&gt;&lt;width val=&quot;570&quot;/&gt;&lt;height val=&quot;403&quot;/&gt;&lt;hasText val=&quot;1&quot;/&gt;&lt;/Image&gt;&lt;/ThreeDShapeInfo&gt;"/>
</p:tagLst>
</file>

<file path=ppt/tags/tag27.xml><?xml version="1.0" encoding="utf-8"?>
<p:tagLst xmlns:a="http://schemas.openxmlformats.org/drawingml/2006/main" xmlns:r="http://schemas.openxmlformats.org/officeDocument/2006/relationships" xmlns:p="http://schemas.openxmlformats.org/presentationml/2006/main">
  <p:tag name="HTML_SHAPEINFO" val="&lt;SlideThumbPath val=&quot;Slide4.PNG&quot;/&gt;"/>
  <p:tag name="PPSNARRATION" val="4,530098864,C:\Users\sanmi\GoogleDrive\UWMdrive\Courses\ECE552\ece552-lec08_Pipelining_pptx\Media.ppcx"/>
</p:tagLst>
</file>

<file path=ppt/tags/tag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9B98C2F4-6204-4A72-BCC6-14F6D72271BF}_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BED0ACAE-C19D-4136-B84F-F069915E8A0D}_4.png&quot;/&gt;&lt;left val=&quot;51&quot;/&gt;&lt;top val=&quot;124&quot;/&gt;&lt;width val=&quot;614&quot;/&gt;&lt;height val=&quot;97&quot;/&gt;&lt;hasText val=&quot;1&quot;/&gt;&lt;/Image&gt;&lt;/ThreeDShapeInfo&gt;"/>
  <p:tag name="PRESENTER_SHAPETEXTINFO" val="&lt;ShapeTextInfo&gt;&lt;TableIndex row=&quot;1&quot; col=&quot;1&quot;&gt;&lt;linesCount val=&quot;1&quot;/&gt;&lt;lineCharCount val=&quot;5&quot;/&gt;&lt;/TableIndex&gt;&lt;TableIndex row=&quot;1&quot; col=&quot;2&quot;&gt;&lt;linesCount val=&quot;1&quot;/&gt;&lt;lineCharCount val=&quot;7&quot;/&gt;&lt;/TableIndex&gt;&lt;TableIndex row=&quot;2&quot; col=&quot;1&quot;&gt;&lt;linesCount val=&quot;1&quot;/&gt;&lt;lineCharCount val=&quot;15&quot;/&gt;&lt;/TableIndex&gt;&lt;TableIndex row=&quot;2&quot; col=&quot;2&quot;&gt;&lt;linesCount val=&quot;2&quot;/&gt;&lt;lineCharCount val=&quot;16&quot;/&gt;&lt;lineCharCount val=&quot;11&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HTML_SHAPEINFO" val="&lt;SlideThumbPath val=&quot;Slide5.PNG&quot;/&gt;"/>
  <p:tag name="PPSNARRATION" val="5,530098864,C:\Users\sanmi\GoogleDrive\UWMdrive\Courses\ECE552\ece552-lec08_Pipelining_pptx\Media.ppcx"/>
</p:tagLst>
</file>

<file path=ppt/tags/tag3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61AA3A37-F6C5-4F3D-B359-6805BCBEBE1A}_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C001489E-B0D4-4B6D-8650-EB7FB9ED1E30}_5.png&quot;/&gt;&lt;left val=&quot;51&quot;/&gt;&lt;top val=&quot;124&quot;/&gt;&lt;width val=&quot;614&quot;/&gt;&lt;height val=&quot;149&quot;/&gt;&lt;hasText val=&quot;1&quot;/&gt;&lt;/Image&gt;&lt;/ThreeDShapeInfo&gt;"/>
  <p:tag name="PRESENTER_SHAPETEXTINFO" val="&lt;ShapeTextInfo&gt;&lt;TableIndex row=&quot;1&quot; col=&quot;1&quot;&gt;&lt;linesCount val=&quot;1&quot;/&gt;&lt;lineCharCount val=&quot;5&quot;/&gt;&lt;/TableIndex&gt;&lt;TableIndex row=&quot;1&quot; col=&quot;2&quot;&gt;&lt;linesCount val=&quot;1&quot;/&gt;&lt;lineCharCount val=&quot;7&quot;/&gt;&lt;/TableIndex&gt;&lt;TableIndex row=&quot;2&quot; col=&quot;1&quot;&gt;&lt;linesCount val=&quot;1&quot;/&gt;&lt;lineCharCount val=&quot;15&quot;/&gt;&lt;/TableIndex&gt;&lt;TableIndex row=&quot;2&quot; col=&quot;2&quot;&gt;&lt;linesCount val=&quot;2&quot;/&gt;&lt;lineCharCount val=&quot;16&quot;/&gt;&lt;lineCharCount val=&quot;11&quot;/&gt;&lt;/TableIndex&gt;&lt;TableIndex row=&quot;3&quot; col=&quot;1&quot;&gt;&lt;linesCount val=&quot;1&quot;/&gt;&lt;lineCharCount val=&quot;16&quot;/&gt;&lt;/TableIndex&gt;&lt;TableIndex row=&quot;3&quot; col=&quot;2&quot;&gt;&lt;linesCount val=&quot;2&quot;/&gt;&lt;lineCharCount val=&quot;27&quot;/&gt;&lt;lineCharCount val=&quot;26&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HTML_SHAPEINFO" val="&lt;SlideThumbPath val=&quot;Slide6.PNG&quot;/&gt;"/>
  <p:tag name="PPSNARRATION" val="6,530098864,C:\Users\sanmi\GoogleDrive\UWMdrive\Courses\ECE552\ece552-lec08_Pipelining_pptx\Media.ppcx"/>
</p:tagLst>
</file>

<file path=ppt/tags/tag3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AC42E417-D6AC-4D19-BED9-39DDDF73FC3C}_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373214C1-6535-4A1C-993D-A0E4A8E0B03C}_6.png&quot;/&gt;&lt;left val=&quot;51&quot;/&gt;&lt;top val=&quot;124&quot;/&gt;&lt;width val=&quot;614&quot;/&gt;&lt;height val=&quot;225&quot;/&gt;&lt;hasText val=&quot;1&quot;/&gt;&lt;/Image&gt;&lt;/ThreeDShapeInfo&gt;"/>
  <p:tag name="PRESENTER_SHAPETEXTINFO" val="&lt;ShapeTextInfo&gt;&lt;TableIndex row=&quot;1&quot; col=&quot;1&quot;&gt;&lt;linesCount val=&quot;1&quot;/&gt;&lt;lineCharCount val=&quot;5&quot;/&gt;&lt;/TableIndex&gt;&lt;TableIndex row=&quot;1&quot; col=&quot;2&quot;&gt;&lt;linesCount val=&quot;1&quot;/&gt;&lt;lineCharCount val=&quot;7&quot;/&gt;&lt;/TableIndex&gt;&lt;TableIndex row=&quot;2&quot; col=&quot;1&quot;&gt;&lt;linesCount val=&quot;1&quot;/&gt;&lt;lineCharCount val=&quot;15&quot;/&gt;&lt;/TableIndex&gt;&lt;TableIndex row=&quot;2&quot; col=&quot;2&quot;&gt;&lt;linesCount val=&quot;2&quot;/&gt;&lt;lineCharCount val=&quot;16&quot;/&gt;&lt;lineCharCount val=&quot;11&quot;/&gt;&lt;/TableIndex&gt;&lt;TableIndex row=&quot;3&quot; col=&quot;1&quot;&gt;&lt;linesCount val=&quot;1&quot;/&gt;&lt;lineCharCount val=&quot;16&quot;/&gt;&lt;/TableIndex&gt;&lt;TableIndex row=&quot;3&quot; col=&quot;2&quot;&gt;&lt;linesCount val=&quot;2&quot;/&gt;&lt;lineCharCount val=&quot;27&quot;/&gt;&lt;lineCharCount val=&quot;26&quot;/&gt;&lt;/TableIndex&gt;&lt;TableIndex row=&quot;4&quot; col=&quot;1&quot;&gt;&lt;linesCount val=&quot;1&quot;/&gt;&lt;lineCharCount val=&quot;17&quot;/&gt;&lt;/TableIndex&gt;&lt;TableIndex row=&quot;4&quot; col=&quot;2&quot;&gt;&lt;linesCount val=&quot;3&quot;/&gt;&lt;lineCharCount val=&quot;32&quot;/&gt;&lt;lineCharCount val=&quot;52&quot;/&gt;&lt;lineCharCount val=&quot;38&quot;/&gt;&lt;/TableIndex&gt;&lt;/ShapeTextInfo&gt;"/>
</p:tagLst>
</file>

<file path=ppt/tags/tag36.xml><?xml version="1.0" encoding="utf-8"?>
<p:tagLst xmlns:a="http://schemas.openxmlformats.org/drawingml/2006/main" xmlns:r="http://schemas.openxmlformats.org/officeDocument/2006/relationships" xmlns:p="http://schemas.openxmlformats.org/presentationml/2006/main">
  <p:tag name="HTML_SHAPEINFO" val="&lt;SlideThumbPath val=&quot;Slide7.PNG&quot;/&gt;"/>
  <p:tag name="PPSNARRATION" val="7,530098864,C:\Users\sanmi\GoogleDrive\UWMdrive\Courses\ECE552\ece552-lec08_Pipelining_pptx\Media.ppcx"/>
</p:tagLst>
</file>

<file path=ppt/tags/tag3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D13E8F6D-A644-46BD-8971-74743A3DE55D}_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367F5C46-4A38-44E0-AFC8-CD6A005BE066}_7.png&quot;/&gt;&lt;left val=&quot;51&quot;/&gt;&lt;top val=&quot;124&quot;/&gt;&lt;width val=&quot;614&quot;/&gt;&lt;height val=&quot;305&quot;/&gt;&lt;hasText val=&quot;1&quot;/&gt;&lt;/Image&gt;&lt;/ThreeDShapeInfo&gt;"/>
  <p:tag name="PRESENTER_SHAPETEXTINFO" val="&lt;ShapeTextInfo&gt;&lt;TableIndex row=&quot;1&quot; col=&quot;1&quot;&gt;&lt;linesCount val=&quot;1&quot;/&gt;&lt;lineCharCount val=&quot;5&quot;/&gt;&lt;/TableIndex&gt;&lt;TableIndex row=&quot;1&quot; col=&quot;2&quot;&gt;&lt;linesCount val=&quot;1&quot;/&gt;&lt;lineCharCount val=&quot;7&quot;/&gt;&lt;/TableIndex&gt;&lt;TableIndex row=&quot;2&quot; col=&quot;1&quot;&gt;&lt;linesCount val=&quot;1&quot;/&gt;&lt;lineCharCount val=&quot;15&quot;/&gt;&lt;/TableIndex&gt;&lt;TableIndex row=&quot;2&quot; col=&quot;2&quot;&gt;&lt;linesCount val=&quot;2&quot;/&gt;&lt;lineCharCount val=&quot;16&quot;/&gt;&lt;lineCharCount val=&quot;11&quot;/&gt;&lt;/TableIndex&gt;&lt;TableIndex row=&quot;3&quot; col=&quot;1&quot;&gt;&lt;linesCount val=&quot;1&quot;/&gt;&lt;lineCharCount val=&quot;16&quot;/&gt;&lt;/TableIndex&gt;&lt;TableIndex row=&quot;3&quot; col=&quot;2&quot;&gt;&lt;linesCount val=&quot;2&quot;/&gt;&lt;lineCharCount val=&quot;27&quot;/&gt;&lt;lineCharCount val=&quot;26&quot;/&gt;&lt;/TableIndex&gt;&lt;TableIndex row=&quot;4&quot; col=&quot;1&quot;&gt;&lt;linesCount val=&quot;1&quot;/&gt;&lt;lineCharCount val=&quot;17&quot;/&gt;&lt;/TableIndex&gt;&lt;TableIndex row=&quot;4&quot; col=&quot;2&quot;&gt;&lt;linesCount val=&quot;3&quot;/&gt;&lt;lineCharCount val=&quot;32&quot;/&gt;&lt;lineCharCount val=&quot;52&quot;/&gt;&lt;lineCharCount val=&quot;38&quot;/&gt;&lt;/TableIndex&gt;&lt;TableIndex row=&quot;5&quot; col=&quot;1&quot;&gt;&lt;linesCount val=&quot;1&quot;/&gt;&lt;lineCharCount val=&quot;17&quot;/&gt;&lt;/TableIndex&gt;&lt;TableIndex row=&quot;5&quot; col=&quot;2&quot;&gt;&lt;linesCount val=&quot;3&quot;/&gt;&lt;lineCharCount val=&quot;29&quot;/&gt;&lt;lineCharCount val=&quot;25&quot;/&gt;&lt;lineCharCount val=&quot;37&quot;/&gt;&lt;/TableIndex&gt;&lt;/ShapeTextInfo&gt;"/>
</p:tagLst>
</file>

<file path=ppt/tags/tag39.xml><?xml version="1.0" encoding="utf-8"?>
<p:tagLst xmlns:a="http://schemas.openxmlformats.org/drawingml/2006/main" xmlns:r="http://schemas.openxmlformats.org/officeDocument/2006/relationships" xmlns:p="http://schemas.openxmlformats.org/presentationml/2006/main">
  <p:tag name="HTML_SHAPEINFO" val="&lt;SlideThumbPath val=&quot;Slide8.PNG&quot;/&gt;"/>
  <p:tag name="PPSNARRATION" val="8,530098864,C:\Users\sanmi\GoogleDrive\UWMdrive\Courses\ECE552\ece552-lec08_Pipelining_pptx\Media.ppcx"/>
</p:tagLst>
</file>

<file path=ppt/tags/tag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E46883C0-AB87-4AE8-91D2-7DEC26D500A6}_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D46E4C3F-8AF2-41DC-8427-1F03D13E77CC}_8.png&quot;/&gt;&lt;left val=&quot;51&quot;/&gt;&lt;top val=&quot;124&quot;/&gt;&lt;width val=&quot;614&quot;/&gt;&lt;height val=&quot;379&quot;/&gt;&lt;hasText val=&quot;1&quot;/&gt;&lt;/Image&gt;&lt;/ThreeDShapeInfo&gt;"/>
  <p:tag name="PRESENTER_SHAPETEXTINFO" val="&lt;ShapeTextInfo&gt;&lt;TableIndex row=&quot;1&quot; col=&quot;1&quot;&gt;&lt;linesCount val=&quot;1&quot;/&gt;&lt;lineCharCount val=&quot;5&quot;/&gt;&lt;/TableIndex&gt;&lt;TableIndex row=&quot;1&quot; col=&quot;2&quot;&gt;&lt;linesCount val=&quot;1&quot;/&gt;&lt;lineCharCount val=&quot;7&quot;/&gt;&lt;/TableIndex&gt;&lt;TableIndex row=&quot;2&quot; col=&quot;1&quot;&gt;&lt;linesCount val=&quot;1&quot;/&gt;&lt;lineCharCount val=&quot;15&quot;/&gt;&lt;/TableIndex&gt;&lt;TableIndex row=&quot;2&quot; col=&quot;2&quot;&gt;&lt;linesCount val=&quot;2&quot;/&gt;&lt;lineCharCount val=&quot;16&quot;/&gt;&lt;lineCharCount val=&quot;11&quot;/&gt;&lt;/TableIndex&gt;&lt;TableIndex row=&quot;3&quot; col=&quot;1&quot;&gt;&lt;linesCount val=&quot;1&quot;/&gt;&lt;lineCharCount val=&quot;16&quot;/&gt;&lt;/TableIndex&gt;&lt;TableIndex row=&quot;3&quot; col=&quot;2&quot;&gt;&lt;linesCount val=&quot;2&quot;/&gt;&lt;lineCharCount val=&quot;27&quot;/&gt;&lt;lineCharCount val=&quot;26&quot;/&gt;&lt;/TableIndex&gt;&lt;TableIndex row=&quot;4&quot; col=&quot;1&quot;&gt;&lt;linesCount val=&quot;1&quot;/&gt;&lt;lineCharCount val=&quot;17&quot;/&gt;&lt;/TableIndex&gt;&lt;TableIndex row=&quot;4&quot; col=&quot;2&quot;&gt;&lt;linesCount val=&quot;3&quot;/&gt;&lt;lineCharCount val=&quot;32&quot;/&gt;&lt;lineCharCount val=&quot;52&quot;/&gt;&lt;lineCharCount val=&quot;38&quot;/&gt;&lt;/TableIndex&gt;&lt;TableIndex row=&quot;5&quot; col=&quot;1&quot;&gt;&lt;linesCount val=&quot;1&quot;/&gt;&lt;lineCharCount val=&quot;17&quot;/&gt;&lt;/TableIndex&gt;&lt;TableIndex row=&quot;5&quot; col=&quot;2&quot;&gt;&lt;linesCount val=&quot;3&quot;/&gt;&lt;lineCharCount val=&quot;29&quot;/&gt;&lt;lineCharCount val=&quot;25&quot;/&gt;&lt;lineCharCount val=&quot;37&quot;/&gt;&lt;/TableIndex&gt;&lt;TableIndex row=&quot;6&quot; col=&quot;1&quot;&gt;&lt;linesCount val=&quot;1&quot;/&gt;&lt;lineCharCount val=&quot;19&quot;/&gt;&lt;/TableIndex&gt;&lt;TableIndex row=&quot;6&quot; col=&quot;2&quot;&gt;&lt;linesCount val=&quot;3&quot;/&gt;&lt;lineCharCount val=&quot;45&quot;/&gt;&lt;lineCharCount val=&quot;45&quot;/&gt;&lt;lineCharCount val=&quot;38&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HTML_SHAPEINFO" val="&lt;SlideThumbPath val=&quot;Slide9.PNG&quot;/&gt;"/>
  <p:tag name="PPSNARRATION" val="9,530098864,C:\Users\sanmi\GoogleDrive\UWMdrive\Courses\ECE552\ece552-lec08_Pipelining_pptx\Media.ppcx"/>
  <p:tag name="TIMING" val="|33"/>
</p:tagLst>
</file>

<file path=ppt/tags/tag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18A457ED-2A49-476A-B941-7D8CE9A26632}_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4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367604B5-1D1E-4E33-BFA6-F1E07170A452}_9.png&quot;/&gt;&lt;left val=&quot;44&quot;/&gt;&lt;top val=&quot;114&quot;/&gt;&lt;width val=&quot;669&quot;/&gt;&lt;height val=&quot;144&quot;/&gt;&lt;hasText val=&quot;1&quot;/&gt;&lt;/Image&gt;&lt;/ThreeDShapeInfo&gt;"/>
  <p:tag name="PRESENTER_SHAPETEXTINFO" val="&lt;ShapeTextInfo&gt;&lt;TableIndex row=&quot;-1&quot; col=&quot;-1&quot;&gt;&lt;linesCount val=&quot;2&quot;/&gt;&lt;lineCharCount val=&quot;29&quot;/&gt;&lt;lineCharCount val=&quot;41&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6B8816D2-3090-4ED8-8306-7310A2369BD9}_9.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1&quot;/&gt;&lt;/TableIndex&gt;&lt;/ShapeTextInfo&gt;"/>
</p:tagLst>
</file>

<file path=ppt/tags/tag4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77E4B2BC-C8D0-4458-80DB-B66660BB95BC}_9.png&quot;/&gt;&lt;left val=&quot;45&quot;/&gt;&lt;top val=&quot;318&quot;/&gt;&lt;width val=&quot;669&quot;/&gt;&lt;height val=&quot;174&quot;/&gt;&lt;hasText val=&quot;1&quot;/&gt;&lt;/Image&gt;&lt;/ThreeDShapeInfo&gt;"/>
  <p:tag name="PRESENTER_SHAPETEXTINFO" val="&lt;ShapeTextInfo&gt;&lt;TableIndex row=&quot;-1&quot; col=&quot;-1&quot;&gt;&lt;linesCount val=&quot;2&quot;/&gt;&lt;lineCharCount val=&quot;28&quot;/&gt;&lt;lineCharCount val=&quot;44&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347C0F9-5F90-4822-9D4C-3E1995680721}_9.png&quot;/&gt;&lt;left val=&quot;38&quot;/&gt;&lt;top val=&quot;194&quot;/&gt;&lt;width val=&quot;653&quot;/&gt;&lt;height val=&quot;117&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1&quot;/&gt;&lt;/TableIndex&gt;&lt;TableIndex row=&quot;1&quot; col=&quot;12&quot;&gt;&lt;linesCount val=&quot;1&quot;/&gt;&lt;lineCharCount val=&quot;1&quot;/&gt;&lt;/TableIndex&gt;&lt;TableIndex row=&quot;1&quot; col=&quot;13&quot;&gt;&lt;linesCount val=&quot;1&quot;/&gt;&lt;lineCharCount val=&quot;1&quot;/&gt;&lt;/TableIndex&gt;&lt;TableIndex row=&quot;1&quot; col=&quot;14&quot;&gt;&lt;linesCount val=&quot;1&quot;/&gt;&lt;lineCharCount val=&quot;1&quot;/&gt;&lt;/TableIndex&gt;&lt;TableIndex row=&quot;1&quot; col=&quot;15&quot;&gt;&lt;linesCount val=&quot;1&quot;/&gt;&lt;lineCharCount val=&quot;1&quot;/&gt;&lt;/TableIndex&gt;&lt;TableIndex row=&quot;1&quot; col=&quot;16&quot;&gt;&lt;linesCount val=&quot;1&quot;/&gt;&lt;lineCharCount val=&quot;1&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3&quot; col=&quot;1&quot;&gt;&lt;linesCount val=&quot;1&quot;/&gt;&lt;lineCharCount val=&quot;17&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1&quot;/&gt;&lt;lineCharCount val=&quot;1&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4&quot; col=&quot;1&quot;&gt;&lt;linesCount val=&quot;1&quot;/&gt;&lt;lineCharCount val=&quot;14&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1&quot;/&gt;&lt;lineCharCount val=&quot;1&quot;/&gt;&lt;/TableIndex&gt;&lt;TableIndex row=&quot;4&quot; col=&quot;13&quot;&gt;&lt;linesCount val=&quot;1&quot;/&gt;&lt;lineCharCount val=&quot;1&quot;/&gt;&lt;/TableIndex&gt;&lt;TableIndex row=&quot;4&quot; col=&quot;14&quot;&gt;&lt;linesCount val=&quot;1&quot;/&gt;&lt;lineCharCount val=&quot;1&quot;/&gt;&lt;/TableIndex&gt;&lt;TableIndex row=&quot;4&quot; col=&quot;15&quot;&gt;&lt;linesCount val=&quot;1&quot;/&gt;&lt;lineCharCount val=&quot;1&quot;/&gt;&lt;/TableIndex&gt;&lt;TableIndex row=&quot;4&quot; col=&quot;16&quot;&gt;&lt;linesCount val=&quot;1&quot;/&gt;&lt;lineCharCount val=&quot;1&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58331EAE-9456-4A7A-9280-6DBB6B0F9BBD}_9.png&quot;/&gt;&lt;left val=&quot;38&quot;/&gt;&lt;top val=&quot;398&quot;/&gt;&lt;width val=&quot;653&quot;/&gt;&lt;height val=&quot;117&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3&quot; col=&quot;1&quot;&gt;&lt;linesCount val=&quot;1&quot;/&gt;&lt;lineCharCount val=&quot;17&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4&quot; col=&quot;1&quot;&gt;&lt;linesCount val=&quot;1&quot;/&gt;&lt;lineCharCount val=&quot;14&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1&quot;/&gt;&lt;lineCharCount val=&quot;1&quot;/&gt;&lt;/TableIndex&gt;&lt;TableIndex row=&quot;4&quot; col=&quot;12&quot;&gt;&lt;linesCount val=&quot;1&quot;/&gt;&lt;lineCharCount val=&quot;1&quot;/&gt;&lt;/TableIndex&gt;&lt;TableIndex row=&quot;4&quot; col=&quot;13&quot;&gt;&lt;linesCount val=&quot;1&quot;/&gt;&lt;lineCharCount val=&quot;1&quot;/&gt;&lt;/TableIndex&gt;&lt;TableIndex row=&quot;4&quot; col=&quot;14&quot;&gt;&lt;linesCount val=&quot;1&quot;/&gt;&lt;lineCharCount val=&quot;1&quot;/&gt;&lt;/TableIndex&gt;&lt;TableIndex row=&quot;4&quot; col=&quot;15&quot;&gt;&lt;linesCount val=&quot;0&quot;/&gt;&lt;/TableIndex&gt;&lt;TableIndex row=&quot;4&quot; col=&quot;16&quot;&gt;&lt;linesCount val=&quot;0&quot;/&gt;&lt;/TableIndex&gt;&lt;/ShapeTextInfo&gt;"/>
</p:tagLst>
</file>

<file path=ppt/tags/tag49.xml><?xml version="1.0" encoding="utf-8"?>
<p:tagLst xmlns:a="http://schemas.openxmlformats.org/drawingml/2006/main" xmlns:r="http://schemas.openxmlformats.org/officeDocument/2006/relationships" xmlns:p="http://schemas.openxmlformats.org/presentationml/2006/main">
  <p:tag name="HTML_SHAPEINFO" val="&lt;SlideThumbPath val=&quot;Slide10.PNG&quot;/&gt;"/>
  <p:tag name="PPSNARRATION" val="10,530098864,C:\Users\sanmi\GoogleDrive\UWMdrive\Courses\ECE552\ece552-lec08_Pipelining_pptx\Media.ppcx"/>
</p:tagLst>
</file>

<file path=ppt/tags/tag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D18DCADB-DC37-48D8-94A6-E06E576D32ED}_1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EEE906C3-E6C2-435B-9642-AD9DA4EA0B5D}_10.png&quot;/&gt;&lt;left val=&quot;44&quot;/&gt;&lt;top val=&quot;114&quot;/&gt;&lt;width val=&quot;669&quot;/&gt;&lt;height val=&quot;144&quot;/&gt;&lt;hasText val=&quot;1&quot;/&gt;&lt;/Image&gt;&lt;/ThreeDShapeInfo&gt;"/>
  <p:tag name="PRESENTER_SHAPETEXTINFO" val="&lt;ShapeTextInfo&gt;&lt;TableIndex row=&quot;-1&quot; col=&quot;-1&quot;&gt;&lt;linesCount val=&quot;2&quot;/&gt;&lt;lineCharCount val=&quot;28&quot;/&gt;&lt;lineCharCount val=&quot;44&quot;/&gt;&lt;/TableIndex&gt;&lt;/ShapeTextInfo&gt;"/>
</p:tagLst>
</file>

<file path=ppt/tags/tag5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1B2B745B-3E9C-40F8-9642-A0582321A33A}_10.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CEE384A2-24ED-4978-B310-43F0DFF41ED5}_10.png&quot;/&gt;&lt;left val=&quot;45&quot;/&gt;&lt;top val=&quot;306&quot;/&gt;&lt;width val=&quot;669&quot;/&gt;&lt;height val=&quot;174&quot;/&gt;&lt;hasText val=&quot;1&quot;/&gt;&lt;/Image&gt;&lt;/ThreeDShapeInfo&gt;"/>
  <p:tag name="PRESENTER_SHAPETEXTINFO" val="&lt;ShapeTextInfo&gt;&lt;TableIndex row=&quot;-1&quot; col=&quot;-1&quot;&gt;&lt;linesCount val=&quot;3&quot;/&gt;&lt;lineCharCount val=&quot;17&quot;/&gt;&lt;lineCharCount val=&quot;35&quot;/&gt;&lt;lineCharCount val=&quot;42&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394DF3FA-E77F-4CB9-8345-D3EF36079186}_10.png&quot;/&gt;&lt;left val=&quot;39&quot;/&gt;&lt;top val=&quot;194&quot;/&gt;&lt;width val=&quot;653&quot;/&gt;&lt;height val=&quot;117&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3&quot; col=&quot;1&quot;&gt;&lt;linesCount val=&quot;1&quot;/&gt;&lt;lineCharCount val=&quot;17&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4&quot; col=&quot;1&quot;&gt;&lt;linesCount val=&quot;1&quot;/&gt;&lt;lineCharCount val=&quot;14&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1&quot;/&gt;&lt;lineCharCount val=&quot;1&quot;/&gt;&lt;/TableIndex&gt;&lt;TableIndex row=&quot;4&quot; col=&quot;12&quot;&gt;&lt;linesCount val=&quot;1&quot;/&gt;&lt;lineCharCount val=&quot;1&quot;/&gt;&lt;/TableIndex&gt;&lt;TableIndex row=&quot;4&quot; col=&quot;13&quot;&gt;&lt;linesCount val=&quot;1&quot;/&gt;&lt;lineCharCount val=&quot;1&quot;/&gt;&lt;/TableIndex&gt;&lt;TableIndex row=&quot;4&quot; col=&quot;14&quot;&gt;&lt;linesCount val=&quot;1&quot;/&gt;&lt;lineCharCount val=&quot;1&quot;/&gt;&lt;/TableIndex&gt;&lt;TableIndex row=&quot;4&quot; col=&quot;15&quot;&gt;&lt;linesCount val=&quot;0&quot;/&gt;&lt;/TableIndex&gt;&lt;TableIndex row=&quot;4&quot; col=&quot;16&quot;&gt;&lt;linesCount val=&quot;0&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HTML_SHAPEINFO" val="&lt;SlideThumbPath val=&quot;Slide11.PNG&quot;/&gt;"/>
  <p:tag name="PPSNARRATION" val="11,530098864,C:\Users\sanmi\GoogleDrive\UWMdrive\Courses\ECE552\ece552-lec08_Pipelining_pptx\Media.ppcx"/>
</p:tagLst>
</file>

<file path=ppt/tags/tag5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C18861A-4856-43E0-A1A7-5ED85B3B6B6C}_1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0&quot;/&gt;&lt;/TableIndex&gt;&lt;/ShapeTextInfo&gt;"/>
</p:tagLst>
</file>

<file path=ppt/tags/tag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C6A7E20-C6EA-4843-AF04-40C5A802B05C}_11.png&quot;/&gt;&lt;left val=&quot;44&quot;/&gt;&lt;top val=&quot;114&quot;/&gt;&lt;width val=&quot;669&quot;/&gt;&lt;height val=&quot;144&quot;/&gt;&lt;hasText val=&quot;1&quot;/&gt;&lt;/Image&gt;&lt;/ThreeDShapeInfo&gt;"/>
  <p:tag name="PRESENTER_SHAPETEXTINFO" val="&lt;ShapeTextInfo&gt;&lt;TableIndex row=&quot;-1&quot; col=&quot;-1&quot;&gt;&lt;linesCount val=&quot;2&quot;/&gt;&lt;lineCharCount val=&quot;28&quot;/&gt;&lt;lineCharCount val=&quot;44&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511750CF-E997-4358-A486-783194946101}_11.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6711EF62-BE85-4792-87B3-CA7E65B00DB2}_11.png&quot;/&gt;&lt;left val=&quot;45&quot;/&gt;&lt;top val=&quot;306&quot;/&gt;&lt;width val=&quot;669&quot;/&gt;&lt;height val=&quot;174&quot;/&gt;&lt;hasText val=&quot;1&quot;/&gt;&lt;/Image&gt;&lt;/ThreeDShapeInfo&gt;"/>
  <p:tag name="PRESENTER_SHAPETEXTINFO" val="&lt;ShapeTextInfo&gt;&lt;TableIndex row=&quot;-1&quot; col=&quot;-1&quot;&gt;&lt;linesCount val=&quot;3&quot;/&gt;&lt;lineCharCount val=&quot;12&quot;/&gt;&lt;lineCharCount val=&quot;35&quot;/&gt;&lt;lineCharCount val=&quot;42&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0663B39E-DBD7-49B8-A1A5-87F35E0D370F}_11.png&quot;/&gt;&lt;left val=&quot;38&quot;/&gt;&lt;top val=&quot;416&quot;/&gt;&lt;width val=&quot;653&quot;/&gt;&lt;height val=&quot;117&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3&quot; col=&quot;1&quot;&gt;&lt;linesCount val=&quot;1&quot;/&gt;&lt;lineCharCount val=&quot;17&quot;/&gt;&lt;/TableIndex&gt;&lt;TableIndex row=&quot;3&quot; col=&quot;2&quot;&gt;&lt;linesCount val=&quot;0&quot;/&gt;&lt;/TableIndex&gt;&lt;TableIndex row=&quot;3&quot; col=&quot;3&quot;&gt;&lt;linesCount val=&quot;1&quot;/&gt;&lt;lineCharCount val=&quot;1&quot;/&gt;&lt;/TableIndex&gt;&lt;TableIndex row=&quot;3&quot; col=&quot;4&quot;&gt;&lt;linesCount val=&quot;1&quot;/&gt;&lt;lineCharCount val=&quot;1&quot;/&gt;&lt;/TableIndex&gt;&lt;TableIndex row=&quot;3&quot; col=&quot;5&quot;&gt;&lt;linesCount val=&quot;1&quot;/&gt;&lt;lineCharCount val=&quot;1&quot;/&gt;&lt;/TableIndex&gt;&lt;TableIndex row=&quot;3&quot; col=&quot;6&quot;&gt;&lt;linesCount val=&quot;1&quot;/&gt;&lt;lineCharCount val=&quot;1&quot;/&gt;&lt;/TableIndex&gt;&lt;TableIndex row=&quot;3&quot; col=&quot;7&quot;&gt;&lt;linesCount val=&quot;1&quot;/&gt;&lt;lineCharCount val=&quot;1&quot;/&gt;&lt;/TableIndex&gt;&lt;TableIndex row=&quot;3&quot; col=&quot;8&quot;&gt;&lt;linesCount val=&quot;0&quot;/&gt;&lt;/TableIndex&gt;&lt;TableIndex row=&quot;3&quot; col=&quot;9&quot;&gt;&lt;linesCount val=&quot;0&quot;/&gt;&lt;/TableIndex&gt;&lt;TableIndex row=&quot;3&quot; col=&quot;10&quot;&gt;&lt;linesCount val=&quot;0&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4&quot; col=&quot;1&quot;&gt;&lt;linesCount val=&quot;1&quot;/&gt;&lt;lineCharCount val=&quot;14&quot;/&gt;&lt;/TableIndex&gt;&lt;TableIndex row=&quot;4&quot; col=&quot;2&quot;&gt;&lt;linesCount val=&quot;0&quot;/&gt;&lt;/TableIndex&gt;&lt;TableIndex row=&quot;4&quot; col=&quot;3&quot;&gt;&lt;linesCount val=&quot;0&quot;/&gt;&lt;/TableIndex&gt;&lt;TableIndex row=&quot;4&quot; col=&quot;4&quot;&gt;&lt;linesCount val=&quot;1&quot;/&gt;&lt;lineCharCount val=&quot;1&quot;/&gt;&lt;/TableIndex&gt;&lt;TableIndex row=&quot;4&quot; col=&quot;5&quot;&gt;&lt;linesCount val=&quot;1&quot;/&gt;&lt;lineCharCount val=&quot;1&quot;/&gt;&lt;/TableIndex&gt;&lt;TableIndex row=&quot;4&quot; col=&quot;6&quot;&gt;&lt;linesCount val=&quot;1&quot;/&gt;&lt;lineCharCount val=&quot;1&quot;/&gt;&lt;/TableIndex&gt;&lt;TableIndex row=&quot;4&quot; col=&quot;7&quot;&gt;&lt;linesCount val=&quot;1&quot;/&gt;&lt;lineCharCount val=&quot;1&quot;/&gt;&lt;/TableIndex&gt;&lt;TableIndex row=&quot;4&quot; col=&quot;8&quot;&gt;&lt;linesCount val=&quot;1&quot;/&gt;&lt;lineCharCount val=&quot;1&quot;/&gt;&lt;/TableIndex&gt;&lt;TableIndex row=&quot;4&quot; col=&quot;9&quot;&gt;&lt;linesCount val=&quot;0&quot;/&gt;&lt;/TableIndex&gt;&lt;TableIndex row=&quot;4&quot; col=&quot;10&quot;&gt;&lt;linesCount val=&quot;0&quot;/&gt;&lt;/TableIndex&gt;&lt;TableIndex row=&quot;4&quot; col=&quot;11&quot;&gt;&lt;linesCount val=&quot;0&quot;/&gt;&lt;/TableIndex&gt;&lt;TableIndex row=&quot;4&quot; col=&quot;12&quot;&gt;&lt;linesCount val=&quot;0&quot;/&gt;&lt;/TableIndex&gt;&lt;TableIndex row=&quot;4&quot; col=&quot;13&quot;&gt;&lt;linesCount val=&quot;0&quot;/&gt;&lt;/TableIndex&gt;&lt;TableIndex row=&quot;4&quot; col=&quot;14&quot;&gt;&lt;linesCount val=&quot;0&quot;/&gt;&lt;/TableIndex&gt;&lt;TableIndex row=&quot;4&quot; col=&quot;15&quot;&gt;&lt;linesCount val=&quot;0&quot;/&gt;&lt;/TableIndex&gt;&lt;TableIndex row=&quot;4&quot; col=&quot;16&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D55E98EA-FF1A-442A-A47B-29F6BB3AE96E}_11.png&quot;/&gt;&lt;left val=&quot;39&quot;/&gt;&lt;top val=&quot;194&quot;/&gt;&lt;width val=&quot;653&quot;/&gt;&lt;height val=&quot;117&quot;/&gt;&lt;hasText val=&quot;1&quot;/&gt;&lt;/Image&gt;&lt;/ThreeDShapeInfo&gt;"/>
  <p:tag name="PRESENTER_SHAPETEXTINFO" val="&lt;ShapeTextInfo&gt;&lt;TableIndex row=&quot;1&quot; col=&quot;1&quot;&gt;&lt;linesCount val=&quot;1&quot;/&gt;&lt;lineCharCount val=&quot;10&quot;/&gt;&lt;/TableIndex&gt;&lt;TableIndex row=&quot;1&quot; col=&quot;2&quot;&gt;&lt;linesCount val=&quot;1&quot;/&gt;&lt;lineCharCount val=&quot;1&quot;/&gt;&lt;/TableIndex&gt;&lt;TableIndex row=&quot;1&quot; col=&quot;3&quot;&gt;&lt;linesCount val=&quot;1&quot;/&gt;&lt;lineCharCount val=&quot;1&quot;/&gt;&lt;/TableIndex&gt;&lt;TableIndex row=&quot;1&quot; col=&quot;4&quot;&gt;&lt;linesCount val=&quot;1&quot;/&gt;&lt;lineCharCount val=&quot;1&quot;/&gt;&lt;/TableIndex&gt;&lt;TableIndex row=&quot;1&quot; col=&quot;5&quot;&gt;&lt;linesCount val=&quot;1&quot;/&gt;&lt;lineCharCount val=&quot;1&quot;/&gt;&lt;/TableIndex&gt;&lt;TableIndex row=&quot;1&quot; col=&quot;6&quot;&gt;&lt;linesCount val=&quot;1&quot;/&gt;&lt;lineCharCount val=&quot;1&quot;/&gt;&lt;/TableIndex&gt;&lt;TableIndex row=&quot;1&quot; col=&quot;7&quot;&gt;&lt;linesCount val=&quot;1&quot;/&gt;&lt;lineCharCount val=&quot;1&quot;/&gt;&lt;/TableIndex&gt;&lt;TableIndex row=&quot;1&quot; col=&quot;8&quot;&gt;&lt;linesCount val=&quot;1&quot;/&gt;&lt;lineCharCount val=&quot;1&quot;/&gt;&lt;/TableIndex&gt;&lt;TableIndex row=&quot;1&quot; col=&quot;9&quot;&gt;&lt;linesCount val=&quot;1&quot;/&gt;&lt;lineCharCount val=&quot;1&quot;/&gt;&lt;/TableIndex&gt;&lt;TableIndex row=&quot;1&quot; col=&quot;10&quot;&gt;&lt;linesCount val=&quot;1&quot;/&gt;&lt;lineCharCount val=&quot;1&quot;/&gt;&lt;/TableIndex&gt;&lt;TableIndex row=&quot;1&quot; col=&quot;11&quot;&gt;&lt;linesCount val=&quot;1&quot;/&gt;&lt;lineCharCount val=&quot;2&quot;/&gt;&lt;/TableIndex&gt;&lt;TableIndex row=&quot;1&quot; col=&quot;12&quot;&gt;&lt;linesCount val=&quot;1&quot;/&gt;&lt;lineCharCount val=&quot;2&quot;/&gt;&lt;/TableIndex&gt;&lt;TableIndex row=&quot;1&quot; col=&quot;13&quot;&gt;&lt;linesCount val=&quot;1&quot;/&gt;&lt;lineCharCount val=&quot;2&quot;/&gt;&lt;/TableIndex&gt;&lt;TableIndex row=&quot;1&quot; col=&quot;14&quot;&gt;&lt;linesCount val=&quot;1&quot;/&gt;&lt;lineCharCount val=&quot;2&quot;/&gt;&lt;/TableIndex&gt;&lt;TableIndex row=&quot;1&quot; col=&quot;15&quot;&gt;&lt;linesCount val=&quot;1&quot;/&gt;&lt;lineCharCount val=&quot;2&quot;/&gt;&lt;/TableIndex&gt;&lt;TableIndex row=&quot;1&quot; col=&quot;16&quot;&gt;&lt;linesCount val=&quot;1&quot;/&gt;&lt;lineCharCount val=&quot;2&quot;/&gt;&lt;/TableIndex&gt;&lt;TableIndex row=&quot;2&quot; col=&quot;1&quot;&gt;&lt;linesCount val=&quot;1&quot;/&gt;&lt;lineCharCount val=&quot;14&quot;/&gt;&lt;/TableIndex&gt;&lt;TableIndex row=&quot;2&quot; col=&quot;2&quot;&gt;&lt;linesCount val=&quot;1&quot;/&gt;&lt;lineCharCount val=&quot;1&quot;/&gt;&lt;/TableIndex&gt;&lt;TableIndex row=&quot;2&quot; col=&quot;3&quot;&gt;&lt;linesCount val=&quot;1&quot;/&gt;&lt;lineCharCount val=&quot;1&quot;/&gt;&lt;/TableIndex&gt;&lt;TableIndex row=&quot;2&quot; col=&quot;4&quot;&gt;&lt;linesCount val=&quot;1&quot;/&gt;&lt;lineCharCount val=&quot;1&quot;/&gt;&lt;/TableIndex&gt;&lt;TableIndex row=&quot;2&quot; col=&quot;5&quot;&gt;&lt;linesCount val=&quot;1&quot;/&gt;&lt;lineCharCount val=&quot;1&quot;/&gt;&lt;/TableIndex&gt;&lt;TableIndex row=&quot;2&quot; col=&quot;6&quot;&gt;&lt;linesCount val=&quot;1&quot;/&gt;&lt;lineCharCount val=&quot;1&quot;/&gt;&lt;/TableIndex&gt;&lt;TableIndex row=&quot;2&quot; col=&quot;7&quot;&gt;&lt;linesCount val=&quot;0&quot;/&gt;&lt;/TableIndex&gt;&lt;TableIndex row=&quot;2&quot; col=&quot;8&quot;&gt;&lt;linesCount val=&quot;0&quot;/&gt;&lt;/TableIndex&gt;&lt;TableIndex row=&quot;2&quot; col=&quot;9&quot;&gt;&lt;linesCount val=&quot;0&quot;/&gt;&lt;/TableIndex&gt;&lt;TableIndex row=&quot;2&quot; col=&quot;10&quot;&gt;&lt;linesCount val=&quot;0&quot;/&gt;&lt;/TableIndex&gt;&lt;TableIndex row=&quot;2&quot; col=&quot;11&quot;&gt;&lt;linesCount val=&quot;0&quot;/&gt;&lt;/TableIndex&gt;&lt;TableIndex row=&quot;2&quot; col=&quot;12&quot;&gt;&lt;linesCount val=&quot;0&quot;/&gt;&lt;/TableIndex&gt;&lt;TableIndex row=&quot;2&quot; col=&quot;13&quot;&gt;&lt;linesCount val=&quot;0&quot;/&gt;&lt;/TableIndex&gt;&lt;TableIndex row=&quot;2&quot; col=&quot;14&quot;&gt;&lt;linesCount val=&quot;0&quot;/&gt;&lt;/TableIndex&gt;&lt;TableIndex row=&quot;2&quot; col=&quot;15&quot;&gt;&lt;linesCount val=&quot;0&quot;/&gt;&lt;/TableIndex&gt;&lt;TableIndex row=&quot;2&quot; col=&quot;16&quot;&gt;&lt;linesCount val=&quot;0&quot;/&gt;&lt;/TableIndex&gt;&lt;TableIndex row=&quot;3&quot; col=&quot;1&quot;&gt;&lt;linesCount val=&quot;1&quot;/&gt;&lt;lineCharCount val=&quot;17&quot;/&gt;&lt;/TableIndex&gt;&lt;TableIndex row=&quot;3&quot; col=&quot;2&quot;&gt;&lt;linesCount val=&quot;0&quot;/&gt;&lt;/TableIndex&gt;&lt;TableIndex row=&quot;3&quot; col=&quot;3&quot;&gt;&lt;linesCount val=&quot;0&quot;/&gt;&lt;/TableIndex&gt;&lt;TableIndex row=&quot;3&quot; col=&quot;4&quot;&gt;&lt;linesCount val=&quot;0&quot;/&gt;&lt;/TableIndex&gt;&lt;TableIndex row=&quot;3&quot; col=&quot;5&quot;&gt;&lt;linesCount val=&quot;0&quot;/&gt;&lt;/TableIndex&gt;&lt;TableIndex row=&quot;3&quot; col=&quot;6&quot;&gt;&lt;linesCount val=&quot;0&quot;/&gt;&lt;/TableIndex&gt;&lt;TableIndex row=&quot;3&quot; col=&quot;7&quot;&gt;&lt;linesCount val=&quot;1&quot;/&gt;&lt;lineCharCount val=&quot;1&quot;/&gt;&lt;/TableIndex&gt;&lt;TableIndex row=&quot;3&quot; col=&quot;8&quot;&gt;&lt;linesCount val=&quot;1&quot;/&gt;&lt;lineCharCount val=&quot;1&quot;/&gt;&lt;/TableIndex&gt;&lt;TableIndex row=&quot;3&quot; col=&quot;9&quot;&gt;&lt;linesCount val=&quot;1&quot;/&gt;&lt;lineCharCount val=&quot;1&quot;/&gt;&lt;/TableIndex&gt;&lt;TableIndex row=&quot;3&quot; col=&quot;10&quot;&gt;&lt;linesCount val=&quot;1&quot;/&gt;&lt;lineCharCount val=&quot;1&quot;/&gt;&lt;/TableIndex&gt;&lt;TableIndex row=&quot;3&quot; col=&quot;11&quot;&gt;&lt;linesCount val=&quot;0&quot;/&gt;&lt;/TableIndex&gt;&lt;TableIndex row=&quot;3&quot; col=&quot;12&quot;&gt;&lt;linesCount val=&quot;0&quot;/&gt;&lt;/TableIndex&gt;&lt;TableIndex row=&quot;3&quot; col=&quot;13&quot;&gt;&lt;linesCount val=&quot;0&quot;/&gt;&lt;/TableIndex&gt;&lt;TableIndex row=&quot;3&quot; col=&quot;14&quot;&gt;&lt;linesCount val=&quot;0&quot;/&gt;&lt;/TableIndex&gt;&lt;TableIndex row=&quot;3&quot; col=&quot;15&quot;&gt;&lt;linesCount val=&quot;0&quot;/&gt;&lt;/TableIndex&gt;&lt;TableIndex row=&quot;3&quot; col=&quot;16&quot;&gt;&lt;linesCount val=&quot;0&quot;/&gt;&lt;/TableIndex&gt;&lt;TableIndex row=&quot;4&quot; col=&quot;1&quot;&gt;&lt;linesCount val=&quot;1&quot;/&gt;&lt;lineCharCount val=&quot;14&quot;/&gt;&lt;/TableIndex&gt;&lt;TableIndex row=&quot;4&quot; col=&quot;2&quot;&gt;&lt;linesCount val=&quot;0&quot;/&gt;&lt;/TableIndex&gt;&lt;TableIndex row=&quot;4&quot; col=&quot;3&quot;&gt;&lt;linesCount val=&quot;0&quot;/&gt;&lt;/TableIndex&gt;&lt;TableIndex row=&quot;4&quot; col=&quot;4&quot;&gt;&lt;linesCount val=&quot;0&quot;/&gt;&lt;/TableIndex&gt;&lt;TableIndex row=&quot;4&quot; col=&quot;5&quot;&gt;&lt;linesCount val=&quot;0&quot;/&gt;&lt;/TableIndex&gt;&lt;TableIndex row=&quot;4&quot; col=&quot;6&quot;&gt;&lt;linesCount val=&quot;0&quot;/&gt;&lt;/TableIndex&gt;&lt;TableIndex row=&quot;4&quot; col=&quot;7&quot;&gt;&lt;linesCount val=&quot;0&quot;/&gt;&lt;/TableIndex&gt;&lt;TableIndex row=&quot;4&quot; col=&quot;8&quot;&gt;&lt;linesCount val=&quot;0&quot;/&gt;&lt;/TableIndex&gt;&lt;TableIndex row=&quot;4&quot; col=&quot;9&quot;&gt;&lt;linesCount val=&quot;0&quot;/&gt;&lt;/TableIndex&gt;&lt;TableIndex row=&quot;4&quot; col=&quot;10&quot;&gt;&lt;linesCount val=&quot;0&quot;/&gt;&lt;/TableIndex&gt;&lt;TableIndex row=&quot;4&quot; col=&quot;11&quot;&gt;&lt;linesCount val=&quot;1&quot;/&gt;&lt;lineCharCount val=&quot;1&quot;/&gt;&lt;/TableIndex&gt;&lt;TableIndex row=&quot;4&quot; col=&quot;12&quot;&gt;&lt;linesCount val=&quot;1&quot;/&gt;&lt;lineCharCount val=&quot;1&quot;/&gt;&lt;/TableIndex&gt;&lt;TableIndex row=&quot;4&quot; col=&quot;13&quot;&gt;&lt;linesCount val=&quot;1&quot;/&gt;&lt;lineCharCount val=&quot;1&quot;/&gt;&lt;/TableIndex&gt;&lt;TableIndex row=&quot;4&quot; col=&quot;14&quot;&gt;&lt;linesCount val=&quot;1&quot;/&gt;&lt;lineCharCount val=&quot;1&quot;/&gt;&lt;/TableIndex&gt;&lt;TableIndex row=&quot;4&quot; col=&quot;15&quot;&gt;&lt;linesCount val=&quot;0&quot;/&gt;&lt;/TableIndex&gt;&lt;TableIndex row=&quot;4&quot; col=&quot;16&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HTML_SHAPEINFO" val="&lt;SlideThumbPath val=&quot;Slide12.PNG&quot;/&gt;"/>
  <p:tag name="PPSNARRATION" val="12,530098864,C:\Users\sanmi\GoogleDrive\UWMdrive\Courses\ECE552\ece552-lec08_Pipelining_pptx\Media.ppcx"/>
  <p:tag name="TIMING" val="|18.1|1.2|1.1|1.1|1.2"/>
</p:tagLst>
</file>

<file path=ppt/tags/tag6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B75AF0FC-FFE9-4651-9B86-751C85A4FB06}_1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0&quot;/&gt;&lt;/TableIndex&gt;&lt;/ShapeTextInfo&gt;"/>
</p:tagLst>
</file>

<file path=ppt/tags/tag6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5D624219-6AD5-4A0E-A2AA-5ADF7FFA75C2}_12.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58A1F0DE-8E2E-4274-944B-7C862D8E08AA}_12.png&quot;/&gt;&lt;left val=&quot;44&quot;/&gt;&lt;top val=&quot;114&quot;/&gt;&lt;width val=&quot;669&quot;/&gt;&lt;height val=&quot;60&quot;/&gt;&lt;hasText val=&quot;1&quot;/&gt;&lt;/Image&gt;&lt;/ThreeDShapeInfo&gt;"/>
  <p:tag name="PRESENTER_SHAPETEXTINFO" val="&lt;ShapeTextInfo&gt;&lt;TableIndex row=&quot;-1&quot; col=&quot;-1&quot;&gt;&lt;linesCount val=&quot;1&quot;/&gt;&lt;lineCharCount val=&quot;27&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HTML_SHAPEINFO" val="&lt;SlideThumbPath val=&quot;Slide13.PNG&quot;/&gt;"/>
  <p:tag name="PPSNARRATION" val="13,530098864,C:\Users\sanmi\GoogleDrive\UWMdrive\Courses\ECE552\ece552-lec08_Pipelining_pptx\Media.ppcx"/>
  <p:tag name="TIMING" val="|20.7|1.1|1.1|1.3|1.3"/>
</p:tagLst>
</file>

<file path=ppt/tags/tag9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7E1DA6DC-F616-4D23-B3F9-531F552A450E}_1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0&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92B30277-FF4C-4D56-AF94-03DD725B1EFE}_13.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1C3B8366-17B8-45E5-8101-F2A1AA56A2BC}_13.png&quot;/&gt;&lt;left val=&quot;44&quot;/&gt;&lt;top val=&quot;114&quot;/&gt;&lt;width val=&quot;669&quot;/&gt;&lt;height val=&quot;60&quot;/&gt;&lt;hasText val=&quot;1&quot;/&gt;&lt;/Image&gt;&lt;/ThreeDShapeInfo&gt;"/>
  <p:tag name="PRESENTER_SHAPETEXTINFO" val="&lt;ShapeTextInfo&gt;&lt;TableIndex row=&quot;-1&quot; col=&quot;-1&quot;&gt;&lt;linesCount val=&quot;1&quot;/&gt;&lt;lineCharCount val=&quot;11&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7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93.xml><?xml version="1.0" encoding="utf-8"?>
<p:tagLst xmlns:a="http://schemas.openxmlformats.org/drawingml/2006/main" xmlns:r="http://schemas.openxmlformats.org/officeDocument/2006/relationships" xmlns:p="http://schemas.openxmlformats.org/presentationml/2006/main">
  <p:tag name="HTML_SHAPEINFO" val="&lt;SlideThumbPath val=&quot;Slide14.PNG&quot;/&gt;"/>
  <p:tag name="PPSNARRATION" val="14,530098864,C:\Users\sanmi\GoogleDrive\UWMdrive\Courses\ECE552\ece552-lec08_Pipelining_pptx\Media.ppcx"/>
  <p:tag name="TIMING" val="|5.7|2.9|3.5|1.5|0.8"/>
</p:tagLst>
</file>

<file path=ppt/tags/tag19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E75D2A1B-D479-4C90-9D27-BFBED0E16429}_1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0&quot;/&gt;&lt;/TableIndex&gt;&lt;/ShapeTextInfo&gt;"/>
</p:tagLst>
</file>

<file path=ppt/tags/tag19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C5742A4A-D85B-4DDB-92D3-37D2FDDD5698}_14.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19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622F9B21-50D7-43BF-92E7-7EDDCB9B4090}_14.png&quot;/&gt;&lt;left val=&quot;0&quot;/&gt;&lt;top val=&quot;413&quot;/&gt;&lt;width val=&quot;117&quot;/&gt;&lt;height val=&quot;38&quot;/&gt;&lt;hasText val=&quot;1&quot;/&gt;&lt;/Image&gt;&lt;/ThreeDShapeInfo&gt;"/>
</p:tagLst>
</file>

<file path=ppt/tags/tag19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6459FFA-BE42-4EBB-809F-131479655E92}_14.png&quot;/&gt;&lt;left val=&quot;0&quot;/&gt;&lt;top val=&quot;365&quot;/&gt;&lt;width val=&quot;243&quot;/&gt;&lt;height val=&quot;86&quot;/&gt;&lt;hasText val=&quot;1&quot;/&gt;&lt;/Image&gt;&lt;/ThreeDShapeInfo&gt;"/>
</p:tagLst>
</file>

<file path=ppt/tags/tag19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EAC8111-0912-44EC-8606-2A1A9A2BDC41}_14.png&quot;/&gt;&lt;left val=&quot;0&quot;/&gt;&lt;top val=&quot;365&quot;/&gt;&lt;width val=&quot;359&quot;/&gt;&lt;height val=&quot;86&quot;/&gt;&lt;hasText val=&quot;1&quot;/&gt;&lt;/Image&gt;&lt;/ThreeDShapeInfo&gt;"/>
</p:tagLst>
</file>

<file path=ppt/tags/tag19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0E20E49D-3F0A-4B70-9462-45EFEE473A13}_14.png&quot;/&gt;&lt;left val=&quot;0&quot;/&gt;&lt;top val=&quot;365&quot;/&gt;&lt;width val=&quot;463&quot;/&gt;&lt;height val=&quot;86&quot;/&gt;&lt;hasText val=&quot;1&quot;/&gt;&lt;/Image&gt;&lt;/ThreeDShapeInfo&gt;"/>
</p:tagLst>
</file>

<file path=ppt/tags/tag20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D867EEC2-B3B5-4B70-8CB7-B9E03E80973E}_14.png&quot;/&gt;&lt;left val=&quot;0&quot;/&gt;&lt;top val=&quot;365&quot;/&gt;&lt;width val=&quot;571&quot;/&gt;&lt;height val=&quot;86&quot;/&gt;&lt;hasText val=&quot;1&quot;/&gt;&lt;/Image&gt;&lt;/ThreeDShapeInfo&gt;"/>
</p:tagLst>
</file>

<file path=ppt/tags/tag20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38B854D-7737-446E-A271-46ED62AA7D3A}_14.png&quot;/&gt;&lt;left val=&quot;0&quot;/&gt;&lt;top val=&quot;365&quot;/&gt;&lt;width val=&quot;678&quot;/&gt;&lt;height val=&quot;86&quot;/&gt;&lt;hasText val=&quot;1&quot;/&gt;&lt;/Image&gt;&lt;/ThreeDShapeInfo&gt;"/>
</p:tagLst>
</file>

<file path=ppt/tags/tag2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0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0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0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0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quot;/&gt;&lt;/TableIndex&gt;&lt;/ShapeTextInfo&gt;"/>
</p:tagLst>
</file>

<file path=ppt/tags/tag235.xml><?xml version="1.0" encoding="utf-8"?>
<p:tagLst xmlns:a="http://schemas.openxmlformats.org/drawingml/2006/main" xmlns:r="http://schemas.openxmlformats.org/officeDocument/2006/relationships" xmlns:p="http://schemas.openxmlformats.org/presentationml/2006/main">
  <p:tag name="HTML_SHAPEINFO" val="&lt;SlideThumbPath val=&quot;Slide15.PNG&quot;/&gt;"/>
  <p:tag name="PPSNARRATION" val="15,530098864,C:\Users\sanmi\GoogleDrive\UWMdrive\Courses\ECE552\ece552-lec08_Pipelining_pptx\Media.ppcx"/>
  <p:tag name="TIMING" val="|44.9"/>
</p:tagLst>
</file>

<file path=ppt/tags/tag23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D3B575FB-7DF5-4FED-9FE1-2E21B7B2D7C6}_15.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0&quot;/&gt;&lt;/TableIndex&gt;&lt;/ShapeTextInfo&gt;"/>
</p:tagLst>
</file>

<file path=ppt/tags/tag237.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Pipelining\data\asimages\{5345105D-B511-448B-906D-11BF38D40E98}_1.png_crop.png&quot;/&gt;&lt;left val=&quot;44&quot;/&gt;&lt;top val=&quot;136&quot;/&gt;&lt;width val=&quot;195&quot;/&gt;&lt;height val=&quot;24&quot;/&gt;&lt;hasText val=&quot;1&quot;/&gt;&lt;paraId val=&quot;1&quot;/&gt;&lt;/Image&gt;&lt;Image&gt;&lt;filename val=&quot;C:\Users\sanmi\Documents\My Adobe Presentations\ece552f2019-Pipelining\data\asimages\{8401AC9C-437D-45E8-B808-917209347727}_1.png_crop.png&quot;/&gt;&lt;left val=&quot;78&quot;/&gt;&lt;top val=&quot;174&quot;/&gt;&lt;width val=&quot;383&quot;/&gt;&lt;height val=&quot;20&quot;/&gt;&lt;hasText val=&quot;1&quot;/&gt;&lt;paraId val=&quot;2&quot;/&gt;&lt;/Image&gt;&lt;Image&gt;&lt;filename val=&quot;C:\Users\sanmi\Documents\My Adobe Presentations\ece552f2019-Pipelining\data\asimages\{1CB5A708-CE98-4C87-A875-FFEA652EFEFF}_1.png_crop.png&quot;/&gt;&lt;left val=&quot;44&quot;/&gt;&lt;top val=&quot;211&quot;/&gt;&lt;width val=&quot;284&quot;/&gt;&lt;height val=&quot;24&quot;/&gt;&lt;hasText val=&quot;1&quot;/&gt;&lt;paraId val=&quot;3&quot;/&gt;&lt;/Image&gt;&lt;Image&gt;&lt;filename val=&quot;C:\Users\sanmi\Documents\My Adobe Presentations\ece552f2019-Pipelining\data\asimages\{EF727F52-1C5A-495A-842B-DF2AE6BFA9BD}_1.png_crop.png&quot;/&gt;&lt;left val=&quot;78&quot;/&gt;&lt;top val=&quot;249&quot;/&gt;&lt;width val=&quot;529&quot;/&gt;&lt;height val=&quot;20&quot;/&gt;&lt;hasText val=&quot;1&quot;/&gt;&lt;paraId val=&quot;4&quot;/&gt;&lt;/Image&gt;&lt;Image&gt;&lt;filename val=&quot;C:\Users\sanmi\Documents\My Adobe Presentations\ece552f2019-Pipelining\data\asimages\{9E5A243A-C265-4D99-B7E2-5CAB3D406718}_1.png_crop.png&quot;/&gt;&lt;left val=&quot;44&quot;/&gt;&lt;top val=&quot;286&quot;/&gt;&lt;width val=&quot;333&quot;/&gt;&lt;height val=&quot;24&quot;/&gt;&lt;hasText val=&quot;1&quot;/&gt;&lt;paraId val=&quot;5&quot;/&gt;&lt;/Image&gt;&lt;Image&gt;&lt;filename val=&quot;C:\Users\sanmi\Documents\My Adobe Presentations\ece552f2019-Pipelining\data\asimages\{18F2D32D-B2F4-4BF3-B663-0FBE1DFB3C25}_1.png_crop.png&quot;/&gt;&lt;left val=&quot;78&quot;/&gt;&lt;top val=&quot;324&quot;/&gt;&lt;width val=&quot;573&quot;/&gt;&lt;height val=&quot;20&quot;/&gt;&lt;hasText val=&quot;1&quot;/&gt;&lt;paraId val=&quot;6&quot;/&gt;&lt;/Image&gt;&lt;Image&gt;&lt;filename val=&quot;C:\Users\sanmi\Documents\My Adobe Presentations\ece552f2019-Pipelining\data\asimages\{975C269D-59E3-493C-8606-F57A187E1CE6}_1.png_crop.png&quot;/&gt;&lt;left val=&quot;78&quot;/&gt;&lt;top val=&quot;359&quot;/&gt;&lt;width val=&quot;254&quot;/&gt;&lt;height val=&quot;20&quot;/&gt;&lt;hasText val=&quot;1&quot;/&gt;&lt;paraId val=&quot;7&quot;/&gt;&lt;/Image&gt;&lt;Image&gt;&lt;filename val=&quot;C:\Users\sanmi\Documents\My Adobe Presentations\ece552f2019-Pipelining\data\asimages\{C0F19138-C982-4B46-966E-585DDC7C6848}_1.png_crop.png&quot;/&gt;&lt;left val=&quot;44&quot;/&gt;&lt;top val=&quot;395&quot;/&gt;&lt;width val=&quot;571&quot;/&gt;&lt;height val=&quot;24&quot;/&gt;&lt;hasText val=&quot;1&quot;/&gt;&lt;paraId val=&quot;8&quot;/&gt;&lt;/Image&gt;&lt;Image&gt;&lt;filename val=&quot;C:\Users\sanmi\Documents\My Adobe Presentations\ece552f2019-Pipelining\data\asimages\{DF030133-582F-4839-A579-352662A1F72B}_1.png_crop.png&quot;/&gt;&lt;left val=&quot;78&quot;/&gt;&lt;top val=&quot;434&quot;/&gt;&lt;width val=&quot;559&quot;/&gt;&lt;height val=&quot;20&quot;/&gt;&lt;hasText val=&quot;1&quot;/&gt;&lt;paraId val=&quot;9&quot;/&gt;&lt;/Image&gt;&lt;/TextEffect&gt;"/>
  <p:tag name="PRESENTER_SHAPETEXTINFO" val="&lt;ShapeTextInfo&gt;&lt;TableIndex row=&quot;-1&quot; col=&quot;-1&quot;&gt;&lt;linesCount val=&quot;9&quot;/&gt;&lt;lineCharCount val=&quot;15&quot;/&gt;&lt;lineCharCount val=&quot;38&quot;/&gt;&lt;lineCharCount val=&quot;23&quot;/&gt;&lt;lineCharCount val=&quot;57&quot;/&gt;&lt;lineCharCount val=&quot;25&quot;/&gt;&lt;lineCharCount val=&quot;56&quot;/&gt;&lt;lineCharCount val=&quot;26&quot;/&gt;&lt;lineCharCount val=&quot;48&quot;/&gt;&lt;lineCharCount val=&quot;55&quot;/&gt;&lt;/TableIndex&gt;&lt;/ShapeTextInfo&gt;"/>
</p:tagLst>
</file>

<file path=ppt/tags/tag238.xml><?xml version="1.0" encoding="utf-8"?>
<p:tagLst xmlns:a="http://schemas.openxmlformats.org/drawingml/2006/main" xmlns:r="http://schemas.openxmlformats.org/officeDocument/2006/relationships" xmlns:p="http://schemas.openxmlformats.org/presentationml/2006/main">
  <p:tag name="HTML_SHAPEINFO" val="&lt;SlideThumbPath val=&quot;Slide16.PNG&quot;/&gt;"/>
  <p:tag name="PPSNARRATION" val="16,530098864,C:\Users\sanmi\GoogleDrive\UWMdrive\Courses\ECE552\ece552-lec08_Pipelining_pptx\Media.ppcx"/>
</p:tagLst>
</file>

<file path=ppt/tags/tag23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DC3E02C-73D6-4CB9-BB35-737B89C21C93}_16.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21&quot;/&gt;&lt;/TableIndex&gt;&lt;/ShapeTextInfo&gt;"/>
</p:tagLst>
</file>

<file path=ppt/tags/tag24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C10035E3-FA68-4654-BB7F-5D390C493A57}_16.png&quot;/&gt;&lt;left val=&quot;24&quot;/&gt;&lt;top val=&quot;119&quot;/&gt;&lt;width val=&quot;659&quot;/&gt;&lt;height val=&quot;363&quot;/&gt;&lt;hasText val=&quot;1&quot;/&gt;&lt;/Image&gt;&lt;/ThreeDShapeInfo&gt;"/>
  <p:tag name="PRESENTER_SHAPETEXTINFO" val="&lt;ShapeTextInfo&gt;&lt;TableIndex row=&quot;-1&quot; col=&quot;-1&quot;&gt;&lt;linesCount val=&quot;8&quot;/&gt;&lt;lineCharCount val=&quot;11&quot;/&gt;&lt;lineCharCount val=&quot;36&quot;/&gt;&lt;lineCharCount val=&quot;9&quot;/&gt;&lt;lineCharCount val=&quot;50&quot;/&gt;&lt;lineCharCount val=&quot;35&quot;/&gt;&lt;lineCharCount val=&quot;29&quot;/&gt;&lt;lineCharCount val=&quot;27&quot;/&gt;&lt;lineCharCount val=&quot;28&quot;/&gt;&lt;/TableIndex&gt;&lt;/ShapeTextInfo&gt;"/>
</p:tagLst>
</file>

<file path=ppt/tags/tag241.xml><?xml version="1.0" encoding="utf-8"?>
<p:tagLst xmlns:a="http://schemas.openxmlformats.org/drawingml/2006/main" xmlns:r="http://schemas.openxmlformats.org/officeDocument/2006/relationships" xmlns:p="http://schemas.openxmlformats.org/presentationml/2006/main">
  <p:tag name="HTML_SHAPEINFO" val="&lt;SlideThumbPath val=&quot;Slide17.PNG&quot;/&gt;"/>
  <p:tag name="PPSNARRATION" val="17,530098864,C:\Users\sanmi\GoogleDrive\UWMdrive\Courses\ECE552\ece552-lec08_Pipelining_pptx\Media.ppcx"/>
  <p:tag name="TIMING" val="|6.7|12.1"/>
</p:tagLst>
</file>

<file path=ppt/tags/tag242.xml><?xml version="1.0" encoding="utf-8"?>
<p:tagLst xmlns:a="http://schemas.openxmlformats.org/drawingml/2006/main" xmlns:r="http://schemas.openxmlformats.org/officeDocument/2006/relationships" xmlns:p="http://schemas.openxmlformats.org/presentationml/2006/main">
  <p:tag name="MMPROD_SUBSTITUTION_ID" val="{C59E6049-95CB-413C-A984-060CCDA4138E}"/>
  <p:tag name="PRESENTER_SHAPEINFO" val="&lt;ThreeDShapeInfo&gt;&lt;uuid val=&quot;{9576B926-4542-4AF5-9F0F-7D5F307D83BE}&quot;/&gt;&lt;isInvalidForFieldText val=&quot;0&quot;/&gt;&lt;Image&gt;&lt;filename val=&quot;C:\Users\sanmi\Documents\My Adobe Presentations\ece552f2019-Pipelining\data\asimages\{9576B926-4542-4AF5-9F0F-7D5F307D83BE}.png&quot;/&gt;&lt;left val=&quot;83&quot;/&gt;&lt;top val=&quot;239&quot;/&gt;&lt;width val=&quot;553&quot;/&gt;&lt;height val=&quot;298&quot;/&gt;&lt;hasText val=&quot;1&quot;/&gt;&lt;/Image&gt;&lt;/ThreeDShapeInfo&gt;"/>
</p:tagLst>
</file>

<file path=ppt/tags/tag24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EE3635EB-FD78-49BA-A1AA-C575C9CEA03F}_17.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9&quot;/&gt;&lt;/TableIndex&gt;&lt;/ShapeTextInfo&gt;"/>
</p:tagLst>
</file>

<file path=ppt/tags/tag244.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Pipelining\data\asimages\{797208AA-9F30-4860-BF9D-DC87E3A10B4D}_1.png_crop.png&quot;/&gt;&lt;left val=&quot;44&quot;/&gt;&lt;top val=&quot;105&quot;/&gt;&lt;width val=&quot;394&quot;/&gt;&lt;height val=&quot;20&quot;/&gt;&lt;hasText val=&quot;1&quot;/&gt;&lt;paraId val=&quot;1&quot;/&gt;&lt;/Image&gt;&lt;Image&gt;&lt;filename val=&quot;C:\Users\sanmi\Documents\My Adobe Presentations\ece552f2019-Pipelining\data\asimages\{4923A9DB-AB24-4B25-825A-C4B506A421EE}_1.png_crop.png&quot;/&gt;&lt;left val=&quot;78&quot;/&gt;&lt;top val=&quot;137&quot;/&gt;&lt;width val=&quot;338&quot;/&gt;&lt;height val=&quot;17&quot;/&gt;&lt;hasText val=&quot;1&quot;/&gt;&lt;paraId val=&quot;2&quot;/&gt;&lt;/Image&gt;&lt;Image&gt;&lt;filename val=&quot;C:\Users\sanmi\Documents\My Adobe Presentations\ece552f2019-Pipelining\data\asimages\{036BD407-49C6-432D-AC99-8C2F76A80236}_1.png_crop.png&quot;/&gt;&lt;left val=&quot;115&quot;/&gt;&lt;top val=&quot;164&quot;/&gt;&lt;width val=&quot;493&quot;/&gt;&lt;height val=&quot;16&quot;/&gt;&lt;hasText val=&quot;1&quot;/&gt;&lt;paraId val=&quot;3&quot;/&gt;&lt;/Image&gt;&lt;Image&gt;&lt;filename val=&quot;C:\Users\sanmi\Documents\My Adobe Presentations\ece552f2019-Pipelining\data\asimages\{15DDEEFF-8BC0-4434-8454-BC700B6ABECC}_1.png_crop.png&quot;/&gt;&lt;left val=&quot;78&quot;/&gt;&lt;top val=&quot;192&quot;/&gt;&lt;width val=&quot;432&quot;/&gt;&lt;height val=&quot;17&quot;/&gt;&lt;hasText val=&quot;1&quot;/&gt;&lt;paraId val=&quot;4&quot;/&gt;&lt;/Image&gt;&lt;Image&gt;&lt;filename val=&quot;C:\Users\sanmi\Documents\My Adobe Presentations\ece552f2019-Pipelining\data\asimages\{3D078E52-686A-449A-9272-D7591C9EBFBB}_1.png_crop.png&quot;/&gt;&lt;left val=&quot;115&quot;/&gt;&lt;top val=&quot;219&quot;/&gt;&lt;width val=&quot;558&quot;/&gt;&lt;height val=&quot;16&quot;/&gt;&lt;hasText val=&quot;1&quot;/&gt;&lt;paraId val=&quot;5&quot;/&gt;&lt;/Image&gt;&lt;/TextEffect&gt;"/>
  <p:tag name="PRESENTER_SHAPETEXTINFO" val="&lt;ShapeTextInfo&gt;&lt;TableIndex row=&quot;-1&quot; col=&quot;-1&quot;&gt;&lt;linesCount val=&quot;5&quot;/&gt;&lt;lineCharCount val=&quot;38&quot;/&gt;&lt;lineCharCount val=&quot;39&quot;/&gt;&lt;lineCharCount val=&quot;60&quot;/&gt;&lt;lineCharCount val=&quot;51&quot;/&gt;&lt;lineCharCount val=&quot;74&quot;/&gt;&lt;/TableIndex&gt;&lt;/ShapeTextInfo&gt;"/>
</p:tagLst>
</file>

<file path=ppt/tags/tag2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49.xml><?xml version="1.0" encoding="utf-8"?>
<p:tagLst xmlns:a="http://schemas.openxmlformats.org/drawingml/2006/main" xmlns:r="http://schemas.openxmlformats.org/officeDocument/2006/relationships" xmlns:p="http://schemas.openxmlformats.org/presentationml/2006/main">
  <p:tag name="HTML_SHAPEINFO" val="&lt;SlideThumbPath val=&quot;Slide18.PNG&quot;/&gt;"/>
  <p:tag name="PPSNARRATION" val="18,530098864,C:\Users\sanmi\GoogleDrive\UWMdrive\Courses\ECE552\ece552-lec08_Pipelining_pptx\Media.ppcx"/>
  <p:tag name="TIMING" val="|7.1|4.9|3.3|2.9|6.5"/>
</p:tagLst>
</file>

<file path=ppt/tags/tag25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61941010-A55B-4BF8-9B98-FF2DD1FAFEFE}_18.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9&quot;/&gt;&lt;/TableIndex&gt;&lt;/ShapeTextInfo&gt;"/>
</p:tagLst>
</file>

<file path=ppt/tags/tag251.xml><?xml version="1.0" encoding="utf-8"?>
<p:tagLst xmlns:a="http://schemas.openxmlformats.org/drawingml/2006/main" xmlns:r="http://schemas.openxmlformats.org/officeDocument/2006/relationships" xmlns:p="http://schemas.openxmlformats.org/presentationml/2006/main">
  <p:tag name="MMPROD_SUBSTITUTION_ID" val="{C59E6049-95CB-413C-A984-060CCDA4138E}"/>
  <p:tag name="PRESENTER_SHAPEINFO" val="&lt;ThreeDShapeInfo&gt;&lt;uuid val=&quot;{3D502567-9F31-4214-978D-580C34362690}&quot;/&gt;&lt;isInvalidForFieldText val=&quot;0&quot;/&gt;&lt;Image&gt;&lt;filename val=&quot;C:\Users\sanmi\Documents\My Adobe Presentations\ece552f2019-Pipelining\data\asimages\{3D502567-9F31-4214-978D-580C34362690}.png&quot;/&gt;&lt;left val=&quot;17&quot;/&gt;&lt;top val=&quot;125&quot;/&gt;&lt;width val=&quot;684&quot;/&gt;&lt;height val=&quot;368&quot;/&gt;&lt;hasText val=&quot;1&quot;/&gt;&lt;/Image&gt;&lt;/ThreeDShapeInfo&gt;"/>
</p:tagLst>
</file>

<file path=ppt/tags/tag252.xml><?xml version="1.0" encoding="utf-8"?>
<p:tagLst xmlns:a="http://schemas.openxmlformats.org/drawingml/2006/main" xmlns:r="http://schemas.openxmlformats.org/officeDocument/2006/relationships" xmlns:p="http://schemas.openxmlformats.org/presentationml/2006/main">
  <p:tag name="PRESENTER_SHAPEINFO" val="&lt;ThreeDShapeInfo&gt;&lt;uuid val=&quot;{D9928F0B-670D-4044-9FA8-8A152CA78EB0}&quot;/&gt;&lt;isInvalidForFieldText val=&quot;0&quot;/&gt;&lt;Image&gt;&lt;filename val=&quot;C:\Users\sanmi\Documents\My Adobe Presentations\ece552f2019-Pipelining\data\asimages\{D9928F0B-670D-4044-9FA8-8A152CA78EB0}_18.png&quot;/&gt;&lt;left val=&quot;3&quot;/&gt;&lt;top val=&quot;105&quot;/&gt;&lt;width val=&quot;173&quot;/&gt;&lt;height val=&quot;268&quot;/&gt;&lt;hasText val=&quot;1&quot;/&gt;&lt;/Image&gt;&lt;/ThreeDShapeInfo&gt;"/>
</p:tagLst>
</file>

<file path=ppt/tags/tag253.xml><?xml version="1.0" encoding="utf-8"?>
<p:tagLst xmlns:a="http://schemas.openxmlformats.org/drawingml/2006/main" xmlns:r="http://schemas.openxmlformats.org/officeDocument/2006/relationships" xmlns:p="http://schemas.openxmlformats.org/presentationml/2006/main">
  <p:tag name="PRESENTER_SHAPEINFO" val="&lt;ThreeDShapeInfo&gt;&lt;uuid val=&quot;{F26EABF1-C70E-4181-8E18-B4EACCBE17FF}&quot;/&gt;&lt;isInvalidForFieldText val=&quot;0&quot;/&gt;&lt;Image&gt;&lt;filename val=&quot;C:\Users\sanmi\Documents\My Adobe Presentations\ece552f2019-Pipelining\data\asimages\{F26EABF1-C70E-4181-8E18-B4EACCBE17FF}_18.png&quot;/&gt;&lt;left val=&quot;178&quot;/&gt;&lt;top val=&quot;310&quot;/&gt;&lt;width val=&quot;175&quot;/&gt;&lt;height val=&quot;54&quot;/&gt;&lt;hasText val=&quot;1&quot;/&gt;&lt;/Image&gt;&lt;/ThreeDShapeInfo&gt;"/>
</p:tagLst>
</file>

<file path=ppt/tags/tag254.xml><?xml version="1.0" encoding="utf-8"?>
<p:tagLst xmlns:a="http://schemas.openxmlformats.org/drawingml/2006/main" xmlns:r="http://schemas.openxmlformats.org/officeDocument/2006/relationships" xmlns:p="http://schemas.openxmlformats.org/presentationml/2006/main">
  <p:tag name="PRESENTER_SHAPEINFO" val="&lt;ThreeDShapeInfo&gt;&lt;uuid val=&quot;{F52D886C-4C8D-46F8-9560-6F1AF3DF26C2}&quot;/&gt;&lt;isInvalidForFieldText val=&quot;0&quot;/&gt;&lt;Image&gt;&lt;filename val=&quot;C:\Users\sanmi\Documents\My Adobe Presentations\ece552f2019-Pipelining\data\asimages\{F52D886C-4C8D-46F8-9560-6F1AF3DF26C2}_18.png&quot;/&gt;&lt;left val=&quot;356&quot;/&gt;&lt;top val=&quot;324&quot;/&gt;&lt;width val=&quot;149&quot;/&gt;&lt;height val=&quot;53&quot;/&gt;&lt;hasText val=&quot;1&quot;/&gt;&lt;/Image&gt;&lt;/ThreeDShapeInfo&gt;"/>
</p:tagLst>
</file>

<file path=ppt/tags/tag255.xml><?xml version="1.0" encoding="utf-8"?>
<p:tagLst xmlns:a="http://schemas.openxmlformats.org/drawingml/2006/main" xmlns:r="http://schemas.openxmlformats.org/officeDocument/2006/relationships" xmlns:p="http://schemas.openxmlformats.org/presentationml/2006/main">
  <p:tag name="HTML_AUTOSHAPE_INFO" val="&lt;ThreeDShapeInfo&gt;&lt;uuid val=&quot;{5529E95F-A19B-4D88-81E7-3ABD49FBE811}&quot;/&gt;&lt;isInvalidForFieldText val=&quot;1&quot;/&gt;&lt;Image&gt;&lt;filename val=&quot;C:\Users\sanmi\Documents\My Adobe Presentations\ece552f2019-Pipelining\data\asimages\{5529E95F-A19B-4D88-81E7-3ABD49FBE811}_18_S.png&quot;/&gt;&lt;left val=&quot;507&quot;/&gt;&lt;top val=&quot;370&quot;/&gt;&lt;width val=&quot;147&quot;/&gt;&lt;height val=&quot;82&quot;/&gt;&lt;hasText val=&quot;0&quot;/&gt;&lt;/Image&gt;&lt;Image&gt;&lt;filename val=&quot;C:\Users\sanmi\Documents\My Adobe Presentations\ece552f2019-Pipelining\data\asimages\{5529E95F-A19B-4D88-81E7-3ABD49FBE811}_18_T.png&quot;/&gt;&lt;left val=&quot;509&quot;/&gt;&lt;top val=&quot;371&quot;/&gt;&lt;width val=&quot;132&quot;/&gt;&lt;height val=&quot;68&quot;/&gt;&lt;hasText val=&quot;1&quot;/&gt;&lt;/Image&gt;&lt;/ThreeDShapeInfo&gt;"/>
  <p:tag name="PRESENTER_SHAPETEXTINFO" val="&lt;ShapeTextInfo&gt;&lt;TableIndex row=&quot;-1&quot; col=&quot;-1&quot;&gt;&lt;linesCount val=&quot;0&quot;/&gt;&lt;/TableIndex&gt;&lt;/ShapeTextInfo&gt;"/>
</p:tagLst>
</file>

<file path=ppt/tags/tag256.xml><?xml version="1.0" encoding="utf-8"?>
<p:tagLst xmlns:a="http://schemas.openxmlformats.org/drawingml/2006/main" xmlns:r="http://schemas.openxmlformats.org/officeDocument/2006/relationships" xmlns:p="http://schemas.openxmlformats.org/presentationml/2006/main">
  <p:tag name="HTML_AUTOSHAPE_INFO" val="&lt;ThreeDShapeInfo&gt;&lt;uuid val=&quot;{D1B95571-E1B8-4B25-83EC-C0787A1F6FE8}&quot;/&gt;&lt;isInvalidForFieldText val=&quot;1&quot;/&gt;&lt;Image&gt;&lt;filename val=&quot;C:\Users\sanmi\Documents\My Adobe Presentations\ece552f2019-Pipelining\data\asimages\{D1B95571-E1B8-4B25-83EC-C0787A1F6FE8}_18_S.png&quot;/&gt;&lt;left val=&quot;199&quot;/&gt;&lt;top val=&quot;382&quot;/&gt;&lt;width val=&quot;514&quot;/&gt;&lt;height val=&quot;135&quot;/&gt;&lt;hasText val=&quot;0&quot;/&gt;&lt;/Image&gt;&lt;Image&gt;&lt;filename val=&quot;C:\Users\sanmi\Documents\My Adobe Presentations\ece552f2019-Pipelining\data\asimages\{D1B95571-E1B8-4B25-83EC-C0787A1F6FE8}_18_T.png&quot;/&gt;&lt;left val=&quot;201&quot;/&gt;&lt;top val=&quot;388&quot;/&gt;&lt;width val=&quot;510&quot;/&gt;&lt;height val=&quot;127&quot;/&gt;&lt;hasText val=&quot;1&quot;/&gt;&lt;/Image&gt;&lt;/ThreeDShapeInfo&gt;"/>
  <p:tag name="PRESENTER_SHAPETEXTINFO" val="&lt;ShapeTextInfo&gt;&lt;TableIndex row=&quot;-1&quot; col=&quot;-1&quot;&gt;&lt;linesCount val=&quot;0&quot;/&gt;&lt;/TableIndex&gt;&lt;/ShapeTextInfo&gt;"/>
</p:tagLst>
</file>

<file path=ppt/tags/tag25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06D65963-E66F-4822-86D7-D867BB2186C7}_18.png&quot;/&gt;&lt;left val=&quot;562&quot;/&gt;&lt;top val=&quot;83&quot;/&gt;&lt;width val=&quot;77&quot;/&gt;&lt;height val=&quot;60&quot;/&gt;&lt;hasText val=&quot;1&quot;/&gt;&lt;/Image&gt;&lt;/ThreeDShapeInfo&gt;"/>
  <p:tag name="PRESENTER_SHAPETEXTINFO" val="&lt;ShapeTextInfo&gt;&lt;TableIndex row=&quot;-1&quot; col=&quot;-1&quot;&gt;&lt;linesCount val=&quot;1&quot;/&gt;&lt;lineCharCount val=&quot;3&quot;/&gt;&lt;/TableIndex&gt;&lt;/ShapeTextInfo&gt;"/>
</p:tagLst>
</file>

<file path=ppt/tags/tag2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64.xml><?xml version="1.0" encoding="utf-8"?>
<p:tagLst xmlns:a="http://schemas.openxmlformats.org/drawingml/2006/main" xmlns:r="http://schemas.openxmlformats.org/officeDocument/2006/relationships" xmlns:p="http://schemas.openxmlformats.org/presentationml/2006/main">
  <p:tag name="HTML_SHAPEINFO" val="&lt;SlideThumbPath val=&quot;Slide19.PNG&quot;/&gt;"/>
  <p:tag name="PPSNARRATION" val="19,530098864,C:\Users\sanmi\GoogleDrive\UWMdrive\Courses\ECE552\ece552-lec08_Pipelining_pptx\Media.ppcx"/>
  <p:tag name="TIMING" val="|6.6|3.5|5.3|4.4|4.9"/>
</p:tagLst>
</file>

<file path=ppt/tags/tag26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EF3B80CE-B94F-48A1-A522-84B475C07CA5}_19.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9&quot;/&gt;&lt;/TableIndex&gt;&lt;/ShapeTextInfo&gt;"/>
</p:tagLst>
</file>

<file path=ppt/tags/tag266.xml><?xml version="1.0" encoding="utf-8"?>
<p:tagLst xmlns:a="http://schemas.openxmlformats.org/drawingml/2006/main" xmlns:r="http://schemas.openxmlformats.org/officeDocument/2006/relationships" xmlns:p="http://schemas.openxmlformats.org/presentationml/2006/main">
  <p:tag name="MMPROD_SUBSTITUTION_ID" val="{C59E6049-95CB-413C-A984-060CCDA4138E}"/>
  <p:tag name="PRESENTER_SHAPEINFO" val="&lt;ThreeDShapeInfo&gt;&lt;uuid val=&quot;{3042FDAB-D426-45E8-9FDD-135FEBA37389}&quot;/&gt;&lt;isInvalidForFieldText val=&quot;0&quot;/&gt;&lt;Image&gt;&lt;filename val=&quot;C:\Users\sanmi\Documents\My Adobe Presentations\ece552f2019-Pipelining\data\asimages\{3042FDAB-D426-45E8-9FDD-135FEBA37389}.png&quot;/&gt;&lt;left val=&quot;17&quot;/&gt;&lt;top val=&quot;125&quot;/&gt;&lt;width val=&quot;684&quot;/&gt;&lt;height val=&quot;368&quot;/&gt;&lt;hasText val=&quot;1&quot;/&gt;&lt;/Image&gt;&lt;/ThreeDShapeInfo&gt;"/>
</p:tagLst>
</file>

<file path=ppt/tags/tag267.xml><?xml version="1.0" encoding="utf-8"?>
<p:tagLst xmlns:a="http://schemas.openxmlformats.org/drawingml/2006/main" xmlns:r="http://schemas.openxmlformats.org/officeDocument/2006/relationships" xmlns:p="http://schemas.openxmlformats.org/presentationml/2006/main">
  <p:tag name="HTML_AUTOSHAPE_INFO" val="&lt;ThreeDShapeInfo&gt;&lt;uuid val=&quot;{108ED5AB-B1EA-47B9-88A4-672A18B8ED86}&quot;/&gt;&lt;isInvalidForFieldText val=&quot;1&quot;/&gt;&lt;Image&gt;&lt;filename val=&quot;C:\Users\sanmi\Documents\My Adobe Presentations\ece552f2019-Pipelining\data\asimages\{108ED5AB-B1EA-47B9-88A4-672A18B8ED86}_19_S.png&quot;/&gt;&lt;left val=&quot;508&quot;/&gt;&lt;top val=&quot;351&quot;/&gt;&lt;width val=&quot;143&quot;/&gt;&lt;height val=&quot;28&quot;/&gt;&lt;hasText val=&quot;0&quot;/&gt;&lt;/Image&gt;&lt;Image&gt;&lt;filename val=&quot;C:\Users\sanmi\Documents\My Adobe Presentations\ece552f2019-Pipelining\data\asimages\{108ED5AB-B1EA-47B9-88A4-672A18B8ED86}_19_T.png&quot;/&gt;&lt;left val=&quot;509&quot;/&gt;&lt;top val=&quot;363&quot;/&gt;&lt;width val=&quot;129&quot;/&gt;&lt;height val=&quot;2&quot;/&gt;&lt;hasText val=&quot;1&quot;/&gt;&lt;/Image&gt;&lt;/ThreeDShapeInfo&gt;"/>
  <p:tag name="PRESENTER_SHAPETEXTINFO" val="&lt;ShapeTextInfo&gt;&lt;TableIndex row=&quot;-1&quot; col=&quot;-1&quot;&gt;&lt;linesCount val=&quot;0&quot;/&gt;&lt;/TableIndex&gt;&lt;/ShapeTextInfo&gt;"/>
</p:tagLst>
</file>

<file path=ppt/tags/tag268.xml><?xml version="1.0" encoding="utf-8"?>
<p:tagLst xmlns:a="http://schemas.openxmlformats.org/drawingml/2006/main" xmlns:r="http://schemas.openxmlformats.org/officeDocument/2006/relationships" xmlns:p="http://schemas.openxmlformats.org/presentationml/2006/main">
  <p:tag name="HTML_AUTOSHAPE_INFO" val="&lt;ThreeDShapeInfo&gt;&lt;uuid val=&quot;{555D6DEB-078C-4DBC-9955-BCA1644FCEAF}&quot;/&gt;&lt;isInvalidForFieldText val=&quot;1&quot;/&gt;&lt;Image&gt;&lt;filename val=&quot;C:\Users\sanmi\Documents\My Adobe Presentations\ece552f2019-Pipelining\data\asimages\{555D6DEB-078C-4DBC-9955-BCA1644FCEAF}_19_S.png&quot;/&gt;&lt;left val=&quot;213&quot;/&gt;&lt;top val=&quot;360&quot;/&gt;&lt;width val=&quot;490&quot;/&gt;&lt;height val=&quot;141&quot;/&gt;&lt;hasText val=&quot;0&quot;/&gt;&lt;/Image&gt;&lt;Image&gt;&lt;filename val=&quot;C:\Users\sanmi\Documents\My Adobe Presentations\ece552f2019-Pipelining\data\asimages\{555D6DEB-078C-4DBC-9955-BCA1644FCEAF}_19_T.png&quot;/&gt;&lt;left val=&quot;216&quot;/&gt;&lt;top val=&quot;362&quot;/&gt;&lt;width val=&quot;485&quot;/&gt;&lt;height val=&quot;137&quot;/&gt;&lt;hasText val=&quot;1&quot;/&gt;&lt;/Image&gt;&lt;/ThreeDShapeInfo&gt;"/>
  <p:tag name="PRESENTER_SHAPETEXTINFO" val="&lt;ShapeTextInfo&gt;&lt;TableIndex row=&quot;-1&quot; col=&quot;-1&quot;&gt;&lt;linesCount val=&quot;0&quot;/&gt;&lt;/TableIndex&gt;&lt;/ShapeTextInfo&gt;"/>
</p:tagLst>
</file>

<file path=ppt/tags/tag269.xml><?xml version="1.0" encoding="utf-8"?>
<p:tagLst xmlns:a="http://schemas.openxmlformats.org/drawingml/2006/main" xmlns:r="http://schemas.openxmlformats.org/officeDocument/2006/relationships" xmlns:p="http://schemas.openxmlformats.org/presentationml/2006/main">
  <p:tag name="PRESENTER_SHAPEINFO" val="&lt;ThreeDShapeInfo&gt;&lt;uuid val=&quot;{ABCD8D8C-1C7E-48D8-BB58-F3D473F886FC}&quot;/&gt;&lt;isInvalidForFieldText val=&quot;0&quot;/&gt;&lt;Image&gt;&lt;filename val=&quot;C:\Users\sanmi\Documents\My Adobe Presentations\ece552f2019-Pipelining\data\asimages\{ABCD8D8C-1C7E-48D8-BB58-F3D473F886FC}_19.png&quot;/&gt;&lt;left val=&quot;177&quot;/&gt;&lt;top val=&quot;308&quot;/&gt;&lt;width val=&quot;176&quot;/&gt;&lt;height val=&quot;118&quot;/&gt;&lt;hasText val=&quot;1&quot;/&gt;&lt;/Image&gt;&lt;/ThreeDShapeInfo&gt;"/>
</p:tagLst>
</file>

<file path=ppt/tags/tag270.xml><?xml version="1.0" encoding="utf-8"?>
<p:tagLst xmlns:a="http://schemas.openxmlformats.org/drawingml/2006/main" xmlns:r="http://schemas.openxmlformats.org/officeDocument/2006/relationships" xmlns:p="http://schemas.openxmlformats.org/presentationml/2006/main">
  <p:tag name="PRESENTER_SHAPEINFO" val="&lt;ThreeDShapeInfo&gt;&lt;uuid val=&quot;{13BF8161-0AF4-4605-A4BA-BA5844AF1318}&quot;/&gt;&lt;isInvalidForFieldText val=&quot;0&quot;/&gt;&lt;Image&gt;&lt;filename val=&quot;C:\Users\sanmi\Documents\My Adobe Presentations\ece552f2019-Pipelining\data\asimages\{13BF8161-0AF4-4605-A4BA-BA5844AF1318}_19.png&quot;/&gt;&lt;left val=&quot;354&quot;/&gt;&lt;top val=&quot;323&quot;/&gt;&lt;width val=&quot;152&quot;/&gt;&lt;height val=&quot;110&quot;/&gt;&lt;hasText val=&quot;1&quot;/&gt;&lt;/Image&gt;&lt;/ThreeDShapeInfo&gt;"/>
</p:tagLst>
</file>

<file path=ppt/tags/tag27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5EEB423F-7B4A-47D5-BC80-BF99E210BAA1}_19.png&quot;/&gt;&lt;left val=&quot;561&quot;/&gt;&lt;top val=&quot;109&quot;/&gt;&lt;width val=&quot;84&quot;/&gt;&lt;height val=&quot;60&quot;/&gt;&lt;hasText val=&quot;1&quot;/&gt;&lt;/Image&gt;&lt;/ThreeDShapeInfo&gt;"/>
  <p:tag name="PRESENTER_SHAPETEXTINFO" val="&lt;ShapeTextInfo&gt;&lt;TableIndex row=&quot;-1&quot; col=&quot;-1&quot;&gt;&lt;linesCount val=&quot;1&quot;/&gt;&lt;lineCharCount val=&quot;4&quot;/&gt;&lt;/TableIndex&gt;&lt;/ShapeTextInfo&gt;"/>
</p:tagLst>
</file>

<file path=ppt/tags/tag272.xml><?xml version="1.0" encoding="utf-8"?>
<p:tagLst xmlns:a="http://schemas.openxmlformats.org/drawingml/2006/main" xmlns:r="http://schemas.openxmlformats.org/officeDocument/2006/relationships" xmlns:p="http://schemas.openxmlformats.org/presentationml/2006/main">
  <p:tag name="PRESENTER_SHAPEINFO" val="&lt;ThreeDShapeInfo&gt;&lt;uuid val=&quot;{F759FD0D-9C4B-48A5-84D8-7E9FFCC3B26B}&quot;/&gt;&lt;isInvalidForFieldText val=&quot;0&quot;/&gt;&lt;Image&gt;&lt;filename val=&quot;C:\Users\sanmi\Documents\My Adobe Presentations\ece552f2019-Pipelining\data\asimages\{F759FD0D-9C4B-48A5-84D8-7E9FFCC3B26B}_19.png&quot;/&gt;&lt;left val=&quot;3&quot;/&gt;&lt;top val=&quot;105&quot;/&gt;&lt;width val=&quot;173&quot;/&gt;&lt;height val=&quot;268&quot;/&gt;&lt;hasText val=&quot;1&quot;/&gt;&lt;/Image&gt;&lt;/ThreeDShapeInfo&gt;"/>
</p:tagLst>
</file>

<file path=ppt/tags/tag2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79.xml><?xml version="1.0" encoding="utf-8"?>
<p:tagLst xmlns:a="http://schemas.openxmlformats.org/drawingml/2006/main" xmlns:r="http://schemas.openxmlformats.org/officeDocument/2006/relationships" xmlns:p="http://schemas.openxmlformats.org/presentationml/2006/main">
  <p:tag name="HTML_SHAPEINFO" val="&lt;SlideThumbPath val=&quot;Slide20.PNG&quot;/&gt;"/>
  <p:tag name="PPSNARRATION" val="20,530098864,C:\Users\sanmi\GoogleDrive\UWMdrive\Courses\ECE552\ece552-lec08_Pipelining_pptx\Media.ppcx"/>
  <p:tag name="TIMING" val="|5.2|2.2|6|1.4|6.9|1.2|1.2|1.1|1.2"/>
</p:tagLst>
</file>

<file path=ppt/tags/tag28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1B1E1A0F-D0AC-453D-B86C-5EEB9E1A4184}_20.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9&quot;/&gt;&lt;/TableIndex&gt;&lt;/ShapeTextInfo&gt;"/>
</p:tagLst>
</file>

<file path=ppt/tags/tag281.xml><?xml version="1.0" encoding="utf-8"?>
<p:tagLst xmlns:a="http://schemas.openxmlformats.org/drawingml/2006/main" xmlns:r="http://schemas.openxmlformats.org/officeDocument/2006/relationships" xmlns:p="http://schemas.openxmlformats.org/presentationml/2006/main">
  <p:tag name="MMPROD_SUBSTITUTION_ID" val="{B0104FDE-BFF8-4A89-8ABE-3AC458DDD805}"/>
  <p:tag name="PRESENTER_SHAPEINFO" val="&lt;ThreeDShapeInfo&gt;&lt;uuid val=&quot;{9044F348-8A26-48CF-8706-79BE2C70B829}&quot;/&gt;&lt;isInvalidForFieldText val=&quot;0&quot;/&gt;&lt;Image&gt;&lt;filename val=&quot;C:\Users\sanmi\Documents\My Adobe Presentations\ece552f2019-Pipelining\data\asimages\{9044F348-8A26-48CF-8706-79BE2C70B829}.png&quot;/&gt;&lt;left val=&quot;17&quot;/&gt;&lt;top val=&quot;125&quot;/&gt;&lt;width val=&quot;684&quot;/&gt;&lt;height val=&quot;368&quot;/&gt;&lt;hasText val=&quot;1&quot;/&gt;&lt;/Image&gt;&lt;/ThreeDShapeInfo&gt;"/>
</p:tagLst>
</file>

<file path=ppt/tags/tag282.xml><?xml version="1.0" encoding="utf-8"?>
<p:tagLst xmlns:a="http://schemas.openxmlformats.org/drawingml/2006/main" xmlns:r="http://schemas.openxmlformats.org/officeDocument/2006/relationships" xmlns:p="http://schemas.openxmlformats.org/presentationml/2006/main">
  <p:tag name="PRESENTER_SHAPEINFO" val="&lt;ThreeDShapeInfo&gt;&lt;uuid val=&quot;{F07514DD-44E3-435E-9D73-0AD987206497}&quot;/&gt;&lt;isInvalidForFieldText val=&quot;0&quot;/&gt;&lt;Image&gt;&lt;filename val=&quot;C:\Users\sanmi\Documents\My Adobe Presentations\ece552f2019-Pipelining\data\asimages\{F07514DD-44E3-435E-9D73-0AD987206497}_20.png&quot;/&gt;&lt;left val=&quot;3&quot;/&gt;&lt;top val=&quot;105&quot;/&gt;&lt;width val=&quot;173&quot;/&gt;&lt;height val=&quot;268&quot;/&gt;&lt;hasText val=&quot;1&quot;/&gt;&lt;/Image&gt;&lt;/ThreeDShapeInfo&gt;"/>
</p:tagLst>
</file>

<file path=ppt/tags/tag283.xml><?xml version="1.0" encoding="utf-8"?>
<p:tagLst xmlns:a="http://schemas.openxmlformats.org/drawingml/2006/main" xmlns:r="http://schemas.openxmlformats.org/officeDocument/2006/relationships" xmlns:p="http://schemas.openxmlformats.org/presentationml/2006/main">
  <p:tag name="PRESENTER_SHAPEINFO" val="&lt;ThreeDShapeInfo&gt;&lt;uuid val=&quot;{6B6C58E6-2D89-44FC-B1EA-E87759DAF7E6}&quot;/&gt;&lt;isInvalidForFieldText val=&quot;0&quot;/&gt;&lt;Image&gt;&lt;filename val=&quot;C:\Users\sanmi\Documents\My Adobe Presentations\ece552f2019-Pipelining\data\asimages\{6B6C58E6-2D89-44FC-B1EA-E87759DAF7E6}_20.png&quot;/&gt;&lt;left val=&quot;178&quot;/&gt;&lt;top val=&quot;310&quot;/&gt;&lt;width val=&quot;175&quot;/&gt;&lt;height val=&quot;54&quot;/&gt;&lt;hasText val=&quot;1&quot;/&gt;&lt;/Image&gt;&lt;/ThreeDShapeInfo&gt;"/>
</p:tagLst>
</file>

<file path=ppt/tags/tag284.xml><?xml version="1.0" encoding="utf-8"?>
<p:tagLst xmlns:a="http://schemas.openxmlformats.org/drawingml/2006/main" xmlns:r="http://schemas.openxmlformats.org/officeDocument/2006/relationships" xmlns:p="http://schemas.openxmlformats.org/presentationml/2006/main">
  <p:tag name="PRESENTER_SHAPEINFO" val="&lt;ThreeDShapeInfo&gt;&lt;uuid val=&quot;{57450E78-144D-41FE-B42C-BFEAB81B0A9E}&quot;/&gt;&lt;isInvalidForFieldText val=&quot;0&quot;/&gt;&lt;Image&gt;&lt;filename val=&quot;C:\Users\sanmi\Documents\My Adobe Presentations\ece552f2019-Pipelining\data\asimages\{57450E78-144D-41FE-B42C-BFEAB81B0A9E}_20.png&quot;/&gt;&lt;left val=&quot;356&quot;/&gt;&lt;top val=&quot;324&quot;/&gt;&lt;width val=&quot;149&quot;/&gt;&lt;height val=&quot;53&quot;/&gt;&lt;hasText val=&quot;1&quot;/&gt;&lt;/Image&gt;&lt;/ThreeDShapeInfo&gt;"/>
</p:tagLst>
</file>

<file path=ppt/tags/tag285.xml><?xml version="1.0" encoding="utf-8"?>
<p:tagLst xmlns:a="http://schemas.openxmlformats.org/drawingml/2006/main" xmlns:r="http://schemas.openxmlformats.org/officeDocument/2006/relationships" xmlns:p="http://schemas.openxmlformats.org/presentationml/2006/main">
  <p:tag name="HTML_AUTOSHAPE_INFO" val="&lt;ThreeDShapeInfo&gt;&lt;uuid val=&quot;{27EC7B8C-5C0A-4730-A7C2-8288D4C3F415}&quot;/&gt;&lt;isInvalidForFieldText val=&quot;1&quot;/&gt;&lt;Image&gt;&lt;filename val=&quot;C:\Users\sanmi\Documents\My Adobe Presentations\ece552f2019-Pipelining\data\asimages\{27EC7B8C-5C0A-4730-A7C2-8288D4C3F415}_20_S.png&quot;/&gt;&lt;left val=&quot;508&quot;/&gt;&lt;top val=&quot;351&quot;/&gt;&lt;width val=&quot;143&quot;/&gt;&lt;height val=&quot;28&quot;/&gt;&lt;hasText val=&quot;0&quot;/&gt;&lt;/Image&gt;&lt;Image&gt;&lt;filename val=&quot;C:\Users\sanmi\Documents\My Adobe Presentations\ece552f2019-Pipelining\data\asimages\{27EC7B8C-5C0A-4730-A7C2-8288D4C3F415}_20_T.png&quot;/&gt;&lt;left val=&quot;509&quot;/&gt;&lt;top val=&quot;363&quot;/&gt;&lt;width val=&quot;129&quot;/&gt;&lt;height val=&quot;2&quot;/&gt;&lt;hasText val=&quot;1&quot;/&gt;&lt;/Image&gt;&lt;/ThreeDShapeInfo&gt;"/>
  <p:tag name="PRESENTER_SHAPETEXTINFO" val="&lt;ShapeTextInfo&gt;&lt;TableIndex row=&quot;-1&quot; col=&quot;-1&quot;&gt;&lt;linesCount val=&quot;0&quot;/&gt;&lt;/TableIndex&gt;&lt;/ShapeTextInfo&gt;"/>
</p:tagLst>
</file>

<file path=ppt/tags/tag286.xml><?xml version="1.0" encoding="utf-8"?>
<p:tagLst xmlns:a="http://schemas.openxmlformats.org/drawingml/2006/main" xmlns:r="http://schemas.openxmlformats.org/officeDocument/2006/relationships" xmlns:p="http://schemas.openxmlformats.org/presentationml/2006/main">
  <p:tag name="HTML_AUTOSHAPE_INFO" val="&lt;ThreeDShapeInfo&gt;&lt;uuid val=&quot;{ED81C64A-F151-40AA-B5DB-25F1B55DE8C1}&quot;/&gt;&lt;isInvalidForFieldText val=&quot;1&quot;/&gt;&lt;Image&gt;&lt;filename val=&quot;C:\Users\sanmi\Documents\My Adobe Presentations\ece552f2019-Pipelining\data\asimages\{ED81C64A-F151-40AA-B5DB-25F1B55DE8C1}_20_S.png&quot;/&gt;&lt;left val=&quot;213&quot;/&gt;&lt;top val=&quot;360&quot;/&gt;&lt;width val=&quot;490&quot;/&gt;&lt;height val=&quot;141&quot;/&gt;&lt;hasText val=&quot;0&quot;/&gt;&lt;/Image&gt;&lt;Image&gt;&lt;filename val=&quot;C:\Users\sanmi\Documents\My Adobe Presentations\ece552f2019-Pipelining\data\asimages\{ED81C64A-F151-40AA-B5DB-25F1B55DE8C1}_20_T.png&quot;/&gt;&lt;left val=&quot;216&quot;/&gt;&lt;top val=&quot;362&quot;/&gt;&lt;width val=&quot;485&quot;/&gt;&lt;height val=&quot;137&quot;/&gt;&lt;hasText val=&quot;1&quot;/&gt;&lt;/Image&gt;&lt;/ThreeDShapeInfo&gt;"/>
  <p:tag name="PRESENTER_SHAPETEXTINFO" val="&lt;ShapeTextInfo&gt;&lt;TableIndex row=&quot;-1&quot; col=&quot;-1&quot;&gt;&lt;linesCount val=&quot;0&quot;/&gt;&lt;/TableIndex&gt;&lt;/ShapeTextInfo&gt;"/>
</p:tagLst>
</file>

<file path=ppt/tags/tag287.xml><?xml version="1.0" encoding="utf-8"?>
<p:tagLst xmlns:a="http://schemas.openxmlformats.org/drawingml/2006/main" xmlns:r="http://schemas.openxmlformats.org/officeDocument/2006/relationships" xmlns:p="http://schemas.openxmlformats.org/presentationml/2006/main">
  <p:tag name="PRESENTER_SHAPEINFO" val="&lt;ThreeDShapeInfo&gt;&lt;uuid val=&quot;{310BDDBD-5B07-4B25-A047-40AA47A30CD9}&quot;/&gt;&lt;isInvalidForFieldText val=&quot;0&quot;/&gt;&lt;Image&gt;&lt;filename val=&quot;C:\Users\sanmi\Documents\My Adobe Presentations\ece552f2019-Pipelining\data\asimages\{310BDDBD-5B07-4B25-A047-40AA47A30CD9}_20.png&quot;/&gt;&lt;left val=&quot;3&quot;/&gt;&lt;top val=&quot;105&quot;/&gt;&lt;width val=&quot;173&quot;/&gt;&lt;height val=&quot;268&quot;/&gt;&lt;hasText val=&quot;1&quot;/&gt;&lt;/Image&gt;&lt;/ThreeDShapeInfo&gt;"/>
</p:tagLst>
</file>

<file path=ppt/tags/tag288.xml><?xml version="1.0" encoding="utf-8"?>
<p:tagLst xmlns:a="http://schemas.openxmlformats.org/drawingml/2006/main" xmlns:r="http://schemas.openxmlformats.org/officeDocument/2006/relationships" xmlns:p="http://schemas.openxmlformats.org/presentationml/2006/main">
  <p:tag name="PRESENTER_SHAPEINFO" val="&lt;ThreeDShapeInfo&gt;&lt;uuid val=&quot;{F13D1C27-B9A7-4A4D-81E3-742F05480DB1}&quot;/&gt;&lt;isInvalidForFieldText val=&quot;0&quot;/&gt;&lt;Image&gt;&lt;filename val=&quot;C:\Users\sanmi\Documents\My Adobe Presentations\ece552f2019-Pipelining\data\asimages\{F13D1C27-B9A7-4A4D-81E3-742F05480DB1}_20.png&quot;/&gt;&lt;left val=&quot;177&quot;/&gt;&lt;top val=&quot;308&quot;/&gt;&lt;width val=&quot;176&quot;/&gt;&lt;height val=&quot;118&quot;/&gt;&lt;hasText val=&quot;1&quot;/&gt;&lt;/Image&gt;&lt;/ThreeDShapeInfo&gt;"/>
</p:tagLst>
</file>

<file path=ppt/tags/tag289.xml><?xml version="1.0" encoding="utf-8"?>
<p:tagLst xmlns:a="http://schemas.openxmlformats.org/drawingml/2006/main" xmlns:r="http://schemas.openxmlformats.org/officeDocument/2006/relationships" xmlns:p="http://schemas.openxmlformats.org/presentationml/2006/main">
  <p:tag name="PRESENTER_SHAPEINFO" val="&lt;ThreeDShapeInfo&gt;&lt;uuid val=&quot;{F7112388-69EF-49D7-BEDE-825EB636E617}&quot;/&gt;&lt;isInvalidForFieldText val=&quot;0&quot;/&gt;&lt;Image&gt;&lt;filename val=&quot;C:\Users\sanmi\Documents\My Adobe Presentations\ece552f2019-Pipelining\data\asimages\{F7112388-69EF-49D7-BEDE-825EB636E617}_20.png&quot;/&gt;&lt;left val=&quot;354&quot;/&gt;&lt;top val=&quot;323&quot;/&gt;&lt;width val=&quot;152&quot;/&gt;&lt;height val=&quot;110&quot;/&gt;&lt;hasText val=&quot;1&quot;/&gt;&lt;/Image&gt;&lt;/ThreeDShapeInfo&gt;"/>
</p:tagLst>
</file>

<file path=ppt/tags/tag290.xml><?xml version="1.0" encoding="utf-8"?>
<p:tagLst xmlns:a="http://schemas.openxmlformats.org/drawingml/2006/main" xmlns:r="http://schemas.openxmlformats.org/officeDocument/2006/relationships" xmlns:p="http://schemas.openxmlformats.org/presentationml/2006/main">
  <p:tag name="HTML_AUTOSHAPE_INFO" val="&lt;ThreeDShapeInfo&gt;&lt;uuid val=&quot;{57ED157E-2906-483A-8147-8738A814ABCB}&quot;/&gt;&lt;isInvalidForFieldText val=&quot;1&quot;/&gt;&lt;Image&gt;&lt;filename val=&quot;C:\Users\sanmi\Documents\My Adobe Presentations\ece552f2019-Pipelining\data\asimages\{57ED157E-2906-483A-8147-8738A814ABCB}_20_S.png&quot;/&gt;&lt;left val=&quot;507&quot;/&gt;&lt;top val=&quot;370&quot;/&gt;&lt;width val=&quot;147&quot;/&gt;&lt;height val=&quot;82&quot;/&gt;&lt;hasText val=&quot;0&quot;/&gt;&lt;/Image&gt;&lt;Image&gt;&lt;filename val=&quot;C:\Users\sanmi\Documents\My Adobe Presentations\ece552f2019-Pipelining\data\asimages\{57ED157E-2906-483A-8147-8738A814ABCB}_20_T.png&quot;/&gt;&lt;left val=&quot;509&quot;/&gt;&lt;top val=&quot;371&quot;/&gt;&lt;width val=&quot;132&quot;/&gt;&lt;height val=&quot;68&quot;/&gt;&lt;hasText val=&quot;1&quot;/&gt;&lt;/Image&gt;&lt;/ThreeDShapeInfo&gt;"/>
  <p:tag name="PRESENTER_SHAPETEXTINFO" val="&lt;ShapeTextInfo&gt;&lt;TableIndex row=&quot;-1&quot; col=&quot;-1&quot;&gt;&lt;linesCount val=&quot;0&quot;/&gt;&lt;/TableIndex&gt;&lt;/ShapeTextInfo&gt;"/>
</p:tagLst>
</file>

<file path=ppt/tags/tag291.xml><?xml version="1.0" encoding="utf-8"?>
<p:tagLst xmlns:a="http://schemas.openxmlformats.org/drawingml/2006/main" xmlns:r="http://schemas.openxmlformats.org/officeDocument/2006/relationships" xmlns:p="http://schemas.openxmlformats.org/presentationml/2006/main">
  <p:tag name="HTML_AUTOSHAPE_INFO" val="&lt;ThreeDShapeInfo&gt;&lt;uuid val=&quot;{74BC9E24-CD87-4F53-861B-BC86BD521346}&quot;/&gt;&lt;isInvalidForFieldText val=&quot;1&quot;/&gt;&lt;Image&gt;&lt;filename val=&quot;C:\Users\sanmi\Documents\My Adobe Presentations\ece552f2019-Pipelining\data\asimages\{74BC9E24-CD87-4F53-861B-BC86BD521346}_20_S.png&quot;/&gt;&lt;left val=&quot;199&quot;/&gt;&lt;top val=&quot;382&quot;/&gt;&lt;width val=&quot;514&quot;/&gt;&lt;height val=&quot;135&quot;/&gt;&lt;hasText val=&quot;0&quot;/&gt;&lt;/Image&gt;&lt;Image&gt;&lt;filename val=&quot;C:\Users\sanmi\Documents\My Adobe Presentations\ece552f2019-Pipelining\data\asimages\{74BC9E24-CD87-4F53-861B-BC86BD521346}_20_T.png&quot;/&gt;&lt;left val=&quot;201&quot;/&gt;&lt;top val=&quot;388&quot;/&gt;&lt;width val=&quot;510&quot;/&gt;&lt;height val=&quot;127&quot;/&gt;&lt;hasText val=&quot;1&quot;/&gt;&lt;/Image&gt;&lt;/ThreeDShapeInfo&gt;"/>
  <p:tag name="PRESENTER_SHAPETEXTINFO" val="&lt;ShapeTextInfo&gt;&lt;TableIndex row=&quot;-1&quot; col=&quot;-1&quot;&gt;&lt;linesCount val=&quot;0&quot;/&gt;&lt;/TableIndex&gt;&lt;/ShapeTextInfo&gt;"/>
</p:tagLst>
</file>

<file path=ppt/tags/tag292.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A159D067-A5CB-4C42-8231-38DCAFE5A415}_20.png&quot;/&gt;&lt;left val=&quot;562&quot;/&gt;&lt;top val=&quot;83&quot;/&gt;&lt;width val=&quot;77&quot;/&gt;&lt;height val=&quot;60&quot;/&gt;&lt;hasText val=&quot;1&quot;/&gt;&lt;/Image&gt;&lt;/ThreeDShapeInfo&gt;"/>
  <p:tag name="PRESENTER_SHAPETEXTINFO" val="&lt;ShapeTextInfo&gt;&lt;TableIndex row=&quot;-1&quot; col=&quot;-1&quot;&gt;&lt;linesCount val=&quot;1&quot;/&gt;&lt;lineCharCount val=&quot;3&quot;/&gt;&lt;/TableIndex&gt;&lt;/ShapeTextInfo&gt;"/>
</p:tagLst>
</file>

<file path=ppt/tags/tag29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347FBC1E-A2FD-4FDD-AEA9-6DE0BDB06033}_20.png&quot;/&gt;&lt;left val=&quot;561&quot;/&gt;&lt;top val=&quot;109&quot;/&gt;&lt;width val=&quot;84&quot;/&gt;&lt;height val=&quot;60&quot;/&gt;&lt;hasText val=&quot;1&quot;/&gt;&lt;/Image&gt;&lt;/ThreeDShapeInfo&gt;"/>
  <p:tag name="PRESENTER_SHAPETEXTINFO" val="&lt;ShapeTextInfo&gt;&lt;TableIndex row=&quot;-1&quot; col=&quot;-1&quot;&gt;&lt;linesCount val=&quot;1&quot;/&gt;&lt;lineCharCount val=&quot;4&quot;/&gt;&lt;/TableIndex&gt;&lt;/ShapeTextInfo&gt;"/>
</p:tagLst>
</file>

<file path=ppt/tags/tag2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06.xml><?xml version="1.0" encoding="utf-8"?>
<p:tagLst xmlns:a="http://schemas.openxmlformats.org/drawingml/2006/main" xmlns:r="http://schemas.openxmlformats.org/officeDocument/2006/relationships" xmlns:p="http://schemas.openxmlformats.org/presentationml/2006/main">
  <p:tag name="HTML_SHAPEINFO" val="&lt;SlideThumbPath val=&quot;Slide21.PNG&quot;/&gt;"/>
  <p:tag name="PPSNARRATION" val="21,530098864,C:\Users\sanmi\GoogleDrive\UWMdrive\Courses\ECE552\ece552-lec08_Pipelining_pptx\Media.ppcx"/>
</p:tagLst>
</file>

<file path=ppt/tags/tag30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E6B2155-BB33-4D40-937A-DE1135D62F64}_21.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7&quot;/&gt;&lt;/TableIndex&gt;&lt;/ShapeTextInfo&gt;"/>
</p:tagLst>
</file>

<file path=ppt/tags/tag30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4D429429-27EF-402C-98B1-72035053AF86}_21.png&quot;/&gt;&lt;left val=&quot;27&quot;/&gt;&lt;top val=&quot;108&quot;/&gt;&lt;width val=&quot;681&quot;/&gt;&lt;height val=&quot;155&quot;/&gt;&lt;hasText val=&quot;1&quot;/&gt;&lt;/Image&gt;&lt;/ThreeDShapeInfo&gt;"/>
  <p:tag name="PRESENTER_SHAPETEXTINFO" val="&lt;ShapeTextInfo&gt;&lt;TableIndex row=&quot;-1&quot; col=&quot;-1&quot;&gt;&lt;linesCount val=&quot;2&quot;/&gt;&lt;lineCharCount val=&quot;54&quot;/&gt;&lt;lineCharCount val=&quot;22&quot;/&gt;&lt;/TableIndex&gt;&lt;/ShapeTextInfo&gt;"/>
</p:tagLst>
</file>

<file path=ppt/tags/tag309.xml><?xml version="1.0" encoding="utf-8"?>
<p:tagLst xmlns:a="http://schemas.openxmlformats.org/drawingml/2006/main" xmlns:r="http://schemas.openxmlformats.org/officeDocument/2006/relationships" xmlns:p="http://schemas.openxmlformats.org/presentationml/2006/main">
  <p:tag name="MMPROD_SUBSTITUTION_ID" val="{106B3E3F-1339-4C65-8E55-DEE969607313}"/>
  <p:tag name="PRESENTER_SHAPEINFO" val="&lt;ThreeDShapeInfo&gt;&lt;uuid val=&quot;{22B6DD86-38C0-4A5A-AB26-3846CE45B593}&quot;/&gt;&lt;isInvalidForFieldText val=&quot;0&quot;/&gt;&lt;Image&gt;&lt;filename val=&quot;C:\Users\sanmi\Documents\My Adobe Presentations\ece552f2019-Pipelining\data\asimages\{22B6DD86-38C0-4A5A-AB26-3846CE45B593}.png&quot;/&gt;&lt;left val=&quot;41&quot;/&gt;&lt;top val=&quot;204&quot;/&gt;&lt;width val=&quot;636&quot;/&gt;&lt;height val=&quot;306&quot;/&gt;&lt;hasText val=&quot;1&quot;/&gt;&lt;/Image&gt;&lt;/ThreeDShapeInfo&gt;"/>
</p:tagLst>
</file>

<file path=ppt/tags/tag310.xml><?xml version="1.0" encoding="utf-8"?>
<p:tagLst xmlns:a="http://schemas.openxmlformats.org/drawingml/2006/main" xmlns:r="http://schemas.openxmlformats.org/officeDocument/2006/relationships" xmlns:p="http://schemas.openxmlformats.org/presentationml/2006/main">
  <p:tag name="HTML_SHAPEINFO" val="&lt;SlideThumbPath val=&quot;Slide22.PNG&quot;/&gt;"/>
  <p:tag name="PPSNARRATION" val="22,530098864,C:\Users\sanmi\GoogleDrive\UWMdrive\Courses\ECE552\ece552-lec08_Pipelining_pptx\Media.ppcx"/>
</p:tagLst>
</file>

<file path=ppt/tags/tag31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F1AC3E21-0E14-4C4C-8F1D-67B3C918E544}_22.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12&quot;/&gt;&lt;/TableIndex&gt;&lt;/ShapeTextInfo&gt;"/>
</p:tagLst>
</file>

<file path=ppt/tags/tag312.xml><?xml version="1.0" encoding="utf-8"?>
<p:tagLst xmlns:a="http://schemas.openxmlformats.org/drawingml/2006/main" xmlns:r="http://schemas.openxmlformats.org/officeDocument/2006/relationships" xmlns:p="http://schemas.openxmlformats.org/presentationml/2006/main">
  <p:tag name="MMPROD_SUBSTITUTION_ID" val="{E220E29A-B315-43E7-BB08-33D76488CDB4}"/>
  <p:tag name="PRESENTER_SHAPEINFO" val="&lt;ThreeDShapeInfo&gt;&lt;uuid val=&quot;{359E8BCF-BADA-489E-B332-0B8A11E2747E}&quot;/&gt;&lt;isInvalidForFieldText val=&quot;0&quot;/&gt;&lt;Image&gt;&lt;filename val=&quot;C:\Users\sanmi\Documents\My Adobe Presentations\ece552f2019-Pipelining\data\asimages\{359E8BCF-BADA-489E-B332-0B8A11E2747E}.png&quot;/&gt;&lt;left val=&quot;56&quot;/&gt;&lt;top val=&quot;109&quot;/&gt;&lt;width val=&quot;606&quot;/&gt;&lt;height val=&quot;412&quot;/&gt;&lt;hasText val=&quot;1&quot;/&gt;&lt;/Image&gt;&lt;/ThreeDShapeInfo&gt;"/>
</p:tagLst>
</file>

<file path=ppt/tags/tag313.xml><?xml version="1.0" encoding="utf-8"?>
<p:tagLst xmlns:a="http://schemas.openxmlformats.org/drawingml/2006/main" xmlns:r="http://schemas.openxmlformats.org/officeDocument/2006/relationships" xmlns:p="http://schemas.openxmlformats.org/presentationml/2006/main">
  <p:tag name="HTML_SHAPEINFO" val="&lt;SlideThumbPath val=&quot;Slide23.PNG&quot;/&gt;"/>
  <p:tag name="PPSNARRATION" val="23,530098864,C:\Users\sanmi\GoogleDrive\UWMdrive\Courses\ECE552\ece552-lec08_Pipelining_pptx\Media.ppcx"/>
  <p:tag name="TIMING" val="|31.9"/>
</p:tagLst>
</file>

<file path=ppt/tags/tag314.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40365CE6-60B3-4EF7-B565-37E7143F4BCA}_23.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315.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Pipelining\data\asimages\{839D207D-DCDE-4DF8-83F1-E2255C449547}_1.png_crop.png&quot;/&gt;&lt;left val=&quot;44&quot;/&gt;&lt;top val=&quot;417&quot;/&gt;&lt;width val=&quot;591&quot;/&gt;&lt;height val=&quot;20&quot;/&gt;&lt;hasText val=&quot;1&quot;/&gt;&lt;paraId val=&quot;1&quot;/&gt;&lt;/Image&gt;&lt;Image&gt;&lt;filename val=&quot;C:\Users\sanmi\Documents\My Adobe Presentations\ece552f2019-Pipelining\data\asimages\{676D78CD-4E69-4573-8B53-7E375164DA1B}_1.png_crop.png&quot;/&gt;&lt;left val=&quot;78&quot;/&gt;&lt;top val=&quot;444&quot;/&gt;&lt;width val=&quot;539&quot;/&gt;&lt;height val=&quot;17&quot;/&gt;&lt;hasText val=&quot;1&quot;/&gt;&lt;paraId val=&quot;2&quot;/&gt;&lt;/Image&gt;&lt;Image&gt;&lt;filename val=&quot;C:\Users\sanmi\Documents\My Adobe Presentations\ece552f2019-Pipelining\data\asimages\{52165072-9452-44CB-A2BC-828FC4F4DD25}_1.png_crop.png&quot;/&gt;&lt;left val=&quot;78&quot;/&gt;&lt;top val=&quot;469&quot;/&gt;&lt;width val=&quot;76&quot;/&gt;&lt;height val=&quot;13&quot;/&gt;&lt;hasText val=&quot;1&quot;/&gt;&lt;paraId val=&quot;3&quot;/&gt;&lt;/Image&gt;&lt;Image&gt;&lt;filename val=&quot;C:\Users\sanmi\Documents\My Adobe Presentations\ece552f2019-Pipelining\data\asimages\{6A760086-C056-47FD-9D06-266D229BEEB2}_1.png_crop.png&quot;/&gt;&lt;left val=&quot;78&quot;/&gt;&lt;top val=&quot;492&quot;/&gt;&lt;width val=&quot;385&quot;/&gt;&lt;height val=&quot;18&quot;/&gt;&lt;hasText val=&quot;1&quot;/&gt;&lt;paraId val=&quot;4&quot;/&gt;&lt;/Image&gt;&lt;/TextEffect&gt;"/>
  <p:tag name="PRESENTER_SHAPETEXTINFO" val="&lt;ShapeTextInfo&gt;&lt;TableIndex row=&quot;-1&quot; col=&quot;-1&quot;&gt;&lt;linesCount val=&quot;4&quot;/&gt;&lt;lineCharCount val=&quot;58&quot;/&gt;&lt;lineCharCount val=&quot;65&quot;/&gt;&lt;lineCharCount val=&quot;8&quot;/&gt;&lt;lineCharCount val=&quot;46&quot;/&gt;&lt;/TableIndex&gt;&lt;/ShapeTextInfo&gt;"/>
</p:tagLst>
</file>

<file path=ppt/tags/tag31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ED9BD0AC-7D27-451E-A7B2-B2B702986422}_23.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1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745022D7-E317-4415-A98A-483F4A773F8F}_23.png&quot;/&gt;&lt;left val=&quot;135&quot;/&gt;&lt;top val=&quot;121&quot;/&gt;&lt;width val=&quot;63&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31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E13B1451-D202-466E-B398-F5D5AE985A35}_23.png&quot;/&gt;&lt;left val=&quot;267&quot;/&gt;&lt;top val=&quot;121&quot;/&gt;&lt;width val=&quot;63&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31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81E11F57-41AE-4EB7-A8C3-E82C734F9D91}_23.png&quot;/&gt;&lt;left val=&quot;375&quot;/&gt;&lt;top val=&quot;121&quot;/&gt;&lt;width val=&quot;63&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32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5D77DC33-942B-4D82-8282-AD254F37F25B}_23.png&quot;/&gt;&lt;left val=&quot;483&quot;/&gt;&lt;top val=&quot;121&quot;/&gt;&lt;width val=&quot;63&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321.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78D23D3E-E2D1-412E-B2FA-3CF1B6D4CEC9}_23.png&quot;/&gt;&lt;left val=&quot;577&quot;/&gt;&lt;top val=&quot;121&quot;/&gt;&lt;width val=&quot;63&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322.xml><?xml version="1.0" encoding="utf-8"?>
<p:tagLst xmlns:a="http://schemas.openxmlformats.org/drawingml/2006/main" xmlns:r="http://schemas.openxmlformats.org/officeDocument/2006/relationships" xmlns:p="http://schemas.openxmlformats.org/presentationml/2006/main">
  <p:tag name="HTML_SHAPEINFO" val="&lt;SlideThumbPath val=&quot;Slide24.PNG&quot;/&gt;"/>
  <p:tag name="PPSNARRATION" val="24,530098864,C:\Users\sanmi\GoogleDrive\UWMdrive\Courses\ECE552\ece552-lec08_Pipelining_pptx\Media.ppcx"/>
  <p:tag name="TIMING" val="|17.9"/>
</p:tagLst>
</file>

<file path=ppt/tags/tag323.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AAECBB60-0542-4EA9-942E-4CD87BE1E817}_24.png&quot;/&gt;&lt;left val=&quot;35&quot;/&gt;&lt;top val=&quot;21&quot;/&gt;&lt;width val=&quot;588&quot;/&gt;&lt;height val=&quot;98&quot;/&gt;&lt;hasText val=&quot;1&quot;/&gt;&lt;/Image&gt;&lt;/ThreeDShapeInfo&gt;"/>
  <p:tag name="PRESENTER_SHAPETEXTINFO" val="&lt;ShapeTextInfo&gt;&lt;TableIndex row=&quot;-1&quot; col=&quot;-1&quot;&gt;&lt;linesCount val=&quot;1&quot;/&gt;&lt;lineCharCount val=&quot;8&quot;/&gt;&lt;/TableIndex&gt;&lt;/ShapeTextInfo&gt;"/>
</p:tagLst>
</file>

<file path=ppt/tags/tag324.xml><?xml version="1.0" encoding="utf-8"?>
<p:tagLst xmlns:a="http://schemas.openxmlformats.org/drawingml/2006/main" xmlns:r="http://schemas.openxmlformats.org/officeDocument/2006/relationships" xmlns:p="http://schemas.openxmlformats.org/presentationml/2006/main">
  <p:tag name="HTML_SHAPEINFO" val="&lt;TextEffect&gt;&lt;Image&gt;&lt;filename val=&quot;C:\Users\sanmi\Documents\My Adobe Presentations\ece552f2019-Pipelining\data\asimages\{79D5FE12-F67A-4767-A694-4C7D832A06AF}_1.png_crop.png&quot;/&gt;&lt;left val=&quot;44&quot;/&gt;&lt;top val=&quot;417&quot;/&gt;&lt;width val=&quot;570&quot;/&gt;&lt;height val=&quot;20&quot;/&gt;&lt;hasText val=&quot;1&quot;/&gt;&lt;paraId val=&quot;1&quot;/&gt;&lt;/Image&gt;&lt;Image&gt;&lt;filename val=&quot;C:\Users\sanmi\Documents\My Adobe Presentations\ece552f2019-Pipelining\data\asimages\{A07BF5DD-1237-4203-A83F-7A7905429D96}_1.png_crop.png&quot;/&gt;&lt;left val=&quot;78&quot;/&gt;&lt;top val=&quot;444&quot;/&gt;&lt;width val=&quot;398&quot;/&gt;&lt;height val=&quot;17&quot;/&gt;&lt;hasText val=&quot;1&quot;/&gt;&lt;paraId val=&quot;2&quot;/&gt;&lt;/Image&gt;&lt;Image&gt;&lt;filename val=&quot;C:\Users\sanmi\Documents\My Adobe Presentations\ece552f2019-Pipelining\data\asimages\{D3ECD4A2-6465-4EF8-996B-9938B8830C30}_1.png_crop.png&quot;/&gt;&lt;left val=&quot;78&quot;/&gt;&lt;top val=&quot;468&quot;/&gt;&lt;width val=&quot;277&quot;/&gt;&lt;height val=&quot;18&quot;/&gt;&lt;hasText val=&quot;1&quot;/&gt;&lt;paraId val=&quot;3&quot;/&gt;&lt;/Image&gt;&lt;Image&gt;&lt;filename val=&quot;C:\Users\sanmi\Documents\My Adobe Presentations\ece552f2019-Pipelining\data\asimages\{7D263EAD-F81C-42FC-AB4D-3F0F25D6F36B}_1.png_crop.png&quot;/&gt;&lt;left val=&quot;78&quot;/&gt;&lt;top val=&quot;492&quot;/&gt;&lt;width val=&quot;399&quot;/&gt;&lt;height val=&quot;18&quot;/&gt;&lt;hasText val=&quot;1&quot;/&gt;&lt;paraId val=&quot;4&quot;/&gt;&lt;/Image&gt;&lt;/TextEffect&gt;"/>
  <p:tag name="PRESENTER_SHAPETEXTINFO" val="&lt;ShapeTextInfo&gt;&lt;TableIndex row=&quot;-1&quot; col=&quot;-1&quot;&gt;&lt;linesCount val=&quot;4&quot;/&gt;&lt;lineCharCount val=&quot;55&quot;/&gt;&lt;lineCharCount val=&quot;45&quot;/&gt;&lt;lineCharCount val=&quot;36&quot;/&gt;&lt;lineCharCount val=&quot;48&quot;/&gt;&lt;/TableIndex&gt;&lt;/ShapeTextInfo&gt;"/>
</p:tagLst>
</file>

<file path=ppt/tags/tag325.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01D98D64-DC9E-4189-AB4A-D2DD5B1388C1}_24.png&quot;/&gt;&lt;left val=&quot;599&quot;/&gt;&lt;top val=&quot;500&quot;/&gt;&lt;width val=&quot;84&quot;/&gt;&lt;height val=&quot;29&quot;/&gt;&lt;hasText val=&quot;1&quot;/&gt;&lt;/Image&gt;&lt;/ThreeDShapeInfo&gt;"/>
  <p:tag name="PRESENTER_SHAPETEXTINFO" val="&lt;ShapeTextInfo&gt;&lt;TableIndex row=&quot;-1&quot; col=&quot;-1&quot;&gt;&lt;linesCount val=&quot;1&quot;/&gt;&lt;lineCharCount val=&quot;2&quot;/&gt;&lt;/TableIndex&gt;&lt;/ShapeTextInfo&gt;"/>
</p:tagLst>
</file>

<file path=ppt/tags/tag326.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282B09FB-E554-4C0A-907D-3A95F70B54FA}_24.png&quot;/&gt;&lt;left val=&quot;135&quot;/&gt;&lt;top val=&quot;121&quot;/&gt;&lt;width val=&quot;63&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327.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B9A5F92B-3032-4B20-85FC-F0D92E098DE9}_24.png&quot;/&gt;&lt;left val=&quot;267&quot;/&gt;&lt;top val=&quot;121&quot;/&gt;&lt;width val=&quot;63&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328.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E18EF0FE-C631-4EBC-9FC3-C067105B0385}_24.png&quot;/&gt;&lt;left val=&quot;375&quot;/&gt;&lt;top val=&quot;121&quot;/&gt;&lt;width val=&quot;63&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329.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7C7C02A3-E732-462A-82E3-05D09C4806E2}_24.png&quot;/&gt;&lt;left val=&quot;483&quot;/&gt;&lt;top val=&quot;121&quot;/&gt;&lt;width val=&quot;63&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ags/tag330.xml><?xml version="1.0" encoding="utf-8"?>
<p:tagLst xmlns:a="http://schemas.openxmlformats.org/drawingml/2006/main" xmlns:r="http://schemas.openxmlformats.org/officeDocument/2006/relationships" xmlns:p="http://schemas.openxmlformats.org/presentationml/2006/main">
  <p:tag name="HTML_SHAPEINFO" val="&lt;ThreeDShapeInfo&gt;&lt;uuid val=&quot;&quot;/&gt;&lt;isInvalidForFieldText val=&quot;0&quot;/&gt;&lt;Image&gt;&lt;filename val=&quot;C:\Users\sanmi\Documents\My Adobe Presentations\ece552f2019-Pipelining\data\asimages\{790DD4BB-DC3F-482F-ACF3-4B49182FE220}_24.png&quot;/&gt;&lt;left val=&quot;577&quot;/&gt;&lt;top val=&quot;121&quot;/&gt;&lt;width val=&quot;63&quot;/&gt;&lt;height val=&quot;34&quot;/&gt;&lt;hasText val=&quot;1&quot;/&gt;&lt;/Image&gt;&lt;/ThreeDShapeInfo&gt;"/>
  <p:tag name="PRESENTER_SHAPETEXTINFO" val="&lt;ShapeTextInfo&gt;&lt;TableIndex row=&quot;-1&quot; col=&quot;-1&quot;&gt;&lt;linesCount val=&quot;1&quot;/&gt;&lt;lineCharCount val=&quot;6&quot;/&gt;&lt;/TableIndex&gt;&lt;/ShapeTextInfo&gt;"/>
</p:tagLst>
</file>

<file path=ppt/theme/theme1.xml><?xml version="1.0" encoding="utf-8"?>
<a:theme xmlns:a="http://schemas.openxmlformats.org/drawingml/2006/main" name="Lecture Notes 55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 Notes 552</Template>
  <TotalTime>1118</TotalTime>
  <Words>1199</Words>
  <Application>Microsoft Macintosh PowerPoint</Application>
  <PresentationFormat>On-screen Show (4:3)</PresentationFormat>
  <Paragraphs>377</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Courier New</vt:lpstr>
      <vt:lpstr>Times New Roman</vt:lpstr>
      <vt:lpstr>Wingdings</vt:lpstr>
      <vt:lpstr>Lecture Notes 552</vt:lpstr>
      <vt:lpstr>ECE/CS 552: Pipelining</vt:lpstr>
      <vt:lpstr>Forecast</vt:lpstr>
      <vt:lpstr>Multi-Cycle Processor</vt:lpstr>
      <vt:lpstr>Multi-Cycle Processor</vt:lpstr>
      <vt:lpstr>Multi-Cycle Processor</vt:lpstr>
      <vt:lpstr>Multi-Cycle Processor</vt:lpstr>
      <vt:lpstr>Multi-Cycle Processor</vt:lpstr>
      <vt:lpstr>Multi-Cycle Processor</vt:lpstr>
      <vt:lpstr>Multi-Cycle Processor</vt:lpstr>
      <vt:lpstr>Can We Do Better?</vt:lpstr>
      <vt:lpstr>Pipelining</vt:lpstr>
      <vt:lpstr>Pipelining</vt:lpstr>
      <vt:lpstr>Pipelining</vt:lpstr>
      <vt:lpstr>Pipelining</vt:lpstr>
      <vt:lpstr>Pipelining Idealisms</vt:lpstr>
      <vt:lpstr>Pipelining Challenges</vt:lpstr>
      <vt:lpstr>Pipelined Data Path</vt:lpstr>
      <vt:lpstr>Pipelined Data Path</vt:lpstr>
      <vt:lpstr>Pipelined Data Path</vt:lpstr>
      <vt:lpstr>Pipelined Data Path</vt:lpstr>
      <vt:lpstr>Pipelined Control</vt:lpstr>
      <vt:lpstr>All Together</vt:lpstr>
      <vt:lpstr>Exercise</vt:lpstr>
      <vt:lpstr>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ECE/CS 552: Pipelining</dc:title>
  <dc:creator/>
  <cp:lastModifiedBy>Boone Severson</cp:lastModifiedBy>
  <cp:revision>444</cp:revision>
  <cp:lastPrinted>1601-01-01T00:00:00Z</cp:lastPrinted>
  <dcterms:created xsi:type="dcterms:W3CDTF">1601-01-01T00:00:00Z</dcterms:created>
  <dcterms:modified xsi:type="dcterms:W3CDTF">2024-08-29T04:21:39Z</dcterms:modified>
</cp:coreProperties>
</file>