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2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notesSlides/notesSlide3.xml" ContentType="application/vnd.openxmlformats-officedocument.presentationml.notesSlide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notesSlides/notesSlide4.xml" ContentType="application/vnd.openxmlformats-officedocument.presentationml.notesSlide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notesSlides/notesSlide5.xml" ContentType="application/vnd.openxmlformats-officedocument.presentationml.notesSlide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notesSlides/notesSlide6.xml" ContentType="application/vnd.openxmlformats-officedocument.presentationml.notesSlide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notesSlides/notesSlide7.xml" ContentType="application/vnd.openxmlformats-officedocument.presentationml.notesSlide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notesSlides/notesSlide8.xml" ContentType="application/vnd.openxmlformats-officedocument.presentationml.notesSlide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1" r:id="rId1"/>
  </p:sldMasterIdLst>
  <p:notesMasterIdLst>
    <p:notesMasterId r:id="rId11"/>
  </p:notesMasterIdLst>
  <p:handoutMasterIdLst>
    <p:handoutMasterId r:id="rId12"/>
  </p:handoutMasterIdLst>
  <p:sldIdLst>
    <p:sldId id="567" r:id="rId2"/>
    <p:sldId id="755" r:id="rId3"/>
    <p:sldId id="759" r:id="rId4"/>
    <p:sldId id="779" r:id="rId5"/>
    <p:sldId id="781" r:id="rId6"/>
    <p:sldId id="588" r:id="rId7"/>
    <p:sldId id="593" r:id="rId8"/>
    <p:sldId id="595" r:id="rId9"/>
    <p:sldId id="612" r:id="rId10"/>
  </p:sldIdLst>
  <p:sldSz cx="9144000" cy="6858000" type="screen4x3"/>
  <p:notesSz cx="7010400" cy="9296400"/>
  <p:custDataLst>
    <p:tags r:id="rId13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660066"/>
    <a:srgbClr val="FF3300"/>
    <a:srgbClr val="000000"/>
    <a:srgbClr val="006600"/>
    <a:srgbClr val="FFFF66"/>
    <a:srgbClr val="FFCC00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88435" autoAdjust="0"/>
  </p:normalViewPr>
  <p:slideViewPr>
    <p:cSldViewPr>
      <p:cViewPr varScale="1">
        <p:scale>
          <a:sx n="112" d="100"/>
          <a:sy n="112" d="100"/>
        </p:scale>
        <p:origin x="218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158"/>
    </p:cViewPr>
  </p:sorterViewPr>
  <p:notesViewPr>
    <p:cSldViewPr>
      <p:cViewPr varScale="1">
        <p:scale>
          <a:sx n="83" d="100"/>
          <a:sy n="83" d="100"/>
        </p:scale>
        <p:origin x="-1782" y="-84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one Severson" userId="1d942a2b-e0b5-491a-b49e-d500fa0ad426" providerId="ADAL" clId="{C3A5B181-5EBA-3643-9B79-22591ED1DB72}"/>
    <pc:docChg chg="modSld">
      <pc:chgData name="Boone Severson" userId="1d942a2b-e0b5-491a-b49e-d500fa0ad426" providerId="ADAL" clId="{C3A5B181-5EBA-3643-9B79-22591ED1DB72}" dt="2024-11-07T04:57:53.186" v="24" actId="20577"/>
      <pc:docMkLst>
        <pc:docMk/>
      </pc:docMkLst>
      <pc:sldChg chg="modSp mod">
        <pc:chgData name="Boone Severson" userId="1d942a2b-e0b5-491a-b49e-d500fa0ad426" providerId="ADAL" clId="{C3A5B181-5EBA-3643-9B79-22591ED1DB72}" dt="2024-11-07T04:57:53.186" v="24" actId="20577"/>
        <pc:sldMkLst>
          <pc:docMk/>
          <pc:sldMk cId="0" sldId="567"/>
        </pc:sldMkLst>
        <pc:spChg chg="mod">
          <ac:chgData name="Boone Severson" userId="1d942a2b-e0b5-491a-b49e-d500fa0ad426" providerId="ADAL" clId="{C3A5B181-5EBA-3643-9B79-22591ED1DB72}" dt="2024-11-07T04:57:53.186" v="24" actId="20577"/>
          <ac:spMkLst>
            <pc:docMk/>
            <pc:sldMk cId="0" sldId="567"/>
            <ac:spMk id="3" creationId="{556CBEA4-939F-408C-BDAD-25AA1487F7A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907C59B-6E44-4E86-8B99-06EA69B0004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93216D0-1FA3-41B6-8E51-EB2B1D1F432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735FC086-70E6-40CE-9B79-E4DBCBCE1C1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3582988" cy="4651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ECE 552: Introduction To Computer Architecture</a:t>
            </a:r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6E9BB02D-94A9-4C01-9E5F-ACA40993E8B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/>
            </a:lvl1pPr>
          </a:lstStyle>
          <a:p>
            <a:fld id="{C0B5B0EB-9FB1-4BB2-89AE-32F267685FE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F59176C5-8EB4-428E-82B5-211A3C20E60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81DD4CAF-5E7F-4F68-8CD1-BA71CBAB816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04" name="Rectangle 4">
            <a:extLst>
              <a:ext uri="{FF2B5EF4-FFF2-40B4-BE49-F238E27FC236}">
                <a16:creationId xmlns:a16="http://schemas.microsoft.com/office/drawing/2014/main" id="{85514B30-F15B-4589-9BF5-AA3FEA96108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7223A19C-9FAC-4BC1-AE52-C19B26D7E66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30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A724DD23-D3C0-44E1-848C-8CDD2DD2881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2F39911D-F208-4ABF-929F-124ED3C369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/>
            </a:lvl1pPr>
          </a:lstStyle>
          <a:p>
            <a:fld id="{35F97F0A-87AD-41F2-9CBC-ECB222DB392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8940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6600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92929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2556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64977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86810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92353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52146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97F0A-87AD-41F2-9CBC-ECB222DB3927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7358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image" Target="../media/image1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LOGO_200">
            <a:extLst>
              <a:ext uri="{FF2B5EF4-FFF2-40B4-BE49-F238E27FC236}">
                <a16:creationId xmlns:a16="http://schemas.microsoft.com/office/drawing/2014/main" id="{0CCFF971-5CE7-433C-A767-815048E45A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 descr="LOGO_200">
            <a:extLst>
              <a:ext uri="{FF2B5EF4-FFF2-40B4-BE49-F238E27FC236}">
                <a16:creationId xmlns:a16="http://schemas.microsoft.com/office/drawing/2014/main" id="{309F7C70-CD13-413B-B777-0AAA38235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85800" y="2362200"/>
            <a:ext cx="7772400" cy="1238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4A6316C-A01C-4DF5-B416-ED135DF62511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F87E23D-A988-4084-80FB-0D7BAC6C9E9F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Shen, Lipasti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A8FFAC6-B12B-489B-B3AC-81BACD09ED2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BD82E19B-ADE0-4453-8263-638E8514EE2E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3113738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0092052-EB5F-409C-B1A1-A3DDE11B2C80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F11D7B9-E684-474B-AAAC-4E598A5E3B4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Shen, Lipasti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33981BD-F3E8-45DC-8B84-6851200D4C6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 sz="1400"/>
            </a:lvl2pPr>
          </a:lstStyle>
          <a:p>
            <a:pPr lvl="1"/>
            <a:fld id="{47344E2E-2B0C-4A36-8E3E-2C4110D5A088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672374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6.xml"/><Relationship Id="rId3" Type="http://schemas.openxmlformats.org/officeDocument/2006/relationships/theme" Target="../theme/theme1.xml"/><Relationship Id="rId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6FC57D83-690C-493E-A4A5-890B6E1F54A7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 bwMode="auto"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E0372225-ACA2-4690-B1AD-22EF8F67B6E2}"/>
              </a:ext>
            </a:extLst>
          </p:cNvPr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7C10B-3CE1-4FCF-864A-1BBB9EC6F77E}"/>
              </a:ext>
            </a:extLst>
          </p:cNvPr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309FF-8192-4F38-A16D-941E14006224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© Shen, Lipasti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C7F85-070F-46E5-9D8D-D8BAF37B0BAB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7620000" y="6356350"/>
            <a:ext cx="1066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2pPr lvl="1" algn="r">
              <a:defRPr>
                <a:latin typeface="Calibri" panose="020F0502020204030204" pitchFamily="34" charset="0"/>
              </a:defRPr>
            </a:lvl2pPr>
          </a:lstStyle>
          <a:p>
            <a:pPr lvl="1"/>
            <a:fld id="{0CB051A6-74FC-4B70-A115-57357B872DE0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32.xml"/><Relationship Id="rId18" Type="http://schemas.openxmlformats.org/officeDocument/2006/relationships/tags" Target="../tags/tag37.xml"/><Relationship Id="rId26" Type="http://schemas.openxmlformats.org/officeDocument/2006/relationships/tags" Target="../tags/tag45.xml"/><Relationship Id="rId39" Type="http://schemas.openxmlformats.org/officeDocument/2006/relationships/tags" Target="../tags/tag58.xml"/><Relationship Id="rId21" Type="http://schemas.openxmlformats.org/officeDocument/2006/relationships/tags" Target="../tags/tag40.xml"/><Relationship Id="rId34" Type="http://schemas.openxmlformats.org/officeDocument/2006/relationships/tags" Target="../tags/tag53.xml"/><Relationship Id="rId42" Type="http://schemas.openxmlformats.org/officeDocument/2006/relationships/tags" Target="../tags/tag61.xml"/><Relationship Id="rId47" Type="http://schemas.openxmlformats.org/officeDocument/2006/relationships/tags" Target="../tags/tag66.xml"/><Relationship Id="rId50" Type="http://schemas.openxmlformats.org/officeDocument/2006/relationships/tags" Target="../tags/tag69.xml"/><Relationship Id="rId55" Type="http://schemas.openxmlformats.org/officeDocument/2006/relationships/tags" Target="../tags/tag74.xml"/><Relationship Id="rId7" Type="http://schemas.openxmlformats.org/officeDocument/2006/relationships/tags" Target="../tags/tag26.xml"/><Relationship Id="rId2" Type="http://schemas.openxmlformats.org/officeDocument/2006/relationships/tags" Target="../tags/tag21.xml"/><Relationship Id="rId16" Type="http://schemas.openxmlformats.org/officeDocument/2006/relationships/tags" Target="../tags/tag35.xml"/><Relationship Id="rId29" Type="http://schemas.openxmlformats.org/officeDocument/2006/relationships/tags" Target="../tags/tag48.xml"/><Relationship Id="rId11" Type="http://schemas.openxmlformats.org/officeDocument/2006/relationships/tags" Target="../tags/tag30.xml"/><Relationship Id="rId24" Type="http://schemas.openxmlformats.org/officeDocument/2006/relationships/tags" Target="../tags/tag43.xml"/><Relationship Id="rId32" Type="http://schemas.openxmlformats.org/officeDocument/2006/relationships/tags" Target="../tags/tag51.xml"/><Relationship Id="rId37" Type="http://schemas.openxmlformats.org/officeDocument/2006/relationships/tags" Target="../tags/tag56.xml"/><Relationship Id="rId40" Type="http://schemas.openxmlformats.org/officeDocument/2006/relationships/tags" Target="../tags/tag59.xml"/><Relationship Id="rId45" Type="http://schemas.openxmlformats.org/officeDocument/2006/relationships/tags" Target="../tags/tag64.xml"/><Relationship Id="rId53" Type="http://schemas.openxmlformats.org/officeDocument/2006/relationships/tags" Target="../tags/tag72.xml"/><Relationship Id="rId5" Type="http://schemas.openxmlformats.org/officeDocument/2006/relationships/tags" Target="../tags/tag24.xml"/><Relationship Id="rId19" Type="http://schemas.openxmlformats.org/officeDocument/2006/relationships/tags" Target="../tags/tag38.xml"/><Relationship Id="rId4" Type="http://schemas.openxmlformats.org/officeDocument/2006/relationships/tags" Target="../tags/tag23.xml"/><Relationship Id="rId9" Type="http://schemas.openxmlformats.org/officeDocument/2006/relationships/tags" Target="../tags/tag28.xml"/><Relationship Id="rId14" Type="http://schemas.openxmlformats.org/officeDocument/2006/relationships/tags" Target="../tags/tag33.xml"/><Relationship Id="rId22" Type="http://schemas.openxmlformats.org/officeDocument/2006/relationships/tags" Target="../tags/tag41.xml"/><Relationship Id="rId27" Type="http://schemas.openxmlformats.org/officeDocument/2006/relationships/tags" Target="../tags/tag46.xml"/><Relationship Id="rId30" Type="http://schemas.openxmlformats.org/officeDocument/2006/relationships/tags" Target="../tags/tag49.xml"/><Relationship Id="rId35" Type="http://schemas.openxmlformats.org/officeDocument/2006/relationships/tags" Target="../tags/tag54.xml"/><Relationship Id="rId43" Type="http://schemas.openxmlformats.org/officeDocument/2006/relationships/tags" Target="../tags/tag62.xml"/><Relationship Id="rId48" Type="http://schemas.openxmlformats.org/officeDocument/2006/relationships/tags" Target="../tags/tag67.xml"/><Relationship Id="rId56" Type="http://schemas.openxmlformats.org/officeDocument/2006/relationships/slideLayout" Target="../slideLayouts/slideLayout2.xml"/><Relationship Id="rId8" Type="http://schemas.openxmlformats.org/officeDocument/2006/relationships/tags" Target="../tags/tag27.xml"/><Relationship Id="rId51" Type="http://schemas.openxmlformats.org/officeDocument/2006/relationships/tags" Target="../tags/tag70.xml"/><Relationship Id="rId3" Type="http://schemas.openxmlformats.org/officeDocument/2006/relationships/tags" Target="../tags/tag22.xml"/><Relationship Id="rId12" Type="http://schemas.openxmlformats.org/officeDocument/2006/relationships/tags" Target="../tags/tag31.xml"/><Relationship Id="rId17" Type="http://schemas.openxmlformats.org/officeDocument/2006/relationships/tags" Target="../tags/tag36.xml"/><Relationship Id="rId25" Type="http://schemas.openxmlformats.org/officeDocument/2006/relationships/tags" Target="../tags/tag44.xml"/><Relationship Id="rId33" Type="http://schemas.openxmlformats.org/officeDocument/2006/relationships/tags" Target="../tags/tag52.xml"/><Relationship Id="rId38" Type="http://schemas.openxmlformats.org/officeDocument/2006/relationships/tags" Target="../tags/tag57.xml"/><Relationship Id="rId46" Type="http://schemas.openxmlformats.org/officeDocument/2006/relationships/tags" Target="../tags/tag65.xml"/><Relationship Id="rId20" Type="http://schemas.openxmlformats.org/officeDocument/2006/relationships/tags" Target="../tags/tag39.xml"/><Relationship Id="rId41" Type="http://schemas.openxmlformats.org/officeDocument/2006/relationships/tags" Target="../tags/tag60.xml"/><Relationship Id="rId54" Type="http://schemas.openxmlformats.org/officeDocument/2006/relationships/tags" Target="../tags/tag73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5" Type="http://schemas.openxmlformats.org/officeDocument/2006/relationships/tags" Target="../tags/tag34.xml"/><Relationship Id="rId23" Type="http://schemas.openxmlformats.org/officeDocument/2006/relationships/tags" Target="../tags/tag42.xml"/><Relationship Id="rId28" Type="http://schemas.openxmlformats.org/officeDocument/2006/relationships/tags" Target="../tags/tag47.xml"/><Relationship Id="rId36" Type="http://schemas.openxmlformats.org/officeDocument/2006/relationships/tags" Target="../tags/tag55.xml"/><Relationship Id="rId49" Type="http://schemas.openxmlformats.org/officeDocument/2006/relationships/tags" Target="../tags/tag68.xml"/><Relationship Id="rId57" Type="http://schemas.openxmlformats.org/officeDocument/2006/relationships/notesSlide" Target="../notesSlides/notesSlide2.xml"/><Relationship Id="rId10" Type="http://schemas.openxmlformats.org/officeDocument/2006/relationships/tags" Target="../tags/tag29.xml"/><Relationship Id="rId31" Type="http://schemas.openxmlformats.org/officeDocument/2006/relationships/tags" Target="../tags/tag50.xml"/><Relationship Id="rId44" Type="http://schemas.openxmlformats.org/officeDocument/2006/relationships/tags" Target="../tags/tag63.xml"/><Relationship Id="rId52" Type="http://schemas.openxmlformats.org/officeDocument/2006/relationships/tags" Target="../tags/tag71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87.xml"/><Relationship Id="rId18" Type="http://schemas.openxmlformats.org/officeDocument/2006/relationships/tags" Target="../tags/tag92.xml"/><Relationship Id="rId26" Type="http://schemas.openxmlformats.org/officeDocument/2006/relationships/tags" Target="../tags/tag100.xml"/><Relationship Id="rId39" Type="http://schemas.openxmlformats.org/officeDocument/2006/relationships/tags" Target="../tags/tag113.xml"/><Relationship Id="rId21" Type="http://schemas.openxmlformats.org/officeDocument/2006/relationships/tags" Target="../tags/tag95.xml"/><Relationship Id="rId34" Type="http://schemas.openxmlformats.org/officeDocument/2006/relationships/tags" Target="../tags/tag108.xml"/><Relationship Id="rId42" Type="http://schemas.openxmlformats.org/officeDocument/2006/relationships/tags" Target="../tags/tag116.xml"/><Relationship Id="rId47" Type="http://schemas.openxmlformats.org/officeDocument/2006/relationships/tags" Target="../tags/tag121.xml"/><Relationship Id="rId50" Type="http://schemas.openxmlformats.org/officeDocument/2006/relationships/tags" Target="../tags/tag124.xml"/><Relationship Id="rId55" Type="http://schemas.openxmlformats.org/officeDocument/2006/relationships/tags" Target="../tags/tag129.xml"/><Relationship Id="rId7" Type="http://schemas.openxmlformats.org/officeDocument/2006/relationships/tags" Target="../tags/tag81.xml"/><Relationship Id="rId2" Type="http://schemas.openxmlformats.org/officeDocument/2006/relationships/tags" Target="../tags/tag76.xml"/><Relationship Id="rId16" Type="http://schemas.openxmlformats.org/officeDocument/2006/relationships/tags" Target="../tags/tag90.xml"/><Relationship Id="rId29" Type="http://schemas.openxmlformats.org/officeDocument/2006/relationships/tags" Target="../tags/tag103.xml"/><Relationship Id="rId11" Type="http://schemas.openxmlformats.org/officeDocument/2006/relationships/tags" Target="../tags/tag85.xml"/><Relationship Id="rId24" Type="http://schemas.openxmlformats.org/officeDocument/2006/relationships/tags" Target="../tags/tag98.xml"/><Relationship Id="rId32" Type="http://schemas.openxmlformats.org/officeDocument/2006/relationships/tags" Target="../tags/tag106.xml"/><Relationship Id="rId37" Type="http://schemas.openxmlformats.org/officeDocument/2006/relationships/tags" Target="../tags/tag111.xml"/><Relationship Id="rId40" Type="http://schemas.openxmlformats.org/officeDocument/2006/relationships/tags" Target="../tags/tag114.xml"/><Relationship Id="rId45" Type="http://schemas.openxmlformats.org/officeDocument/2006/relationships/tags" Target="../tags/tag119.xml"/><Relationship Id="rId53" Type="http://schemas.openxmlformats.org/officeDocument/2006/relationships/tags" Target="../tags/tag127.xml"/><Relationship Id="rId58" Type="http://schemas.openxmlformats.org/officeDocument/2006/relationships/tags" Target="../tags/tag132.xml"/><Relationship Id="rId5" Type="http://schemas.openxmlformats.org/officeDocument/2006/relationships/tags" Target="../tags/tag79.xml"/><Relationship Id="rId19" Type="http://schemas.openxmlformats.org/officeDocument/2006/relationships/tags" Target="../tags/tag93.xml"/><Relationship Id="rId4" Type="http://schemas.openxmlformats.org/officeDocument/2006/relationships/tags" Target="../tags/tag78.xml"/><Relationship Id="rId9" Type="http://schemas.openxmlformats.org/officeDocument/2006/relationships/tags" Target="../tags/tag83.xml"/><Relationship Id="rId14" Type="http://schemas.openxmlformats.org/officeDocument/2006/relationships/tags" Target="../tags/tag88.xml"/><Relationship Id="rId22" Type="http://schemas.openxmlformats.org/officeDocument/2006/relationships/tags" Target="../tags/tag96.xml"/><Relationship Id="rId27" Type="http://schemas.openxmlformats.org/officeDocument/2006/relationships/tags" Target="../tags/tag101.xml"/><Relationship Id="rId30" Type="http://schemas.openxmlformats.org/officeDocument/2006/relationships/tags" Target="../tags/tag104.xml"/><Relationship Id="rId35" Type="http://schemas.openxmlformats.org/officeDocument/2006/relationships/tags" Target="../tags/tag109.xml"/><Relationship Id="rId43" Type="http://schemas.openxmlformats.org/officeDocument/2006/relationships/tags" Target="../tags/tag117.xml"/><Relationship Id="rId48" Type="http://schemas.openxmlformats.org/officeDocument/2006/relationships/tags" Target="../tags/tag122.xml"/><Relationship Id="rId56" Type="http://schemas.openxmlformats.org/officeDocument/2006/relationships/tags" Target="../tags/tag130.xml"/><Relationship Id="rId8" Type="http://schemas.openxmlformats.org/officeDocument/2006/relationships/tags" Target="../tags/tag82.xml"/><Relationship Id="rId51" Type="http://schemas.openxmlformats.org/officeDocument/2006/relationships/tags" Target="../tags/tag125.xml"/><Relationship Id="rId3" Type="http://schemas.openxmlformats.org/officeDocument/2006/relationships/tags" Target="../tags/tag77.xml"/><Relationship Id="rId12" Type="http://schemas.openxmlformats.org/officeDocument/2006/relationships/tags" Target="../tags/tag86.xml"/><Relationship Id="rId17" Type="http://schemas.openxmlformats.org/officeDocument/2006/relationships/tags" Target="../tags/tag91.xml"/><Relationship Id="rId25" Type="http://schemas.openxmlformats.org/officeDocument/2006/relationships/tags" Target="../tags/tag99.xml"/><Relationship Id="rId33" Type="http://schemas.openxmlformats.org/officeDocument/2006/relationships/tags" Target="../tags/tag107.xml"/><Relationship Id="rId38" Type="http://schemas.openxmlformats.org/officeDocument/2006/relationships/tags" Target="../tags/tag112.xml"/><Relationship Id="rId46" Type="http://schemas.openxmlformats.org/officeDocument/2006/relationships/tags" Target="../tags/tag120.xml"/><Relationship Id="rId59" Type="http://schemas.openxmlformats.org/officeDocument/2006/relationships/slideLayout" Target="../slideLayouts/slideLayout2.xml"/><Relationship Id="rId20" Type="http://schemas.openxmlformats.org/officeDocument/2006/relationships/tags" Target="../tags/tag94.xml"/><Relationship Id="rId41" Type="http://schemas.openxmlformats.org/officeDocument/2006/relationships/tags" Target="../tags/tag115.xml"/><Relationship Id="rId54" Type="http://schemas.openxmlformats.org/officeDocument/2006/relationships/tags" Target="../tags/tag128.xml"/><Relationship Id="rId1" Type="http://schemas.openxmlformats.org/officeDocument/2006/relationships/tags" Target="../tags/tag75.xml"/><Relationship Id="rId6" Type="http://schemas.openxmlformats.org/officeDocument/2006/relationships/tags" Target="../tags/tag80.xml"/><Relationship Id="rId15" Type="http://schemas.openxmlformats.org/officeDocument/2006/relationships/tags" Target="../tags/tag89.xml"/><Relationship Id="rId23" Type="http://schemas.openxmlformats.org/officeDocument/2006/relationships/tags" Target="../tags/tag97.xml"/><Relationship Id="rId28" Type="http://schemas.openxmlformats.org/officeDocument/2006/relationships/tags" Target="../tags/tag102.xml"/><Relationship Id="rId36" Type="http://schemas.openxmlformats.org/officeDocument/2006/relationships/tags" Target="../tags/tag110.xml"/><Relationship Id="rId49" Type="http://schemas.openxmlformats.org/officeDocument/2006/relationships/tags" Target="../tags/tag123.xml"/><Relationship Id="rId57" Type="http://schemas.openxmlformats.org/officeDocument/2006/relationships/tags" Target="../tags/tag131.xml"/><Relationship Id="rId10" Type="http://schemas.openxmlformats.org/officeDocument/2006/relationships/tags" Target="../tags/tag84.xml"/><Relationship Id="rId31" Type="http://schemas.openxmlformats.org/officeDocument/2006/relationships/tags" Target="../tags/tag105.xml"/><Relationship Id="rId44" Type="http://schemas.openxmlformats.org/officeDocument/2006/relationships/tags" Target="../tags/tag118.xml"/><Relationship Id="rId52" Type="http://schemas.openxmlformats.org/officeDocument/2006/relationships/tags" Target="../tags/tag126.xml"/><Relationship Id="rId6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" Type="http://schemas.openxmlformats.org/officeDocument/2006/relationships/tags" Target="../tags/tag137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3" Type="http://schemas.openxmlformats.org/officeDocument/2006/relationships/tags" Target="../tags/tag143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42.xml"/><Relationship Id="rId1" Type="http://schemas.openxmlformats.org/officeDocument/2006/relationships/tags" Target="../tags/tag141.xml"/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4" Type="http://schemas.openxmlformats.org/officeDocument/2006/relationships/tags" Target="../tags/tag14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49.xml"/><Relationship Id="rId7" Type="http://schemas.openxmlformats.org/officeDocument/2006/relationships/tags" Target="../tags/tag153.xml"/><Relationship Id="rId2" Type="http://schemas.openxmlformats.org/officeDocument/2006/relationships/tags" Target="../tags/tag148.xml"/><Relationship Id="rId1" Type="http://schemas.openxmlformats.org/officeDocument/2006/relationships/tags" Target="../tags/tag147.xml"/><Relationship Id="rId6" Type="http://schemas.openxmlformats.org/officeDocument/2006/relationships/tags" Target="../tags/tag152.xml"/><Relationship Id="rId5" Type="http://schemas.openxmlformats.org/officeDocument/2006/relationships/tags" Target="../tags/tag151.xml"/><Relationship Id="rId4" Type="http://schemas.openxmlformats.org/officeDocument/2006/relationships/tags" Target="../tags/tag150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56.xml"/><Relationship Id="rId7" Type="http://schemas.openxmlformats.org/officeDocument/2006/relationships/tags" Target="../tags/tag160.xml"/><Relationship Id="rId2" Type="http://schemas.openxmlformats.org/officeDocument/2006/relationships/tags" Target="../tags/tag155.xml"/><Relationship Id="rId1" Type="http://schemas.openxmlformats.org/officeDocument/2006/relationships/tags" Target="../tags/tag154.xml"/><Relationship Id="rId6" Type="http://schemas.openxmlformats.org/officeDocument/2006/relationships/tags" Target="../tags/tag159.xml"/><Relationship Id="rId5" Type="http://schemas.openxmlformats.org/officeDocument/2006/relationships/tags" Target="../tags/tag158.xml"/><Relationship Id="rId4" Type="http://schemas.openxmlformats.org/officeDocument/2006/relationships/tags" Target="../tags/tag157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63.xml"/><Relationship Id="rId7" Type="http://schemas.openxmlformats.org/officeDocument/2006/relationships/tags" Target="../tags/tag167.xml"/><Relationship Id="rId2" Type="http://schemas.openxmlformats.org/officeDocument/2006/relationships/tags" Target="../tags/tag162.xml"/><Relationship Id="rId1" Type="http://schemas.openxmlformats.org/officeDocument/2006/relationships/tags" Target="../tags/tag161.xml"/><Relationship Id="rId6" Type="http://schemas.openxmlformats.org/officeDocument/2006/relationships/tags" Target="../tags/tag166.xml"/><Relationship Id="rId5" Type="http://schemas.openxmlformats.org/officeDocument/2006/relationships/tags" Target="../tags/tag165.xml"/><Relationship Id="rId4" Type="http://schemas.openxmlformats.org/officeDocument/2006/relationships/tags" Target="../tags/tag164.xml"/><Relationship Id="rId9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871D64E9-D993-4FB8-84F6-B48417167DF9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457200" y="2952750"/>
            <a:ext cx="8229600" cy="1238250"/>
          </a:xfrm>
        </p:spPr>
        <p:txBody>
          <a:bodyPr/>
          <a:lstStyle/>
          <a:p>
            <a:pPr eaLnBrk="1" hangingPunct="1"/>
            <a:r>
              <a:rPr lang="en-US" altLang="en-US" dirty="0"/>
              <a:t>ECE/CS 552: Superscalar and</a:t>
            </a:r>
            <a:br>
              <a:rPr lang="en-US" altLang="en-US" dirty="0"/>
            </a:br>
            <a:r>
              <a:rPr lang="en-US" altLang="en-US" dirty="0"/>
              <a:t>Out-of-Order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6CBEA4-939F-408C-BDAD-25AA1487F7AD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371600" y="4800600"/>
            <a:ext cx="6400800" cy="1752600"/>
          </a:xfrm>
        </p:spPr>
        <p:txBody>
          <a:bodyPr>
            <a:normAutofit fontScale="62500" lnSpcReduction="20000"/>
          </a:bodyPr>
          <a:lstStyle/>
          <a:p>
            <a:pPr eaLnBrk="1" hangingPunct="1">
              <a:buFont typeface="Arial" charset="0"/>
              <a:buNone/>
              <a:defRPr/>
            </a:pPr>
            <a:r>
              <a:rPr lang="en-US" dirty="0"/>
              <a:t>Boone Severson</a:t>
            </a:r>
          </a:p>
          <a:p>
            <a:pPr eaLnBrk="1" hangingPunct="1">
              <a:buFont typeface="Arial" charset="0"/>
              <a:buNone/>
              <a:defRPr/>
            </a:pPr>
            <a:endParaRPr lang="en-US" dirty="0"/>
          </a:p>
          <a:p>
            <a:pPr eaLnBrk="1" hangingPunct="1">
              <a:buFont typeface="Arial" charset="0"/>
              <a:buNone/>
              <a:defRPr/>
            </a:pPr>
            <a:r>
              <a:rPr lang="en-US" dirty="0"/>
              <a:t>Lecture notes based in part on slides created by Joshua San Miguel, Mikko </a:t>
            </a:r>
            <a:r>
              <a:rPr lang="en-US" dirty="0" err="1"/>
              <a:t>Lipasti</a:t>
            </a:r>
            <a:r>
              <a:rPr lang="en-US" dirty="0"/>
              <a:t>, Mark Hill, David Wood, Guri Sohi, John Shen and Jim Smith</a:t>
            </a:r>
          </a:p>
          <a:p>
            <a:pPr eaLnBrk="1" hangingPunct="1">
              <a:buFont typeface="Arial" charset="0"/>
              <a:buNone/>
              <a:defRPr/>
            </a:pPr>
            <a:r>
              <a:rPr lang="en-US" dirty="0"/>
              <a:t>  </a:t>
            </a:r>
          </a:p>
          <a:p>
            <a:pPr eaLnBrk="1" hangingPunct="1">
              <a:buFont typeface="Arial" charset="0"/>
              <a:buNone/>
              <a:defRPr/>
            </a:pPr>
            <a:endParaRPr lang="en-US" dirty="0"/>
          </a:p>
        </p:txBody>
      </p:sp>
    </p:spTree>
    <p:custDataLst>
      <p:tags r:id="rId1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0A70F60-F5C0-471D-BA71-DA8C16CD11E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Out-of-Order Execution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8F3589B-9A70-45FF-8095-B75689BB5BB0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29600" cy="4190999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dirty="0"/>
              <a:t>High-level concept: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Fetch and decode in-order into </a:t>
            </a:r>
            <a:r>
              <a:rPr lang="en-US" altLang="en-US" sz="2800" i="1" dirty="0"/>
              <a:t>instruction buffer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 err="1"/>
              <a:t>Insns</a:t>
            </a:r>
            <a:r>
              <a:rPr lang="en-US" altLang="en-US" sz="2800" dirty="0"/>
              <a:t> check </a:t>
            </a:r>
            <a:r>
              <a:rPr lang="en-US" altLang="en-US" sz="2800" i="1" dirty="0"/>
              <a:t>ready</a:t>
            </a:r>
            <a:r>
              <a:rPr lang="en-US" altLang="en-US" sz="2800" dirty="0"/>
              <a:t> bits of their operands every cycle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i="1" dirty="0"/>
              <a:t>Dynamically schedule </a:t>
            </a:r>
            <a:r>
              <a:rPr lang="en-US" altLang="en-US" sz="2400" dirty="0"/>
              <a:t>instructions out-of-order for execution while maintaining data dependences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dirty="0"/>
              <a:t>Only look at register dependences (ignore mem)</a:t>
            </a:r>
          </a:p>
        </p:txBody>
      </p:sp>
      <p:sp>
        <p:nvSpPr>
          <p:cNvPr id="16388" name="Slide Number Placeholder 5">
            <a:extLst>
              <a:ext uri="{FF2B5EF4-FFF2-40B4-BE49-F238E27FC236}">
                <a16:creationId xmlns:a16="http://schemas.microsoft.com/office/drawing/2014/main" id="{1A0468D2-B7ED-4EBE-A2FE-EFCC0470BF1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4C120E7B-614E-49CA-90BC-A67892513853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D9E099A-7631-45EC-BB17-35154B18B299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410200" y="4737455"/>
            <a:ext cx="3429000" cy="9144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 b="1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216C99A-D3F6-46A2-BD59-8C98D41B338B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838200" y="4737455"/>
            <a:ext cx="1828800" cy="914400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7BC8092C-FE9C-4B86-90BF-A280A49DC9A7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629400" y="4356455"/>
            <a:ext cx="914400" cy="3048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Arial" panose="020B0604020202020204" pitchFamily="34" charset="0"/>
              </a:rPr>
              <a:t>regfile</a:t>
            </a:r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969EF8BD-1E86-492E-BA8D-27FFBFCB77D7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6705600" y="5042255"/>
            <a:ext cx="304800" cy="609600"/>
          </a:xfrm>
          <a:custGeom>
            <a:avLst/>
            <a:gdLst>
              <a:gd name="T0" fmla="*/ 0 w 384"/>
              <a:gd name="T1" fmla="*/ 0 h 768"/>
              <a:gd name="T2" fmla="*/ 0 w 384"/>
              <a:gd name="T3" fmla="*/ 181451250 h 768"/>
              <a:gd name="T4" fmla="*/ 53553519 w 384"/>
              <a:gd name="T5" fmla="*/ 243194681 h 768"/>
              <a:gd name="T6" fmla="*/ 0 w 384"/>
              <a:gd name="T7" fmla="*/ 302418750 h 768"/>
              <a:gd name="T8" fmla="*/ 0 w 384"/>
              <a:gd name="T9" fmla="*/ 483870000 h 768"/>
              <a:gd name="T10" fmla="*/ 241935000 w 384"/>
              <a:gd name="T11" fmla="*/ 362902500 h 768"/>
              <a:gd name="T12" fmla="*/ 241935000 w 384"/>
              <a:gd name="T13" fmla="*/ 120967500 h 768"/>
              <a:gd name="T14" fmla="*/ 0 w 384"/>
              <a:gd name="T15" fmla="*/ 0 h 76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84"/>
              <a:gd name="T25" fmla="*/ 0 h 768"/>
              <a:gd name="T26" fmla="*/ 384 w 384"/>
              <a:gd name="T27" fmla="*/ 768 h 76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84" h="768">
                <a:moveTo>
                  <a:pt x="0" y="0"/>
                </a:moveTo>
                <a:lnTo>
                  <a:pt x="0" y="288"/>
                </a:lnTo>
                <a:lnTo>
                  <a:pt x="85" y="386"/>
                </a:lnTo>
                <a:lnTo>
                  <a:pt x="0" y="480"/>
                </a:lnTo>
                <a:lnTo>
                  <a:pt x="0" y="768"/>
                </a:lnTo>
                <a:lnTo>
                  <a:pt x="384" y="576"/>
                </a:lnTo>
                <a:lnTo>
                  <a:pt x="384" y="19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4BD7A1C7-CDA1-4997-90A6-B06EFFA16B06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7239000" y="4737455"/>
            <a:ext cx="304800" cy="762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Arial" panose="020B0604020202020204" pitchFamily="34" charset="0"/>
              </a:rPr>
              <a:t>D$</a:t>
            </a:r>
          </a:p>
        </p:txBody>
      </p:sp>
      <p:sp>
        <p:nvSpPr>
          <p:cNvPr id="11" name="Line 7">
            <a:extLst>
              <a:ext uri="{FF2B5EF4-FFF2-40B4-BE49-F238E27FC236}">
                <a16:creationId xmlns:a16="http://schemas.microsoft.com/office/drawing/2014/main" id="{128DA39F-DA6E-4036-90E3-8C43381FE1A2}"/>
              </a:ext>
            </a:extLst>
          </p:cNvPr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7924800" y="5347055"/>
            <a:ext cx="304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2" name="Line 8">
            <a:extLst>
              <a:ext uri="{FF2B5EF4-FFF2-40B4-BE49-F238E27FC236}">
                <a16:creationId xmlns:a16="http://schemas.microsoft.com/office/drawing/2014/main" id="{8EC34833-0DA6-492D-8A9B-5FA17192849E}"/>
              </a:ext>
            </a:extLst>
          </p:cNvPr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7924800" y="5575655"/>
            <a:ext cx="304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5F9938D9-1478-4CEC-9260-534F82A24C74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6248400" y="4737455"/>
            <a:ext cx="152400" cy="914400"/>
          </a:xfrm>
          <a:prstGeom prst="rect">
            <a:avLst/>
          </a:prstGeom>
          <a:solidFill>
            <a:srgbClr val="000000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118D481A-0961-4D35-9B49-5A099E485A15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7772400" y="4737455"/>
            <a:ext cx="152400" cy="914400"/>
          </a:xfrm>
          <a:prstGeom prst="rect">
            <a:avLst/>
          </a:prstGeom>
          <a:solidFill>
            <a:srgbClr val="000000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" name="Line 11">
            <a:extLst>
              <a:ext uri="{FF2B5EF4-FFF2-40B4-BE49-F238E27FC236}">
                <a16:creationId xmlns:a16="http://schemas.microsoft.com/office/drawing/2014/main" id="{6848C759-6F1C-473E-8C79-47DE1834BA9C}"/>
              </a:ext>
            </a:extLst>
          </p:cNvPr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7543800" y="5347055"/>
            <a:ext cx="228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6" name="Line 12">
            <a:extLst>
              <a:ext uri="{FF2B5EF4-FFF2-40B4-BE49-F238E27FC236}">
                <a16:creationId xmlns:a16="http://schemas.microsoft.com/office/drawing/2014/main" id="{64C0A2F0-1AC8-4A6B-B7D7-52B836FFFFBA}"/>
              </a:ext>
            </a:extLst>
          </p:cNvPr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6400800" y="5194655"/>
            <a:ext cx="304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7" name="Line 13">
            <a:extLst>
              <a:ext uri="{FF2B5EF4-FFF2-40B4-BE49-F238E27FC236}">
                <a16:creationId xmlns:a16="http://schemas.microsoft.com/office/drawing/2014/main" id="{30524119-CCB0-4096-9CF0-0A94C609E192}"/>
              </a:ext>
            </a:extLst>
          </p:cNvPr>
          <p:cNvSpPr>
            <a:spLocks noChangeShapeType="1"/>
          </p:cNvSpPr>
          <p:nvPr>
            <p:custDataLst>
              <p:tags r:id="rId16"/>
            </p:custDataLst>
          </p:nvPr>
        </p:nvSpPr>
        <p:spPr bwMode="auto">
          <a:xfrm>
            <a:off x="6400800" y="5499455"/>
            <a:ext cx="304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8" name="Freeform 14">
            <a:extLst>
              <a:ext uri="{FF2B5EF4-FFF2-40B4-BE49-F238E27FC236}">
                <a16:creationId xmlns:a16="http://schemas.microsoft.com/office/drawing/2014/main" id="{2135B7DD-49E1-4C0E-8450-19019B74A4BA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6477000" y="4889855"/>
            <a:ext cx="762000" cy="304800"/>
          </a:xfrm>
          <a:custGeom>
            <a:avLst/>
            <a:gdLst>
              <a:gd name="T0" fmla="*/ 0 w 192"/>
              <a:gd name="T1" fmla="*/ 161290000 h 576"/>
              <a:gd name="T2" fmla="*/ 0 w 192"/>
              <a:gd name="T3" fmla="*/ 0 h 576"/>
              <a:gd name="T4" fmla="*/ 2147483646 w 192"/>
              <a:gd name="T5" fmla="*/ 0 h 576"/>
              <a:gd name="T6" fmla="*/ 0 60000 65536"/>
              <a:gd name="T7" fmla="*/ 0 60000 65536"/>
              <a:gd name="T8" fmla="*/ 0 60000 65536"/>
              <a:gd name="T9" fmla="*/ 0 w 192"/>
              <a:gd name="T10" fmla="*/ 0 h 576"/>
              <a:gd name="T11" fmla="*/ 192 w 192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576">
                <a:moveTo>
                  <a:pt x="0" y="576"/>
                </a:moveTo>
                <a:lnTo>
                  <a:pt x="0" y="0"/>
                </a:lnTo>
                <a:lnTo>
                  <a:pt x="192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9" name="AutoShape 15">
            <a:extLst>
              <a:ext uri="{FF2B5EF4-FFF2-40B4-BE49-F238E27FC236}">
                <a16:creationId xmlns:a16="http://schemas.microsoft.com/office/drawing/2014/main" id="{519C5629-17C8-4B83-9373-39FFC652AE59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 rot="5400000">
            <a:off x="8115300" y="5385155"/>
            <a:ext cx="381000" cy="152400"/>
          </a:xfrm>
          <a:prstGeom prst="flowChartTerminator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20" name="Freeform 16">
            <a:extLst>
              <a:ext uri="{FF2B5EF4-FFF2-40B4-BE49-F238E27FC236}">
                <a16:creationId xmlns:a16="http://schemas.microsoft.com/office/drawing/2014/main" id="{0E3B5B48-E7AE-448F-814F-BE21FF79353B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 flipV="1">
            <a:off x="7086600" y="5347055"/>
            <a:ext cx="685800" cy="228600"/>
          </a:xfrm>
          <a:custGeom>
            <a:avLst/>
            <a:gdLst>
              <a:gd name="T0" fmla="*/ 0 w 192"/>
              <a:gd name="T1" fmla="*/ 90725625 h 576"/>
              <a:gd name="T2" fmla="*/ 0 w 192"/>
              <a:gd name="T3" fmla="*/ 0 h 576"/>
              <a:gd name="T4" fmla="*/ 2147483646 w 192"/>
              <a:gd name="T5" fmla="*/ 0 h 576"/>
              <a:gd name="T6" fmla="*/ 0 60000 65536"/>
              <a:gd name="T7" fmla="*/ 0 60000 65536"/>
              <a:gd name="T8" fmla="*/ 0 60000 65536"/>
              <a:gd name="T9" fmla="*/ 0 w 192"/>
              <a:gd name="T10" fmla="*/ 0 h 576"/>
              <a:gd name="T11" fmla="*/ 192 w 192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576">
                <a:moveTo>
                  <a:pt x="0" y="576"/>
                </a:moveTo>
                <a:lnTo>
                  <a:pt x="0" y="0"/>
                </a:lnTo>
                <a:lnTo>
                  <a:pt x="192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21" name="Freeform 17">
            <a:extLst>
              <a:ext uri="{FF2B5EF4-FFF2-40B4-BE49-F238E27FC236}">
                <a16:creationId xmlns:a16="http://schemas.microsoft.com/office/drawing/2014/main" id="{536D653A-BCCD-4102-B5FC-EBD14D35879D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6019800" y="4585055"/>
            <a:ext cx="609600" cy="609600"/>
          </a:xfrm>
          <a:custGeom>
            <a:avLst/>
            <a:gdLst>
              <a:gd name="T0" fmla="*/ 967740000 w 384"/>
              <a:gd name="T1" fmla="*/ 0 h 432"/>
              <a:gd name="T2" fmla="*/ 0 w 384"/>
              <a:gd name="T3" fmla="*/ 0 h 432"/>
              <a:gd name="T4" fmla="*/ 0 w 384"/>
              <a:gd name="T5" fmla="*/ 860213333 h 432"/>
              <a:gd name="T6" fmla="*/ 362902500 w 384"/>
              <a:gd name="T7" fmla="*/ 860213333 h 43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432"/>
              <a:gd name="T14" fmla="*/ 384 w 384"/>
              <a:gd name="T15" fmla="*/ 432 h 4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432">
                <a:moveTo>
                  <a:pt x="384" y="0"/>
                </a:moveTo>
                <a:lnTo>
                  <a:pt x="0" y="0"/>
                </a:lnTo>
                <a:lnTo>
                  <a:pt x="0" y="432"/>
                </a:lnTo>
                <a:lnTo>
                  <a:pt x="144" y="432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22" name="Freeform 18">
            <a:extLst>
              <a:ext uri="{FF2B5EF4-FFF2-40B4-BE49-F238E27FC236}">
                <a16:creationId xmlns:a16="http://schemas.microsoft.com/office/drawing/2014/main" id="{A3B2F4BF-8E71-47B4-81B4-ECF7CE17C208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5867400" y="4432655"/>
            <a:ext cx="762000" cy="1066800"/>
          </a:xfrm>
          <a:custGeom>
            <a:avLst/>
            <a:gdLst>
              <a:gd name="T0" fmla="*/ 1209675000 w 480"/>
              <a:gd name="T1" fmla="*/ 0 h 768"/>
              <a:gd name="T2" fmla="*/ 0 w 480"/>
              <a:gd name="T3" fmla="*/ 0 h 768"/>
              <a:gd name="T4" fmla="*/ 0 w 480"/>
              <a:gd name="T5" fmla="*/ 1481851875 h 768"/>
              <a:gd name="T6" fmla="*/ 604837500 w 480"/>
              <a:gd name="T7" fmla="*/ 1481851875 h 768"/>
              <a:gd name="T8" fmla="*/ 0 60000 65536"/>
              <a:gd name="T9" fmla="*/ 0 60000 65536"/>
              <a:gd name="T10" fmla="*/ 0 60000 65536"/>
              <a:gd name="T11" fmla="*/ 0 60000 65536"/>
              <a:gd name="T12" fmla="*/ 0 w 480"/>
              <a:gd name="T13" fmla="*/ 0 h 768"/>
              <a:gd name="T14" fmla="*/ 480 w 480"/>
              <a:gd name="T15" fmla="*/ 768 h 76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80" h="768">
                <a:moveTo>
                  <a:pt x="480" y="0"/>
                </a:moveTo>
                <a:lnTo>
                  <a:pt x="0" y="0"/>
                </a:lnTo>
                <a:lnTo>
                  <a:pt x="0" y="768"/>
                </a:lnTo>
                <a:lnTo>
                  <a:pt x="240" y="768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23" name="Rectangle 19">
            <a:extLst>
              <a:ext uri="{FF2B5EF4-FFF2-40B4-BE49-F238E27FC236}">
                <a16:creationId xmlns:a16="http://schemas.microsoft.com/office/drawing/2014/main" id="{49C3E413-3576-43C9-94A9-63FDF6935E28}"/>
              </a:ext>
            </a:extLst>
          </p:cNvPr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685800" y="4737455"/>
            <a:ext cx="152400" cy="914400"/>
          </a:xfrm>
          <a:prstGeom prst="rect">
            <a:avLst/>
          </a:prstGeom>
          <a:solidFill>
            <a:srgbClr val="000000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4" name="Rectangle 20">
            <a:extLst>
              <a:ext uri="{FF2B5EF4-FFF2-40B4-BE49-F238E27FC236}">
                <a16:creationId xmlns:a16="http://schemas.microsoft.com/office/drawing/2014/main" id="{F629C740-0339-424F-87A3-08BB669841E7}"/>
              </a:ext>
            </a:extLst>
          </p:cNvPr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1219200" y="4737455"/>
            <a:ext cx="303213" cy="4572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I$</a:t>
            </a:r>
          </a:p>
        </p:txBody>
      </p:sp>
      <p:sp>
        <p:nvSpPr>
          <p:cNvPr id="25" name="Line 21">
            <a:extLst>
              <a:ext uri="{FF2B5EF4-FFF2-40B4-BE49-F238E27FC236}">
                <a16:creationId xmlns:a16="http://schemas.microsoft.com/office/drawing/2014/main" id="{E97C7762-05C2-4B8C-BBED-42367E96F1D5}"/>
              </a:ext>
            </a:extLst>
          </p:cNvPr>
          <p:cNvSpPr>
            <a:spLocks noChangeShapeType="1"/>
          </p:cNvSpPr>
          <p:nvPr>
            <p:custDataLst>
              <p:tags r:id="rId24"/>
            </p:custDataLst>
          </p:nvPr>
        </p:nvSpPr>
        <p:spPr bwMode="auto">
          <a:xfrm>
            <a:off x="838200" y="5194655"/>
            <a:ext cx="1524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26" name="Freeform 22">
            <a:extLst>
              <a:ext uri="{FF2B5EF4-FFF2-40B4-BE49-F238E27FC236}">
                <a16:creationId xmlns:a16="http://schemas.microsoft.com/office/drawing/2014/main" id="{EFD242C1-D733-4AF5-AF7A-72026007BE84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auto">
          <a:xfrm>
            <a:off x="990600" y="4966055"/>
            <a:ext cx="228600" cy="304800"/>
          </a:xfrm>
          <a:custGeom>
            <a:avLst/>
            <a:gdLst>
              <a:gd name="T0" fmla="*/ 0 w 192"/>
              <a:gd name="T1" fmla="*/ 161290000 h 576"/>
              <a:gd name="T2" fmla="*/ 0 w 192"/>
              <a:gd name="T3" fmla="*/ 0 h 576"/>
              <a:gd name="T4" fmla="*/ 272176875 w 192"/>
              <a:gd name="T5" fmla="*/ 0 h 576"/>
              <a:gd name="T6" fmla="*/ 0 60000 65536"/>
              <a:gd name="T7" fmla="*/ 0 60000 65536"/>
              <a:gd name="T8" fmla="*/ 0 60000 65536"/>
              <a:gd name="T9" fmla="*/ 0 w 192"/>
              <a:gd name="T10" fmla="*/ 0 h 576"/>
              <a:gd name="T11" fmla="*/ 192 w 192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576">
                <a:moveTo>
                  <a:pt x="0" y="576"/>
                </a:moveTo>
                <a:lnTo>
                  <a:pt x="0" y="0"/>
                </a:lnTo>
                <a:lnTo>
                  <a:pt x="192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27" name="AutoShape 23">
            <a:extLst>
              <a:ext uri="{FF2B5EF4-FFF2-40B4-BE49-F238E27FC236}">
                <a16:creationId xmlns:a16="http://schemas.microsoft.com/office/drawing/2014/main" id="{25DDD4C1-97EA-4CCB-A05C-5A4953CA05BB}"/>
              </a:ext>
            </a:extLst>
          </p:cNvPr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 rot="5400000">
            <a:off x="1295400" y="5728055"/>
            <a:ext cx="304800" cy="152400"/>
          </a:xfrm>
          <a:prstGeom prst="flowChartTerminator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28" name="Line 24">
            <a:extLst>
              <a:ext uri="{FF2B5EF4-FFF2-40B4-BE49-F238E27FC236}">
                <a16:creationId xmlns:a16="http://schemas.microsoft.com/office/drawing/2014/main" id="{BFB320C0-772B-487C-97C5-5413E9420116}"/>
              </a:ext>
            </a:extLst>
          </p:cNvPr>
          <p:cNvSpPr>
            <a:spLocks noChangeShapeType="1"/>
          </p:cNvSpPr>
          <p:nvPr>
            <p:custDataLst>
              <p:tags r:id="rId27"/>
            </p:custDataLst>
          </p:nvPr>
        </p:nvSpPr>
        <p:spPr bwMode="auto">
          <a:xfrm>
            <a:off x="1524000" y="4889855"/>
            <a:ext cx="685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29" name="Rectangle 25">
            <a:extLst>
              <a:ext uri="{FF2B5EF4-FFF2-40B4-BE49-F238E27FC236}">
                <a16:creationId xmlns:a16="http://schemas.microsoft.com/office/drawing/2014/main" id="{E5308B94-5FEF-4F3F-BA54-90A82063A681}"/>
              </a:ext>
            </a:extLst>
          </p:cNvPr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2209800" y="4737455"/>
            <a:ext cx="152400" cy="914400"/>
          </a:xfrm>
          <a:prstGeom prst="rect">
            <a:avLst/>
          </a:prstGeom>
          <a:solidFill>
            <a:srgbClr val="000000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0" name="Freeform 26">
            <a:extLst>
              <a:ext uri="{FF2B5EF4-FFF2-40B4-BE49-F238E27FC236}">
                <a16:creationId xmlns:a16="http://schemas.microsoft.com/office/drawing/2014/main" id="{2CBA4483-F88F-4D67-B406-F2C5CB0E301D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auto">
          <a:xfrm flipV="1">
            <a:off x="990600" y="5270855"/>
            <a:ext cx="228600" cy="152400"/>
          </a:xfrm>
          <a:custGeom>
            <a:avLst/>
            <a:gdLst>
              <a:gd name="T0" fmla="*/ 0 w 192"/>
              <a:gd name="T1" fmla="*/ 40322500 h 576"/>
              <a:gd name="T2" fmla="*/ 0 w 192"/>
              <a:gd name="T3" fmla="*/ 0 h 576"/>
              <a:gd name="T4" fmla="*/ 272176875 w 192"/>
              <a:gd name="T5" fmla="*/ 0 h 576"/>
              <a:gd name="T6" fmla="*/ 0 60000 65536"/>
              <a:gd name="T7" fmla="*/ 0 60000 65536"/>
              <a:gd name="T8" fmla="*/ 0 60000 65536"/>
              <a:gd name="T9" fmla="*/ 0 w 192"/>
              <a:gd name="T10" fmla="*/ 0 h 576"/>
              <a:gd name="T11" fmla="*/ 192 w 192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576">
                <a:moveTo>
                  <a:pt x="0" y="576"/>
                </a:moveTo>
                <a:lnTo>
                  <a:pt x="0" y="0"/>
                </a:lnTo>
                <a:lnTo>
                  <a:pt x="192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31" name="Freeform 27">
            <a:extLst>
              <a:ext uri="{FF2B5EF4-FFF2-40B4-BE49-F238E27FC236}">
                <a16:creationId xmlns:a16="http://schemas.microsoft.com/office/drawing/2014/main" id="{B100E2B5-8741-45FB-B8F2-36FD3690B598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auto">
          <a:xfrm>
            <a:off x="1524000" y="5423255"/>
            <a:ext cx="304800" cy="304800"/>
          </a:xfrm>
          <a:custGeom>
            <a:avLst/>
            <a:gdLst>
              <a:gd name="T0" fmla="*/ 0 w 192"/>
              <a:gd name="T1" fmla="*/ 0 h 240"/>
              <a:gd name="T2" fmla="*/ 483870000 w 192"/>
              <a:gd name="T3" fmla="*/ 0 h 240"/>
              <a:gd name="T4" fmla="*/ 483870000 w 192"/>
              <a:gd name="T5" fmla="*/ 387096000 h 240"/>
              <a:gd name="T6" fmla="*/ 0 w 192"/>
              <a:gd name="T7" fmla="*/ 387096000 h 240"/>
              <a:gd name="T8" fmla="*/ 0 60000 65536"/>
              <a:gd name="T9" fmla="*/ 0 60000 65536"/>
              <a:gd name="T10" fmla="*/ 0 60000 65536"/>
              <a:gd name="T11" fmla="*/ 0 60000 65536"/>
              <a:gd name="T12" fmla="*/ 0 w 192"/>
              <a:gd name="T13" fmla="*/ 0 h 240"/>
              <a:gd name="T14" fmla="*/ 192 w 192"/>
              <a:gd name="T15" fmla="*/ 240 h 2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2" h="240">
                <a:moveTo>
                  <a:pt x="0" y="0"/>
                </a:moveTo>
                <a:lnTo>
                  <a:pt x="192" y="0"/>
                </a:lnTo>
                <a:lnTo>
                  <a:pt x="192" y="240"/>
                </a:lnTo>
                <a:lnTo>
                  <a:pt x="0" y="24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32" name="Freeform 28">
            <a:extLst>
              <a:ext uri="{FF2B5EF4-FFF2-40B4-BE49-F238E27FC236}">
                <a16:creationId xmlns:a16="http://schemas.microsoft.com/office/drawing/2014/main" id="{DC8F1BAF-7C80-40AD-B31C-E44317C5E6C5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auto">
          <a:xfrm>
            <a:off x="1524000" y="5347055"/>
            <a:ext cx="5562600" cy="533400"/>
          </a:xfrm>
          <a:custGeom>
            <a:avLst/>
            <a:gdLst>
              <a:gd name="T0" fmla="*/ 2147483646 w 2160"/>
              <a:gd name="T1" fmla="*/ 0 h 576"/>
              <a:gd name="T2" fmla="*/ 2147483646 w 2160"/>
              <a:gd name="T3" fmla="*/ 493950625 h 576"/>
              <a:gd name="T4" fmla="*/ 0 w 2160"/>
              <a:gd name="T5" fmla="*/ 493950625 h 576"/>
              <a:gd name="T6" fmla="*/ 0 60000 65536"/>
              <a:gd name="T7" fmla="*/ 0 60000 65536"/>
              <a:gd name="T8" fmla="*/ 0 60000 65536"/>
              <a:gd name="T9" fmla="*/ 0 w 2160"/>
              <a:gd name="T10" fmla="*/ 0 h 576"/>
              <a:gd name="T11" fmla="*/ 2160 w 2160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" h="576">
                <a:moveTo>
                  <a:pt x="2160" y="0"/>
                </a:moveTo>
                <a:lnTo>
                  <a:pt x="2160" y="576"/>
                </a:lnTo>
                <a:lnTo>
                  <a:pt x="0" y="576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33" name="Freeform 29">
            <a:extLst>
              <a:ext uri="{FF2B5EF4-FFF2-40B4-BE49-F238E27FC236}">
                <a16:creationId xmlns:a16="http://schemas.microsoft.com/office/drawing/2014/main" id="{194B80E5-335B-48FB-9F5F-44AD605D8A92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auto">
          <a:xfrm>
            <a:off x="381000" y="5194655"/>
            <a:ext cx="990600" cy="533400"/>
          </a:xfrm>
          <a:custGeom>
            <a:avLst/>
            <a:gdLst>
              <a:gd name="T0" fmla="*/ 1572577500 w 624"/>
              <a:gd name="T1" fmla="*/ 538855227 h 528"/>
              <a:gd name="T2" fmla="*/ 0 w 624"/>
              <a:gd name="T3" fmla="*/ 538855227 h 528"/>
              <a:gd name="T4" fmla="*/ 0 w 624"/>
              <a:gd name="T5" fmla="*/ 0 h 528"/>
              <a:gd name="T6" fmla="*/ 483870000 w 624"/>
              <a:gd name="T7" fmla="*/ 0 h 528"/>
              <a:gd name="T8" fmla="*/ 0 60000 65536"/>
              <a:gd name="T9" fmla="*/ 0 60000 65536"/>
              <a:gd name="T10" fmla="*/ 0 60000 65536"/>
              <a:gd name="T11" fmla="*/ 0 60000 65536"/>
              <a:gd name="T12" fmla="*/ 0 w 624"/>
              <a:gd name="T13" fmla="*/ 0 h 528"/>
              <a:gd name="T14" fmla="*/ 624 w 624"/>
              <a:gd name="T15" fmla="*/ 528 h 52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24" h="528">
                <a:moveTo>
                  <a:pt x="624" y="528"/>
                </a:moveTo>
                <a:lnTo>
                  <a:pt x="0" y="528"/>
                </a:lnTo>
                <a:lnTo>
                  <a:pt x="0" y="0"/>
                </a:lnTo>
                <a:lnTo>
                  <a:pt x="192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34" name="Rectangle 30">
            <a:extLst>
              <a:ext uri="{FF2B5EF4-FFF2-40B4-BE49-F238E27FC236}">
                <a16:creationId xmlns:a16="http://schemas.microsoft.com/office/drawing/2014/main" id="{E23E7599-12A6-4654-9B85-92DE4256E211}"/>
              </a:ext>
            </a:extLst>
          </p:cNvPr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1219200" y="5194655"/>
            <a:ext cx="303213" cy="4572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35" name="Line 31">
            <a:extLst>
              <a:ext uri="{FF2B5EF4-FFF2-40B4-BE49-F238E27FC236}">
                <a16:creationId xmlns:a16="http://schemas.microsoft.com/office/drawing/2014/main" id="{30F066A3-4C9E-4BA0-BFBE-DD22F29431A4}"/>
              </a:ext>
            </a:extLst>
          </p:cNvPr>
          <p:cNvSpPr>
            <a:spLocks noChangeShapeType="1"/>
          </p:cNvSpPr>
          <p:nvPr>
            <p:custDataLst>
              <p:tags r:id="rId34"/>
            </p:custDataLst>
          </p:nvPr>
        </p:nvSpPr>
        <p:spPr bwMode="auto">
          <a:xfrm>
            <a:off x="7010400" y="5347055"/>
            <a:ext cx="228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36" name="Freeform 32">
            <a:extLst>
              <a:ext uri="{FF2B5EF4-FFF2-40B4-BE49-F238E27FC236}">
                <a16:creationId xmlns:a16="http://schemas.microsoft.com/office/drawing/2014/main" id="{1D1A4E7B-E4CD-4DA8-BEA3-0697712D6587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auto">
          <a:xfrm>
            <a:off x="7543800" y="4432655"/>
            <a:ext cx="1066800" cy="914400"/>
          </a:xfrm>
          <a:custGeom>
            <a:avLst/>
            <a:gdLst>
              <a:gd name="T0" fmla="*/ 1330642500 w 672"/>
              <a:gd name="T1" fmla="*/ 1451610000 h 576"/>
              <a:gd name="T2" fmla="*/ 1693545000 w 672"/>
              <a:gd name="T3" fmla="*/ 1451610000 h 576"/>
              <a:gd name="T4" fmla="*/ 1693545000 w 672"/>
              <a:gd name="T5" fmla="*/ 0 h 576"/>
              <a:gd name="T6" fmla="*/ 0 w 672"/>
              <a:gd name="T7" fmla="*/ 0 h 576"/>
              <a:gd name="T8" fmla="*/ 0 60000 65536"/>
              <a:gd name="T9" fmla="*/ 0 60000 65536"/>
              <a:gd name="T10" fmla="*/ 0 60000 65536"/>
              <a:gd name="T11" fmla="*/ 0 60000 65536"/>
              <a:gd name="T12" fmla="*/ 0 w 672"/>
              <a:gd name="T13" fmla="*/ 0 h 576"/>
              <a:gd name="T14" fmla="*/ 672 w 672"/>
              <a:gd name="T15" fmla="*/ 576 h 5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2" h="576">
                <a:moveTo>
                  <a:pt x="528" y="576"/>
                </a:moveTo>
                <a:lnTo>
                  <a:pt x="672" y="576"/>
                </a:lnTo>
                <a:lnTo>
                  <a:pt x="672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FF090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37" name="Rectangle 33">
            <a:extLst>
              <a:ext uri="{FF2B5EF4-FFF2-40B4-BE49-F238E27FC236}">
                <a16:creationId xmlns:a16="http://schemas.microsoft.com/office/drawing/2014/main" id="{6D4A1B46-7C1F-4453-B869-F5316963EAE2}"/>
              </a:ext>
            </a:extLst>
          </p:cNvPr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2743200" y="4813655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8" name="Rectangle 34">
            <a:extLst>
              <a:ext uri="{FF2B5EF4-FFF2-40B4-BE49-F238E27FC236}">
                <a16:creationId xmlns:a16="http://schemas.microsoft.com/office/drawing/2014/main" id="{F92A268A-F9E4-4D24-96AF-21AF90A2C57D}"/>
              </a:ext>
            </a:extLst>
          </p:cNvPr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2895600" y="4813655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9" name="Rectangle 35">
            <a:extLst>
              <a:ext uri="{FF2B5EF4-FFF2-40B4-BE49-F238E27FC236}">
                <a16:creationId xmlns:a16="http://schemas.microsoft.com/office/drawing/2014/main" id="{A02EECF4-9623-41D2-9681-7B356B5E416F}"/>
              </a:ext>
            </a:extLst>
          </p:cNvPr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3048000" y="4813655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0" name="Rectangle 36">
            <a:extLst>
              <a:ext uri="{FF2B5EF4-FFF2-40B4-BE49-F238E27FC236}">
                <a16:creationId xmlns:a16="http://schemas.microsoft.com/office/drawing/2014/main" id="{2FA67424-CC40-429F-A79D-C27A088C5D4C}"/>
              </a:ext>
            </a:extLst>
          </p:cNvPr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3200400" y="4813655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1" name="Rectangle 37">
            <a:extLst>
              <a:ext uri="{FF2B5EF4-FFF2-40B4-BE49-F238E27FC236}">
                <a16:creationId xmlns:a16="http://schemas.microsoft.com/office/drawing/2014/main" id="{46C9CDAE-8827-4735-AE9F-F81BBDFBE0C1}"/>
              </a:ext>
            </a:extLst>
          </p:cNvPr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3352800" y="4813655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2" name="Rectangle 38">
            <a:extLst>
              <a:ext uri="{FF2B5EF4-FFF2-40B4-BE49-F238E27FC236}">
                <a16:creationId xmlns:a16="http://schemas.microsoft.com/office/drawing/2014/main" id="{1063E599-FB8D-4C19-8BF3-1FAA2BED10DA}"/>
              </a:ext>
            </a:extLst>
          </p:cNvPr>
          <p:cNvSpPr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3505200" y="4813655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3" name="Rectangle 39">
            <a:extLst>
              <a:ext uri="{FF2B5EF4-FFF2-40B4-BE49-F238E27FC236}">
                <a16:creationId xmlns:a16="http://schemas.microsoft.com/office/drawing/2014/main" id="{6ECE778C-1E4D-4C4D-AB03-55E2B3D0CFB8}"/>
              </a:ext>
            </a:extLst>
          </p:cNvPr>
          <p:cNvSpPr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3657600" y="4813655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4" name="Rectangle 40">
            <a:extLst>
              <a:ext uri="{FF2B5EF4-FFF2-40B4-BE49-F238E27FC236}">
                <a16:creationId xmlns:a16="http://schemas.microsoft.com/office/drawing/2014/main" id="{420FC47A-A407-47EB-9A47-5EB416FB6A0B}"/>
              </a:ext>
            </a:extLst>
          </p:cNvPr>
          <p:cNvSpPr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3810000" y="4813655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5" name="Rectangle 41">
            <a:extLst>
              <a:ext uri="{FF2B5EF4-FFF2-40B4-BE49-F238E27FC236}">
                <a16:creationId xmlns:a16="http://schemas.microsoft.com/office/drawing/2014/main" id="{DBBC6D23-8AB8-48D5-A6B1-8BDF51749387}"/>
              </a:ext>
            </a:extLst>
          </p:cNvPr>
          <p:cNvSpPr>
            <a:spLocks noChangeArrowheads="1"/>
          </p:cNvSpPr>
          <p:nvPr>
            <p:custDataLst>
              <p:tags r:id="rId44"/>
            </p:custDataLst>
          </p:nvPr>
        </p:nvSpPr>
        <p:spPr bwMode="auto">
          <a:xfrm>
            <a:off x="3962400" y="4813655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6" name="Rectangle 42">
            <a:extLst>
              <a:ext uri="{FF2B5EF4-FFF2-40B4-BE49-F238E27FC236}">
                <a16:creationId xmlns:a16="http://schemas.microsoft.com/office/drawing/2014/main" id="{9BAFE4C1-33C3-483D-BFEF-C30C64FEE379}"/>
              </a:ext>
            </a:extLst>
          </p:cNvPr>
          <p:cNvSpPr>
            <a:spLocks noChangeArrowheads="1"/>
          </p:cNvSpPr>
          <p:nvPr>
            <p:custDataLst>
              <p:tags r:id="rId45"/>
            </p:custDataLst>
          </p:nvPr>
        </p:nvSpPr>
        <p:spPr bwMode="auto">
          <a:xfrm>
            <a:off x="4114800" y="4813655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7" name="Rectangle 43">
            <a:extLst>
              <a:ext uri="{FF2B5EF4-FFF2-40B4-BE49-F238E27FC236}">
                <a16:creationId xmlns:a16="http://schemas.microsoft.com/office/drawing/2014/main" id="{B6210137-9F0A-4CA7-809A-F2461650B003}"/>
              </a:ext>
            </a:extLst>
          </p:cNvPr>
          <p:cNvSpPr>
            <a:spLocks noChangeArrowheads="1"/>
          </p:cNvSpPr>
          <p:nvPr>
            <p:custDataLst>
              <p:tags r:id="rId46"/>
            </p:custDataLst>
          </p:nvPr>
        </p:nvSpPr>
        <p:spPr bwMode="auto">
          <a:xfrm>
            <a:off x="4267200" y="4813655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8" name="Rectangle 44">
            <a:extLst>
              <a:ext uri="{FF2B5EF4-FFF2-40B4-BE49-F238E27FC236}">
                <a16:creationId xmlns:a16="http://schemas.microsoft.com/office/drawing/2014/main" id="{75246C2B-56E5-45EA-9EA3-4E7E80E9E7D1}"/>
              </a:ext>
            </a:extLst>
          </p:cNvPr>
          <p:cNvSpPr>
            <a:spLocks noChangeArrowheads="1"/>
          </p:cNvSpPr>
          <p:nvPr>
            <p:custDataLst>
              <p:tags r:id="rId47"/>
            </p:custDataLst>
          </p:nvPr>
        </p:nvSpPr>
        <p:spPr bwMode="auto">
          <a:xfrm>
            <a:off x="4419600" y="4813655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9" name="Rectangle 45">
            <a:extLst>
              <a:ext uri="{FF2B5EF4-FFF2-40B4-BE49-F238E27FC236}">
                <a16:creationId xmlns:a16="http://schemas.microsoft.com/office/drawing/2014/main" id="{9BCA1835-8521-4E93-8EB5-9FFB8DDD287B}"/>
              </a:ext>
            </a:extLst>
          </p:cNvPr>
          <p:cNvSpPr>
            <a:spLocks noChangeArrowheads="1"/>
          </p:cNvSpPr>
          <p:nvPr>
            <p:custDataLst>
              <p:tags r:id="rId48"/>
            </p:custDataLst>
          </p:nvPr>
        </p:nvSpPr>
        <p:spPr bwMode="auto">
          <a:xfrm>
            <a:off x="4572000" y="4813655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0" name="Rectangle 46">
            <a:extLst>
              <a:ext uri="{FF2B5EF4-FFF2-40B4-BE49-F238E27FC236}">
                <a16:creationId xmlns:a16="http://schemas.microsoft.com/office/drawing/2014/main" id="{FC485015-C3DA-4C85-9DAA-18E74881005F}"/>
              </a:ext>
            </a:extLst>
          </p:cNvPr>
          <p:cNvSpPr>
            <a:spLocks noChangeArrowheads="1"/>
          </p:cNvSpPr>
          <p:nvPr>
            <p:custDataLst>
              <p:tags r:id="rId49"/>
            </p:custDataLst>
          </p:nvPr>
        </p:nvSpPr>
        <p:spPr bwMode="auto">
          <a:xfrm>
            <a:off x="4724400" y="4813655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1" name="Rectangle 47">
            <a:extLst>
              <a:ext uri="{FF2B5EF4-FFF2-40B4-BE49-F238E27FC236}">
                <a16:creationId xmlns:a16="http://schemas.microsoft.com/office/drawing/2014/main" id="{026A0ECA-7088-4724-8283-59848E69A069}"/>
              </a:ext>
            </a:extLst>
          </p:cNvPr>
          <p:cNvSpPr>
            <a:spLocks noChangeArrowheads="1"/>
          </p:cNvSpPr>
          <p:nvPr>
            <p:custDataLst>
              <p:tags r:id="rId50"/>
            </p:custDataLst>
          </p:nvPr>
        </p:nvSpPr>
        <p:spPr bwMode="auto">
          <a:xfrm>
            <a:off x="4876800" y="4813655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2" name="Rectangle 48">
            <a:extLst>
              <a:ext uri="{FF2B5EF4-FFF2-40B4-BE49-F238E27FC236}">
                <a16:creationId xmlns:a16="http://schemas.microsoft.com/office/drawing/2014/main" id="{8AD3BA84-21F3-41A5-B935-598A930D04FC}"/>
              </a:ext>
            </a:extLst>
          </p:cNvPr>
          <p:cNvSpPr>
            <a:spLocks noChangeArrowheads="1"/>
          </p:cNvSpPr>
          <p:nvPr>
            <p:custDataLst>
              <p:tags r:id="rId51"/>
            </p:custDataLst>
          </p:nvPr>
        </p:nvSpPr>
        <p:spPr bwMode="auto">
          <a:xfrm>
            <a:off x="5029200" y="4813655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3" name="Rectangle 49">
            <a:extLst>
              <a:ext uri="{FF2B5EF4-FFF2-40B4-BE49-F238E27FC236}">
                <a16:creationId xmlns:a16="http://schemas.microsoft.com/office/drawing/2014/main" id="{3A4782AA-4053-454D-A96C-357A7347013C}"/>
              </a:ext>
            </a:extLst>
          </p:cNvPr>
          <p:cNvSpPr>
            <a:spLocks noChangeArrowheads="1"/>
          </p:cNvSpPr>
          <p:nvPr>
            <p:custDataLst>
              <p:tags r:id="rId52"/>
            </p:custDataLst>
          </p:nvPr>
        </p:nvSpPr>
        <p:spPr bwMode="auto">
          <a:xfrm>
            <a:off x="5181600" y="4813655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" name="Rectangle 50">
            <a:extLst>
              <a:ext uri="{FF2B5EF4-FFF2-40B4-BE49-F238E27FC236}">
                <a16:creationId xmlns:a16="http://schemas.microsoft.com/office/drawing/2014/main" id="{6BE4C4BB-3F01-4D79-A0DC-3141FB51C888}"/>
              </a:ext>
            </a:extLst>
          </p:cNvPr>
          <p:cNvSpPr>
            <a:spLocks noChangeArrowheads="1"/>
          </p:cNvSpPr>
          <p:nvPr>
            <p:custDataLst>
              <p:tags r:id="rId53"/>
            </p:custDataLst>
          </p:nvPr>
        </p:nvSpPr>
        <p:spPr bwMode="auto">
          <a:xfrm>
            <a:off x="2743200" y="4813655"/>
            <a:ext cx="274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800" b="1">
                <a:solidFill>
                  <a:schemeClr val="bg1"/>
                </a:solidFill>
                <a:latin typeface="Arial" panose="020B0604020202020204" pitchFamily="34" charset="0"/>
              </a:rPr>
              <a:t>insn buffer</a:t>
            </a:r>
          </a:p>
        </p:txBody>
      </p:sp>
      <p:sp>
        <p:nvSpPr>
          <p:cNvPr id="55" name="Freeform 51">
            <a:extLst>
              <a:ext uri="{FF2B5EF4-FFF2-40B4-BE49-F238E27FC236}">
                <a16:creationId xmlns:a16="http://schemas.microsoft.com/office/drawing/2014/main" id="{050329D5-E175-4BBE-9389-737BCD5424E9}"/>
              </a:ext>
            </a:extLst>
          </p:cNvPr>
          <p:cNvSpPr>
            <a:spLocks/>
          </p:cNvSpPr>
          <p:nvPr>
            <p:custDataLst>
              <p:tags r:id="rId54"/>
            </p:custDataLst>
          </p:nvPr>
        </p:nvSpPr>
        <p:spPr bwMode="auto">
          <a:xfrm flipV="1">
            <a:off x="2362200" y="4889855"/>
            <a:ext cx="381000" cy="76200"/>
          </a:xfrm>
          <a:custGeom>
            <a:avLst/>
            <a:gdLst>
              <a:gd name="T0" fmla="*/ 0 w 528"/>
              <a:gd name="T1" fmla="*/ 8064500 h 720"/>
              <a:gd name="T2" fmla="*/ 74979790 w 528"/>
              <a:gd name="T3" fmla="*/ 8064500 h 720"/>
              <a:gd name="T4" fmla="*/ 74979790 w 528"/>
              <a:gd name="T5" fmla="*/ 0 h 720"/>
              <a:gd name="T6" fmla="*/ 274926136 w 528"/>
              <a:gd name="T7" fmla="*/ 0 h 720"/>
              <a:gd name="T8" fmla="*/ 0 60000 65536"/>
              <a:gd name="T9" fmla="*/ 0 60000 65536"/>
              <a:gd name="T10" fmla="*/ 0 60000 65536"/>
              <a:gd name="T11" fmla="*/ 0 60000 65536"/>
              <a:gd name="T12" fmla="*/ 0 w 528"/>
              <a:gd name="T13" fmla="*/ 0 h 720"/>
              <a:gd name="T14" fmla="*/ 528 w 528"/>
              <a:gd name="T15" fmla="*/ 720 h 72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28" h="720">
                <a:moveTo>
                  <a:pt x="0" y="720"/>
                </a:moveTo>
                <a:lnTo>
                  <a:pt x="144" y="720"/>
                </a:lnTo>
                <a:lnTo>
                  <a:pt x="144" y="0"/>
                </a:lnTo>
                <a:lnTo>
                  <a:pt x="528" y="0"/>
                </a:lnTo>
              </a:path>
            </a:pathLst>
          </a:custGeom>
          <a:noFill/>
          <a:ln w="28575">
            <a:solidFill>
              <a:srgbClr val="FF090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56" name="Freeform 52">
            <a:extLst>
              <a:ext uri="{FF2B5EF4-FFF2-40B4-BE49-F238E27FC236}">
                <a16:creationId xmlns:a16="http://schemas.microsoft.com/office/drawing/2014/main" id="{3DE5D15E-D529-4FA8-9F1C-C2FB61300EF3}"/>
              </a:ext>
            </a:extLst>
          </p:cNvPr>
          <p:cNvSpPr>
            <a:spLocks/>
          </p:cNvSpPr>
          <p:nvPr>
            <p:custDataLst>
              <p:tags r:id="rId55"/>
            </p:custDataLst>
          </p:nvPr>
        </p:nvSpPr>
        <p:spPr bwMode="auto">
          <a:xfrm>
            <a:off x="5334000" y="4929543"/>
            <a:ext cx="885825" cy="112712"/>
          </a:xfrm>
          <a:custGeom>
            <a:avLst/>
            <a:gdLst>
              <a:gd name="T0" fmla="*/ 0 w 457"/>
              <a:gd name="T1" fmla="*/ 0 h 1"/>
              <a:gd name="T2" fmla="*/ 1717037047 w 457"/>
              <a:gd name="T3" fmla="*/ 0 h 1"/>
              <a:gd name="T4" fmla="*/ 0 60000 65536"/>
              <a:gd name="T5" fmla="*/ 0 60000 65536"/>
              <a:gd name="T6" fmla="*/ 0 w 457"/>
              <a:gd name="T7" fmla="*/ 0 h 1"/>
              <a:gd name="T8" fmla="*/ 457 w 457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57" h="1">
                <a:moveTo>
                  <a:pt x="0" y="0"/>
                </a:moveTo>
                <a:lnTo>
                  <a:pt x="457" y="0"/>
                </a:lnTo>
              </a:path>
            </a:pathLst>
          </a:custGeom>
          <a:noFill/>
          <a:ln w="28575">
            <a:solidFill>
              <a:srgbClr val="6B02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4429556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0A70F60-F5C0-471D-BA71-DA8C16CD11E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Scoreboard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8F3589B-9A70-45FF-8095-B75689BB5BB0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447800"/>
            <a:ext cx="8610600" cy="4190999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b="1" dirty="0"/>
              <a:t>Scoreboard: </a:t>
            </a:r>
            <a:r>
              <a:rPr lang="en-US" altLang="en-US" sz="2800" dirty="0"/>
              <a:t>allow instructions to bypass each other with two new stages: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b="1" dirty="0"/>
              <a:t>Dispatch (Di): </a:t>
            </a:r>
            <a:r>
              <a:rPr lang="en-US" altLang="en-US" sz="2400" i="1" dirty="0"/>
              <a:t>in-order</a:t>
            </a:r>
            <a:r>
              <a:rPr lang="en-US" altLang="en-US" sz="2400" dirty="0"/>
              <a:t> stage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Allocate slot in scoreboard (i.e., instruction buffer)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i="1" dirty="0"/>
              <a:t>Stall</a:t>
            </a:r>
            <a:r>
              <a:rPr lang="en-US" altLang="en-US" sz="2000" dirty="0"/>
              <a:t> propagates to all younger instructions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b="1" dirty="0"/>
              <a:t>Issue (S): </a:t>
            </a:r>
            <a:r>
              <a:rPr lang="en-US" altLang="en-US" sz="2400" i="1" dirty="0"/>
              <a:t>out-of-order</a:t>
            </a:r>
            <a:r>
              <a:rPr lang="en-US" altLang="en-US" sz="2400" dirty="0"/>
              <a:t> stage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Select instruction from scoreboard to execute when operands ready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i="1" dirty="0"/>
              <a:t>Wait</a:t>
            </a:r>
            <a:r>
              <a:rPr lang="en-US" altLang="en-US" sz="2000" dirty="0"/>
              <a:t> doesn’t propagate to all younger instructions</a:t>
            </a:r>
          </a:p>
        </p:txBody>
      </p:sp>
      <p:sp>
        <p:nvSpPr>
          <p:cNvPr id="16388" name="Slide Number Placeholder 5">
            <a:extLst>
              <a:ext uri="{FF2B5EF4-FFF2-40B4-BE49-F238E27FC236}">
                <a16:creationId xmlns:a16="http://schemas.microsoft.com/office/drawing/2014/main" id="{1A0468D2-B7ED-4EBE-A2FE-EFCC0470BF1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4C120E7B-614E-49CA-90BC-A67892513853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A04C82B-59A9-4A04-81EF-80FDA360C62D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962400" y="5516561"/>
            <a:ext cx="3429000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 b="1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CDF9F4F-EB03-4E2B-B875-85E9EBCB76CE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905000" y="5516561"/>
            <a:ext cx="1828800" cy="914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D80C8B-2ED8-4522-B8B7-D6E773D7FA06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181600" y="5135561"/>
            <a:ext cx="914400" cy="3048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Arial" panose="020B0604020202020204" pitchFamily="34" charset="0"/>
              </a:rPr>
              <a:t>regfile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56A2E14A-5A54-4A47-B355-90C22750DA7D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5257800" y="5821361"/>
            <a:ext cx="304800" cy="609600"/>
          </a:xfrm>
          <a:custGeom>
            <a:avLst/>
            <a:gdLst>
              <a:gd name="T0" fmla="*/ 0 w 384"/>
              <a:gd name="T1" fmla="*/ 0 h 768"/>
              <a:gd name="T2" fmla="*/ 0 w 384"/>
              <a:gd name="T3" fmla="*/ 181451250 h 768"/>
              <a:gd name="T4" fmla="*/ 53553519 w 384"/>
              <a:gd name="T5" fmla="*/ 243194681 h 768"/>
              <a:gd name="T6" fmla="*/ 0 w 384"/>
              <a:gd name="T7" fmla="*/ 302418750 h 768"/>
              <a:gd name="T8" fmla="*/ 0 w 384"/>
              <a:gd name="T9" fmla="*/ 483870000 h 768"/>
              <a:gd name="T10" fmla="*/ 241935000 w 384"/>
              <a:gd name="T11" fmla="*/ 362902500 h 768"/>
              <a:gd name="T12" fmla="*/ 241935000 w 384"/>
              <a:gd name="T13" fmla="*/ 120967500 h 768"/>
              <a:gd name="T14" fmla="*/ 0 w 384"/>
              <a:gd name="T15" fmla="*/ 0 h 76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84"/>
              <a:gd name="T25" fmla="*/ 0 h 768"/>
              <a:gd name="T26" fmla="*/ 384 w 384"/>
              <a:gd name="T27" fmla="*/ 768 h 76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84" h="768">
                <a:moveTo>
                  <a:pt x="0" y="0"/>
                </a:moveTo>
                <a:lnTo>
                  <a:pt x="0" y="288"/>
                </a:lnTo>
                <a:lnTo>
                  <a:pt x="85" y="386"/>
                </a:lnTo>
                <a:lnTo>
                  <a:pt x="0" y="480"/>
                </a:lnTo>
                <a:lnTo>
                  <a:pt x="0" y="768"/>
                </a:lnTo>
                <a:lnTo>
                  <a:pt x="384" y="576"/>
                </a:lnTo>
                <a:lnTo>
                  <a:pt x="384" y="19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5748A3-462B-4FBF-BC21-372675C285A4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791200" y="5516561"/>
            <a:ext cx="304800" cy="762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Arial" panose="020B0604020202020204" pitchFamily="34" charset="0"/>
              </a:rPr>
              <a:t>D$</a:t>
            </a:r>
          </a:p>
        </p:txBody>
      </p:sp>
      <p:sp>
        <p:nvSpPr>
          <p:cNvPr id="10" name="Line 9">
            <a:extLst>
              <a:ext uri="{FF2B5EF4-FFF2-40B4-BE49-F238E27FC236}">
                <a16:creationId xmlns:a16="http://schemas.microsoft.com/office/drawing/2014/main" id="{F654B553-6BF1-4B28-A6F8-2FA3E2AE3724}"/>
              </a:ext>
            </a:extLst>
          </p:cNvPr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6477000" y="6126161"/>
            <a:ext cx="304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5CBDE5A2-920B-400C-ABF0-854EA22A25FC}"/>
              </a:ext>
            </a:extLst>
          </p:cNvPr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6477000" y="6354761"/>
            <a:ext cx="304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BF86FE-CE8C-4317-B825-154082F915AC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4800600" y="5516561"/>
            <a:ext cx="152400" cy="914400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DE0642-F0A8-4BFD-8ECF-6D8AF7F26550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6324600" y="5516561"/>
            <a:ext cx="152400" cy="914400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" name="Line 13">
            <a:extLst>
              <a:ext uri="{FF2B5EF4-FFF2-40B4-BE49-F238E27FC236}">
                <a16:creationId xmlns:a16="http://schemas.microsoft.com/office/drawing/2014/main" id="{0C280B6A-FE1F-4890-AB47-36003B86B4B5}"/>
              </a:ext>
            </a:extLst>
          </p:cNvPr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6096000" y="6126161"/>
            <a:ext cx="228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Line 14">
            <a:extLst>
              <a:ext uri="{FF2B5EF4-FFF2-40B4-BE49-F238E27FC236}">
                <a16:creationId xmlns:a16="http://schemas.microsoft.com/office/drawing/2014/main" id="{AB36D410-6381-4C83-B0DF-34A369A043BF}"/>
              </a:ext>
            </a:extLst>
          </p:cNvPr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4953000" y="5973761"/>
            <a:ext cx="304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Line 15">
            <a:extLst>
              <a:ext uri="{FF2B5EF4-FFF2-40B4-BE49-F238E27FC236}">
                <a16:creationId xmlns:a16="http://schemas.microsoft.com/office/drawing/2014/main" id="{A19715D9-0A3F-4710-A4C5-6828B58F43CB}"/>
              </a:ext>
            </a:extLst>
          </p:cNvPr>
          <p:cNvSpPr>
            <a:spLocks noChangeShapeType="1"/>
          </p:cNvSpPr>
          <p:nvPr>
            <p:custDataLst>
              <p:tags r:id="rId16"/>
            </p:custDataLst>
          </p:nvPr>
        </p:nvSpPr>
        <p:spPr bwMode="auto">
          <a:xfrm>
            <a:off x="4953000" y="6278561"/>
            <a:ext cx="304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7A60F04E-81F4-42A6-9891-47E66223FB55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5029200" y="5668961"/>
            <a:ext cx="762000" cy="304800"/>
          </a:xfrm>
          <a:custGeom>
            <a:avLst/>
            <a:gdLst>
              <a:gd name="T0" fmla="*/ 0 w 192"/>
              <a:gd name="T1" fmla="*/ 161290000 h 576"/>
              <a:gd name="T2" fmla="*/ 0 w 192"/>
              <a:gd name="T3" fmla="*/ 0 h 576"/>
              <a:gd name="T4" fmla="*/ 2147483646 w 192"/>
              <a:gd name="T5" fmla="*/ 0 h 576"/>
              <a:gd name="T6" fmla="*/ 0 60000 65536"/>
              <a:gd name="T7" fmla="*/ 0 60000 65536"/>
              <a:gd name="T8" fmla="*/ 0 60000 65536"/>
              <a:gd name="T9" fmla="*/ 0 w 192"/>
              <a:gd name="T10" fmla="*/ 0 h 576"/>
              <a:gd name="T11" fmla="*/ 192 w 192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576">
                <a:moveTo>
                  <a:pt x="0" y="576"/>
                </a:moveTo>
                <a:lnTo>
                  <a:pt x="0" y="0"/>
                </a:lnTo>
                <a:lnTo>
                  <a:pt x="192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AutoShape 17">
            <a:extLst>
              <a:ext uri="{FF2B5EF4-FFF2-40B4-BE49-F238E27FC236}">
                <a16:creationId xmlns:a16="http://schemas.microsoft.com/office/drawing/2014/main" id="{96D84710-6C64-4D65-A1F9-C06F5CBA20BD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 rot="5400000">
            <a:off x="6667500" y="6164261"/>
            <a:ext cx="381000" cy="152400"/>
          </a:xfrm>
          <a:prstGeom prst="flowChartTerminator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7600E40E-4F17-4BCF-8E17-0876B6EB9D63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 flipV="1">
            <a:off x="5638800" y="6126161"/>
            <a:ext cx="685800" cy="228600"/>
          </a:xfrm>
          <a:custGeom>
            <a:avLst/>
            <a:gdLst>
              <a:gd name="T0" fmla="*/ 0 w 192"/>
              <a:gd name="T1" fmla="*/ 90725625 h 576"/>
              <a:gd name="T2" fmla="*/ 0 w 192"/>
              <a:gd name="T3" fmla="*/ 0 h 576"/>
              <a:gd name="T4" fmla="*/ 2147483646 w 192"/>
              <a:gd name="T5" fmla="*/ 0 h 576"/>
              <a:gd name="T6" fmla="*/ 0 60000 65536"/>
              <a:gd name="T7" fmla="*/ 0 60000 65536"/>
              <a:gd name="T8" fmla="*/ 0 60000 65536"/>
              <a:gd name="T9" fmla="*/ 0 w 192"/>
              <a:gd name="T10" fmla="*/ 0 h 576"/>
              <a:gd name="T11" fmla="*/ 192 w 192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576">
                <a:moveTo>
                  <a:pt x="0" y="576"/>
                </a:moveTo>
                <a:lnTo>
                  <a:pt x="0" y="0"/>
                </a:lnTo>
                <a:lnTo>
                  <a:pt x="192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B938CCF4-5EDF-4236-A739-D6CDBA7648E6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4572000" y="5364161"/>
            <a:ext cx="609600" cy="609600"/>
          </a:xfrm>
          <a:custGeom>
            <a:avLst/>
            <a:gdLst>
              <a:gd name="T0" fmla="*/ 967740000 w 384"/>
              <a:gd name="T1" fmla="*/ 0 h 432"/>
              <a:gd name="T2" fmla="*/ 0 w 384"/>
              <a:gd name="T3" fmla="*/ 0 h 432"/>
              <a:gd name="T4" fmla="*/ 0 w 384"/>
              <a:gd name="T5" fmla="*/ 860213333 h 432"/>
              <a:gd name="T6" fmla="*/ 362902500 w 384"/>
              <a:gd name="T7" fmla="*/ 860213333 h 43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432"/>
              <a:gd name="T14" fmla="*/ 384 w 384"/>
              <a:gd name="T15" fmla="*/ 432 h 4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432">
                <a:moveTo>
                  <a:pt x="384" y="0"/>
                </a:moveTo>
                <a:lnTo>
                  <a:pt x="0" y="0"/>
                </a:lnTo>
                <a:lnTo>
                  <a:pt x="0" y="432"/>
                </a:lnTo>
                <a:lnTo>
                  <a:pt x="144" y="432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DE480BA0-96FC-40C1-B1A2-6254EA3E6BEE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4419600" y="5211761"/>
            <a:ext cx="762000" cy="1066800"/>
          </a:xfrm>
          <a:custGeom>
            <a:avLst/>
            <a:gdLst>
              <a:gd name="T0" fmla="*/ 1209675000 w 480"/>
              <a:gd name="T1" fmla="*/ 0 h 768"/>
              <a:gd name="T2" fmla="*/ 0 w 480"/>
              <a:gd name="T3" fmla="*/ 0 h 768"/>
              <a:gd name="T4" fmla="*/ 0 w 480"/>
              <a:gd name="T5" fmla="*/ 1481851875 h 768"/>
              <a:gd name="T6" fmla="*/ 604837500 w 480"/>
              <a:gd name="T7" fmla="*/ 1481851875 h 768"/>
              <a:gd name="T8" fmla="*/ 0 60000 65536"/>
              <a:gd name="T9" fmla="*/ 0 60000 65536"/>
              <a:gd name="T10" fmla="*/ 0 60000 65536"/>
              <a:gd name="T11" fmla="*/ 0 60000 65536"/>
              <a:gd name="T12" fmla="*/ 0 w 480"/>
              <a:gd name="T13" fmla="*/ 0 h 768"/>
              <a:gd name="T14" fmla="*/ 480 w 480"/>
              <a:gd name="T15" fmla="*/ 768 h 76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80" h="768">
                <a:moveTo>
                  <a:pt x="480" y="0"/>
                </a:moveTo>
                <a:lnTo>
                  <a:pt x="0" y="0"/>
                </a:lnTo>
                <a:lnTo>
                  <a:pt x="0" y="768"/>
                </a:lnTo>
                <a:lnTo>
                  <a:pt x="240" y="768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3F8B288-3773-49C1-9E18-883F904EF878}"/>
              </a:ext>
            </a:extLst>
          </p:cNvPr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1752600" y="5516561"/>
            <a:ext cx="152400" cy="914400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F5C8FD1-C5A0-4724-BB91-DE2338961D51}"/>
              </a:ext>
            </a:extLst>
          </p:cNvPr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2286000" y="5516561"/>
            <a:ext cx="303213" cy="4572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I$</a:t>
            </a:r>
          </a:p>
        </p:txBody>
      </p:sp>
      <p:sp>
        <p:nvSpPr>
          <p:cNvPr id="24" name="Line 23">
            <a:extLst>
              <a:ext uri="{FF2B5EF4-FFF2-40B4-BE49-F238E27FC236}">
                <a16:creationId xmlns:a16="http://schemas.microsoft.com/office/drawing/2014/main" id="{4EDE9A62-972E-4CD3-97E3-8B89971862A9}"/>
              </a:ext>
            </a:extLst>
          </p:cNvPr>
          <p:cNvSpPr>
            <a:spLocks noChangeShapeType="1"/>
          </p:cNvSpPr>
          <p:nvPr>
            <p:custDataLst>
              <p:tags r:id="rId24"/>
            </p:custDataLst>
          </p:nvPr>
        </p:nvSpPr>
        <p:spPr bwMode="auto">
          <a:xfrm>
            <a:off x="1905000" y="5973761"/>
            <a:ext cx="1524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BA34AA17-DBC7-416F-9E6F-111158DD9AB6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auto">
          <a:xfrm>
            <a:off x="2057400" y="5745161"/>
            <a:ext cx="228600" cy="304800"/>
          </a:xfrm>
          <a:custGeom>
            <a:avLst/>
            <a:gdLst>
              <a:gd name="T0" fmla="*/ 0 w 192"/>
              <a:gd name="T1" fmla="*/ 161290000 h 576"/>
              <a:gd name="T2" fmla="*/ 0 w 192"/>
              <a:gd name="T3" fmla="*/ 0 h 576"/>
              <a:gd name="T4" fmla="*/ 272176875 w 192"/>
              <a:gd name="T5" fmla="*/ 0 h 576"/>
              <a:gd name="T6" fmla="*/ 0 60000 65536"/>
              <a:gd name="T7" fmla="*/ 0 60000 65536"/>
              <a:gd name="T8" fmla="*/ 0 60000 65536"/>
              <a:gd name="T9" fmla="*/ 0 w 192"/>
              <a:gd name="T10" fmla="*/ 0 h 576"/>
              <a:gd name="T11" fmla="*/ 192 w 192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576">
                <a:moveTo>
                  <a:pt x="0" y="576"/>
                </a:moveTo>
                <a:lnTo>
                  <a:pt x="0" y="0"/>
                </a:lnTo>
                <a:lnTo>
                  <a:pt x="192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AutoShape 25">
            <a:extLst>
              <a:ext uri="{FF2B5EF4-FFF2-40B4-BE49-F238E27FC236}">
                <a16:creationId xmlns:a16="http://schemas.microsoft.com/office/drawing/2014/main" id="{CA933991-2A1C-4271-A969-D8B265B6DCDD}"/>
              </a:ext>
            </a:extLst>
          </p:cNvPr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 rot="5400000">
            <a:off x="2362200" y="6507161"/>
            <a:ext cx="304800" cy="152400"/>
          </a:xfrm>
          <a:prstGeom prst="flowChartTerminator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27" name="Line 26">
            <a:extLst>
              <a:ext uri="{FF2B5EF4-FFF2-40B4-BE49-F238E27FC236}">
                <a16:creationId xmlns:a16="http://schemas.microsoft.com/office/drawing/2014/main" id="{4490A3B3-35AF-4D3B-9FE7-8884FB91A85A}"/>
              </a:ext>
            </a:extLst>
          </p:cNvPr>
          <p:cNvSpPr>
            <a:spLocks noChangeShapeType="1"/>
          </p:cNvSpPr>
          <p:nvPr>
            <p:custDataLst>
              <p:tags r:id="rId27"/>
            </p:custDataLst>
          </p:nvPr>
        </p:nvSpPr>
        <p:spPr bwMode="auto">
          <a:xfrm>
            <a:off x="2590800" y="5668961"/>
            <a:ext cx="685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286C137-3D78-4A6D-BC16-88667D864C9F}"/>
              </a:ext>
            </a:extLst>
          </p:cNvPr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3276600" y="5516561"/>
            <a:ext cx="152400" cy="914400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8F803EAA-1EE1-4EEB-8610-A1B66AEAF061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auto">
          <a:xfrm flipV="1">
            <a:off x="2057400" y="6049961"/>
            <a:ext cx="228600" cy="152400"/>
          </a:xfrm>
          <a:custGeom>
            <a:avLst/>
            <a:gdLst>
              <a:gd name="T0" fmla="*/ 0 w 192"/>
              <a:gd name="T1" fmla="*/ 40322500 h 576"/>
              <a:gd name="T2" fmla="*/ 0 w 192"/>
              <a:gd name="T3" fmla="*/ 0 h 576"/>
              <a:gd name="T4" fmla="*/ 272176875 w 192"/>
              <a:gd name="T5" fmla="*/ 0 h 576"/>
              <a:gd name="T6" fmla="*/ 0 60000 65536"/>
              <a:gd name="T7" fmla="*/ 0 60000 65536"/>
              <a:gd name="T8" fmla="*/ 0 60000 65536"/>
              <a:gd name="T9" fmla="*/ 0 w 192"/>
              <a:gd name="T10" fmla="*/ 0 h 576"/>
              <a:gd name="T11" fmla="*/ 192 w 192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576">
                <a:moveTo>
                  <a:pt x="0" y="576"/>
                </a:moveTo>
                <a:lnTo>
                  <a:pt x="0" y="0"/>
                </a:lnTo>
                <a:lnTo>
                  <a:pt x="192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3331F8D1-2256-4365-94C9-32A53BB221A9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auto">
          <a:xfrm>
            <a:off x="2590800" y="6202361"/>
            <a:ext cx="304800" cy="304800"/>
          </a:xfrm>
          <a:custGeom>
            <a:avLst/>
            <a:gdLst>
              <a:gd name="T0" fmla="*/ 0 w 192"/>
              <a:gd name="T1" fmla="*/ 0 h 240"/>
              <a:gd name="T2" fmla="*/ 483870000 w 192"/>
              <a:gd name="T3" fmla="*/ 0 h 240"/>
              <a:gd name="T4" fmla="*/ 483870000 w 192"/>
              <a:gd name="T5" fmla="*/ 387096000 h 240"/>
              <a:gd name="T6" fmla="*/ 0 w 192"/>
              <a:gd name="T7" fmla="*/ 387096000 h 240"/>
              <a:gd name="T8" fmla="*/ 0 60000 65536"/>
              <a:gd name="T9" fmla="*/ 0 60000 65536"/>
              <a:gd name="T10" fmla="*/ 0 60000 65536"/>
              <a:gd name="T11" fmla="*/ 0 60000 65536"/>
              <a:gd name="T12" fmla="*/ 0 w 192"/>
              <a:gd name="T13" fmla="*/ 0 h 240"/>
              <a:gd name="T14" fmla="*/ 192 w 192"/>
              <a:gd name="T15" fmla="*/ 240 h 2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2" h="240">
                <a:moveTo>
                  <a:pt x="0" y="0"/>
                </a:moveTo>
                <a:lnTo>
                  <a:pt x="192" y="0"/>
                </a:lnTo>
                <a:lnTo>
                  <a:pt x="192" y="240"/>
                </a:lnTo>
                <a:lnTo>
                  <a:pt x="0" y="24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CC3C5490-89E3-45B9-AC6D-95BA522466AE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auto">
          <a:xfrm>
            <a:off x="2590800" y="6126161"/>
            <a:ext cx="3048000" cy="533400"/>
          </a:xfrm>
          <a:custGeom>
            <a:avLst/>
            <a:gdLst>
              <a:gd name="T0" fmla="*/ 2147483646 w 2160"/>
              <a:gd name="T1" fmla="*/ 0 h 576"/>
              <a:gd name="T2" fmla="*/ 2147483646 w 2160"/>
              <a:gd name="T3" fmla="*/ 493950625 h 576"/>
              <a:gd name="T4" fmla="*/ 0 w 2160"/>
              <a:gd name="T5" fmla="*/ 493950625 h 576"/>
              <a:gd name="T6" fmla="*/ 0 60000 65536"/>
              <a:gd name="T7" fmla="*/ 0 60000 65536"/>
              <a:gd name="T8" fmla="*/ 0 60000 65536"/>
              <a:gd name="T9" fmla="*/ 0 w 2160"/>
              <a:gd name="T10" fmla="*/ 0 h 576"/>
              <a:gd name="T11" fmla="*/ 2160 w 2160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" h="576">
                <a:moveTo>
                  <a:pt x="2160" y="0"/>
                </a:moveTo>
                <a:lnTo>
                  <a:pt x="2160" y="576"/>
                </a:lnTo>
                <a:lnTo>
                  <a:pt x="0" y="576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08FAD400-4623-4832-801C-E8BC0162BC63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auto">
          <a:xfrm>
            <a:off x="1447800" y="5973761"/>
            <a:ext cx="990600" cy="609600"/>
          </a:xfrm>
          <a:custGeom>
            <a:avLst/>
            <a:gdLst>
              <a:gd name="T0" fmla="*/ 1572577500 w 624"/>
              <a:gd name="T1" fmla="*/ 703810909 h 528"/>
              <a:gd name="T2" fmla="*/ 0 w 624"/>
              <a:gd name="T3" fmla="*/ 703810909 h 528"/>
              <a:gd name="T4" fmla="*/ 0 w 624"/>
              <a:gd name="T5" fmla="*/ 0 h 528"/>
              <a:gd name="T6" fmla="*/ 483870000 w 624"/>
              <a:gd name="T7" fmla="*/ 0 h 528"/>
              <a:gd name="T8" fmla="*/ 0 60000 65536"/>
              <a:gd name="T9" fmla="*/ 0 60000 65536"/>
              <a:gd name="T10" fmla="*/ 0 60000 65536"/>
              <a:gd name="T11" fmla="*/ 0 60000 65536"/>
              <a:gd name="T12" fmla="*/ 0 w 624"/>
              <a:gd name="T13" fmla="*/ 0 h 528"/>
              <a:gd name="T14" fmla="*/ 624 w 624"/>
              <a:gd name="T15" fmla="*/ 528 h 52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24" h="528">
                <a:moveTo>
                  <a:pt x="624" y="528"/>
                </a:moveTo>
                <a:lnTo>
                  <a:pt x="0" y="528"/>
                </a:lnTo>
                <a:lnTo>
                  <a:pt x="0" y="0"/>
                </a:lnTo>
                <a:lnTo>
                  <a:pt x="192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1111264-06C1-4482-998A-D376195AD377}"/>
              </a:ext>
            </a:extLst>
          </p:cNvPr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2286000" y="5973761"/>
            <a:ext cx="303213" cy="4572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34" name="Line 33">
            <a:extLst>
              <a:ext uri="{FF2B5EF4-FFF2-40B4-BE49-F238E27FC236}">
                <a16:creationId xmlns:a16="http://schemas.microsoft.com/office/drawing/2014/main" id="{DAD1C302-84DE-44F4-B171-59633E9B9CF2}"/>
              </a:ext>
            </a:extLst>
          </p:cNvPr>
          <p:cNvSpPr>
            <a:spLocks noChangeShapeType="1"/>
          </p:cNvSpPr>
          <p:nvPr>
            <p:custDataLst>
              <p:tags r:id="rId34"/>
            </p:custDataLst>
          </p:nvPr>
        </p:nvSpPr>
        <p:spPr bwMode="auto">
          <a:xfrm>
            <a:off x="5562600" y="6126161"/>
            <a:ext cx="228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726BC31E-95A4-43D9-A3D0-3009F640967D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auto">
          <a:xfrm>
            <a:off x="6096000" y="5211761"/>
            <a:ext cx="1066800" cy="914400"/>
          </a:xfrm>
          <a:custGeom>
            <a:avLst/>
            <a:gdLst>
              <a:gd name="T0" fmla="*/ 1330642500 w 672"/>
              <a:gd name="T1" fmla="*/ 1451610000 h 576"/>
              <a:gd name="T2" fmla="*/ 1693545000 w 672"/>
              <a:gd name="T3" fmla="*/ 1451610000 h 576"/>
              <a:gd name="T4" fmla="*/ 1693545000 w 672"/>
              <a:gd name="T5" fmla="*/ 0 h 576"/>
              <a:gd name="T6" fmla="*/ 0 w 672"/>
              <a:gd name="T7" fmla="*/ 0 h 576"/>
              <a:gd name="T8" fmla="*/ 0 60000 65536"/>
              <a:gd name="T9" fmla="*/ 0 60000 65536"/>
              <a:gd name="T10" fmla="*/ 0 60000 65536"/>
              <a:gd name="T11" fmla="*/ 0 60000 65536"/>
              <a:gd name="T12" fmla="*/ 0 w 672"/>
              <a:gd name="T13" fmla="*/ 0 h 576"/>
              <a:gd name="T14" fmla="*/ 672 w 672"/>
              <a:gd name="T15" fmla="*/ 576 h 5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2" h="576">
                <a:moveTo>
                  <a:pt x="528" y="576"/>
                </a:moveTo>
                <a:lnTo>
                  <a:pt x="672" y="576"/>
                </a:lnTo>
                <a:lnTo>
                  <a:pt x="672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7AEE3F8-1A23-4B81-8416-3E3FEC0B7C2E}"/>
              </a:ext>
            </a:extLst>
          </p:cNvPr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4267200" y="4297361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70FC2E3-2A68-46E8-BF66-1D3A2ACAB170}"/>
              </a:ext>
            </a:extLst>
          </p:cNvPr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4419600" y="4297361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F5B0205-A767-4B95-AD42-92A43B43DE90}"/>
              </a:ext>
            </a:extLst>
          </p:cNvPr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4572000" y="4297361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2DBF09B-8A32-49C4-8C1F-9ACCF4D3ECD1}"/>
              </a:ext>
            </a:extLst>
          </p:cNvPr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4724400" y="4297361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468D822-23C5-4690-896C-1755515310AB}"/>
              </a:ext>
            </a:extLst>
          </p:cNvPr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4876800" y="4297361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40551EB-691B-436F-9928-AF0A65CC6E1F}"/>
              </a:ext>
            </a:extLst>
          </p:cNvPr>
          <p:cNvSpPr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5029200" y="4297361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FF05E41-8B5F-4831-8F3F-66201A72327E}"/>
              </a:ext>
            </a:extLst>
          </p:cNvPr>
          <p:cNvSpPr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5181600" y="4297361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5DCED76-CD67-432C-8188-B4AFBE2190E2}"/>
              </a:ext>
            </a:extLst>
          </p:cNvPr>
          <p:cNvSpPr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5334000" y="4297361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5DA7A98-566F-4BE4-9CCE-4B5EBCE7BD2D}"/>
              </a:ext>
            </a:extLst>
          </p:cNvPr>
          <p:cNvSpPr>
            <a:spLocks noChangeArrowheads="1"/>
          </p:cNvSpPr>
          <p:nvPr>
            <p:custDataLst>
              <p:tags r:id="rId44"/>
            </p:custDataLst>
          </p:nvPr>
        </p:nvSpPr>
        <p:spPr bwMode="auto">
          <a:xfrm>
            <a:off x="5486400" y="4297361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0F5B5E1-9AFE-4B24-A16C-4C6112469BA4}"/>
              </a:ext>
            </a:extLst>
          </p:cNvPr>
          <p:cNvSpPr>
            <a:spLocks noChangeArrowheads="1"/>
          </p:cNvSpPr>
          <p:nvPr>
            <p:custDataLst>
              <p:tags r:id="rId45"/>
            </p:custDataLst>
          </p:nvPr>
        </p:nvSpPr>
        <p:spPr bwMode="auto">
          <a:xfrm>
            <a:off x="5638800" y="4297361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C45202A-1FFC-49E9-8E8D-19924ED81773}"/>
              </a:ext>
            </a:extLst>
          </p:cNvPr>
          <p:cNvSpPr>
            <a:spLocks noChangeArrowheads="1"/>
          </p:cNvSpPr>
          <p:nvPr>
            <p:custDataLst>
              <p:tags r:id="rId46"/>
            </p:custDataLst>
          </p:nvPr>
        </p:nvSpPr>
        <p:spPr bwMode="auto">
          <a:xfrm>
            <a:off x="5791200" y="4297361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0E97C02-5DE8-4A19-B61D-9B4ABD0CF357}"/>
              </a:ext>
            </a:extLst>
          </p:cNvPr>
          <p:cNvSpPr>
            <a:spLocks noChangeArrowheads="1"/>
          </p:cNvSpPr>
          <p:nvPr>
            <p:custDataLst>
              <p:tags r:id="rId47"/>
            </p:custDataLst>
          </p:nvPr>
        </p:nvSpPr>
        <p:spPr bwMode="auto">
          <a:xfrm>
            <a:off x="5943600" y="4297361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C852A3D-537C-4A32-9D7A-23F8B9EEBCF3}"/>
              </a:ext>
            </a:extLst>
          </p:cNvPr>
          <p:cNvSpPr>
            <a:spLocks noChangeArrowheads="1"/>
          </p:cNvSpPr>
          <p:nvPr>
            <p:custDataLst>
              <p:tags r:id="rId48"/>
            </p:custDataLst>
          </p:nvPr>
        </p:nvSpPr>
        <p:spPr bwMode="auto">
          <a:xfrm>
            <a:off x="6096000" y="4297361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179449E-70D0-46A2-8AA0-7F06DBE672CD}"/>
              </a:ext>
            </a:extLst>
          </p:cNvPr>
          <p:cNvSpPr>
            <a:spLocks noChangeArrowheads="1"/>
          </p:cNvSpPr>
          <p:nvPr>
            <p:custDataLst>
              <p:tags r:id="rId49"/>
            </p:custDataLst>
          </p:nvPr>
        </p:nvSpPr>
        <p:spPr bwMode="auto">
          <a:xfrm>
            <a:off x="6248400" y="4297361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340DC93-24EA-4EAC-ABB4-7FCE6637A52A}"/>
              </a:ext>
            </a:extLst>
          </p:cNvPr>
          <p:cNvSpPr>
            <a:spLocks noChangeArrowheads="1"/>
          </p:cNvSpPr>
          <p:nvPr>
            <p:custDataLst>
              <p:tags r:id="rId50"/>
            </p:custDataLst>
          </p:nvPr>
        </p:nvSpPr>
        <p:spPr bwMode="auto">
          <a:xfrm>
            <a:off x="6400800" y="4297361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F6DEE05-D83E-43CA-8467-17742A8E8177}"/>
              </a:ext>
            </a:extLst>
          </p:cNvPr>
          <p:cNvSpPr>
            <a:spLocks noChangeArrowheads="1"/>
          </p:cNvSpPr>
          <p:nvPr>
            <p:custDataLst>
              <p:tags r:id="rId51"/>
            </p:custDataLst>
          </p:nvPr>
        </p:nvSpPr>
        <p:spPr bwMode="auto">
          <a:xfrm>
            <a:off x="6553200" y="4297361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2653320-EAA1-4183-8961-E6343FFA5672}"/>
              </a:ext>
            </a:extLst>
          </p:cNvPr>
          <p:cNvSpPr>
            <a:spLocks noChangeArrowheads="1"/>
          </p:cNvSpPr>
          <p:nvPr>
            <p:custDataLst>
              <p:tags r:id="rId52"/>
            </p:custDataLst>
          </p:nvPr>
        </p:nvSpPr>
        <p:spPr bwMode="auto">
          <a:xfrm>
            <a:off x="6705600" y="4297361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D9C53F3-E269-4F5D-92E4-CF04AE51A3A8}"/>
              </a:ext>
            </a:extLst>
          </p:cNvPr>
          <p:cNvSpPr>
            <a:spLocks noChangeArrowheads="1"/>
          </p:cNvSpPr>
          <p:nvPr>
            <p:custDataLst>
              <p:tags r:id="rId53"/>
            </p:custDataLst>
          </p:nvPr>
        </p:nvSpPr>
        <p:spPr bwMode="auto">
          <a:xfrm>
            <a:off x="6858000" y="4297361"/>
            <a:ext cx="152400" cy="457200"/>
          </a:xfrm>
          <a:prstGeom prst="rect">
            <a:avLst/>
          </a:prstGeom>
          <a:solidFill>
            <a:srgbClr val="FF090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6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958D561-92D4-44F6-B09B-E51295087FDF}"/>
              </a:ext>
            </a:extLst>
          </p:cNvPr>
          <p:cNvSpPr>
            <a:spLocks noChangeArrowheads="1"/>
          </p:cNvSpPr>
          <p:nvPr>
            <p:custDataLst>
              <p:tags r:id="rId54"/>
            </p:custDataLst>
          </p:nvPr>
        </p:nvSpPr>
        <p:spPr bwMode="auto">
          <a:xfrm>
            <a:off x="4267200" y="4297361"/>
            <a:ext cx="274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800" b="1" dirty="0">
                <a:solidFill>
                  <a:schemeClr val="bg1"/>
                </a:solidFill>
                <a:latin typeface="Arial" panose="020B0604020202020204" pitchFamily="34" charset="0"/>
              </a:rPr>
              <a:t>scoreboard</a:t>
            </a:r>
          </a:p>
        </p:txBody>
      </p:sp>
      <p:sp>
        <p:nvSpPr>
          <p:cNvPr id="55" name="Freeform 54">
            <a:extLst>
              <a:ext uri="{FF2B5EF4-FFF2-40B4-BE49-F238E27FC236}">
                <a16:creationId xmlns:a16="http://schemas.microsoft.com/office/drawing/2014/main" id="{FA1EEED0-B1CA-4181-9DF6-356824DE9C63}"/>
              </a:ext>
            </a:extLst>
          </p:cNvPr>
          <p:cNvSpPr>
            <a:spLocks/>
          </p:cNvSpPr>
          <p:nvPr>
            <p:custDataLst>
              <p:tags r:id="rId55"/>
            </p:custDataLst>
          </p:nvPr>
        </p:nvSpPr>
        <p:spPr bwMode="auto">
          <a:xfrm>
            <a:off x="3429000" y="4525961"/>
            <a:ext cx="838200" cy="1143000"/>
          </a:xfrm>
          <a:custGeom>
            <a:avLst/>
            <a:gdLst>
              <a:gd name="T0" fmla="*/ 0 w 528"/>
              <a:gd name="T1" fmla="*/ 1814512500 h 720"/>
              <a:gd name="T2" fmla="*/ 362902500 w 528"/>
              <a:gd name="T3" fmla="*/ 1814512500 h 720"/>
              <a:gd name="T4" fmla="*/ 362902500 w 528"/>
              <a:gd name="T5" fmla="*/ 0 h 720"/>
              <a:gd name="T6" fmla="*/ 1330642500 w 528"/>
              <a:gd name="T7" fmla="*/ 0 h 720"/>
              <a:gd name="T8" fmla="*/ 0 60000 65536"/>
              <a:gd name="T9" fmla="*/ 0 60000 65536"/>
              <a:gd name="T10" fmla="*/ 0 60000 65536"/>
              <a:gd name="T11" fmla="*/ 0 60000 65536"/>
              <a:gd name="T12" fmla="*/ 0 w 528"/>
              <a:gd name="T13" fmla="*/ 0 h 720"/>
              <a:gd name="T14" fmla="*/ 528 w 528"/>
              <a:gd name="T15" fmla="*/ 720 h 72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28" h="720">
                <a:moveTo>
                  <a:pt x="0" y="720"/>
                </a:moveTo>
                <a:lnTo>
                  <a:pt x="144" y="720"/>
                </a:lnTo>
                <a:lnTo>
                  <a:pt x="144" y="0"/>
                </a:lnTo>
                <a:lnTo>
                  <a:pt x="528" y="0"/>
                </a:lnTo>
              </a:path>
            </a:pathLst>
          </a:custGeom>
          <a:noFill/>
          <a:ln w="28575">
            <a:solidFill>
              <a:srgbClr val="FF090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" name="Freeform 55">
            <a:extLst>
              <a:ext uri="{FF2B5EF4-FFF2-40B4-BE49-F238E27FC236}">
                <a16:creationId xmlns:a16="http://schemas.microsoft.com/office/drawing/2014/main" id="{DDB32F0B-E0E8-4428-BC70-71B79A2E958D}"/>
              </a:ext>
            </a:extLst>
          </p:cNvPr>
          <p:cNvSpPr>
            <a:spLocks/>
          </p:cNvSpPr>
          <p:nvPr>
            <p:custDataLst>
              <p:tags r:id="rId56"/>
            </p:custDataLst>
          </p:nvPr>
        </p:nvSpPr>
        <p:spPr bwMode="auto">
          <a:xfrm>
            <a:off x="4038600" y="4754561"/>
            <a:ext cx="1828800" cy="914400"/>
          </a:xfrm>
          <a:custGeom>
            <a:avLst/>
            <a:gdLst>
              <a:gd name="T0" fmla="*/ 2147483646 w 1152"/>
              <a:gd name="T1" fmla="*/ 0 h 576"/>
              <a:gd name="T2" fmla="*/ 2147483646 w 1152"/>
              <a:gd name="T3" fmla="*/ 362902500 h 576"/>
              <a:gd name="T4" fmla="*/ 0 w 1152"/>
              <a:gd name="T5" fmla="*/ 362902500 h 576"/>
              <a:gd name="T6" fmla="*/ 0 w 1152"/>
              <a:gd name="T7" fmla="*/ 1451610000 h 576"/>
              <a:gd name="T8" fmla="*/ 1209675000 w 1152"/>
              <a:gd name="T9" fmla="*/ 1451610000 h 5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52"/>
              <a:gd name="T16" fmla="*/ 0 h 576"/>
              <a:gd name="T17" fmla="*/ 1152 w 1152"/>
              <a:gd name="T18" fmla="*/ 576 h 57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52" h="576">
                <a:moveTo>
                  <a:pt x="1152" y="0"/>
                </a:moveTo>
                <a:lnTo>
                  <a:pt x="1152" y="144"/>
                </a:lnTo>
                <a:lnTo>
                  <a:pt x="0" y="144"/>
                </a:lnTo>
                <a:lnTo>
                  <a:pt x="0" y="576"/>
                </a:lnTo>
                <a:lnTo>
                  <a:pt x="480" y="576"/>
                </a:lnTo>
              </a:path>
            </a:pathLst>
          </a:custGeom>
          <a:noFill/>
          <a:ln w="28575">
            <a:solidFill>
              <a:srgbClr val="6B02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" name="Text Box 56">
            <a:extLst>
              <a:ext uri="{FF2B5EF4-FFF2-40B4-BE49-F238E27FC236}">
                <a16:creationId xmlns:a16="http://schemas.microsoft.com/office/drawing/2014/main" id="{D7D30471-C4B4-417F-B7D0-2EBFF824BB7B}"/>
              </a:ext>
            </a:extLst>
          </p:cNvPr>
          <p:cNvSpPr txBox="1">
            <a:spLocks noChangeArrowheads="1"/>
          </p:cNvSpPr>
          <p:nvPr>
            <p:custDataLst>
              <p:tags r:id="rId57"/>
            </p:custDataLst>
          </p:nvPr>
        </p:nvSpPr>
        <p:spPr bwMode="auto">
          <a:xfrm>
            <a:off x="3886200" y="6140449"/>
            <a:ext cx="33855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800" b="1" dirty="0">
                <a:solidFill>
                  <a:srgbClr val="6B02FF"/>
                </a:solidFill>
                <a:latin typeface="Arial" panose="020B0604020202020204" pitchFamily="34" charset="0"/>
              </a:rPr>
              <a:t>S</a:t>
            </a:r>
          </a:p>
        </p:txBody>
      </p:sp>
      <p:sp>
        <p:nvSpPr>
          <p:cNvPr id="58" name="Text Box 57">
            <a:extLst>
              <a:ext uri="{FF2B5EF4-FFF2-40B4-BE49-F238E27FC236}">
                <a16:creationId xmlns:a16="http://schemas.microsoft.com/office/drawing/2014/main" id="{F3A1E052-506F-43E4-B9B8-6CA414A0ADA3}"/>
              </a:ext>
            </a:extLst>
          </p:cNvPr>
          <p:cNvSpPr txBox="1">
            <a:spLocks noChangeArrowheads="1"/>
          </p:cNvSpPr>
          <p:nvPr>
            <p:custDataLst>
              <p:tags r:id="rId58"/>
            </p:custDataLst>
          </p:nvPr>
        </p:nvSpPr>
        <p:spPr bwMode="auto">
          <a:xfrm>
            <a:off x="3352800" y="6140449"/>
            <a:ext cx="4154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30305"/>
              </a:buClr>
              <a:buChar char="•"/>
              <a:defRPr sz="24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30305"/>
              </a:buClr>
              <a:buChar char="•"/>
              <a:defRPr sz="2000">
                <a:solidFill>
                  <a:srgbClr val="030305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800" b="1" dirty="0">
                <a:solidFill>
                  <a:srgbClr val="FF0909"/>
                </a:solidFill>
                <a:latin typeface="Arial" panose="020B0604020202020204" pitchFamily="34" charset="0"/>
              </a:rPr>
              <a:t>Di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786004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F9BE301-EA37-4D9D-9A68-51F3D9637539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Register Renaming</a:t>
            </a:r>
          </a:p>
        </p:txBody>
      </p:sp>
      <p:sp>
        <p:nvSpPr>
          <p:cNvPr id="66564" name="Slide Number Placeholder 5">
            <a:extLst>
              <a:ext uri="{FF2B5EF4-FFF2-40B4-BE49-F238E27FC236}">
                <a16:creationId xmlns:a16="http://schemas.microsoft.com/office/drawing/2014/main" id="{6E72A64F-D686-499E-B4D9-2C18A56F5B7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EE5AAA1B-A8DC-4678-9A6A-7394C8AEDE04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C785759-0FA3-4E6E-A2E0-3D15D99EA4C5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4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dirty="0"/>
              <a:t>Now that instructions execute out-of-order, </a:t>
            </a:r>
            <a:r>
              <a:rPr lang="en-US" altLang="en-US" sz="2800" b="1" dirty="0"/>
              <a:t>WAR</a:t>
            </a:r>
            <a:r>
              <a:rPr lang="en-US" altLang="en-US" sz="2800" dirty="0"/>
              <a:t> and </a:t>
            </a:r>
            <a:r>
              <a:rPr lang="en-US" altLang="en-US" sz="2800" b="1" dirty="0"/>
              <a:t>WAW</a:t>
            </a:r>
            <a:r>
              <a:rPr lang="en-US" altLang="en-US" sz="2800" dirty="0"/>
              <a:t> dependences become hazards too!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altLang="en-US" sz="2800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dirty="0" err="1"/>
              <a:t>addi</a:t>
            </a:r>
            <a:r>
              <a:rPr lang="en-US" altLang="en-US" sz="2800" dirty="0"/>
              <a:t> $t0, $t0, 4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b="1" dirty="0" err="1">
                <a:solidFill>
                  <a:schemeClr val="accent6">
                    <a:lumMod val="75000"/>
                  </a:schemeClr>
                </a:solidFill>
              </a:rPr>
              <a:t>lw</a:t>
            </a:r>
            <a:r>
              <a:rPr lang="en-US" altLang="en-US" sz="2800" b="1" dirty="0">
                <a:solidFill>
                  <a:schemeClr val="accent6">
                    <a:lumMod val="75000"/>
                  </a:schemeClr>
                </a:solidFill>
              </a:rPr>
              <a:t> $t1, 0($s0)		# cache miss!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dirty="0"/>
              <a:t>add $s1, $t1, $s2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dirty="0"/>
              <a:t>or $t1, $t0, $s0		# not dependent on </a:t>
            </a:r>
            <a:r>
              <a:rPr lang="en-US" altLang="en-US" sz="2800" dirty="0" err="1"/>
              <a:t>lw</a:t>
            </a:r>
            <a:endParaRPr lang="en-US" altLang="en-US" sz="2800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dirty="0"/>
              <a:t>sub $t1, $t1, $s2		# not dependent on </a:t>
            </a:r>
            <a:r>
              <a:rPr lang="en-US" altLang="en-US" sz="2800" dirty="0" err="1"/>
              <a:t>lw</a:t>
            </a:r>
            <a:endParaRPr lang="en-US" altLang="en-US" sz="2800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dirty="0" err="1"/>
              <a:t>bne</a:t>
            </a:r>
            <a:r>
              <a:rPr lang="en-US" altLang="en-US" sz="2800" dirty="0"/>
              <a:t> $s1, $t1, TARGET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0092388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F9BE301-EA37-4D9D-9A68-51F3D9637539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Register Renaming</a:t>
            </a:r>
          </a:p>
        </p:txBody>
      </p:sp>
      <p:sp>
        <p:nvSpPr>
          <p:cNvPr id="66564" name="Slide Number Placeholder 5">
            <a:extLst>
              <a:ext uri="{FF2B5EF4-FFF2-40B4-BE49-F238E27FC236}">
                <a16:creationId xmlns:a16="http://schemas.microsoft.com/office/drawing/2014/main" id="{6E72A64F-D686-499E-B4D9-2C18A56F5B7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EE5AAA1B-A8DC-4678-9A6A-7394C8AEDE04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C785759-0FA3-4E6E-A2E0-3D15D99EA4C5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4"/>
            </p:custDataLst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dirty="0"/>
              <a:t>Now that instructions execute out-of-order, </a:t>
            </a:r>
            <a:r>
              <a:rPr lang="en-US" altLang="en-US" sz="2800" b="1" dirty="0"/>
              <a:t>WAR</a:t>
            </a:r>
            <a:r>
              <a:rPr lang="en-US" altLang="en-US" sz="2800" dirty="0"/>
              <a:t> and </a:t>
            </a:r>
            <a:r>
              <a:rPr lang="en-US" altLang="en-US" sz="2800" b="1" dirty="0"/>
              <a:t>WAW</a:t>
            </a:r>
            <a:r>
              <a:rPr lang="en-US" altLang="en-US" sz="2800" dirty="0"/>
              <a:t> dependences become hazards too!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altLang="en-US" sz="2800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dirty="0" err="1"/>
              <a:t>addi</a:t>
            </a:r>
            <a:r>
              <a:rPr lang="en-US" altLang="en-US" sz="2800" dirty="0"/>
              <a:t> $t0, $t0, 4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b="1" dirty="0"/>
              <a:t>or $t1, $t0, $s0		# not dependent on </a:t>
            </a:r>
            <a:r>
              <a:rPr lang="en-US" altLang="en-US" sz="2800" b="1" dirty="0" err="1"/>
              <a:t>lw</a:t>
            </a:r>
            <a:endParaRPr lang="en-US" altLang="en-US" sz="2800" b="1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b="1" dirty="0"/>
              <a:t>sub $t1, $t1, $s2		# not dependent on </a:t>
            </a:r>
            <a:r>
              <a:rPr lang="en-US" altLang="en-US" sz="2800" b="1" dirty="0" err="1"/>
              <a:t>lw</a:t>
            </a:r>
            <a:endParaRPr lang="en-US" altLang="en-US" sz="2800" b="1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b="1" dirty="0" err="1">
                <a:solidFill>
                  <a:schemeClr val="accent6">
                    <a:lumMod val="75000"/>
                  </a:schemeClr>
                </a:solidFill>
              </a:rPr>
              <a:t>lw</a:t>
            </a:r>
            <a:r>
              <a:rPr lang="en-US" altLang="en-US" sz="2800" b="1" dirty="0">
                <a:solidFill>
                  <a:schemeClr val="accent6">
                    <a:lumMod val="75000"/>
                  </a:schemeClr>
                </a:solidFill>
              </a:rPr>
              <a:t> $t1, 0($s0)		# cache miss!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dirty="0"/>
              <a:t>add $s1, $t1, $s2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strike="sngStrike" dirty="0"/>
              <a:t>or $t1, $t0, $s0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strike="sngStrike" dirty="0"/>
              <a:t>sub $t1, $t1, $s2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dirty="0" err="1"/>
              <a:t>bne</a:t>
            </a:r>
            <a:r>
              <a:rPr lang="en-US" altLang="en-US" sz="2800" dirty="0"/>
              <a:t> $s1, $t1, TARGET	</a:t>
            </a:r>
            <a:r>
              <a:rPr lang="en-US" altLang="en-US" sz="2800" b="1" dirty="0"/>
              <a:t># wrong value of [$t1]!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3139043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F9BE301-EA37-4D9D-9A68-51F3D9637539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Exercise – Register Renaming</a:t>
            </a:r>
          </a:p>
        </p:txBody>
      </p:sp>
      <p:sp>
        <p:nvSpPr>
          <p:cNvPr id="66564" name="Slide Number Placeholder 5">
            <a:extLst>
              <a:ext uri="{FF2B5EF4-FFF2-40B4-BE49-F238E27FC236}">
                <a16:creationId xmlns:a16="http://schemas.microsoft.com/office/drawing/2014/main" id="{6E72A64F-D686-499E-B4D9-2C18A56F5B7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EE5AAA1B-A8DC-4678-9A6A-7394C8AEDE04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C785759-0FA3-4E6E-A2E0-3D15D99EA4C5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4"/>
            </p:custDataLst>
          </p:nvPr>
        </p:nvSpPr>
        <p:spPr>
          <a:xfrm>
            <a:off x="457200" y="1600201"/>
            <a:ext cx="8229600" cy="3200399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dirty="0"/>
              <a:t>Dynamically map architectural regs to physical regs: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altLang="en-US" sz="1400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 err="1"/>
              <a:t>addi</a:t>
            </a:r>
            <a:r>
              <a:rPr lang="en-US" altLang="en-US" sz="2400" dirty="0"/>
              <a:t> $t0, $t0, 4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 err="1"/>
              <a:t>lw</a:t>
            </a:r>
            <a:r>
              <a:rPr lang="en-US" altLang="en-US" sz="2400" dirty="0"/>
              <a:t> $t1, 0($s0)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/>
              <a:t>add $s1, $t1, $s2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/>
              <a:t>or $t1, $t0, $s0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/>
              <a:t>sub $t1, $t1, $s2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 err="1"/>
              <a:t>bne</a:t>
            </a:r>
            <a:r>
              <a:rPr lang="en-US" altLang="en-US" sz="2400" dirty="0"/>
              <a:t> $s1, $t1, TARGET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34E211A-49B6-436B-9EFD-A7932CD03C12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2438400" y="4572000"/>
          <a:ext cx="160020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0100">
                  <a:extLst>
                    <a:ext uri="{9D8B030D-6E8A-4147-A177-3AD203B41FA5}">
                      <a16:colId xmlns:a16="http://schemas.microsoft.com/office/drawing/2014/main" val="366033283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3008529962"/>
                    </a:ext>
                  </a:extLst>
                </a:gridCol>
              </a:tblGrid>
              <a:tr h="27432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map 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23076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$t0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4858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$t1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86058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$s0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3482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$s1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7275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$s2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76969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88E118C-499F-4674-9315-CF14B3D2DE32}"/>
              </a:ext>
            </a:extLst>
          </p:cNvPr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4953000" y="5105400"/>
          <a:ext cx="2286000" cy="67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366033283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free list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23076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P5, P8, P4, P7, P9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485804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5675996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Right 2">
            <a:extLst>
              <a:ext uri="{FF2B5EF4-FFF2-40B4-BE49-F238E27FC236}">
                <a16:creationId xmlns:a16="http://schemas.microsoft.com/office/drawing/2014/main" id="{3BFBD7AD-A614-4C54-BCBA-442DB788C04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962400" y="3048000"/>
            <a:ext cx="838200" cy="533400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5F9BE301-EA37-4D9D-9A68-51F3D9637539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Exercise – Register Renaming</a:t>
            </a:r>
          </a:p>
        </p:txBody>
      </p:sp>
      <p:sp>
        <p:nvSpPr>
          <p:cNvPr id="66564" name="Slide Number Placeholder 5">
            <a:extLst>
              <a:ext uri="{FF2B5EF4-FFF2-40B4-BE49-F238E27FC236}">
                <a16:creationId xmlns:a16="http://schemas.microsoft.com/office/drawing/2014/main" id="{6E72A64F-D686-499E-B4D9-2C18A56F5B7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EE5AAA1B-A8DC-4678-9A6A-7394C8AEDE04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C785759-0FA3-4E6E-A2E0-3D15D99EA4C5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5"/>
            </p:custDataLst>
          </p:nvPr>
        </p:nvSpPr>
        <p:spPr>
          <a:xfrm>
            <a:off x="457200" y="1600201"/>
            <a:ext cx="8229600" cy="3200399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dirty="0"/>
              <a:t>Dynamically map architectural regs to physical regs: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altLang="en-US" sz="1400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 err="1"/>
              <a:t>addi</a:t>
            </a:r>
            <a:r>
              <a:rPr lang="en-US" altLang="en-US" sz="2400" dirty="0"/>
              <a:t> $t0, $t0, 4			</a:t>
            </a:r>
            <a:r>
              <a:rPr lang="en-US" altLang="en-US" sz="2400" dirty="0" err="1"/>
              <a:t>addi</a:t>
            </a:r>
            <a:r>
              <a:rPr lang="en-US" altLang="en-US" sz="2400" dirty="0"/>
              <a:t> P5, P1, 4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 err="1"/>
              <a:t>lw</a:t>
            </a:r>
            <a:r>
              <a:rPr lang="en-US" altLang="en-US" sz="2400" dirty="0"/>
              <a:t> $t1, 0($s0)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/>
              <a:t>add $s1, $t1, $s2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/>
              <a:t>or $t1, $t0, $s0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/>
              <a:t>sub $t1, $t1, $s2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 err="1"/>
              <a:t>bne</a:t>
            </a:r>
            <a:r>
              <a:rPr lang="en-US" altLang="en-US" sz="2400" dirty="0"/>
              <a:t> $s1, $t1, TARGET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34E211A-49B6-436B-9EFD-A7932CD03C12}"/>
              </a:ext>
            </a:extLst>
          </p:cNvPr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2438400" y="4572000"/>
          <a:ext cx="160020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0100">
                  <a:extLst>
                    <a:ext uri="{9D8B030D-6E8A-4147-A177-3AD203B41FA5}">
                      <a16:colId xmlns:a16="http://schemas.microsoft.com/office/drawing/2014/main" val="366033283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3008529962"/>
                    </a:ext>
                  </a:extLst>
                </a:gridCol>
              </a:tblGrid>
              <a:tr h="27432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map 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23076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$t0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trike="sngStrike" dirty="0"/>
                        <a:t>P1</a:t>
                      </a:r>
                      <a:r>
                        <a:rPr lang="en-US" sz="1600" dirty="0"/>
                        <a:t> P5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4858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$t1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86058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$s0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3482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$s1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7275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$s2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76969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88E118C-499F-4674-9315-CF14B3D2DE32}"/>
              </a:ext>
            </a:extLst>
          </p:cNvPr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4953000" y="5105400"/>
          <a:ext cx="2286000" cy="67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366033283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free list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23076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P8, P4, P7, P9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485804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8840815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Right 2">
            <a:extLst>
              <a:ext uri="{FF2B5EF4-FFF2-40B4-BE49-F238E27FC236}">
                <a16:creationId xmlns:a16="http://schemas.microsoft.com/office/drawing/2014/main" id="{3BFBD7AD-A614-4C54-BCBA-442DB788C04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962400" y="3048000"/>
            <a:ext cx="838200" cy="533400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5F9BE301-EA37-4D9D-9A68-51F3D9637539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Exercise – Register Renaming</a:t>
            </a:r>
          </a:p>
        </p:txBody>
      </p:sp>
      <p:sp>
        <p:nvSpPr>
          <p:cNvPr id="66564" name="Slide Number Placeholder 5">
            <a:extLst>
              <a:ext uri="{FF2B5EF4-FFF2-40B4-BE49-F238E27FC236}">
                <a16:creationId xmlns:a16="http://schemas.microsoft.com/office/drawing/2014/main" id="{6E72A64F-D686-499E-B4D9-2C18A56F5B7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EE5AAA1B-A8DC-4678-9A6A-7394C8AEDE04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C785759-0FA3-4E6E-A2E0-3D15D99EA4C5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5"/>
            </p:custDataLst>
          </p:nvPr>
        </p:nvSpPr>
        <p:spPr>
          <a:xfrm>
            <a:off x="457200" y="1600201"/>
            <a:ext cx="8229600" cy="3200399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dirty="0"/>
              <a:t>Dynamically map architectural regs to physical regs: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altLang="en-US" sz="1400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 err="1"/>
              <a:t>addi</a:t>
            </a:r>
            <a:r>
              <a:rPr lang="en-US" altLang="en-US" sz="2400" dirty="0"/>
              <a:t> $t0, $t0, 4			</a:t>
            </a:r>
            <a:r>
              <a:rPr lang="en-US" altLang="en-US" sz="2400" dirty="0" err="1"/>
              <a:t>addi</a:t>
            </a:r>
            <a:r>
              <a:rPr lang="en-US" altLang="en-US" sz="2400" dirty="0"/>
              <a:t> P5, P1, 4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 err="1"/>
              <a:t>lw</a:t>
            </a:r>
            <a:r>
              <a:rPr lang="en-US" altLang="en-US" sz="2400" dirty="0"/>
              <a:t> $t1, 0($s0)				</a:t>
            </a:r>
            <a:r>
              <a:rPr lang="en-US" altLang="en-US" sz="2400" dirty="0" err="1"/>
              <a:t>lw</a:t>
            </a:r>
            <a:r>
              <a:rPr lang="en-US" altLang="en-US" sz="2400" dirty="0"/>
              <a:t> P8, 0(P6)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/>
              <a:t>add $s1, $t1, $s2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/>
              <a:t>or $t1, $t0, $s0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/>
              <a:t>sub $t1, $t1, $s2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 err="1"/>
              <a:t>bne</a:t>
            </a:r>
            <a:r>
              <a:rPr lang="en-US" altLang="en-US" sz="2400" dirty="0"/>
              <a:t> $s1, $t1, TARGET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34E211A-49B6-436B-9EFD-A7932CD03C12}"/>
              </a:ext>
            </a:extLst>
          </p:cNvPr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2438400" y="4572000"/>
          <a:ext cx="160020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0100">
                  <a:extLst>
                    <a:ext uri="{9D8B030D-6E8A-4147-A177-3AD203B41FA5}">
                      <a16:colId xmlns:a16="http://schemas.microsoft.com/office/drawing/2014/main" val="366033283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3008529962"/>
                    </a:ext>
                  </a:extLst>
                </a:gridCol>
              </a:tblGrid>
              <a:tr h="27432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map 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23076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$t0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trike="sngStrike" dirty="0"/>
                        <a:t>P1</a:t>
                      </a:r>
                      <a:r>
                        <a:rPr lang="en-US" sz="1600" dirty="0"/>
                        <a:t> P5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4858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$t1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trike="sngStrike" dirty="0"/>
                        <a:t>P3</a:t>
                      </a:r>
                      <a:r>
                        <a:rPr lang="en-US" sz="1600" dirty="0"/>
                        <a:t> P8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86058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$s0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trike="noStrike" dirty="0"/>
                        <a:t>P6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3482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$s1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7275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$s2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76969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88E118C-499F-4674-9315-CF14B3D2DE32}"/>
              </a:ext>
            </a:extLst>
          </p:cNvPr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4953000" y="5105400"/>
          <a:ext cx="2286000" cy="67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366033283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free list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23076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P4, P7, P9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485804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60076977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Right 2">
            <a:extLst>
              <a:ext uri="{FF2B5EF4-FFF2-40B4-BE49-F238E27FC236}">
                <a16:creationId xmlns:a16="http://schemas.microsoft.com/office/drawing/2014/main" id="{3BFBD7AD-A614-4C54-BCBA-442DB788C04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962400" y="3048000"/>
            <a:ext cx="838200" cy="533400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5F9BE301-EA37-4D9D-9A68-51F3D9637539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Exercise – Register Renaming</a:t>
            </a:r>
          </a:p>
        </p:txBody>
      </p:sp>
      <p:sp>
        <p:nvSpPr>
          <p:cNvPr id="66564" name="Slide Number Placeholder 5">
            <a:extLst>
              <a:ext uri="{FF2B5EF4-FFF2-40B4-BE49-F238E27FC236}">
                <a16:creationId xmlns:a16="http://schemas.microsoft.com/office/drawing/2014/main" id="{6E72A64F-D686-499E-B4D9-2C18A56F5B7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EE5AAA1B-A8DC-4678-9A6A-7394C8AEDE04}" type="slidenum">
              <a:rPr lang="en-US" altLang="en-US" sz="1400"/>
              <a:pPr lvl="1"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C785759-0FA3-4E6E-A2E0-3D15D99EA4C5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5"/>
            </p:custDataLst>
          </p:nvPr>
        </p:nvSpPr>
        <p:spPr>
          <a:xfrm>
            <a:off x="457200" y="1600201"/>
            <a:ext cx="8229600" cy="3200399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800" dirty="0"/>
              <a:t>Dynamically map architectural regs to physical regs: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altLang="en-US" sz="1400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 err="1"/>
              <a:t>addi</a:t>
            </a:r>
            <a:r>
              <a:rPr lang="en-US" altLang="en-US" sz="2400" dirty="0"/>
              <a:t> $t0, $t0, 4			</a:t>
            </a:r>
            <a:r>
              <a:rPr lang="en-US" altLang="en-US" sz="2400" dirty="0" err="1"/>
              <a:t>addi</a:t>
            </a:r>
            <a:r>
              <a:rPr lang="en-US" altLang="en-US" sz="2400" dirty="0"/>
              <a:t> P5, P1, 4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 err="1"/>
              <a:t>lw</a:t>
            </a:r>
            <a:r>
              <a:rPr lang="en-US" altLang="en-US" sz="2400" dirty="0"/>
              <a:t> $t1, 0($s0)				</a:t>
            </a:r>
            <a:r>
              <a:rPr lang="en-US" altLang="en-US" sz="2400" dirty="0" err="1"/>
              <a:t>lw</a:t>
            </a:r>
            <a:r>
              <a:rPr lang="en-US" altLang="en-US" sz="2400" dirty="0"/>
              <a:t> P8, 0(P6)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/>
              <a:t>add $s1, $t1, $s2			add P4, P8, P0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b="1" dirty="0"/>
              <a:t>or $t1, $t0, $s0</a:t>
            </a:r>
            <a:r>
              <a:rPr lang="en-US" altLang="en-US" sz="2400" dirty="0"/>
              <a:t>			</a:t>
            </a:r>
            <a:r>
              <a:rPr lang="en-US" altLang="en-US" sz="2400" b="1" dirty="0"/>
              <a:t>or P7, P5, P6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b="1" dirty="0"/>
              <a:t>sub $t1, $t1, $s2</a:t>
            </a:r>
            <a:r>
              <a:rPr lang="en-US" altLang="en-US" sz="2400" dirty="0"/>
              <a:t>			</a:t>
            </a:r>
            <a:r>
              <a:rPr lang="en-US" altLang="en-US" sz="2400" b="1" dirty="0"/>
              <a:t>sub P9, P7, P0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en-US" sz="2400" dirty="0" err="1"/>
              <a:t>bne</a:t>
            </a:r>
            <a:r>
              <a:rPr lang="en-US" altLang="en-US" sz="2400" dirty="0"/>
              <a:t> $s1, $t1, TARGET			</a:t>
            </a:r>
            <a:r>
              <a:rPr lang="en-US" altLang="en-US" sz="2400" dirty="0" err="1"/>
              <a:t>bne</a:t>
            </a:r>
            <a:r>
              <a:rPr lang="en-US" altLang="en-US" sz="2400" dirty="0"/>
              <a:t> P4, P9, TARGET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34E211A-49B6-436B-9EFD-A7932CD03C12}"/>
              </a:ext>
            </a:extLst>
          </p:cNvPr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2438400" y="4572000"/>
          <a:ext cx="190500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6897">
                  <a:extLst>
                    <a:ext uri="{9D8B030D-6E8A-4147-A177-3AD203B41FA5}">
                      <a16:colId xmlns:a16="http://schemas.microsoft.com/office/drawing/2014/main" val="3660332834"/>
                    </a:ext>
                  </a:extLst>
                </a:gridCol>
                <a:gridCol w="1248103">
                  <a:extLst>
                    <a:ext uri="{9D8B030D-6E8A-4147-A177-3AD203B41FA5}">
                      <a16:colId xmlns:a16="http://schemas.microsoft.com/office/drawing/2014/main" val="3008529962"/>
                    </a:ext>
                  </a:extLst>
                </a:gridCol>
              </a:tblGrid>
              <a:tr h="27432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map 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23076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$t0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trike="sngStrike" dirty="0"/>
                        <a:t>P1</a:t>
                      </a:r>
                      <a:r>
                        <a:rPr lang="en-US" sz="1600" dirty="0"/>
                        <a:t> P5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4858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$t1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trike="sngStrike" dirty="0"/>
                        <a:t>P3</a:t>
                      </a:r>
                      <a:r>
                        <a:rPr lang="en-US" sz="1600" dirty="0"/>
                        <a:t> </a:t>
                      </a:r>
                      <a:r>
                        <a:rPr lang="en-US" sz="1600" strike="sngStrike" dirty="0"/>
                        <a:t>P8</a:t>
                      </a:r>
                      <a:r>
                        <a:rPr lang="en-US" sz="1600" strike="noStrike" dirty="0"/>
                        <a:t> </a:t>
                      </a:r>
                      <a:r>
                        <a:rPr lang="en-US" sz="1600" strike="sngStrike" dirty="0"/>
                        <a:t>P7</a:t>
                      </a:r>
                      <a:r>
                        <a:rPr lang="en-US" sz="1600" strike="noStrike" dirty="0"/>
                        <a:t> P9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86058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$s0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trike="noStrike" dirty="0"/>
                        <a:t>P6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3482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$s1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trike="sngStrike" dirty="0"/>
                        <a:t>P2</a:t>
                      </a:r>
                      <a:r>
                        <a:rPr lang="en-US" sz="1600" dirty="0"/>
                        <a:t> P4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7275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$s2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76969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88E118C-499F-4674-9315-CF14B3D2DE32}"/>
              </a:ext>
            </a:extLst>
          </p:cNvPr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4953000" y="5105400"/>
          <a:ext cx="2286000" cy="67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366033283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free list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23076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485804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00432883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PERSISTENCEDATA" val="MMPROD_UIPERSISTENCEDATA"/>
  <p:tag name="MMPROD_THEME_BG_IMAGE" val=""/>
  <p:tag name="MMPROD_TAG_VCONFIG" val="PD94bWwgdmVyc2lvbj0iMS4wIj8+DQo8Y29uZmlndXJhdGlvbj4NCgk8YnJhbmRpbmc+DQoJCTx1aWZvbnQgbmFtZT0iRk9OVF9OT1RFU19URVhUIiB2YWx1ZT0iVmVyZGFuYSw5LGZhbHNlLGZhbHNlLGZhbHNlIi8+DQoJPC9icmFuZGluZz4NCgk8Y29sb3JzPg0KCQk8dWljb2xvciBuYW1lPSJwcmltYXJ5IiB2YWx1ZT0iMHg2Rjg0ODgiLz4NCgkJPHVpY29sb3IgbmFtZT0iZ2xvdyIgdmFsdWU9IjB4NjA5NzczIi8+DQoJCTx1aWNvbG9yIG5hbWU9InRleHQiIHZhbHVlPSIweEZGRkZGRiIvPg0KCQk8dWljb2xvciBuYW1lPSJsaWdodCIgdmFsdWU9IjB4NEU1RDYwIi8+DQoJCTx1aWNvbG9yIG5hbWU9InNoYWRvdyIgdmFsdWU9IjB4MDAwMDAwIi8+DQoJCTx1aWNvbG9yIG5hbWU9ImJhY2tncm91bmQiIHZhbHVlPSIweDcyNzk3MSIvPg0KCTwvY29sb3JzPg0KCTxsYXlvdXQ+DQoJCTx1aXNob3cgbmFtZT0icHJlc2VudGF0aW9udGl0bGUiIHZhbHVlPSJ0cnVlIi8+PHVpc2hvdyBuYW1lPSJwcmVzZW50ZXJwaG90byIgdmFsdWU9InRydWUiLz48dWlzaG93IG5hbWU9InByZXNlbnRlcm5hbWUiIHZhbHVlPSJ0cnVlIi8+PHVpc2hvdyBuYW1lPSJwcmVzZW50ZXJ0aXRsZSIgdmFsdWU9InRydWUiLz48dWlzaG93IG5hbWU9InByZXNlbnRlcmVtYWlsIiB2YWx1ZT0idHJ1ZSIvPjx1aXNob3cgbmFtZT0icHJlc2VudGVyYmlvIiB2YWx1ZT0idHJ1ZSIvPjx1aXNob3cgbmFtZT0iY29tcGFueWxvZ28iIHZhbHVlPSJ0cnVlIi8+PHVpc2hvdyBuYW1lPSJzaWRlYmFyIiB2YWx1ZT0idHJ1ZSIvPjx1aXNob3cgbmFtZT0ib3V0bGluZSIgdmFsdWU9InRydWUiLz48dWlzaG93IG5hbWU9InRodW1ibmFpbCIgdmFsdWU9InRydWUiLz4NCgkJPHVpc2hvdyBuYW1lPSJub3RlcyIgdmFsdWU9InRydWUiLz48dWlzaG93IG5hbWU9InNlYXJjaCIgdmFsdWU9InRydWUiLz48dWlzaG93IG5hbWU9InF1aXoiIHZhbHVlPSJ0cnVlIi8+PHVpc2hvdyBuYW1lPSJhdHRhY2htZW50cyIgdmFsdWU9InRydWUiLz48dWlzaG93IG5hbWU9InV0aWxzIiB2YWx1ZT0idHJ1ZSIvPjx1aXNob3cgbmFtZT0idm9sdW1lIiB2YWx1ZT0idHJ1ZSIvPjx1aXNob3cgbmFtZT0icGxheWJhciIgdmFsdWU9InRydWUiLz48dWlzaG93IG5hbWU9InRhbGtpbmdoZWFkIiB2YWx1ZT0idHJ1ZSIvPjx1aXNob3cgbmFtZT0ic2lkZWJhcm9ucmlnaHQiIHZhbHVlPSJ0cnVlIi8+PHVpc2hvdyBuYW1lPSJ2aWV3Y2hhbmdlIiB2YWx1ZT0idHJ1ZSIvPjx1aXNob3cgbmFtZT0iYWx3YXlzU2NydW5jaCIgdmFsdWU9ImZhbHNlIi8+PHVpc2hvdyBuYW1lPSJpbml0aWFsZGlzcGxheW1vZGVpc25vcm1hbCIgdmFsdWU9InRydWUiLz48dWlyZXBsYWNlIG5hbWU9ImxvZ28iIHZhbHVlPSIiLz48dWlyZXBsYWNlIG5hbWU9ImJnaW1hZ2UiIHZhbHVlPSIiLz48dWlyZXBsYWNlIG5hbWU9ImluaXRpYWx0YWIiIHZhbHVlPSJvdXRsaW5lIi8+PHVpc2hvdyBuYW1lPSJjY3RleHRoaWdobGlnaHRpbmciIHZhbHVlPSJ0cnVlIi8+DQoJPC9sYXlvdXQ+DQoJPHByZWxvYWRlcj48c2V0Qm9vbCBuYW1lPSJkaXNhYmxlQXNzZXRQcmVsb2FkZXIiIHZhbHVlPSJ0cnVlIi8+PC9wcmVsb2FkZXI+PGxhbmd1YWdlIGlkPSJlb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TbGlkZSAlbiIv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+DQoJCTx1aXRleHQgbmFtZT0iU0NSVUJCQVJTVEFUVVNfTk9BVURJTyIgdmFsdWU9Ik5vIEF1ZGlvIi8+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+DQoJCTx1aXRleHQgbmFtZT0iU0NSVUJCQVJTVEFUVVNfUkVWSUVXUVVJWiIgdmFsdWU9IlJldmlld2luZyBRdWl6Ii8+DQoJCTwhLS0gc3Vic3RpdHV0aW9uOiAlbSA9PSBtaW51dGVzIHJlbWFpbmluZyAtLT4NCgkJPCEtLSBzdWJzdGl0dXRpb246ICVzID09IHNlY29uZHMgcmVtYWluaW5nIC0tPg0KCQk8dWl0ZXh0IG5hbWU9IkVMQVBTRUQiIHZhbHVlPSIlbSBNaW51dGVzICVzIFNlY29uZHMgUmVtYWluaW5nIi8+DQoJCTx1aXRleHQgbmFtZT0iTk9URk9VTkQiIHZhbHVlPSJOb3RoaW5nIEZvdW5kIi8+DQoJCTx1aXRleHQgbmFtZT0iQVRUQUNITUVOVFMiIHZhbHVlPSJBdHRhY2htZW50cy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+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+DQoJCTx1aXRleHQgbmFtZT0iQ09VUlNFX1NUQVRVUyIgdmFsdWU9Ik1vZHVsZSBTdGF0dXMiLz4NCgkJPHVpdGV4dCBuYW1lPSJQQVNTRURfU1RSSU5HIiB2YWx1ZT0iUGFzc2VkIi8+DQoJCTx1aXRleHQgbmFtZT0iRkFJTEVEX1NUUklORyIgdmFsdWU9IkZhaWxlZCIvPg0KCQk8IS0tcXVpeiBwb2QgYW5kIG1lc3NhZ2UgYm94IHRleHRz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FVSVpQT0RfUVVJWl9BVFRFTVBUIiB2YWx1ZT0iUXVpeiBBdHRlbXB0OiIvPg0KCQk8dWl0ZXh0IG5hbWU9IlFVSVpQT0RfUVVJWl9BVFRFTVBUX1ZBTFVFIiB2YWx1ZT0iJW4gb2YgJXQiLz4NCgkJPHVpdGV4dCBuYW1lPSJRVUlaUE9EX1FVSVpfU0NPUkUiIHZhbHVlPSJTY29yZWQ6Ii8+DQoJCTx1aXRleHQgbmFtZT0iUVVJWlBPRF9RVUlaX1BBU1NTQ09SRSIgdmFsdWU9IlBhc3NpbmcgU2NvcmU6Ii8+DQoJCTx1aXRleHQgbmFtZT0iUVVJWlBPRF9RVUlaX01BWFNDT1JFIiB2YWx1ZT0iTWF4IFNjb3JlOiIvPg0KCQk8dWl0ZXh0IG5hbWU9IlFVSVpQT0RfUVVFU0FUTVBUX1NUUiIgdmFsdWU9IkF0dGVtcHQ6ICVuIG9mICV0Ii8+DQoJCTx1aXRleHQgbmFtZT0iUVVJWlBPRF9RVUVTVFlQRV9TVFIiIHZhbHVlPSJUeXBlOiAlcyIvPg0KCQk8dWl0ZXh0IG5hbWU9IlFVSVpQT0RfUVVFU1RZUEVfR1JEIiB2YWx1ZT0iR3JhZGVkIi8+DQoJCTx1aXRleHQgbmFtZT0iUVVJWlBPRF9RVUVTVFlQRV9TVlkiIHZhbHVlPSJTdXJ2ZXkiLz4NCgkJPHVpdGV4dCBuYW1lPSJRVUlaUE9EX1FVSVpBVE1QVF9JTkYiIHZhbHVlPSJJbmZpbml0ZSIvPg0KCQk8dWl0ZXh0IG5hbWU9IlFVSVpQT0RfUVVFU0FUTVBUX0lORiIgdmFsdWU9IkluZmluaXRlIi8+DQoJCTx1aXRleHQgbmFtZT0iV0FSTklOR01TR19ZRVNTVFJJTkciIHZhbHVlPSJZZXMiLz4NCgkJPHVpdGV4dCBuYW1lPSJXQVJOSU5HTVNHX05PU1RSSU5HIiB2YWx1ZT0iTm8iLz4NCgkJPHVpdGV4dCBuYW1lPSJXQVJOSU5HTVNHX1RJVExFU1RSSU5HIiB2YWx1ZT0iUXVpeiBOYXZpZ2F0aW9uIFdhcm5pbmciLz4NCgkJPHVpdGV4dCBuYW1lPSJXQVJOSU5HTVNHX01TR1NUUklORyIgdmFsdWU9IlRoZXJlIGFyZSB1bi1hdHRlbXB0ZWQgcXVlc3Rpb25zIGluIHRoaXMgUXVpei4mI3hBOyYjeEE7Q2xpY2tpbmcgWWVzIHdpbGwgdGFrZSB5b3Ugb3V0IG9mIHRoZSBRdWl6LiBDbGljayBObyB0byBjb250aW51ZSB0aGUgUXVpei4iLz4NCgkJPHVpdGV4dCBuYW1lPSJJTkZPUk1BVElPTl9IMjY0X0ZMQVNIUExBWUVSIiB2YWx1ZT0iVGhlIGN1cnJlbnQgdmVyc2lvbiBvZiBGbGFzaCBQbGF5ZXIgaW5zdGFsbGVkIG9uIHlvdXIgbWFjaGluZSBkb2VzIG5vdCBzdXBwb3J0IHRoaXMgdmlkZW8uIENsaWNrIG9uIHRoZSB2aWRlbyBhcmVhIHRvIGRvd25sb2FkIHRoZSBsYXRlc3Q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TaG93IHNpZGViYXIgdG8gcGFydGljaXBhbnRzIi8+DQoJCTx1aXRleHQgbmFtZT0iTVVURSIgdmFsdWU9Ik11dGUiLz4NCgkJPHVpdGV4dCBuYW1lPSJET0NXUkFQX1RJVExFIiB2YWx1ZT0iUHJlc2VudGVyIEZpbGUgQXR0YWNobWVudCIvPg0KCQk8dWl0ZXh0IG5hbWU9IkRPQ1dSQVBfTVNHIiB2YWx1ZT0iU2F2ZSB0byBNeSBDb21wdXRlciIvPg0KCQk8dWl0ZXh0IG5hbWU9IkRPQ1dSQVBfUFJPTVBUIiB2YWx1ZT0iQ2xpY2sgdG8gRG93bmxvYWQiLz4NCgk8L2xhbmd1YWdlPg0KCTxsYW5ndWFnZSBpZD0iYX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2KrYrdiw2YrYsSDYudmGINin2YTZhdix2YHZgtin2KoiLz4NCgkJPHVpdGV4dCBuYW1lPSJBVFRBQ0hNRU5UX1BSRVZJRVdfV0FSTklOR01TRyIgdmFsdWU9ItmE2Kcg2YrZhdmD2YYg2YHYqtitINin2YTZhdix2YHZgtin2Kog2YHZiiDZhtmF2Lcg2KfZhNmF2LnYp9mK2YbYqS4g2KfZhNix2KzYp9ihINin2LPYqtiu2K/Yp9mFINmG2LTYsSDZhNix2KTZitipINin2YTZhtiq2KfYptisLiIvPg0KCQk8dWl0ZXh0IG5hbWU9IlVOTkFNRURTTElERVRJVExFIiB2YWx1ZT0i2LTYsdmK2K3YqSAlbiIvPg0KCQk8dWl0ZXh0IG5hbWU9IkNPTExBQl9MT0NBTF9QTEFZQkFDS19NU0ciIHZhbHVlPSLZitis2LHZiiDYrdin2YTZitin2Ysg2KrYtNi62YrZhCDYp9mE2YXYrdiq2YjZiSDZhdit2YTZitin2YsuINin2YTYqti52KfZiNmGINmE2Kcg2YrYudmF2YQg2YHZiiDZh9iw2Kcg2KfZhNmI2LbYuS4iLz4NCgkJPHVpdGV4dCBuYW1lPSJDT0xMQUJfTE9DQUxfUExBWUJBQ0tfVElUTEUiIHZhbHVlPSLYqti02LrZitmEINmF2K3ZhNmKIi8+DQoJCTx1aXRleHQgbmFtZT0iQ09MTEFCX0xPQ0FMX1BMQVlCQUNLQlROIiB2YWx1ZT0i2YXZiNin2YHZgiIvPg0KCQk8IS0tIHN1YnN0aXR1dGlvbjogJW4gPT0gc2xpZGUgbnVtYmVyIC0tPg0KCQk8IS0tIHN1YnN0aXR1dGlvbjogJXQgPT0gdG90YWwgc2xpZGUgY291bnQgLS0+DQoJCTx1aXRleHQgbmFtZT0iU0NSVUJCQVJTVEFUVVNfU0xJREVJTkZPIiB2YWx1ZT0i2LTYsdmK2K3YqSAlbiAvICV0IHwgIi8+DQoJCTx1aXRleHQgbmFtZT0iU0NSVUJCQVJTVEFUVVNfU1RPUFBFRCIgdmFsdWU9ItmF2KrZiNmC2YEiLz4NCgkJPHVpdGV4dCBuYW1lPSJTQ1JVQkJBUlNUQVRVU19QTEFZSU5HIiB2YWx1ZT0i2YLZitivINin2YTYqti02LrZitmEIi8+DQoJCTx1aXRleHQgbmFtZT0iU0NSVUJCQVJTVEFUVVNfTk9BVURJTyIgdmFsdWU9ItmE2Kcg2YrZiNis2K8g2LXZiNiqIi8+DQoJCTx1aXRleHQgbmFtZT0iU0NSVUJCQVJTVEFUVVNfVklEUExBWUlORyIgdmFsdWU9Itin2YTZgdmK2K/ZitmIINmC2YrYryDYp9mE2KrYtNi62YrZhCIvPg0KCQk8dWl0ZXh0IG5hbWU9IlNDUlVCQkFSU1RBVFVTX0xPQURJTkciIHZhbHVlPSLZitis2LHZiiDYp9mE2KLZhiDYp9mE2KrYrdmF2YrZhC4uLiIvPg0KCQk8dWl0ZXh0IG5hbWU9IlNDUlVCQkFSU1RBVFVTX0JVRkZFUklORyIgdmFsdWU9ItmK2KzYsdmKINin2YTYotmGINin2YTYqtiu2LLZitmGINin2YTZhdik2YLYqiIvPg0KCQk8dWl0ZXh0IG5hbWU9IlNDUlVCQkFSU1RBVFVTX1FVRVNUSU9OIiB2YWx1ZT0i2KfZhNil2KzYp9io2Kkg2LnZhNmJINin2YTYs9ik2KfZhCIvPg0KCQk8dWl0ZXh0IG5hbWU9IlNDUlVCQkFSU1RBVFVTX1JFVklFV1FVSVoiIHZhbHVlPSLZhdix2KfYrNi52Kkg2KfZhNmF2LPYp9io2YLYqSIvPg0KCQk8IS0tIHN1YnN0aXR1dGlvbjogJW0gPT0gbWludXRlcyByZW1haW5pbmcgLS0+DQoJCTwhLS0gc3Vic3RpdHV0aW9uOiAlcyA9PSBzZWNvbmRzIHJlbWFpbmluZyAtLT4NCgkJPHVpdGV4dCBuYW1lPSJFTEFQU0VEIiB2YWx1ZT0iJW0g2K/Zgtin2KbZgiVzINir2YjYp9mGINmF2KrYqNmC2YrYqSIvPg0KCQk8dWl0ZXh0IG5hbWU9Ik5PVEZPVU5EIiB2YWx1ZT0i2YTZhSDZitmP2LnYq9ixINi52YTZiSDYtNmK2KEiLz4NCgkJPHVpdGV4dCBuYW1lPSJBVFRBQ0hNRU5UUyIgdmFsdWU9Itin2YTZhdix2YHZgtin2KoiLz4NCgkJPCEtLSBzdWJzdGl0dXRpb246ICVwID09IGN1cnJlbnQgc3BlYWtlcidzIHRpdGxlIC0tPg0KCQk8dWl0ZXh0IG5hbWU9IkJJT1dJTl9USVRMRSIgdmFsdWU9Itin2YTYs9mK2LHYqSDYp9mE2LDYp9iq2YrYqTogJXAiLz4NCgkJPHVpdGV4dCBuYW1lPSJCSU9CVE5fVElUTEUiIHZhbHVlPSLYp9mE2LPZitix2Kkg2KfZhNiw2KfYqtmK2KkiLz4NCgkJPHVpdGV4dCBuYW1lPSJESVZJREVSQlROX1RJVExFIiB2YWx1ZT0ifCIvPg0KCQk8dWl0ZXh0IG5hbWU9IkNPTlRBQ1RCVE5fVElUTEUiIHZhbHVlPSLYp9iq2LXYp9mEIi8+DQoJCTx1aXRleHQgbmFtZT0iVEFCX1FVSVoiIHZhbHVlPSLZhdiz2KfYqNmC2KkiLz4NCgkJPHVpdGV4dCBuYW1lPSJUQUJfT1VUTElORSIgdmFsdWU9ItmF2K7Yt9i3Ii8+DQoJCTx1aXRleHQgbmFtZT0iVEFCX1RIVU1CIiB2YWx1ZT0i2YXYtdi62ZHYsdipIi8+DQoJCTx1aXRleHQgbmFtZT0iVEFCX05PVEVTIiB2YWx1ZT0i2YXZhNin2K3YuNin2KoiLz4NCgkJPHVpdGV4dCBuYW1lPSJUQUJfU0VBUkNIIiB2YWx1ZT0i2KjYrdirIi8+DQoJCTx1aXRleHQgbmFtZT0iU0xJREVfSEVBRElORyIgdmFsdWU9Iti52YbZiNin2YYg2KfZhNi02LHZitit2KkgIi8+DQoJCTx1aXRleHQgbmFtZT0iRFVSQVRJT05fSEVBRElORyIgdmFsdWU9ItmF2K/YqSIvPg0KCQk8dWl0ZXh0IG5hbWU9IlNFQVJDSF9IRUFESU5HIiB2YWx1ZT0iOtin2YTYqNit2Ksg2LnZhiDZhti1Ii8+DQoJCTx1aXRleHQgbmFtZT0iVEhVTUJfSEVBRElORyIgdmFsdWU9Iti02LHZitit2KkiLz4NCgkJPHVpdGV4dCBuYW1lPSJUSFVNQl9JTkZPIiB2YWx1ZT0i2LnZhtmI2KfZhi/Zhdiv2Kkg2KfZhNi02LHZitit2KkiLz4NCgkJPHVpdGV4dCBuYW1lPSJBVFRBQ0hOQU1FX0hFQURJTkciIHZhbHVlPSLYp9iz2YUg2KfZhNmF2YTZgSIvPg0KCQk8dWl0ZXh0IG5hbWU9IkFUVEFDSFNJWkVfSEVBRElORyIgdmFsdWU9Itin2YTYrdis2YUiLz4NCgkJPHVpdGV4dCBuYW1lPSJTTElERV9OT1RFUyIgdmFsdWU9ItmF2YTYp9it2LjYp9iqINin2YTYtNix2YrYrdipIi8+DQoJCTx1aXRleHQgbmFtZT0iQ09VUlNFX1NUQVRVUyIgdmFsdWU9Itit2KfZhNipINin2YTZiNit2K/YqSIvPg0KCQk8dWl0ZXh0IG5hbWU9IlBBU1NFRF9TVFJJTkciIHZhbHVlPSLZhtis2KfYrSIvPg0KCQk8dWl0ZXh0IG5hbWU9IkZBSUxFRF9TVFJJTkciIHZhbHVlPSLZgdi02YQiLz4NCgkJPCEtLXF1aXogcG9kIGFuZCBtZXNzYWdlIGJveCB0ZXh0cy0tPg0KCQk8dWl0ZXh0IG5hbWU9IlFVSVpQT0RfUVVJWl9BVFRFTVBUIiB2YWx1ZT0i2LHZgtmFINin2YTZhdit2KfZiNmE2Kkg2YHZiiDYp9mE2YXYs9in2KjZgtipOiIvPg0KCQk8dWl0ZXh0IG5hbWU9IlFVSVpQT0RfUVVJWl9BVFRFTVBUX1ZBTFVFIiB2YWx1ZT0iJW4g2YXZhiAldCIvPg0KCQk8dWl0ZXh0IG5hbWU9IlFVSVpQT0RfUVVJWl9TQ09SRSIgdmFsdWU9IjrYp9mE2K/Ysdis2Kkg2KfZhNmF2LPYrNmE2KkiLz4NCgkJPHVpdGV4dCBuYW1lPSJRVUlaUE9EX1FVSVpfUEFTU1NDT1JFIiB2YWx1ZT0iOtiv2LHYrNipINin2YTZhtis2KfYrSIvPg0KCQk8dWl0ZXh0IG5hbWU9IlFVSVpQT0RfUVVJWl9NQVhTQ09SRSIgdmFsdWU9IjrYp9mE2K/Ysdis2Kkg2KfZhNmC2LXZiNmJIi8+DQoJCTx1aXRleHQgbmFtZT0iUVVJWlBPRF9RVUVTQVRNUFRfU1RSIiB2YWx1ZT0i2KfZhNmF2K3Yp9mI2YTYqSAlbiDZhdmGICV0Ii8+DQoJCTx1aXRleHQgbmFtZT0iUVVJWlBPRF9RVUVTVFlQRV9TVFIiIHZhbHVlPSLYp9mE2YbZiNi5OiAlcyIvPg0KCQk8dWl0ZXh0IG5hbWU9IlFVSVpQT0RfUVVFU1RZUEVfR1JEIiB2YWx1ZT0i2KrZhSDYqti12K3Zitit2YciLz4NCgkJPHVpdGV4dCBuYW1lPSJRVUlaUE9EX1FVRVNUWVBFX1NWWSIgdmFsdWU9Itin2LPYqti32YTYp9i5Ii8+DQoJCTx1aXRleHQgbmFtZT0iUVVJWlBPRF9RVUlaQVRNUFRfSU5GIiB2YWx1ZT0i2YTYpyDZhtmH2KfYptmKIi8+DQoJCTx1aXRleHQgbmFtZT0iUVVJWlBPRF9RVUVTQVRNUFRfSU5GIiB2YWx1ZT0i2YTYpyDZhtmH2KfYptmKIi8+DQoJCTx1aXRleHQgbmFtZT0iV0FSTklOR01TR19ZRVNTVFJJTkciIHZhbHVlPSLZhti52YUiLz4NCgkJPHVpdGV4dCBuYW1lPSJXQVJOSU5HTVNHX05PU1RSSU5HIiB2YWx1ZT0i2YTYpyIvPg0KCQk8dWl0ZXh0IG5hbWU9IldBUk5JTkdNU0dfVElUTEVTVFJJTkciIHZhbHVlPSLYqtit2LDZitixINi52YYg2KfZhNiq2YbZgtmEINmB2Yog2KfZhNmF2LPYp9io2YLYqSIvPg0KCQk8dWl0ZXh0IG5hbWU9IldBUk5JTkdNU0dfTVNHU1RSSU5HIiB2YWx1ZT0i2YfZhtin2YMg2KPYs9im2YTYqSDZhNmFINiq2KrZhSDYp9mE2KXYrNin2KjYqSDYudmE2YrZh9inINmB2Yog2KfZhNmF2LPYp9io2YLYqS4g2KfZhNmG2YLYsSDYudmE2Ykg2YbYudmFINiz2YrYrtix2KzZgyDZhdmGINin2YTZhdiz2KfYqNmC2KkuINin2YbZgtixINmE2Kcg2YTZhdiq2KfYqNi52Kkg2KfZhNmF2LPYp9io2YLYqS4iLz4NCgkJPHVpdGV4dCBuYW1lPSJJTkZPUk1BVElPTl9IMjY0X0ZMQVNIUExBWUVSIiB2YWx1ZT0i2YbYs9iu2KkgRmxhc2ggUGxheWVyICDYp9mE2YXYq9io2KrYqSDYrdin2YTZitin2Ysg2LnZhNmJINis2YfYp9iy2YMg2YTYpyDYqtiv2LnZhSDZh9iw2Kcg2KfZhNmB2YrYr9mK2YguINin2YbZgtixINi52YTZiSDZhdmG2LfZgtipINin2YTZgdmK2K/ZitmIINmE2KrZhtiy2YrZhCDYo9it2K/YqyDZhtiz2K7YqSDZhdmG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2KXYuNmH2KfYsSDYp9mE2LTYsdmK2Lcg2KfZhNis2KfZhtio2Yog2YTZhNmF2LTYp9ix2YPZitmGIi8+DQoJCTx1aXRleHQgbmFtZT0iTVVURSIgdmFsdWU9Iti12KfZhdiqIi8+DQoJCTx1aXRleHQgbmFtZT0iRE9DV1JBUF9USVRMRSIgdmFsdWU9Itin2YTZhdmE2YHYp9iqINin2YTZhdix2YHZgtipINmB2YogUHJlc2VudGVyIi8+DQoJCTx1aXRleHQgbmFtZT0iRE9DV1JBUF9NU0ciIHZhbHVlPSLYp9mE2K3Zgdi4INmB2Yog2KzZh9in2LIg2KfZhNmD2YXYqNmK2YjYqtixIi8+DQoJCTx1aXRleHQgbmFtZT0iRE9DV1JBUF9QUk9NUFQiIHZhbHVlPSLYp9mG2YLYsSDZh9mG2Kcg2YTZhNiq2YbYstmK2YQiLz4NCgk8L2xhbmd1YWdlPg0KCTxsYW5ndWFnZSBpZD0iZG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V2FybnVuZyBiZWltIMOWZmZuZW4gdm9uIEFubGFnZW4iLz4NCgkJPHVpdGV4dCBuYW1lPSJBVFRBQ0hNRU5UX1BSRVZJRVdfV0FSTklOR01TRyIgdmFsdWU9IkFuaMOkbmdlIGvDtm5uZW4gbmljaHQgaW0gVm9yc2NoYXUtTW9kdXMgZ2XDtmZmbmV0IHdlcmRlbi4gVmVyd2VuZGVuIFNpZSDigJ5WZXLDtmZmZW50bGljaGVu4oCcLCB1bSBkaWUgRXJnZWJuaXNzZSBhbnp1emVpZ2VuLiIvPg0KCQk8dWl0ZXh0IG5hbWU9IkNPTExBQl9MT0NBTF9QTEFZQkFDS19NU0ciIHZhbHVlPSJJbmhhbHQgd2lyZCBsb2thbCBnZXNwaWVsdC4gWnVzYW1tZW5hcmJlaXQgZnVua3Rpb25pZXJ0IGluIGRpZXNlbSBNb2R1cyBuaWNodC4iLz4NCgkJPHVpdGV4dCBuYW1lPSJDT0xMQUJfTE9DQUxfUExBWUJBQ0tfVElUTEUiIHZhbHVlPSJMb2thbGUgV2llZGVyZ2FiZSIvPg0KCQk8dWl0ZXh0IG5hbWU9IkNPTExBQl9MT0NBTF9QTEFZQkFDS0JUTiIgdmFsdWU9Ik9LIi8+DQoJCTx1aXRleHQgbmFtZT0iVU5OQU1FRFNMSURFVElUTEUiIHZhbHVlPSJGb2xpZSAlbiIvPg0KCQk8IS0tIHN1YnN0aXR1dGlvbjogJW4gPT0gc2xpZGUgbnVtYmVyIC0tPg0KCQk8IS0tIHN1YnN0aXR1dGlvbjogJXQgPT0gdG90YWwgc2xpZGUgY291bnQgLS0+DQoJCTx1aXRleHQgbmFtZT0iU0NSVUJCQVJTVEFUVVNfU0xJREVJTkZPIiB2YWx1ZT0iRm9saWUgJW4gLyAldCB8ICIvPg0KCQk8dWl0ZXh0IG5hbWU9IlNDUlVCQkFSU1RBVFVTX1NUT1BQRUQiIHZhbHVlPSJCZWVuZGV0Ii8+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+DQoJCTx1aXRleHQgbmFtZT0iU0NSVUJCQVJTVEFUVVNfUVVFU1RJT04iIHZhbHVlPSJGcmFnZSBiZWFudHdvcnRlbiIvPg0KCQk8dWl0ZXh0IG5hbWU9IlNDUlVCQkFSU1RBVFVTX1JFVklFV1FVSVoiIHZhbHVlPSJOb2NobWFscyBkdXJjaHNlaGVuIi8+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+DQoJCTx1aXRleHQgbmFtZT0iQklPV0lOX1RJVExFIiB2YWx1ZT0iU3ByZWNoZXI6ICVwIi8+DQoJCTx1aXRleHQgbmFtZT0iQklPQlROX1RJVExFIiB2YWx1ZT0iU3ByZWNoZXIiLz4NCgkJPHVpdGV4dCBuYW1lPSJESVZJREVSQlROX1RJVExFIiB2YWx1ZT0ifCIvPg0KCQk8dWl0ZXh0IG5hbWU9IkNPTlRBQ1RCVE5fVElUTEUiIHZhbHVlPSJLb250YWt0Ii8+DQoJCTx1aXRleHQgbmFtZT0iVEFCX1FVSVoiIHZhbHVlPSJRdWl6Ii8+DQoJCTx1aXRleHQgbmFtZT0iVEFCX09VVExJTkUiIHZhbHVlPSJTdHJ1a3R1ciIvPg0KCQk8dWl0ZXh0IG5hbWU9IlRBQl9USFVNQiIgdmFsdWU9Ik1pbmlhdHVyIi8+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HVpdGV4dCBuYW1lPSJDT1VSU0VfU1RBVFVTIiB2YWx1ZT0iTW9kdWxzdGF0dXMiLz4NCgkJPHVpdGV4dCBuYW1lPSJQQVNTRURfU1RSSU5HIiB2YWx1ZT0iRXJmb2xncmVpY2giLz4NCgkJPHVpdGV4dCBuYW1lPSJGQUlMRURfU1RSSU5HIiB2YWx1ZT0iRmVobGdlc2NobGFnZW4iLz4NCgkJPCEtLXF1aXogcG9kIGFuZCBtZXNzYWdlIGJveCB0ZXh0cy0tPg0KCQk8dWl0ZXh0IG5hbWU9IlFVSVpQT0RfUVVJWl9BVFRFTVBUIiB2YWx1ZT0iUXVpenZlcnN1Y2g6Ii8+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+DQoJCTx1aXRleHQgbmFtZT0iUVVJWlBPRF9RVUVTQVRNUFRfU1RSIiB2YWx1ZT0iVmVyc3VjaDogJW4gdm9uICV0Ii8+DQoJCTx1aXRleHQgbmFtZT0iUVVJWlBPRF9RVUVTVFlQRV9TVFIiIHZhbHVlPSJUeXA6ICVzIi8+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+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+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QXVzIi8+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+DQoJPGxhbmd1YWdlIGlkPSJm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VydGlzc2VtZW50IGNvbmNlcm5hbnQgbGEgcGnDqGNlIGpvaW50ZSIvPg0KCQk8dWl0ZXh0IG5hbWU9IkFUVEFDSE1FTlRfUFJFVklFV19XQVJOSU5HTVNHIiB2YWx1ZT0iTGVzIHBpw6hjZXMgam9pbnRlcyBuZSBwZXV2ZW50IHBhcyDDqnRyZSBvdXZlcnRlcyBlbiBtb2RlIEFwZXLDp3UuIFV0aWxpc2V6IGxhIHB1YmxpY2F0aW9uIHBvdXIgYWZmaWNoZXIgbGVzIHLDqXN1bHRhdHMuIi8+DQoJCTx1aXRleHQgbmFtZT0iQ09MTEFCX0xPQ0FMX1BMQVlCQUNLX01TRyIgdmFsdWU9IkxlIGNvbnRlbnUgZXN0IGx1IGxvY2FsZW1lbnQuIExhIGNvbGxhYm9yYXRpb24gbuKAmWVzdCBwYXMgcHJpc2UgZW4gY2hhcmdlIHBvdXIgY2UgbW9kZS4iLz4NCgkJPHVpdGV4dCBuYW1lPSJDT0xMQUJfTE9DQUxfUExBWUJBQ0tfVElUTEUiIHZhbHVlPSJMZWN0dXJlIGxvY2FsZSIvPg0KCQk8dWl0ZXh0IG5hbWU9IkNPTExBQl9MT0NBTF9QTEFZQkFDS0JUTiIgdmFsdWU9Ik9rIi8+DQoJCTx1aXRleHQgbmFtZT0iVU5OQU1FRFNMSURFVElUTEUiIHZhbHVlPSJEaWFwb3NpdGl2ZSAlbiIvPg0KCQk8IS0tIHN1YnN0aXR1dGlvbjogJW4gPT0gc2xpZGUgbnVtYmVyIC0tPg0KCQk8IS0tIHN1YnN0aXR1dGlvbjogJXQgPT0gdG90YWwgc2xpZGUgY291bnQgLS0+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+DQoJCTx1aXRleHQgbmFtZT0iU0NSVUJCQVJTVEFUVVNfVklEUExBWUlORyIgdmFsdWU9IkxlY3R1cmUgdmlkw6lvIGVuIGNvdXJzIi8+DQoJCTx1aXRleHQgbmFtZT0iU0NSVUJCQVJTVEFUVVNfTE9BRElORyIgdmFsdWU9IkNoYXJnZW1lbnQgZW4gY291cnMiLz4NCgkJPHVpdGV4dCBuYW1lPSJTQ1JVQkJBUlNUQVRVU19CVUZGRVJJTkciIHZhbHVlPSJNaXNlIGVuIG3DqW1vaXJlIi8+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+DQoJCTx1aXRleHQgbmFtZT0iRUxBUFNFRCIgdmFsdWU9IiVtIG1pbnV0ZXMgJXMgc2Vjb25kZXMgcmVzdGFudGVzIi8+DQoJCTx1aXRleHQgbmFtZT0iTk9URk9VTkQiIHZhbHVlPSJSaWVuIHRyb3V2w6kiLz4NCgkJPHVpdGV4dCBuYW1lPSJBVFRBQ0hNRU5UUyIgdmFsdWU9IlBpw6hjZXMgam9pbnRlcyIvPg0KCQk8IS0tIHN1YnN0aXR1dGlvbjogJXAgPT0gY3VycmVudCBzcGVha2VyJ3MgdGl0bGUgLS0+DQoJCTx1aXRleHQgbmFtZT0iQklPV0lOX1RJVExFIiB2YWx1ZT0iQmlvIDogJXAiLz4NCgkJPHVpdGV4dCBuYW1lPSJCSU9CVE5fVElUTEUiIHZhbHVlPSJCaW8gOiIvPg0KCQk8dWl0ZXh0IG5hbWU9IkRJVklERVJCVE5fVElUTEUiIHZhbHVlPSJ8Ii8+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+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HVpdGV4dCBuYW1lPSJDT1VSU0VfU1RBVFVTIiB2YWx1ZT0iU3RhdHV0IGR1IG1vZHVsZSIvPg0KCQk8dWl0ZXh0IG5hbWU9IlBBU1NFRF9TVFJJTkciIHZhbHVlPSJSw6l1c3NpIi8+DQoJCTx1aXRleHQgbmFtZT0iRkFJTEVEX1NUUklORyIgdmFsdWU9IkVjaG91w6kiLz4NCgkJPCEtLXF1aXogcG9kIGFuZCBtZXNzYWdlIGJveCB0ZXh0cy0tPg0KCQk8dWl0ZXh0IG5hbWU9IlFVSVpQT0RfUVVJWl9BVFRFTVBUIiB2YWx1ZT0iVGVudGF0aXZlIGRlIHF1ZXN0aW9ubmFpcmUgOiIvPg0KCQk8dWl0ZXh0IG5hbWU9IlFVSVpQT0RfUVVJWl9BVFRFTVBUX1ZBTFVFIiB2YWx1ZT0iJW4gc3VyICV0Ii8+DQoJCTx1aXRleHQgbmFtZT0iUVVJWlBPRF9RVUlaX1NDT1JFIiB2YWx1ZT0iTm90ZSBvYnRlbnVlIDoiLz4NCgkJPHVpdGV4dCBuYW1lPSJRVUlaUE9EX1FVSVpfUEFTU1NDT1JFIiB2YWx1ZT0iTm90ZSBkJ2FkbWlzc2liaWxpdMOpwqA6Ii8+DQoJCTx1aXRleHQgbmFtZT0iUVVJWlBPRF9RVUlaX01BWFNDT1JFIiB2YWx1ZT0iTm90ZSBtYXhpbWFsZSA6Ii8+DQoJCTx1aXRleHQgbmFtZT0iUVVJWlBPRF9RVUVTQVRNUFRfU1RSIiB2YWx1ZT0iVGVudGF0aXZlIDogJW4gc3VyICV0Ii8+DQoJCTx1aXRleHQgbmFtZT0iUVVJWlBPRF9RVUVTVFlQRV9TVFIiIHZhbHVlPSJUeXBlOiAlcyIvPg0KCQk8dWl0ZXh0IG5hbWU9IlFVSVpQT0RfUVVFU1RZUEVfR1JEIiB2YWx1ZT0iTm90w6kiLz4NCgkJPHVpdGV4dCBuYW1lPSJRVUlaUE9EX1FVRVNUWVBFX1NWWSIgdmFsdWU9IkVucXXDqnRlIi8+DQoJCTx1aXRleHQgbmFtZT0iUVVJWlBPRF9RVUlaQVRNUFRfSU5GIiB2YWx1ZT0iSWxsaW1pdMOpIi8+DQoJCTx1aXRleHQgbmFtZT0iUVVJWlBPRF9RVUVTQVRNUFRfSU5GIiB2YWx1ZT0iSWxsaW1pdMOpIi8+DQoJCTx1aXRleHQgbmFtZT0iV0FSTklOR01TR19ZRVNTVFJJTkciIHZhbHVlPSJPdWkiLz4NCgkJPHVpdGV4dCBuYW1lPSJXQVJOSU5HTVNHX05PU1RSSU5HIiB2YWx1ZT0iTm9uIi8+DQoJCTx1aXRleHQgbmFtZT0iV0FSTklOR01TR19USVRMRVNUUklORyIgdmFsdWU9IkF2ZXJ0aXNzZW1lbnQgZGUgbmF2aWdhdGlvbiBkdSBxdWVzdGlvbm5haXJlIi8+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+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+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+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+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+DQoJCTx1aWZvbnQgbmFtZT0iRk9OVF9QUkVTRU5URVJUSVRMRSIgdmFsdWU9IlZlcmRhbmEsMTE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ua3u+S7mOODleOCoeOCpOODq+itpuWRiiIvPg0KCQk8dWl0ZXh0IG5hbWU9IkFUVEFDSE1FTlRfUFJFVklFV19XQVJOSU5HTVNHIiB2YWx1ZT0i5re75LuY44OV44Kh44Kk44Or44Gv44OX44Os44OT44Ol44O844Oi44O844OJ44Gn44Gv6ZaL44GN44G+44Gb44KT44CC44OR44OW44Oq44OD44K344Ol44KS5L2/55So44GX44Gm57WQ5p6c44KS6KGo56S644GX44Gm44GP44Gg44GV44GE44CCIi8+DQoJCTx1aXRleHQgbmFtZT0iQ09MTEFCX0xPQ0FMX1BMQVlCQUNLX01TRyIgdmFsdWU9IuOCs+ODs+ODhuODs+ODhOOBr+ODreODvOOCq+ODq+OBp+WGjeeUn+OBleOCjOOBpuOBhOOBvuOBmeOAguOBk+OBruODouODvOODieOBp+OBr+WFseWQjOS9nOalreOBp+OBjeOBvuOBm+OCk+OAgiIvPg0KCQk8dWl0ZXh0IG5hbWU9IkNPTExBQl9MT0NBTF9QTEFZQkFDS19USVRMRSIgdmFsdWU9IuODreODvOOCq+ODq+WGjeeUnyIvPg0KCQk8dWl0ZXh0IG5hbWU9IkNPTExBQl9MT0NBTF9QTEFZQkFDS0JUTiIgdmFsdWU9Ik9LIi8+DQoJCTx1aXRleHQgbmFtZT0iVU5OQU1FRFNMSURFVElUTEUiIHZhbHVlPSLjgrnjg6njgqTjg4kgOiAlbiIvPg0KCQk8IS0tIHN1YnN0aXR1dGlvbjogJW4gPT0gc2xpZGUgbnVtYmVyIC0tPg0KCQk8IS0tIHN1YnN0aXR1dGlvbjogJXQgPT0gdG90YWwgc2xpZGUgY291bnQgLS0+DQoJCTx1aXRleHQgbmFtZT0iU0NSVUJCQVJTVEFUVVNfU0xJREVJTkZPIiB2YWx1ZT0i44K544Op44Kk44OJIDogJW4gLyAldCB8ICIvPg0KCQk8dWl0ZXh0IG5hbWU9IlNDUlVCQkFSU1RBVFVTX1NUT1BQRUQiIHZhbHVlPSLlgZzmraIiLz4NCgkJPHVpdGV4dCBuYW1lPSJTQ1JVQkJBUlNUQVRVU19QTEFZSU5HIiB2YWx1ZT0i5YaN55Sf5LitIi8+DQoJCTx1aXRleHQgbmFtZT0iU0NSVUJCQVJTVEFUVVNfTk9BVURJTyIgdmFsdWU9Iumfs+WjsOOBquOBlyIvPg0KCQk8dWl0ZXh0IG5hbWU9IlNDUlVCQkFSU1RBVFVTX1ZJRFBMQVlJTkciIHZhbHVlPSLjg5Pjg4fjgqrlho3nlJ/kuK0iLz4NCgkJPHVpdGV4dCBuYW1lPSJTQ1JVQkJBUlNUQVRVU19MT0FESU5HIiB2YWx1ZT0i44Ot44O844OJ5LitIi8+DQoJCTx1aXRleHQgbmFtZT0iU0NSVUJCQVJTVEFUVVNfQlVGRkVSSU5HIiB2YWx1ZT0i44OQ44OD44OV44Kh5LitIi8+DQoJCTx1aXRleHQgbmFtZT0iU0NSVUJCQVJTVEFUVVNfUVVFU1RJT04iIHZhbHVlPSLos6rllY/jgavnrZTjgYjjgabkuIvjgZXjgYQiLz4NCgkJPHVpdGV4dCBuYW1lPSJTQ1JVQkJBUlNUQVRVU19SRVZJRVdRVUlaIiB2YWx1ZT0i44Kv44Kk44K644KS44Os44OT44Ol44O844GX44Gm44GE44G+44GZIi8+DQoJCTwhLS0gc3Vic3RpdHV0aW9uOiAlbSA9PSBtaW51dGVzIHJlbWFpbmluZyAtLT4NCgkJPCEtLSBzdWJzdGl0dXRpb246ICVzID09IHNlY29uZHMgcmVtYWluaW5nIC0tPg0KCQk8dWl0ZXh0IG5hbWU9IkVMQVBTRUQiIHZhbHVlPSLmrovjgoogOiAlbSDliIYgJXMg56eSIi8+DQoJCTx1aXRleHQgbmFtZT0iTk9URk9VTkQiIHZhbHVlPSLkvZXjgoLopovjgaTjgYvjgorjgb7jgZvjgpMiLz4NCgkJPHVpdGV4dCBuYW1lPSJBVFRBQ0hNRU5UUyIgdmFsdWU9Iua3u+S7mCIvPg0KCQk8IS0tIHN1YnN0aXR1dGlvbjogJXAgPT0gY3VycmVudCBzcGVha2VyJ3MgdGl0bGUgLS0+DQoJCTx1aXRleHQgbmFtZT0iQklPV0lOX1RJVExFIiB2YWx1ZT0i57WM5q20IDogJXAiLz4NCgkJPHVpdGV4dCBuYW1lPSJCSU9CVE5fVElUTEUiIHZhbHVlPSLntYzmrbQiLz4NCgkJPHVpdGV4dCBuYW1lPSJESVZJREVSQlROX1RJVExFIiB2YWx1ZT0ifCIvPg0KCQk8dWl0ZXh0IG5hbWU9IkNPTlRBQ1RCVE5fVElUTEUiIHZhbHVlPSLjgYrllY/jgYTlkIjjgo/jgZsiLz4NCgkJPHVpdGV4dCBuYW1lPSJUQUJfUVVJWiIgdmFsdWU9IuOCr+OCpOOCuiIvPg0KCQk8dWl0ZXh0IG5hbWU9IlRBQl9PVVRMSU5FIiB2YWx1ZT0i44Ki44Km44OI44Op44Kk44OzIi8+DQoJCTx1aXRleHQgbmFtZT0iVEFCX1RIVU1CIiB2YWx1ZT0i44K144Og44ON44O844OrIi8+DQoJCTx1aXRleHQgbmFtZT0iVEFCX05PVEVTIiB2YWx1ZT0i44OO44O844OIIi8+DQoJCTx1aXRleHQgbmFtZT0iVEFCX1NFQVJDSCIgdmFsdWU9IuaknOe0oiIvPg0KCQk8dWl0ZXh0IG5hbWU9IlNMSURFX0hFQURJTkciIHZhbHVlPSLjgrnjg6njgqTjg4njgr/jgqTjg4jjg6siLz4NCgkJPHVpdGV4dCBuYW1lPSJEVVJBVElPTl9IRUFESU5HIiB2YWx1ZT0i6ZW344GVIi8+DQoJCTx1aXRleHQgbmFtZT0iU0VBUkNIX0hFQURJTkciIHZhbHVlPSLmpJzntKLjgZnjgovjg4bjgq3jgrnjg4ggOiAiLz4NCgkJPHVpdGV4dCBuYW1lPSJUSFVNQl9IRUFESU5HIiB2YWx1ZT0i44K544Op44Kk44OJIi8+DQoJCTx1aXRleHQgbmFtZT0iVEhVTUJfSU5GTyIgdmFsdWU9IuOCueODqeOCpOODieOCv+OCpOODiOODqyAvIOmVt+OBlSIvPg0KCQk8dWl0ZXh0IG5hbWU9IkFUVEFDSE5BTUVfSEVBRElORyIgdmFsdWU9IuODleOCoeOCpOODq+WQjSIvPg0KCQk8dWl0ZXh0IG5hbWU9IkFUVEFDSFNJWkVfSEVBRElORyIgdmFsdWU9IuOCteOCpOOCuiIvPg0KCQk8dWl0ZXh0IG5hbWU9IlNMSURFX05PVEVTIiB2YWx1ZT0i44K544Op44Kk44OJ44OO44O844OIIi8+DQoJCTx1aXRleHQgbmFtZT0iQ09VUlNFX1NUQVRVUyIgdmFsdWU9IuODouOCuOODpeODvOODq+OCueODhuODvOOCv+OCuSIvPg0KCQk8dWl0ZXh0IG5hbWU9IlBBU1NFRF9TVFJJTkciIHZhbHVlPSLlkIjmoLwiLz4NCgkJPHVpdGV4dCBuYW1lPSJGQUlMRURfU1RSSU5HIiB2YWx1ZT0i5LiN5ZCI5qC8Ii8+DQoJCTwhLS1xdWl6IHBvZCBhbmQgbWVzc2FnZSBib3ggdGV4dHMtLT4NCgkJPHVpdGV4dCBuYW1lPSJRVUlaUE9EX1FVSVpfQVRURU1QVCIgdmFsdWU9IuOCr+OCpOOCuuippuihjOWbnuaVsCA6ICIvPg0KCQk8dWl0ZXh0IG5hbWU9IlFVSVpQT0RfUVVJWl9BVFRFTVBUX1ZBTFVFIiB2YWx1ZT0iJW4gLyAldCIvPg0KCQk8dWl0ZXh0IG5hbWU9IlFVSVpQT0RfUVVJWl9TQ09SRSIgdmFsdWU9IuOCueOCs+OCoiA6ICIvPg0KCQk8dWl0ZXh0IG5hbWU9IlFVSVpQT0RfUVVJWl9QQVNTU0NPUkUiIHZhbHVlPSLlkIjmoLzngrkgOiIvPg0KCQk8dWl0ZXh0IG5hbWU9IlFVSVpQT0RfUVVJWl9NQVhTQ09SRSIgdmFsdWU9IuacgOmrmOW+l+eCuSA6ICIvPg0KCQk8dWl0ZXh0IG5hbWU9IlFVSVpQT0RfUVVFU0FUTVBUX1NUUiIgdmFsdWU9IuippuihjOWbnuaVsCA6ICVuIC8gJXQiLz4NCgkJPHVpdGV4dCBuYW1lPSJRVUlaUE9EX1FVRVNUWVBFX1NUUiIgdmFsdWU9IuOCv+OCpOODlyA6ICVzIi8+DQoJCTx1aXRleHQgbmFtZT0iUVVJWlBPRF9RVUVTVFlQRV9HUkQiIHZhbHVlPSLoqZXkvqEiLz4NCgkJPHVpdGV4dCBuYW1lPSJRVUlaUE9EX1FVRVNUWVBFX1NWWSIgdmFsdWU9IuOCouODs+OCseODvOODiCIvPg0KCQk8dWl0ZXh0IG5hbWU9IlFVSVpQT0RfUVVJWkFUTVBUX0lORiIgdmFsdWU9IueEoeWItumZkCIvPg0KCQk8dWl0ZXh0IG5hbWU9IlFVSVpQT0RfUVVFU0FUTVBUX0lORiIgdmFsdWU9IueEoeWItumZkCIvPg0KCQk8dWl0ZXh0IG5hbWU9IldBUk5JTkdNU0dfWUVTU1RSSU5HIiB2YWx1ZT0i44Gv44GEIi8+DQoJCTx1aXRleHQgbmFtZT0iV0FSTklOR01TR19OT1NUUklORyIgdmFsdWU9IuOBhOOBhOOBiCIvPg0KCQk8dWl0ZXh0IG5hbWU9IldBUk5JTkdNU0dfVElUTEVTVFJJTkciIHZhbHVlPSLjgq/jgqTjgrrjga7jg4rjg5PjgrLjg7zjgrfjg6fjg7PjgavplqLjgZnjgovorablkYoiLz4NCgkJPHVpdGV4dCBuYW1lPSJXQVJOSU5HTVNHX01TR1NUUklORyIgdmFsdWU9IuOBk+OBruOCr+OCpOOCuuOBq+OBr+OAgeOBvuOBoOino+etlOOBl+OBpuOBhOOBquOBhOizquWVj+OBjOOBguOCiuOBvuOBmeOAgiYjeEE7JiN4QTsg44Kv44Kk44K644KS57WC5LqG44GZ44KL44Gr44Gv44CB44CM44Gv44GE44CN44KS44Kv44Oq44OD44Kv44GX44G+44GZ44CC44Kv44Kk44K644KS57aa6KGM44GZ44KL44Gr44Gv44CB44CM44GE44GE44GI44CN44KS44Kv44Oq44OD44Kv44GX44G+44GZ44CCIi8+DQoJCTx1aXRleHQgbmFtZT0iSU5GT1JNQVRJT05fSDI2NF9GTEFTSFBMQVlFUiIgdmFsdWU9IuOBiuS9v+OBhOOBruOCs+ODs+ODlOODpeODvOOCv+OBq+ePvuWcqOOCpOODs+OCueODiOODvOODq+OBleOCjOOBpuOBhOOCiyBGbGFzaCBQbGF5ZXIg44Gu44OQ44O844K444On44Oz44Gv44CB44GT44Gu44OT44OH44Kq44KS44K144Od44O844OI44GX44Gm44GE44G+44Gb44KT44CC5pyA5paw44GuIEZsYXNoIFBsYXllciDjgpLjg4Djgqbjg7Pjg63jg7zjg4njgZnjgovjgavjga/jgIHjg5Pjg4fjgqrpoJjln5/jgpLjgq/jg6rjg4Pjgq/jgZfjgabjgY/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+C5Yqg6ICF44Gr6KaL44Gb44KLIi8+DQoJCTx1aXRleHQgbmFtZT0iTVVURSIgdmFsdWU9IuODn+ODpeODvOODiCIvPg0KCQk8dWl0ZXh0IG5hbWU9IkRPQ1dSQVBfVElUTEUiIHZhbHVlPSJQcmVzZW50ZXIg5re75LuY44OV44Kh44Kk44OrIi8+DQoJCTx1aXRleHQgbmFtZT0iRE9DV1JBUF9NU0ciIHZhbHVlPSLjg57jgqTjgrPjg7Pjg5Tjg6Xjg7zjgr/jgavkv53lrZgiLz4NCgkJPHVpdGV4dCBuYW1lPSJET0NXUkFQX1BST01QVCIgdmFsdWU9IuOCr+ODquODg+OCr+OBl+OBpuODgOOCpuODs+ODreODvOODiSIvPg0KCTwvbGFuZ3VhZ2U+DQoJPGxhbmd1YWdlIGlkPSJrbyI+DQoJCTwhLS0gZm9ybWF0IGZvciB1aWZvbnQgdmFsdWUgaXMgImZvbnQsc2l6ZSxpc2JvbGQsaXNpdGFsaWMsaXNzaGFkb3dlZCIgLS0+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+DQoJCTx1aWZvbnQgbmFtZT0iRk9OVF9FTEFQU0VEVElNRSIgdmFsdWU9IlZlcmRhbmEsMTEsdHJ1ZSxmYWxzZSxmYWxzZSIvPg0KCQk8dWlmb250IG5hbWU9IkZPTlRfVVRJTFNNRU5VIiB2YWx1ZT0iVmVyZGFuYSw5LHRydWUsZmFsc2UsZmFsc2UiLz4NCgkJPHVpZm9udCBuYW1lPSJGT05UX1RBQlMiIHZhbHVlPSJWZXJkYW5hLDExLGZhbHNlLGZhbHNlLGZhbHNlIi8+DQoJCTx1aWZvbnQgbmFtZT0iRk9OVF9QUkVTRU5UQVRJT05OQU1FIiB2YWx1ZT0iVmVyZGFuYSwxNSxmYWxzZSxmYWxzZSx0cnVlIi8+DQoJCTx1aWZvbnQgbmFtZT0iRk9OVF9QUkVTRU5URVJOQU1FIiB2YWx1ZT0iVmVyZGFuYSwxNSx0cnVlLGZhbHNlLHRydWUiLz4NCgkJPHVpZm9udCBuYW1lPSJGT05UX1BSRVNFTlRFUlRJVExFIiB2YWx1ZT0iVmVyZGFuYSwxMSxmYWxzZSxmYWxzZSx0cnVlIi8+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MTEsZmFsc2UsZmFsc2UsdHJ1ZSIvPg0KCQk8dWlmb250IG5hbWU9IkZPTlRfQklPV0lOIiB2YWx1ZT0iVmVyZGFuYSwxMSxmYWxzZSxmYWxzZSxmYWxzZSIvPg0KCQk8dWlmb250IG5hbWU9IkZPTlRfTElTVEhFQURJTkciIHZhbHVlPSJWZXJkYW5hLDExLGZhbHNlLGZhbHNlLGZhbHNlIi8+DQoJCTx1aWZvbnQgbmFtZT0iRk9OVF9XSU5USVRMRSIgdmFsdWU9IlZlcmRhbmEsMTE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7LKo67aAIO2MjOydvCDqsr3qs6AiLz4NCgkJPHVpdGV4dCBuYW1lPSJBVFRBQ0hNRU5UX1BSRVZJRVdfV0FSTklOR01TRyIgdmFsdWU9IuuvuOumrOuztOq4sCDrqqjrk5zsl5DshJzripQg7LKo67aAIO2MjOydvOydtCDsl7Trpqzsp4Ag7JWK7Iq164uI64ukLiDqsrDqs7zrpbwg67O066Ck66m0IOqyjOyLnCDquLDriqXsnYQg7IKs7Jqp7ZWY7Iut7Iuc7JikLiIvPg0KCQk8dWl0ZXh0IG5hbWU9IkNPTExBQl9MT0NBTF9QTEFZQkFDS19NU0ciIHZhbHVlPSLsvZjthZDtirjqsIAg66Gc7Lus7JeQ7IScIOyerOyDnSDspJHsnoXri4jri6QuIOydtCDrqqjrk5zsl5DshJzripQg6rO164+ZIOyekeyXheydhCDsiJjtlontlaAg7IiYIOyXhuyKteuLiOuLpC4iLz4NCgkJPHVpdGV4dCBuYW1lPSJDT0xMQUJfTE9DQUxfUExBWUJBQ0tfVElUTEUiIHZhbHVlPSLroZzsu6wg7J6s7IOdIi8+DQoJCTx1aXRleHQgbmFtZT0iQ09MTEFCX0xPQ0FMX1BMQVlCQUNLQlROIiB2YWx1ZT0i7ZmV7J24Ii8+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+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+DQoJCTwhLS0gc3Vic3RpdHV0aW9uOiAlcyA9PSBzZWNvbmRzIHJlbWFpbmluZyAtLT4NCgkJPHVpdGV4dCBuYW1lPSJFTEFQU0VEIiB2YWx1ZT0iJW3rtoQgJXPstIgg64Ko7J2MIi8+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+DQoJCTx1aXRleHQgbmFtZT0iQklPQlROX1RJVExFIiB2YWx1ZT0i6rK966ClIOyGjOqwnCIvPg0KCQk8dWl0ZXh0IG5hbWU9IkRJVklERVJCVE5fVElUTEUiIHZhbHVlPSJ8Ii8+DQoJCTx1aXRleHQgbmFtZT0iQ09OVEFDVEJUTl9USVRMRSIgdmFsdWU9IuyXsOudveyymCIvPg0KCQk8dWl0ZXh0IG5hbWU9IlRBQl9RVUlaIiB2YWx1ZT0i7YC07KaIIi8+DQoJCTx1aXRleHQgbmFtZT0iVEFCX09VVExJTkUiIHZhbHVlPSLqsJzsmpQiLz4NCgkJPHVpdGV4dCBuYW1lPSJUQUJfVEhVTUIiIHZhbHVlPSLstpXshoztjJAiLz4NCgkJPHVpdGV4dCBuYW1lPSJUQUJfTk9URVMiIHZhbHVlPSLrhbjtirgiLz4NCgkJPHVpdGV4dCBuYW1lPSJUQUJfU0VBUkNIIiB2YWx1ZT0i6rKA7IOJIi8+DQoJCTx1aXRleHQgbmFtZT0iU0xJREVfSEVBRElORyIgdmFsdWU9IuyKrOudvOydtOuTnCDsoJzrqqkiLz4NCgkJPHVpdGV4dCBuYW1lPSJEVVJBVElPTl9IRUFESU5HIiB2YWx1ZT0i7J6s7IOd7Iuc6rCEIi8+DQoJCTx1aXRleHQgbmFtZT0iU0VBUkNIX0hFQURJTkciIHZhbHVlPSLthY3siqTtirgg6rKA7IOJOiIvPg0KCQk8dWl0ZXh0IG5hbWU9IlRIVU1CX0hFQURJTkciIHZhbHVlPSLsiqzrnbzsnbTrk5wiLz4NCgkJPHVpdGV4dCBuYW1lPSJUSFVNQl9JTkZPIiB2YWx1ZT0i7KCc66qpL+yerOyDneyLnOqwhCIvPg0KCQk8dWl0ZXh0IG5hbWU9IkFUVEFDSE5BTUVfSEVBRElORyIgdmFsdWU9Iu2MjOydvCDsnbTrpoQiLz4NCgkJPHVpdGV4dCBuYW1lPSJBVFRBQ0hTSVpFX0hFQURJTkciIHZhbHVlPSLtgazquLAiLz4NCgkJPHVpdGV4dCBuYW1lPSJTTElERV9OT1RFUyIgdmFsdWU9IuyKrOudvOydtOuTnCDrhbjtirgiLz4NCgkJPHVpdGV4dCBuYW1lPSJDT1VSU0VfU1RBVFVTIiB2YWx1ZT0i66qo65OIIOyDge2DnCIvPg0KCQk8dWl0ZXh0IG5hbWU9IlBBU1NFRF9TVFJJTkciIHZhbHVlPSLtlanqsqkiLz4NCgkJPHVpdGV4dCBuYW1lPSJGQUlMRURfU1RSSU5HIiB2YWx1ZT0i67aI7ZWp6rKpIi8+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+DQoJCTx1aXRleHQgbmFtZT0iUVVJWlBPRF9RVUlaX1BBU1NTQ09SRSIgdmFsdWU9Iu2GteqzvCDsoJDsiJg6Ii8+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+E7ZWY7KeAIOyViuydgCDsp4jrrLjsnbQg7J6I7Iq164uI64ukLiYjeEE7JiN4QTvtgLTspojrpbwg7KKF66OM7ZWY66Ck66m0IFvsmIhd66W8IO2BtOumre2VmOqzoCwg7YC07KaI66W8IOqzhOyGje2VmOugpOuptCBb7JWE64uI7JikXeulvCDtgbTrpq3tlZjsi63si5zsmKQuIi8+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+DQoJCTx1aXRleHQgbmFtZT0iRE9DV1JBUF9QUk9NUFQiIHZhbHVlPSLtgbTrpq3tlZjsl6wg64uk7Jq066Gc65OcIi8+DQoJPC9sYW5ndWFnZT4NCgk8bGFuZ3VhZ2UgaWQ9ImVz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2aXNvIGRlIGFyY2hpdm8gYWRqdW50byIvPg0KCQk8dWl0ZXh0IG5hbWU9IkFUVEFDSE1FTlRfUFJFVklFV19XQVJOSU5HTVNHIiB2YWx1ZT0iTm8gZXMgcG9zaWJsZSBhYnJpciBsb3MgYXJjaGl2b3MgYWRqdW50b3MgZW4gZWwgbW9kbyBkZSBwcmV2aXN1YWxpemFjacOzbi4gVXNlIFB1YmxpY2FyIHBhcmEgdmVyIGxvcyByZXN1bHRhZG9zLiIvPg0KCQk8dWl0ZXh0IG5hbWU9IkNPTExBQl9MT0NBTF9QTEFZQkFDS19NU0ciIHZhbHVlPSJFbCBjb250ZW5pZG8gc2UgZXN0w6EgcmVwcm9kdWNpZW5kbyBsb2NhbG1lbnRlLiBMYSBjb2xhYm9yYWNpw7NuIG5vIGZ1bmNpb25hIGVuIGVzdGUgbW9kby4iLz4NCgkJPHVpdGV4dCBuYW1lPSJDT0xMQUJfTE9DQUxfUExBWUJBQ0tfVElUTEUiIHZhbHVlPSJSZXByb2R1Y2Npw7NuIGxvY2FsIi8+DQoJCTx1aXRleHQgbmFtZT0iQ09MTEFCX0xPQ0FMX1BMQVlCQUNLQlROIiB2YWx1ZT0iT2siLz4NCgkJPHVpdGV4dCBuYW1lPSJVTk5BTUVEU0xJREVUSVRMRSIgdmFsdWU9IkRpYXBvc2l0aXZhICVu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RldGVuaWRhIi8+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+DQoJCTx1aXRleHQgbmFtZT0iU0NSVUJCQVJTVEFUVVNfUkVWSUVXUVVJWiIgdmFsdWU9IlJldmlzYW5kbyBwcnVlYmEiLz4NCgkJPCEtLSBzdWJzdGl0dXRpb246ICVtID09IG1pbnV0ZXMgcmVtYWluaW5nIC0tPg0KCQk8IS0tIHN1YnN0aXR1dGlvbjogJXMgPT0gc2Vjb25kcyByZW1haW5pbmcgLS0+DQoJCTx1aXRleHQgbmFtZT0iRUxBUFNFRCIgdmFsdWU9IiVtIG1pbnV0b3MgJXMgc2VndW5kb3MgcmVzdGFudGVzIi8+DQoJCTx1aXRleHQgbmFtZT0iTk9URk9VTkQiIHZhbHVlPSJObyBzZSBoYSBlbmNvbnRyYWRvIG5hZGEiLz4NCgkJPHVpdGV4dCBuYW1lPSJBVFRBQ0hNRU5UUyIgdmFsdWU9IkFyY2hpdm9zIGFkanVudG9zIi8+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+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+DQoJCTx1aXRleHQgbmFtZT0iQVRUQUNIU0laRV9IRUFESU5HIiB2YWx1ZT0iVGFtYcOxbyIvPg0KCQk8dWl0ZXh0IG5hbWU9IlNMSURFX05PVEVTIiB2YWx1ZT0iTm90YXMgZGUgZGlhcG9zaXRpdmEiLz4NCgkJPHVpdGV4dCBuYW1lPSJDT1VSU0VfU1RBVFVTIiB2YWx1ZT0iRXN0YWRvIGRlIG1vZHVsbyIvPg0KCQk8dWl0ZXh0IG5hbWU9IlBBU1NFRF9TVFJJTkciIHZhbHVlPSJBcHJvYmFkbyIvPg0KCQk8dWl0ZXh0IG5hbWU9IkZBSUxFRF9TVFJJTkciIHZhbHVlPSJTdXNwZW5zbyIvPg0KCQk8IS0tcXVpeiBwb2QgYW5kIG1lc3NhZ2UgYm94IHRleHRzLS0+DQoJCTx1aXRleHQgbmFtZT0iUVVJWlBPRF9RVUlaX0FUVEVNUFQiIHZhbHVlPSJJbnRlbnRvIGRlIHBydWViYToiLz4NCgkJPHVpdGV4dCBuYW1lPSJRVUlaUE9EX1FVSVpfQVRURU1QVF9WQUxVRSIgdmFsdWU9IiVuIGRlICV0Ii8+DQoJCTx1aXRleHQgbmFtZT0iUVVJWlBPRF9RVUlaX1NDT1JFIiB2YWx1ZT0iUHVudHVhY2nDs246Ii8+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+DQoJCTx1aXRleHQgbmFtZT0iV0FSTklOR01TR19ZRVNTVFJJTkciIHZhbHVlPSJTw60iLz4NCgkJPHVpdGV4dCBuYW1lPSJXQVJOSU5HTVNHX05PU1RSSU5HIiB2YWx1ZT0iTm8iLz4NCgkJPHVpdGV4dCBuYW1lPSJXQVJOSU5HTVNHX1RJVExFU1RSSU5HIiB2YWx1ZT0iQXZpc28gZGUgbmF2ZWdhY2nDs24gZGUgcHJ1ZWJhIi8+DQoJCTx1aXRleHQgbmFtZT0iV0FSTklOR01TR19NU0dTVFJJTkciIHZhbHVlPSJIYXkgcHJlZ3VudGFzIHNpbiBpbnRlbnRvcyBlbiBlc3RhIHBydWViYS4mI3hBOyYjeEE7UGFyYSBzYWxpciBkZSBsYSBwcnVlYmEsIGhhZ2EgY2xpYyBlbiBTw60uIFBhcmEgY29udGludWFyLCBoYWdhIGNsaWMgZW4gTm8uIi8+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+DQoJCTwhLS0gc3Vic3RpdHV0aW9uOiAlbiA9PSBzbGlkZSBudW1iZXIgLS0+DQoJCTx1aXRleHQgbmFtZT0iQk9PS01BUktTTElERSIgdmFsdWU9IkFkb2JlIFByZXNlbnRlcjogJXAgJXMiLz4NCgkJPHVpdGV4dCBuYW1lPSJTSE9XU0lERUJBUiIgdmFsdWU9Ik1vc3RyYXIgYmFycmEgbGF0ZXJhbCBhIGxvcyBwYXJ0aWNpcGFudGVzIi8+DQoJCTx1aXRleHQgbmFtZT0iTVVURSIgdmFsdWU9Ik11ZG8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+DQoJPGxhbmd1YWdlIGlkPSJwd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lzbyBkZSBhbmV4byIvPg0KCQk8dWl0ZXh0IG5hbWU9IkFUVEFDSE1FTlRfUFJFVklFV19XQVJOSU5HTVNHIiB2YWx1ZT0iT3MgYW5leG9zIG7Do28gc8OjbyBhYmVydG9zIG5vIG1vZG8gZGUgVmlzdWFsaXphw6fDo28uIFVzZSBvIGNvbWFuZG8gZGUgcHVibGljYcOnw6NvIHBhcmEgdmVyIG9zIHJlc3VsdGFkb3MuIi8+DQoJCTx1aXRleHQgbmFtZT0iQ09MTEFCX0xPQ0FMX1BMQVlCQUNLX01TRyIgdmFsdWU9Ik8gY29udGXDumRvIGVzdMOhIHNlbmRvIHJlcHJvZHV6aWRvIGxvY2FsbWVudGUuQSBjb2xhYm9yYcOnw6NvIG7Do28gZnVuY2lvbmEgbmVzdGUgbW9kby4iLz4NCgkJPHVpdGV4dCBuYW1lPSJDT0xMQUJfTE9DQUxfUExBWUJBQ0tfVElUTEUiIHZhbHVlPSJSZXByb2R1w6fDo28gbG9jYWwiLz4NCgkJPHVpdGV4dCBuYW1lPSJDT0xMQUJfTE9DQUxfUExBWUJBQ0tCVE4iIHZhbHVlPSJPayIv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+DQoJCTx1aXRleHQgbmFtZT0iU0NSVUJCQVJTVEFUVVNfUExBWUlORyIgdmFsdWU9IlJlcHJvZHV6aW5kbyIvPg0KCQk8dWl0ZXh0IG5hbWU9IlNDUlVCQkFSU1RBVFVTX05PQVVESU8iIHZhbHVlPSJTZW0gw6F1ZGlvIi8+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+DQoJCTx1aXRleHQgbmFtZT0iU0NSVUJCQVJTVEFUVVNfUkVWSUVXUVVJWiIgdmFsdWU9IlJldmlzYW5kbyBxdWVzdGlvbsOhcmlvIi8+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+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+DQoJCTx1aXRleHQgbmFtZT0iVEFCX1FVSVoiIHZhbHVlPSJRdWVzdC4iLz4NCgkJPHVpdGV4dCBuYW1lPSJUQUJfT1VUTElORSIgdmFsdWU9IkVzcXVlbWEiLz4NCgkJPHVpdGV4dCBuYW1lPSJUQUJfVEhVTUIiIHZhbHVlPSJNaW5pIi8+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+DQoJCTx1aXRleHQgbmFtZT0iQ09VUlNFX1NUQVRVUyIgdmFsdWU9IlN0YXR1cyBkbyBtw7NkdWxvIi8+DQoJCTx1aXRleHQgbmFtZT0iUEFTU0VEX1NUUklORyIgdmFsdWU9IkFwcm92YWRvIi8+DQoJCTx1aXRleHQgbmFtZT0iRkFJTEVEX1NUUklORyIgdmFsdWU9IlJlcHJvdmFkbyIvPg0KCQk8IS0tcXVpeiBwb2QgYW5kIG1lc3NhZ2UgYm94IHRleHRzLS0+DQoJCTx1aXRleHQgbmFtZT0iUVVJWlBPRF9RVUlaX0FUVEVNUFQiIHZhbHVlPSJUZW50YXRpdmEgbm8gcXVlc3Rpb27DoXJpbzoiLz4NCgkJPHVpdGV4dCBuYW1lPSJRVUlaUE9EX1FVSVpfQVRURU1QVF9WQUxVRSIgdmFsdWU9IiVuIGRlICV0Ii8+DQoJCTx1aXRleHQgbmFtZT0iUVVJWlBPRF9RVUlaX1NDT1JFIiB2YWx1ZT0iUG9udHVhw6fDo286Ii8+DQoJCTx1aXRleHQgbmFtZT0iUVVJWlBPRF9RVUlaX1BBU1NTQ09SRSIgdmFsdWU9IlBvbnR1YcOnw6NvIGRlIGFwcm92YcOnw6NvOiIvPg0KCQk8dWl0ZXh0IG5hbWU9IlFVSVpQT0RfUVVJWl9NQVhTQ09SRSIgdmFsdWU9IlBvbnR1YcOnw6NvIG3DoXhpbWE6Ii8+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+DQoJCTx1aXRleHQgbmFtZT0iUVVJWlBPRF9RVUlaQVRNUFRfSU5GIiB2YWx1ZT0iSW5maW5pdG8iLz4NCgkJPHVpdGV4dCBuYW1lPSJRVUlaUE9EX1FVRVNBVE1QVF9JTkYiIHZhbHVlPSJJbmZpbml0byIvPg0KCQk8dWl0ZXh0IG5hbWU9IldBUk5JTkdNU0dfWUVTU1RSSU5HIiB2YWx1ZT0iU2ltIi8+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+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+DQoJPC9sYW5ndWFnZT4NCgk8bGFuZ3VhZ2UgaWQ9Iml0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0dGFjaG1lbnQgV2FybmluZyIvPg0KCQk8dWl0ZXh0IG5hbWU9IkFUVEFDSE1FTlRfUFJFVklFV19XQVJOSU5HTVNHIiB2YWx1ZT0iQXR0YWNobWVudHMgZG8gbm90IG9wZW4gaW4gUHJldmlldyBtb2RlLiBQbGVhc2UgdXNlIHB1Ymxpc2ggdG8gc2VlIHRoZSByZXN1bHRzIi8+DQoJCTx1aXRleHQgbmFtZT0iVU5OQU1FRFNMSURFVElUTEUiIHZhbHVlPSJEaWFwb3NpdGl2YS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ludGVycm90dG8iLz4NCgkJPHVpdGV4dCBuYW1lPSJTQ1JVQkJBUlNUQVRVU19QTEFZSU5HIiB2YWx1ZT0iUmlwcm9kdXppb25lIi8+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+DQoJCTx1aXRleHQgbmFtZT0iRUxBUFNFRCIgdmFsdWU9IiVtIE1pbnV0aSAlcyBTZWNvbmRpIHJpbWFuZW50aSIvPg0KCQk8dWl0ZXh0IG5hbWU9Ik5PVEZPVU5EIiB2YWx1ZT0iTmVzc3VuIGVsZW1lbnRvIHRyb3ZhdG8iLz4NCgkJPHVpdGV4dCBuYW1lPSJBVFRBQ0hNRU5UUyIgdmFsdWU9IkFsbGVnYXRpIi8+DQoJCTwhLS0gc3Vic3RpdHV0aW9uOiAlcCA9PSBjdXJyZW50IHNwZWFrZXIncyB0aXRsZSAtLT4NCgkJPHVpdGV4dCBuYW1lPSJCSU9XSU5fVElUTEUiIHZhbHVlPSJCaW86ICVwIi8+DQoJCTx1aXRleHQgbmFtZT0iQklPQlROX1RJVExFIiB2YWx1ZT0iQmlvIi8+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+DQoJCTx1aXRleHQgbmFtZT0iRFVSQVRJT05fSEVBRElORyIgdmFsdWU9IkR1cmF0YSIvPg0KCQk8dWl0ZXh0IG5hbWU9IlNFQVJDSF9IRUFESU5HIiB2YWx1ZT0iQ2VyY2EgdGVzdG86Ii8+DQoJCTx1aXRleHQgbmFtZT0iVEhVTUJfSEVBRElORyIgdmFsdWU9IkRpYXBvc2l0aXZhIi8+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+DQoJCTx1aXRleHQgbmFtZT0iUVVJWlBPRF9RVUlaX1BBU1NTQ09SRSIgdmFsdWU9IlB1bnRlZ2dpbyBtaW5pbW86Ii8+DQoJCTx1aXRleHQgbmFtZT0iUVVJWlBPRF9RVUlaX01BWFNDT1JFIiB2YWx1ZT0iUHVudGVnZ2lvIG1hc3NpbW86Ii8+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+DQoJCTx1aXRleHQgbmFtZT0iV0FSTklOR01TR19ZRVNTVFJJTkciIHZhbHVlPSJTw6wiLz4NCgkJPHVpdGV4dCBuYW1lPSJXQVJOSU5HTVNHX05PU1RSSU5HIiB2YWx1ZT0iTm8iLz4NCgkJPHVpdGV4dCBuYW1lPSJXQVJOSU5HTVNHX1RJVExFU1RSSU5HIiB2YWx1ZT0iQXZ2ZXJ0ZW56YSBuYXZpZ2F6aW9uZSBxdWl6Ii8+DQoJCTx1aXRleHQgbmFtZT0iV0FSTklOR01TR19NU0dTVFJJTkciIHZhbHVlPSJPY2NvcnJlIGFuY29yYSByaXNwb25kZXJlIGFkIGFsY3VuZSBkb21hbmRlIGRlbCBxdWl6LiYjeEE7JiN4QTtTZSBmYXRlIGNsaWMgc3UgU8OsLCB1c2NpcmV0ZSBkYWwgcXVpei4gRmF0ZSBjbGljIHN1IE5vIHBlciBjb250aW51YXJlIGlsIHF1aXouIi8+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Nb3N0cmEgYmFycmEgbGF0ZXJhbGUgYWkgcGFydGVjaXBhbnRpIi8+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+DQoJPGxhbmd1YWdlIGlkPSJub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RGlhICVuIi8+DQoJCTx1aXRleHQgbmFtZT0iQ09MTEFCX0xPQ0FMX1BMQVlCQUNLX01TRyIgdmFsdWU9IkNvbnRlbnQgaXMgYmVpbmcgcGxheWVkIGxvY2FsbHkuXG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kRpYSAlbiAvICV0IHwgIi8+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+DQoJCTx1aXRleHQgbmFtZT0iU0NSVUJCQVJTVEFUVVNfUVVFU1RJT04iIHZhbHVlPSJWcmFhZyBtZXQgYW50d29vcmQiLz4NCgkJPHVpdGV4dCBuYW1lPSJTQ1JVQkJBUlNUQVRVU19SRVZJRVdRVUlaIiB2YWx1ZT0iUXVpeiBjb250cm9sZXJlbiIvPg0KCQk8IS0tIHN1YnN0aXR1dGlvbjogJW0gPT0gbWludXRlcyByZW1haW5pbmcgLS0+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+DQoJCTwhLS0gc3Vic3RpdHV0aW9uOiAlcCA9PSBjdXJyZW50IHNwZWFrZXIncyB0aXRsZSAtLT4NCgkJPHVpdGV4dCBuYW1lPSJCSU9XSU5fVElUTEUiIHZhbHVlPSJCaW9ncmFmaWU6ICVwIi8+DQoJCTx1aXRleHQgbmFtZT0iQklPQlROX1RJVExFIiB2YWx1ZT0iQmlvZ3JhZmllIi8+DQoJCTx1aXRleHQgbmFtZT0iRElWSURFUkJUTl9USVRMRSIgdmFsdWU9InwiLz4NCgkJPHVpdGV4dCBuYW1lPSJDT05UQUNUQlROX1RJVExFIiB2YWx1ZT0iQ29udGFjdCIvPg0KCQk8dWl0ZXh0IG5hbWU9IlRBQl9RVUlaIiB2YWx1ZT0iUXVpeiIvPg0KCQk8dWl0ZXh0IG5hbWU9IlRBQl9PVVRMSU5FIiB2YWx1ZT0iT3ZlcnppY2h0Ii8+DQoJCTx1aXRleHQgbmFtZT0iVEFCX1RIVU1CIiB2YWx1ZT0iTWluaWF0dXVyIi8+DQoJCTx1aXRleHQgbmFtZT0iVEFCX05PVEVTIiB2YWx1ZT0iTm90aXRpZXMiLz4NCgkJPHVpdGV4dCBuYW1lPSJUQUJfU0VBUkNIIiB2YWx1ZT0iWm9la2VuIi8+DQoJCTx1aXRleHQgbmFtZT0iU0xJREVfSEVBRElORyIgdmFsdWU9IlRpdGVsIHZhbiBkaWEiLz4NCgkJPHVpdGV4dCBuYW1lPSJEVVJBVElPTl9IRUFESU5HIiB2YWx1ZT0iRHV1ciIvPg0KCQk8dWl0ZXh0IG5hbWU9IlNFQVJDSF9IRUFESU5HIiB2YWx1ZT0iWm9la2VuIG5hYXIgdGVrc3Q6Ii8+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+DQoJCTx1aXRleHQgbmFtZT0iU0xJREVfTk9URVMiIHZhbHVlPSJEaWFub3RpdGllc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+DQoJCTx1aXRleHQgbmFtZT0iUVVJWlBPRF9RVUlaX01BWFNDT1JFIiB2YWx1ZT0iTWF4aW1hYWwgaGFhbGJhcmUgc2NvcmU6Ii8+DQoJCTx1aXRleHQgbmFtZT0iUVVJWlBPRF9RVUVTQVRNUFRfU1RSIiB2YWx1ZT0iUG9naW5nOiAlbiB2YW4gJXQiLz4NCgkJPHVpdGV4dCBuYW1lPSJRVUlaUE9EX1FVRVNUWVBFX1NUUiIgdmFsdWU9IlR5cGU6ICVzIi8+DQoJCTx1aXRleHQgbmFtZT0iUVVJWlBPRF9RVUVTVFlQRV9HUkQiIHZhbHVlPSJUZWx0IHZvb3Igc2NvcmUiLz4NCgkJPHVpdGV4dCBuYW1lPSJRVUlaUE9EX1FVRVNUWVBFX1NWWSIgdmFsdWU9IkVucXXDqnRlIi8+DQoJCTx1aXRleHQgbmFtZT0iUVVJWlBPRF9RVUlaQVRNUFRfSU5GIiB2YWx1ZT0iT25iZXBlcmt0Ii8+DQoJCTx1aXRleHQgbmFtZT0iUVVJWlBPRF9RVUVTQVRNUFRfSU5GIiB2YWx1ZT0iT25iZXBlcmt0Ii8+DQoJCTx1aXRleHQgbmFtZT0iV0FSTklOR01TR19ZRVNTVFJJTkciIHZhbHVlPSJKYSIvPg0KCQk8dWl0ZXh0IG5hbWU9IldBUk5JTkdNU0dfTk9TVFJJTkciIHZhbHVlPSJOZWUiLz4NCgkJPHVpdGV4dCBuYW1lPSJXQVJOSU5HTVNHX1RJVExFU1RSSU5HIiB2YWx1ZT0iV2FhcnNjaHV3aW5nIG1ldCBiZXRyZWtraW5nIHRvdCBxdWl6bmF2aWdhdGllIi8+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aaWpwYW5lZWwgYWFuIGRlZWxuZW1lcnMgd2VlcmdldmVuIi8+DQoJCTx1aXRleHQgbmFtZT0iTVVURSIgdmFsdWU9IkRlbXBlbiIvPg0KCQk8dWl0ZXh0IG5hbWU9IkRPQ1dSQVBfVElUTEUiIHZhbHVlPSJQcmVzZW50ZXItYmVzdGFuZHNiaWpsYWdlIi8+DQoJCTx1aXRleHQgbmFtZT0iRE9DV1JBUF9NU0ciIHZhbHVlPSJPcHNsYWFuIGluIERlemUgY29tcHV0ZXIiLz4NCgkJPHVpdGV4dCBuYW1lPSJET0NXUkFQX1BST01QVCIgdmFsdWU9IktsaWsgb20gdGUgZG93bmxvYWRlbiIvPg0KCTwvbGFuZ3VhZ2U+DQoJPGxhbmd1YWdlIGlkPSJjbiI+DQoJCTwhLS0gZm9ybWF0IGZvciB1aWZvbnQgdmFsdWUgaXMgImZvbnQsc2l6ZSxpc2JvbGQsaXNpdGFsaWMsaXNzaGFkb3dlZCIgLS0+DQoJCTx1aWZvbnQgbmFtZT0iRk9OVF9RVUlaWklORyIgdmFsdWU9IuWui+S9ky0xODAzMCwxMCxmYWxzZSxmYWxzZSxmYWxzZSIvPg0KCQk8dWlmb250IG5hbWU9IkZPTlRfU0NSVUJTVEFUVVMiIHZhbHVlPSLlrovkvZMtMTgwMzAsMTAsdHJ1ZSxmYWxzZSx0cnVlIi8+DQoJCTx1aWZvbnQgbmFtZT0iRk9OVF9TQ1JVQlRJTUUiIHZhbHVlPSLlrovkvZMtMTgwMzAsMTAsZmFsc2UsZmFsc2UsdHJ1ZSIvPg0KCQk8dWlmb250IG5hbWU9IkZPTlRfRUxBUFNFRFRJTUUiIHZhbHVlPSLlrovkvZMtMTgwMzAsMTAsdHJ1ZSxmYWxzZSx0cnVlIi8+DQoJCTx1aWZvbnQgbmFtZT0iRk9OVF9VVElMU01FTlUiIHZhbHVlPSLlrovkvZMtMTgwMzAsMTAsdHJ1ZSxmYWxzZSxmYWxzZSIvPg0KCQk8dWlmb250IG5hbWU9IkZPTlRfVEFCUyIgdmFsdWU9IuWui+S9ky0xODAzMCwxNCx0cnVlLGZhbHNlLHRydWUiLz4NCgkJPHVpZm9udCBuYW1lPSJGT05UX1BSRVNFTlRBVElPTk5BTUUiIHZhbHVlPSLlrovkvZMtMTgwMzAsMTQsZmFsc2UsZmFsc2UsdHJ1ZSIvPg0KCQk8dWlmb250IG5hbWU9IkZPTlRfUFJFU0VOVEVSTkFNRSIgdmFsdWU9IuWui+S9ky0xODAzMCwxNCx0cnVlLGZhbHNlLHRydWUiLz4NCgkJPHVpZm9udCBuYW1lPSJGT05UX1BSRVNFTlRFUlRJVExFIiB2YWx1ZT0i5a6L5L2TLTE4MDMwLDEzLGZhbHNlLGZhbHNlLHRydWUiLz4NCgkJPHVpZm9udCBuYW1lPSJGT05UX0JJT0JUTiIgdmFsdWU9IuWui+S9ky0xODAzMCwxMCxmYWxzZSxmYWxzZSx0cnVlIi8+DQoJCTx1aWZvbnQgbmFtZT0iRk9OVF9OT1RFUyIgdmFsdWU9IuWui+S9ky0xODAzMCwxMixmYWxzZSxmYWxzZSxmYWxzZSIvPg0KCQk8dWlmb250IG5hbWU9IkZPTlRfT1VUTElORSIgdmFsdWU9IuWui+S9ky0xODAzMCwxMixmYWxzZSxmYWxzZSx0cnVlIi8+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+DQoJCTx1aWZvbnQgbmFtZT0iRk9OVF9MSVNUSEVBRElORyIgdmFsdWU9IuWui+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+S9ky0xODAzMCwxMix0cnVlLGZhbHNlLHRydWUiLz4NCgkJPHVpZm9udCBuYW1lPSJGT05UX01TR0JPWF9NU0ciIHZhbHVlPSLlrovkvZMtMTgwMzAsMTIsZmFsc2UsZmFsc2UsdHJ1ZSIvPg0KCQk8dWlmb250IG5hbWU9IkZPTlRfTVNHQk9YX09QVElPTlMiIHZhbHVlPSLlrovkvZMtMTgwMzAsMTAsdHJ1ZSxmYWxzZSx0cnVlIi8+DQoJCTx1aWZvbnQgbmFtZT0iRk9OVF9RVUlaUE9EX1FVSVpfVElUTEUiIHZhbHVlPSLlrovkvZMtMTgwMzAsMTIsdHJ1ZSxmYWxzZSx0cnVlIi8+DQoJCTx1aWZvbnQgbmFtZT0iRk9OVF9RVUlaUE9EX1FVSVpfQVRURU1QVCIgdmFsdWU9IuWui+S9ky0xODAzMCwxMCxmYWxzZSxmYWxzZSx0cnVlIi8+DQoJCTx1aWZvbnQgbmFtZT0iRk9OVF9RVUlaUE9EX1FVSVpfQVRURU1QVF9WQUxVRSIgdmFsdWU9IuWui+S9ky0xODAzMCwxMCx0cnVlLGZhbHNlLHRydWUiLz4NCgkJPHVpZm9udCBuYW1lPSJGT05UX1FVSVpQT0RfUVVFU1RJT05fU0NPUkUiIHZhbHVlPSLlrovkvZMtMTgwMzAsMTAsZmFsc2UsZmFsc2UsdHJ1ZSIvPg0KCQk8dWlmb250IG5hbWU9IkZPTlRfUVVJWlBPRF9RVUVTVElPTl9TQ09SRV9WQUxVRSIgdmFsdWU9IuWui+S9ky0xODAzMCwxMCx0cnVlLGZhbHNlLHRydWUiLz4NCgkJPHVpZm9udCBuYW1lPSJGT05UX1FVSVpQT0RfUVVFU1RJT05fQVRURU1QVCIgdmFsdWU9IuWui+S9ky0xODAzMCwxMCxmYWxzZSxmYWxzZSx0cnVlIi8+DQoJCTx1aWZvbnQgbmFtZT0iRk9OVF9RVUlaUE9EX1FVRVNUSU9OX0FUVEVNUFRfVkFMVUUiIHZhbHVlPSLlrovkvZMtMTgwMzAsMTAsdHJ1ZSxmYWxzZSx0cnVlIi8+DQoJCTx1aWZvbnQgbmFtZT0iRk9OVF9RVUlaUE9EX1FVRVNUSU9OX1RBRyIgdmFsdWU9IuWui+S9ky0xODAzMCwxMix0cnVlLGZhbHNlLHRydWUiLz4NCgkJPHVpZm9udCBuYW1lPSJGT05UX1FVSVpQT0RfUVVJWl9RVUVTVElPTl9DT1VOVCIgdmFsdWU9IuWui+S9ky0xODAzMCwxMCxmYWxzZSxmYWxzZSx0cnVlIi8+DQoJCTx1aWZvbnQgbmFtZT0iRk9OVF9RVUlaUE9EX1FVSVpfUVVFU1RJT05fQ09VTlRfVkFMVUUiIHZhbHVlPSLlrovkvZMtMTgwMzAsMTAsdHJ1ZSxmYWxzZSx0cnVlIi8+DQoJCTx1aWZvbnQgbmFtZT0iRk9OVF9RVUlaUE9EX1FVSVpfUVVFU1RJT05fQVRURU1QVEVEIiB2YWx1ZT0i5a6L5L2TLTE4MDMwLDEwLGZhbHNlLGZhbHNlLHRydWUiLz4NCgkJPHVpZm9udCBuYW1lPSJGT05UX1FVSVpQT0RfUVVJWl9RVUVTVElPTl9BVFRFTVBURURfVkFMVUUiIHZhbHVlPSLlrovkvZMtMTgwMzAsMTAsdHJ1ZSxmYWxzZSx0cnVlIi8+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+S9ky0xODAzMCwxMCx0cnVlLGZhbHNlLHRydWUiLz4NCgkJPHVpZm9udCBuYW1lPSJGT05UX1FVSVpQT0RfUVVJWl9NQVhTQ09SRSIgdmFsdWU9IuWui+S9ky0xODAzMCwxMCxmYWxzZSxmYWxzZSx0cnVlIi8+DQoJCTx1aWZvbnQgbmFtZT0iRk9OVF9RVUlaUE9EX1FVSVpfTUFYU0NPUkVfVkFMVUUiIHZhbHVlPSLlrovkvZMtMTgwMzAsMTAsdHJ1ZSxmYWxzZSx0cnVlIi8+DQoJCTx1aWZvbnQgbmFtZT0iRk9OVF9RVUlaUE9EX1FVSVpfUEFTU1NDT1JFIiB2YWx1ZT0i5a6L5L2TLTE4MDMwLDEwLGZhbHNlLGZhbHNlLHRydWUiLz4NCgkJPHVpZm9udCBuYW1lPSJGT05UX1FVSVpQT0RfUVVJWl9QQVNTU0NPUkVfVkFMVUUiIHZhbHVlPSLlrovkvZMtMTgwMzAsMTAsdHJ1ZSxmYWxzZSx0cnVlIi8+DQoJCTwhLS0gdWl0ZXh0IC0tPg0KCQk8IS0tIHN1YnN0aXR1dGlvbjogJW4gPT0gc2xpZGUgbnVtYmVyIC0t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5cbiBDb2xsYWJvcmF0aW9uIGRvZXMgbm90IHdvcmsgaW4gdGhpcyBtb2RlIi8+DQoJCTx1aXRleHQgbmFtZT0iQ09MTEFCX0xPQ0FMX1BMQVlCQUNLX1RJVExFIiB2YWx1ZT0iTG9jYWwgUGxheWJhY2siLz4NCgkJPHVpdGV4dCBuYW1lPSJDT0xMQUJfTE9DQUxfUExBWUJBQ0tCVE4iIHZhbHVlPSJPayIvPg0KCQk8dWl0ZXh0IG5hbWU9IlVOTkFNRURTTElERVRJVExFIiB2YWx1ZT0i5bm754Gv54mHICVuIi8+DQoJCTwhLS0gc3Vic3RpdHV0aW9uOiAlbiA9PSBzbGlkZSBudW1iZXIgLS0+DQoJCTwhLS0gc3Vic3RpdHV0aW9uOiAldCA9PSB0b3RhbCBzbGlkZSBjb3VudCAtLT4NCgkJPHVpdGV4dCBuYW1lPSJTQ1JVQkJBUlNUQVRVU19TTElERUlORk8iIHZhbHVlPSLlubvnga/niYcgJW4gLyAldCB8ICIvPg0KCQk8dWl0ZXh0IG5hbWU9IlNDUlVCQkFSU1RBVFVTX1NUT1BQRUQiIHZhbHVlPSLlt7LlgZzmraIiLz4NCgkJPHVpdGV4dCBuYW1lPSJTQ1JVQkJBUlNUQVRVU19QTEFZSU5HIiB2YWx1ZT0i5q2j5Zyo5pKt5pS+Ii8+DQoJCTx1aXRleHQgbmFtZT0iU0NSVUJCQVJTVEFUVVNfTk9BVURJTyIgdmFsdWU9IuaXoOmfs+mikSIvPg0KCQk8dWl0ZXh0IG5hbWU9IlNDUlVCQkFSU1RBVFVTX1ZJRFBMQVlJTkciIHZhbHVlPSLop4bpopHmkq3mlL4iLz4NCgkJPHVpdGV4dCBuYW1lPSJTQ1JVQkJBUlNUQVRVU19MT0FESU5HIiB2YWx1ZT0i5q2j5Zyo6L295YWlIi8+DQoJCTx1aXRleHQgbmFtZT0iU0NSVUJCQVJTVEFUVVNfQlVGRkVSSU5HIiB2YWx1ZT0i5q2j5Zyo6L+b6KGM57yT5Yay5aSE55CGIi8+DQoJCTx1aXRleHQgbmFtZT0iU0NSVUJCQVJTVEFUVVNfUVVFU1RJT04iIHZhbHVlPSLlm57nrZTpl67popgiLz4NCgkJPHVpdGV4dCBuYW1lPSJTQ1JVQkJBUlNUQVRVU19SRVZJRVdRVUlaIiB2YWx1ZT0i5q2j5Zyo5a6h6ZiF5rWL6aqMIi8+DQoJCTwhLS0gc3Vic3RpdHV0aW9uOiAlbSA9PSBtaW51dGVzIHJlbWFpbmluZyAtLT4NCgkJPCEtLSBzdWJzdGl0dXRpb246ICVzID09IHNlY29uZHMgcmVtYWluaW5nIC0tPg0KCQk8dWl0ZXh0IG5hbWU9IkVMQVBTRUQiIHZhbHVlPSLliankvZkgJW0g5YiG6ZKfICVzIOenkiIvPg0KCQk8dWl0ZXh0IG5hbWU9Ik5PVEZPVU5EIiB2YWx1ZT0i5pyq5om+5Yiw5Lu75L2V5YaF5a65Ii8+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+mqjCIvPg0KCQk8dWl0ZXh0IG5hbWU9IlRBQl9PVVRMSU5FIiB2YWx1ZT0i5aSn57qyIi8+DQoJCTx1aXRleHQgbmFtZT0iVEFCX1RIVU1CIiB2YWx1ZT0i57yp55Wl5Zu+Ii8+DQoJCTx1aXRleHQgbmFtZT0iVEFCX05PVEVTIiB2YWx1ZT0i5aSH5rOoIi8+DQoJCTx1aXRleHQgbmFtZT0iVEFCX1NFQVJDSCIgdmFsdWU9IuaQnOe0oiIvPg0KCQk8dWl0ZXh0IG5hbWU9IlNMSURFX0hFQURJTkciIHZhbHVlPSLlubvnga/niYfmoIfpopgiLz4NCgkJPHVpdGV4dCBuYW1lPSJEVVJBVElPTl9IRUFESU5HIiB2YWx1ZT0i5oyB57ut5pe26Ze0Ii8+DQoJCTx1aXRleHQgbmFtZT0iU0VBUkNIX0hFQURJTkciIHZhbHVlPSLmkJzntKLmlofmnKw6Ii8+DQoJCTx1aXRleHQgbmFtZT0iVEhVTUJfSEVBRElORyIgdmFsdWU9IuW5u+eBr+eJhyIvPg0KCQk8dWl0ZXh0IG5hbWU9IlRIVU1CX0lORk8iIHZhbHVlPSLlubvnga/niYfmoIfpopgv5oyB57ut5pe26Ze0Ii8+DQoJCTx1aXRleHQgbmFtZT0iQVRUQUNITkFNRV9IRUFESU5HIiB2YWx1ZT0i5paH5Lu25ZCNIi8+DQoJCTx1aXRleHQgbmFtZT0iQVRUQUNIU0laRV9IRUFESU5HIiB2YWx1ZT0i5aSn5bCPIi8+DQoJCTx1aXRleHQgbmFtZT0iU0xJREVfTk9URVMiIHZhbHVlPSLlubvnga/niYflpIfms6g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ua1i+mqjOWwneivleasoeaVsDoiLz4NCgkJPHVpdGV4dCBuYW1lPSJRVUlaUE9EX1FVSVpfQVRURU1QVF9WQUxVRSIgdmFsdWU9IuesrCAlbiDmrKHvvIzlhbEgJXQg5qyhIi8+DQoJCTx1aXRleHQgbmFtZT0iUVVJWlBPRF9RVUlaX1NDT1JFIiB2YWx1ZT0i5b6X5YiGOiIvPg0KCQk8dWl0ZXh0IG5hbWU9IlFVSVpQT0RfUVVJWl9QQVNTU0NPUkUiIHZhbHVlPSLlj4rmoLzliIbmlbA6Ii8+DQoJCTx1aXRleHQgbmFtZT0iUVVJWlBPRF9RVUlaX01BWFNDT1JFIiB2YWx1ZT0i5pyA6auY5YiG5pWwOiIvPg0KCQk8dWl0ZXh0IG5hbWU9IlFVSVpQT0RfUVVFU0FUTVBUX1NUUiIgdmFsdWU9IuWwneivleasoeaVsDog56ysICVuIOasoe+8jOWFsSAldCDmrKEiLz4NCgkJPHVpdGV4dCBuYW1lPSJRVUlaUE9EX1FVRVNUWVBFX1NUUiIgdmFsdWU9Iuexu+WeizogJXMiLz4NCgkJPHVpdGV4dCBuYW1lPSJRVUlaUE9EX1FVRVNUWVBFX0dSRCIgdmFsdWU9IuivhOe6pyIvPg0KCQk8dWl0ZXh0IG5hbWU9IlFVSVpQT0RfUVVFU1RZUEVfU1ZZIiB2YWx1ZT0i6LCD5p+lIi8+DQoJCTx1aXRleHQgbmFtZT0iUVVJWlBPRF9RVUlaQVRNUFRfSU5GIiB2YWx1ZT0i5peg6ZmQIi8+DQoJCTx1aXRleHQgbmFtZT0iUVVJWlBPRF9RVUVTQVRNUFRfSU5GIiB2YWx1ZT0i5peg6ZmQIi8+DQoJCTx1aXRleHQgbmFtZT0iV0FSTklOR01TR19ZRVNTVFJJTkciIHZhbHVlPSLmmK8iLz4NCgkJPHVpdGV4dCBuYW1lPSJXQVJOSU5HTVNHX05PU1RSSU5HIiB2YWx1ZT0i5ZCmIi8+DQoJCTx1aXRleHQgbmFtZT0iV0FSTklOR01TR19USVRMRVNUUklORyIgdmFsdWU9Iua1i+mqjOWvvOiIquitpuWRiiIvPg0KCQk8dWl0ZXh0IG5hbWU9IldBUk5JTkdNU0dfTVNHU1RSSU5HIiB2YWx1ZT0i5q2k5rWL6aqM5Lit5pyJ5pyq5bCd6K+V5L2c562U55qE6Zeu6aKY44CCJiN4QTsmI3hBO+WNleWHu+KAnOaYr+KAnemAgOWHuuatpOa1i+mqjOOAguWNleWHu+KAnOWQpuKAnee7p+e7rea1i+mqjOOAgiIvPg0KCQk8dWl0ZXh0IG5hbWU9IklORk9STUFUSU9OX0gyNjRfRkxBU0hQTEFZRVIiIHZhbHVlPSLlvZPliY3lronoo4XlnKjmgqjnmoTorqHnrpfmnLrkuIrnmoQgRmxhc2ggUGxheWVyIOeJiOacrOS4jeaUr+aMgeivpeinhumikeOAguWNleWHu+inhumikeWMuuWfn+S4i+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+C5Yqg6ICF5pi+56S65o+Q6KaB5qCPIi8+DQoJCTx1aXRleHQgbmFtZT0iTVVURSIgdmFsdWU9IumdmemfsyIvPg0KCQk8dWl0ZXh0IG5hbWU9IkRPQ1dSQVBfVElUTEUiIHZhbHVlPSJQcmVzZW50ZXIg5paH5Lu26ZmE5Lu2Ii8+DQoJCTx1aXRleHQgbmFtZT0iRE9DV1JBUF9NU0ciIHZhbHVlPSLkv53lrZjliLDmiJHnmoTorqHnrpfmnLoiLz4NCgkJPHVpdGV4dCBuYW1lPSJET0NXUkFQX1BST01QVCIgdmFsdWU9IuWNleWHu+S7peS4i+i9vSIvPg0KCTwvbGFuZ3VhZ2U+DQoJPGxhbmd1YWdlIGlkPSJ0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x1aXRleHQgbmFtZT0iVU5OQU1FRFNMSURFVElUTEUiIHZhbHVlPSJTbGF5dCAlbiIvPg0KCQk8IS0tIHN1YnN0aXR1dGlvbjogJW4gPT0gc2xpZGUgbnVtYmVyIC0tPg0KCQk8IS0tIHN1YnN0aXR1dGlvbjogJXQgPT0gdG90YWwgc2xpZGUgY291bnQgLS0+DQoJCTx1aXRleHQgbmFtZT0iU0NSVUJCQVJTVEFUVVNfU0xJREVJTkZPIiB2YWx1ZT0iU2xheXQgJW4gLyAldCB8ICIvPg0KCQk8dWl0ZXh0IG5hbWU9IlNDUlVCQkFSU1RBVFVTX1NUT1BQRUQiIHZhbHVlPSJEdXJkdXJ1bGR1Ii8+DQoJCTx1aXRleHQgbmFtZT0iU0NSVUJCQVJTVEFUVVNfUExBWUlORyIgdmFsdWU9Ik95bmF0xLFsxLF5b3IiLz4NCgkJPHVpdGV4dCBuYW1lPSJTQ1JVQkJBUlNUQVRVU19OT0FVRElPIiB2YWx1ZT0iU2VzIFlvayIvPg0KCQk8dWl0ZXh0IG5hbWU9IlNDUlVCQkFSU1RBVFVTX1ZJRFBMQVlJTkciIHZhbHVlPSJWaWRlbyBPeW5hdMSxbMSxeW9yIi8+DQoJCTx1aXRleHQgbmFtZT0iU0NSVUJCQVJTVEFUVVNfTE9BRElORyIgdmFsdWU9IlnDvGtsZW5peW9yIi8+DQoJCTx1aXRleHQgbmFtZT0iU0NSVUJCQVJTVEFUVVNfQlVGRkVSSU5HIiB2YWx1ZT0iQXJhYmVsbGXEn2UgQWzEsW7EsXlvciIvPg0KCQk8dWl0ZXh0IG5hbWU9IlNDUlVCQkFSU1RBVFVTX1FVRVNUSU9OIiB2YWx1ZT0iU29ydXl1IFlhbsSxdGxhIi8+DQoJCTx1aXRleHQgbmFtZT0iU0NSVUJCQVJTVEFUVVNfUkVWSUVXUVVJWiIgdmFsdWU9IlPEsW5hdiDEsG5jZWxlbml5b3IiLz4NCgkJPCEtLSBzdWJzdGl0dXRpb246ICVtID09IG1pbnV0ZXMgcmVtYWluaW5nIC0tPg0KCQk8IS0tIHN1YnN0aXR1dGlvbjogJXMgPT0gc2Vjb25kcyByZW1haW5pbmcgLS0+DQoJCTx1aXRleHQgbmFtZT0iRUxBUFNFRCIgdmFsdWU9IiVtIERha2lrYSAlcyBTYW5peWUgS2FsZMSxIi8+DQoJCTx1aXRleHQgbmFtZT0iTk9URk9VTkQiIHZhbHVlPSJIZXJoYW5naSBCaXIgxZ5leSBCdWx1bm1hZMSxIi8+DQoJCTx1aXRleHQgbmFtZT0iQVRUQUNITUVOVFMiIHZhbHVlPSJFa2xlci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sSwcnRpYmF0Ii8+DQoJCTx1aXRleHQgbmFtZT0iVEFCX1FVSVoiIHZhbHVlPSJTxLFuYXYiLz4NCgkJPHVpdGV4dCBuYW1lPSJUQUJfT1VUTElORSIgdmFsdWU9IkFuYSBIYXQiLz4NCgkJPHVpdGV4dCBuYW1lPSJUQUJfVEhVTUIiIHZhbHVlPSJSZXNpbSIvPg0KCQk8dWl0ZXh0IG5hbWU9IlRBQl9OT1RFUyIgdmFsdWU9Ik5vdGxhciIvPg0KCQk8dWl0ZXh0IG5hbWU9IlRBQl9TRUFSQ0giIHZhbHVlPSJBcmEiLz4NCgkJPHVpdGV4dCBuYW1lPSJTTElERV9IRUFESU5HIiB2YWx1ZT0iU2xheXQgQmHFn2zEscSfxLEiLz4NCgkJPHVpdGV4dCBuYW1lPSJEVVJBVElPTl9IRUFESU5HIiB2YWx1ZT0iU8O8cmUiLz4NCgkJPHVpdGV4dCBuYW1lPSJTRUFSQ0hfSEVBRElORyIgdmFsdWU9Ik1ldG5pIGFyYToiLz4NCgkJPHVpdGV4dCBuYW1lPSJUSFVNQl9IRUFESU5HIiB2YWx1ZT0iU2xheXQiLz4NCgkJPHVpdGV4dCBuYW1lPSJUSFVNQl9JTkZPIiB2YWx1ZT0iU2xheXQgQmHFn2zEscSfxLEvU8O8cmVzaSIvPg0KCQk8dWl0ZXh0IG5hbWU9IkFUVEFDSE5BTUVfSEVBRElORyIgdmFsdWU9IkRvc3lhIEFkxLEiLz4NCgkJPHVpdGV4dCBuYW1lPSJBVFRBQ0hTSVpFX0hFQURJTkciIHZhbHVlPSJCb3l1dCIvPg0KCQk8dWl0ZXh0IG5hbWU9IlNMSURFX05PVEVTIiB2YWx1ZT0iU2xheXQgTm90bGFyxL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PEsW5hdiBEZW5lbWVzaToiLz4NCgkJPHVpdGV4dCBuYW1lPSJRVUlaUE9EX1FVSVpfQVRURU1QVF9WQUxVRSIgdmFsdWU9IiVuLyV0Ii8+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+DQoJCTx1aXRleHQgbmFtZT0iUVVJWlBPRF9RVUVTVFlQRV9HUkQiIHZhbHVlPSJCYXNhbWFrbMSxIi8+DQoJCTx1aXRleHQgbmFtZT0iUVVJWlBPRF9RVUVTVFlQRV9TVlkiIHZhbHVlPSJBbmtldCIvPg0KCQk8dWl0ZXh0IG5hbWU9IlFVSVpQT0RfUVVJWkFUTVBUX0lORiIgdmFsdWU9IlPEsW7EsXJzxLF6Ii8+DQoJCTx1aXRleHQgbmFtZT0iUVVJWlBPRF9RVUVTQVRNUFRfSU5GIiB2YWx1ZT0iU8SxbsSxcnPEsXoiLz4NCgkJPHVpdGV4dCBuYW1lPSJXQVJOSU5HTVNHX1lFU1NUUklORyIgdmFsdWU9IkV2ZXQiLz4NCgkJPHVpdGV4dCBuYW1lPSJXQVJOSU5HTVNHX05PU1RSSU5HIiB2YWx1ZT0iSGF5xLFyIi8+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+DQoJCTx1aXRleHQgbmFtZT0iRE9DV1JBUF9QUk9NUFQiIHZhbHVlPSLEsG5kaXJtZWsgacOnaW4gVMSxa2xhdMSxbiIvPg0KCTwvbGFuZ3VhZ2U+DQoJPGxhbmd1YWdlIGlkPSJydS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0KHQu9Cw0LnQtC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LQodC70LDQudC0ICVuIC8gJXQgfCAiLz4NCgkJPHVpdGV4dCBuYW1lPSJTQ1JVQkJBUlNUQVRVU19TVE9QUEVEIiB2YWx1ZT0i0J7RgdGC0LDQvdC+0LLQu9C10L3QviIvPg0KCQk8dWl0ZXh0IG5hbWU9IlNDUlVCQkFSU1RBVFVTX1BMQVlJTkciIHZhbHVlPSLQktC+0YHQv9GA0L7QuNC30LLQtdC00LXQvdC40LUiLz4NCgkJPHVpdGV4dCBuYW1lPSJTQ1JVQkJBUlNUQVRVU19OT0FVRElPIiB2YWx1ZT0i0J3QtdGCINCw0YPQtNC40L4iLz4NCgkJPHVpdGV4dCBuYW1lPSJTQ1JVQkJBUlNUQVRVU19WSURQTEFZSU5HIiB2YWx1ZT0i0JLQvtGB0L/RgNC+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+0L/RgNC+0YEiLz4NCgkJPHVpdGV4dCBuYW1lPSJTQ1JVQkJBUlNUQVRVU19SRVZJRVdRVUlaIiB2YWx1ZT0i0J7QsdC30L7RgCDQvtC/0YDQvtGB0LAiLz4NCgkJPCEtLSBzdWJzdGl0dXRpb246ICVtID09IG1pbnV0ZXMgcmVtYWluaW5nIC0tPg0KCQk8IS0tIHN1YnN0aXR1dGlvbjogJXMgPT0gc2Vjb25kcyByZW1haW5pbmcgLS0+DQoJCTx1aXRleHQgbmFtZT0iRUxBUFNFRCIgdmFsdWU9ItCe0YHRgtCw0LvQvtGB0YwgJW0g0LzQuNC9LiAlcyDRgSIvPg0KCQk8dWl0ZXh0IG5hbWU9Ik5PVEZPVU5EIiB2YWx1ZT0i0J3QuNGH0LXQs9C+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+0L3RgtCw0LrRgiIvPg0KCQk8dWl0ZXh0IG5hbWU9IlRBQl9RVUlaIiB2YWx1ZT0i0J7Qv9GA0L7RgSIvPg0KCQk8dWl0ZXh0IG5hbWU9IlRBQl9PVVRMSU5FIiB2YWx1ZT0i0KHRhdC10LzQsCIvPg0KCQk8dWl0ZXh0IG5hbWU9IlRBQl9USFVNQiIgdmFsdWU9ItCR0LXQs9GD0L3QvtC6Ii8+DQoJCTx1aXRleHQgbmFtZT0iVEFCX05PVEVTIiB2YWx1ZT0i0JfQsNC80LXRgtC60LgiLz4NCgkJPHVpdGV4dCBuYW1lPSJUQUJfU0VBUkNIIiB2YWx1ZT0i0J/QvtC40YHQuiIvPg0KCQk8dWl0ZXh0IG5hbWU9IlNMSURFX0hFQURJTkciIHZhbHVlPSLQl9Cw0LPQvtC70L7QstC+0Log0YHQu9Cw0LnQtNCwIi8+DQoJCTx1aXRleHQgbmFtZT0iRFVSQVRJT05fSEVBRElORyIgdmFsdWU9ItCU0LvQuNGCLdGB0YLRjCIvPg0KCQk8dWl0ZXh0IG5hbWU9IlNFQVJDSF9IRUFESU5HIiB2YWx1ZT0i0J/QvtC40YHQuiDRgtC10LrRgdGC0LA6Ii8+DQoJCTx1aXRleHQgbmFtZT0iVEhVTUJfSEVBRElORyIgdmFsdWU9ItCh0LvQsNC50LQiLz4NCgkJPHVpdGV4dCBuYW1lPSJUSFVNQl9JTkZPIiB2YWx1ZT0i0J3QsNC30LLQsNC90LjQtS/QtNC70LjRgi3QvdC+0YHRgtGMIi8+DQoJCTx1aXRleHQgbmFtZT0iQVRUQUNITkFNRV9IRUFESU5HIiB2YWx1ZT0i0JjQvNGPINGE0LDQudC70LAiLz4NCgkJPHVpdGV4dCBuYW1lPSJBVFRBQ0hTSVpFX0hFQURJTkciIHZhbHVlPSLQoNCw0LfQvNC10YAiLz4NCgkJPHVpdGV4dCBuYW1lPSJTTElERV9OT1RFUyIgdmFsdWU9ItCX0LDQvNC10YLQutC4INC6INGB0LvQsNC50LTRg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0J/QvtC/0YvRgtC60LAg0L/RgNC+0LnRgtC4INC+0L/RgNC+0YE6Ii8+DQoJCTx1aXRleHQgbmFtZT0iUVVJWlBPRF9RVUlaX0FUVEVNUFRfVkFMVUUiIHZhbHVlPSIlbiDQuNC3ICV0Ii8+DQoJCTx1aXRleHQgbmFtZT0iUVVJWlBPRF9RVUlaX1NDT1JFIiB2YWx1ZT0i0J3QsNCx0YDQsNC90L4g0LHQsNC70LvQvtCyOiIvPg0KCQk8dWl0ZXh0IG5hbWU9IlFVSVpQT0RfUVVJWl9QQVNTU0NPUkUiIHZhbHVlPSLQn9GA0L7RhdC+0LTQvdC+0Lkg0YDQtdC30YPQu9GM0YLQsNGCOiIvPg0KCQk8dWl0ZXh0IG5hbWU9IlFVSVpQT0RfUVVJWl9NQVhTQ09SRSIgdmFsdWU9ItCc0LDQutGB0LjQvNCw0LvRjNC90YvQuSDRgNC10LfRg9C70YzRgtCw0YI6Ii8+DQoJCTx1aXRleHQgbmFtZT0iUVVJWlBPRF9RVUVTQVRNUFRfU1RSIiB2YWx1ZT0i0J/QvtC/0YvRgtC60LA6ICVuINC40LcgJXQiLz4NCgkJPHVpdGV4dCBuYW1lPSJRVUlaUE9EX1FVRVNUWVBFX1NUUiIgdmFsdWU9ItCi0LjQvzogJXMiLz4NCgkJPHVpdGV4dCBuYW1lPSJRVUlaUE9EX1FVRVNUWVBFX0dSRCIgdmFsdWU9ItChINC+0YbQtdC90LrQvtC5Ii8+DQoJCTx1aXRleHQgbmFtZT0iUVVJWlBPRF9RVUVTVFlQRV9TVlkiIHZhbHVlPSLQntCx0LfQvtGAIi8+DQoJCTx1aXRleHQgbmFtZT0iUVVJWlBPRF9RVUlaQVRNUFRfSU5GIiB2YWx1ZT0i0JHQvtC70YzRiNC+0LUg0YfQuNGB0LvQviIvPg0KCQk8dWl0ZXh0IG5hbWU9IlFVSVpQT0RfUVVFU0FUTVBUX0lORiIgdmFsdWU9ItCR0L7Qu9GM0YjQvtC1INGH0LjRgdC70L4iLz4NCgkJPHVpdGV4dCBuYW1lPSJXQVJOSU5HTVNHX1lFU1NUUklORyIgdmFsdWU9ItCU0LAiLz4NCgkJPHVpdGV4dCBuYW1lPSJXQVJOSU5HTVNHX05PU1RSSU5HIiB2YWx1ZT0i0J3QtdGCIi8+DQoJCTx1aXRleHQgbmFtZT0iV0FSTklOR01TR19USVRMRVNUUklORyIgdmFsdWU9ItCf0YDQtdC00YPQv9GA0LXQttC00LXQvdC40LUg0L4g0L3QsNCy0LjQs9Cw0YbQuNC4INCyINC+0L/RgNC+0YHQtSIvPg0KCQk8dWl0ZXh0IG5hbWU9IldBUk5JTkdNU0dfTVNHU1RSSU5HIiB2YWx1ZT0i0JIg0L7Qv9GA0L7RgdC1INC+0YHRgtCw0LvQuNGB0Ywg0L3QtdC+0YLQstC10YfQtdC90L3Ri9C1INCy0L7Qv9GA0L7RgdGLLtCd0LDQttCw0YLQuNC1INC60L3QvtC/0LrQuCAmcXVvdDvQlNCwJnF1b3Q7INC/0YDQuNCy0LXQtNC10YIg0Log0LfQsNC60YDRi9GC0LjRjiDQvtC/0YDQvtGB0LAuINCd0LDQttCw0YLQuNC1INC60L3QvtC/0LrQuCAmcXVvdDvQndC10YImcXVvdDsg0L/RgNC+0LTQvtC70LbQuNGCINC+0L/RgNC+0YEuIi8+DQoJCTx1aXRleHQgbmFtZT0iSU5GT1JNQVRJT05fSDI2NF9GTEFTSFBMQVlFUiIgdmFsdWU9ItCi0LXQutGD0YnQsNGPINCy0LXRgNGB0LjRjyDQv9GA0L7QuNCz0YDRi9Cy0LDRgtC10LvRjyBGbGFzaCBQbGF5ZXIsINGD0YHRgtCw0L3QvtCy0LvQtdC90L3QsNGPINC90LAg0Y3RgtC+0Lwg0LrQvtC80L/RjNGO0YLQtdGA0LUsINC90LUg0L/QvtC00LTQtdGA0LbQuNCy0LDQtdGCINGN0YLQviDQstC40LTQtdC+LiDQqdC10LvQutC90LjRgtC1INCyINC+0LHQu9Cw0YHRgtC4INCy0LjQtNC10L4sINGH0YLQvtCx0Ysg0LfQsNCz0YDRg9C30LjRgtGMINC/0L7RgdC70LXQtNC90Y7RjiDQstC10YDRgdC40Y4g0L/RgNC+0LjQs9GA0YvQstCw0YLQtdC70Y8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LQn9C+0LrQsNC30YvQstCw0YLRjCDQstGA0LXQt9C60YMg0YPRh9Cw0YHRgtC90LjQutCw0LwiLz4NCgkJPHVpdGV4dCBuYW1lPSJNVVRFIiB2YWx1ZT0i0J7RgtC60LvRjtGH0LjRgtGMINC30LLRg9C6Ii8+DQoJCTx1aXRleHQgbmFtZT0iRE9DV1JBUF9USVRMRSIgdmFsdWU9ItCS0LvQvtC20LXQvdC40LUg0LIg0YTQsNC50LsgQWRvYmUgUHJlc2VudGVyIi8+DQoJCTx1aXRleHQgbmFtZT0iRE9DV1JBUF9NU0ciIHZhbHVlPSLQodC+0YXRgNCw0L3QuNGC0Ywg0LIg0L/QsNC/0LrRgyAmcXVvdDvQnNC+0Lkg0LrQvtC80L/RjNGO0YLQtdGAJnF1b3Q7Ii8+DQoJCTx1aXRleHQgbmFtZT0iRE9DV1JBUF9QUk9NUFQiIHZhbHVlPSLQqdC10LvQutC90YPRgtGMINC00LvRjyDQt9Cw0LPRgNGD0LfQutC4Ii8+DQoJPC9sYW5ndWFnZT4NCjwvY29uZmlndXJhdGlvbj4NCg=="/>
  <p:tag name="MMPROD_UIDATA" val="&lt;database version=&quot;11.0&quot;&gt;&lt;object type=&quot;1&quot; unique_id=&quot;10001&quot;&gt;&lt;property id=&quot;20141&quot; value=&quot;ECE/CS 552 - Superscalar and Out-of-Order&quot;/&gt;&lt;property id=&quot;20144&quot; value=&quot;0&quot;/&gt;&lt;property id=&quot;20146&quot; value=&quot;0&quot;/&gt;&lt;property id=&quot;20147&quot; value=&quot;0&quot;/&gt;&lt;property id=&quot;20148&quot; value=&quot;5&quot;/&gt;&lt;property id=&quot;20180&quot; value=&quot;0&quot;/&gt;&lt;property id=&quot;20181&quot; value=&quot;1&quot;/&gt;&lt;property id=&quot;20183&quot; value=&quot;1&quot;/&gt;&lt;property id=&quot;20184&quot; value=&quot;7&quot;/&gt;&lt;property id=&quot;20193&quot; value=&quot;-1&quot;/&gt;&lt;property id=&quot;20224&quot; value=&quot;C:\Users\sanmi\Documents\My Adobe Presentations\ece552-SuperscalarOoO&quot;/&gt;&lt;property id=&quot;20250&quot; value=&quot;0&quot;/&gt;&lt;property id=&quot;20251&quot; value=&quot;0&quot;/&gt;&lt;property id=&quot;20259&quot; value=&quot;0&quot;/&gt;&lt;property id=&quot;20263&quot; value=&quot;2&quot;/&gt;&lt;property id=&quot;20264&quot; value=&quot;1&quot;/&gt;&lt;property id=&quot;20519&quot; value=&quot;0&quot;/&gt;&lt;property id=&quot;20700&quot; value=&quot;0&quot;/&gt;&lt;object type=&quot;8&quot; unique_id=&quot;10002&quot;&gt;&lt;/object&gt;&lt;object type=&quot;2&quot; unique_id=&quot;10003&quot;&gt;&lt;object type=&quot;3&quot; unique_id=&quot;17616&quot;&gt;&lt;property id=&quot;20148&quot; value=&quot;5&quot;/&gt;&lt;property id=&quot;20300&quot; value=&quot;Slide 1 - &amp;quot;ECE/CS 552: Superscalar and Out-of-Order&amp;quot;&quot;/&gt;&lt;property id=&quot;20307&quot; value=&quot;567&quot;/&gt;&lt;property id=&quot;20309&quot; value=&quot;-1&quot;/&gt;&lt;/object&gt;&lt;object type=&quot;3&quot; unique_id=&quot;21925&quot;&gt;&lt;property id=&quot;20148&quot; value=&quot;5&quot;/&gt;&lt;property id=&quot;20300&quot; value=&quot;Slide 6 - &amp;quot;Exercise – Register Renaming&amp;quot;&quot;/&gt;&lt;property id=&quot;20307&quot; value=&quot;612&quot;/&gt;&lt;property id=&quot;20309&quot; value=&quot;-1&quot;/&gt;&lt;/object&gt;&lt;object type=&quot;3&quot; unique_id=&quot;25601&quot;&gt;&lt;property id=&quot;20148&quot; value=&quot;5&quot;/&gt;&lt;property id=&quot;20300&quot; value=&quot;Slide 2 - &amp;quot;Out-of-Order Execution&amp;quot;&quot;/&gt;&lt;property id=&quot;20307&quot; value=&quot;755&quot;/&gt;&lt;property id=&quot;20309&quot; value=&quot;-1&quot;/&gt;&lt;/object&gt;&lt;object type=&quot;3&quot; unique_id=&quot;26570&quot;&gt;&lt;property id=&quot;20148&quot; value=&quot;5&quot;/&gt;&lt;property id=&quot;20300&quot; value=&quot;Slide 3 - &amp;quot;Scoreboard&amp;quot;&quot;/&gt;&lt;property id=&quot;20307&quot; value=&quot;759&quot;/&gt;&lt;property id=&quot;20309&quot; value=&quot;-1&quot;/&gt;&lt;/object&gt;&lt;object type=&quot;3&quot; unique_id=&quot;34012&quot;&gt;&lt;property id=&quot;20148&quot; value=&quot;5&quot;/&gt;&lt;property id=&quot;20300&quot; value=&quot;Slide 4 - &amp;quot;Register Renaming&amp;quot;&quot;/&gt;&lt;property id=&quot;20307&quot; value=&quot;779&quot;/&gt;&lt;property id=&quot;20309&quot; value=&quot;-1&quot;/&gt;&lt;/object&gt;&lt;object type=&quot;3&quot; unique_id=&quot;34013&quot;&gt;&lt;property id=&quot;20148&quot; value=&quot;5&quot;/&gt;&lt;property id=&quot;20300&quot; value=&quot;Slide 5 - &amp;quot;Register Renaming&amp;quot;&quot;/&gt;&lt;property id=&quot;20307&quot; value=&quot;781&quot;/&gt;&lt;property id=&quot;20309&quot; value=&quot;-1&quot;/&gt;&lt;/object&gt;&lt;/object&gt;&lt;object type=&quot;10&quot; unique_id=&quot;18704&quot;&gt;&lt;object type=&quot;11&quot; unique_id=&quot;18705&quot;&gt;&lt;property id=&quot;20180&quot; value=&quot;0&quot;/&gt;&lt;property id=&quot;20181&quot; value=&quot;1&quot;/&gt;&lt;property id=&quot;20183&quot; value=&quot;1&quot;/&gt;&lt;/object&gt;&lt;object type=&quot;12&quot; unique_id=&quot;39348&quot;&gt;&lt;/object&gt;&lt;/object&gt;&lt;object type=&quot;4&quot; unique_id=&quot;18706&quot;&gt;&lt;/object&gt;&lt;/object&gt;&lt;/database&gt;"/>
  <p:tag name="SECTOMILLISECCONVERTED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5&quot;/&gt;&lt;/TableIndex&gt;&lt;/ShapeTextInfo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5&quot;/&gt;&lt;/TableIndex&gt;&lt;/ShapeTextInfo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.PNG&quot;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EA9565BA-58A4-4BCA-92DC-67A338DB1671}_1.png&quot;/&gt;&lt;left val=&quot;35&quot;/&gt;&lt;top val=&quot;214&quot;/&gt;&lt;width val=&quot;648&quot;/&gt;&lt;height val=&quot;146&quot;/&gt;&lt;hasText val=&quot;1&quot;/&gt;&lt;/Image&gt;&lt;/ThreeDShapeInfo&gt;"/>
  <p:tag name="PRESENTER_SHAPETEXTINFO" val="&lt;ShapeTextInfo&gt;&lt;TableIndex row=&quot;-1&quot; col=&quot;-1&quot;&gt;&lt;linesCount val=&quot;2&quot;/&gt;&lt;lineCharCount val=&quot;28&quot;/&gt;&lt;lineCharCount val=&quot;12&quot;/&gt;&lt;/TableIndex&gt;&lt;/ShapeTextInfo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095ABDEC-25AE-4F12-B199-DC396117F887}_1.png&quot;/&gt;&lt;left val=&quot;104&quot;/&gt;&lt;top val=&quot;370&quot;/&gt;&lt;width val=&quot;515&quot;/&gt;&lt;height val=&quot;145&quot;/&gt;&lt;hasText val=&quot;1&quot;/&gt;&lt;/Image&gt;&lt;/ThreeDShapeInfo&gt;"/>
  <p:tag name="PRESENTER_SHAPETEXTINFO" val="&lt;ShapeTextInfo&gt;&lt;TableIndex row=&quot;-1&quot; col=&quot;-1&quot;&gt;&lt;linesCount val=&quot;6&quot;/&gt;&lt;lineCharCount val=&quot;24&quot;/&gt;&lt;lineCharCount val=&quot;1&quot;/&gt;&lt;lineCharCount val=&quot;55&quot;/&gt;&lt;lineCharCount val=&quot;61&quot;/&gt;&lt;lineCharCount val=&quot;6&quot;/&gt;&lt;lineCharCount val=&quot;3&quot;/&gt;&lt;/TableIndex&gt;&lt;/ShapeTextInfo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8.PNG&quot;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14CF512B-A02B-433D-8361-33AD5BE09B86}_8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2&quot;/&gt;&lt;/TableIndex&gt;&lt;/ShapeTextInfo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F05C5203-7109-4853-AADE-BB9782C5CFED}_8.png&quot;/&gt;&lt;left val=&quot;23&quot;/&gt;&lt;top val=&quot;112&quot;/&gt;&lt;width val=&quot;660&quot;/&gt;&lt;height val=&quot;343&quot;/&gt;&lt;hasText val=&quot;1&quot;/&gt;&lt;/Image&gt;&lt;/ThreeDShapeInfo&gt;"/>
  <p:tag name="PRESENTER_SHAPETEXTINFO" val="&lt;ShapeTextInfo&gt;&lt;TableIndex row=&quot;-1&quot; col=&quot;-1&quot;&gt;&lt;linesCount val=&quot;6&quot;/&gt;&lt;lineCharCount val=&quot;20&quot;/&gt;&lt;lineCharCount val=&quot;50&quot;/&gt;&lt;lineCharCount val=&quot;53&quot;/&gt;&lt;lineCharCount val=&quot;51&quot;/&gt;&lt;lineCharCount val=&quot;45&quot;/&gt;&lt;lineCharCount val=&quot;46&quot;/&gt;&lt;/TableIndex&gt;&lt;/ShapeTextInfo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81208AD6-9911-4802-BE4B-CA98A44D63BC}_8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2298E294-30E5-42D0-A37A-20A31ECF94D1}_8.png&quot;/&gt;&lt;left val=&quot;521&quot;/&gt;&lt;top val=&quot;342&quot;/&gt;&lt;width val=&quot;72&quot;/&gt;&lt;height val=&quot;30&quot;/&gt;&lt;hasText val=&quot;1&quot;/&gt;&lt;/Image&gt;&lt;/ThreeDShapeInfo&gt;"/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6C2D39C0-E98C-412D-B2F3-A3E31D0E3C70}&quot;/&gt;&lt;isInvalidForFieldText val=&quot;1&quot;/&gt;&lt;Image&gt;&lt;filename val=&quot;C:\Users\sanmi\Documents\My Adobe Presentations\ece552-SuperscalarOoO\data\asimages\{6C2D39C0-E98C-412D-B2F3-A3E31D0E3C70}_8_S.png&quot;/&gt;&lt;left val=&quot;526&quot;/&gt;&lt;top val=&quot;395&quot;/&gt;&lt;width val=&quot;27&quot;/&gt;&lt;height val=&quot;51&quot;/&gt;&lt;hasText val=&quot;0&quot;/&gt;&lt;/Image&gt;&lt;Image&gt;&lt;filename val=&quot;C:\Users\sanmi\Documents\My Adobe Presentations\ece552-SuperscalarOoO\data\asimages\{6C2D39C0-E98C-412D-B2F3-A3E31D0E3C70}_8_T.png&quot;/&gt;&lt;left val=&quot;527&quot;/&gt;&lt;top val=&quot;396&quot;/&gt;&lt;width val=&quot;24&quot;/&gt;&lt;height val=&quot;4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6139A8E3-17B2-476E-9EF1-89A68326CB7A}_8.png&quot;/&gt;&lt;left val=&quot;564&quot;/&gt;&lt;top val=&quot;372&quot;/&gt;&lt;width val=&quot;35&quot;/&gt;&lt;height val=&quot;61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F4F59751-2329-45C6-A8FE-A6A9EFE7A6EC}&quot;/&gt;&lt;isInvalidForFieldText val=&quot;1&quot;/&gt;&lt;Image&gt;&lt;filename val=&quot;C:\Users\sanmi\Documents\My Adobe Presentations\ece552-SuperscalarOoO\data\asimages\{F4F59751-2329-45C6-A8FE-A6A9EFE7A6EC}_8_S.png&quot;/&gt;&lt;left val=&quot;508&quot;/&gt;&lt;top val=&quot;377&quot;/&gt;&lt;width val=&quot;69&quot;/&gt;&lt;height val=&quot;31&quot;/&gt;&lt;hasText val=&quot;0&quot;/&gt;&lt;/Image&gt;&lt;Image&gt;&lt;filename val=&quot;C:\Users\sanmi\Documents\My Adobe Presentations\ece552-SuperscalarOoO\data\asimages\{F4F59751-2329-45C6-A8FE-A6A9EFE7A6EC}_8_T.png&quot;/&gt;&lt;left val=&quot;509&quot;/&gt;&lt;top val=&quot;384&quot;/&gt;&lt;width val=&quot;60&quot;/&gt;&lt;height val=&quot;25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A2E5BF02-DD30-42D8-907E-830A82B0713B}&quot;/&gt;&lt;isInvalidForFieldText val=&quot;1&quot;/&gt;&lt;Image&gt;&lt;filename val=&quot;C:\Users\sanmi\Documents\My Adobe Presentations\ece552-SuperscalarOoO\data\asimages\{A2E5BF02-DD30-42D8-907E-830A82B0713B}_8_S.png&quot;/&gt;&lt;left val=&quot;556&quot;/&gt;&lt;top val=&quot;420&quot;/&gt;&lt;width val=&quot;63&quot;/&gt;&lt;height val=&quot;25&quot;/&gt;&lt;hasText val=&quot;0&quot;/&gt;&lt;/Image&gt;&lt;Image&gt;&lt;filename val=&quot;C:\Users\sanmi\Documents\My Adobe Presentations\ece552-SuperscalarOoO\data\asimages\{A2E5BF02-DD30-42D8-907E-830A82B0713B}_8_T.png&quot;/&gt;&lt;left val=&quot;557&quot;/&gt;&lt;top val=&quot;420&quot;/&gt;&lt;width val=&quot;54&quot;/&gt;&lt;height val=&quot;1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72C6C24F-5E44-40E8-91CB-ECA5E704DEF2}&quot;/&gt;&lt;isInvalidForFieldText val=&quot;1&quot;/&gt;&lt;Image&gt;&lt;filename val=&quot;C:\Users\sanmi\Documents\My Adobe Presentations\ece552-SuperscalarOoO\data\asimages\{72C6C24F-5E44-40E8-91CB-ECA5E704DEF2}_8_S.png&quot;/&gt;&lt;left val=&quot;472&quot;/&gt;&lt;top val=&quot;359&quot;/&gt;&lt;width val=&quot;50&quot;/&gt;&lt;height val=&quot;57&quot;/&gt;&lt;hasText val=&quot;0&quot;/&gt;&lt;/Image&gt;&lt;Image&gt;&lt;filename val=&quot;C:\Users\sanmi\Documents\My Adobe Presentations\ece552-SuperscalarOoO\data\asimages\{72C6C24F-5E44-40E8-91CB-ECA5E704DEF2}_8_T.png&quot;/&gt;&lt;left val=&quot;473&quot;/&gt;&lt;top val=&quot;360&quot;/&gt;&lt;width val=&quot;48&quot;/&gt;&lt;height val=&quot;49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27ACF164-E9D2-4BC0-A707-B3DFD2B42E30}&quot;/&gt;&lt;isInvalidForFieldText val=&quot;1&quot;/&gt;&lt;Image&gt;&lt;filename val=&quot;C:\Users\sanmi\Documents\My Adobe Presentations\ece552-SuperscalarOoO\data\asimages\{27ACF164-E9D2-4BC0-A707-B3DFD2B42E30}_8_S.png&quot;/&gt;&lt;left val=&quot;460&quot;/&gt;&lt;top val=&quot;347&quot;/&gt;&lt;width val=&quot;62&quot;/&gt;&lt;height val=&quot;93&quot;/&gt;&lt;hasText val=&quot;0&quot;/&gt;&lt;/Image&gt;&lt;Image&gt;&lt;filename val=&quot;C:\Users\sanmi\Documents\My Adobe Presentations\ece552-SuperscalarOoO\data\asimages\{27ACF164-E9D2-4BC0-A707-B3DFD2B42E30}_8_T.png&quot;/&gt;&lt;left val=&quot;461&quot;/&gt;&lt;top val=&quot;348&quot;/&gt;&lt;width val=&quot;60&quot;/&gt;&lt;height val=&quot;85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88061CCB-8F94-41F8-91D5-E898AF49D664}_8.png&quot;/&gt;&lt;left val=&quot;91&quot;/&gt;&lt;top val=&quot;372&quot;/&gt;&lt;width val=&quot;33&quot;/&gt;&lt;height val=&quot;38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F1BB77AF-7700-46C8-8BB9-CA9AF49D4EF5}&quot;/&gt;&lt;isInvalidForFieldText val=&quot;1&quot;/&gt;&lt;Image&gt;&lt;filename val=&quot;C:\Users\sanmi\Documents\My Adobe Presentations\ece552-SuperscalarOoO\data\asimages\{F1BB77AF-7700-46C8-8BB9-CA9AF49D4EF5}_8_S.png&quot;/&gt;&lt;left val=&quot;76&quot;/&gt;&lt;top val=&quot;383&quot;/&gt;&lt;width val=&quot;27&quot;/&gt;&lt;height val=&quot;31&quot;/&gt;&lt;hasText val=&quot;0&quot;/&gt;&lt;/Image&gt;&lt;Image&gt;&lt;filename val=&quot;C:\Users\sanmi\Documents\My Adobe Presentations\ece552-SuperscalarOoO\data\asimages\{F1BB77AF-7700-46C8-8BB9-CA9AF49D4EF5}_8_T.png&quot;/&gt;&lt;left val=&quot;77&quot;/&gt;&lt;top val=&quot;390&quot;/&gt;&lt;width val=&quot;18&quot;/&gt;&lt;height val=&quot;25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57300E47-A987-4D7B-9D65-C9D0C8F334A9}&quot;/&gt;&lt;isInvalidForFieldText val=&quot;1&quot;/&gt;&lt;Image&gt;&lt;filename val=&quot;C:\Users\sanmi\Documents\My Adobe Presentations\ece552-SuperscalarOoO\data\asimages\{57300E47-A987-4D7B-9D65-C9D0C8F334A9}_8_S.png&quot;/&gt;&lt;left val=&quot;76&quot;/&gt;&lt;top val=&quot;414&quot;/&gt;&lt;width val=&quot;27&quot;/&gt;&lt;height val=&quot;19&quot;/&gt;&lt;hasText val=&quot;0&quot;/&gt;&lt;/Image&gt;&lt;Image&gt;&lt;filename val=&quot;C:\Users\sanmi\Documents\My Adobe Presentations\ece552-SuperscalarOoO\data\asimages\{57300E47-A987-4D7B-9D65-C9D0C8F334A9}_8_T.png&quot;/&gt;&lt;left val=&quot;77&quot;/&gt;&lt;top val=&quot;414&quot;/&gt;&lt;width val=&quot;18&quot;/&gt;&lt;height val=&quot;13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3826371C-41CE-40A6-8050-D96BB03B3D42}&quot;/&gt;&lt;isInvalidForFieldText val=&quot;1&quot;/&gt;&lt;Image&gt;&lt;filename val=&quot;C:\Users\sanmi\Documents\My Adobe Presentations\ece552-SuperscalarOoO\data\asimages\{3826371C-41CE-40A6-8050-D96BB03B3D42}_8_S.png&quot;/&gt;&lt;left val=&quot;112&quot;/&gt;&lt;top val=&quot;425&quot;/&gt;&lt;width val=&quot;33&quot;/&gt;&lt;height val=&quot;33&quot;/&gt;&lt;hasText val=&quot;0&quot;/&gt;&lt;/Image&gt;&lt;Image&gt;&lt;filename val=&quot;C:\Users\sanmi\Documents\My Adobe Presentations\ece552-SuperscalarOoO\data\asimages\{3826371C-41CE-40A6-8050-D96BB03B3D42}_8_T.png&quot;/&gt;&lt;left val=&quot;119&quot;/&gt;&lt;top val=&quot;426&quot;/&gt;&lt;width val=&quot;24&quot;/&gt;&lt;height val=&quot;25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DCB16991-B776-4C4F-8F6F-D003550335EA}&quot;/&gt;&lt;isInvalidForFieldText val=&quot;1&quot;/&gt;&lt;Image&gt;&lt;filename val=&quot;C:\Users\sanmi\Documents\My Adobe Presentations\ece552-SuperscalarOoO\data\asimages\{DCB16991-B776-4C4F-8F6F-D003550335EA}_8_S.png&quot;/&gt;&lt;left val=&quot;112&quot;/&gt;&lt;top val=&quot;420&quot;/&gt;&lt;width val=&quot;447&quot;/&gt;&lt;height val=&quot;49&quot;/&gt;&lt;hasText val=&quot;0&quot;/&gt;&lt;/Image&gt;&lt;Image&gt;&lt;filename val=&quot;C:\Users\sanmi\Documents\My Adobe Presentations\ece552-SuperscalarOoO\data\asimages\{DCB16991-B776-4C4F-8F6F-D003550335EA}_8_T.png&quot;/&gt;&lt;left val=&quot;119&quot;/&gt;&lt;top val=&quot;420&quot;/&gt;&lt;width val=&quot;438&quot;/&gt;&lt;height val=&quot;43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2C8300BB-3AD2-44E8-83B9-9B435E61D625}&quot;/&gt;&lt;isInvalidForFieldText val=&quot;1&quot;/&gt;&lt;Image&gt;&lt;filename val=&quot;C:\Users\sanmi\Documents\My Adobe Presentations\ece552-SuperscalarOoO\data\asimages\{2C8300BB-3AD2-44E8-83B9-9B435E61D625}_8_S.png&quot;/&gt;&lt;left val=&quot;28&quot;/&gt;&lt;top val=&quot;401&quot;/&gt;&lt;width val=&quot;80&quot;/&gt;&lt;height val=&quot;51&quot;/&gt;&lt;hasText val=&quot;0&quot;/&gt;&lt;/Image&gt;&lt;Image&gt;&lt;filename val=&quot;C:\Users\sanmi\Documents\My Adobe Presentations\ece552-SuperscalarOoO\data\asimages\{2C8300BB-3AD2-44E8-83B9-9B435E61D625}_8_T.png&quot;/&gt;&lt;left val=&quot;29&quot;/&gt;&lt;top val=&quot;408&quot;/&gt;&lt;width val=&quot;78&quot;/&gt;&lt;height val=&quot;43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02B05CCC-A4AC-4165-9AFD-33E7FAF7742A}_8.png&quot;/&gt;&lt;left val=&quot;92&quot;/&gt;&lt;top val=&quot;402&quot;/&gt;&lt;width val=&quot;30&quot;/&gt;&lt;height val=&quot;54&quot;/&gt;&lt;hasText val=&quot;1&quot;/&gt;&lt;/Image&gt;&lt;/ThreeDShapeInfo&gt;"/>
  <p:tag name="PRESENTER_SHAPETEXTINFO" val="&lt;ShapeTextInfo&gt;&lt;TableIndex row=&quot;-1&quot; col=&quot;-1&quot;&gt;&lt;linesCount val=&quot;2&quot;/&gt;&lt;lineCharCount val=&quot;2&quot;/&gt;&lt;lineCharCount val=&quot;1&quot;/&gt;&lt;/TableIndex&gt;&lt;/ShapeTextInfo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56D0CAEA-2B04-41A7-AA34-94307746BF3C}&quot;/&gt;&lt;isInvalidForFieldText val=&quot;1&quot;/&gt;&lt;Image&gt;&lt;filename val=&quot;C:\Users\sanmi\Documents\My Adobe Presentations\ece552-SuperscalarOoO\data\asimages\{56D0CAEA-2B04-41A7-AA34-94307746BF3C}_8_S.png&quot;/&gt;&lt;left val=&quot;586&quot;/&gt;&lt;top val=&quot;341&quot;/&gt;&lt;width val=&quot;93&quot;/&gt;&lt;height val=&quot;81&quot;/&gt;&lt;hasText val=&quot;0&quot;/&gt;&lt;/Image&gt;&lt;Image&gt;&lt;filename val=&quot;C:\Users\sanmi\Documents\My Adobe Presentations\ece552-SuperscalarOoO\data\asimages\{56D0CAEA-2B04-41A7-AA34-94307746BF3C}_8_T.png&quot;/&gt;&lt;left val=&quot;593&quot;/&gt;&lt;top val=&quot;348&quot;/&gt;&lt;width val=&quot;84&quot;/&gt;&lt;height val=&quot;73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91276EFB-998B-4E98-A1E5-C05319AF0BA7}_8.png&quot;/&gt;&lt;left val=&quot;215&quot;/&gt;&lt;top val=&quot;378&quot;/&gt;&lt;width val=&quot;216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11&quot;/&gt;&lt;/TableIndex&gt;&lt;/ShapeTextInfo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B3E2A73B-3771-486D-A9A3-14BE8FB37806}&quot;/&gt;&lt;isInvalidForFieldText val=&quot;1&quot;/&gt;&lt;Image&gt;&lt;filename val=&quot;C:\Users\sanmi\Documents\My Adobe Presentations\ece552-SuperscalarOoO\data\asimages\{B3E2A73B-3771-486D-A9A3-14BE8FB37806}_8_S.png&quot;/&gt;&lt;left val=&quot;185&quot;/&gt;&lt;top val=&quot;383&quot;/&gt;&lt;width val=&quot;37&quot;/&gt;&lt;height val=&quot;15&quot;/&gt;&lt;hasText val=&quot;0&quot;/&gt;&lt;/Image&gt;&lt;Image&gt;&lt;filename val=&quot;C:\Users\sanmi\Documents\My Adobe Presentations\ece552-SuperscalarOoO\data\asimages\{B3E2A73B-3771-486D-A9A3-14BE8FB37806}_8_T.png&quot;/&gt;&lt;left val=&quot;185&quot;/&gt;&lt;top val=&quot;384&quot;/&gt;&lt;width val=&quot;30&quot;/&gt;&lt;height val=&quot;7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A7704B92-A950-4C8D-85EF-985D98C34704}&quot;/&gt;&lt;isInvalidForFieldText val=&quot;1&quot;/&gt;&lt;Image&gt;&lt;filename val=&quot;C:\Users\sanmi\Documents\My Adobe Presentations\ece552-SuperscalarOoO\data\asimages\{A7704B92-A950-4C8D-85EF-985D98C34704}_8_S.png&quot;/&gt;&lt;left val=&quot;419&quot;/&gt;&lt;top val=&quot;380&quot;/&gt;&lt;width val=&quot;77&quot;/&gt;&lt;height val=&quot;14&quot;/&gt;&lt;hasText val=&quot;0&quot;/&gt;&lt;/Image&gt;&lt;Image&gt;&lt;filename val=&quot;C:\Users\sanmi\Documents\My Adobe Presentations\ece552-SuperscalarOoO\data\asimages\{A7704B92-A950-4C8D-85EF-985D98C34704}_8_T.png&quot;/&gt;&lt;left val=&quot;0&quot;/&gt;&lt;top val=&quot;0&quot;/&gt;&lt;width val=&quot;0&quot;/&gt;&lt;height val=&quot;0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2.PNG&quot;/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0BE1CF48-B239-41A9-8902-A9E08F9EBE70}_12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00045746-32CB-4C12-991D-57D5998E1834}_12.png&quot;/&gt;&lt;left val=&quot;25&quot;/&gt;&lt;top val=&quot;102&quot;/&gt;&lt;width val=&quot;688&quot;/&gt;&lt;height val=&quot;342&quot;/&gt;&lt;hasText val=&quot;1&quot;/&gt;&lt;/Image&gt;&lt;/ThreeDShapeInfo&gt;"/>
  <p:tag name="PRESENTER_SHAPETEXTINFO" val="&lt;ShapeTextInfo&gt;&lt;TableIndex row=&quot;-1&quot; col=&quot;-1&quot;&gt;&lt;linesCount val=&quot;8&quot;/&gt;&lt;lineCharCount val=&quot;57&quot;/&gt;&lt;lineCharCount val=&quot;16&quot;/&gt;&lt;lineCharCount val=&quot;30&quot;/&gt;&lt;lineCharCount val=&quot;55&quot;/&gt;&lt;lineCharCount val=&quot;45&quot;/&gt;&lt;lineCharCount val=&quot;30&quot;/&gt;&lt;lineCharCount val=&quot;66&quot;/&gt;&lt;lineCharCount val=&quot;50&quot;/&gt;&lt;/TableIndex&gt;&lt;/ShapeTextInfo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745BD542-EC6A-47BD-B7F9-43F433C683F5}_12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4158182A-3B19-4684-B286-C964592166A5}_12.png&quot;/&gt;&lt;left val=&quot;407&quot;/&gt;&lt;top val=&quot;403&quot;/&gt;&lt;width val=&quot;72&quot;/&gt;&lt;height val=&quot;30&quot;/&gt;&lt;hasText val=&quot;1&quot;/&gt;&lt;/Image&gt;&lt;/ThreeDShapeInfo&gt;"/>
  <p:tag name="PRESENTER_SHAPETEXTINFO" val="&lt;ShapeTextInfo&gt;&lt;TableIndex row=&quot;-1&quot; col=&quot;-1&quot;&gt;&lt;linesCount val=&quot;1&quot;/&gt;&lt;lineCharCount val=&quot;7&quot;/&gt;&lt;/TableIndex&gt;&lt;/ShapeTextInfo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1E701824-0AF7-47B8-ABB3-98EB1A4FD302}&quot;/&gt;&lt;isInvalidForFieldText val=&quot;1&quot;/&gt;&lt;Image&gt;&lt;filename val=&quot;C:\Users\sanmi\Documents\My Adobe Presentations\ece552-SuperscalarOoO\data\asimages\{1E701824-0AF7-47B8-ABB3-98EB1A4FD302}_12_S.png&quot;/&gt;&lt;left val=&quot;412&quot;/&gt;&lt;top val=&quot;456&quot;/&gt;&lt;width val=&quot;27&quot;/&gt;&lt;height val=&quot;51&quot;/&gt;&lt;hasText val=&quot;0&quot;/&gt;&lt;/Image&gt;&lt;Image&gt;&lt;filename val=&quot;C:\Users\sanmi\Documents\My Adobe Presentations\ece552-SuperscalarOoO\data\asimages\{1E701824-0AF7-47B8-ABB3-98EB1A4FD302}_12_T.png&quot;/&gt;&lt;left val=&quot;413&quot;/&gt;&lt;top val=&quot;457&quot;/&gt;&lt;width val=&quot;24&quot;/&gt;&lt;height val=&quot;4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FF551D85-8BA4-4B15-80B8-ABE9278FF1E5}_12.png&quot;/&gt;&lt;left val=&quot;450&quot;/&gt;&lt;top val=&quot;433&quot;/&gt;&lt;width val=&quot;35&quot;/&gt;&lt;height val=&quot;60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02498F4F-AF3A-4DFA-AFD7-47C5FFE0C6D9}&quot;/&gt;&lt;isInvalidForFieldText val=&quot;1&quot;/&gt;&lt;Image&gt;&lt;filename val=&quot;C:\Users\sanmi\Documents\My Adobe Presentations\ece552-SuperscalarOoO\data\asimages\{02498F4F-AF3A-4DFA-AFD7-47C5FFE0C6D9}_12_S.png&quot;/&gt;&lt;left val=&quot;394&quot;/&gt;&lt;top val=&quot;438&quot;/&gt;&lt;width val=&quot;69&quot;/&gt;&lt;height val=&quot;31&quot;/&gt;&lt;hasText val=&quot;0&quot;/&gt;&lt;/Image&gt;&lt;Image&gt;&lt;filename val=&quot;C:\Users\sanmi\Documents\My Adobe Presentations\ece552-SuperscalarOoO\data\asimages\{02498F4F-AF3A-4DFA-AFD7-47C5FFE0C6D9}_12_T.png&quot;/&gt;&lt;left val=&quot;395&quot;/&gt;&lt;top val=&quot;445&quot;/&gt;&lt;width val=&quot;60&quot;/&gt;&lt;height val=&quot;2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3FEDBA11-141E-443C-BE30-9F0E535DE29A}&quot;/&gt;&lt;isInvalidForFieldText val=&quot;1&quot;/&gt;&lt;Image&gt;&lt;filename val=&quot;C:\Users\sanmi\Documents\My Adobe Presentations\ece552-SuperscalarOoO\data\asimages\{3FEDBA11-141E-443C-BE30-9F0E535DE29A}_12_S.png&quot;/&gt;&lt;left val=&quot;442&quot;/&gt;&lt;top val=&quot;481&quot;/&gt;&lt;width val=&quot;63&quot;/&gt;&lt;height val=&quot;25&quot;/&gt;&lt;hasText val=&quot;0&quot;/&gt;&lt;/Image&gt;&lt;Image&gt;&lt;filename val=&quot;C:\Users\sanmi\Documents\My Adobe Presentations\ece552-SuperscalarOoO\data\asimages\{3FEDBA11-141E-443C-BE30-9F0E535DE29A}_12_T.png&quot;/&gt;&lt;left val=&quot;443&quot;/&gt;&lt;top val=&quot;481&quot;/&gt;&lt;width val=&quot;54&quot;/&gt;&lt;height val=&quot;1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2FF221F0-1548-4E35-ADC1-BF57039C4999}&quot;/&gt;&lt;isInvalidForFieldText val=&quot;1&quot;/&gt;&lt;Image&gt;&lt;filename val=&quot;C:\Users\sanmi\Documents\My Adobe Presentations\ece552-SuperscalarOoO\data\asimages\{2FF221F0-1548-4E35-ADC1-BF57039C4999}_12_S.png&quot;/&gt;&lt;left val=&quot;358&quot;/&gt;&lt;top val=&quot;420&quot;/&gt;&lt;width val=&quot;50&quot;/&gt;&lt;height val=&quot;57&quot;/&gt;&lt;hasText val=&quot;0&quot;/&gt;&lt;/Image&gt;&lt;Image&gt;&lt;filename val=&quot;C:\Users\sanmi\Documents\My Adobe Presentations\ece552-SuperscalarOoO\data\asimages\{2FF221F0-1548-4E35-ADC1-BF57039C4999}_12_T.png&quot;/&gt;&lt;left val=&quot;359&quot;/&gt;&lt;top val=&quot;421&quot;/&gt;&lt;width val=&quot;48&quot;/&gt;&lt;height val=&quot;4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E9612D32-5EAC-4A7D-928C-486D0A9D1BAB}&quot;/&gt;&lt;isInvalidForFieldText val=&quot;1&quot;/&gt;&lt;Image&gt;&lt;filename val=&quot;C:\Users\sanmi\Documents\My Adobe Presentations\ece552-SuperscalarOoO\data\asimages\{E9612D32-5EAC-4A7D-928C-486D0A9D1BAB}_12_S.png&quot;/&gt;&lt;left val=&quot;346&quot;/&gt;&lt;top val=&quot;408&quot;/&gt;&lt;width val=&quot;62&quot;/&gt;&lt;height val=&quot;93&quot;/&gt;&lt;hasText val=&quot;0&quot;/&gt;&lt;/Image&gt;&lt;Image&gt;&lt;filename val=&quot;C:\Users\sanmi\Documents\My Adobe Presentations\ece552-SuperscalarOoO\data\asimages\{E9612D32-5EAC-4A7D-928C-486D0A9D1BAB}_12_T.png&quot;/&gt;&lt;left val=&quot;347&quot;/&gt;&lt;top val=&quot;409&quot;/&gt;&lt;width val=&quot;60&quot;/&gt;&lt;height val=&quot;8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7CB97CF5-A1BF-466C-8C13-B0A27DF4F2EE}_12.png&quot;/&gt;&lt;left val=&quot;175&quot;/&gt;&lt;top val=&quot;433&quot;/&gt;&lt;width val=&quot;33&quot;/&gt;&lt;height val=&quot;38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60475AB0-D0D5-4F06-AB6D-903259EC2FE4}&quot;/&gt;&lt;isInvalidForFieldText val=&quot;1&quot;/&gt;&lt;Image&gt;&lt;filename val=&quot;C:\Users\sanmi\Documents\My Adobe Presentations\ece552-SuperscalarOoO\data\asimages\{60475AB0-D0D5-4F06-AB6D-903259EC2FE4}_12_S.png&quot;/&gt;&lt;left val=&quot;160&quot;/&gt;&lt;top val=&quot;444&quot;/&gt;&lt;width val=&quot;27&quot;/&gt;&lt;height val=&quot;31&quot;/&gt;&lt;hasText val=&quot;0&quot;/&gt;&lt;/Image&gt;&lt;Image&gt;&lt;filename val=&quot;C:\Users\sanmi\Documents\My Adobe Presentations\ece552-SuperscalarOoO\data\asimages\{60475AB0-D0D5-4F06-AB6D-903259EC2FE4}_12_T.png&quot;/&gt;&lt;left val=&quot;161&quot;/&gt;&lt;top val=&quot;451&quot;/&gt;&lt;width val=&quot;18&quot;/&gt;&lt;height val=&quot;2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F20FF6FF-1477-42FE-8D5F-4C81D122C262}&quot;/&gt;&lt;isInvalidForFieldText val=&quot;1&quot;/&gt;&lt;Image&gt;&lt;filename val=&quot;C:\Users\sanmi\Documents\My Adobe Presentations\ece552-SuperscalarOoO\data\asimages\{F20FF6FF-1477-42FE-8D5F-4C81D122C262}_12_S.png&quot;/&gt;&lt;left val=&quot;160&quot;/&gt;&lt;top val=&quot;475&quot;/&gt;&lt;width val=&quot;27&quot;/&gt;&lt;height val=&quot;19&quot;/&gt;&lt;hasText val=&quot;0&quot;/&gt;&lt;/Image&gt;&lt;Image&gt;&lt;filename val=&quot;C:\Users\sanmi\Documents\My Adobe Presentations\ece552-SuperscalarOoO\data\asimages\{F20FF6FF-1477-42FE-8D5F-4C81D122C262}_12_T.png&quot;/&gt;&lt;left val=&quot;161&quot;/&gt;&lt;top val=&quot;475&quot;/&gt;&lt;width val=&quot;18&quot;/&gt;&lt;height val=&quot;1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CDD8F103-1BC1-4AAF-BE54-7A46C95AEDF5}&quot;/&gt;&lt;isInvalidForFieldText val=&quot;1&quot;/&gt;&lt;Image&gt;&lt;filename val=&quot;C:\Users\sanmi\Documents\My Adobe Presentations\ece552-SuperscalarOoO\data\asimages\{CDD8F103-1BC1-4AAF-BE54-7A46C95AEDF5}_12_S.png&quot;/&gt;&lt;left val=&quot;196&quot;/&gt;&lt;top val=&quot;486&quot;/&gt;&lt;width val=&quot;33&quot;/&gt;&lt;height val=&quot;33&quot;/&gt;&lt;hasText val=&quot;0&quot;/&gt;&lt;/Image&gt;&lt;Image&gt;&lt;filename val=&quot;C:\Users\sanmi\Documents\My Adobe Presentations\ece552-SuperscalarOoO\data\asimages\{CDD8F103-1BC1-4AAF-BE54-7A46C95AEDF5}_12_T.png&quot;/&gt;&lt;left val=&quot;203&quot;/&gt;&lt;top val=&quot;487&quot;/&gt;&lt;width val=&quot;24&quot;/&gt;&lt;height val=&quot;24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30F34965-87BA-4807-85DE-F7828199051F}&quot;/&gt;&lt;isInvalidForFieldText val=&quot;1&quot;/&gt;&lt;Image&gt;&lt;filename val=&quot;C:\Users\sanmi\Documents\My Adobe Presentations\ece552-SuperscalarOoO\data\asimages\{30F34965-87BA-4807-85DE-F7828199051F}_12_S.png&quot;/&gt;&lt;left val=&quot;196&quot;/&gt;&lt;top val=&quot;481&quot;/&gt;&lt;width val=&quot;249&quot;/&gt;&lt;height val=&quot;49&quot;/&gt;&lt;hasText val=&quot;0&quot;/&gt;&lt;/Image&gt;&lt;Image&gt;&lt;filename val=&quot;C:\Users\sanmi\Documents\My Adobe Presentations\ece552-SuperscalarOoO\data\asimages\{30F34965-87BA-4807-85DE-F7828199051F}_12_T.png&quot;/&gt;&lt;left val=&quot;203&quot;/&gt;&lt;top val=&quot;481&quot;/&gt;&lt;width val=&quot;240&quot;/&gt;&lt;height val=&quot;4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43C65CC2-7022-4C8C-9D38-4FFE9672FC86}&quot;/&gt;&lt;isInvalidForFieldText val=&quot;1&quot;/&gt;&lt;Image&gt;&lt;filename val=&quot;C:\Users\sanmi\Documents\My Adobe Presentations\ece552-SuperscalarOoO\data\asimages\{43C65CC2-7022-4C8C-9D38-4FFE9672FC86}_12_S.png&quot;/&gt;&lt;left val=&quot;112&quot;/&gt;&lt;top val=&quot;462&quot;/&gt;&lt;width val=&quot;80&quot;/&gt;&lt;height val=&quot;57&quot;/&gt;&lt;hasText val=&quot;0&quot;/&gt;&lt;/Image&gt;&lt;Image&gt;&lt;filename val=&quot;C:\Users\sanmi\Documents\My Adobe Presentations\ece552-SuperscalarOoO\data\asimages\{43C65CC2-7022-4C8C-9D38-4FFE9672FC86}_12_T.png&quot;/&gt;&lt;left val=&quot;113&quot;/&gt;&lt;top val=&quot;469&quot;/&gt;&lt;width val=&quot;78&quot;/&gt;&lt;height val=&quot;48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06298ECB-FEC7-4449-9EBB-CA5F2B8BA817}_12.png&quot;/&gt;&lt;left val=&quot;176&quot;/&gt;&lt;top val=&quot;463&quot;/&gt;&lt;width val=&quot;30&quot;/&gt;&lt;height val=&quot;54&quot;/&gt;&lt;hasText val=&quot;1&quot;/&gt;&lt;/Image&gt;&lt;/ThreeDShapeInfo&gt;"/>
  <p:tag name="PRESENTER_SHAPETEXTINFO" val="&lt;ShapeTextInfo&gt;&lt;TableIndex row=&quot;-1&quot; col=&quot;-1&quot;&gt;&lt;linesCount val=&quot;2&quot;/&gt;&lt;lineCharCount val=&quot;2&quot;/&gt;&lt;lineCharCount val=&quot;1&quot;/&gt;&lt;/TableIndex&gt;&lt;/ShapeTextInfo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1022F962-1B3D-449E-AFD8-5A689F8C2D28}&quot;/&gt;&lt;isInvalidForFieldText val=&quot;1&quot;/&gt;&lt;Image&gt;&lt;filename val=&quot;C:\Users\sanmi\Documents\My Adobe Presentations\ece552-SuperscalarOoO\data\asimages\{1022F962-1B3D-449E-AFD8-5A689F8C2D28}_12_S.png&quot;/&gt;&lt;left val=&quot;472&quot;/&gt;&lt;top val=&quot;402&quot;/&gt;&lt;width val=&quot;93&quot;/&gt;&lt;height val=&quot;81&quot;/&gt;&lt;hasText val=&quot;0&quot;/&gt;&lt;/Image&gt;&lt;Image&gt;&lt;filename val=&quot;C:\Users\sanmi\Documents\My Adobe Presentations\ece552-SuperscalarOoO\data\asimages\{1022F962-1B3D-449E-AFD8-5A689F8C2D28}_12_T.png&quot;/&gt;&lt;left val=&quot;479&quot;/&gt;&lt;top val=&quot;409&quot;/&gt;&lt;width val=&quot;84&quot;/&gt;&lt;height val=&quot;7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2E812435-EBBF-4D7F-921F-268659904E16}_12.png&quot;/&gt;&lt;left val=&quot;335&quot;/&gt;&lt;top val=&quot;337&quot;/&gt;&lt;width val=&quot;216&quot;/&gt;&lt;height val=&quot;40&quot;/&gt;&lt;hasText val=&quot;1&quot;/&gt;&lt;/Image&gt;&lt;/ThreeDShapeInfo&gt;"/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0450835C-E108-4A04-89DB-8467E9AA24DD}&quot;/&gt;&lt;isInvalidForFieldText val=&quot;1&quot;/&gt;&lt;Image&gt;&lt;filename val=&quot;C:\Users\sanmi\Documents\My Adobe Presentations\ece552-SuperscalarOoO\data\asimages\{0450835C-E108-4A04-89DB-8467E9AA24DD}_12_S.png&quot;/&gt;&lt;left val=&quot;269&quot;/&gt;&lt;top val=&quot;348&quot;/&gt;&lt;width val=&quot;73&quot;/&gt;&lt;height val=&quot;99&quot;/&gt;&lt;hasText val=&quot;0&quot;/&gt;&lt;/Image&gt;&lt;Image&gt;&lt;filename val=&quot;C:\Users\sanmi\Documents\My Adobe Presentations\ece552-SuperscalarOoO\data\asimages\{0450835C-E108-4A04-89DB-8467E9AA24DD}_12_T.png&quot;/&gt;&lt;left val=&quot;269&quot;/&gt;&lt;top val=&quot;355&quot;/&gt;&lt;width val=&quot;66&quot;/&gt;&lt;height val=&quot;90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AUTOSHAPE_INFO" val="&lt;ThreeDShapeInfo&gt;&lt;uuid val=&quot;{D68F24E9-81BF-4E42-9803-5E9EDCC17B15}&quot;/&gt;&lt;isInvalidForFieldText val=&quot;1&quot;/&gt;&lt;Image&gt;&lt;filename val=&quot;C:\Users\sanmi\Documents\My Adobe Presentations\ece552-SuperscalarOoO\data\asimages\{D68F24E9-81BF-4E42-9803-5E9EDCC17B15}_12_S.png&quot;/&gt;&lt;left val=&quot;316&quot;/&gt;&lt;top val=&quot;373&quot;/&gt;&lt;width val=&quot;147&quot;/&gt;&lt;height val=&quot;79&quot;/&gt;&lt;hasText val=&quot;0&quot;/&gt;&lt;/Image&gt;&lt;Image&gt;&lt;filename val=&quot;C:\Users\sanmi\Documents\My Adobe Presentations\ece552-SuperscalarOoO\data\asimages\{D68F24E9-81BF-4E42-9803-5E9EDCC17B15}_12_T.png&quot;/&gt;&lt;left val=&quot;317&quot;/&gt;&lt;top val=&quot;373&quot;/&gt;&lt;width val=&quot;144&quot;/&gt;&lt;height val=&quot;72&quot;/&gt;&lt;hasText val=&quot;1&quot;/&gt;&lt;/Image&gt;&lt;/ThreeDShapeInfo&gt;"/>
  <p:tag name="PRESENTER_SHAPETEXTINFO" val="&lt;ShapeTextInfo&gt;&lt;TableIndex row=&quot;-1&quot; col=&quot;-1&quot;&gt;&lt;linesCount val=&quot;0&quot;/&gt;&lt;/TableIndex&gt;&lt;/ShapeTextInfo&gt;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9386B325-A582-4433-958D-5C095898EFD4}_12.png&quot;/&gt;&lt;left val=&quot;301&quot;/&gt;&lt;top val=&quot;481&quot;/&gt;&lt;width val=&quot;34&quot;/&gt;&lt;height val=&quot;39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24D52662-461C-4FD5-89FC-694F0BF00B8D}_12.png&quot;/&gt;&lt;left val=&quot;259&quot;/&gt;&lt;top val=&quot;481&quot;/&gt;&lt;width val=&quot;40&quot;/&gt;&lt;height val=&quot;39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8.PNG&quot;/&gt;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A0DC48D8-BB2C-4627-9594-86FAB8AFC2D4}_28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CC178BA0-AD14-4959-AB33-E6D1CAA59074}_28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F4CE8204-DCF7-4B33-9F74-58C4963EE950}_28.png&quot;/&gt;&lt;left val=&quot;25&quot;/&gt;&lt;top val=&quot;114&quot;/&gt;&lt;width val=&quot;658&quot;/&gt;&lt;height val=&quot;368&quot;/&gt;&lt;hasText val=&quot;1&quot;/&gt;&lt;/Image&gt;&lt;/ThreeDShapeInfo&gt;"/>
  <p:tag name="PRESENTER_SHAPETEXTINFO" val="&lt;ShapeTextInfo&gt;&lt;TableIndex row=&quot;-1&quot; col=&quot;-1&quot;&gt;&lt;linesCount val=&quot;9&quot;/&gt;&lt;lineCharCount val=&quot;52&quot;/&gt;&lt;lineCharCount val=&quot;36&quot;/&gt;&lt;lineCharCount val=&quot;1&quot;/&gt;&lt;lineCharCount val=&quot;17&quot;/&gt;&lt;lineCharCount val=&quot;30&quot;/&gt;&lt;lineCharCount val=&quot;18&quot;/&gt;&lt;lineCharCount val=&quot;40&quot;/&gt;&lt;lineCharCount val=&quot;41&quot;/&gt;&lt;lineCharCount val=&quot;20&quot;/&gt;&lt;/TableIndex&gt;&lt;/ShapeTextInfo&gt;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29.PNG&quot;/&gt;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A36D2EED-ACE5-4773-9543-2C2CB9451233}_29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359A29AB-6EA2-452C-9EAE-12899816DC58}_29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B912CCC7-A532-421D-BD61-69A9B957E2D0}_29.png&quot;/&gt;&lt;left val=&quot;25&quot;/&gt;&lt;top val=&quot;114&quot;/&gt;&lt;width val=&quot;658&quot;/&gt;&lt;height val=&quot;389&quot;/&gt;&lt;hasText val=&quot;1&quot;/&gt;&lt;/Image&gt;&lt;/ThreeDShapeInfo&gt;"/>
  <p:tag name="PRESENTER_SHAPETEXTINFO" val="&lt;ShapeTextInfo&gt;&lt;TableIndex row=&quot;-1&quot; col=&quot;-1&quot;&gt;&lt;linesCount val=&quot;11&quot;/&gt;&lt;lineCharCount val=&quot;52&quot;/&gt;&lt;lineCharCount val=&quot;36&quot;/&gt;&lt;lineCharCount val=&quot;1&quot;/&gt;&lt;lineCharCount val=&quot;17&quot;/&gt;&lt;lineCharCount val=&quot;40&quot;/&gt;&lt;lineCharCount val=&quot;41&quot;/&gt;&lt;lineCharCount val=&quot;30&quot;/&gt;&lt;lineCharCount val=&quot;18&quot;/&gt;&lt;lineCharCount val=&quot;17&quot;/&gt;&lt;lineCharCount val=&quot;18&quot;/&gt;&lt;lineCharCount val=&quot;44&quot;/&gt;&lt;/TableIndex&gt;&lt;/ShapeTextInfo&gt;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1.PNG&quot;/&gt;"/>
  <p:tag name="PPSNARRATION" val="30,1071321526,C:\Users\sanmi\GoogleDrive\UWMdrive\Courses\ECE552\ece552-lec15_SuperscalarOoO_pptx\Media.ppcx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AB18616C-D859-456C-89EB-CA1754C3CBB6}_31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8&quot;/&gt;&lt;/TableIndex&gt;&lt;/ShapeTextInfo&gt;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D5CEB04F-DF2A-413B-B96F-430A39B5EF5E}_31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D3D7BEB2-0081-48E3-B444-FF2A14A63992}_31.png&quot;/&gt;&lt;left val=&quot;25&quot;/&gt;&lt;top val=&quot;114&quot;/&gt;&lt;width val=&quot;658&quot;/&gt;&lt;height val=&quot;264&quot;/&gt;&lt;hasText val=&quot;1&quot;/&gt;&lt;/Image&gt;&lt;/ThreeDShapeInfo&gt;"/>
  <p:tag name="PRESENTER_SHAPETEXTINFO" val="&lt;ShapeTextInfo&gt;&lt;TableIndex row=&quot;-1&quot; col=&quot;-1&quot;&gt;&lt;linesCount val=&quot;8&quot;/&gt;&lt;lineCharCount val=&quot;53&quot;/&gt;&lt;lineCharCount val=&quot;1&quot;/&gt;&lt;lineCharCount val=&quot;17&quot;/&gt;&lt;lineCharCount val=&quot;15&quot;/&gt;&lt;lineCharCount val=&quot;18&quot;/&gt;&lt;lineCharCount val=&quot;17&quot;/&gt;&lt;lineCharCount val=&quot;18&quot;/&gt;&lt;lineCharCount val=&quot;20&quot;/&gt;&lt;/TableIndex&gt;&lt;/ShapeTextInfo&gt;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CA7FF17E-42F7-426F-BB96-8E889D4EB1AE}_31.png&quot;/&gt;&lt;left val=&quot;191&quot;/&gt;&lt;top val=&quot;358&quot;/&gt;&lt;width val=&quot;128&quot;/&gt;&lt;height val=&quot;166&quot;/&gt;&lt;hasText val=&quot;1&quot;/&gt;&lt;/Image&gt;&lt;/ThreeDShapeInfo&gt;"/>
  <p:tag name="PRESENTER_SHAPETEXTINFO" val="&lt;ShapeTextInfo&gt;&lt;TableIndex row=&quot;1&quot; col=&quot;1&quot;&gt;&lt;linesCount val=&quot;1&quot;/&gt;&lt;lineCharCount val=&quot;9&quot;/&gt;&lt;/TableIndex&gt;&lt;TableIndex row=&quot;1&quot; col=&quot;2&quot;&gt;&lt;linesCount val=&quot;1&quot;/&gt;&lt;lineCharCount val=&quot;9&quot;/&gt;&lt;/TableIndex&gt;&lt;TableIndex row=&quot;2&quot; col=&quot;1&quot;&gt;&lt;linesCount val=&quot;1&quot;/&gt;&lt;lineCharCount val=&quot;3&quot;/&gt;&lt;/TableIndex&gt;&lt;TableIndex row=&quot;2&quot; col=&quot;2&quot;&gt;&lt;linesCount val=&quot;1&quot;/&gt;&lt;lineCharCount val=&quot;2&quot;/&gt;&lt;/TableIndex&gt;&lt;TableIndex row=&quot;3&quot; col=&quot;1&quot;&gt;&lt;linesCount val=&quot;1&quot;/&gt;&lt;lineCharCount val=&quot;3&quot;/&gt;&lt;/TableIndex&gt;&lt;TableIndex row=&quot;3&quot; col=&quot;2&quot;&gt;&lt;linesCount val=&quot;1&quot;/&gt;&lt;lineCharCount val=&quot;2&quot;/&gt;&lt;/TableIndex&gt;&lt;TableIndex row=&quot;4&quot; col=&quot;1&quot;&gt;&lt;linesCount val=&quot;1&quot;/&gt;&lt;lineCharCount val=&quot;3&quot;/&gt;&lt;/TableIndex&gt;&lt;TableIndex row=&quot;4&quot; col=&quot;2&quot;&gt;&lt;linesCount val=&quot;1&quot;/&gt;&lt;lineCharCount val=&quot;2&quot;/&gt;&lt;/TableIndex&gt;&lt;TableIndex row=&quot;5&quot; col=&quot;1&quot;&gt;&lt;linesCount val=&quot;1&quot;/&gt;&lt;lineCharCount val=&quot;3&quot;/&gt;&lt;/TableIndex&gt;&lt;TableIndex row=&quot;5&quot; col=&quot;2&quot;&gt;&lt;linesCount val=&quot;1&quot;/&gt;&lt;lineCharCount val=&quot;2&quot;/&gt;&lt;/TableIndex&gt;&lt;TableIndex row=&quot;6&quot; col=&quot;1&quot;&gt;&lt;linesCount val=&quot;1&quot;/&gt;&lt;lineCharCount val=&quot;3&quot;/&gt;&lt;/TableIndex&gt;&lt;TableIndex row=&quot;6&quot; col=&quot;2&quot;&gt;&lt;linesCount val=&quot;1&quot;/&gt;&lt;lineCharCount val=&quot;2&quot;/&gt;&lt;/TableIndex&gt;&lt;/ShapeTextInfo&gt;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9E45C064-9487-4714-A8B4-E5CE3F803380}_31.png&quot;/&gt;&lt;left val=&quot;389&quot;/&gt;&lt;top val=&quot;400&quot;/&gt;&lt;width val=&quot;182&quot;/&gt;&lt;height val=&quot;61&quot;/&gt;&lt;hasText val=&quot;1&quot;/&gt;&lt;/Image&gt;&lt;/ThreeDShapeInfo&gt;"/>
  <p:tag name="PRESENTER_SHAPETEXTINFO" val="&lt;ShapeTextInfo&gt;&lt;TableIndex row=&quot;1&quot; col=&quot;1&quot;&gt;&lt;linesCount val=&quot;1&quot;/&gt;&lt;lineCharCount val=&quot;9&quot;/&gt;&lt;/TableIndex&gt;&lt;TableIndex row=&quot;2&quot; col=&quot;1&quot;&gt;&lt;linesCount val=&quot;1&quot;/&gt;&lt;lineCharCount val=&quot;18&quot;/&gt;&lt;/TableIndex&gt;&lt;/ShapeTextInfo&gt;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2.PNG&quot;/&gt;"/>
  <p:tag name="PPSNARRATION" val="31,1071321526,C:\Users\sanmi\GoogleDrive\UWMdrive\Courses\ECE552\ece552-lec15_SuperscalarOoO_pptx\Media.ppcx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302089B9-E449-4CEA-AC2C-4FF31B692E52}_32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8&quot;/&gt;&lt;/TableIndex&gt;&lt;/ShapeTextInfo&gt;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0B2B0536-4941-437A-891D-538FE95B40AE}_32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249852FE-E30E-4859-9120-D9AC61035A9C}_32.png&quot;/&gt;&lt;left val=&quot;25&quot;/&gt;&lt;top val=&quot;114&quot;/&gt;&lt;width val=&quot;658&quot;/&gt;&lt;height val=&quot;264&quot;/&gt;&lt;hasText val=&quot;1&quot;/&gt;&lt;/Image&gt;&lt;/ThreeDShapeInfo&gt;"/>
  <p:tag name="PRESENTER_SHAPETEXTINFO" val="&lt;ShapeTextInfo&gt;&lt;TableIndex row=&quot;-1&quot; col=&quot;-1&quot;&gt;&lt;linesCount val=&quot;8&quot;/&gt;&lt;lineCharCount val=&quot;53&quot;/&gt;&lt;lineCharCount val=&quot;1&quot;/&gt;&lt;lineCharCount val=&quot;34&quot;/&gt;&lt;lineCharCount val=&quot;15&quot;/&gt;&lt;lineCharCount val=&quot;18&quot;/&gt;&lt;lineCharCount val=&quot;17&quot;/&gt;&lt;lineCharCount val=&quot;18&quot;/&gt;&lt;lineCharCount val=&quot;20&quot;/&gt;&lt;/TableIndex&gt;&lt;/ShapeTextInfo&gt;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D93CB868-E4D9-4781-8383-2C50E2855278}_32.png&quot;/&gt;&lt;left val=&quot;191&quot;/&gt;&lt;top val=&quot;358&quot;/&gt;&lt;width val=&quot;128&quot;/&gt;&lt;height val=&quot;166&quot;/&gt;&lt;hasText val=&quot;1&quot;/&gt;&lt;/Image&gt;&lt;/ThreeDShapeInfo&gt;"/>
  <p:tag name="PRESENTER_SHAPETEXTINFO" val="&lt;ShapeTextInfo&gt;&lt;TableIndex row=&quot;1&quot; col=&quot;1&quot;&gt;&lt;linesCount val=&quot;1&quot;/&gt;&lt;lineCharCount val=&quot;9&quot;/&gt;&lt;/TableIndex&gt;&lt;TableIndex row=&quot;1&quot; col=&quot;2&quot;&gt;&lt;linesCount val=&quot;1&quot;/&gt;&lt;lineCharCount val=&quot;9&quot;/&gt;&lt;/TableIndex&gt;&lt;TableIndex row=&quot;2&quot; col=&quot;1&quot;&gt;&lt;linesCount val=&quot;1&quot;/&gt;&lt;lineCharCount val=&quot;3&quot;/&gt;&lt;/TableIndex&gt;&lt;TableIndex row=&quot;2&quot; col=&quot;2&quot;&gt;&lt;linesCount val=&quot;1&quot;/&gt;&lt;lineCharCount val=&quot;5&quot;/&gt;&lt;/TableIndex&gt;&lt;TableIndex row=&quot;3&quot; col=&quot;1&quot;&gt;&lt;linesCount val=&quot;1&quot;/&gt;&lt;lineCharCount val=&quot;3&quot;/&gt;&lt;/TableIndex&gt;&lt;TableIndex row=&quot;3&quot; col=&quot;2&quot;&gt;&lt;linesCount val=&quot;1&quot;/&gt;&lt;lineCharCount val=&quot;2&quot;/&gt;&lt;/TableIndex&gt;&lt;TableIndex row=&quot;4&quot; col=&quot;1&quot;&gt;&lt;linesCount val=&quot;1&quot;/&gt;&lt;lineCharCount val=&quot;3&quot;/&gt;&lt;/TableIndex&gt;&lt;TableIndex row=&quot;4&quot; col=&quot;2&quot;&gt;&lt;linesCount val=&quot;1&quot;/&gt;&lt;lineCharCount val=&quot;2&quot;/&gt;&lt;/TableIndex&gt;&lt;TableIndex row=&quot;5&quot; col=&quot;1&quot;&gt;&lt;linesCount val=&quot;1&quot;/&gt;&lt;lineCharCount val=&quot;3&quot;/&gt;&lt;/TableIndex&gt;&lt;TableIndex row=&quot;5&quot; col=&quot;2&quot;&gt;&lt;linesCount val=&quot;1&quot;/&gt;&lt;lineCharCount val=&quot;2&quot;/&gt;&lt;/TableIndex&gt;&lt;TableIndex row=&quot;6&quot; col=&quot;1&quot;&gt;&lt;linesCount val=&quot;1&quot;/&gt;&lt;lineCharCount val=&quot;3&quot;/&gt;&lt;/TableIndex&gt;&lt;TableIndex row=&quot;6&quot; col=&quot;2&quot;&gt;&lt;linesCount val=&quot;1&quot;/&gt;&lt;lineCharCount val=&quot;2&quot;/&gt;&lt;/TableIndex&gt;&lt;/ShapeTextInfo&gt;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B31D5898-484F-4D6E-96A0-61ABFBC64A0E}_32.png&quot;/&gt;&lt;left val=&quot;389&quot;/&gt;&lt;top val=&quot;400&quot;/&gt;&lt;width val=&quot;182&quot;/&gt;&lt;height val=&quot;61&quot;/&gt;&lt;hasText val=&quot;1&quot;/&gt;&lt;/Image&gt;&lt;/ThreeDShapeInfo&gt;"/>
  <p:tag name="PRESENTER_SHAPETEXTINFO" val="&lt;ShapeTextInfo&gt;&lt;TableIndex row=&quot;1&quot; col=&quot;1&quot;&gt;&lt;linesCount val=&quot;1&quot;/&gt;&lt;lineCharCount val=&quot;9&quot;/&gt;&lt;/TableIndex&gt;&lt;TableIndex row=&quot;2&quot; col=&quot;1&quot;&gt;&lt;linesCount val=&quot;1&quot;/&gt;&lt;lineCharCount val=&quot;14&quot;/&gt;&lt;/TableIndex&gt;&lt;/ShapeTextInfo&gt;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3.PNG&quot;/&gt;"/>
  <p:tag name="PPSNARRATION" val="32,1071321526,C:\Users\sanmi\GoogleDrive\UWMdrive\Courses\ECE552\ece552-lec15_SuperscalarOoO_pptx\Media.ppcx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2B3DCADD-A4A9-4027-85DD-5DE16D0371A4}_33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8&quot;/&gt;&lt;/TableIndex&gt;&lt;/ShapeTextInfo&gt;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CDDBF31F-DBFB-4ACE-9C69-721B60C0DF8B}_33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2F6718BC-E914-4995-BD94-3B6FB1A7CEA1}_33.png&quot;/&gt;&lt;left val=&quot;25&quot;/&gt;&lt;top val=&quot;114&quot;/&gt;&lt;width val=&quot;658&quot;/&gt;&lt;height val=&quot;264&quot;/&gt;&lt;hasText val=&quot;1&quot;/&gt;&lt;/Image&gt;&lt;/ThreeDShapeInfo&gt;"/>
  <p:tag name="PRESENTER_SHAPETEXTINFO" val="&lt;ShapeTextInfo&gt;&lt;TableIndex row=&quot;-1&quot; col=&quot;-1&quot;&gt;&lt;linesCount val=&quot;8&quot;/&gt;&lt;lineCharCount val=&quot;53&quot;/&gt;&lt;lineCharCount val=&quot;1&quot;/&gt;&lt;lineCharCount val=&quot;34&quot;/&gt;&lt;lineCharCount val=&quot;31&quot;/&gt;&lt;lineCharCount val=&quot;18&quot;/&gt;&lt;lineCharCount val=&quot;17&quot;/&gt;&lt;lineCharCount val=&quot;18&quot;/&gt;&lt;lineCharCount val=&quot;20&quot;/&gt;&lt;/TableIndex&gt;&lt;/ShapeTextInfo&gt;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2DA15B73-7085-4ACB-A084-2C07B22FBC74}_33.png&quot;/&gt;&lt;left val=&quot;191&quot;/&gt;&lt;top val=&quot;358&quot;/&gt;&lt;width val=&quot;128&quot;/&gt;&lt;height val=&quot;166&quot;/&gt;&lt;hasText val=&quot;1&quot;/&gt;&lt;/Image&gt;&lt;/ThreeDShapeInfo&gt;"/>
  <p:tag name="PRESENTER_SHAPETEXTINFO" val="&lt;ShapeTextInfo&gt;&lt;TableIndex row=&quot;1&quot; col=&quot;1&quot;&gt;&lt;linesCount val=&quot;1&quot;/&gt;&lt;lineCharCount val=&quot;9&quot;/&gt;&lt;/TableIndex&gt;&lt;TableIndex row=&quot;1&quot; col=&quot;2&quot;&gt;&lt;linesCount val=&quot;1&quot;/&gt;&lt;lineCharCount val=&quot;9&quot;/&gt;&lt;/TableIndex&gt;&lt;TableIndex row=&quot;2&quot; col=&quot;1&quot;&gt;&lt;linesCount val=&quot;1&quot;/&gt;&lt;lineCharCount val=&quot;3&quot;/&gt;&lt;/TableIndex&gt;&lt;TableIndex row=&quot;2&quot; col=&quot;2&quot;&gt;&lt;linesCount val=&quot;1&quot;/&gt;&lt;lineCharCount val=&quot;5&quot;/&gt;&lt;/TableIndex&gt;&lt;TableIndex row=&quot;3&quot; col=&quot;1&quot;&gt;&lt;linesCount val=&quot;1&quot;/&gt;&lt;lineCharCount val=&quot;3&quot;/&gt;&lt;/TableIndex&gt;&lt;TableIndex row=&quot;3&quot; col=&quot;2&quot;&gt;&lt;linesCount val=&quot;1&quot;/&gt;&lt;lineCharCount val=&quot;5&quot;/&gt;&lt;/TableIndex&gt;&lt;TableIndex row=&quot;4&quot; col=&quot;1&quot;&gt;&lt;linesCount val=&quot;1&quot;/&gt;&lt;lineCharCount val=&quot;3&quot;/&gt;&lt;/TableIndex&gt;&lt;TableIndex row=&quot;4&quot; col=&quot;2&quot;&gt;&lt;linesCount val=&quot;1&quot;/&gt;&lt;lineCharCount val=&quot;2&quot;/&gt;&lt;/TableIndex&gt;&lt;TableIndex row=&quot;5&quot; col=&quot;1&quot;&gt;&lt;linesCount val=&quot;1&quot;/&gt;&lt;lineCharCount val=&quot;3&quot;/&gt;&lt;/TableIndex&gt;&lt;TableIndex row=&quot;5&quot; col=&quot;2&quot;&gt;&lt;linesCount val=&quot;1&quot;/&gt;&lt;lineCharCount val=&quot;2&quot;/&gt;&lt;/TableIndex&gt;&lt;TableIndex row=&quot;6&quot; col=&quot;1&quot;&gt;&lt;linesCount val=&quot;1&quot;/&gt;&lt;lineCharCount val=&quot;3&quot;/&gt;&lt;/TableIndex&gt;&lt;TableIndex row=&quot;6&quot; col=&quot;2&quot;&gt;&lt;linesCount val=&quot;1&quot;/&gt;&lt;lineCharCount val=&quot;2&quot;/&gt;&lt;/TableIndex&gt;&lt;/ShapeTextInfo&gt;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ED46E34E-5190-46EF-BCEA-83962CF98ECD}_33.png&quot;/&gt;&lt;left val=&quot;389&quot;/&gt;&lt;top val=&quot;400&quot;/&gt;&lt;width val=&quot;182&quot;/&gt;&lt;height val=&quot;61&quot;/&gt;&lt;hasText val=&quot;1&quot;/&gt;&lt;/Image&gt;&lt;/ThreeDShapeInfo&gt;"/>
  <p:tag name="PRESENTER_SHAPETEXTINFO" val="&lt;ShapeTextInfo&gt;&lt;TableIndex row=&quot;1&quot; col=&quot;1&quot;&gt;&lt;linesCount val=&quot;1&quot;/&gt;&lt;lineCharCount val=&quot;9&quot;/&gt;&lt;/TableIndex&gt;&lt;TableIndex row=&quot;2&quot; col=&quot;1&quot;&gt;&lt;linesCount val=&quot;1&quot;/&gt;&lt;lineCharCount val=&quot;10&quot;/&gt;&lt;/TableIndex&gt;&lt;/ShapeTextInfo&gt;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4.PNG&quot;/&gt;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448FDA4E-6269-4F6D-B139-A12A775A7597}_34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28&quot;/&gt;&lt;/TableIndex&gt;&lt;/ShapeTextInfo&gt;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77B7FB8D-F968-4207-99B3-FB3726B7144F}_34.png&quot;/&gt;&lt;left val=&quot;599&quot;/&gt;&lt;top val=&quot;500&quot;/&gt;&lt;width val=&quot;86&quot;/&gt;&lt;height val=&quot;32&quot;/&gt;&lt;hasText val=&quot;1&quot;/&gt;&lt;/Image&gt;&lt;/ThreeDShapeInfo&gt;"/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A6BECDEC-40E4-4A77-A878-32E312075F5B}_34.png&quot;/&gt;&lt;left val=&quot;25&quot;/&gt;&lt;top val=&quot;114&quot;/&gt;&lt;width val=&quot;658&quot;/&gt;&lt;height val=&quot;264&quot;/&gt;&lt;hasText val=&quot;1&quot;/&gt;&lt;/Image&gt;&lt;/ThreeDShapeInfo&gt;"/>
  <p:tag name="PRESENTER_SHAPETEXTINFO" val="&lt;ShapeTextInfo&gt;&lt;TableIndex row=&quot;-1&quot; col=&quot;-1&quot;&gt;&lt;linesCount val=&quot;8&quot;/&gt;&lt;lineCharCount val=&quot;53&quot;/&gt;&lt;lineCharCount val=&quot;1&quot;/&gt;&lt;lineCharCount val=&quot;34&quot;/&gt;&lt;lineCharCount val=&quot;31&quot;/&gt;&lt;lineCharCount val=&quot;35&quot;/&gt;&lt;lineCharCount val=&quot;33&quot;/&gt;&lt;lineCharCount val=&quot;35&quot;/&gt;&lt;lineCharCount val=&quot;41&quot;/&gt;&lt;/TableIndex&gt;&lt;/ShapeTextInfo&gt;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67BF1DBE-1001-4A4F-9539-97242C474E1F}_34.png&quot;/&gt;&lt;left val=&quot;191&quot;/&gt;&lt;top val=&quot;358&quot;/&gt;&lt;width val=&quot;152&quot;/&gt;&lt;height val=&quot;166&quot;/&gt;&lt;hasText val=&quot;1&quot;/&gt;&lt;/Image&gt;&lt;/ThreeDShapeInfo&gt;"/>
  <p:tag name="PRESENTER_SHAPETEXTINFO" val="&lt;ShapeTextInfo&gt;&lt;TableIndex row=&quot;1&quot; col=&quot;1&quot;&gt;&lt;linesCount val=&quot;1&quot;/&gt;&lt;lineCharCount val=&quot;9&quot;/&gt;&lt;/TableIndex&gt;&lt;TableIndex row=&quot;1&quot; col=&quot;2&quot;&gt;&lt;linesCount val=&quot;1&quot;/&gt;&lt;lineCharCount val=&quot;9&quot;/&gt;&lt;/TableIndex&gt;&lt;TableIndex row=&quot;2&quot; col=&quot;1&quot;&gt;&lt;linesCount val=&quot;1&quot;/&gt;&lt;lineCharCount val=&quot;3&quot;/&gt;&lt;/TableIndex&gt;&lt;TableIndex row=&quot;2&quot; col=&quot;2&quot;&gt;&lt;linesCount val=&quot;1&quot;/&gt;&lt;lineCharCount val=&quot;5&quot;/&gt;&lt;/TableIndex&gt;&lt;TableIndex row=&quot;3&quot; col=&quot;1&quot;&gt;&lt;linesCount val=&quot;1&quot;/&gt;&lt;lineCharCount val=&quot;3&quot;/&gt;&lt;/TableIndex&gt;&lt;TableIndex row=&quot;3&quot; col=&quot;2&quot;&gt;&lt;linesCount val=&quot;1&quot;/&gt;&lt;lineCharCount val=&quot;11&quot;/&gt;&lt;/TableIndex&gt;&lt;TableIndex row=&quot;4&quot; col=&quot;1&quot;&gt;&lt;linesCount val=&quot;1&quot;/&gt;&lt;lineCharCount val=&quot;3&quot;/&gt;&lt;/TableIndex&gt;&lt;TableIndex row=&quot;4&quot; col=&quot;2&quot;&gt;&lt;linesCount val=&quot;1&quot;/&gt;&lt;lineCharCount val=&quot;2&quot;/&gt;&lt;/TableIndex&gt;&lt;TableIndex row=&quot;5&quot; col=&quot;1&quot;&gt;&lt;linesCount val=&quot;1&quot;/&gt;&lt;lineCharCount val=&quot;3&quot;/&gt;&lt;/TableIndex&gt;&lt;TableIndex row=&quot;5&quot; col=&quot;2&quot;&gt;&lt;linesCount val=&quot;1&quot;/&gt;&lt;lineCharCount val=&quot;5&quot;/&gt;&lt;/TableIndex&gt;&lt;TableIndex row=&quot;6&quot; col=&quot;1&quot;&gt;&lt;linesCount val=&quot;1&quot;/&gt;&lt;lineCharCount val=&quot;3&quot;/&gt;&lt;/TableIndex&gt;&lt;TableIndex row=&quot;6&quot; col=&quot;2&quot;&gt;&lt;linesCount val=&quot;1&quot;/&gt;&lt;lineCharCount val=&quot;2&quot;/&gt;&lt;/TableIndex&gt;&lt;/ShapeTextInfo&gt;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SuperscalarOoO\data\asimages\{B1E40E80-5C18-41CE-BE9B-9808CD23B521}_34.png&quot;/&gt;&lt;left val=&quot;389&quot;/&gt;&lt;top val=&quot;400&quot;/&gt;&lt;width val=&quot;182&quot;/&gt;&lt;height val=&quot;61&quot;/&gt;&lt;hasText val=&quot;1&quot;/&gt;&lt;/Image&gt;&lt;/ThreeDShapeInfo&gt;"/>
  <p:tag name="PRESENTER_SHAPETEXTINFO" val="&lt;ShapeTextInfo&gt;&lt;TableIndex row=&quot;1&quot; col=&quot;1&quot;&gt;&lt;linesCount val=&quot;1&quot;/&gt;&lt;lineCharCount val=&quot;9&quot;/&gt;&lt;/TableIndex&gt;&lt;TableIndex row=&quot;2&quot; col=&quot;1&quot;&gt;&lt;linesCount val=&quot;1&quot;/&gt;&lt;lineCharCount val=&quot;1&quot;/&gt;&lt;/TableIndex&gt;&lt;/ShapeTextInfo&gt;"/>
</p:tagLst>
</file>

<file path=ppt/theme/theme1.xml><?xml version="1.0" encoding="utf-8"?>
<a:theme xmlns:a="http://schemas.openxmlformats.org/drawingml/2006/main" name="Lecture Notes 55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436</TotalTime>
  <Words>821</Words>
  <Application>Microsoft Macintosh PowerPoint</Application>
  <PresentationFormat>On-screen Show (4:3)</PresentationFormat>
  <Paragraphs>158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Lecture Notes 552</vt:lpstr>
      <vt:lpstr>ECE/CS 552: Superscalar and Out-of-Order</vt:lpstr>
      <vt:lpstr>Out-of-Order Execution</vt:lpstr>
      <vt:lpstr>Scoreboard</vt:lpstr>
      <vt:lpstr>Register Renaming</vt:lpstr>
      <vt:lpstr>Register Renaming</vt:lpstr>
      <vt:lpstr>Exercise – Register Renaming</vt:lpstr>
      <vt:lpstr>Exercise – Register Renaming</vt:lpstr>
      <vt:lpstr>Exercise – Register Renaming</vt:lpstr>
      <vt:lpstr>Exercise – Register Renaming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ECE/CS 552: Superscalar and Out-of-Order</dc:title>
  <dc:creator/>
  <cp:lastModifiedBy>Boone Severson</cp:lastModifiedBy>
  <cp:revision>589</cp:revision>
  <cp:lastPrinted>1601-01-01T00:00:00Z</cp:lastPrinted>
  <dcterms:created xsi:type="dcterms:W3CDTF">1601-01-01T00:00:00Z</dcterms:created>
  <dcterms:modified xsi:type="dcterms:W3CDTF">2024-11-07T04:58:03Z</dcterms:modified>
</cp:coreProperties>
</file>