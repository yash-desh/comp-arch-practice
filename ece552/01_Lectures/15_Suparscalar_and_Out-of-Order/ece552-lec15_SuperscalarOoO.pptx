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8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9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0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notesSlides/notesSlide11.xml" ContentType="application/vnd.openxmlformats-officedocument.presentationml.notesSlide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notesSlides/notesSlide12.xml" ContentType="application/vnd.openxmlformats-officedocument.presentationml.notesSlide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notesSlides/notesSlide13.xml" ContentType="application/vnd.openxmlformats-officedocument.presentationml.notesSlide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notesSlides/notesSlide14.xml" ContentType="application/vnd.openxmlformats-officedocument.presentationml.notesSlide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15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notesSlides/notesSlide16.xml" ContentType="application/vnd.openxmlformats-officedocument.presentationml.notesSlide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notesSlides/notesSlide17.xml" ContentType="application/vnd.openxmlformats-officedocument.presentationml.notesSlid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18.xml" ContentType="application/vnd.openxmlformats-officedocument.presentationml.notes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notesSlides/notesSlide19.xml" ContentType="application/vnd.openxmlformats-officedocument.presentationml.notesSlide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notesSlides/notesSlide20.xml" ContentType="application/vnd.openxmlformats-officedocument.presentationml.notesSlide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notesSlides/notesSlide21.xml" ContentType="application/vnd.openxmlformats-officedocument.presentationml.notesSlide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notesSlides/notesSlide22.xml" ContentType="application/vnd.openxmlformats-officedocument.presentationml.notesSlide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notesSlides/notesSlide23.xml" ContentType="application/vnd.openxmlformats-officedocument.presentationml.notesSlide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notesSlides/notesSlide24.xml" ContentType="application/vnd.openxmlformats-officedocument.presentationml.notesSlide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notesSlides/notesSlide25.xml" ContentType="application/vnd.openxmlformats-officedocument.presentationml.notesSlide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notesSlides/notesSlide26.xml" ContentType="application/vnd.openxmlformats-officedocument.presentationml.notesSlide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notesSlides/notesSlide27.xml" ContentType="application/vnd.openxmlformats-officedocument.presentationml.notesSlide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notesSlides/notesSlide28.xml" ContentType="application/vnd.openxmlformats-officedocument.presentationml.notesSlide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notesSlides/notesSlide29.xml" ContentType="application/vnd.openxmlformats-officedocument.presentationml.notesSlide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notesSlides/notesSlide30.xml" ContentType="application/vnd.openxmlformats-officedocument.presentationml.notesSlide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notesSlides/notesSlide31.xml" ContentType="application/vnd.openxmlformats-officedocument.presentationml.notesSlide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notesSlides/notesSlide32.xml" ContentType="application/vnd.openxmlformats-officedocument.presentationml.notesSlide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notesSlides/notesSlide33.xml" ContentType="application/vnd.openxmlformats-officedocument.presentationml.notesSlide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notesSlides/notesSlide34.xml" ContentType="application/vnd.openxmlformats-officedocument.presentationml.notesSlide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notesSlides/notesSlide35.xml" ContentType="application/vnd.openxmlformats-officedocument.presentationml.notesSlide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8"/>
  </p:notesMasterIdLst>
  <p:handoutMasterIdLst>
    <p:handoutMasterId r:id="rId39"/>
  </p:handoutMasterIdLst>
  <p:sldIdLst>
    <p:sldId id="567" r:id="rId2"/>
    <p:sldId id="472" r:id="rId3"/>
    <p:sldId id="573" r:id="rId4"/>
    <p:sldId id="752" r:id="rId5"/>
    <p:sldId id="753" r:id="rId6"/>
    <p:sldId id="575" r:id="rId7"/>
    <p:sldId id="754" r:id="rId8"/>
    <p:sldId id="755" r:id="rId9"/>
    <p:sldId id="756" r:id="rId10"/>
    <p:sldId id="757" r:id="rId11"/>
    <p:sldId id="759" r:id="rId12"/>
    <p:sldId id="760" r:id="rId13"/>
    <p:sldId id="761" r:id="rId14"/>
    <p:sldId id="763" r:id="rId15"/>
    <p:sldId id="764" r:id="rId16"/>
    <p:sldId id="765" r:id="rId17"/>
    <p:sldId id="766" r:id="rId18"/>
    <p:sldId id="767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779" r:id="rId28"/>
    <p:sldId id="781" r:id="rId29"/>
    <p:sldId id="776" r:id="rId30"/>
    <p:sldId id="588" r:id="rId31"/>
    <p:sldId id="593" r:id="rId32"/>
    <p:sldId id="595" r:id="rId33"/>
    <p:sldId id="612" r:id="rId34"/>
    <p:sldId id="603" r:id="rId35"/>
    <p:sldId id="613" r:id="rId36"/>
    <p:sldId id="735" r:id="rId37"/>
  </p:sldIdLst>
  <p:sldSz cx="9144000" cy="6858000" type="screen4x3"/>
  <p:notesSz cx="7010400" cy="9296400"/>
  <p:custDataLst>
    <p:tags r:id="rId4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2" autoAdjust="0"/>
    <p:restoredTop sz="69807" autoAdjust="0"/>
  </p:normalViewPr>
  <p:slideViewPr>
    <p:cSldViewPr>
      <p:cViewPr varScale="1">
        <p:scale>
          <a:sx n="166" d="100"/>
          <a:sy n="166" d="100"/>
        </p:scale>
        <p:origin x="36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0" d="100"/>
        <a:sy n="17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notesViewPr>
    <p:cSldViewPr>
      <p:cViewPr varScale="1">
        <p:scale>
          <a:sx n="83" d="100"/>
          <a:sy n="83" d="100"/>
        </p:scale>
        <p:origin x="-1782" y="-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907C59B-6E44-4E86-8B99-06EA69B000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93216D0-1FA3-41B6-8E51-EB2B1D1F43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35FC086-70E6-40CE-9B79-E4DBCBCE1C1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582988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E9BB02D-94A9-4C01-9E5F-ACA40993E8B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C0B5B0EB-9FB1-4BB2-89AE-32F267685F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59176C5-8EB4-428E-82B5-211A3C20E6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1DD4CAF-5E7F-4F68-8CD1-BA71CBAB816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85514B30-F15B-4589-9BF5-AA3FEA96108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223A19C-9FAC-4BC1-AE52-C19B26D7E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A724DD23-D3C0-44E1-848C-8CDD2DD288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F39911D-F208-4ABF-929F-124ED3C36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35F97F0A-87AD-41F2-9CBC-ECB222DB392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894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9470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916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87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061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986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901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600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118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009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292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646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452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766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988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278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6899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192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21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10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5050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7513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712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315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4571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5153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556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4977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40499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6810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235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2146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3585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4145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8056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944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0CCFF971-5CE7-433C-A767-815048E45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09F7C70-CD13-413B-B777-0AAA3823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A6316C-A01C-4DF5-B416-ED135DF6251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87E23D-A988-4084-80FB-0D7BAC6C9E9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8FFAC6-B12B-489B-B3AC-81BACD09ED2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BD82E19B-ADE0-4453-8263-638E8514EE2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1137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0092052-EB5F-409C-B1A1-A3DDE11B2C8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11D7B9-E684-474B-AAAC-4E598A5E3B4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33981BD-F3E8-45DC-8B84-6851200D4C6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pPr lvl="1"/>
            <a:fld id="{47344E2E-2B0C-4A36-8E3E-2C4110D5A08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72374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FC57D83-690C-493E-A4A5-890B6E1F54A7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0372225-ACA2-4690-B1AD-22EF8F67B6E2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C10B-3CE1-4FCF-864A-1BBB9EC6F77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09FF-8192-4F38-A16D-941E14006224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C7F85-070F-46E5-9D8D-D8BAF37B0BA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CB051A6-74FC-4B70-A115-57357B872DE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1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3.png"/><Relationship Id="rId4" Type="http://schemas.openxmlformats.org/officeDocument/2006/relationships/tags" Target="../tags/tag37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tags" Target="../tags/tag88.xml"/><Relationship Id="rId21" Type="http://schemas.openxmlformats.org/officeDocument/2006/relationships/tags" Target="../tags/tag70.xml"/><Relationship Id="rId34" Type="http://schemas.openxmlformats.org/officeDocument/2006/relationships/tags" Target="../tags/tag83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50" Type="http://schemas.openxmlformats.org/officeDocument/2006/relationships/tags" Target="../tags/tag99.xml"/><Relationship Id="rId55" Type="http://schemas.openxmlformats.org/officeDocument/2006/relationships/tags" Target="../tags/tag104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9" Type="http://schemas.openxmlformats.org/officeDocument/2006/relationships/tags" Target="../tags/tag78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53" Type="http://schemas.openxmlformats.org/officeDocument/2006/relationships/tags" Target="../tags/tag102.xml"/><Relationship Id="rId5" Type="http://schemas.openxmlformats.org/officeDocument/2006/relationships/tags" Target="../tags/tag54.xml"/><Relationship Id="rId19" Type="http://schemas.openxmlformats.org/officeDocument/2006/relationships/tags" Target="../tags/tag68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tags" Target="../tags/tag95.xml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54" Type="http://schemas.openxmlformats.org/officeDocument/2006/relationships/tags" Target="../tags/tag103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57" Type="http://schemas.openxmlformats.org/officeDocument/2006/relationships/notesSlide" Target="../notesSlides/notesSlide8.xml"/><Relationship Id="rId10" Type="http://schemas.openxmlformats.org/officeDocument/2006/relationships/tags" Target="../tags/tag59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3" Type="http://schemas.openxmlformats.org/officeDocument/2006/relationships/tags" Target="../tags/tag107.xml"/><Relationship Id="rId21" Type="http://schemas.openxmlformats.org/officeDocument/2006/relationships/notesSlide" Target="../notesSlides/notesSlide9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40.xml"/><Relationship Id="rId18" Type="http://schemas.openxmlformats.org/officeDocument/2006/relationships/tags" Target="../tags/tag145.xml"/><Relationship Id="rId26" Type="http://schemas.openxmlformats.org/officeDocument/2006/relationships/tags" Target="../tags/tag153.xml"/><Relationship Id="rId39" Type="http://schemas.openxmlformats.org/officeDocument/2006/relationships/tags" Target="../tags/tag166.xml"/><Relationship Id="rId21" Type="http://schemas.openxmlformats.org/officeDocument/2006/relationships/tags" Target="../tags/tag148.xml"/><Relationship Id="rId34" Type="http://schemas.openxmlformats.org/officeDocument/2006/relationships/tags" Target="../tags/tag161.xml"/><Relationship Id="rId42" Type="http://schemas.openxmlformats.org/officeDocument/2006/relationships/tags" Target="../tags/tag169.xml"/><Relationship Id="rId47" Type="http://schemas.openxmlformats.org/officeDocument/2006/relationships/tags" Target="../tags/tag174.xml"/><Relationship Id="rId50" Type="http://schemas.openxmlformats.org/officeDocument/2006/relationships/tags" Target="../tags/tag177.xml"/><Relationship Id="rId55" Type="http://schemas.openxmlformats.org/officeDocument/2006/relationships/tags" Target="../tags/tag182.xml"/><Relationship Id="rId7" Type="http://schemas.openxmlformats.org/officeDocument/2006/relationships/tags" Target="../tags/tag134.xml"/><Relationship Id="rId2" Type="http://schemas.openxmlformats.org/officeDocument/2006/relationships/tags" Target="../tags/tag129.xml"/><Relationship Id="rId16" Type="http://schemas.openxmlformats.org/officeDocument/2006/relationships/tags" Target="../tags/tag143.xml"/><Relationship Id="rId29" Type="http://schemas.openxmlformats.org/officeDocument/2006/relationships/tags" Target="../tags/tag156.xml"/><Relationship Id="rId11" Type="http://schemas.openxmlformats.org/officeDocument/2006/relationships/tags" Target="../tags/tag138.xml"/><Relationship Id="rId24" Type="http://schemas.openxmlformats.org/officeDocument/2006/relationships/tags" Target="../tags/tag151.xml"/><Relationship Id="rId32" Type="http://schemas.openxmlformats.org/officeDocument/2006/relationships/tags" Target="../tags/tag159.xml"/><Relationship Id="rId37" Type="http://schemas.openxmlformats.org/officeDocument/2006/relationships/tags" Target="../tags/tag164.xml"/><Relationship Id="rId40" Type="http://schemas.openxmlformats.org/officeDocument/2006/relationships/tags" Target="../tags/tag167.xml"/><Relationship Id="rId45" Type="http://schemas.openxmlformats.org/officeDocument/2006/relationships/tags" Target="../tags/tag172.xml"/><Relationship Id="rId53" Type="http://schemas.openxmlformats.org/officeDocument/2006/relationships/tags" Target="../tags/tag180.xml"/><Relationship Id="rId58" Type="http://schemas.openxmlformats.org/officeDocument/2006/relationships/tags" Target="../tags/tag185.xml"/><Relationship Id="rId5" Type="http://schemas.openxmlformats.org/officeDocument/2006/relationships/tags" Target="../tags/tag132.xml"/><Relationship Id="rId19" Type="http://schemas.openxmlformats.org/officeDocument/2006/relationships/tags" Target="../tags/tag146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tags" Target="../tags/tag141.xml"/><Relationship Id="rId22" Type="http://schemas.openxmlformats.org/officeDocument/2006/relationships/tags" Target="../tags/tag149.xml"/><Relationship Id="rId27" Type="http://schemas.openxmlformats.org/officeDocument/2006/relationships/tags" Target="../tags/tag154.xml"/><Relationship Id="rId30" Type="http://schemas.openxmlformats.org/officeDocument/2006/relationships/tags" Target="../tags/tag157.xml"/><Relationship Id="rId35" Type="http://schemas.openxmlformats.org/officeDocument/2006/relationships/tags" Target="../tags/tag162.xml"/><Relationship Id="rId43" Type="http://schemas.openxmlformats.org/officeDocument/2006/relationships/tags" Target="../tags/tag170.xml"/><Relationship Id="rId48" Type="http://schemas.openxmlformats.org/officeDocument/2006/relationships/tags" Target="../tags/tag175.xml"/><Relationship Id="rId56" Type="http://schemas.openxmlformats.org/officeDocument/2006/relationships/tags" Target="../tags/tag183.xml"/><Relationship Id="rId8" Type="http://schemas.openxmlformats.org/officeDocument/2006/relationships/tags" Target="../tags/tag135.xml"/><Relationship Id="rId51" Type="http://schemas.openxmlformats.org/officeDocument/2006/relationships/tags" Target="../tags/tag178.xml"/><Relationship Id="rId3" Type="http://schemas.openxmlformats.org/officeDocument/2006/relationships/tags" Target="../tags/tag130.xml"/><Relationship Id="rId12" Type="http://schemas.openxmlformats.org/officeDocument/2006/relationships/tags" Target="../tags/tag139.xml"/><Relationship Id="rId17" Type="http://schemas.openxmlformats.org/officeDocument/2006/relationships/tags" Target="../tags/tag144.xml"/><Relationship Id="rId25" Type="http://schemas.openxmlformats.org/officeDocument/2006/relationships/tags" Target="../tags/tag152.xml"/><Relationship Id="rId33" Type="http://schemas.openxmlformats.org/officeDocument/2006/relationships/tags" Target="../tags/tag160.xml"/><Relationship Id="rId38" Type="http://schemas.openxmlformats.org/officeDocument/2006/relationships/tags" Target="../tags/tag165.xml"/><Relationship Id="rId46" Type="http://schemas.openxmlformats.org/officeDocument/2006/relationships/tags" Target="../tags/tag173.xml"/><Relationship Id="rId59" Type="http://schemas.openxmlformats.org/officeDocument/2006/relationships/slideLayout" Target="../slideLayouts/slideLayout2.xml"/><Relationship Id="rId20" Type="http://schemas.openxmlformats.org/officeDocument/2006/relationships/tags" Target="../tags/tag147.xml"/><Relationship Id="rId41" Type="http://schemas.openxmlformats.org/officeDocument/2006/relationships/tags" Target="../tags/tag168.xml"/><Relationship Id="rId54" Type="http://schemas.openxmlformats.org/officeDocument/2006/relationships/tags" Target="../tags/tag181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5" Type="http://schemas.openxmlformats.org/officeDocument/2006/relationships/tags" Target="../tags/tag142.xml"/><Relationship Id="rId23" Type="http://schemas.openxmlformats.org/officeDocument/2006/relationships/tags" Target="../tags/tag150.xml"/><Relationship Id="rId28" Type="http://schemas.openxmlformats.org/officeDocument/2006/relationships/tags" Target="../tags/tag155.xml"/><Relationship Id="rId36" Type="http://schemas.openxmlformats.org/officeDocument/2006/relationships/tags" Target="../tags/tag163.xml"/><Relationship Id="rId49" Type="http://schemas.openxmlformats.org/officeDocument/2006/relationships/tags" Target="../tags/tag176.xml"/><Relationship Id="rId57" Type="http://schemas.openxmlformats.org/officeDocument/2006/relationships/tags" Target="../tags/tag184.xml"/><Relationship Id="rId10" Type="http://schemas.openxmlformats.org/officeDocument/2006/relationships/tags" Target="../tags/tag137.xml"/><Relationship Id="rId31" Type="http://schemas.openxmlformats.org/officeDocument/2006/relationships/tags" Target="../tags/tag158.xml"/><Relationship Id="rId44" Type="http://schemas.openxmlformats.org/officeDocument/2006/relationships/tags" Target="../tags/tag171.xml"/><Relationship Id="rId52" Type="http://schemas.openxmlformats.org/officeDocument/2006/relationships/tags" Target="../tags/tag179.xml"/><Relationship Id="rId6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211.xml"/><Relationship Id="rId21" Type="http://schemas.openxmlformats.org/officeDocument/2006/relationships/tags" Target="../tags/tag206.xml"/><Relationship Id="rId42" Type="http://schemas.openxmlformats.org/officeDocument/2006/relationships/tags" Target="../tags/tag227.xml"/><Relationship Id="rId47" Type="http://schemas.openxmlformats.org/officeDocument/2006/relationships/tags" Target="../tags/tag232.xml"/><Relationship Id="rId63" Type="http://schemas.openxmlformats.org/officeDocument/2006/relationships/tags" Target="../tags/tag248.xml"/><Relationship Id="rId68" Type="http://schemas.openxmlformats.org/officeDocument/2006/relationships/tags" Target="../tags/tag253.xml"/><Relationship Id="rId84" Type="http://schemas.openxmlformats.org/officeDocument/2006/relationships/tags" Target="../tags/tag269.xml"/><Relationship Id="rId89" Type="http://schemas.openxmlformats.org/officeDocument/2006/relationships/tags" Target="../tags/tag274.xml"/><Relationship Id="rId112" Type="http://schemas.openxmlformats.org/officeDocument/2006/relationships/notesSlide" Target="../notesSlides/notesSlide12.xml"/><Relationship Id="rId16" Type="http://schemas.openxmlformats.org/officeDocument/2006/relationships/tags" Target="../tags/tag201.xml"/><Relationship Id="rId107" Type="http://schemas.openxmlformats.org/officeDocument/2006/relationships/tags" Target="../tags/tag292.xml"/><Relationship Id="rId11" Type="http://schemas.openxmlformats.org/officeDocument/2006/relationships/tags" Target="../tags/tag196.xml"/><Relationship Id="rId32" Type="http://schemas.openxmlformats.org/officeDocument/2006/relationships/tags" Target="../tags/tag217.xml"/><Relationship Id="rId37" Type="http://schemas.openxmlformats.org/officeDocument/2006/relationships/tags" Target="../tags/tag222.xml"/><Relationship Id="rId53" Type="http://schemas.openxmlformats.org/officeDocument/2006/relationships/tags" Target="../tags/tag238.xml"/><Relationship Id="rId58" Type="http://schemas.openxmlformats.org/officeDocument/2006/relationships/tags" Target="../tags/tag243.xml"/><Relationship Id="rId74" Type="http://schemas.openxmlformats.org/officeDocument/2006/relationships/tags" Target="../tags/tag259.xml"/><Relationship Id="rId79" Type="http://schemas.openxmlformats.org/officeDocument/2006/relationships/tags" Target="../tags/tag264.xml"/><Relationship Id="rId102" Type="http://schemas.openxmlformats.org/officeDocument/2006/relationships/tags" Target="../tags/tag287.xml"/><Relationship Id="rId5" Type="http://schemas.openxmlformats.org/officeDocument/2006/relationships/tags" Target="../tags/tag190.xml"/><Relationship Id="rId90" Type="http://schemas.openxmlformats.org/officeDocument/2006/relationships/tags" Target="../tags/tag275.xml"/><Relationship Id="rId95" Type="http://schemas.openxmlformats.org/officeDocument/2006/relationships/tags" Target="../tags/tag280.xml"/><Relationship Id="rId22" Type="http://schemas.openxmlformats.org/officeDocument/2006/relationships/tags" Target="../tags/tag207.xml"/><Relationship Id="rId27" Type="http://schemas.openxmlformats.org/officeDocument/2006/relationships/tags" Target="../tags/tag212.xml"/><Relationship Id="rId43" Type="http://schemas.openxmlformats.org/officeDocument/2006/relationships/tags" Target="../tags/tag228.xml"/><Relationship Id="rId48" Type="http://schemas.openxmlformats.org/officeDocument/2006/relationships/tags" Target="../tags/tag233.xml"/><Relationship Id="rId64" Type="http://schemas.openxmlformats.org/officeDocument/2006/relationships/tags" Target="../tags/tag249.xml"/><Relationship Id="rId69" Type="http://schemas.openxmlformats.org/officeDocument/2006/relationships/tags" Target="../tags/tag254.xml"/><Relationship Id="rId80" Type="http://schemas.openxmlformats.org/officeDocument/2006/relationships/tags" Target="../tags/tag265.xml"/><Relationship Id="rId85" Type="http://schemas.openxmlformats.org/officeDocument/2006/relationships/tags" Target="../tags/tag270.xml"/><Relationship Id="rId12" Type="http://schemas.openxmlformats.org/officeDocument/2006/relationships/tags" Target="../tags/tag197.xml"/><Relationship Id="rId17" Type="http://schemas.openxmlformats.org/officeDocument/2006/relationships/tags" Target="../tags/tag202.xml"/><Relationship Id="rId33" Type="http://schemas.openxmlformats.org/officeDocument/2006/relationships/tags" Target="../tags/tag218.xml"/><Relationship Id="rId38" Type="http://schemas.openxmlformats.org/officeDocument/2006/relationships/tags" Target="../tags/tag223.xml"/><Relationship Id="rId59" Type="http://schemas.openxmlformats.org/officeDocument/2006/relationships/tags" Target="../tags/tag244.xml"/><Relationship Id="rId103" Type="http://schemas.openxmlformats.org/officeDocument/2006/relationships/tags" Target="../tags/tag288.xml"/><Relationship Id="rId108" Type="http://schemas.openxmlformats.org/officeDocument/2006/relationships/tags" Target="../tags/tag293.xml"/><Relationship Id="rId54" Type="http://schemas.openxmlformats.org/officeDocument/2006/relationships/tags" Target="../tags/tag239.xml"/><Relationship Id="rId70" Type="http://schemas.openxmlformats.org/officeDocument/2006/relationships/tags" Target="../tags/tag255.xml"/><Relationship Id="rId75" Type="http://schemas.openxmlformats.org/officeDocument/2006/relationships/tags" Target="../tags/tag260.xml"/><Relationship Id="rId91" Type="http://schemas.openxmlformats.org/officeDocument/2006/relationships/tags" Target="../tags/tag276.xml"/><Relationship Id="rId96" Type="http://schemas.openxmlformats.org/officeDocument/2006/relationships/tags" Target="../tags/tag281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5" Type="http://schemas.openxmlformats.org/officeDocument/2006/relationships/tags" Target="../tags/tag200.xml"/><Relationship Id="rId23" Type="http://schemas.openxmlformats.org/officeDocument/2006/relationships/tags" Target="../tags/tag208.xml"/><Relationship Id="rId28" Type="http://schemas.openxmlformats.org/officeDocument/2006/relationships/tags" Target="../tags/tag213.xml"/><Relationship Id="rId36" Type="http://schemas.openxmlformats.org/officeDocument/2006/relationships/tags" Target="../tags/tag221.xml"/><Relationship Id="rId49" Type="http://schemas.openxmlformats.org/officeDocument/2006/relationships/tags" Target="../tags/tag234.xml"/><Relationship Id="rId57" Type="http://schemas.openxmlformats.org/officeDocument/2006/relationships/tags" Target="../tags/tag242.xml"/><Relationship Id="rId106" Type="http://schemas.openxmlformats.org/officeDocument/2006/relationships/tags" Target="../tags/tag291.xml"/><Relationship Id="rId10" Type="http://schemas.openxmlformats.org/officeDocument/2006/relationships/tags" Target="../tags/tag195.xml"/><Relationship Id="rId31" Type="http://schemas.openxmlformats.org/officeDocument/2006/relationships/tags" Target="../tags/tag216.xml"/><Relationship Id="rId44" Type="http://schemas.openxmlformats.org/officeDocument/2006/relationships/tags" Target="../tags/tag229.xml"/><Relationship Id="rId52" Type="http://schemas.openxmlformats.org/officeDocument/2006/relationships/tags" Target="../tags/tag237.xml"/><Relationship Id="rId60" Type="http://schemas.openxmlformats.org/officeDocument/2006/relationships/tags" Target="../tags/tag245.xml"/><Relationship Id="rId65" Type="http://schemas.openxmlformats.org/officeDocument/2006/relationships/tags" Target="../tags/tag250.xml"/><Relationship Id="rId73" Type="http://schemas.openxmlformats.org/officeDocument/2006/relationships/tags" Target="../tags/tag258.xml"/><Relationship Id="rId78" Type="http://schemas.openxmlformats.org/officeDocument/2006/relationships/tags" Target="../tags/tag263.xml"/><Relationship Id="rId81" Type="http://schemas.openxmlformats.org/officeDocument/2006/relationships/tags" Target="../tags/tag266.xml"/><Relationship Id="rId86" Type="http://schemas.openxmlformats.org/officeDocument/2006/relationships/tags" Target="../tags/tag271.xml"/><Relationship Id="rId94" Type="http://schemas.openxmlformats.org/officeDocument/2006/relationships/tags" Target="../tags/tag279.xml"/><Relationship Id="rId99" Type="http://schemas.openxmlformats.org/officeDocument/2006/relationships/tags" Target="../tags/tag284.xml"/><Relationship Id="rId101" Type="http://schemas.openxmlformats.org/officeDocument/2006/relationships/tags" Target="../tags/tag286.xml"/><Relationship Id="rId4" Type="http://schemas.openxmlformats.org/officeDocument/2006/relationships/tags" Target="../tags/tag189.xml"/><Relationship Id="rId9" Type="http://schemas.openxmlformats.org/officeDocument/2006/relationships/tags" Target="../tags/tag194.xml"/><Relationship Id="rId13" Type="http://schemas.openxmlformats.org/officeDocument/2006/relationships/tags" Target="../tags/tag198.xml"/><Relationship Id="rId18" Type="http://schemas.openxmlformats.org/officeDocument/2006/relationships/tags" Target="../tags/tag203.xml"/><Relationship Id="rId39" Type="http://schemas.openxmlformats.org/officeDocument/2006/relationships/tags" Target="../tags/tag224.xml"/><Relationship Id="rId109" Type="http://schemas.openxmlformats.org/officeDocument/2006/relationships/tags" Target="../tags/tag294.xml"/><Relationship Id="rId34" Type="http://schemas.openxmlformats.org/officeDocument/2006/relationships/tags" Target="../tags/tag219.xml"/><Relationship Id="rId50" Type="http://schemas.openxmlformats.org/officeDocument/2006/relationships/tags" Target="../tags/tag235.xml"/><Relationship Id="rId55" Type="http://schemas.openxmlformats.org/officeDocument/2006/relationships/tags" Target="../tags/tag240.xml"/><Relationship Id="rId76" Type="http://schemas.openxmlformats.org/officeDocument/2006/relationships/tags" Target="../tags/tag261.xml"/><Relationship Id="rId97" Type="http://schemas.openxmlformats.org/officeDocument/2006/relationships/tags" Target="../tags/tag282.xml"/><Relationship Id="rId104" Type="http://schemas.openxmlformats.org/officeDocument/2006/relationships/tags" Target="../tags/tag289.xml"/><Relationship Id="rId7" Type="http://schemas.openxmlformats.org/officeDocument/2006/relationships/tags" Target="../tags/tag192.xml"/><Relationship Id="rId71" Type="http://schemas.openxmlformats.org/officeDocument/2006/relationships/tags" Target="../tags/tag256.xml"/><Relationship Id="rId92" Type="http://schemas.openxmlformats.org/officeDocument/2006/relationships/tags" Target="../tags/tag277.xml"/><Relationship Id="rId2" Type="http://schemas.openxmlformats.org/officeDocument/2006/relationships/tags" Target="../tags/tag187.xml"/><Relationship Id="rId29" Type="http://schemas.openxmlformats.org/officeDocument/2006/relationships/tags" Target="../tags/tag214.xml"/><Relationship Id="rId24" Type="http://schemas.openxmlformats.org/officeDocument/2006/relationships/tags" Target="../tags/tag209.xml"/><Relationship Id="rId40" Type="http://schemas.openxmlformats.org/officeDocument/2006/relationships/tags" Target="../tags/tag225.xml"/><Relationship Id="rId45" Type="http://schemas.openxmlformats.org/officeDocument/2006/relationships/tags" Target="../tags/tag230.xml"/><Relationship Id="rId66" Type="http://schemas.openxmlformats.org/officeDocument/2006/relationships/tags" Target="../tags/tag251.xml"/><Relationship Id="rId87" Type="http://schemas.openxmlformats.org/officeDocument/2006/relationships/tags" Target="../tags/tag272.xml"/><Relationship Id="rId110" Type="http://schemas.openxmlformats.org/officeDocument/2006/relationships/tags" Target="../tags/tag295.xml"/><Relationship Id="rId61" Type="http://schemas.openxmlformats.org/officeDocument/2006/relationships/tags" Target="../tags/tag246.xml"/><Relationship Id="rId82" Type="http://schemas.openxmlformats.org/officeDocument/2006/relationships/tags" Target="../tags/tag267.xml"/><Relationship Id="rId19" Type="http://schemas.openxmlformats.org/officeDocument/2006/relationships/tags" Target="../tags/tag204.xml"/><Relationship Id="rId14" Type="http://schemas.openxmlformats.org/officeDocument/2006/relationships/tags" Target="../tags/tag199.xml"/><Relationship Id="rId30" Type="http://schemas.openxmlformats.org/officeDocument/2006/relationships/tags" Target="../tags/tag215.xml"/><Relationship Id="rId35" Type="http://schemas.openxmlformats.org/officeDocument/2006/relationships/tags" Target="../tags/tag220.xml"/><Relationship Id="rId56" Type="http://schemas.openxmlformats.org/officeDocument/2006/relationships/tags" Target="../tags/tag241.xml"/><Relationship Id="rId77" Type="http://schemas.openxmlformats.org/officeDocument/2006/relationships/tags" Target="../tags/tag262.xml"/><Relationship Id="rId100" Type="http://schemas.openxmlformats.org/officeDocument/2006/relationships/tags" Target="../tags/tag285.xml"/><Relationship Id="rId105" Type="http://schemas.openxmlformats.org/officeDocument/2006/relationships/tags" Target="../tags/tag290.xml"/><Relationship Id="rId8" Type="http://schemas.openxmlformats.org/officeDocument/2006/relationships/tags" Target="../tags/tag193.xml"/><Relationship Id="rId51" Type="http://schemas.openxmlformats.org/officeDocument/2006/relationships/tags" Target="../tags/tag236.xml"/><Relationship Id="rId72" Type="http://schemas.openxmlformats.org/officeDocument/2006/relationships/tags" Target="../tags/tag257.xml"/><Relationship Id="rId93" Type="http://schemas.openxmlformats.org/officeDocument/2006/relationships/tags" Target="../tags/tag278.xml"/><Relationship Id="rId98" Type="http://schemas.openxmlformats.org/officeDocument/2006/relationships/tags" Target="../tags/tag283.xml"/><Relationship Id="rId3" Type="http://schemas.openxmlformats.org/officeDocument/2006/relationships/tags" Target="../tags/tag188.xml"/><Relationship Id="rId25" Type="http://schemas.openxmlformats.org/officeDocument/2006/relationships/tags" Target="../tags/tag210.xml"/><Relationship Id="rId46" Type="http://schemas.openxmlformats.org/officeDocument/2006/relationships/tags" Target="../tags/tag231.xml"/><Relationship Id="rId67" Type="http://schemas.openxmlformats.org/officeDocument/2006/relationships/tags" Target="../tags/tag252.xml"/><Relationship Id="rId20" Type="http://schemas.openxmlformats.org/officeDocument/2006/relationships/tags" Target="../tags/tag205.xml"/><Relationship Id="rId41" Type="http://schemas.openxmlformats.org/officeDocument/2006/relationships/tags" Target="../tags/tag226.xml"/><Relationship Id="rId62" Type="http://schemas.openxmlformats.org/officeDocument/2006/relationships/tags" Target="../tags/tag247.xml"/><Relationship Id="rId83" Type="http://schemas.openxmlformats.org/officeDocument/2006/relationships/tags" Target="../tags/tag268.xml"/><Relationship Id="rId88" Type="http://schemas.openxmlformats.org/officeDocument/2006/relationships/tags" Target="../tags/tag273.xml"/><Relationship Id="rId11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29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09.xml"/><Relationship Id="rId3" Type="http://schemas.openxmlformats.org/officeDocument/2006/relationships/tags" Target="../tags/tag304.xml"/><Relationship Id="rId7" Type="http://schemas.openxmlformats.org/officeDocument/2006/relationships/tags" Target="../tags/tag308.xml"/><Relationship Id="rId2" Type="http://schemas.openxmlformats.org/officeDocument/2006/relationships/tags" Target="../tags/tag303.xml"/><Relationship Id="rId1" Type="http://schemas.openxmlformats.org/officeDocument/2006/relationships/tags" Target="../tags/tag302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10" Type="http://schemas.openxmlformats.org/officeDocument/2006/relationships/notesSlide" Target="../notesSlides/notesSlide14.xml"/><Relationship Id="rId4" Type="http://schemas.openxmlformats.org/officeDocument/2006/relationships/tags" Target="../tags/tag305.xml"/><Relationship Id="rId9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17.xml"/><Relationship Id="rId3" Type="http://schemas.openxmlformats.org/officeDocument/2006/relationships/tags" Target="../tags/tag312.xml"/><Relationship Id="rId7" Type="http://schemas.openxmlformats.org/officeDocument/2006/relationships/tags" Target="../tags/tag316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313.xml"/><Relationship Id="rId9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3" Type="http://schemas.openxmlformats.org/officeDocument/2006/relationships/tags" Target="../tags/tag320.xml"/><Relationship Id="rId7" Type="http://schemas.openxmlformats.org/officeDocument/2006/relationships/tags" Target="../tags/tag324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10" Type="http://schemas.openxmlformats.org/officeDocument/2006/relationships/notesSlide" Target="../notesSlides/notesSlide16.xml"/><Relationship Id="rId4" Type="http://schemas.openxmlformats.org/officeDocument/2006/relationships/tags" Target="../tags/tag321.xml"/><Relationship Id="rId9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33.xml"/><Relationship Id="rId3" Type="http://schemas.openxmlformats.org/officeDocument/2006/relationships/tags" Target="../tags/tag328.xml"/><Relationship Id="rId7" Type="http://schemas.openxmlformats.org/officeDocument/2006/relationships/tags" Target="../tags/tag332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10" Type="http://schemas.openxmlformats.org/officeDocument/2006/relationships/notesSlide" Target="../notesSlides/notesSlide17.xml"/><Relationship Id="rId4" Type="http://schemas.openxmlformats.org/officeDocument/2006/relationships/tags" Target="../tags/tag329.xml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10" Type="http://schemas.openxmlformats.org/officeDocument/2006/relationships/notesSlide" Target="../notesSlides/notesSlide18.xml"/><Relationship Id="rId4" Type="http://schemas.openxmlformats.org/officeDocument/2006/relationships/tags" Target="../tags/tag337.xml"/><Relationship Id="rId9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49.xml"/><Relationship Id="rId3" Type="http://schemas.openxmlformats.org/officeDocument/2006/relationships/tags" Target="../tags/tag344.xml"/><Relationship Id="rId7" Type="http://schemas.openxmlformats.org/officeDocument/2006/relationships/tags" Target="../tags/tag348.xml"/><Relationship Id="rId2" Type="http://schemas.openxmlformats.org/officeDocument/2006/relationships/tags" Target="../tags/tag343.xml"/><Relationship Id="rId1" Type="http://schemas.openxmlformats.org/officeDocument/2006/relationships/tags" Target="../tags/tag342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10" Type="http://schemas.openxmlformats.org/officeDocument/2006/relationships/notesSlide" Target="../notesSlides/notesSlide19.xml"/><Relationship Id="rId4" Type="http://schemas.openxmlformats.org/officeDocument/2006/relationships/tags" Target="../tags/tag345.xml"/><Relationship Id="rId9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57.xml"/><Relationship Id="rId3" Type="http://schemas.openxmlformats.org/officeDocument/2006/relationships/tags" Target="../tags/tag352.xml"/><Relationship Id="rId7" Type="http://schemas.openxmlformats.org/officeDocument/2006/relationships/tags" Target="../tags/tag356.xml"/><Relationship Id="rId2" Type="http://schemas.openxmlformats.org/officeDocument/2006/relationships/tags" Target="../tags/tag351.xml"/><Relationship Id="rId1" Type="http://schemas.openxmlformats.org/officeDocument/2006/relationships/tags" Target="../tags/tag350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10" Type="http://schemas.openxmlformats.org/officeDocument/2006/relationships/notesSlide" Target="../notesSlides/notesSlide20.xml"/><Relationship Id="rId4" Type="http://schemas.openxmlformats.org/officeDocument/2006/relationships/tags" Target="../tags/tag353.xml"/><Relationship Id="rId9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65.xml"/><Relationship Id="rId3" Type="http://schemas.openxmlformats.org/officeDocument/2006/relationships/tags" Target="../tags/tag360.xml"/><Relationship Id="rId7" Type="http://schemas.openxmlformats.org/officeDocument/2006/relationships/tags" Target="../tags/tag364.xml"/><Relationship Id="rId2" Type="http://schemas.openxmlformats.org/officeDocument/2006/relationships/tags" Target="../tags/tag359.xml"/><Relationship Id="rId1" Type="http://schemas.openxmlformats.org/officeDocument/2006/relationships/tags" Target="../tags/tag358.xml"/><Relationship Id="rId6" Type="http://schemas.openxmlformats.org/officeDocument/2006/relationships/tags" Target="../tags/tag363.xml"/><Relationship Id="rId5" Type="http://schemas.openxmlformats.org/officeDocument/2006/relationships/tags" Target="../tags/tag362.xml"/><Relationship Id="rId10" Type="http://schemas.openxmlformats.org/officeDocument/2006/relationships/notesSlide" Target="../notesSlides/notesSlide21.xml"/><Relationship Id="rId4" Type="http://schemas.openxmlformats.org/officeDocument/2006/relationships/tags" Target="../tags/tag361.xml"/><Relationship Id="rId9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73.xml"/><Relationship Id="rId3" Type="http://schemas.openxmlformats.org/officeDocument/2006/relationships/tags" Target="../tags/tag368.xml"/><Relationship Id="rId7" Type="http://schemas.openxmlformats.org/officeDocument/2006/relationships/tags" Target="../tags/tag372.xml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10" Type="http://schemas.openxmlformats.org/officeDocument/2006/relationships/notesSlide" Target="../notesSlides/notesSlide22.xml"/><Relationship Id="rId4" Type="http://schemas.openxmlformats.org/officeDocument/2006/relationships/tags" Target="../tags/tag369.xml"/><Relationship Id="rId9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81.xml"/><Relationship Id="rId3" Type="http://schemas.openxmlformats.org/officeDocument/2006/relationships/tags" Target="../tags/tag376.xml"/><Relationship Id="rId7" Type="http://schemas.openxmlformats.org/officeDocument/2006/relationships/tags" Target="../tags/tag380.xml"/><Relationship Id="rId2" Type="http://schemas.openxmlformats.org/officeDocument/2006/relationships/tags" Target="../tags/tag375.xml"/><Relationship Id="rId1" Type="http://schemas.openxmlformats.org/officeDocument/2006/relationships/tags" Target="../tags/tag374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10" Type="http://schemas.openxmlformats.org/officeDocument/2006/relationships/notesSlide" Target="../notesSlides/notesSlide23.xml"/><Relationship Id="rId4" Type="http://schemas.openxmlformats.org/officeDocument/2006/relationships/tags" Target="../tags/tag377.xml"/><Relationship Id="rId9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8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84.xml"/><Relationship Id="rId7" Type="http://schemas.openxmlformats.org/officeDocument/2006/relationships/tags" Target="../tags/tag388.xml"/><Relationship Id="rId12" Type="http://schemas.openxmlformats.org/officeDocument/2006/relationships/tags" Target="../tags/tag393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6" Type="http://schemas.openxmlformats.org/officeDocument/2006/relationships/tags" Target="../tags/tag387.xml"/><Relationship Id="rId11" Type="http://schemas.openxmlformats.org/officeDocument/2006/relationships/tags" Target="../tags/tag392.xml"/><Relationship Id="rId5" Type="http://schemas.openxmlformats.org/officeDocument/2006/relationships/tags" Target="../tags/tag386.xml"/><Relationship Id="rId10" Type="http://schemas.openxmlformats.org/officeDocument/2006/relationships/tags" Target="../tags/tag391.xml"/><Relationship Id="rId4" Type="http://schemas.openxmlformats.org/officeDocument/2006/relationships/tags" Target="../tags/tag385.xml"/><Relationship Id="rId9" Type="http://schemas.openxmlformats.org/officeDocument/2006/relationships/tags" Target="../tags/tag390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401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96.xml"/><Relationship Id="rId7" Type="http://schemas.openxmlformats.org/officeDocument/2006/relationships/tags" Target="../tags/tag400.xml"/><Relationship Id="rId12" Type="http://schemas.openxmlformats.org/officeDocument/2006/relationships/tags" Target="../tags/tag405.xml"/><Relationship Id="rId2" Type="http://schemas.openxmlformats.org/officeDocument/2006/relationships/tags" Target="../tags/tag395.xml"/><Relationship Id="rId1" Type="http://schemas.openxmlformats.org/officeDocument/2006/relationships/tags" Target="../tags/tag394.xml"/><Relationship Id="rId6" Type="http://schemas.openxmlformats.org/officeDocument/2006/relationships/tags" Target="../tags/tag399.xml"/><Relationship Id="rId11" Type="http://schemas.openxmlformats.org/officeDocument/2006/relationships/tags" Target="../tags/tag404.xml"/><Relationship Id="rId5" Type="http://schemas.openxmlformats.org/officeDocument/2006/relationships/tags" Target="../tags/tag398.xml"/><Relationship Id="rId10" Type="http://schemas.openxmlformats.org/officeDocument/2006/relationships/tags" Target="../tags/tag403.xml"/><Relationship Id="rId4" Type="http://schemas.openxmlformats.org/officeDocument/2006/relationships/tags" Target="../tags/tag397.xml"/><Relationship Id="rId9" Type="http://schemas.openxmlformats.org/officeDocument/2006/relationships/tags" Target="../tags/tag402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" Type="http://schemas.openxmlformats.org/officeDocument/2006/relationships/tags" Target="../tags/tag406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0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" Type="http://schemas.openxmlformats.org/officeDocument/2006/relationships/tags" Target="../tags/tag414.xml"/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420.xml"/><Relationship Id="rId2" Type="http://schemas.openxmlformats.org/officeDocument/2006/relationships/tags" Target="../tags/tag419.xml"/><Relationship Id="rId1" Type="http://schemas.openxmlformats.org/officeDocument/2006/relationships/tags" Target="../tags/tag418.xml"/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42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30.xml"/><Relationship Id="rId7" Type="http://schemas.openxmlformats.org/officeDocument/2006/relationships/tags" Target="../tags/tag434.xml"/><Relationship Id="rId2" Type="http://schemas.openxmlformats.org/officeDocument/2006/relationships/tags" Target="../tags/tag429.xml"/><Relationship Id="rId1" Type="http://schemas.openxmlformats.org/officeDocument/2006/relationships/tags" Target="../tags/tag428.xml"/><Relationship Id="rId6" Type="http://schemas.openxmlformats.org/officeDocument/2006/relationships/tags" Target="../tags/tag433.xml"/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37.xml"/><Relationship Id="rId7" Type="http://schemas.openxmlformats.org/officeDocument/2006/relationships/tags" Target="../tags/tag441.xml"/><Relationship Id="rId2" Type="http://schemas.openxmlformats.org/officeDocument/2006/relationships/tags" Target="../tags/tag436.xml"/><Relationship Id="rId1" Type="http://schemas.openxmlformats.org/officeDocument/2006/relationships/tags" Target="../tags/tag435.xml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44.xml"/><Relationship Id="rId7" Type="http://schemas.openxmlformats.org/officeDocument/2006/relationships/tags" Target="../tags/tag448.xml"/><Relationship Id="rId2" Type="http://schemas.openxmlformats.org/officeDocument/2006/relationships/tags" Target="../tags/tag443.xml"/><Relationship Id="rId1" Type="http://schemas.openxmlformats.org/officeDocument/2006/relationships/tags" Target="../tags/tag442.xml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56.xml"/><Relationship Id="rId3" Type="http://schemas.openxmlformats.org/officeDocument/2006/relationships/tags" Target="../tags/tag451.xml"/><Relationship Id="rId7" Type="http://schemas.openxmlformats.org/officeDocument/2006/relationships/tags" Target="../tags/tag455.xml"/><Relationship Id="rId2" Type="http://schemas.openxmlformats.org/officeDocument/2006/relationships/tags" Target="../tags/tag450.xml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10" Type="http://schemas.openxmlformats.org/officeDocument/2006/relationships/notesSlide" Target="../notesSlides/notesSlide34.xml"/><Relationship Id="rId4" Type="http://schemas.openxmlformats.org/officeDocument/2006/relationships/tags" Target="../tags/tag452.xml"/><Relationship Id="rId9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464.xml"/><Relationship Id="rId3" Type="http://schemas.openxmlformats.org/officeDocument/2006/relationships/tags" Target="../tags/tag459.xml"/><Relationship Id="rId7" Type="http://schemas.openxmlformats.org/officeDocument/2006/relationships/tags" Target="../tags/tag463.xml"/><Relationship Id="rId2" Type="http://schemas.openxmlformats.org/officeDocument/2006/relationships/tags" Target="../tags/tag458.xml"/><Relationship Id="rId1" Type="http://schemas.openxmlformats.org/officeDocument/2006/relationships/tags" Target="../tags/tag457.x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10" Type="http://schemas.openxmlformats.org/officeDocument/2006/relationships/notesSlide" Target="../notesSlides/notesSlide35.xml"/><Relationship Id="rId4" Type="http://schemas.openxmlformats.org/officeDocument/2006/relationships/tags" Target="../tags/tag460.xml"/><Relationship Id="rId9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71D64E9-D993-4FB8-84F6-B48417167DF9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952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Superscalar and</a:t>
            </a:r>
            <a:br>
              <a:rPr lang="en-US" altLang="en-US" dirty="0"/>
            </a:br>
            <a:r>
              <a:rPr lang="en-US" altLang="en-US" dirty="0"/>
              <a:t>Out-of-Order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CBEA4-939F-408C-BDAD-25AA1487F7A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4800600"/>
            <a:ext cx="6400800" cy="17526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/>
              <a:t>Boone Severson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Lecture notes based in part on slides created by</a:t>
            </a:r>
            <a:br>
              <a:rPr lang="en-US" dirty="0"/>
            </a:br>
            <a:r>
              <a:rPr lang="en-US" dirty="0"/>
              <a:t>Joshua San Miguel, </a:t>
            </a:r>
            <a:r>
              <a:rPr lang="en-US" dirty="0" err="1"/>
              <a:t>Mikko</a:t>
            </a:r>
            <a:r>
              <a:rPr lang="en-US" dirty="0"/>
              <a:t> </a:t>
            </a:r>
            <a:r>
              <a:rPr lang="en-US" dirty="0" err="1"/>
              <a:t>Lipasti</a:t>
            </a:r>
            <a:r>
              <a:rPr lang="en-US" dirty="0"/>
              <a:t>, Mark Hill, David Wood, </a:t>
            </a:r>
            <a:r>
              <a:rPr lang="en-US" dirty="0" err="1"/>
              <a:t>Guri</a:t>
            </a:r>
            <a:r>
              <a:rPr lang="en-US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Limitations of Scalar Pipelines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Upper bound on throughput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IPC &lt;= 1 (or CPI &gt;= 1)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: enable more than one instruction to be executed in a cycle (i.e.,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superscalar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Inefficient unified pipeline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Varying latencies of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: enable diversified, specialized pipelines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Rigid pipeline stall policy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One stalled instruction stalls all newer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: enable independent instructions to bypass each other (i.e., </a:t>
            </a:r>
            <a:r>
              <a:rPr lang="en-US" altLang="en-US" sz="2400" i="1" dirty="0">
                <a:solidFill>
                  <a:schemeClr val="accent6">
                    <a:lumMod val="75000"/>
                  </a:schemeClr>
                </a:solidFill>
              </a:rPr>
              <a:t>out-of-order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</a:rPr>
              <a:t> execution)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22629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Superscalar Processors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Superscalar</a:t>
            </a:r>
            <a:r>
              <a:rPr lang="en-US" altLang="en-US" sz="2800" dirty="0"/>
              <a:t>: more than one instruction can be executed in a cycle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400" b="1" dirty="0"/>
              <a:t>Static multiple-issue</a:t>
            </a:r>
            <a:r>
              <a:rPr lang="en-US" altLang="en-US" sz="2400" dirty="0"/>
              <a:t>: parallel pipeline lanes</a:t>
            </a:r>
            <a:endParaRPr lang="en-US" altLang="en-US" sz="2400" b="1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F7E3F3DF-15A8-4457-BABE-CF321D2BAA79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35396445"/>
              </p:ext>
            </p:extLst>
          </p:nvPr>
        </p:nvGraphicFramePr>
        <p:xfrm>
          <a:off x="2236441" y="2895600"/>
          <a:ext cx="4671118" cy="1981200"/>
        </p:xfrm>
        <a:graphic>
          <a:graphicData uri="http://schemas.openxmlformats.org/drawingml/2006/table">
            <a:tbl>
              <a:tblPr/>
              <a:tblGrid>
                <a:gridCol w="639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96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</a:tblGrid>
              <a:tr h="4049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1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I1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I2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I3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612299"/>
                  </a:ext>
                </a:extLst>
              </a:tr>
              <a:tr h="401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I4</a:t>
                      </a:r>
                    </a:p>
                  </a:txBody>
                  <a:tcPr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524901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Superscalar Processors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Superscalar</a:t>
            </a:r>
            <a:r>
              <a:rPr lang="en-US" altLang="en-US" sz="2800" dirty="0"/>
              <a:t>: more than one instruction can be executed in a cycle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400" b="1" dirty="0"/>
              <a:t>Static multiple-issue</a:t>
            </a:r>
            <a:r>
              <a:rPr lang="en-US" altLang="en-US" sz="2400" dirty="0"/>
              <a:t>: parallel pipeline lanes</a:t>
            </a:r>
            <a:endParaRPr lang="en-US" altLang="en-US" sz="2400" b="1" dirty="0"/>
          </a:p>
          <a:p>
            <a:pPr marL="1314450" lvl="2" indent="-457200" eaLnBrk="1" hangingPunct="1">
              <a:lnSpc>
                <a:spcPct val="90000"/>
              </a:lnSpc>
            </a:pPr>
            <a:r>
              <a:rPr lang="en-US" altLang="en-US" sz="2000" dirty="0"/>
              <a:t>e.g., 1 lane for ALU/branch, 1 lane for load/store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A0BC0-75FC-4EB3-9CA8-E3F5257B900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00200" y="3152098"/>
            <a:ext cx="5943600" cy="36633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75946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85F716-EAC4-4F69-86DC-46C95DBE6B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7512" y="2988906"/>
            <a:ext cx="4258688" cy="3792894"/>
          </a:xfrm>
          <a:prstGeom prst="rect">
            <a:avLst/>
          </a:prstGeom>
        </p:spPr>
      </p:pic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Superscalar Processors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15239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Superscalar</a:t>
            </a:r>
            <a:r>
              <a:rPr lang="en-US" altLang="en-US" sz="2800" dirty="0"/>
              <a:t>: more than one instruction can be executed in a cycle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 startAt="2"/>
            </a:pPr>
            <a:r>
              <a:rPr lang="en-US" altLang="en-US" sz="2400" b="1" dirty="0"/>
              <a:t>Out-of-order (</a:t>
            </a:r>
            <a:r>
              <a:rPr lang="en-US" altLang="en-US" sz="2400" b="1" dirty="0" err="1"/>
              <a:t>OoO</a:t>
            </a:r>
            <a:r>
              <a:rPr lang="en-US" altLang="en-US" sz="2400" b="1" dirty="0"/>
              <a:t>)</a:t>
            </a:r>
            <a:r>
              <a:rPr lang="en-US" altLang="en-US" sz="2400" dirty="0"/>
              <a:t>: instructions that are not dependent on each other can bypass each other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86E34-143F-4FE9-9ED1-AC9D661D5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209800" y="5105400"/>
            <a:ext cx="126989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out-of-order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75058-9301-43CC-A67E-EF81EA2F91E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363962" y="3657600"/>
            <a:ext cx="87626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in-order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A79BF-DC8E-4F4B-A69F-49547B82AFD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06616" y="6172200"/>
            <a:ext cx="87626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in-order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59711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Superscalar Processors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Step-by-step topics: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Scoreboard: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Dynamic scheduling </a:t>
            </a:r>
            <a:r>
              <a:rPr lang="en-US" altLang="en-US" sz="2400" dirty="0"/>
              <a:t>for enabling </a:t>
            </a:r>
            <a:r>
              <a:rPr lang="en-US" altLang="en-US" sz="2400" dirty="0" err="1"/>
              <a:t>OoO</a:t>
            </a:r>
            <a:r>
              <a:rPr lang="en-US" altLang="en-US" sz="2400" dirty="0"/>
              <a:t> execution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MIPS R10K: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Register renaming </a:t>
            </a:r>
            <a:r>
              <a:rPr lang="en-US" altLang="en-US" sz="2400" dirty="0"/>
              <a:t>for eliminating WAR/WAW hazards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Reorder buffer </a:t>
            </a:r>
            <a:r>
              <a:rPr lang="en-US" altLang="en-US" sz="2400" dirty="0"/>
              <a:t>for handling speculation/precise state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559864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In-Order Execution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e.g., What’s happening in cycle 4?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RAW hazard: </a:t>
            </a:r>
            <a:r>
              <a:rPr lang="en-US" altLang="en-US" sz="2800" dirty="0" err="1"/>
              <a:t>lw</a:t>
            </a:r>
            <a:r>
              <a:rPr lang="en-US" altLang="en-US" sz="2800" dirty="0"/>
              <a:t> misses -&gt; add stalls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OK, this is a fundamental problem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 dirty="0"/>
              <a:t>Structural hazard</a:t>
            </a:r>
            <a:r>
              <a:rPr lang="en-US" altLang="en-US" sz="2800" dirty="0"/>
              <a:t>: propagated stall for sub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/>
              <a:t>Can’t proceed through pipeline due to stalled instruction in front of it, even though no data dependence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424524D3-3212-4932-AF03-0420B576EB85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113897755"/>
              </p:ext>
            </p:extLst>
          </p:nvPr>
        </p:nvGraphicFramePr>
        <p:xfrm>
          <a:off x="457200" y="4811711"/>
          <a:ext cx="8016559" cy="1131889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866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04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11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lw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 $t2,0($t0)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W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add $t2,$t3,$t2 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W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sub $t4,$t1,$t0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1" charset="0"/>
                        <a:ea typeface="ＭＳ Ｐゴシック" pitchFamily="31" charset="-128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F*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D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M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W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72235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Out-of-Order Execution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High-level concept: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Fetch and decode in-order into </a:t>
            </a:r>
            <a:r>
              <a:rPr lang="en-US" altLang="en-US" sz="2800" i="1" dirty="0"/>
              <a:t>instruction buffer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Insns</a:t>
            </a:r>
            <a:r>
              <a:rPr lang="en-US" altLang="en-US" sz="2800" dirty="0"/>
              <a:t> check </a:t>
            </a:r>
            <a:r>
              <a:rPr lang="en-US" altLang="en-US" sz="2800" i="1" dirty="0"/>
              <a:t>ready</a:t>
            </a:r>
            <a:r>
              <a:rPr lang="en-US" altLang="en-US" sz="2800" dirty="0"/>
              <a:t> bits of their operands every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Dynamically schedule </a:t>
            </a:r>
            <a:r>
              <a:rPr lang="en-US" altLang="en-US" sz="2400" dirty="0"/>
              <a:t>instructions out-of-order for execution while maintaining data dependences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Only look at register dependences (ignore mem)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9E099A-7631-45EC-BB17-35154B18B29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10200" y="4737455"/>
            <a:ext cx="3429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16C99A-D3F6-46A2-BD59-8C98D41B338B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8200" y="4737455"/>
            <a:ext cx="1828800" cy="9144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BC8092C-FE9C-4B86-90BF-A280A49DC9A7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629400" y="4356455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69EF8BD-1E86-492E-BA8D-27FFBFCB77D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705600" y="5042255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BD7A1C7-CDA1-4997-90A6-B06EFFA16B06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239000" y="4737455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128DA39F-DA6E-4036-90E3-8C43381FE1A2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7924800" y="53470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8EC34833-0DA6-492D-8A9B-5FA17192849E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7924800" y="55756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F9938D9-1478-4CEC-9260-534F82A24C74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484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118D481A-0961-4D35-9B49-5A099E485A15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7724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6848C759-6F1C-473E-8C79-47DE1834BA9C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7543800" y="5347055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64C0A2F0-1AC8-4A6B-B7D7-52B836FFFFBA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400800" y="51946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30524119-CCB0-4096-9CF0-0A94C609E192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400800" y="54994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2135B7DD-49E1-4C0E-8450-19019B74A4BA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477000" y="4889855"/>
            <a:ext cx="7620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519C5629-17C8-4B83-9373-39FFC652AE5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5400000">
            <a:off x="8115300" y="5385155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0E3B5B48-E7AE-448F-814F-BE21FF79353B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 flipV="1">
            <a:off x="7086600" y="5347055"/>
            <a:ext cx="685800" cy="228600"/>
          </a:xfrm>
          <a:custGeom>
            <a:avLst/>
            <a:gdLst>
              <a:gd name="T0" fmla="*/ 0 w 192"/>
              <a:gd name="T1" fmla="*/ 90725625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536D653A-BCCD-4102-B5FC-EBD14D35879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6019800" y="4585055"/>
            <a:ext cx="609600" cy="609600"/>
          </a:xfrm>
          <a:custGeom>
            <a:avLst/>
            <a:gdLst>
              <a:gd name="T0" fmla="*/ 967740000 w 384"/>
              <a:gd name="T1" fmla="*/ 0 h 432"/>
              <a:gd name="T2" fmla="*/ 0 w 384"/>
              <a:gd name="T3" fmla="*/ 0 h 432"/>
              <a:gd name="T4" fmla="*/ 0 w 384"/>
              <a:gd name="T5" fmla="*/ 860213333 h 432"/>
              <a:gd name="T6" fmla="*/ 362902500 w 384"/>
              <a:gd name="T7" fmla="*/ 860213333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A3B2F4BF-8E71-47B4-81B4-ECF7CE17C20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5867400" y="4432655"/>
            <a:ext cx="762000" cy="1066800"/>
          </a:xfrm>
          <a:custGeom>
            <a:avLst/>
            <a:gdLst>
              <a:gd name="T0" fmla="*/ 1209675000 w 480"/>
              <a:gd name="T1" fmla="*/ 0 h 768"/>
              <a:gd name="T2" fmla="*/ 0 w 480"/>
              <a:gd name="T3" fmla="*/ 0 h 768"/>
              <a:gd name="T4" fmla="*/ 0 w 480"/>
              <a:gd name="T5" fmla="*/ 1481851875 h 768"/>
              <a:gd name="T6" fmla="*/ 604837500 w 480"/>
              <a:gd name="T7" fmla="*/ 1481851875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49C3E413-3576-43C9-94A9-63FDF6935E2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858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F629C740-0339-424F-87A3-08BB669841E7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219200" y="4737455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E97C7762-05C2-4B8C-BBED-42367E96F1D5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838200" y="5194655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EFD242C1-D733-4AF5-AF7A-72026007BE84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990600" y="4966055"/>
            <a:ext cx="2286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7" name="AutoShape 23">
            <a:extLst>
              <a:ext uri="{FF2B5EF4-FFF2-40B4-BE49-F238E27FC236}">
                <a16:creationId xmlns:a16="http://schemas.microsoft.com/office/drawing/2014/main" id="{25DDD4C1-97EA-4CCB-A05C-5A4953CA05BB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5400000">
            <a:off x="1295400" y="5728055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BFB320C0-772B-487C-97C5-5413E9420116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1524000" y="4889855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E5308B94-5FEF-4F3F-BA54-90A82063A681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2098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2CBA4483-F88F-4D67-B406-F2C5CB0E301D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 flipV="1">
            <a:off x="990600" y="5270855"/>
            <a:ext cx="228600" cy="152400"/>
          </a:xfrm>
          <a:custGeom>
            <a:avLst/>
            <a:gdLst>
              <a:gd name="T0" fmla="*/ 0 w 192"/>
              <a:gd name="T1" fmla="*/ 403225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B100E2B5-8741-45FB-B8F2-36FD3690B598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1524000" y="5423255"/>
            <a:ext cx="304800" cy="304800"/>
          </a:xfrm>
          <a:custGeom>
            <a:avLst/>
            <a:gdLst>
              <a:gd name="T0" fmla="*/ 0 w 192"/>
              <a:gd name="T1" fmla="*/ 0 h 240"/>
              <a:gd name="T2" fmla="*/ 483870000 w 192"/>
              <a:gd name="T3" fmla="*/ 0 h 240"/>
              <a:gd name="T4" fmla="*/ 483870000 w 192"/>
              <a:gd name="T5" fmla="*/ 387096000 h 240"/>
              <a:gd name="T6" fmla="*/ 0 w 192"/>
              <a:gd name="T7" fmla="*/ 38709600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DC8F1BAF-7C80-40AD-B31C-E44317C5E6C5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1524000" y="5347055"/>
            <a:ext cx="55626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493950625 h 576"/>
              <a:gd name="T4" fmla="*/ 0 w 2160"/>
              <a:gd name="T5" fmla="*/ 493950625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194B80E5-335B-48FB-9F5F-44AD605D8A92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381000" y="5194655"/>
            <a:ext cx="990600" cy="533400"/>
          </a:xfrm>
          <a:custGeom>
            <a:avLst/>
            <a:gdLst>
              <a:gd name="T0" fmla="*/ 1572577500 w 624"/>
              <a:gd name="T1" fmla="*/ 538855227 h 528"/>
              <a:gd name="T2" fmla="*/ 0 w 624"/>
              <a:gd name="T3" fmla="*/ 538855227 h 528"/>
              <a:gd name="T4" fmla="*/ 0 w 624"/>
              <a:gd name="T5" fmla="*/ 0 h 528"/>
              <a:gd name="T6" fmla="*/ 483870000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E23E7599-12A6-4654-9B85-92DE4256E211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219200" y="5194655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5" name="Line 31">
            <a:extLst>
              <a:ext uri="{FF2B5EF4-FFF2-40B4-BE49-F238E27FC236}">
                <a16:creationId xmlns:a16="http://schemas.microsoft.com/office/drawing/2014/main" id="{30F066A3-4C9E-4BA0-BFBE-DD22F29431A4}"/>
              </a:ext>
            </a:extLst>
          </p:cNvPr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7010400" y="5347055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6" name="Freeform 32">
            <a:extLst>
              <a:ext uri="{FF2B5EF4-FFF2-40B4-BE49-F238E27FC236}">
                <a16:creationId xmlns:a16="http://schemas.microsoft.com/office/drawing/2014/main" id="{1D1A4E7B-E4CD-4DA8-BEA3-0697712D6587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7543800" y="4432655"/>
            <a:ext cx="1066800" cy="914400"/>
          </a:xfrm>
          <a:custGeom>
            <a:avLst/>
            <a:gdLst>
              <a:gd name="T0" fmla="*/ 1330642500 w 672"/>
              <a:gd name="T1" fmla="*/ 1451610000 h 576"/>
              <a:gd name="T2" fmla="*/ 1693545000 w 672"/>
              <a:gd name="T3" fmla="*/ 1451610000 h 576"/>
              <a:gd name="T4" fmla="*/ 1693545000 w 672"/>
              <a:gd name="T5" fmla="*/ 0 h 576"/>
              <a:gd name="T6" fmla="*/ 0 w 67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76"/>
              <a:gd name="T14" fmla="*/ 672 w 67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76">
                <a:moveTo>
                  <a:pt x="528" y="576"/>
                </a:moveTo>
                <a:lnTo>
                  <a:pt x="672" y="576"/>
                </a:lnTo>
                <a:lnTo>
                  <a:pt x="672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6D4A1B46-7C1F-4453-B869-F5316963EAE2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2743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F92A268A-F9E4-4D24-96AF-21AF90A2C57D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2895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A02EECF4-9623-41D2-9681-7B356B5E416F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30480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2FA67424-CC40-429F-A79D-C27A088C5D4C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32004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46C9CDAE-8827-4735-AE9F-F81BBDFBE0C1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33528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1063E599-FB8D-4C19-8BF3-1FAA2BED10DA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3505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6ECE778C-1E4D-4C4D-AB03-55E2B3D0CFB8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3657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40">
            <a:extLst>
              <a:ext uri="{FF2B5EF4-FFF2-40B4-BE49-F238E27FC236}">
                <a16:creationId xmlns:a16="http://schemas.microsoft.com/office/drawing/2014/main" id="{420FC47A-A407-47EB-9A47-5EB416FB6A0B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38100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DBBC6D23-8AB8-48D5-A6B1-8BDF51749387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39624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9BAFE4C1-33C3-483D-BFEF-C30C64FEE379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41148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B6210137-9F0A-4CA7-809A-F2461650B003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4267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44">
            <a:extLst>
              <a:ext uri="{FF2B5EF4-FFF2-40B4-BE49-F238E27FC236}">
                <a16:creationId xmlns:a16="http://schemas.microsoft.com/office/drawing/2014/main" id="{75246C2B-56E5-45EA-9EA3-4E7E80E9E7D1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4419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tangle 45">
            <a:extLst>
              <a:ext uri="{FF2B5EF4-FFF2-40B4-BE49-F238E27FC236}">
                <a16:creationId xmlns:a16="http://schemas.microsoft.com/office/drawing/2014/main" id="{9BCA1835-8521-4E93-8EB5-9FFB8DDD287B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45720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6">
            <a:extLst>
              <a:ext uri="{FF2B5EF4-FFF2-40B4-BE49-F238E27FC236}">
                <a16:creationId xmlns:a16="http://schemas.microsoft.com/office/drawing/2014/main" id="{FC485015-C3DA-4C85-9DAA-18E74881005F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47244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026A0ECA-7088-4724-8283-59848E69A069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48768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8AD3BA84-21F3-41A5-B935-598A930D04FC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029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3A4782AA-4053-454D-A96C-357A7347013C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181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50">
            <a:extLst>
              <a:ext uri="{FF2B5EF4-FFF2-40B4-BE49-F238E27FC236}">
                <a16:creationId xmlns:a16="http://schemas.microsoft.com/office/drawing/2014/main" id="{6BE4C4BB-3F01-4D79-A0DC-3141FB51C888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2743200" y="481365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insn buffer</a:t>
            </a:r>
          </a:p>
        </p:txBody>
      </p:sp>
      <p:sp>
        <p:nvSpPr>
          <p:cNvPr id="55" name="Freeform 51">
            <a:extLst>
              <a:ext uri="{FF2B5EF4-FFF2-40B4-BE49-F238E27FC236}">
                <a16:creationId xmlns:a16="http://schemas.microsoft.com/office/drawing/2014/main" id="{050329D5-E175-4BBE-9389-737BCD5424E9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 flipV="1">
            <a:off x="2362200" y="4889855"/>
            <a:ext cx="381000" cy="76200"/>
          </a:xfrm>
          <a:custGeom>
            <a:avLst/>
            <a:gdLst>
              <a:gd name="T0" fmla="*/ 0 w 528"/>
              <a:gd name="T1" fmla="*/ 8064500 h 720"/>
              <a:gd name="T2" fmla="*/ 74979790 w 528"/>
              <a:gd name="T3" fmla="*/ 8064500 h 720"/>
              <a:gd name="T4" fmla="*/ 74979790 w 528"/>
              <a:gd name="T5" fmla="*/ 0 h 720"/>
              <a:gd name="T6" fmla="*/ 274926136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6" name="Freeform 52">
            <a:extLst>
              <a:ext uri="{FF2B5EF4-FFF2-40B4-BE49-F238E27FC236}">
                <a16:creationId xmlns:a16="http://schemas.microsoft.com/office/drawing/2014/main" id="{3DE5D15E-D529-4FA8-9F1C-C2FB61300EF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5334000" y="4929543"/>
            <a:ext cx="885825" cy="112712"/>
          </a:xfrm>
          <a:custGeom>
            <a:avLst/>
            <a:gdLst>
              <a:gd name="T0" fmla="*/ 0 w 457"/>
              <a:gd name="T1" fmla="*/ 0 h 1"/>
              <a:gd name="T2" fmla="*/ 1717037047 w 457"/>
              <a:gd name="T3" fmla="*/ 0 h 1"/>
              <a:gd name="T4" fmla="*/ 0 60000 65536"/>
              <a:gd name="T5" fmla="*/ 0 60000 65536"/>
              <a:gd name="T6" fmla="*/ 0 w 457"/>
              <a:gd name="T7" fmla="*/ 0 h 1"/>
              <a:gd name="T8" fmla="*/ 457 w 45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7" h="1">
                <a:moveTo>
                  <a:pt x="0" y="0"/>
                </a:moveTo>
                <a:lnTo>
                  <a:pt x="457" y="0"/>
                </a:lnTo>
              </a:path>
            </a:pathLst>
          </a:custGeom>
          <a:noFill/>
          <a:ln w="28575">
            <a:solidFill>
              <a:srgbClr val="6B02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42955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Out-of-Order Execution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Insns</a:t>
            </a:r>
            <a:r>
              <a:rPr lang="en-US" altLang="en-US" sz="2800" dirty="0"/>
              <a:t> check </a:t>
            </a:r>
            <a:r>
              <a:rPr lang="en-US" altLang="en-US" sz="2800" i="1" dirty="0"/>
              <a:t>ready</a:t>
            </a:r>
            <a:r>
              <a:rPr lang="en-US" altLang="en-US" sz="2800" dirty="0"/>
              <a:t> bits of their operands every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Dynamically schedule </a:t>
            </a:r>
            <a:r>
              <a:rPr lang="en-US" altLang="en-US" sz="2400" dirty="0"/>
              <a:t>instructions out-of-order for execution while maintaining data dependences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Only look at register dependences (ignore mem)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57" name="Group 55">
            <a:extLst>
              <a:ext uri="{FF2B5EF4-FFF2-40B4-BE49-F238E27FC236}">
                <a16:creationId xmlns:a16="http://schemas.microsoft.com/office/drawing/2014/main" id="{E7204201-F773-4A73-B50F-73E7F5D1B39E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26359618"/>
              </p:ext>
            </p:extLst>
          </p:nvPr>
        </p:nvGraphicFramePr>
        <p:xfrm>
          <a:off x="3505200" y="3247049"/>
          <a:ext cx="2667000" cy="10972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add  $t4,$t3,$t2</a:t>
                      </a:r>
                    </a:p>
                  </a:txBody>
                  <a:tcPr marL="4572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sub  $t5,$t4,$t2</a:t>
                      </a:r>
                    </a:p>
                  </a:txBody>
                  <a:tcPr marL="4572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or   $t6,$t5,$t2</a:t>
                      </a:r>
                    </a:p>
                  </a:txBody>
                  <a:tcPr marL="4572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addi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 $t7,$t4,4</a:t>
                      </a:r>
                    </a:p>
                  </a:txBody>
                  <a:tcPr marL="4572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8" name="Group 70">
            <a:extLst>
              <a:ext uri="{FF2B5EF4-FFF2-40B4-BE49-F238E27FC236}">
                <a16:creationId xmlns:a16="http://schemas.microsoft.com/office/drawing/2014/main" id="{6628F55B-B75C-430A-8F11-4A5B639C9168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025475456"/>
              </p:ext>
            </p:extLst>
          </p:nvPr>
        </p:nvGraphicFramePr>
        <p:xfrm>
          <a:off x="1306483" y="4953000"/>
          <a:ext cx="2743200" cy="1533525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432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Tahoma" pitchFamily="31" charset="0"/>
                          <a:ea typeface="ＭＳ Ｐゴシック" pitchFamily="31" charset="-128"/>
                        </a:rPr>
                        <a:t>Ready Table</a:t>
                      </a:r>
                    </a:p>
                  </a:txBody>
                  <a:tcPr marL="4572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$t2</a:t>
                      </a:r>
                    </a:p>
                  </a:txBody>
                  <a:tcPr marL="4572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$t3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$t4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$t5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$t6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$t7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909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909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909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909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30305"/>
                        </a:solidFill>
                        <a:effectLst/>
                        <a:latin typeface="Courier New" pitchFamily="31" charset="0"/>
                        <a:ea typeface="ＭＳ Ｐゴシック" pitchFamily="31" charset="-128"/>
                      </a:endParaRP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3030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Courier New" pitchFamily="31" charset="0"/>
                          <a:ea typeface="ＭＳ Ｐゴシック" pitchFamily="31" charset="-128"/>
                        </a:rPr>
                        <a:t>Yes</a:t>
                      </a:r>
                    </a:p>
                  </a:txBody>
                  <a:tcPr marL="4572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9" name="Rectangle 118">
            <a:extLst>
              <a:ext uri="{FF2B5EF4-FFF2-40B4-BE49-F238E27FC236}">
                <a16:creationId xmlns:a16="http://schemas.microsoft.com/office/drawing/2014/main" id="{8474BD25-C683-4289-9FBA-97CDBB26242C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755335" y="5736819"/>
            <a:ext cx="21717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0" bIns="0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addi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FF0909"/>
                </a:solidFill>
                <a:latin typeface="Courier New" panose="02070309020205020404" pitchFamily="49" charset="0"/>
              </a:rPr>
              <a:t>$t7</a:t>
            </a:r>
            <a:r>
              <a:rPr lang="en-US" altLang="en-US" sz="1800" b="1" dirty="0">
                <a:latin typeface="Courier New" panose="02070309020205020404" pitchFamily="49" charset="0"/>
              </a:rPr>
              <a:t>,$t4,4</a:t>
            </a:r>
          </a:p>
        </p:txBody>
      </p:sp>
      <p:sp>
        <p:nvSpPr>
          <p:cNvPr id="60" name="Rectangle 119">
            <a:extLst>
              <a:ext uri="{FF2B5EF4-FFF2-40B4-BE49-F238E27FC236}">
                <a16:creationId xmlns:a16="http://schemas.microsoft.com/office/drawing/2014/main" id="{D5EC679E-354A-47A0-A0EA-3E1C100F756D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039579" y="6017594"/>
            <a:ext cx="2171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0" bIns="0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or  </a:t>
            </a:r>
            <a:r>
              <a:rPr lang="en-US" altLang="en-US" sz="1800" b="1" dirty="0">
                <a:solidFill>
                  <a:srgbClr val="FF0909"/>
                </a:solidFill>
                <a:latin typeface="Courier New" panose="02070309020205020404" pitchFamily="49" charset="0"/>
              </a:rPr>
              <a:t>$t6</a:t>
            </a:r>
            <a:r>
              <a:rPr lang="en-US" altLang="en-US" sz="1800" b="1" dirty="0">
                <a:latin typeface="Courier New" panose="02070309020205020404" pitchFamily="49" charset="0"/>
              </a:rPr>
              <a:t>,$t5,$t2</a:t>
            </a:r>
          </a:p>
        </p:txBody>
      </p:sp>
      <p:sp>
        <p:nvSpPr>
          <p:cNvPr id="61" name="Rectangle 120">
            <a:extLst>
              <a:ext uri="{FF2B5EF4-FFF2-40B4-BE49-F238E27FC236}">
                <a16:creationId xmlns:a16="http://schemas.microsoft.com/office/drawing/2014/main" id="{9B997569-752C-41A4-B13D-269917BF3ACF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39579" y="5742956"/>
            <a:ext cx="21717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0" bIns="0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sub </a:t>
            </a:r>
            <a:r>
              <a:rPr lang="en-US" altLang="en-US" sz="1800" b="1" dirty="0">
                <a:solidFill>
                  <a:srgbClr val="FF0909"/>
                </a:solidFill>
                <a:latin typeface="Courier New" panose="02070309020205020404" pitchFamily="49" charset="0"/>
              </a:rPr>
              <a:t>$t5</a:t>
            </a:r>
            <a:r>
              <a:rPr lang="en-US" altLang="en-US" sz="1800" b="1" dirty="0">
                <a:latin typeface="Courier New" panose="02070309020205020404" pitchFamily="49" charset="0"/>
              </a:rPr>
              <a:t>,$t4,$t2</a:t>
            </a:r>
          </a:p>
        </p:txBody>
      </p:sp>
      <p:sp>
        <p:nvSpPr>
          <p:cNvPr id="62" name="Rectangle 121">
            <a:extLst>
              <a:ext uri="{FF2B5EF4-FFF2-40B4-BE49-F238E27FC236}">
                <a16:creationId xmlns:a16="http://schemas.microsoft.com/office/drawing/2014/main" id="{9AE66E66-19F3-45F3-A2AD-6D9405F4C725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39579" y="5468319"/>
            <a:ext cx="2171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0" bIns="0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add </a:t>
            </a:r>
            <a:r>
              <a:rPr lang="en-US" altLang="en-US" sz="1800" b="1" dirty="0">
                <a:solidFill>
                  <a:srgbClr val="FF0909"/>
                </a:solidFill>
                <a:latin typeface="Courier New" panose="02070309020205020404" pitchFamily="49" charset="0"/>
              </a:rPr>
              <a:t>$t4</a:t>
            </a:r>
            <a:r>
              <a:rPr lang="en-US" altLang="en-US" sz="1800" b="1" dirty="0">
                <a:latin typeface="Courier New" panose="02070309020205020404" pitchFamily="49" charset="0"/>
              </a:rPr>
              <a:t>,$t3,$t2</a:t>
            </a:r>
          </a:p>
        </p:txBody>
      </p:sp>
      <p:sp>
        <p:nvSpPr>
          <p:cNvPr id="63" name="Line 123">
            <a:extLst>
              <a:ext uri="{FF2B5EF4-FFF2-40B4-BE49-F238E27FC236}">
                <a16:creationId xmlns:a16="http://schemas.microsoft.com/office/drawing/2014/main" id="{8D5DFA06-4002-4AD1-ABD0-5AA447A6B5A8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516079" y="5565156"/>
            <a:ext cx="0" cy="2746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0" rIns="0" bIns="0"/>
          <a:lstStyle/>
          <a:p>
            <a:endParaRPr lang="en-US"/>
          </a:p>
        </p:txBody>
      </p:sp>
      <p:sp>
        <p:nvSpPr>
          <p:cNvPr id="64" name="Line 124">
            <a:extLst>
              <a:ext uri="{FF2B5EF4-FFF2-40B4-BE49-F238E27FC236}">
                <a16:creationId xmlns:a16="http://schemas.microsoft.com/office/drawing/2014/main" id="{E3D63C75-BD60-4B3E-941A-609022C5B946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6516079" y="5839794"/>
            <a:ext cx="0" cy="2746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0" rIns="0" bIns="0"/>
          <a:lstStyle/>
          <a:p>
            <a:endParaRPr lang="en-US"/>
          </a:p>
        </p:txBody>
      </p:sp>
      <p:sp>
        <p:nvSpPr>
          <p:cNvPr id="65" name="Line 125">
            <a:extLst>
              <a:ext uri="{FF2B5EF4-FFF2-40B4-BE49-F238E27FC236}">
                <a16:creationId xmlns:a16="http://schemas.microsoft.com/office/drawing/2014/main" id="{9D8DE4A0-7D9E-4FDE-B9B5-AD2CB096CD41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516079" y="6114431"/>
            <a:ext cx="0" cy="2746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0" rIns="0" bIns="0"/>
          <a:lstStyle/>
          <a:p>
            <a:endParaRPr lang="en-US"/>
          </a:p>
        </p:txBody>
      </p:sp>
      <p:sp>
        <p:nvSpPr>
          <p:cNvPr id="66" name="Line 128">
            <a:extLst>
              <a:ext uri="{FF2B5EF4-FFF2-40B4-BE49-F238E27FC236}">
                <a16:creationId xmlns:a16="http://schemas.microsoft.com/office/drawing/2014/main" id="{8517EA3B-DA63-4204-957C-778A0E829F13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4344379" y="5565156"/>
            <a:ext cx="0" cy="2746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0" rIns="0" bIns="0"/>
          <a:lstStyle/>
          <a:p>
            <a:endParaRPr lang="en-US"/>
          </a:p>
        </p:txBody>
      </p:sp>
      <p:sp>
        <p:nvSpPr>
          <p:cNvPr id="67" name="Line 129">
            <a:extLst>
              <a:ext uri="{FF2B5EF4-FFF2-40B4-BE49-F238E27FC236}">
                <a16:creationId xmlns:a16="http://schemas.microsoft.com/office/drawing/2014/main" id="{5AA1211D-69F5-4C8D-9AC1-9532650465D4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344379" y="5839794"/>
            <a:ext cx="0" cy="2746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0" rIns="0" bIns="0"/>
          <a:lstStyle/>
          <a:p>
            <a:endParaRPr lang="en-US"/>
          </a:p>
        </p:txBody>
      </p:sp>
      <p:sp>
        <p:nvSpPr>
          <p:cNvPr id="68" name="Line 130">
            <a:extLst>
              <a:ext uri="{FF2B5EF4-FFF2-40B4-BE49-F238E27FC236}">
                <a16:creationId xmlns:a16="http://schemas.microsoft.com/office/drawing/2014/main" id="{7440A506-9CBC-4390-8539-2F88680615B4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344379" y="6114431"/>
            <a:ext cx="0" cy="2746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0" rIns="0" bIns="0"/>
          <a:lstStyle/>
          <a:p>
            <a:endParaRPr lang="en-US"/>
          </a:p>
        </p:txBody>
      </p:sp>
      <p:sp>
        <p:nvSpPr>
          <p:cNvPr id="69" name="Text Box 132">
            <a:extLst>
              <a:ext uri="{FF2B5EF4-FFF2-40B4-BE49-F238E27FC236}">
                <a16:creationId xmlns:a16="http://schemas.microsoft.com/office/drawing/2014/main" id="{344CC5A7-E8A8-4331-B3FC-FF40A992D4F6}"/>
              </a:ext>
            </a:extLst>
          </p:cNvPr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172200" y="5686871"/>
            <a:ext cx="59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endParaRPr lang="en-US" altLang="en-US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cxnSp>
        <p:nvCxnSpPr>
          <p:cNvPr id="70" name="Straight Connector 144">
            <a:extLst>
              <a:ext uri="{FF2B5EF4-FFF2-40B4-BE49-F238E27FC236}">
                <a16:creationId xmlns:a16="http://schemas.microsoft.com/office/drawing/2014/main" id="{A4CFC5E7-4039-4762-993E-DC43F0EC369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72908" y="5817044"/>
            <a:ext cx="8382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TextBox 145">
            <a:extLst>
              <a:ext uri="{FF2B5EF4-FFF2-40B4-BE49-F238E27FC236}">
                <a16:creationId xmlns:a16="http://schemas.microsoft.com/office/drawing/2014/main" id="{326E8856-D7C0-4FFD-9D83-A5FA7FAAAB8E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09600" y="5633965"/>
            <a:ext cx="6206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5CCCC662-E885-4669-B292-8E71A1C51AF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 rot="5400000">
            <a:off x="4389426" y="4455584"/>
            <a:ext cx="365148" cy="385154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80370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Out-of-Order Execution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Instruction scheduling: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Goal: rearrange instructions to enable rapid issue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b="1" dirty="0"/>
              <a:t>Issue</a:t>
            </a:r>
            <a:r>
              <a:rPr lang="en-US" altLang="en-US" sz="2400" dirty="0"/>
              <a:t>: time at which instructions execute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b="1" dirty="0"/>
              <a:t>Schedule</a:t>
            </a:r>
            <a:r>
              <a:rPr lang="en-US" altLang="en-US" sz="2400" dirty="0"/>
              <a:t>: order in which instructions execute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Requires knowledge of pipeline and program dependences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Requires large scheduling scope full of independent instructions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Static scheduling</a:t>
            </a:r>
            <a:r>
              <a:rPr lang="en-US" altLang="en-US" sz="2800" dirty="0"/>
              <a:t>: compiler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Dynamic scheduling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OoO</a:t>
            </a:r>
            <a:r>
              <a:rPr lang="en-US" altLang="en-US" sz="2800" dirty="0"/>
              <a:t> hardware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458745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Scoreboard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447800"/>
            <a:ext cx="8610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/>
              <a:t>Scoreboard: </a:t>
            </a:r>
            <a:r>
              <a:rPr lang="en-US" altLang="en-US" sz="2800" dirty="0"/>
              <a:t>allow instructions to bypass each other with two new stages: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Dispatch (Di): </a:t>
            </a:r>
            <a:r>
              <a:rPr lang="en-US" altLang="en-US" sz="2400" i="1" dirty="0"/>
              <a:t>in-order</a:t>
            </a:r>
            <a:r>
              <a:rPr lang="en-US" altLang="en-US" sz="2400" dirty="0"/>
              <a:t> stage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Allocate slot in scoreboard (i.e., instruction buffer)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i="1" dirty="0"/>
              <a:t>Stall</a:t>
            </a:r>
            <a:r>
              <a:rPr lang="en-US" altLang="en-US" sz="2000" dirty="0"/>
              <a:t> propagates to all younger instructions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Issue (S): </a:t>
            </a:r>
            <a:r>
              <a:rPr lang="en-US" altLang="en-US" sz="2400" i="1" dirty="0"/>
              <a:t>out-of-order</a:t>
            </a:r>
            <a:r>
              <a:rPr lang="en-US" altLang="en-US" sz="2400" dirty="0"/>
              <a:t> stage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Select instruction from scoreboard to execute when operands ready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i="1" dirty="0"/>
              <a:t>Wait</a:t>
            </a:r>
            <a:r>
              <a:rPr lang="en-US" altLang="en-US" sz="2000" dirty="0"/>
              <a:t> doesn’t propagate to all younger instructions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04C82B-59A9-4A04-81EF-80FDA360C62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62400" y="5516561"/>
            <a:ext cx="34290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CDF9F4F-EB03-4E2B-B875-85E9EBCB76C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05000" y="5516561"/>
            <a:ext cx="18288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80C8B-2ED8-4522-B8B7-D6E773D7FA06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181600" y="5135561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6A2E14A-5A54-4A47-B355-90C22750DA7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257800" y="5821361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748A3-462B-4FBF-BC21-372675C285A4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91200" y="5516561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F654B553-6BF1-4B28-A6F8-2FA3E2AE3724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477000" y="61261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5CBDE5A2-920B-400C-ABF0-854EA22A25FC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63547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BF86FE-CE8C-4317-B825-154082F915AC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800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DE0642-F0A8-4BFD-8ECF-6D8AF7F2655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324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0C280B6A-FE1F-4890-AB47-36003B86B4B5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096000" y="6126161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AB36D410-6381-4C83-B0DF-34A369A043BF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953000" y="59737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19715D9-0A3F-4710-A4C5-6828B58F43CB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953000" y="62785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A60F04E-81F4-42A6-9891-47E66223FB55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5029200" y="5668961"/>
            <a:ext cx="7620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96D84710-6C64-4D65-A1F9-C06F5CBA20BD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5400000">
            <a:off x="6667500" y="6164261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7600E40E-4F17-4BCF-8E17-0876B6EB9D63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 flipV="1">
            <a:off x="5638800" y="6126161"/>
            <a:ext cx="685800" cy="228600"/>
          </a:xfrm>
          <a:custGeom>
            <a:avLst/>
            <a:gdLst>
              <a:gd name="T0" fmla="*/ 0 w 192"/>
              <a:gd name="T1" fmla="*/ 90725625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938CCF4-5EDF-4236-A739-D6CDBA7648E6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4572000" y="5364161"/>
            <a:ext cx="609600" cy="609600"/>
          </a:xfrm>
          <a:custGeom>
            <a:avLst/>
            <a:gdLst>
              <a:gd name="T0" fmla="*/ 967740000 w 384"/>
              <a:gd name="T1" fmla="*/ 0 h 432"/>
              <a:gd name="T2" fmla="*/ 0 w 384"/>
              <a:gd name="T3" fmla="*/ 0 h 432"/>
              <a:gd name="T4" fmla="*/ 0 w 384"/>
              <a:gd name="T5" fmla="*/ 860213333 h 432"/>
              <a:gd name="T6" fmla="*/ 362902500 w 384"/>
              <a:gd name="T7" fmla="*/ 860213333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E480BA0-96FC-40C1-B1A2-6254EA3E6BE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4419600" y="5211761"/>
            <a:ext cx="762000" cy="1066800"/>
          </a:xfrm>
          <a:custGeom>
            <a:avLst/>
            <a:gdLst>
              <a:gd name="T0" fmla="*/ 1209675000 w 480"/>
              <a:gd name="T1" fmla="*/ 0 h 768"/>
              <a:gd name="T2" fmla="*/ 0 w 480"/>
              <a:gd name="T3" fmla="*/ 0 h 768"/>
              <a:gd name="T4" fmla="*/ 0 w 480"/>
              <a:gd name="T5" fmla="*/ 1481851875 h 768"/>
              <a:gd name="T6" fmla="*/ 604837500 w 480"/>
              <a:gd name="T7" fmla="*/ 1481851875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F8B288-3773-49C1-9E18-883F904EF87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752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5C8FD1-C5A0-4724-BB91-DE2338961D51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286000" y="5516561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4EDE9A62-972E-4CD3-97E3-8B89971862A9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1905000" y="5973761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A34AA17-DBC7-416F-9E6F-111158DD9AB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2057400" y="5745161"/>
            <a:ext cx="2286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A933991-2A1C-4271-A969-D8B265B6DCDD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5400000">
            <a:off x="2362200" y="6507161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4490A3B3-35AF-4D3B-9FE7-8884FB91A85A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2590800" y="5668961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86C137-3D78-4A6D-BC16-88667D864C9F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276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8F803EAA-1EE1-4EEB-8610-A1B66AEAF061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 flipV="1">
            <a:off x="2057400" y="6049961"/>
            <a:ext cx="228600" cy="152400"/>
          </a:xfrm>
          <a:custGeom>
            <a:avLst/>
            <a:gdLst>
              <a:gd name="T0" fmla="*/ 0 w 192"/>
              <a:gd name="T1" fmla="*/ 403225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3331F8D1-2256-4365-94C9-32A53BB221A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2590800" y="6202361"/>
            <a:ext cx="304800" cy="304800"/>
          </a:xfrm>
          <a:custGeom>
            <a:avLst/>
            <a:gdLst>
              <a:gd name="T0" fmla="*/ 0 w 192"/>
              <a:gd name="T1" fmla="*/ 0 h 240"/>
              <a:gd name="T2" fmla="*/ 483870000 w 192"/>
              <a:gd name="T3" fmla="*/ 0 h 240"/>
              <a:gd name="T4" fmla="*/ 483870000 w 192"/>
              <a:gd name="T5" fmla="*/ 387096000 h 240"/>
              <a:gd name="T6" fmla="*/ 0 w 192"/>
              <a:gd name="T7" fmla="*/ 38709600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CC3C5490-89E3-45B9-AC6D-95BA522466AE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2590800" y="6126161"/>
            <a:ext cx="30480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493950625 h 576"/>
              <a:gd name="T4" fmla="*/ 0 w 2160"/>
              <a:gd name="T5" fmla="*/ 493950625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8FAD400-4623-4832-801C-E8BC0162BC63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447800" y="5973761"/>
            <a:ext cx="990600" cy="609600"/>
          </a:xfrm>
          <a:custGeom>
            <a:avLst/>
            <a:gdLst>
              <a:gd name="T0" fmla="*/ 1572577500 w 624"/>
              <a:gd name="T1" fmla="*/ 703810909 h 528"/>
              <a:gd name="T2" fmla="*/ 0 w 624"/>
              <a:gd name="T3" fmla="*/ 703810909 h 528"/>
              <a:gd name="T4" fmla="*/ 0 w 624"/>
              <a:gd name="T5" fmla="*/ 0 h 528"/>
              <a:gd name="T6" fmla="*/ 483870000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111264-06C1-4482-998A-D376195AD377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286000" y="5973761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DAD1C302-84DE-44F4-B171-59633E9B9CF2}"/>
              </a:ext>
            </a:extLst>
          </p:cNvPr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5562600" y="6126161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726BC31E-95A4-43D9-A3D0-3009F640967D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6096000" y="5211761"/>
            <a:ext cx="1066800" cy="914400"/>
          </a:xfrm>
          <a:custGeom>
            <a:avLst/>
            <a:gdLst>
              <a:gd name="T0" fmla="*/ 1330642500 w 672"/>
              <a:gd name="T1" fmla="*/ 1451610000 h 576"/>
              <a:gd name="T2" fmla="*/ 1693545000 w 672"/>
              <a:gd name="T3" fmla="*/ 1451610000 h 576"/>
              <a:gd name="T4" fmla="*/ 1693545000 w 672"/>
              <a:gd name="T5" fmla="*/ 0 h 576"/>
              <a:gd name="T6" fmla="*/ 0 w 67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76"/>
              <a:gd name="T14" fmla="*/ 672 w 67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76">
                <a:moveTo>
                  <a:pt x="528" y="576"/>
                </a:moveTo>
                <a:lnTo>
                  <a:pt x="672" y="576"/>
                </a:lnTo>
                <a:lnTo>
                  <a:pt x="672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AEE3F8-1A23-4B81-8416-3E3FEC0B7C2E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4267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0FC2E3-2A68-46E8-BF66-1D3A2ACAB170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419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B0205-A767-4B95-AD42-92A43B43DE90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4572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DBF09B-8A32-49C4-8C1F-9ACCF4D3ECD1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47244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68D822-23C5-4690-896C-1755515310AB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8768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0551EB-691B-436F-9928-AF0A65CC6E1F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029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F05E41-8B5F-4831-8F3F-66201A72327E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181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DCED76-CD67-432C-8188-B4AFBE2190E2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334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DA7A98-566F-4BE4-9CCE-4B5EBCE7BD2D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4864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F5B5E1-9AFE-4B24-A16C-4C6112469BA4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6388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45202A-1FFC-49E9-8E8D-19924ED81773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791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E97C02-5DE8-4A19-B61D-9B4ABD0CF357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943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852A3D-537C-4A32-9D7A-23F8B9EEBCF3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6096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79449E-70D0-46A2-8AA0-7F06DBE672CD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62484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40DC93-24EA-4EAC-ABB4-7FCE6637A52A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4008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6DEE05-D83E-43CA-8467-17742A8E8177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6553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653320-EAA1-4183-8961-E6343FFA5672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6705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9C53F3-E269-4F5D-92E4-CF04AE51A3A8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858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58D561-92D4-44F6-B09B-E51295087FDF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4267200" y="4297361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scoreboard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FA1EEED0-B1CA-4181-9DF6-356824DE9C6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3429000" y="4525961"/>
            <a:ext cx="838200" cy="1143000"/>
          </a:xfrm>
          <a:custGeom>
            <a:avLst/>
            <a:gdLst>
              <a:gd name="T0" fmla="*/ 0 w 528"/>
              <a:gd name="T1" fmla="*/ 1814512500 h 720"/>
              <a:gd name="T2" fmla="*/ 362902500 w 528"/>
              <a:gd name="T3" fmla="*/ 1814512500 h 720"/>
              <a:gd name="T4" fmla="*/ 362902500 w 528"/>
              <a:gd name="T5" fmla="*/ 0 h 720"/>
              <a:gd name="T6" fmla="*/ 1330642500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DDB32F0B-E0E8-4428-BC70-71B79A2E958D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038600" y="4754561"/>
            <a:ext cx="1828800" cy="914400"/>
          </a:xfrm>
          <a:custGeom>
            <a:avLst/>
            <a:gdLst>
              <a:gd name="T0" fmla="*/ 2147483646 w 1152"/>
              <a:gd name="T1" fmla="*/ 0 h 576"/>
              <a:gd name="T2" fmla="*/ 2147483646 w 1152"/>
              <a:gd name="T3" fmla="*/ 362902500 h 576"/>
              <a:gd name="T4" fmla="*/ 0 w 1152"/>
              <a:gd name="T5" fmla="*/ 362902500 h 576"/>
              <a:gd name="T6" fmla="*/ 0 w 1152"/>
              <a:gd name="T7" fmla="*/ 1451610000 h 576"/>
              <a:gd name="T8" fmla="*/ 1209675000 w 1152"/>
              <a:gd name="T9" fmla="*/ 1451610000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576"/>
              <a:gd name="T17" fmla="*/ 1152 w 1152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576">
                <a:moveTo>
                  <a:pt x="1152" y="0"/>
                </a:moveTo>
                <a:lnTo>
                  <a:pt x="1152" y="144"/>
                </a:lnTo>
                <a:lnTo>
                  <a:pt x="0" y="144"/>
                </a:lnTo>
                <a:lnTo>
                  <a:pt x="0" y="576"/>
                </a:lnTo>
                <a:lnTo>
                  <a:pt x="480" y="576"/>
                </a:lnTo>
              </a:path>
            </a:pathLst>
          </a:custGeom>
          <a:noFill/>
          <a:ln w="28575">
            <a:solidFill>
              <a:srgbClr val="6B02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Text Box 56">
            <a:extLst>
              <a:ext uri="{FF2B5EF4-FFF2-40B4-BE49-F238E27FC236}">
                <a16:creationId xmlns:a16="http://schemas.microsoft.com/office/drawing/2014/main" id="{D7D30471-C4B4-417F-B7D0-2EBFF824BB7B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3886200" y="6140449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6B02FF"/>
                </a:solidFill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58" name="Text Box 57">
            <a:extLst>
              <a:ext uri="{FF2B5EF4-FFF2-40B4-BE49-F238E27FC236}">
                <a16:creationId xmlns:a16="http://schemas.microsoft.com/office/drawing/2014/main" id="{F3A1E052-506F-43E4-B9B8-6CA414A0ADA3}"/>
              </a:ext>
            </a:extLst>
          </p:cNvPr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3352800" y="6140449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FF0909"/>
                </a:solidFill>
                <a:latin typeface="Arial" panose="020B0604020202020204" pitchFamily="34" charset="0"/>
              </a:rPr>
              <a:t>Di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786004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Scoreboard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61B0CE7-7570-4C86-8F24-3584F40C0F7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19400" y="2667000"/>
            <a:ext cx="34290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194ACDA-A074-4E98-A766-C1991197C5A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2000" y="2667000"/>
            <a:ext cx="18288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0E1BA27A-1FCB-41E5-A79D-794BC2041A5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38600" y="2286000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D4F29B2-EB65-4F44-9B04-71CC4D606375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114800" y="2971800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3B7C065-4149-49E4-B865-CCAADF9CEB19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48200" y="2667000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DC944A8D-883D-48DB-8A05-87FD8DD50E07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5334000" y="3276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F6B15068-1ECE-4EB4-BE03-4D4CF7D85E9E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5334000" y="35052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6776DEA-7442-4E0A-ADBA-5495582A584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181600" y="26670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A2AFF709-2D23-41A3-9EFE-EA0C0D5BC96D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953000" y="32766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2B341131-8ECA-4B80-9DF8-2FC1CC45B3BD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3810000" y="31242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8BA82089-8AA5-4D95-8C63-52E6C651C15D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3810000" y="34290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69889D30-41E2-4DCC-AACA-581106FFC3F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3886200" y="2819400"/>
            <a:ext cx="7620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8849EE30-8E07-4615-BB5D-24FFBEEDAE5B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 rot="5400000">
            <a:off x="5524500" y="3314700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4E39C789-1342-4353-B8B5-8F1B2962045F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 flipV="1">
            <a:off x="4495800" y="3276600"/>
            <a:ext cx="685800" cy="228600"/>
          </a:xfrm>
          <a:custGeom>
            <a:avLst/>
            <a:gdLst>
              <a:gd name="T0" fmla="*/ 0 w 192"/>
              <a:gd name="T1" fmla="*/ 90725625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9E0EC502-39DA-4976-A7CE-93A6916B02B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429000" y="2514600"/>
            <a:ext cx="609600" cy="609600"/>
          </a:xfrm>
          <a:custGeom>
            <a:avLst/>
            <a:gdLst>
              <a:gd name="T0" fmla="*/ 967740000 w 384"/>
              <a:gd name="T1" fmla="*/ 0 h 432"/>
              <a:gd name="T2" fmla="*/ 0 w 384"/>
              <a:gd name="T3" fmla="*/ 0 h 432"/>
              <a:gd name="T4" fmla="*/ 0 w 384"/>
              <a:gd name="T5" fmla="*/ 860213333 h 432"/>
              <a:gd name="T6" fmla="*/ 362902500 w 384"/>
              <a:gd name="T7" fmla="*/ 860213333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7040BD76-93B6-45D2-A57C-40702D84A8E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276600" y="2362200"/>
            <a:ext cx="762000" cy="1066800"/>
          </a:xfrm>
          <a:custGeom>
            <a:avLst/>
            <a:gdLst>
              <a:gd name="T0" fmla="*/ 1209675000 w 480"/>
              <a:gd name="T1" fmla="*/ 0 h 768"/>
              <a:gd name="T2" fmla="*/ 0 w 480"/>
              <a:gd name="T3" fmla="*/ 0 h 768"/>
              <a:gd name="T4" fmla="*/ 0 w 480"/>
              <a:gd name="T5" fmla="*/ 1481851875 h 768"/>
              <a:gd name="T6" fmla="*/ 604837500 w 480"/>
              <a:gd name="T7" fmla="*/ 1481851875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61FF2581-A92D-4DD1-B90F-5EB31335299C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09600" y="26670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D3E45168-559D-4EF5-A4B0-BC7FA8BF89B2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1143000" y="2667000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C15E3DE5-DA7E-4ED7-B79A-8B6807726FC1}"/>
              </a:ext>
            </a:extLst>
          </p:cNvPr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762000" y="3124200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3015A2E3-252C-438D-827E-EF77694CF9FC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914400" y="2895600"/>
            <a:ext cx="2286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7" name="AutoShape 23">
            <a:extLst>
              <a:ext uri="{FF2B5EF4-FFF2-40B4-BE49-F238E27FC236}">
                <a16:creationId xmlns:a16="http://schemas.microsoft.com/office/drawing/2014/main" id="{6615D68F-C672-471A-A84B-46D2886A83F8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 rot="5400000">
            <a:off x="1219200" y="3657600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2F9DC9D2-6401-492C-850A-6A907B256705}"/>
              </a:ext>
            </a:extLst>
          </p:cNvPr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>
            <a:off x="1447800" y="28194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19CA59EB-38B3-4232-8BD7-84A3EEAB76F1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2133600" y="2667000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2F7FEC7A-1561-47B9-8161-FFC6F77D28B4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 flipV="1">
            <a:off x="914400" y="3200400"/>
            <a:ext cx="228600" cy="152400"/>
          </a:xfrm>
          <a:custGeom>
            <a:avLst/>
            <a:gdLst>
              <a:gd name="T0" fmla="*/ 0 w 192"/>
              <a:gd name="T1" fmla="*/ 403225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40DDF141-FBE0-40F8-9DB2-763CD4BA9380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1447800" y="3352800"/>
            <a:ext cx="304800" cy="304800"/>
          </a:xfrm>
          <a:custGeom>
            <a:avLst/>
            <a:gdLst>
              <a:gd name="T0" fmla="*/ 0 w 192"/>
              <a:gd name="T1" fmla="*/ 0 h 240"/>
              <a:gd name="T2" fmla="*/ 483870000 w 192"/>
              <a:gd name="T3" fmla="*/ 0 h 240"/>
              <a:gd name="T4" fmla="*/ 483870000 w 192"/>
              <a:gd name="T5" fmla="*/ 387096000 h 240"/>
              <a:gd name="T6" fmla="*/ 0 w 192"/>
              <a:gd name="T7" fmla="*/ 38709600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1D8E1CE8-8414-4D8F-8150-76A5D166FE2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1447800" y="3276600"/>
            <a:ext cx="30480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493950625 h 576"/>
              <a:gd name="T4" fmla="*/ 0 w 2160"/>
              <a:gd name="T5" fmla="*/ 493950625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BC0C1D9C-C1CB-4A8F-B152-BE5E1AA4897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304800" y="3124200"/>
            <a:ext cx="990600" cy="762000"/>
          </a:xfrm>
          <a:custGeom>
            <a:avLst/>
            <a:gdLst>
              <a:gd name="T0" fmla="*/ 1572577500 w 624"/>
              <a:gd name="T1" fmla="*/ 1099704545 h 528"/>
              <a:gd name="T2" fmla="*/ 0 w 624"/>
              <a:gd name="T3" fmla="*/ 1099704545 h 528"/>
              <a:gd name="T4" fmla="*/ 0 w 624"/>
              <a:gd name="T5" fmla="*/ 0 h 528"/>
              <a:gd name="T6" fmla="*/ 483870000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03C66837-F70B-4325-9214-E782D8EA5A39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143000" y="3124200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5" name="Line 31">
            <a:extLst>
              <a:ext uri="{FF2B5EF4-FFF2-40B4-BE49-F238E27FC236}">
                <a16:creationId xmlns:a16="http://schemas.microsoft.com/office/drawing/2014/main" id="{F6CA7953-625E-446B-9986-880B62821573}"/>
              </a:ext>
            </a:extLst>
          </p:cNvPr>
          <p:cNvSpPr>
            <a:spLocks noChangeShapeType="1"/>
          </p:cNvSpPr>
          <p:nvPr>
            <p:custDataLst>
              <p:tags r:id="rId32"/>
            </p:custDataLst>
          </p:nvPr>
        </p:nvSpPr>
        <p:spPr bwMode="auto">
          <a:xfrm>
            <a:off x="4419600" y="3276600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6" name="Freeform 32">
            <a:extLst>
              <a:ext uri="{FF2B5EF4-FFF2-40B4-BE49-F238E27FC236}">
                <a16:creationId xmlns:a16="http://schemas.microsoft.com/office/drawing/2014/main" id="{B932F750-580D-4174-B36D-B7BE812502A2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4953000" y="2362200"/>
            <a:ext cx="1066800" cy="914400"/>
          </a:xfrm>
          <a:custGeom>
            <a:avLst/>
            <a:gdLst>
              <a:gd name="T0" fmla="*/ 1330642500 w 672"/>
              <a:gd name="T1" fmla="*/ 1451610000 h 576"/>
              <a:gd name="T2" fmla="*/ 1693545000 w 672"/>
              <a:gd name="T3" fmla="*/ 1451610000 h 576"/>
              <a:gd name="T4" fmla="*/ 1693545000 w 672"/>
              <a:gd name="T5" fmla="*/ 0 h 576"/>
              <a:gd name="T6" fmla="*/ 0 w 67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76"/>
              <a:gd name="T14" fmla="*/ 672 w 67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76">
                <a:moveTo>
                  <a:pt x="528" y="576"/>
                </a:moveTo>
                <a:lnTo>
                  <a:pt x="672" y="576"/>
                </a:lnTo>
                <a:lnTo>
                  <a:pt x="672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98541782-A99F-43AD-AA2F-BED0EC1244ED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31242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C214DB7D-9E98-4D8E-9D9C-971EFBC04CFC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32766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272D4402-2024-4CD1-B539-4EC9EA9C43D4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34290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3D6B4B32-9CF2-4A28-B93F-CB68B82BE93C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35814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35809291-E279-4191-B9C4-BD102B346ECD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37338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DBEF3769-88E8-44A9-8A19-127D1A037859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38862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B11C7582-BC9B-4240-801C-E4C6A200281C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0386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40">
            <a:extLst>
              <a:ext uri="{FF2B5EF4-FFF2-40B4-BE49-F238E27FC236}">
                <a16:creationId xmlns:a16="http://schemas.microsoft.com/office/drawing/2014/main" id="{E83336FC-4FE7-400A-AC4A-AC8EE2F2F856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41910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89BDF7EA-196C-4731-B41A-AAB516E34603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3434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90D938AF-C253-4C18-BADE-B43FB5AB872F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44958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10DB9BCF-238F-4E7D-9289-74F55FF4E3EF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46482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44">
            <a:extLst>
              <a:ext uri="{FF2B5EF4-FFF2-40B4-BE49-F238E27FC236}">
                <a16:creationId xmlns:a16="http://schemas.microsoft.com/office/drawing/2014/main" id="{1F3CB710-2A4C-473A-9990-176199F8B61D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48006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tangle 45">
            <a:extLst>
              <a:ext uri="{FF2B5EF4-FFF2-40B4-BE49-F238E27FC236}">
                <a16:creationId xmlns:a16="http://schemas.microsoft.com/office/drawing/2014/main" id="{F8BE3CB0-074E-404B-9C1C-B58C1B1AB3D2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49530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6">
            <a:extLst>
              <a:ext uri="{FF2B5EF4-FFF2-40B4-BE49-F238E27FC236}">
                <a16:creationId xmlns:a16="http://schemas.microsoft.com/office/drawing/2014/main" id="{D33513DB-2D21-4DAD-9FB1-F5A122A2F817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1054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51C7459E-136E-45EF-9F3A-4203480EEC4A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2578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29A6E31E-199B-4FFA-8E28-39210111BF6F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4102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A7128A95-FD55-4CC5-AB01-1E6917813EF5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5626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50">
            <a:extLst>
              <a:ext uri="{FF2B5EF4-FFF2-40B4-BE49-F238E27FC236}">
                <a16:creationId xmlns:a16="http://schemas.microsoft.com/office/drawing/2014/main" id="{60119B2F-13BD-43A0-8E15-BAD2EB362D7C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715000" y="1447800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5" name="Rectangle 51">
            <a:extLst>
              <a:ext uri="{FF2B5EF4-FFF2-40B4-BE49-F238E27FC236}">
                <a16:creationId xmlns:a16="http://schemas.microsoft.com/office/drawing/2014/main" id="{28296821-9F2A-430E-87CA-F13346F24ADF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3124200" y="14478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scoreboard</a:t>
            </a:r>
          </a:p>
        </p:txBody>
      </p:sp>
      <p:sp>
        <p:nvSpPr>
          <p:cNvPr id="56" name="Freeform 52">
            <a:extLst>
              <a:ext uri="{FF2B5EF4-FFF2-40B4-BE49-F238E27FC236}">
                <a16:creationId xmlns:a16="http://schemas.microsoft.com/office/drawing/2014/main" id="{A272B9CF-2C2C-4CC8-ACAB-8D0921CEDA7B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2286000" y="1676400"/>
            <a:ext cx="838200" cy="1143000"/>
          </a:xfrm>
          <a:custGeom>
            <a:avLst/>
            <a:gdLst>
              <a:gd name="T0" fmla="*/ 0 w 528"/>
              <a:gd name="T1" fmla="*/ 1814512500 h 720"/>
              <a:gd name="T2" fmla="*/ 362902500 w 528"/>
              <a:gd name="T3" fmla="*/ 1814512500 h 720"/>
              <a:gd name="T4" fmla="*/ 362902500 w 528"/>
              <a:gd name="T5" fmla="*/ 0 h 720"/>
              <a:gd name="T6" fmla="*/ 1330642500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7" name="Freeform 53">
            <a:extLst>
              <a:ext uri="{FF2B5EF4-FFF2-40B4-BE49-F238E27FC236}">
                <a16:creationId xmlns:a16="http://schemas.microsoft.com/office/drawing/2014/main" id="{D1CF7A9F-CCC5-48DF-80BB-A0FEEE432304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2895600" y="1905000"/>
            <a:ext cx="1828800" cy="914400"/>
          </a:xfrm>
          <a:custGeom>
            <a:avLst/>
            <a:gdLst>
              <a:gd name="T0" fmla="*/ 2147483646 w 1152"/>
              <a:gd name="T1" fmla="*/ 0 h 576"/>
              <a:gd name="T2" fmla="*/ 2147483646 w 1152"/>
              <a:gd name="T3" fmla="*/ 362902500 h 576"/>
              <a:gd name="T4" fmla="*/ 0 w 1152"/>
              <a:gd name="T5" fmla="*/ 362902500 h 576"/>
              <a:gd name="T6" fmla="*/ 0 w 1152"/>
              <a:gd name="T7" fmla="*/ 1451610000 h 576"/>
              <a:gd name="T8" fmla="*/ 1209675000 w 1152"/>
              <a:gd name="T9" fmla="*/ 1451610000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576"/>
              <a:gd name="T17" fmla="*/ 1152 w 1152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576">
                <a:moveTo>
                  <a:pt x="1152" y="0"/>
                </a:moveTo>
                <a:lnTo>
                  <a:pt x="1152" y="144"/>
                </a:lnTo>
                <a:lnTo>
                  <a:pt x="0" y="144"/>
                </a:lnTo>
                <a:lnTo>
                  <a:pt x="0" y="576"/>
                </a:lnTo>
                <a:lnTo>
                  <a:pt x="480" y="576"/>
                </a:lnTo>
              </a:path>
            </a:pathLst>
          </a:custGeom>
          <a:noFill/>
          <a:ln w="28575">
            <a:solidFill>
              <a:srgbClr val="6B02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8" name="Text Box 54">
            <a:extLst>
              <a:ext uri="{FF2B5EF4-FFF2-40B4-BE49-F238E27FC236}">
                <a16:creationId xmlns:a16="http://schemas.microsoft.com/office/drawing/2014/main" id="{123506E9-38B2-4B4D-8607-4A93DA2C82BB}"/>
              </a:ext>
            </a:extLst>
          </p:cNvPr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2743200" y="32908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6B02FF"/>
                </a:solidFill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59" name="Text Box 55">
            <a:extLst>
              <a:ext uri="{FF2B5EF4-FFF2-40B4-BE49-F238E27FC236}">
                <a16:creationId xmlns:a16="http://schemas.microsoft.com/office/drawing/2014/main" id="{686ADFA4-5B2F-4E1D-BB70-96BB48D16729}"/>
              </a:ext>
            </a:extLst>
          </p:cNvPr>
          <p:cNvSpPr txBox="1"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2284626" y="3290888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FF0909"/>
                </a:solidFill>
                <a:latin typeface="Arial" panose="020B0604020202020204" pitchFamily="34" charset="0"/>
              </a:rPr>
              <a:t>Di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3ECEF1B-CCF8-4AE6-8EB2-C90F2D94427E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4038600" y="6400800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F-regfile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B5C336-60DC-480A-91C4-3478D86BFF92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3810000" y="5562600"/>
            <a:ext cx="1905000" cy="60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33E63EB-4710-4A90-8E8B-96214A5B53EE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181600" y="5562600"/>
            <a:ext cx="152400" cy="6096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3" name="Freeform 60">
            <a:extLst>
              <a:ext uri="{FF2B5EF4-FFF2-40B4-BE49-F238E27FC236}">
                <a16:creationId xmlns:a16="http://schemas.microsoft.com/office/drawing/2014/main" id="{94E472F3-9C6E-4B81-B916-95FD3B0830F8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4191000" y="5562600"/>
            <a:ext cx="609600" cy="609600"/>
          </a:xfrm>
          <a:custGeom>
            <a:avLst/>
            <a:gdLst>
              <a:gd name="T0" fmla="*/ 483870000 w 384"/>
              <a:gd name="T1" fmla="*/ 0 h 384"/>
              <a:gd name="T2" fmla="*/ 967740000 w 384"/>
              <a:gd name="T3" fmla="*/ 241935000 h 384"/>
              <a:gd name="T4" fmla="*/ 967740000 w 384"/>
              <a:gd name="T5" fmla="*/ 725805000 h 384"/>
              <a:gd name="T6" fmla="*/ 483870000 w 384"/>
              <a:gd name="T7" fmla="*/ 967740000 h 384"/>
              <a:gd name="T8" fmla="*/ 0 w 384"/>
              <a:gd name="T9" fmla="*/ 725805000 h 384"/>
              <a:gd name="T10" fmla="*/ 0 w 384"/>
              <a:gd name="T11" fmla="*/ 241935000 h 384"/>
              <a:gd name="T12" fmla="*/ 483870000 w 384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4"/>
              <a:gd name="T22" fmla="*/ 0 h 384"/>
              <a:gd name="T23" fmla="*/ 384 w 384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4" h="384">
                <a:moveTo>
                  <a:pt x="192" y="0"/>
                </a:moveTo>
                <a:lnTo>
                  <a:pt x="384" y="96"/>
                </a:lnTo>
                <a:lnTo>
                  <a:pt x="384" y="288"/>
                </a:lnTo>
                <a:lnTo>
                  <a:pt x="192" y="384"/>
                </a:lnTo>
                <a:lnTo>
                  <a:pt x="0" y="288"/>
                </a:lnTo>
                <a:lnTo>
                  <a:pt x="0" y="96"/>
                </a:lnTo>
                <a:lnTo>
                  <a:pt x="192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4" name="Text Box 61">
            <a:extLst>
              <a:ext uri="{FF2B5EF4-FFF2-40B4-BE49-F238E27FC236}">
                <a16:creationId xmlns:a16="http://schemas.microsoft.com/office/drawing/2014/main" id="{98E5FD3B-E2EA-46C8-AAD1-5522DAE428F2}"/>
              </a:ext>
            </a:extLst>
          </p:cNvPr>
          <p:cNvSpPr txBox="1"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4273337" y="5715000"/>
            <a:ext cx="5036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FP/</a:t>
            </a:r>
          </a:p>
        </p:txBody>
      </p:sp>
      <p:sp>
        <p:nvSpPr>
          <p:cNvPr id="65" name="Freeform 62">
            <a:extLst>
              <a:ext uri="{FF2B5EF4-FFF2-40B4-BE49-F238E27FC236}">
                <a16:creationId xmlns:a16="http://schemas.microsoft.com/office/drawing/2014/main" id="{6042453E-D5B7-4D48-878C-F4B062C75C5C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 flipV="1">
            <a:off x="3429000" y="5181600"/>
            <a:ext cx="609600" cy="1295400"/>
          </a:xfrm>
          <a:custGeom>
            <a:avLst/>
            <a:gdLst>
              <a:gd name="T0" fmla="*/ 967740000 w 384"/>
              <a:gd name="T1" fmla="*/ 0 h 432"/>
              <a:gd name="T2" fmla="*/ 0 w 384"/>
              <a:gd name="T3" fmla="*/ 0 h 432"/>
              <a:gd name="T4" fmla="*/ 0 w 384"/>
              <a:gd name="T5" fmla="*/ 2147483646 h 432"/>
              <a:gd name="T6" fmla="*/ 362902500 w 384"/>
              <a:gd name="T7" fmla="*/ 2147483646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6" name="Freeform 63">
            <a:extLst>
              <a:ext uri="{FF2B5EF4-FFF2-40B4-BE49-F238E27FC236}">
                <a16:creationId xmlns:a16="http://schemas.microsoft.com/office/drawing/2014/main" id="{3DBD7ED5-1479-48AA-A80A-A226D6C61F13}"/>
              </a:ext>
            </a:extLst>
          </p:cNvPr>
          <p:cNvSpPr>
            <a:spLocks/>
          </p:cNvSpPr>
          <p:nvPr>
            <p:custDataLst>
              <p:tags r:id="rId63"/>
            </p:custDataLst>
          </p:nvPr>
        </p:nvSpPr>
        <p:spPr bwMode="auto">
          <a:xfrm flipV="1">
            <a:off x="3276600" y="4876800"/>
            <a:ext cx="762000" cy="1752600"/>
          </a:xfrm>
          <a:custGeom>
            <a:avLst/>
            <a:gdLst>
              <a:gd name="T0" fmla="*/ 1209675000 w 480"/>
              <a:gd name="T1" fmla="*/ 0 h 768"/>
              <a:gd name="T2" fmla="*/ 0 w 480"/>
              <a:gd name="T3" fmla="*/ 0 h 768"/>
              <a:gd name="T4" fmla="*/ 0 w 480"/>
              <a:gd name="T5" fmla="*/ 2147483646 h 768"/>
              <a:gd name="T6" fmla="*/ 604837500 w 480"/>
              <a:gd name="T7" fmla="*/ 2147483646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6491D28-46D9-4671-98CB-299F9EFD709B}"/>
              </a:ext>
            </a:extLst>
          </p:cNvPr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3810000" y="4724400"/>
            <a:ext cx="3505200" cy="60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8" name="Freeform 65">
            <a:extLst>
              <a:ext uri="{FF2B5EF4-FFF2-40B4-BE49-F238E27FC236}">
                <a16:creationId xmlns:a16="http://schemas.microsoft.com/office/drawing/2014/main" id="{C0349280-49A9-413A-A3CE-5C3154255823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auto">
          <a:xfrm>
            <a:off x="4419600" y="4724400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id="{A7CBE514-6D86-4972-9992-B09D13F2B1C0}"/>
              </a:ext>
            </a:extLst>
          </p:cNvPr>
          <p:cNvSpPr>
            <a:spLocks/>
          </p:cNvSpPr>
          <p:nvPr>
            <p:custDataLst>
              <p:tags r:id="rId66"/>
            </p:custDataLst>
          </p:nvPr>
        </p:nvSpPr>
        <p:spPr bwMode="auto">
          <a:xfrm>
            <a:off x="5929313" y="4724400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0" name="Text Box 67">
            <a:extLst>
              <a:ext uri="{FF2B5EF4-FFF2-40B4-BE49-F238E27FC236}">
                <a16:creationId xmlns:a16="http://schemas.microsoft.com/office/drawing/2014/main" id="{66410E26-3B21-4B57-A48B-A0C10080066F}"/>
              </a:ext>
            </a:extLst>
          </p:cNvPr>
          <p:cNvSpPr txBox="1"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4372196" y="4752975"/>
            <a:ext cx="4138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FP</a:t>
            </a: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71" name="Text Box 68">
            <a:extLst>
              <a:ext uri="{FF2B5EF4-FFF2-40B4-BE49-F238E27FC236}">
                <a16:creationId xmlns:a16="http://schemas.microsoft.com/office/drawing/2014/main" id="{DC805A3C-3EAF-482C-8AB2-4166184D3902}"/>
              </a:ext>
            </a:extLst>
          </p:cNvPr>
          <p:cNvSpPr txBox="1"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5881909" y="4752975"/>
            <a:ext cx="4138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FP</a:t>
            </a: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66D34C-4FBB-49CA-A304-E6A5B89B8978}"/>
              </a:ext>
            </a:extLst>
          </p:cNvPr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5181600" y="4724400"/>
            <a:ext cx="152400" cy="6096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029134F-8653-45B8-873E-5B77F0FF4020}"/>
              </a:ext>
            </a:extLst>
          </p:cNvPr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6705600" y="4724400"/>
            <a:ext cx="152400" cy="6096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" name="Line 71">
            <a:extLst>
              <a:ext uri="{FF2B5EF4-FFF2-40B4-BE49-F238E27FC236}">
                <a16:creationId xmlns:a16="http://schemas.microsoft.com/office/drawing/2014/main" id="{069ACC0D-D0C9-4E6B-B839-039D493A66F6}"/>
              </a:ext>
            </a:extLst>
          </p:cNvPr>
          <p:cNvSpPr>
            <a:spLocks noChangeShapeType="1"/>
          </p:cNvSpPr>
          <p:nvPr>
            <p:custDataLst>
              <p:tags r:id="rId71"/>
            </p:custDataLst>
          </p:nvPr>
        </p:nvSpPr>
        <p:spPr bwMode="auto">
          <a:xfrm>
            <a:off x="3810000" y="48768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5" name="Line 72">
            <a:extLst>
              <a:ext uri="{FF2B5EF4-FFF2-40B4-BE49-F238E27FC236}">
                <a16:creationId xmlns:a16="http://schemas.microsoft.com/office/drawing/2014/main" id="{B07BB66B-0F87-47B7-9E9A-29F4A1658088}"/>
              </a:ext>
            </a:extLst>
          </p:cNvPr>
          <p:cNvSpPr>
            <a:spLocks noChangeShapeType="1"/>
          </p:cNvSpPr>
          <p:nvPr>
            <p:custDataLst>
              <p:tags r:id="rId72"/>
            </p:custDataLst>
          </p:nvPr>
        </p:nvSpPr>
        <p:spPr bwMode="auto">
          <a:xfrm>
            <a:off x="3810000" y="51816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6" name="Line 73">
            <a:extLst>
              <a:ext uri="{FF2B5EF4-FFF2-40B4-BE49-F238E27FC236}">
                <a16:creationId xmlns:a16="http://schemas.microsoft.com/office/drawing/2014/main" id="{317A012F-C862-4AF9-89FC-2BD9335F9CA9}"/>
              </a:ext>
            </a:extLst>
          </p:cNvPr>
          <p:cNvSpPr>
            <a:spLocks noChangeShapeType="1"/>
          </p:cNvSpPr>
          <p:nvPr>
            <p:custDataLst>
              <p:tags r:id="rId73"/>
            </p:custDataLst>
          </p:nvPr>
        </p:nvSpPr>
        <p:spPr bwMode="auto">
          <a:xfrm>
            <a:off x="5334000" y="51054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7" name="Line 74">
            <a:extLst>
              <a:ext uri="{FF2B5EF4-FFF2-40B4-BE49-F238E27FC236}">
                <a16:creationId xmlns:a16="http://schemas.microsoft.com/office/drawing/2014/main" id="{359B6C56-A839-4309-80A7-FF93B3F8C0AD}"/>
              </a:ext>
            </a:extLst>
          </p:cNvPr>
          <p:cNvSpPr>
            <a:spLocks noChangeShapeType="1"/>
          </p:cNvSpPr>
          <p:nvPr>
            <p:custDataLst>
              <p:tags r:id="rId74"/>
            </p:custDataLst>
          </p:nvPr>
        </p:nvSpPr>
        <p:spPr bwMode="auto">
          <a:xfrm>
            <a:off x="6248400" y="5029200"/>
            <a:ext cx="457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8" name="Line 75">
            <a:extLst>
              <a:ext uri="{FF2B5EF4-FFF2-40B4-BE49-F238E27FC236}">
                <a16:creationId xmlns:a16="http://schemas.microsoft.com/office/drawing/2014/main" id="{1B2B3CB1-E034-4022-B23F-DE5991839F75}"/>
              </a:ext>
            </a:extLst>
          </p:cNvPr>
          <p:cNvSpPr>
            <a:spLocks noChangeShapeType="1"/>
          </p:cNvSpPr>
          <p:nvPr>
            <p:custDataLst>
              <p:tags r:id="rId75"/>
            </p:custDataLst>
          </p:nvPr>
        </p:nvSpPr>
        <p:spPr bwMode="auto">
          <a:xfrm>
            <a:off x="5334000" y="49530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9" name="Line 76">
            <a:extLst>
              <a:ext uri="{FF2B5EF4-FFF2-40B4-BE49-F238E27FC236}">
                <a16:creationId xmlns:a16="http://schemas.microsoft.com/office/drawing/2014/main" id="{29C1A3FF-B0BD-4D20-BF2B-B9B5196FB5AC}"/>
              </a:ext>
            </a:extLst>
          </p:cNvPr>
          <p:cNvSpPr>
            <a:spLocks noChangeShapeType="1"/>
          </p:cNvSpPr>
          <p:nvPr>
            <p:custDataLst>
              <p:tags r:id="rId76"/>
            </p:custDataLst>
          </p:nvPr>
        </p:nvSpPr>
        <p:spPr bwMode="auto">
          <a:xfrm>
            <a:off x="4724400" y="4953000"/>
            <a:ext cx="457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F67AF244-ABA0-4E6E-8AAA-3A3103C6022B}"/>
              </a:ext>
            </a:extLst>
          </p:cNvPr>
          <p:cNvSpPr>
            <a:spLocks noChangeShapeType="1"/>
          </p:cNvSpPr>
          <p:nvPr>
            <p:custDataLst>
              <p:tags r:id="rId77"/>
            </p:custDataLst>
          </p:nvPr>
        </p:nvSpPr>
        <p:spPr bwMode="auto">
          <a:xfrm>
            <a:off x="4724400" y="5105400"/>
            <a:ext cx="457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3395165-550C-4E13-9BB6-612480B0ACAB}"/>
              </a:ext>
            </a:extLst>
          </p:cNvPr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>
            <a:off x="3810000" y="3886200"/>
            <a:ext cx="4876800" cy="60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D76DB99-59F5-4BC7-B000-80DC07C5E9A6}"/>
              </a:ext>
            </a:extLst>
          </p:cNvPr>
          <p:cNvSpPr>
            <a:spLocks noChangeArrowheads="1"/>
          </p:cNvSpPr>
          <p:nvPr>
            <p:custDataLst>
              <p:tags r:id="rId79"/>
            </p:custDataLst>
          </p:nvPr>
        </p:nvSpPr>
        <p:spPr bwMode="auto">
          <a:xfrm>
            <a:off x="5181600" y="3886200"/>
            <a:ext cx="152400" cy="6096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01D86C1-5AE1-4464-99B3-8C40901CBF5D}"/>
              </a:ext>
            </a:extLst>
          </p:cNvPr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>
            <a:off x="6705600" y="3886200"/>
            <a:ext cx="152400" cy="6096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4" name="Freeform 81">
            <a:extLst>
              <a:ext uri="{FF2B5EF4-FFF2-40B4-BE49-F238E27FC236}">
                <a16:creationId xmlns:a16="http://schemas.microsoft.com/office/drawing/2014/main" id="{6C9100D7-1BF6-4A42-A7CE-E83206A671EB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 bwMode="auto">
          <a:xfrm>
            <a:off x="4191000" y="3886200"/>
            <a:ext cx="609600" cy="609600"/>
          </a:xfrm>
          <a:custGeom>
            <a:avLst/>
            <a:gdLst>
              <a:gd name="T0" fmla="*/ 483870000 w 384"/>
              <a:gd name="T1" fmla="*/ 0 h 384"/>
              <a:gd name="T2" fmla="*/ 967740000 w 384"/>
              <a:gd name="T3" fmla="*/ 241935000 h 384"/>
              <a:gd name="T4" fmla="*/ 967740000 w 384"/>
              <a:gd name="T5" fmla="*/ 725805000 h 384"/>
              <a:gd name="T6" fmla="*/ 483870000 w 384"/>
              <a:gd name="T7" fmla="*/ 967740000 h 384"/>
              <a:gd name="T8" fmla="*/ 0 w 384"/>
              <a:gd name="T9" fmla="*/ 725805000 h 384"/>
              <a:gd name="T10" fmla="*/ 0 w 384"/>
              <a:gd name="T11" fmla="*/ 241935000 h 384"/>
              <a:gd name="T12" fmla="*/ 483870000 w 384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4"/>
              <a:gd name="T22" fmla="*/ 0 h 384"/>
              <a:gd name="T23" fmla="*/ 384 w 384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4" h="384">
                <a:moveTo>
                  <a:pt x="192" y="0"/>
                </a:moveTo>
                <a:lnTo>
                  <a:pt x="384" y="96"/>
                </a:lnTo>
                <a:lnTo>
                  <a:pt x="384" y="288"/>
                </a:lnTo>
                <a:lnTo>
                  <a:pt x="192" y="384"/>
                </a:lnTo>
                <a:lnTo>
                  <a:pt x="0" y="288"/>
                </a:lnTo>
                <a:lnTo>
                  <a:pt x="0" y="96"/>
                </a:lnTo>
                <a:lnTo>
                  <a:pt x="192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5" name="Text Box 82">
            <a:extLst>
              <a:ext uri="{FF2B5EF4-FFF2-40B4-BE49-F238E27FC236}">
                <a16:creationId xmlns:a16="http://schemas.microsoft.com/office/drawing/2014/main" id="{51648307-D02E-4117-B34A-EA070BF2C0DF}"/>
              </a:ext>
            </a:extLst>
          </p:cNvPr>
          <p:cNvSpPr txBox="1">
            <a:spLocks noChangeArrowheads="1"/>
          </p:cNvSpPr>
          <p:nvPr>
            <p:custDataLst>
              <p:tags r:id="rId82"/>
            </p:custDataLst>
          </p:nvPr>
        </p:nvSpPr>
        <p:spPr bwMode="auto">
          <a:xfrm>
            <a:off x="4273229" y="4038600"/>
            <a:ext cx="526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FP*</a:t>
            </a:r>
          </a:p>
        </p:txBody>
      </p:sp>
      <p:sp>
        <p:nvSpPr>
          <p:cNvPr id="86" name="Freeform 83">
            <a:extLst>
              <a:ext uri="{FF2B5EF4-FFF2-40B4-BE49-F238E27FC236}">
                <a16:creationId xmlns:a16="http://schemas.microsoft.com/office/drawing/2014/main" id="{71B463EC-4F4A-42AA-B8D0-04133C99E805}"/>
              </a:ext>
            </a:extLst>
          </p:cNvPr>
          <p:cNvSpPr>
            <a:spLocks/>
          </p:cNvSpPr>
          <p:nvPr>
            <p:custDataLst>
              <p:tags r:id="rId83"/>
            </p:custDataLst>
          </p:nvPr>
        </p:nvSpPr>
        <p:spPr bwMode="auto">
          <a:xfrm>
            <a:off x="5715000" y="3886200"/>
            <a:ext cx="609600" cy="609600"/>
          </a:xfrm>
          <a:custGeom>
            <a:avLst/>
            <a:gdLst>
              <a:gd name="T0" fmla="*/ 483870000 w 384"/>
              <a:gd name="T1" fmla="*/ 0 h 384"/>
              <a:gd name="T2" fmla="*/ 967740000 w 384"/>
              <a:gd name="T3" fmla="*/ 241935000 h 384"/>
              <a:gd name="T4" fmla="*/ 967740000 w 384"/>
              <a:gd name="T5" fmla="*/ 725805000 h 384"/>
              <a:gd name="T6" fmla="*/ 483870000 w 384"/>
              <a:gd name="T7" fmla="*/ 967740000 h 384"/>
              <a:gd name="T8" fmla="*/ 0 w 384"/>
              <a:gd name="T9" fmla="*/ 725805000 h 384"/>
              <a:gd name="T10" fmla="*/ 0 w 384"/>
              <a:gd name="T11" fmla="*/ 241935000 h 384"/>
              <a:gd name="T12" fmla="*/ 483870000 w 384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4"/>
              <a:gd name="T22" fmla="*/ 0 h 384"/>
              <a:gd name="T23" fmla="*/ 384 w 384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4" h="384">
                <a:moveTo>
                  <a:pt x="192" y="0"/>
                </a:moveTo>
                <a:lnTo>
                  <a:pt x="384" y="96"/>
                </a:lnTo>
                <a:lnTo>
                  <a:pt x="384" y="288"/>
                </a:lnTo>
                <a:lnTo>
                  <a:pt x="192" y="384"/>
                </a:lnTo>
                <a:lnTo>
                  <a:pt x="0" y="288"/>
                </a:lnTo>
                <a:lnTo>
                  <a:pt x="0" y="96"/>
                </a:lnTo>
                <a:lnTo>
                  <a:pt x="192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7" name="Text Box 84">
            <a:extLst>
              <a:ext uri="{FF2B5EF4-FFF2-40B4-BE49-F238E27FC236}">
                <a16:creationId xmlns:a16="http://schemas.microsoft.com/office/drawing/2014/main" id="{91AD9270-090E-4DB9-8075-735EDA362566}"/>
              </a:ext>
            </a:extLst>
          </p:cNvPr>
          <p:cNvSpPr txBox="1">
            <a:spLocks noChangeArrowheads="1"/>
          </p:cNvSpPr>
          <p:nvPr>
            <p:custDataLst>
              <p:tags r:id="rId84"/>
            </p:custDataLst>
          </p:nvPr>
        </p:nvSpPr>
        <p:spPr bwMode="auto">
          <a:xfrm>
            <a:off x="5797228" y="4038600"/>
            <a:ext cx="526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FP*</a:t>
            </a:r>
          </a:p>
        </p:txBody>
      </p:sp>
      <p:sp>
        <p:nvSpPr>
          <p:cNvPr id="88" name="Freeform 85">
            <a:extLst>
              <a:ext uri="{FF2B5EF4-FFF2-40B4-BE49-F238E27FC236}">
                <a16:creationId xmlns:a16="http://schemas.microsoft.com/office/drawing/2014/main" id="{4CB0AC2C-7BD6-433F-8F25-1FD37436870D}"/>
              </a:ext>
            </a:extLst>
          </p:cNvPr>
          <p:cNvSpPr>
            <a:spLocks/>
          </p:cNvSpPr>
          <p:nvPr>
            <p:custDataLst>
              <p:tags r:id="rId85"/>
            </p:custDataLst>
          </p:nvPr>
        </p:nvSpPr>
        <p:spPr bwMode="auto">
          <a:xfrm>
            <a:off x="7239000" y="3886200"/>
            <a:ext cx="609600" cy="609600"/>
          </a:xfrm>
          <a:custGeom>
            <a:avLst/>
            <a:gdLst>
              <a:gd name="T0" fmla="*/ 483870000 w 384"/>
              <a:gd name="T1" fmla="*/ 0 h 384"/>
              <a:gd name="T2" fmla="*/ 967740000 w 384"/>
              <a:gd name="T3" fmla="*/ 241935000 h 384"/>
              <a:gd name="T4" fmla="*/ 967740000 w 384"/>
              <a:gd name="T5" fmla="*/ 725805000 h 384"/>
              <a:gd name="T6" fmla="*/ 483870000 w 384"/>
              <a:gd name="T7" fmla="*/ 967740000 h 384"/>
              <a:gd name="T8" fmla="*/ 0 w 384"/>
              <a:gd name="T9" fmla="*/ 725805000 h 384"/>
              <a:gd name="T10" fmla="*/ 0 w 384"/>
              <a:gd name="T11" fmla="*/ 241935000 h 384"/>
              <a:gd name="T12" fmla="*/ 483870000 w 384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4"/>
              <a:gd name="T22" fmla="*/ 0 h 384"/>
              <a:gd name="T23" fmla="*/ 384 w 384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4" h="384">
                <a:moveTo>
                  <a:pt x="192" y="0"/>
                </a:moveTo>
                <a:lnTo>
                  <a:pt x="384" y="96"/>
                </a:lnTo>
                <a:lnTo>
                  <a:pt x="384" y="288"/>
                </a:lnTo>
                <a:lnTo>
                  <a:pt x="192" y="384"/>
                </a:lnTo>
                <a:lnTo>
                  <a:pt x="0" y="288"/>
                </a:lnTo>
                <a:lnTo>
                  <a:pt x="0" y="96"/>
                </a:lnTo>
                <a:lnTo>
                  <a:pt x="192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9" name="Text Box 86">
            <a:extLst>
              <a:ext uri="{FF2B5EF4-FFF2-40B4-BE49-F238E27FC236}">
                <a16:creationId xmlns:a16="http://schemas.microsoft.com/office/drawing/2014/main" id="{08E94DBB-B452-4C39-9597-A878468B12C3}"/>
              </a:ext>
            </a:extLst>
          </p:cNvPr>
          <p:cNvSpPr txBox="1">
            <a:spLocks noChangeArrowheads="1"/>
          </p:cNvSpPr>
          <p:nvPr>
            <p:custDataLst>
              <p:tags r:id="rId86"/>
            </p:custDataLst>
          </p:nvPr>
        </p:nvSpPr>
        <p:spPr bwMode="auto">
          <a:xfrm>
            <a:off x="7321228" y="4038600"/>
            <a:ext cx="526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FP*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0015B86-BAA2-4CFC-AB8D-D2D28C3822A5}"/>
              </a:ext>
            </a:extLst>
          </p:cNvPr>
          <p:cNvSpPr>
            <a:spLocks noChangeArrowheads="1"/>
          </p:cNvSpPr>
          <p:nvPr>
            <p:custDataLst>
              <p:tags r:id="rId87"/>
            </p:custDataLst>
          </p:nvPr>
        </p:nvSpPr>
        <p:spPr bwMode="auto">
          <a:xfrm>
            <a:off x="8229600" y="3886200"/>
            <a:ext cx="152400" cy="6096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" name="Line 88">
            <a:extLst>
              <a:ext uri="{FF2B5EF4-FFF2-40B4-BE49-F238E27FC236}">
                <a16:creationId xmlns:a16="http://schemas.microsoft.com/office/drawing/2014/main" id="{7C25FA06-BC45-493E-890D-8DF8610F5C94}"/>
              </a:ext>
            </a:extLst>
          </p:cNvPr>
          <p:cNvSpPr>
            <a:spLocks noChangeShapeType="1"/>
          </p:cNvSpPr>
          <p:nvPr>
            <p:custDataLst>
              <p:tags r:id="rId88"/>
            </p:custDataLst>
          </p:nvPr>
        </p:nvSpPr>
        <p:spPr bwMode="auto">
          <a:xfrm>
            <a:off x="3810000" y="40386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2" name="Line 89">
            <a:extLst>
              <a:ext uri="{FF2B5EF4-FFF2-40B4-BE49-F238E27FC236}">
                <a16:creationId xmlns:a16="http://schemas.microsoft.com/office/drawing/2014/main" id="{DF17AD61-3B14-4877-B794-D3206C1D49F9}"/>
              </a:ext>
            </a:extLst>
          </p:cNvPr>
          <p:cNvSpPr>
            <a:spLocks noChangeShapeType="1"/>
          </p:cNvSpPr>
          <p:nvPr>
            <p:custDataLst>
              <p:tags r:id="rId89"/>
            </p:custDataLst>
          </p:nvPr>
        </p:nvSpPr>
        <p:spPr bwMode="auto">
          <a:xfrm>
            <a:off x="3810000" y="43434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3" name="Line 90">
            <a:extLst>
              <a:ext uri="{FF2B5EF4-FFF2-40B4-BE49-F238E27FC236}">
                <a16:creationId xmlns:a16="http://schemas.microsoft.com/office/drawing/2014/main" id="{D68CD441-3794-4AD7-B65E-E168F8B9576D}"/>
              </a:ext>
            </a:extLst>
          </p:cNvPr>
          <p:cNvSpPr>
            <a:spLocks noChangeShapeType="1"/>
          </p:cNvSpPr>
          <p:nvPr>
            <p:custDataLst>
              <p:tags r:id="rId90"/>
            </p:custDataLst>
          </p:nvPr>
        </p:nvSpPr>
        <p:spPr bwMode="auto">
          <a:xfrm>
            <a:off x="4800600" y="42672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4" name="Line 91">
            <a:extLst>
              <a:ext uri="{FF2B5EF4-FFF2-40B4-BE49-F238E27FC236}">
                <a16:creationId xmlns:a16="http://schemas.microsoft.com/office/drawing/2014/main" id="{361B9A5C-0314-4C46-9234-6C5D8A1EFA12}"/>
              </a:ext>
            </a:extLst>
          </p:cNvPr>
          <p:cNvSpPr>
            <a:spLocks noChangeShapeType="1"/>
          </p:cNvSpPr>
          <p:nvPr>
            <p:custDataLst>
              <p:tags r:id="rId91"/>
            </p:custDataLst>
          </p:nvPr>
        </p:nvSpPr>
        <p:spPr bwMode="auto">
          <a:xfrm>
            <a:off x="4800600" y="41148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5" name="Line 92">
            <a:extLst>
              <a:ext uri="{FF2B5EF4-FFF2-40B4-BE49-F238E27FC236}">
                <a16:creationId xmlns:a16="http://schemas.microsoft.com/office/drawing/2014/main" id="{0B1AD276-E542-4A3F-A799-666495D8EF7F}"/>
              </a:ext>
            </a:extLst>
          </p:cNvPr>
          <p:cNvSpPr>
            <a:spLocks noChangeShapeType="1"/>
          </p:cNvSpPr>
          <p:nvPr>
            <p:custDataLst>
              <p:tags r:id="rId92"/>
            </p:custDataLst>
          </p:nvPr>
        </p:nvSpPr>
        <p:spPr bwMode="auto">
          <a:xfrm>
            <a:off x="5334000" y="41148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6" name="Line 93">
            <a:extLst>
              <a:ext uri="{FF2B5EF4-FFF2-40B4-BE49-F238E27FC236}">
                <a16:creationId xmlns:a16="http://schemas.microsoft.com/office/drawing/2014/main" id="{5CF3AFA9-61C9-4040-B8DB-68FF44399649}"/>
              </a:ext>
            </a:extLst>
          </p:cNvPr>
          <p:cNvSpPr>
            <a:spLocks noChangeShapeType="1"/>
          </p:cNvSpPr>
          <p:nvPr>
            <p:custDataLst>
              <p:tags r:id="rId93"/>
            </p:custDataLst>
          </p:nvPr>
        </p:nvSpPr>
        <p:spPr bwMode="auto">
          <a:xfrm>
            <a:off x="5334000" y="42672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7" name="Line 94">
            <a:extLst>
              <a:ext uri="{FF2B5EF4-FFF2-40B4-BE49-F238E27FC236}">
                <a16:creationId xmlns:a16="http://schemas.microsoft.com/office/drawing/2014/main" id="{130386B0-8116-46CB-AE8A-F1E22C176148}"/>
              </a:ext>
            </a:extLst>
          </p:cNvPr>
          <p:cNvSpPr>
            <a:spLocks noChangeShapeType="1"/>
          </p:cNvSpPr>
          <p:nvPr>
            <p:custDataLst>
              <p:tags r:id="rId94"/>
            </p:custDataLst>
          </p:nvPr>
        </p:nvSpPr>
        <p:spPr bwMode="auto">
          <a:xfrm>
            <a:off x="6324600" y="42672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8" name="Line 95">
            <a:extLst>
              <a:ext uri="{FF2B5EF4-FFF2-40B4-BE49-F238E27FC236}">
                <a16:creationId xmlns:a16="http://schemas.microsoft.com/office/drawing/2014/main" id="{731382C7-92B7-4D9B-B3DC-DF67338BE25E}"/>
              </a:ext>
            </a:extLst>
          </p:cNvPr>
          <p:cNvSpPr>
            <a:spLocks noChangeShapeType="1"/>
          </p:cNvSpPr>
          <p:nvPr>
            <p:custDataLst>
              <p:tags r:id="rId95"/>
            </p:custDataLst>
          </p:nvPr>
        </p:nvSpPr>
        <p:spPr bwMode="auto">
          <a:xfrm>
            <a:off x="6324600" y="41148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99" name="Line 96">
            <a:extLst>
              <a:ext uri="{FF2B5EF4-FFF2-40B4-BE49-F238E27FC236}">
                <a16:creationId xmlns:a16="http://schemas.microsoft.com/office/drawing/2014/main" id="{815C1938-E20C-4325-B797-3A5C83F917BF}"/>
              </a:ext>
            </a:extLst>
          </p:cNvPr>
          <p:cNvSpPr>
            <a:spLocks noChangeShapeType="1"/>
          </p:cNvSpPr>
          <p:nvPr>
            <p:custDataLst>
              <p:tags r:id="rId96"/>
            </p:custDataLst>
          </p:nvPr>
        </p:nvSpPr>
        <p:spPr bwMode="auto">
          <a:xfrm>
            <a:off x="6858000" y="41148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0" name="Line 97">
            <a:extLst>
              <a:ext uri="{FF2B5EF4-FFF2-40B4-BE49-F238E27FC236}">
                <a16:creationId xmlns:a16="http://schemas.microsoft.com/office/drawing/2014/main" id="{D1B331F3-2B87-4553-8528-874549D4282C}"/>
              </a:ext>
            </a:extLst>
          </p:cNvPr>
          <p:cNvSpPr>
            <a:spLocks noChangeShapeType="1"/>
          </p:cNvSpPr>
          <p:nvPr>
            <p:custDataLst>
              <p:tags r:id="rId97"/>
            </p:custDataLst>
          </p:nvPr>
        </p:nvSpPr>
        <p:spPr bwMode="auto">
          <a:xfrm>
            <a:off x="6858000" y="42672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1" name="Line 98">
            <a:extLst>
              <a:ext uri="{FF2B5EF4-FFF2-40B4-BE49-F238E27FC236}">
                <a16:creationId xmlns:a16="http://schemas.microsoft.com/office/drawing/2014/main" id="{872FA920-5CDB-4D46-B744-282CE5FF3824}"/>
              </a:ext>
            </a:extLst>
          </p:cNvPr>
          <p:cNvSpPr>
            <a:spLocks noChangeShapeType="1"/>
          </p:cNvSpPr>
          <p:nvPr>
            <p:custDataLst>
              <p:tags r:id="rId98"/>
            </p:custDataLst>
          </p:nvPr>
        </p:nvSpPr>
        <p:spPr bwMode="auto">
          <a:xfrm>
            <a:off x="7848600" y="4191000"/>
            <a:ext cx="38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" name="Line 99">
            <a:extLst>
              <a:ext uri="{FF2B5EF4-FFF2-40B4-BE49-F238E27FC236}">
                <a16:creationId xmlns:a16="http://schemas.microsoft.com/office/drawing/2014/main" id="{BD03E8DE-9390-452E-96F6-436FDEB34FFC}"/>
              </a:ext>
            </a:extLst>
          </p:cNvPr>
          <p:cNvSpPr>
            <a:spLocks noChangeShapeType="1"/>
          </p:cNvSpPr>
          <p:nvPr>
            <p:custDataLst>
              <p:tags r:id="rId99"/>
            </p:custDataLst>
          </p:nvPr>
        </p:nvSpPr>
        <p:spPr bwMode="auto">
          <a:xfrm>
            <a:off x="3810000" y="5715000"/>
            <a:ext cx="3810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" name="Line 100">
            <a:extLst>
              <a:ext uri="{FF2B5EF4-FFF2-40B4-BE49-F238E27FC236}">
                <a16:creationId xmlns:a16="http://schemas.microsoft.com/office/drawing/2014/main" id="{03FC5616-3C86-4AF5-8D47-46E977DF494B}"/>
              </a:ext>
            </a:extLst>
          </p:cNvPr>
          <p:cNvSpPr>
            <a:spLocks noChangeShapeType="1"/>
          </p:cNvSpPr>
          <p:nvPr>
            <p:custDataLst>
              <p:tags r:id="rId100"/>
            </p:custDataLst>
          </p:nvPr>
        </p:nvSpPr>
        <p:spPr bwMode="auto">
          <a:xfrm>
            <a:off x="3810000" y="6019800"/>
            <a:ext cx="3810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4" name="Line 101">
            <a:extLst>
              <a:ext uri="{FF2B5EF4-FFF2-40B4-BE49-F238E27FC236}">
                <a16:creationId xmlns:a16="http://schemas.microsoft.com/office/drawing/2014/main" id="{7DB7E008-C558-4C23-B19D-DF56F37F33A5}"/>
              </a:ext>
            </a:extLst>
          </p:cNvPr>
          <p:cNvSpPr>
            <a:spLocks noChangeShapeType="1"/>
          </p:cNvSpPr>
          <p:nvPr>
            <p:custDataLst>
              <p:tags r:id="rId101"/>
            </p:custDataLst>
          </p:nvPr>
        </p:nvSpPr>
        <p:spPr bwMode="auto">
          <a:xfrm>
            <a:off x="4800600" y="5867400"/>
            <a:ext cx="3810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5" name="AutoShape 102">
            <a:extLst>
              <a:ext uri="{FF2B5EF4-FFF2-40B4-BE49-F238E27FC236}">
                <a16:creationId xmlns:a16="http://schemas.microsoft.com/office/drawing/2014/main" id="{ACE4EB02-05B0-4729-8637-12CCE591BE94}"/>
              </a:ext>
            </a:extLst>
          </p:cNvPr>
          <p:cNvSpPr>
            <a:spLocks noChangeArrowheads="1"/>
          </p:cNvSpPr>
          <p:nvPr>
            <p:custDataLst>
              <p:tags r:id="rId102"/>
            </p:custDataLst>
          </p:nvPr>
        </p:nvSpPr>
        <p:spPr bwMode="auto">
          <a:xfrm rot="5400000">
            <a:off x="6172200" y="6477000"/>
            <a:ext cx="4572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06" name="Line 103">
            <a:extLst>
              <a:ext uri="{FF2B5EF4-FFF2-40B4-BE49-F238E27FC236}">
                <a16:creationId xmlns:a16="http://schemas.microsoft.com/office/drawing/2014/main" id="{DDBF9B60-8257-4387-9C22-655309E8BB63}"/>
              </a:ext>
            </a:extLst>
          </p:cNvPr>
          <p:cNvSpPr>
            <a:spLocks noChangeShapeType="1"/>
          </p:cNvSpPr>
          <p:nvPr>
            <p:custDataLst>
              <p:tags r:id="rId103"/>
            </p:custDataLst>
          </p:nvPr>
        </p:nvSpPr>
        <p:spPr bwMode="auto">
          <a:xfrm flipH="1">
            <a:off x="4953000" y="6553200"/>
            <a:ext cx="13716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7" name="Freeform 104">
            <a:extLst>
              <a:ext uri="{FF2B5EF4-FFF2-40B4-BE49-F238E27FC236}">
                <a16:creationId xmlns:a16="http://schemas.microsoft.com/office/drawing/2014/main" id="{883F3F08-FCF6-4A87-BA86-16F6FE7C9A08}"/>
              </a:ext>
            </a:extLst>
          </p:cNvPr>
          <p:cNvSpPr>
            <a:spLocks/>
          </p:cNvSpPr>
          <p:nvPr>
            <p:custDataLst>
              <p:tags r:id="rId104"/>
            </p:custDataLst>
          </p:nvPr>
        </p:nvSpPr>
        <p:spPr bwMode="auto">
          <a:xfrm>
            <a:off x="5334000" y="5867400"/>
            <a:ext cx="1447800" cy="533400"/>
          </a:xfrm>
          <a:custGeom>
            <a:avLst/>
            <a:gdLst>
              <a:gd name="T0" fmla="*/ 0 w 912"/>
              <a:gd name="T1" fmla="*/ 0 h 384"/>
              <a:gd name="T2" fmla="*/ 2147483646 w 912"/>
              <a:gd name="T3" fmla="*/ 0 h 384"/>
              <a:gd name="T4" fmla="*/ 2147483646 w 912"/>
              <a:gd name="T5" fmla="*/ 740925938 h 384"/>
              <a:gd name="T6" fmla="*/ 1814512500 w 912"/>
              <a:gd name="T7" fmla="*/ 740925938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384"/>
              <a:gd name="T14" fmla="*/ 912 w 912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384">
                <a:moveTo>
                  <a:pt x="0" y="0"/>
                </a:moveTo>
                <a:lnTo>
                  <a:pt x="912" y="0"/>
                </a:lnTo>
                <a:lnTo>
                  <a:pt x="912" y="384"/>
                </a:lnTo>
                <a:lnTo>
                  <a:pt x="720" y="384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8" name="Freeform 105">
            <a:extLst>
              <a:ext uri="{FF2B5EF4-FFF2-40B4-BE49-F238E27FC236}">
                <a16:creationId xmlns:a16="http://schemas.microsoft.com/office/drawing/2014/main" id="{AFD847B1-D2C6-40EE-ABDE-5EFE2B172A3A}"/>
              </a:ext>
            </a:extLst>
          </p:cNvPr>
          <p:cNvSpPr>
            <a:spLocks/>
          </p:cNvSpPr>
          <p:nvPr>
            <p:custDataLst>
              <p:tags r:id="rId105"/>
            </p:custDataLst>
          </p:nvPr>
        </p:nvSpPr>
        <p:spPr bwMode="auto">
          <a:xfrm>
            <a:off x="6477000" y="5029200"/>
            <a:ext cx="609600" cy="1447800"/>
          </a:xfrm>
          <a:custGeom>
            <a:avLst/>
            <a:gdLst>
              <a:gd name="T0" fmla="*/ 604837500 w 384"/>
              <a:gd name="T1" fmla="*/ 0 h 1008"/>
              <a:gd name="T2" fmla="*/ 967740000 w 384"/>
              <a:gd name="T3" fmla="*/ 0 h 1008"/>
              <a:gd name="T4" fmla="*/ 967740000 w 384"/>
              <a:gd name="T5" fmla="*/ 2079488929 h 1008"/>
              <a:gd name="T6" fmla="*/ 0 w 384"/>
              <a:gd name="T7" fmla="*/ 2079488929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008"/>
              <a:gd name="T14" fmla="*/ 384 w 384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008">
                <a:moveTo>
                  <a:pt x="240" y="0"/>
                </a:moveTo>
                <a:lnTo>
                  <a:pt x="384" y="0"/>
                </a:lnTo>
                <a:lnTo>
                  <a:pt x="384" y="1008"/>
                </a:lnTo>
                <a:lnTo>
                  <a:pt x="0" y="100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9" name="Freeform 106">
            <a:extLst>
              <a:ext uri="{FF2B5EF4-FFF2-40B4-BE49-F238E27FC236}">
                <a16:creationId xmlns:a16="http://schemas.microsoft.com/office/drawing/2014/main" id="{043B1244-8C42-47D6-93B1-2A4C6966B987}"/>
              </a:ext>
            </a:extLst>
          </p:cNvPr>
          <p:cNvSpPr>
            <a:spLocks/>
          </p:cNvSpPr>
          <p:nvPr>
            <p:custDataLst>
              <p:tags r:id="rId106"/>
            </p:custDataLst>
          </p:nvPr>
        </p:nvSpPr>
        <p:spPr bwMode="auto">
          <a:xfrm>
            <a:off x="6477000" y="4191000"/>
            <a:ext cx="2133600" cy="2438400"/>
          </a:xfrm>
          <a:custGeom>
            <a:avLst/>
            <a:gdLst>
              <a:gd name="T0" fmla="*/ 2147483646 w 1344"/>
              <a:gd name="T1" fmla="*/ 0 h 1680"/>
              <a:gd name="T2" fmla="*/ 2147483646 w 1344"/>
              <a:gd name="T3" fmla="*/ 0 h 1680"/>
              <a:gd name="T4" fmla="*/ 2147483646 w 1344"/>
              <a:gd name="T5" fmla="*/ 2147483646 h 1680"/>
              <a:gd name="T6" fmla="*/ 0 w 1344"/>
              <a:gd name="T7" fmla="*/ 2147483646 h 1680"/>
              <a:gd name="T8" fmla="*/ 0 60000 65536"/>
              <a:gd name="T9" fmla="*/ 0 60000 65536"/>
              <a:gd name="T10" fmla="*/ 0 60000 65536"/>
              <a:gd name="T11" fmla="*/ 0 60000 65536"/>
              <a:gd name="T12" fmla="*/ 0 w 1344"/>
              <a:gd name="T13" fmla="*/ 0 h 1680"/>
              <a:gd name="T14" fmla="*/ 1344 w 1344"/>
              <a:gd name="T15" fmla="*/ 1680 h 1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4" h="1680">
                <a:moveTo>
                  <a:pt x="1200" y="0"/>
                </a:moveTo>
                <a:lnTo>
                  <a:pt x="1344" y="0"/>
                </a:lnTo>
                <a:lnTo>
                  <a:pt x="1344" y="1680"/>
                </a:lnTo>
                <a:lnTo>
                  <a:pt x="0" y="168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3921F49-5837-46D8-BA50-D20E14E788C0}"/>
              </a:ext>
            </a:extLst>
          </p:cNvPr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>
            <a:off x="3657600" y="2667000"/>
            <a:ext cx="152400" cy="35052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1" name="Freeform 108">
            <a:extLst>
              <a:ext uri="{FF2B5EF4-FFF2-40B4-BE49-F238E27FC236}">
                <a16:creationId xmlns:a16="http://schemas.microsoft.com/office/drawing/2014/main" id="{A74D765E-7433-4712-8E80-57F5F685C635}"/>
              </a:ext>
            </a:extLst>
          </p:cNvPr>
          <p:cNvSpPr>
            <a:spLocks/>
          </p:cNvSpPr>
          <p:nvPr>
            <p:custDataLst>
              <p:tags r:id="rId108"/>
            </p:custDataLst>
          </p:nvPr>
        </p:nvSpPr>
        <p:spPr bwMode="auto">
          <a:xfrm>
            <a:off x="5943600" y="3276600"/>
            <a:ext cx="2819400" cy="3429000"/>
          </a:xfrm>
          <a:custGeom>
            <a:avLst/>
            <a:gdLst>
              <a:gd name="T0" fmla="*/ 0 w 1776"/>
              <a:gd name="T1" fmla="*/ 0 h 2208"/>
              <a:gd name="T2" fmla="*/ 2147483646 w 1776"/>
              <a:gd name="T3" fmla="*/ 0 h 2208"/>
              <a:gd name="T4" fmla="*/ 2147483646 w 1776"/>
              <a:gd name="T5" fmla="*/ 2147483646 h 2208"/>
              <a:gd name="T6" fmla="*/ 846772500 w 1776"/>
              <a:gd name="T7" fmla="*/ 2147483646 h 2208"/>
              <a:gd name="T8" fmla="*/ 0 60000 65536"/>
              <a:gd name="T9" fmla="*/ 0 60000 65536"/>
              <a:gd name="T10" fmla="*/ 0 60000 65536"/>
              <a:gd name="T11" fmla="*/ 0 60000 65536"/>
              <a:gd name="T12" fmla="*/ 0 w 1776"/>
              <a:gd name="T13" fmla="*/ 0 h 2208"/>
              <a:gd name="T14" fmla="*/ 1776 w 1776"/>
              <a:gd name="T15" fmla="*/ 2208 h 22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6" h="2208">
                <a:moveTo>
                  <a:pt x="0" y="0"/>
                </a:moveTo>
                <a:lnTo>
                  <a:pt x="1776" y="0"/>
                </a:lnTo>
                <a:lnTo>
                  <a:pt x="1776" y="2208"/>
                </a:lnTo>
                <a:lnTo>
                  <a:pt x="336" y="220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0AE3D25-A910-4A69-9ACB-E1954DA5A28A}"/>
              </a:ext>
            </a:extLst>
          </p:cNvPr>
          <p:cNvCxnSpPr>
            <a:cxnSpLocks/>
          </p:cNvCxnSpPr>
          <p:nvPr/>
        </p:nvCxnSpPr>
        <p:spPr>
          <a:xfrm rot="5400000">
            <a:off x="-88796" y="3962400"/>
            <a:ext cx="557784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90166A1-A586-4408-9307-4890E3E48FD4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2692501" y="1088023"/>
            <a:ext cx="126989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out-of-order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2B3427E-15E0-4191-BA44-5CC4C869051D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818849" y="1092369"/>
            <a:ext cx="87626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in-order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942344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Scoreboard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584325"/>
            <a:ext cx="8458200" cy="51212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Fetch (F) </a:t>
            </a:r>
            <a:r>
              <a:rPr lang="en-US" altLang="en-US" sz="2800" dirty="0"/>
              <a:t>and </a:t>
            </a:r>
            <a:r>
              <a:rPr lang="en-US" altLang="en-US" sz="2800" b="1" dirty="0"/>
              <a:t>Decode (De):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Same as before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Dispatch (Di):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Structural hazard or WAW hazard ? </a:t>
            </a:r>
            <a:r>
              <a:rPr lang="en-US" altLang="en-US" sz="2400" i="1" dirty="0"/>
              <a:t>stall</a:t>
            </a:r>
            <a:r>
              <a:rPr lang="en-US" altLang="en-US" sz="2400" dirty="0"/>
              <a:t> until older </a:t>
            </a:r>
            <a:r>
              <a:rPr lang="en-US" altLang="en-US" sz="2400" dirty="0" err="1"/>
              <a:t>insn’s</a:t>
            </a:r>
            <a:r>
              <a:rPr lang="en-US" altLang="en-US" sz="2400" dirty="0"/>
              <a:t> W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Else: allocate scoreboard entry (per functional unit)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Issue (S):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RAW hazard ? </a:t>
            </a:r>
            <a:r>
              <a:rPr lang="en-US" altLang="en-US" sz="2400" i="1" dirty="0"/>
              <a:t>wait</a:t>
            </a:r>
            <a:r>
              <a:rPr lang="en-US" altLang="en-US" sz="2400" dirty="0"/>
              <a:t> : read registers, go to functional unit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Execute (X):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Execute ALU/branch/mem op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Writeback (W):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WAR hazard ? </a:t>
            </a:r>
            <a:r>
              <a:rPr lang="en-US" altLang="en-US" sz="2400" i="1" dirty="0"/>
              <a:t>wait</a:t>
            </a:r>
            <a:r>
              <a:rPr lang="en-US" altLang="en-US" sz="2400" dirty="0"/>
              <a:t> until after older </a:t>
            </a:r>
            <a:r>
              <a:rPr lang="en-US" altLang="en-US" sz="2400" dirty="0" err="1"/>
              <a:t>insn’s</a:t>
            </a:r>
            <a:r>
              <a:rPr lang="en-US" altLang="en-US" sz="2400" dirty="0"/>
              <a:t> 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Else: write register, notify readers and free scoreboard entry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Assume RF bypassing from W to S in same cycle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DC8D9-3788-4675-9B16-AB51F158C2A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861660" y="3531771"/>
            <a:ext cx="126989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out-of-order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6BA17-CE8D-4FD9-8DF7-D94E15C0444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039134" y="3184525"/>
            <a:ext cx="876266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in-order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4DB7FE-9DAE-41B2-B7D9-C822376D1C1F}"/>
              </a:ext>
            </a:extLst>
          </p:cNvPr>
          <p:cNvCxnSpPr/>
          <p:nvPr/>
        </p:nvCxnSpPr>
        <p:spPr>
          <a:xfrm>
            <a:off x="152400" y="3531771"/>
            <a:ext cx="8915400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8791548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14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20781317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2819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E12E7F-739B-4D21-B36A-58C76A67FFD3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23625212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6270126-314A-4CC9-A983-73A3207E6F7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ABEF9-F9B6-4FED-8162-AF3733C8CD1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AFB98-5E9C-4BCF-8761-004BB834015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888805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15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564498728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507133038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3200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3FE8D9-A3D1-48FC-A540-9A8172F94A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A5CBD-DCC8-4A2E-92C4-C79C8DD3F1E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60345A-9FAD-45F4-83D6-EEED23F5889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57179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16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72622663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68705395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3581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BFEE6E-BCEE-432B-BAFE-F2690CEAFA5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0D92B1-7B4F-415C-8014-C34DBD2BFD6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9A3DE-FA24-4B36-BF63-254B1C65415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725754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17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93993291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774623132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3962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55315A-EB23-41EB-8157-0226B3521F8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2B108-7464-455F-8F74-18D7A039019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E44139-E452-4042-876B-0B8E5D8A889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655294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18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519013662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134774610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$t1, $s1, $s2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4343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542D08-1FA4-4B2B-8F11-CAE1CFFC11F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3C27DF-42D2-4EBF-A4A2-3F8AD6D53FF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39557-AA9E-42F3-91FF-FE579CADDFD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10826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19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48228713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$t1, $s1, $s2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4724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5551B4-C0EC-4DAB-A4DB-66B5F123A4C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F1EADB-AED4-4DED-8475-3F8BD87238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E22F3-930A-47A2-BFEA-1927559F524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350031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A332C-5DB0-4DE8-9460-2CF70EF6C0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E0C18-B0F2-4843-916E-96A0596EF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20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514903644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4154371789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$t1, $s1, $s2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5105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F2BA1A-CC72-4ACB-AB38-A04A209B887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19668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A332C-5DB0-4DE8-9460-2CF70EF6C0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E0C18-B0F2-4843-916E-96A0596EF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21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694172952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$t1, $s1, $s2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5486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F2BA1A-CC72-4ACB-AB38-A04A209B887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23089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A332C-5DB0-4DE8-9460-2CF70EF6C0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E0C18-B0F2-4843-916E-96A0596EF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22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406626393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641835498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strike="noStrike" dirty="0"/>
                        <a:t>$t3+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$t1, $s1, $s2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5867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F2BA1A-CC72-4ACB-AB38-A04A209B887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238198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A332C-5DB0-4DE8-9460-2CF70EF6C0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E0C18-B0F2-4843-916E-96A0596EF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23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503962128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779905182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strike="noStrike" dirty="0"/>
                        <a:t>$t3+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$s4+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$t4+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CA0628-FBD9-45F2-9EA0-6349B557DEC8}"/>
              </a:ext>
            </a:extLst>
          </p:cNvPr>
          <p:cNvCxnSpPr/>
          <p:nvPr/>
        </p:nvCxnSpPr>
        <p:spPr>
          <a:xfrm>
            <a:off x="6248400" y="1295400"/>
            <a:ext cx="0" cy="274320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F2BA1A-CC72-4ACB-AB38-A04A209B887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011207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A332C-5DB0-4DE8-9460-2CF70EF6C0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E0C18-B0F2-4843-916E-96A0596EF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24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01048880"/>
              </p:ext>
            </p:ext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223745479"/>
              </p:ext>
            </p:ext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F2BA1A-CC72-4ACB-AB38-A04A209B887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96244-2252-4B1C-A6D1-58716572729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962400" y="3858263"/>
            <a:ext cx="2812308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lots of stalling for WAW hazard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60823-DDF4-4AC6-B004-A148A2E8F88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486400" y="1107691"/>
            <a:ext cx="2772747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lots of waiting for WAR hazard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4677E18-EAE8-42E0-8667-22F312001BD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05400" y="2480846"/>
            <a:ext cx="1143000" cy="338554"/>
          </a:xfrm>
          <a:prstGeom prst="ellipse">
            <a:avLst/>
          </a:prstGeom>
          <a:noFill/>
          <a:ln w="317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94CE6A-9EFA-4BAF-8687-1A2407B2A79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332514" y="2764792"/>
            <a:ext cx="1534886" cy="338554"/>
          </a:xfrm>
          <a:prstGeom prst="ellipse">
            <a:avLst/>
          </a:prstGeom>
          <a:noFill/>
          <a:ln w="317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73681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A332C-5DB0-4DE8-9460-2CF70EF6C0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26380" y="5046944"/>
            <a:ext cx="381762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predict-not-taken, branches resolved in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E0C18-B0F2-4843-916E-96A0596EF2A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257800" y="5507173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+ means register ready, - means not ready</a:t>
            </a:r>
          </a:p>
        </p:txBody>
      </p:sp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Scoreboard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25</a:t>
            </a:fld>
            <a:endParaRPr lang="en-US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812956D5-A765-44D0-B092-DF0EE1EC912A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603428" y="1447800"/>
          <a:ext cx="7937144" cy="2432142"/>
        </p:xfrm>
        <a:graphic>
          <a:graphicData uri="http://schemas.openxmlformats.org/drawingml/2006/table">
            <a:tbl>
              <a:tblPr/>
              <a:tblGrid>
                <a:gridCol w="141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69226169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62433177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64050861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821066576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39513056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1164516581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309827565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3494778133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123532202"/>
                    </a:ext>
                  </a:extLst>
                </a:gridCol>
                <a:gridCol w="383898">
                  <a:extLst>
                    <a:ext uri="{9D8B030D-6E8A-4147-A177-3AD203B41FA5}">
                      <a16:colId xmlns:a16="http://schemas.microsoft.com/office/drawing/2014/main" val="2392952470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\ cycle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0($s0)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bne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$s1, DEST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$t1, 4($s1)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4872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 $s1, $s1, $s2 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570223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addi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$t0, $t3, 16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70489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$t4, 0($s4)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62238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131961"/>
                  </a:ext>
                </a:extLst>
              </a:tr>
              <a:tr h="232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44837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07830F-2C4D-4EB7-9C73-224A0120B578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133600" y="4206240"/>
          <a:ext cx="310896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6781876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58072159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198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scoreboard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func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insn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addi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strike="noStrik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bne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sw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5706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F2BA1A-CC72-4ACB-AB38-A04A209B887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334000" y="5277836"/>
            <a:ext cx="35052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1400" dirty="0">
                <a:latin typeface="+mn-lt"/>
              </a:rPr>
              <a:t>assume 5 cycles to execute </a:t>
            </a:r>
            <a:r>
              <a:rPr lang="en-US" sz="1400" dirty="0" err="1">
                <a:latin typeface="+mn-lt"/>
              </a:rPr>
              <a:t>lw</a:t>
            </a:r>
            <a:r>
              <a:rPr lang="en-US" sz="1400" dirty="0">
                <a:latin typeface="+mn-lt"/>
              </a:rPr>
              <a:t>, else 1 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96244-2252-4B1C-A6D1-58716572729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296868" y="3858263"/>
            <a:ext cx="441428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…but store instruction already modified memory!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60823-DDF4-4AC6-B004-A148A2E8F88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19600" y="1107691"/>
            <a:ext cx="334162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what if branch taken? resolved at X…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79C7B6-F25C-477A-A60A-2D672FDF486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791200" y="1905000"/>
            <a:ext cx="533400" cy="338554"/>
          </a:xfrm>
          <a:prstGeom prst="ellipse">
            <a:avLst/>
          </a:prstGeom>
          <a:noFill/>
          <a:ln w="317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C014A5-A415-4E38-A731-AC58052BAFC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222102" y="2209353"/>
            <a:ext cx="533400" cy="338554"/>
          </a:xfrm>
          <a:prstGeom prst="ellipse">
            <a:avLst/>
          </a:prstGeom>
          <a:noFill/>
          <a:ln w="317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741572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Superscalar Processors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Step-by-step topics: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Scoreboard: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Dynamic scheduling </a:t>
            </a:r>
            <a:r>
              <a:rPr lang="en-US" altLang="en-US" sz="2400" dirty="0"/>
              <a:t>for enabling </a:t>
            </a:r>
            <a:r>
              <a:rPr lang="en-US" altLang="en-US" sz="2400" dirty="0" err="1"/>
              <a:t>OoO</a:t>
            </a:r>
            <a:r>
              <a:rPr lang="en-US" altLang="en-US" sz="2400" dirty="0"/>
              <a:t> execution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MIPS R10K: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Register renaming </a:t>
            </a:r>
            <a:r>
              <a:rPr lang="en-US" altLang="en-US" sz="2400" dirty="0"/>
              <a:t>for eliminating WAR/WAW hazards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Reorder buffer </a:t>
            </a:r>
            <a:r>
              <a:rPr lang="en-US" altLang="en-US" sz="2400" dirty="0"/>
              <a:t>for handling speculation/precise state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9525018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Now that instructions execute out-of-order, </a:t>
            </a:r>
            <a:r>
              <a:rPr lang="en-US" altLang="en-US" sz="2800" b="1" dirty="0"/>
              <a:t>WAR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WAW</a:t>
            </a:r>
            <a:r>
              <a:rPr lang="en-US" altLang="en-US" sz="2800" dirty="0"/>
              <a:t> dependences become hazards too!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addi</a:t>
            </a:r>
            <a:r>
              <a:rPr lang="en-US" altLang="en-US" sz="2800" dirty="0"/>
              <a:t> $t0, $t0,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 $t1, 0($s0)		# cache miss!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or $t1, $t0, $s0		# not dependent on </a:t>
            </a:r>
            <a:r>
              <a:rPr lang="en-US" altLang="en-US" sz="2800" dirty="0" err="1"/>
              <a:t>lw</a:t>
            </a: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sub $t1, $t1, $s2		# not dependent on </a:t>
            </a:r>
            <a:r>
              <a:rPr lang="en-US" altLang="en-US" sz="2800" dirty="0" err="1"/>
              <a:t>lw</a:t>
            </a: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bne</a:t>
            </a:r>
            <a:r>
              <a:rPr lang="en-US" altLang="en-US" sz="2800" dirty="0"/>
              <a:t> $s1, $t1, TARGET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092388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Now that instructions execute out-of-order, </a:t>
            </a:r>
            <a:r>
              <a:rPr lang="en-US" altLang="en-US" sz="2800" b="1" dirty="0"/>
              <a:t>WAR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WAW</a:t>
            </a:r>
            <a:r>
              <a:rPr lang="en-US" altLang="en-US" sz="2800" dirty="0"/>
              <a:t> dependences become hazards too!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addi</a:t>
            </a:r>
            <a:r>
              <a:rPr lang="en-US" altLang="en-US" sz="2800" dirty="0"/>
              <a:t> $t0, $t0,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/>
              <a:t>or $t1, $t0, $s0		# not dependent on </a:t>
            </a:r>
            <a:r>
              <a:rPr lang="en-US" altLang="en-US" sz="2800" b="1" dirty="0" err="1"/>
              <a:t>lw</a:t>
            </a:r>
            <a:endParaRPr lang="en-US" altLang="en-US" sz="2800" b="1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/>
              <a:t>sub $t1, $t1, $s2		# not dependent on </a:t>
            </a:r>
            <a:r>
              <a:rPr lang="en-US" altLang="en-US" sz="2800" b="1" dirty="0" err="1"/>
              <a:t>lw</a:t>
            </a:r>
            <a:endParaRPr lang="en-US" altLang="en-US" sz="2800" b="1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 $t1, 0($s0)		# cache miss!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strike="sngStrike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strike="sngStrike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bne</a:t>
            </a:r>
            <a:r>
              <a:rPr lang="en-US" altLang="en-US" sz="2800" dirty="0"/>
              <a:t> $s1, $t1, TARGET	</a:t>
            </a:r>
            <a:r>
              <a:rPr lang="en-US" altLang="en-US" sz="2800" b="1" dirty="0"/>
              <a:t># wrong value of [$t1]!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139043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Renaming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610600" cy="56388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Change register names to eliminate WAR/WAW hazards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Key: think of ISA registers ($t1, $s0, …) as </a:t>
            </a:r>
            <a:r>
              <a:rPr lang="en-US" altLang="en-US" sz="2800" i="1" dirty="0"/>
              <a:t>names</a:t>
            </a:r>
            <a:r>
              <a:rPr lang="en-US" altLang="en-US" sz="2800" dirty="0"/>
              <a:t> not </a:t>
            </a:r>
            <a:r>
              <a:rPr lang="en-US" altLang="en-US" sz="2800" i="1" dirty="0"/>
              <a:t>storage locations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Can have more locations than names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Can have multiple active versions of same name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en-US" sz="12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Map table</a:t>
            </a:r>
            <a:r>
              <a:rPr lang="en-US" altLang="en-US" sz="2800" dirty="0"/>
              <a:t>: maps names (</a:t>
            </a:r>
            <a:r>
              <a:rPr lang="en-US" altLang="en-US" sz="2800" i="1" dirty="0"/>
              <a:t>architectural</a:t>
            </a:r>
            <a:r>
              <a:rPr lang="en-US" altLang="en-US" sz="2800" dirty="0"/>
              <a:t> </a:t>
            </a:r>
            <a:r>
              <a:rPr lang="en-US" altLang="en-US" sz="2800" i="1" dirty="0"/>
              <a:t>registers</a:t>
            </a:r>
            <a:r>
              <a:rPr lang="en-US" altLang="en-US" sz="2800" dirty="0"/>
              <a:t>) to most recent storage locations (</a:t>
            </a:r>
            <a:r>
              <a:rPr lang="en-US" altLang="en-US" sz="2800" i="1" dirty="0"/>
              <a:t>physical</a:t>
            </a:r>
            <a:r>
              <a:rPr lang="en-US" altLang="en-US" sz="2800" dirty="0"/>
              <a:t> </a:t>
            </a:r>
            <a:r>
              <a:rPr lang="en-US" altLang="en-US" sz="2800" i="1" dirty="0"/>
              <a:t>registers)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b="1" dirty="0"/>
              <a:t>Free list</a:t>
            </a:r>
            <a:r>
              <a:rPr lang="en-US" altLang="en-US" sz="2800" dirty="0"/>
              <a:t>: tracks which physical registers currently do not map to any architectural register</a:t>
            </a:r>
            <a:endParaRPr lang="en-US" altLang="en-US" sz="1800" dirty="0"/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400" b="1" dirty="0"/>
              <a:t>For each </a:t>
            </a:r>
            <a:r>
              <a:rPr lang="en-US" altLang="en-US" sz="2400" b="1" dirty="0" err="1"/>
              <a:t>src</a:t>
            </a:r>
            <a:r>
              <a:rPr lang="en-US" altLang="en-US" sz="2400" b="1" dirty="0"/>
              <a:t> arch </a:t>
            </a:r>
            <a:r>
              <a:rPr lang="en-US" altLang="en-US" sz="2400" b="1" dirty="0" err="1"/>
              <a:t>reg</a:t>
            </a:r>
            <a:r>
              <a:rPr lang="en-US" altLang="en-US" sz="2400" dirty="0"/>
              <a:t>: find physical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 of most recent write by consulting map table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400" b="1" dirty="0"/>
              <a:t>For </a:t>
            </a:r>
            <a:r>
              <a:rPr lang="en-US" altLang="en-US" sz="2400" b="1" dirty="0" err="1"/>
              <a:t>dest</a:t>
            </a:r>
            <a:r>
              <a:rPr lang="en-US" altLang="en-US" sz="2400" b="1" dirty="0"/>
              <a:t> arch </a:t>
            </a:r>
            <a:r>
              <a:rPr lang="en-US" altLang="en-US" sz="2400" b="1" dirty="0" err="1"/>
              <a:t>reg</a:t>
            </a:r>
            <a:r>
              <a:rPr lang="en-US" altLang="en-US" sz="2400" dirty="0"/>
              <a:t>: allocate new physical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, record in map table</a:t>
            </a:r>
          </a:p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US" altLang="en-US" sz="2400" b="1" dirty="0"/>
              <a:t>Upon writeback</a:t>
            </a:r>
            <a:r>
              <a:rPr lang="en-US" altLang="en-US" sz="2400" dirty="0"/>
              <a:t>: deallocate old physical </a:t>
            </a:r>
            <a:r>
              <a:rPr lang="en-US" altLang="en-US" sz="2400" dirty="0" err="1"/>
              <a:t>reg</a:t>
            </a:r>
            <a:r>
              <a:rPr lang="en-US" altLang="en-US" sz="2400" dirty="0"/>
              <a:t> back into free list</a:t>
            </a:r>
            <a:endParaRPr lang="en-US" altLang="en-US" dirty="0"/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558209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10611373"/>
              </p:ext>
            </p:extLst>
          </p:nvPr>
        </p:nvGraphicFramePr>
        <p:xfrm>
          <a:off x="2438400" y="4572000"/>
          <a:ext cx="16002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855671104"/>
              </p:ext>
            </p:ext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P5, P8, P4, P7,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675996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521776609"/>
              </p:ext>
            </p:extLst>
          </p:nvPr>
        </p:nvGraphicFramePr>
        <p:xfrm>
          <a:off x="2438400" y="4572000"/>
          <a:ext cx="16002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84719759"/>
              </p:ext>
            </p:ext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P8, P4, P7,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88408155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				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 P8, 0(P6)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30226598"/>
              </p:ext>
            </p:extLst>
          </p:nvPr>
        </p:nvGraphicFramePr>
        <p:xfrm>
          <a:off x="2438400" y="4572000"/>
          <a:ext cx="16002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P3</a:t>
                      </a:r>
                      <a:r>
                        <a:rPr lang="en-US" sz="1600" dirty="0"/>
                        <a:t> P8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471428845"/>
              </p:ext>
            </p:ext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P4, P7,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0076977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				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 P8, 0(P6)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			add P4, P8,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b="1" dirty="0"/>
              <a:t>or $t1, $t0, $s0</a:t>
            </a:r>
            <a:r>
              <a:rPr lang="en-US" altLang="en-US" sz="2400" dirty="0"/>
              <a:t>			or P7, P5, P6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b="1" dirty="0"/>
              <a:t>sub $t1, $t1, $s2</a:t>
            </a:r>
            <a:r>
              <a:rPr lang="en-US" altLang="en-US" sz="2400" dirty="0"/>
              <a:t>			sub P9, P7,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			</a:t>
            </a:r>
            <a:r>
              <a:rPr lang="en-US" altLang="en-US" sz="2400" dirty="0" err="1"/>
              <a:t>bne</a:t>
            </a:r>
            <a:r>
              <a:rPr lang="en-US" altLang="en-US" sz="2400" dirty="0"/>
              <a:t> P4, P9,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438400" y="4572000"/>
          <a:ext cx="19050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897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248103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P3</a:t>
                      </a:r>
                      <a:r>
                        <a:rPr lang="en-US" sz="1600" dirty="0"/>
                        <a:t> </a:t>
                      </a:r>
                      <a:r>
                        <a:rPr lang="en-US" sz="1600" strike="sngStrike" dirty="0"/>
                        <a:t>P8</a:t>
                      </a:r>
                      <a:r>
                        <a:rPr lang="en-US" sz="1600" strike="noStrike" dirty="0"/>
                        <a:t> </a:t>
                      </a:r>
                      <a:r>
                        <a:rPr lang="en-US" sz="1600" strike="sngStrike" dirty="0"/>
                        <a:t>P7</a:t>
                      </a:r>
                      <a:r>
                        <a:rPr lang="en-US" sz="1600" strike="noStrike" dirty="0"/>
                        <a:t>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P2</a:t>
                      </a:r>
                      <a:r>
                        <a:rPr lang="en-US" sz="1600" dirty="0"/>
                        <a:t> 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043288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				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or P7, P5, P6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			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</a:rPr>
              <a:t>sub P9, P7,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			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 P8, 0(P6)	</a:t>
            </a:r>
            <a:r>
              <a:rPr lang="en-US" altLang="en-US" sz="2400" b="1" dirty="0"/>
              <a:t># cache miss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			add P4, P8,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			</a:t>
            </a:r>
            <a:r>
              <a:rPr lang="en-US" altLang="en-US" sz="2400" dirty="0" err="1"/>
              <a:t>bne</a:t>
            </a:r>
            <a:r>
              <a:rPr lang="en-US" altLang="en-US" sz="2400" dirty="0"/>
              <a:t> P4, P9,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438400" y="4572000"/>
          <a:ext cx="19050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897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248103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P3</a:t>
                      </a:r>
                      <a:r>
                        <a:rPr lang="en-US" sz="1600" dirty="0"/>
                        <a:t> </a:t>
                      </a:r>
                      <a:r>
                        <a:rPr lang="en-US" sz="1600" strike="sngStrike" dirty="0"/>
                        <a:t>P8</a:t>
                      </a:r>
                      <a:r>
                        <a:rPr lang="en-US" sz="1600" strike="noStrike" dirty="0"/>
                        <a:t> </a:t>
                      </a:r>
                      <a:r>
                        <a:rPr lang="en-US" sz="1600" strike="sngStrike" dirty="0"/>
                        <a:t>P7</a:t>
                      </a:r>
                      <a:r>
                        <a:rPr lang="en-US" sz="1600" strike="noStrike" dirty="0"/>
                        <a:t>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P2</a:t>
                      </a:r>
                      <a:r>
                        <a:rPr lang="en-US" sz="1600" dirty="0"/>
                        <a:t> 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8693105-A407-40C2-82AE-91CBAB656AC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105400" y="4495800"/>
            <a:ext cx="33528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can execute out-of-order</a:t>
            </a:r>
          </a:p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while preserving dependences!</a:t>
            </a:r>
            <a:endParaRPr lang="en-US" sz="1800" b="1" baseline="-250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78689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				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 P8, 0(P6)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			add P4, P8,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			or P7, P5, P6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			sub P9, P7,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			</a:t>
            </a:r>
            <a:r>
              <a:rPr lang="en-US" altLang="en-US" sz="2400" dirty="0" err="1"/>
              <a:t>bne</a:t>
            </a:r>
            <a:r>
              <a:rPr lang="en-US" altLang="en-US" sz="2400" dirty="0"/>
              <a:t> P4, P9,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438400" y="4572000"/>
          <a:ext cx="19050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897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248103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P1, P3, P2, P8, P7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51AD082-13DE-4EAD-9FCF-5F0E7D4A0F1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105400" y="4494326"/>
            <a:ext cx="3352800" cy="4586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…but need to writeback in-order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911240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altLang="en-US" dirty="0"/>
              <a:t>Speculation</a:t>
            </a:r>
          </a:p>
        </p:txBody>
      </p:sp>
      <p:sp>
        <p:nvSpPr>
          <p:cNvPr id="2056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600200"/>
            <a:ext cx="8308975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Execution of instructions before confirming that they need to be executed or before confirming that their operands are correct</a:t>
            </a:r>
            <a:endParaRPr lang="en-US" altLang="en-US" sz="2800" b="1" dirty="0"/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e.g., </a:t>
            </a:r>
            <a:r>
              <a:rPr lang="en-US" altLang="en-US" sz="2400" i="1" dirty="0"/>
              <a:t>Branch prediction </a:t>
            </a:r>
            <a:r>
              <a:rPr lang="en-US" altLang="en-US" sz="2400" dirty="0"/>
              <a:t>yields speculation of subsequent instructions in the predicted control path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e.g., </a:t>
            </a:r>
            <a:r>
              <a:rPr lang="en-US" altLang="en-US" sz="2400" i="1" dirty="0"/>
              <a:t>Memory dependence prediction</a:t>
            </a:r>
            <a:r>
              <a:rPr lang="en-US" altLang="en-US" sz="2400" b="1" dirty="0"/>
              <a:t> </a:t>
            </a:r>
            <a:r>
              <a:rPr lang="en-US" altLang="en-US" sz="2400" dirty="0"/>
              <a:t>yields speculation of load </a:t>
            </a:r>
            <a:r>
              <a:rPr lang="en-US" altLang="en-US" sz="2400" dirty="0" err="1"/>
              <a:t>insns</a:t>
            </a:r>
            <a:r>
              <a:rPr lang="en-US" altLang="en-US" sz="2400" dirty="0"/>
              <a:t> that come after a store </a:t>
            </a:r>
            <a:r>
              <a:rPr lang="en-US" altLang="en-US" sz="2400" dirty="0" err="1"/>
              <a:t>insn</a:t>
            </a:r>
            <a:r>
              <a:rPr lang="en-US" altLang="en-US" sz="2400" dirty="0"/>
              <a:t> whose address is not yet known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e.g., </a:t>
            </a:r>
            <a:r>
              <a:rPr lang="en-US" altLang="en-US" sz="2400" i="1" dirty="0"/>
              <a:t>Value prediction </a:t>
            </a:r>
            <a:r>
              <a:rPr lang="en-US" altLang="en-US" sz="2400" dirty="0"/>
              <a:t>yields speculation of subsequent instructions that read the predicted value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Need to maintain </a:t>
            </a:r>
            <a:r>
              <a:rPr lang="en-US" altLang="en-US" sz="2800" i="1" dirty="0"/>
              <a:t>precise state </a:t>
            </a:r>
            <a:r>
              <a:rPr lang="en-US" altLang="en-US" sz="2800" dirty="0"/>
              <a:t>upon </a:t>
            </a:r>
            <a:r>
              <a:rPr lang="en-US" altLang="en-US" sz="2800" dirty="0" err="1"/>
              <a:t>misspeculation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Revert processor as if younger instructions never executed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/>
              <a:t>Same procedure for exceptions and interrupts</a:t>
            </a:r>
          </a:p>
        </p:txBody>
      </p:sp>
      <p:sp>
        <p:nvSpPr>
          <p:cNvPr id="2054" name="Slide Number Placeholder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CBC38AAC-2024-4792-9CC7-FB44A3777575}" type="slidenum">
              <a:rPr lang="en-US" altLang="en-US"/>
              <a:pPr lvl="1" eaLnBrk="1" hangingPunct="1"/>
              <a:t>36</a:t>
            </a:fld>
            <a:endParaRPr lang="en-US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649199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UIDATA" val="&lt;database version=&quot;11.0&quot;&gt;&lt;object type=&quot;1&quot; unique_id=&quot;10001&quot;&gt;&lt;property id=&quot;20141&quot; value=&quot;ECE/CS 552 - Superscalar and Out-of-Order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SuperscalarOoO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0014&quot;&gt;&lt;property id=&quot;20148&quot; value=&quot;5&quot;/&gt;&lt;property id=&quot;20300&quot; value=&quot;Slide 2 - &amp;quot;Limitations of Scalar Pipelines&amp;quot;&quot;/&gt;&lt;property id=&quot;20307&quot; value=&quot;472&quot;/&gt;&lt;property id=&quot;20309&quot; value=&quot;-1&quot;/&gt;&lt;/object&gt;&lt;object type=&quot;3&quot; unique_id=&quot;17616&quot;&gt;&lt;property id=&quot;20148&quot; value=&quot;5&quot;/&gt;&lt;property id=&quot;20300&quot; value=&quot;Slide 1 - &amp;quot;ECE/CS 552: Superscalar and Out-of-Order&amp;quot;&quot;/&gt;&lt;property id=&quot;20307&quot; value=&quot;567&quot;/&gt;&lt;property id=&quot;20309&quot; value=&quot;-1&quot;/&gt;&lt;/object&gt;&lt;object type=&quot;3&quot; unique_id=&quot;21895&quot;&gt;&lt;property id=&quot;20148&quot; value=&quot;5&quot;/&gt;&lt;property id=&quot;20300&quot; value=&quot;Slide 3 - &amp;quot;Superscalar Processors&amp;quot;&quot;/&gt;&lt;property id=&quot;20307&quot; value=&quot;573&quot;/&gt;&lt;property id=&quot;20309&quot; value=&quot;-1&quot;/&gt;&lt;/object&gt;&lt;object type=&quot;3&quot; unique_id=&quot;21897&quot;&gt;&lt;property id=&quot;20148&quot; value=&quot;5&quot;/&gt;&lt;property id=&quot;20300&quot; value=&quot;Slide 6 - &amp;quot;Superscalar Processors&amp;quot;&quot;/&gt;&lt;property id=&quot;20307&quot; value=&quot;575&quot;/&gt;&lt;property id=&quot;20309&quot; value=&quot;-1&quot;/&gt;&lt;/object&gt;&lt;object type=&quot;3&quot; unique_id=&quot;21912&quot;&gt;&lt;property id=&quot;20148&quot; value=&quot;5&quot;/&gt;&lt;property id=&quot;20300&quot; value=&quot;Slide 31 - &amp;quot;Exercise – Register Renaming&amp;quot;&quot;/&gt;&lt;property id=&quot;20307&quot; value=&quot;588&quot;/&gt;&lt;property id=&quot;20309&quot; value=&quot;-1&quot;/&gt;&lt;/object&gt;&lt;object type=&quot;3&quot; unique_id=&quot;21915&quot;&gt;&lt;property id=&quot;20148&quot; value=&quot;5&quot;/&gt;&lt;property id=&quot;20300&quot; value=&quot;Slide 32 - &amp;quot;Exercise – Register Renaming&amp;quot;&quot;/&gt;&lt;property id=&quot;20307&quot; value=&quot;593&quot;/&gt;&lt;property id=&quot;20309&quot; value=&quot;-1&quot;/&gt;&lt;/object&gt;&lt;object type=&quot;3&quot; unique_id=&quot;21917&quot;&gt;&lt;property id=&quot;20148&quot; value=&quot;5&quot;/&gt;&lt;property id=&quot;20300&quot; value=&quot;Slide 33 - &amp;quot;Exercise – Register Renaming&amp;quot;&quot;/&gt;&lt;property id=&quot;20307&quot; value=&quot;595&quot;/&gt;&lt;property id=&quot;20309&quot; value=&quot;-1&quot;/&gt;&lt;/object&gt;&lt;object type=&quot;3&quot; unique_id=&quot;21925&quot;&gt;&lt;property id=&quot;20148&quot; value=&quot;5&quot;/&gt;&lt;property id=&quot;20300&quot; value=&quot;Slide 34 - &amp;quot;Exercise – Register Renaming&amp;quot;&quot;/&gt;&lt;property id=&quot;20307&quot; value=&quot;612&quot;/&gt;&lt;property id=&quot;20309&quot; value=&quot;-1&quot;/&gt;&lt;/object&gt;&lt;object type=&quot;3&quot; unique_id=&quot;21927&quot;&gt;&lt;property id=&quot;20148&quot; value=&quot;5&quot;/&gt;&lt;property id=&quot;20300&quot; value=&quot;Slide 35 - &amp;quot;Exercise – Register Renaming&amp;quot;&quot;/&gt;&lt;property id=&quot;20307&quot; value=&quot;603&quot;/&gt;&lt;property id=&quot;20309&quot; value=&quot;-1&quot;/&gt;&lt;/object&gt;&lt;object type=&quot;3&quot; unique_id=&quot;21935&quot;&gt;&lt;property id=&quot;20148&quot; value=&quot;5&quot;/&gt;&lt;property id=&quot;20300&quot; value=&quot;Slide 36 - &amp;quot;Exercise – Register Renaming&amp;quot;&quot;/&gt;&lt;property id=&quot;20307&quot; value=&quot;613&quot;/&gt;&lt;property id=&quot;20309&quot; value=&quot;-1&quot;/&gt;&lt;/object&gt;&lt;object type=&quot;3&quot; unique_id=&quot;21938&quot;&gt;&lt;property id=&quot;20148&quot; value=&quot;5&quot;/&gt;&lt;property id=&quot;20300&quot; value=&quot;Slide 37 - &amp;quot;Speculation&amp;quot;&quot;/&gt;&lt;property id=&quot;20307&quot; value=&quot;735&quot;/&gt;&lt;property id=&quot;20309&quot; value=&quot;-1&quot;/&gt;&lt;/object&gt;&lt;object type=&quot;3&quot; unique_id=&quot;23132&quot;&gt;&lt;property id=&quot;20148&quot; value=&quot;5&quot;/&gt;&lt;property id=&quot;20300&quot; value=&quot;Slide 4 - &amp;quot;Superscalar Processors&amp;quot;&quot;/&gt;&lt;property id=&quot;20307&quot; value=&quot;752&quot;/&gt;&lt;property id=&quot;20309&quot; value=&quot;-1&quot;/&gt;&lt;/object&gt;&lt;object type=&quot;3&quot; unique_id=&quot;23535&quot;&gt;&lt;property id=&quot;20148&quot; value=&quot;5&quot;/&gt;&lt;property id=&quot;20300&quot; value=&quot;Slide 5 - &amp;quot;Superscalar Processors&amp;quot;&quot;/&gt;&lt;property id=&quot;20307&quot; value=&quot;753&quot;/&gt;&lt;property id=&quot;20309&quot; value=&quot;-1&quot;/&gt;&lt;/object&gt;&lt;object type=&quot;3&quot; unique_id=&quot;24925&quot;&gt;&lt;property id=&quot;20148&quot; value=&quot;5&quot;/&gt;&lt;property id=&quot;20300&quot; value=&quot;Slide 7 - &amp;quot;In-Order Execution&amp;quot;&quot;/&gt;&lt;property id=&quot;20307&quot; value=&quot;754&quot;/&gt;&lt;property id=&quot;20309&quot; value=&quot;-1&quot;/&gt;&lt;/object&gt;&lt;object type=&quot;3&quot; unique_id=&quot;25601&quot;&gt;&lt;property id=&quot;20148&quot; value=&quot;5&quot;/&gt;&lt;property id=&quot;20300&quot; value=&quot;Slide 8 - &amp;quot;Out-of-Order Execution&amp;quot;&quot;/&gt;&lt;property id=&quot;20307&quot; value=&quot;755&quot;/&gt;&lt;property id=&quot;20309&quot; value=&quot;-1&quot;/&gt;&lt;/object&gt;&lt;object type=&quot;3&quot; unique_id=&quot;25602&quot;&gt;&lt;property id=&quot;20148&quot; value=&quot;5&quot;/&gt;&lt;property id=&quot;20300&quot; value=&quot;Slide 9 - &amp;quot;Out-of-Order Execution&amp;quot;&quot;/&gt;&lt;property id=&quot;20307&quot; value=&quot;756&quot;/&gt;&lt;property id=&quot;20309&quot; value=&quot;-1&quot;/&gt;&lt;/object&gt;&lt;object type=&quot;3&quot; unique_id=&quot;26151&quot;&gt;&lt;property id=&quot;20148&quot; value=&quot;5&quot;/&gt;&lt;property id=&quot;20300&quot; value=&quot;Slide 10 - &amp;quot;Out-of-Order Execution&amp;quot;&quot;/&gt;&lt;property id=&quot;20307&quot; value=&quot;757&quot;/&gt;&lt;property id=&quot;20309&quot; value=&quot;-1&quot;/&gt;&lt;/object&gt;&lt;object type=&quot;3&quot; unique_id=&quot;26152&quot;&gt;&lt;property id=&quot;20148&quot; value=&quot;5&quot;/&gt;&lt;property id=&quot;20300&quot; value=&quot;Slide 11 - &amp;quot;Out-of-Order Execution&amp;quot;&quot;/&gt;&lt;property id=&quot;20307&quot; value=&quot;758&quot;/&gt;&lt;property id=&quot;20309&quot; value=&quot;-1&quot;/&gt;&lt;/object&gt;&lt;object type=&quot;3&quot; unique_id=&quot;26570&quot;&gt;&lt;property id=&quot;20148&quot; value=&quot;5&quot;/&gt;&lt;property id=&quot;20300&quot; value=&quot;Slide 12 - &amp;quot;Scoreboard&amp;quot;&quot;/&gt;&lt;property id=&quot;20307&quot; value=&quot;759&quot;/&gt;&lt;property id=&quot;20309&quot; value=&quot;-1&quot;/&gt;&lt;/object&gt;&lt;object type=&quot;3&quot; unique_id=&quot;27131&quot;&gt;&lt;property id=&quot;20148&quot; value=&quot;5&quot;/&gt;&lt;property id=&quot;20300&quot; value=&quot;Slide 13 - &amp;quot;Scoreboard&amp;quot;&quot;/&gt;&lt;property id=&quot;20307&quot; value=&quot;760&quot;/&gt;&lt;property id=&quot;20309&quot; value=&quot;-1&quot;/&gt;&lt;/object&gt;&lt;object type=&quot;3&quot; unique_id=&quot;27132&quot;&gt;&lt;property id=&quot;20148&quot; value=&quot;5&quot;/&gt;&lt;property id=&quot;20300&quot; value=&quot;Slide 14 - &amp;quot;Scoreboard&amp;quot;&quot;/&gt;&lt;property id=&quot;20307&quot; value=&quot;761&quot;/&gt;&lt;property id=&quot;20309&quot; value=&quot;-1&quot;/&gt;&lt;/object&gt;&lt;object type=&quot;3&quot; unique_id=&quot;28845&quot;&gt;&lt;property id=&quot;20148&quot; value=&quot;5&quot;/&gt;&lt;property id=&quot;20300&quot; value=&quot;Slide 15 - &amp;quot;Scoreboard&amp;quot;&quot;/&gt;&lt;property id=&quot;20307&quot; value=&quot;763&quot;/&gt;&lt;property id=&quot;20309&quot; value=&quot;-1&quot;/&gt;&lt;/object&gt;&lt;object type=&quot;3&quot; unique_id=&quot;28846&quot;&gt;&lt;property id=&quot;20148&quot; value=&quot;5&quot;/&gt;&lt;property id=&quot;20300&quot; value=&quot;Slide 16 - &amp;quot;Scoreboard&amp;quot;&quot;/&gt;&lt;property id=&quot;20307&quot; value=&quot;764&quot;/&gt;&lt;property id=&quot;20309&quot; value=&quot;-1&quot;/&gt;&lt;/object&gt;&lt;object type=&quot;3&quot; unique_id=&quot;28847&quot;&gt;&lt;property id=&quot;20148&quot; value=&quot;5&quot;/&gt;&lt;property id=&quot;20300&quot; value=&quot;Slide 17 - &amp;quot;Scoreboard&amp;quot;&quot;/&gt;&lt;property id=&quot;20307&quot; value=&quot;765&quot;/&gt;&lt;property id=&quot;20309&quot; value=&quot;-1&quot;/&gt;&lt;/object&gt;&lt;object type=&quot;3&quot; unique_id=&quot;29429&quot;&gt;&lt;property id=&quot;20148&quot; value=&quot;5&quot;/&gt;&lt;property id=&quot;20300&quot; value=&quot;Slide 18 - &amp;quot;Scoreboard&amp;quot;&quot;/&gt;&lt;property id=&quot;20307&quot; value=&quot;766&quot;/&gt;&lt;property id=&quot;20309&quot; value=&quot;-1&quot;/&gt;&lt;/object&gt;&lt;object type=&quot;3&quot; unique_id=&quot;29430&quot;&gt;&lt;property id=&quot;20148&quot; value=&quot;5&quot;/&gt;&lt;property id=&quot;20300&quot; value=&quot;Slide 19 - &amp;quot;Scoreboard&amp;quot;&quot;/&gt;&lt;property id=&quot;20307&quot; value=&quot;767&quot;/&gt;&lt;property id=&quot;20309&quot; value=&quot;-1&quot;/&gt;&lt;/object&gt;&lt;object type=&quot;3&quot; unique_id=&quot;30019&quot;&gt;&lt;property id=&quot;20148&quot; value=&quot;5&quot;/&gt;&lt;property id=&quot;20300&quot; value=&quot;Slide 20 - &amp;quot;Scoreboard&amp;quot;&quot;/&gt;&lt;property id=&quot;20307&quot; value=&quot;768&quot;/&gt;&lt;property id=&quot;20309&quot; value=&quot;-1&quot;/&gt;&lt;/object&gt;&lt;object type=&quot;3&quot; unique_id=&quot;30020&quot;&gt;&lt;property id=&quot;20148&quot; value=&quot;5&quot;/&gt;&lt;property id=&quot;20300&quot; value=&quot;Slide 21 - &amp;quot;Scoreboard&amp;quot;&quot;/&gt;&lt;property id=&quot;20307&quot; value=&quot;769&quot;/&gt;&lt;property id=&quot;20309&quot; value=&quot;-1&quot;/&gt;&lt;/object&gt;&lt;object type=&quot;3&quot; unique_id=&quot;30617&quot;&gt;&lt;property id=&quot;20148&quot; value=&quot;5&quot;/&gt;&lt;property id=&quot;20300&quot; value=&quot;Slide 22 - &amp;quot;Scoreboard&amp;quot;&quot;/&gt;&lt;property id=&quot;20307&quot; value=&quot;770&quot;/&gt;&lt;property id=&quot;20309&quot; value=&quot;-1&quot;/&gt;&lt;/object&gt;&lt;object type=&quot;3&quot; unique_id=&quot;30618&quot;&gt;&lt;property id=&quot;20148&quot; value=&quot;5&quot;/&gt;&lt;property id=&quot;20300&quot; value=&quot;Slide 23 - &amp;quot;Scoreboard&amp;quot;&quot;/&gt;&lt;property id=&quot;20307&quot; value=&quot;771&quot;/&gt;&lt;property id=&quot;20309&quot; value=&quot;-1&quot;/&gt;&lt;/object&gt;&lt;object type=&quot;3&quot; unique_id=&quot;31072&quot;&gt;&lt;property id=&quot;20148&quot; value=&quot;5&quot;/&gt;&lt;property id=&quot;20300&quot; value=&quot;Slide 24 - &amp;quot;Scoreboard&amp;quot;&quot;/&gt;&lt;property id=&quot;20307&quot; value=&quot;772&quot;/&gt;&lt;property id=&quot;20309&quot; value=&quot;-1&quot;/&gt;&lt;/object&gt;&lt;object type=&quot;3&quot; unique_id=&quot;31529&quot;&gt;&lt;property id=&quot;20148&quot; value=&quot;5&quot;/&gt;&lt;property id=&quot;20300&quot; value=&quot;Slide 25 - &amp;quot;Scoreboard&amp;quot;&quot;/&gt;&lt;property id=&quot;20307&quot; value=&quot;773&quot;/&gt;&lt;property id=&quot;20309&quot; value=&quot;-1&quot;/&gt;&lt;/object&gt;&lt;object type=&quot;3&quot; unique_id=&quot;31989&quot;&gt;&lt;property id=&quot;20148&quot; value=&quot;5&quot;/&gt;&lt;property id=&quot;20300&quot; value=&quot;Slide 26 - &amp;quot;Scoreboard&amp;quot;&quot;/&gt;&lt;property id=&quot;20307&quot; value=&quot;774&quot;/&gt;&lt;property id=&quot;20309&quot; value=&quot;-1&quot;/&gt;&lt;/object&gt;&lt;object type=&quot;3&quot; unique_id=&quot;32606&quot;&gt;&lt;property id=&quot;20148&quot; value=&quot;5&quot;/&gt;&lt;property id=&quot;20300&quot; value=&quot;Slide 27 - &amp;quot;Superscalar Processors&amp;quot;&quot;/&gt;&lt;property id=&quot;20307&quot; value=&quot;775&quot;/&gt;&lt;property id=&quot;20309&quot; value=&quot;-1&quot;/&gt;&lt;/object&gt;&lt;object type=&quot;3&quot; unique_id=&quot;32607&quot;&gt;&lt;property id=&quot;20148&quot; value=&quot;5&quot;/&gt;&lt;property id=&quot;20300&quot; value=&quot;Slide 30 - &amp;quot;Register Renaming&amp;quot;&quot;/&gt;&lt;property id=&quot;20307&quot; value=&quot;776&quot;/&gt;&lt;property id=&quot;20309&quot; value=&quot;-1&quot;/&gt;&lt;/object&gt;&lt;object type=&quot;3&quot; unique_id=&quot;34012&quot;&gt;&lt;property id=&quot;20148&quot; value=&quot;5&quot;/&gt;&lt;property id=&quot;20300&quot; value=&quot;Slide 28 - &amp;quot;Register Renaming&amp;quot;&quot;/&gt;&lt;property id=&quot;20307&quot; value=&quot;779&quot;/&gt;&lt;property id=&quot;20309&quot; value=&quot;-1&quot;/&gt;&lt;/object&gt;&lt;object type=&quot;3&quot; unique_id=&quot;34013&quot;&gt;&lt;property id=&quot;20148&quot; value=&quot;5&quot;/&gt;&lt;property id=&quot;20300&quot; value=&quot;Slide 29 - &amp;quot;Register Renaming&amp;quot;&quot;/&gt;&lt;property id=&quot;20307&quot; value=&quot;781&quot;/&gt;&lt;property id=&quot;20309&quot; value=&quot;-1&quot;/&gt;&lt;/object&gt;&lt;/object&gt;&lt;object type=&quot;10&quot; unique_id=&quot;18704&quot;&gt;&lt;object type=&quot;11&quot; unique_id=&quot;18705&quot;&gt;&lt;property id=&quot;20180&quot; value=&quot;0&quot;/&gt;&lt;property id=&quot;20181&quot; value=&quot;1&quot;/&gt;&lt;property id=&quot;20183&quot; value=&quot;1&quot;/&gt;&lt;/object&gt;&lt;object type=&quot;12&quot; unique_id=&quot;39348&quot;&gt;&lt;/object&gt;&lt;/object&gt;&lt;object type=&quot;4&quot; unique_id=&quot;18706&quot;&gt;&lt;/object&gt;&lt;/object&gt;&lt;/database&gt;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071321526,C:\Users\sanmi\GoogleDrive\UWMdrive\Courses\ECE552\ece552-lec15_SuperscalarOoO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A9565BA-58A4-4BCA-92DC-67A338DB1671}_1.png&quot;/&gt;&lt;left val=&quot;35&quot;/&gt;&lt;top val=&quot;214&quot;/&gt;&lt;width val=&quot;648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28&quot;/&gt;&lt;lineCharCount val=&quot;1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95ABDEC-25AE-4F12-B199-DC396117F887}_1.png&quot;/&gt;&lt;left val=&quot;104&quot;/&gt;&lt;top val=&quot;370&quot;/&gt;&lt;width val=&quot;515&quot;/&gt;&lt;height val=&quot;145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61&quot;/&gt;&lt;lineCharCount val=&quot;6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1071321526,C:\Users\sanmi\GoogleDrive\UWMdrive\Courses\ECE552\ece552-lec15_SuperscalarOoO_pptx\Media.ppcx"/>
  <p:tag name="TIMING" val="|72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77D9260-C3CA-41E4-8CB0-CF7CDAE90B57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-SuperscalarOoO\data\asimages\{EA0446E6-F3A4-42E2-989E-401E7BE846B4}_1.png_crop.png&quot;/&gt;&lt;left val=&quot;44&quot;/&gt;&lt;top val=&quot;130&quot;/&gt;&lt;width val=&quot;347&quot;/&gt;&lt;height val=&quot;24&quot;/&gt;&lt;hasText val=&quot;1&quot;/&gt;&lt;paraId val=&quot;1&quot;/&gt;&lt;/Image&gt;&lt;Image&gt;&lt;filename val=&quot;C:\Users\sanmi\Documents\My Adobe Presentations\ece552-SuperscalarOoO\data\asimages\{3BAC2739-0C9A-4E78-BC3B-48372E639A7F}_1.png_crop.png&quot;/&gt;&lt;left val=&quot;78&quot;/&gt;&lt;top val=&quot;164&quot;/&gt;&lt;width val=&quot;223&quot;/&gt;&lt;height val=&quot;21&quot;/&gt;&lt;hasText val=&quot;1&quot;/&gt;&lt;paraId val=&quot;2&quot;/&gt;&lt;/Image&gt;&lt;Image&gt;&lt;filename val=&quot;C:\Users\sanmi\Documents\My Adobe Presentations\ece552-SuperscalarOoO\data\asimages\{34729F79-3F69-44B0-A25D-B90D7411224A}_1.png_crop.png&quot;/&gt;&lt;left val=&quot;78&quot;/&gt;&lt;top val=&quot;196&quot;/&gt;&lt;width val=&quot;592&quot;/&gt;&lt;height val=&quot;46&quot;/&gt;&lt;hasText val=&quot;1&quot;/&gt;&lt;paraId val=&quot;3&quot;/&gt;&lt;/Image&gt;&lt;Image&gt;&lt;filename val=&quot;C:\Users\sanmi\Documents\My Adobe Presentations\ece552-SuperscalarOoO\data\asimages\{13F247D2-916E-4684-B503-5E4EB3553920}_1.png_crop.png&quot;/&gt;&lt;left val=&quot;44&quot;/&gt;&lt;top val=&quot;253&quot;/&gt;&lt;width val=&quot;322&quot;/&gt;&lt;height val=&quot;24&quot;/&gt;&lt;hasText val=&quot;1&quot;/&gt;&lt;paraId val=&quot;4&quot;/&gt;&lt;/Image&gt;&lt;Image&gt;&lt;filename val=&quot;C:\Users\sanmi\Documents\My Adobe Presentations\ece552-SuperscalarOoO\data\asimages\{3F95E638-B929-47E0-9589-D211753B84C4}_1.png_crop.png&quot;/&gt;&lt;left val=&quot;78&quot;/&gt;&lt;top val=&quot;288&quot;/&gt;&lt;width val=&quot;331&quot;/&gt;&lt;height val=&quot;20&quot;/&gt;&lt;hasText val=&quot;1&quot;/&gt;&lt;paraId val=&quot;5&quot;/&gt;&lt;/Image&gt;&lt;Image&gt;&lt;filename val=&quot;C:\Users\sanmi\Documents\My Adobe Presentations\ece552-SuperscalarOoO\data\asimages\{34CC0A7E-799A-4FA3-B813-A68564EBB10E}_1.png_crop.png&quot;/&gt;&lt;left val=&quot;78&quot;/&gt;&lt;top val=&quot;319&quot;/&gt;&lt;width val=&quot;499&quot;/&gt;&lt;height val=&quot;20&quot;/&gt;&lt;hasText val=&quot;1&quot;/&gt;&lt;paraId val=&quot;6&quot;/&gt;&lt;/Image&gt;&lt;Image&gt;&lt;filename val=&quot;C:\Users\sanmi\Documents\My Adobe Presentations\ece552-SuperscalarOoO\data\asimages\{D9F25DF8-2B1C-4F55-8CDA-68C7A54F916A}_1.png_crop.png&quot;/&gt;&lt;left val=&quot;44&quot;/&gt;&lt;top val=&quot;350&quot;/&gt;&lt;width val=&quot;303&quot;/&gt;&lt;height val=&quot;24&quot;/&gt;&lt;hasText val=&quot;1&quot;/&gt;&lt;paraId val=&quot;7&quot;/&gt;&lt;/Image&gt;&lt;Image&gt;&lt;filename val=&quot;C:\Users\sanmi\Documents\My Adobe Presentations\ece552-SuperscalarOoO\data\asimages\{90DB7322-019B-41EA-B113-9027D4CE289C}_1.png_crop.png&quot;/&gt;&lt;left val=&quot;78&quot;/&gt;&lt;top val=&quot;385&quot;/&gt;&lt;width val=&quot;511&quot;/&gt;&lt;height val=&quot;16&quot;/&gt;&lt;hasText val=&quot;1&quot;/&gt;&lt;paraId val=&quot;8&quot;/&gt;&lt;/Image&gt;&lt;Image&gt;&lt;filename val=&quot;C:\Users\sanmi\Documents\My Adobe Presentations\ece552-SuperscalarOoO\data\asimages\{49AA41B5-84E6-4C20-A460-7D922E1B302C}_1.png_crop.png&quot;/&gt;&lt;left val=&quot;78&quot;/&gt;&lt;top val=&quot;416&quot;/&gt;&lt;width val=&quot;581&quot;/&gt;&lt;height val=&quot;46&quot;/&gt;&lt;hasText val=&quot;1&quot;/&gt;&lt;paraId val=&quot;9&quot;/&gt;&lt;/Image&gt;&lt;/TextEffect&gt;"/>
  <p:tag name="PRESENTER_SHAPETEXTINFO" val="&lt;ShapeTextInfo&gt;&lt;TableIndex row=&quot;-1&quot; col=&quot;-1&quot;&gt;&lt;linesCount val=&quot;11&quot;/&gt;&lt;lineCharCount val=&quot;26&quot;/&gt;&lt;lineCharCount val=&quot;23&quot;/&gt;&lt;lineCharCount val=&quot;58&quot;/&gt;&lt;lineCharCount val=&quot;31&quot;/&gt;&lt;lineCharCount val=&quot;29&quot;/&gt;&lt;lineCharCount val=&quot;34&quot;/&gt;&lt;lineCharCount val=&quot;52&quot;/&gt;&lt;lineCharCount val=&quot;28&quot;/&gt;&lt;lineCharCount val=&quot;54&quot;/&gt;&lt;lineCharCount val=&quot;57&quot;/&gt;&lt;lineCharCount val=&quot;36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95DDCDD-3BE9-40EC-BF9A-D7EF4657BFB5}_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1071321526,C:\Users\sanmi\GoogleDrive\UWMdrive\Courses\ECE552\ece552-lec15_SuperscalarOoO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BFD71E6-65B7-43F7-B17A-943D464CB5CD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0131D14-4A1D-4909-A87A-3B698592F6A1}_3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6&quot;/&gt;&lt;lineCharCount val=&quot;46&quot;/&gt;&lt;lineCharCount val=&quot;20&quot;/&gt;&lt;lineCharCount val=&quot;47&quot;/&gt;&lt;lineCharCount val=&quot;1&quot;/&gt;&lt;lineCharCount val=&quot;1&quot;/&gt;&lt;lineCharCount val=&quot;1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F9E7993-2579-4982-91EC-1CE075EB421E}_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031FD89-CB10-4C92-86D7-CAF5CF654B5A}_3.png&quot;/&gt;&lt;left val=&quot;174&quot;/&gt;&lt;top val=&quot;226&quot;/&gt;&lt;width val=&quot;371&quot;/&gt;&lt;height val=&quot;160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2&quot; col=&quot;1&quot;&gt;&lt;linesCount val=&quot;1&quot;/&gt;&lt;lineCharCount val=&quot;2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3&quot; col=&quot;1&quot;&gt;&lt;linesCount val=&quot;1&quot;/&gt;&lt;lineCharCount val=&quot;2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1&quot;/&gt;&lt;/TableIndex&gt;&lt;TableIndex row=&quot;3&quot; col=&quot;5&quot;&gt;&lt;linesCount val=&quot;1&quot;/&gt;&lt;lineCharCount val=&quot;1&quot;/&gt;&lt;/TableIndex&gt;&lt;TableIndex row=&quot;3&quot; col=&quot;6&quot;&gt;&lt;linesCount val=&quot;1&quot;/&gt;&lt;lineCharCount val=&quot;1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4&quot; col=&quot;1&quot;&gt;&lt;linesCount val=&quot;1&quot;/&gt;&lt;lineCharCount val=&quot;2&quot;/&gt;&lt;/TableIndex&gt;&lt;TableIndex row=&quot;4&quot; col=&quot;2&quot;&gt;&lt;linesCount val=&quot;0&quot;/&gt;&lt;/TableIndex&gt;&lt;TableIndex row=&quot;4&quot; col=&quot;3&quot;&gt;&lt;linesCount val=&quot;1&quot;/&gt;&lt;lineCharCount val=&quot;1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1&quot;/&gt;&lt;/TableIndex&gt;&lt;TableIndex row=&quot;4&quot; col=&quot;6&quot;&gt;&lt;linesCount val=&quot;1&quot;/&gt;&lt;lineCharCount val=&quot;1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4&quot; col=&quot;9&quot;&gt;&lt;linesCount val=&quot;0&quot;/&gt;&lt;/TableIndex&gt;&lt;TableIndex row=&quot;5&quot; col=&quot;1&quot;&gt;&lt;linesCount val=&quot;1&quot;/&gt;&lt;lineCharCount val=&quot;2&quot;/&gt;&lt;/TableIndex&gt;&lt;TableIndex row=&quot;5&quot; col=&quot;2&quot;&gt;&lt;linesCount val=&quot;0&quot;/&gt;&lt;/TableIndex&gt;&lt;TableIndex row=&quot;5&quot; col=&quot;3&quot;&gt;&lt;linesCount val=&quot;1&quot;/&gt;&lt;lineCharCount val=&quot;1&quot;/&gt;&lt;/TableIndex&gt;&lt;TableIndex row=&quot;5&quot; col=&quot;4&quot;&gt;&lt;linesCount val=&quot;1&quot;/&gt;&lt;lineCharCount val=&quot;1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1&quot;/&gt;&lt;/TableIndex&gt;&lt;TableIndex row=&quot;5&quot; col=&quot;7&quot;&gt;&lt;linesCount val=&quot;1&quot;/&gt;&lt;lineCharCount val=&quot;1&quot;/&gt;&lt;/TableIndex&gt;&lt;TableIndex row=&quot;5&quot; col=&quot;8&quot;&gt;&lt;linesCount val=&quot;0&quot;/&gt;&lt;/TableIndex&gt;&lt;TableIndex row=&quot;5&quot; col=&quot;9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1071321526,C:\Users\sanmi\GoogleDrive\UWMdrive\Courses\ECE552\ece552-lec15_SuperscalarOoO_pptx\Media.ppcx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1C7FB07-3827-4017-936A-06129A42CEBE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80B5C33-A72F-4724-ACCF-909E3342935D}_4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7&quot;/&gt;&lt;lineCharCount val=&quot;46&quot;/&gt;&lt;lineCharCount val=&quot;20&quot;/&gt;&lt;lineCharCount val=&quot;47&quot;/&gt;&lt;lineCharCount val=&quot;51&quot;/&gt;&lt;lineCharCount val=&quot;1&quot;/&gt;&lt;lineChar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0B3C772-95C7-46D0-B842-3D9213BC97E5}_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CED93512-7261-4F61-A046-7559C2F264A4}&quot;/&gt;&lt;isInvalidForFieldText val=&quot;0&quot;/&gt;&lt;Image&gt;&lt;filename val=&quot;C:\Users\sanmi\Documents\My Adobe Presentations\ece552-SuperscalarOoO\data\asimages\{CED93512-7261-4F61-A046-7559C2F264A4}.png&quot;/&gt;&lt;left val=&quot;125&quot;/&gt;&lt;top val=&quot;247&quot;/&gt;&lt;width val=&quot;468&quot;/&gt;&lt;height val=&quot;289&quot;/&gt;&lt;hasText val=&quot;1&quot;/&gt;&lt;/Image&gt;&lt;/ThreeDShape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071321526,C:\Users\sanmi\GoogleDrive\UWMdrive\Courses\ECE552\ece552-lec15_SuperscalarOoO_pptx\Media.ppcx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B17A5E8-06C8-479B-B508-8D22154D11F9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7A4090D-238F-43B7-A79D-D46D25A54261}_5.png&quot;/&gt;&lt;left val=&quot;27&quot;/&gt;&lt;top val=&quot;114&quot;/&gt;&lt;width val=&quot;660&quot;/&gt;&lt;height val=&quot;141&quot;/&gt;&lt;hasText val=&quot;1&quot;/&gt;&lt;/Image&gt;&lt;/ThreeDShapeInfo&gt;"/>
  <p:tag name="PRESENTER_SHAPETEXTINFO" val="&lt;ShapeTextInfo&gt;&lt;TableIndex row=&quot;-1&quot; col=&quot;-1&quot;&gt;&lt;linesCount val=&quot;4&quot;/&gt;&lt;lineCharCount val=&quot;46&quot;/&gt;&lt;lineCharCount val=&quot;20&quot;/&gt;&lt;lineCharCount val=&quot;56&quot;/&gt;&lt;lineCharCount val=&quot;35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7F55E3F-DF16-483E-919C-4D280E817733}_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1B770F5-E982-40C8-9650-E0F4385A641A}_5.png&quot;/&gt;&lt;left val=&quot;172&quot;/&gt;&lt;top val=&quot;400&quot;/&gt;&lt;width val=&quot;10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5178CB2-040A-4947-87CF-5737F3670C31}_5.png&quot;/&gt;&lt;left val=&quot;183&quot;/&gt;&lt;top val=&quot;286&quot;/&gt;&lt;width val=&quot;7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D7CF84E-8820-41F0-938F-51764820E36D}_5.png&quot;/&gt;&lt;left val=&quot;186&quot;/&gt;&lt;top val=&quot;484&quot;/&gt;&lt;width val=&quot;7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071321526,C:\Users\sanmi\GoogleDrive\UWMdrive\Courses\ECE552\ece552-lec15_SuperscalarOoO_pptx\Media.ppcx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F50728F-2258-437E-95C0-52B4D85F8D62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F43FC99-46FD-49D3-8A3E-641771851F5F}_6.png&quot;/&gt;&lt;left val=&quot;23&quot;/&gt;&lt;top val=&quot;112&quot;/&gt;&lt;width val=&quot;660&quot;/&gt;&lt;height val=&quot;343&quot;/&gt;&lt;hasText val=&quot;1&quot;/&gt;&lt;/Image&gt;&lt;/ThreeDShapeInfo&gt;"/>
  <p:tag name="PRESENTER_SHAPETEXTINFO" val="&lt;ShapeTextInfo&gt;&lt;TableIndex row=&quot;-1&quot; col=&quot;-1&quot;&gt;&lt;linesCount val=&quot;6&quot;/&gt;&lt;lineCharCount val=&quot;21&quot;/&gt;&lt;lineCharCount val=&quot;12&quot;/&gt;&lt;lineCharCount val=&quot;46&quot;/&gt;&lt;lineCharCount val=&quot;11&quot;/&gt;&lt;lineCharCount val=&quot;50&quot;/&gt;&lt;lineCharCount val=&quot;53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84D2CE2-E884-4686-800F-094E8977AB61}_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1071321526,C:\Users\sanmi\GoogleDrive\UWMdrive\Courses\ECE552\ece552-lec15_SuperscalarOoO_pptx\Media.ppcx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0359E2E-66DE-4F05-BCB0-CBD87FBC8ACC}_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8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BC6A8A7-5826-4FA1-9ECB-F36FDF4B09A2}_7.png&quot;/&gt;&lt;left val=&quot;23&quot;/&gt;&lt;top val=&quot;112&quot;/&gt;&lt;width val=&quot;660&quot;/&gt;&lt;height val=&quot;343&quot;/&gt;&lt;hasText val=&quot;1&quot;/&gt;&lt;/Image&gt;&lt;/ThreeDShapeInfo&gt;"/>
  <p:tag name="PRESENTER_SHAPETEXTINFO" val="&lt;ShapeTextInfo&gt;&lt;TableIndex row=&quot;-1&quot; col=&quot;-1&quot;&gt;&lt;linesCount val=&quot;7&quot;/&gt;&lt;lineCharCount val=&quot;35&quot;/&gt;&lt;lineCharCount val=&quot;36&quot;/&gt;&lt;lineCharCount val=&quot;34&quot;/&gt;&lt;lineCharCount val=&quot;44&quot;/&gt;&lt;lineCharCount val=&quot;46&quot;/&gt;&lt;lineCharCount val=&quot;48&quot;/&gt;&lt;lineCharCount val=&quot;1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71EC355-DDBE-4FB5-87BC-A89053982C32}_7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C1688B8-9CE8-4B2F-9987-7B843386D208}_7.png&quot;/&gt;&lt;left val=&quot;25&quot;/&gt;&lt;top val=&quot;374&quot;/&gt;&lt;width val=&quot;642&quot;/&gt;&lt;height val=&quot;105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2&quot; col=&quot;1&quot;&gt;&lt;linesCount val=&quot;1&quot;/&gt;&lt;lineCharCount val=&quot;13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1&quot;/&gt;&lt;/TableIndex&gt;&lt;TableIndex row=&quot;2&quot; col=&quot;4&quot;&gt;&lt;linesCount val=&quot;1&quot;/&gt;&lt;lineCharCount val=&quot;1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3&quot; col=&quot;1&quot;&gt;&lt;linesCount val=&quot;1&quot;/&gt;&lt;lineCharCount val=&quot;16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2&quot;/&gt;&lt;/TableIndex&gt;&lt;TableIndex row=&quot;3&quot; col=&quot;7&quot;&gt;&lt;linesCount val=&quot;1&quot;/&gt;&lt;lineCharCount val=&quot;2&quot;/&gt;&lt;/TableIndex&gt;&lt;TableIndex row=&quot;3&quot; col=&quot;8&quot;&gt;&lt;linesCount val=&quot;1&quot;/&gt;&lt;lineCharCount val=&quot;2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1&quot;/&gt;&lt;lineCharCount val=&quot;1&quot;/&gt;&lt;/TableIndex&gt;&lt;TableIndex row=&quot;3&quot; col=&quot;12&quot;&gt;&lt;linesCount val=&quot;0&quot;/&gt;&lt;/TableIndex&gt;&lt;TableIndex row=&quot;4&quot; col=&quot;1&quot;&gt;&lt;linesCount val=&quot;1&quot;/&gt;&lt;lineCharCount val=&quot;15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2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2&quot;/&gt;&lt;/TableIndex&gt;&lt;TableIndex row=&quot;4&quot; col=&quot;8&quot;&gt;&lt;linesCount val=&quot;1&quot;/&gt;&lt;lineCharCount val=&quot;2&quot;/&gt;&lt;/TableIndex&gt;&lt;TableIndex row=&quot;4&quot; col=&quot;9&quot;&gt;&lt;linesCount val=&quot;1&quot;/&gt;&lt;lineCharCount val=&quot;1&quot;/&gt;&lt;/TableIndex&gt;&lt;TableIndex row=&quot;4&quot; col=&quot;10&quot;&gt;&lt;linesCount val=&quot;1&quot;/&gt;&lt;lineCharCount val=&quot;1&quot;/&gt;&lt;/TableIndex&gt;&lt;TableIndex row=&quot;4&quot; col=&quot;11&quot;&gt;&lt;linesCount val=&quot;1&quot;/&gt;&lt;lineCharCount val=&quot;1&quot;/&gt;&lt;/TableIndex&gt;&lt;TableIndex row=&quot;4&quot; col=&quot;12&quot;&gt;&lt;linesCount val=&quot;1&quot;/&gt;&lt;lineCharCount val=&quot;1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071321526,C:\Users\sanmi\GoogleDrive\UWMdrive\Courses\ECE552\ece552-lec15_SuperscalarOoO_pptx\Media.ppcx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4CF512B-A02B-433D-8361-33AD5BE09B86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05C5203-7109-4853-AADE-BB9782C5CFED}_8.png&quot;/&gt;&lt;left val=&quot;23&quot;/&gt;&lt;top val=&quot;112&quot;/&gt;&lt;width val=&quot;660&quot;/&gt;&lt;height val=&quot;343&quot;/&gt;&lt;hasText val=&quot;1&quot;/&gt;&lt;/Image&gt;&lt;/ThreeDShapeInfo&gt;"/>
  <p:tag name="PRESENTER_SHAPETEXTINFO" val="&lt;ShapeTextInfo&gt;&lt;TableIndex row=&quot;-1&quot; col=&quot;-1&quot;&gt;&lt;linesCount val=&quot;6&quot;/&gt;&lt;lineCharCount val=&quot;20&quot;/&gt;&lt;lineCharCount val=&quot;50&quot;/&gt;&lt;lineCharCount val=&quot;53&quot;/&gt;&lt;lineCharCount val=&quot;51&quot;/&gt;&lt;lineCharCount val=&quot;45&quot;/&gt;&lt;lineCharCount val=&quot;46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1208AD6-9911-4802-BE4B-CA98A44D63BC}_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298E294-30E5-42D0-A37A-20A31ECF94D1}_8.png&quot;/&gt;&lt;left val=&quot;521&quot;/&gt;&lt;top val=&quot;342&quot;/&gt;&lt;width val=&quot;72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C2D39C0-E98C-412D-B2F3-A3E31D0E3C70}&quot;/&gt;&lt;isInvalidForFieldText val=&quot;1&quot;/&gt;&lt;Image&gt;&lt;filename val=&quot;C:\Users\sanmi\Documents\My Adobe Presentations\ece552-SuperscalarOoO\data\asimages\{6C2D39C0-E98C-412D-B2F3-A3E31D0E3C70}_8_S.png&quot;/&gt;&lt;left val=&quot;526&quot;/&gt;&lt;top val=&quot;395&quot;/&gt;&lt;width val=&quot;27&quot;/&gt;&lt;height val=&quot;51&quot;/&gt;&lt;hasText val=&quot;0&quot;/&gt;&lt;/Image&gt;&lt;Image&gt;&lt;filename val=&quot;C:\Users\sanmi\Documents\My Adobe Presentations\ece552-SuperscalarOoO\data\asimages\{6C2D39C0-E98C-412D-B2F3-A3E31D0E3C70}_8_T.png&quot;/&gt;&lt;left val=&quot;527&quot;/&gt;&lt;top val=&quot;396&quot;/&gt;&lt;width val=&quot;24&quot;/&gt;&lt;height val=&quot;4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139A8E3-17B2-476E-9EF1-89A68326CB7A}_8.png&quot;/&gt;&lt;left val=&quot;564&quot;/&gt;&lt;top val=&quot;372&quot;/&gt;&lt;width val=&quot;35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4F59751-2329-45C6-A8FE-A6A9EFE7A6EC}&quot;/&gt;&lt;isInvalidForFieldText val=&quot;1&quot;/&gt;&lt;Image&gt;&lt;filename val=&quot;C:\Users\sanmi\Documents\My Adobe Presentations\ece552-SuperscalarOoO\data\asimages\{F4F59751-2329-45C6-A8FE-A6A9EFE7A6EC}_8_S.png&quot;/&gt;&lt;left val=&quot;508&quot;/&gt;&lt;top val=&quot;377&quot;/&gt;&lt;width val=&quot;69&quot;/&gt;&lt;height val=&quot;31&quot;/&gt;&lt;hasText val=&quot;0&quot;/&gt;&lt;/Image&gt;&lt;Image&gt;&lt;filename val=&quot;C:\Users\sanmi\Documents\My Adobe Presentations\ece552-SuperscalarOoO\data\asimages\{F4F59751-2329-45C6-A8FE-A6A9EFE7A6EC}_8_T.png&quot;/&gt;&lt;left val=&quot;509&quot;/&gt;&lt;top val=&quot;384&quot;/&gt;&lt;width val=&quot;60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2E5BF02-DD30-42D8-907E-830A82B0713B}&quot;/&gt;&lt;isInvalidForFieldText val=&quot;1&quot;/&gt;&lt;Image&gt;&lt;filename val=&quot;C:\Users\sanmi\Documents\My Adobe Presentations\ece552-SuperscalarOoO\data\asimages\{A2E5BF02-DD30-42D8-907E-830A82B0713B}_8_S.png&quot;/&gt;&lt;left val=&quot;556&quot;/&gt;&lt;top val=&quot;420&quot;/&gt;&lt;width val=&quot;63&quot;/&gt;&lt;height val=&quot;25&quot;/&gt;&lt;hasText val=&quot;0&quot;/&gt;&lt;/Image&gt;&lt;Image&gt;&lt;filename val=&quot;C:\Users\sanmi\Documents\My Adobe Presentations\ece552-SuperscalarOoO\data\asimages\{A2E5BF02-DD30-42D8-907E-830A82B0713B}_8_T.png&quot;/&gt;&lt;left val=&quot;557&quot;/&gt;&lt;top val=&quot;420&quot;/&gt;&lt;width val=&quot;54&quot;/&gt;&lt;height val=&quot;1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2C6C24F-5E44-40E8-91CB-ECA5E704DEF2}&quot;/&gt;&lt;isInvalidForFieldText val=&quot;1&quot;/&gt;&lt;Image&gt;&lt;filename val=&quot;C:\Users\sanmi\Documents\My Adobe Presentations\ece552-SuperscalarOoO\data\asimages\{72C6C24F-5E44-40E8-91CB-ECA5E704DEF2}_8_S.png&quot;/&gt;&lt;left val=&quot;472&quot;/&gt;&lt;top val=&quot;359&quot;/&gt;&lt;width val=&quot;50&quot;/&gt;&lt;height val=&quot;57&quot;/&gt;&lt;hasText val=&quot;0&quot;/&gt;&lt;/Image&gt;&lt;Image&gt;&lt;filename val=&quot;C:\Users\sanmi\Documents\My Adobe Presentations\ece552-SuperscalarOoO\data\asimages\{72C6C24F-5E44-40E8-91CB-ECA5E704DEF2}_8_T.png&quot;/&gt;&lt;left val=&quot;473&quot;/&gt;&lt;top val=&quot;360&quot;/&gt;&lt;width val=&quot;48&quot;/&gt;&lt;height val=&quot;4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7ACF164-E9D2-4BC0-A707-B3DFD2B42E30}&quot;/&gt;&lt;isInvalidForFieldText val=&quot;1&quot;/&gt;&lt;Image&gt;&lt;filename val=&quot;C:\Users\sanmi\Documents\My Adobe Presentations\ece552-SuperscalarOoO\data\asimages\{27ACF164-E9D2-4BC0-A707-B3DFD2B42E30}_8_S.png&quot;/&gt;&lt;left val=&quot;460&quot;/&gt;&lt;top val=&quot;347&quot;/&gt;&lt;width val=&quot;62&quot;/&gt;&lt;height val=&quot;93&quot;/&gt;&lt;hasText val=&quot;0&quot;/&gt;&lt;/Image&gt;&lt;Image&gt;&lt;filename val=&quot;C:\Users\sanmi\Documents\My Adobe Presentations\ece552-SuperscalarOoO\data\asimages\{27ACF164-E9D2-4BC0-A707-B3DFD2B42E30}_8_T.png&quot;/&gt;&lt;left val=&quot;461&quot;/&gt;&lt;top val=&quot;348&quot;/&gt;&lt;width val=&quot;60&quot;/&gt;&lt;height val=&quot;8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8061CCB-8F94-41F8-91D5-E898AF49D664}_8.png&quot;/&gt;&lt;left val=&quot;91&quot;/&gt;&lt;top val=&quot;372&quot;/&gt;&lt;width val=&quot;33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1BB77AF-7700-46C8-8BB9-CA9AF49D4EF5}&quot;/&gt;&lt;isInvalidForFieldText val=&quot;1&quot;/&gt;&lt;Image&gt;&lt;filename val=&quot;C:\Users\sanmi\Documents\My Adobe Presentations\ece552-SuperscalarOoO\data\asimages\{F1BB77AF-7700-46C8-8BB9-CA9AF49D4EF5}_8_S.png&quot;/&gt;&lt;left val=&quot;76&quot;/&gt;&lt;top val=&quot;383&quot;/&gt;&lt;width val=&quot;27&quot;/&gt;&lt;height val=&quot;31&quot;/&gt;&lt;hasText val=&quot;0&quot;/&gt;&lt;/Image&gt;&lt;Image&gt;&lt;filename val=&quot;C:\Users\sanmi\Documents\My Adobe Presentations\ece552-SuperscalarOoO\data\asimages\{F1BB77AF-7700-46C8-8BB9-CA9AF49D4EF5}_8_T.png&quot;/&gt;&lt;left val=&quot;77&quot;/&gt;&lt;top val=&quot;390&quot;/&gt;&lt;width val=&quot;18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7300E47-A987-4D7B-9D65-C9D0C8F334A9}&quot;/&gt;&lt;isInvalidForFieldText val=&quot;1&quot;/&gt;&lt;Image&gt;&lt;filename val=&quot;C:\Users\sanmi\Documents\My Adobe Presentations\ece552-SuperscalarOoO\data\asimages\{57300E47-A987-4D7B-9D65-C9D0C8F334A9}_8_S.png&quot;/&gt;&lt;left val=&quot;76&quot;/&gt;&lt;top val=&quot;414&quot;/&gt;&lt;width val=&quot;27&quot;/&gt;&lt;height val=&quot;19&quot;/&gt;&lt;hasText val=&quot;0&quot;/&gt;&lt;/Image&gt;&lt;Image&gt;&lt;filename val=&quot;C:\Users\sanmi\Documents\My Adobe Presentations\ece552-SuperscalarOoO\data\asimages\{57300E47-A987-4D7B-9D65-C9D0C8F334A9}_8_T.png&quot;/&gt;&lt;left val=&quot;77&quot;/&gt;&lt;top val=&quot;414&quot;/&gt;&lt;width val=&quot;18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826371C-41CE-40A6-8050-D96BB03B3D42}&quot;/&gt;&lt;isInvalidForFieldText val=&quot;1&quot;/&gt;&lt;Image&gt;&lt;filename val=&quot;C:\Users\sanmi\Documents\My Adobe Presentations\ece552-SuperscalarOoO\data\asimages\{3826371C-41CE-40A6-8050-D96BB03B3D42}_8_S.png&quot;/&gt;&lt;left val=&quot;112&quot;/&gt;&lt;top val=&quot;425&quot;/&gt;&lt;width val=&quot;33&quot;/&gt;&lt;height val=&quot;33&quot;/&gt;&lt;hasText val=&quot;0&quot;/&gt;&lt;/Image&gt;&lt;Image&gt;&lt;filename val=&quot;C:\Users\sanmi\Documents\My Adobe Presentations\ece552-SuperscalarOoO\data\asimages\{3826371C-41CE-40A6-8050-D96BB03B3D42}_8_T.png&quot;/&gt;&lt;left val=&quot;119&quot;/&gt;&lt;top val=&quot;426&quot;/&gt;&lt;width val=&quot;24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CB16991-B776-4C4F-8F6F-D003550335EA}&quot;/&gt;&lt;isInvalidForFieldText val=&quot;1&quot;/&gt;&lt;Image&gt;&lt;filename val=&quot;C:\Users\sanmi\Documents\My Adobe Presentations\ece552-SuperscalarOoO\data\asimages\{DCB16991-B776-4C4F-8F6F-D003550335EA}_8_S.png&quot;/&gt;&lt;left val=&quot;112&quot;/&gt;&lt;top val=&quot;420&quot;/&gt;&lt;width val=&quot;447&quot;/&gt;&lt;height val=&quot;49&quot;/&gt;&lt;hasText val=&quot;0&quot;/&gt;&lt;/Image&gt;&lt;Image&gt;&lt;filename val=&quot;C:\Users\sanmi\Documents\My Adobe Presentations\ece552-SuperscalarOoO\data\asimages\{DCB16991-B776-4C4F-8F6F-D003550335EA}_8_T.png&quot;/&gt;&lt;left val=&quot;119&quot;/&gt;&lt;top val=&quot;420&quot;/&gt;&lt;width val=&quot;438&quot;/&gt;&lt;height val=&quot;4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C8300BB-3AD2-44E8-83B9-9B435E61D625}&quot;/&gt;&lt;isInvalidForFieldText val=&quot;1&quot;/&gt;&lt;Image&gt;&lt;filename val=&quot;C:\Users\sanmi\Documents\My Adobe Presentations\ece552-SuperscalarOoO\data\asimages\{2C8300BB-3AD2-44E8-83B9-9B435E61D625}_8_S.png&quot;/&gt;&lt;left val=&quot;28&quot;/&gt;&lt;top val=&quot;401&quot;/&gt;&lt;width val=&quot;80&quot;/&gt;&lt;height val=&quot;51&quot;/&gt;&lt;hasText val=&quot;0&quot;/&gt;&lt;/Image&gt;&lt;Image&gt;&lt;filename val=&quot;C:\Users\sanmi\Documents\My Adobe Presentations\ece552-SuperscalarOoO\data\asimages\{2C8300BB-3AD2-44E8-83B9-9B435E61D625}_8_T.png&quot;/&gt;&lt;left val=&quot;29&quot;/&gt;&lt;top val=&quot;408&quot;/&gt;&lt;width val=&quot;78&quot;/&gt;&lt;height val=&quot;4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2B05CCC-A4AC-4165-9AFD-33E7FAF7742A}_8.png&quot;/&gt;&lt;left val=&quot;92&quot;/&gt;&lt;top val=&quot;402&quot;/&gt;&lt;width val=&quot;30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6D0CAEA-2B04-41A7-AA34-94307746BF3C}&quot;/&gt;&lt;isInvalidForFieldText val=&quot;1&quot;/&gt;&lt;Image&gt;&lt;filename val=&quot;C:\Users\sanmi\Documents\My Adobe Presentations\ece552-SuperscalarOoO\data\asimages\{56D0CAEA-2B04-41A7-AA34-94307746BF3C}_8_S.png&quot;/&gt;&lt;left val=&quot;586&quot;/&gt;&lt;top val=&quot;341&quot;/&gt;&lt;width val=&quot;93&quot;/&gt;&lt;height val=&quot;81&quot;/&gt;&lt;hasText val=&quot;0&quot;/&gt;&lt;/Image&gt;&lt;Image&gt;&lt;filename val=&quot;C:\Users\sanmi\Documents\My Adobe Presentations\ece552-SuperscalarOoO\data\asimages\{56D0CAEA-2B04-41A7-AA34-94307746BF3C}_8_T.png&quot;/&gt;&lt;left val=&quot;593&quot;/&gt;&lt;top val=&quot;348&quot;/&gt;&lt;width val=&quot;84&quot;/&gt;&lt;height val=&quot;7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1276EFB-998B-4E98-A1E5-C05319AF0BA7}_8.png&quot;/&gt;&lt;left val=&quot;215&quot;/&gt;&lt;top val=&quot;378&quot;/&gt;&lt;width val=&quot;21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3E2A73B-3771-486D-A9A3-14BE8FB37806}&quot;/&gt;&lt;isInvalidForFieldText val=&quot;1&quot;/&gt;&lt;Image&gt;&lt;filename val=&quot;C:\Users\sanmi\Documents\My Adobe Presentations\ece552-SuperscalarOoO\data\asimages\{B3E2A73B-3771-486D-A9A3-14BE8FB37806}_8_S.png&quot;/&gt;&lt;left val=&quot;185&quot;/&gt;&lt;top val=&quot;383&quot;/&gt;&lt;width val=&quot;37&quot;/&gt;&lt;height val=&quot;15&quot;/&gt;&lt;hasText val=&quot;0&quot;/&gt;&lt;/Image&gt;&lt;Image&gt;&lt;filename val=&quot;C:\Users\sanmi\Documents\My Adobe Presentations\ece552-SuperscalarOoO\data\asimages\{B3E2A73B-3771-486D-A9A3-14BE8FB37806}_8_T.png&quot;/&gt;&lt;left val=&quot;185&quot;/&gt;&lt;top val=&quot;384&quot;/&gt;&lt;width val=&quot;30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7704B92-A950-4C8D-85EF-985D98C34704}&quot;/&gt;&lt;isInvalidForFieldText val=&quot;1&quot;/&gt;&lt;Image&gt;&lt;filename val=&quot;C:\Users\sanmi\Documents\My Adobe Presentations\ece552-SuperscalarOoO\data\asimages\{A7704B92-A950-4C8D-85EF-985D98C34704}_8_S.png&quot;/&gt;&lt;left val=&quot;419&quot;/&gt;&lt;top val=&quot;380&quot;/&gt;&lt;width val=&quot;77&quot;/&gt;&lt;height val=&quot;14&quot;/&gt;&lt;hasText val=&quot;0&quot;/&gt;&lt;/Image&gt;&lt;Image&gt;&lt;filename val=&quot;C:\Users\sanmi\Documents\My Adobe Presentations\ece552-SuperscalarOoO\data\asimages\{A7704B92-A950-4C8D-85EF-985D98C34704}_8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1071321526,C:\Users\sanmi\GoogleDrive\UWMdrive\Courses\ECE552\ece552-lec15_SuperscalarOoO_pptx\Media.ppcx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52C0E6B-69F9-4EF1-8748-0E0F81C4D716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D454116-C6AE-438E-83B6-3B4331C8ACAC}_9.png&quot;/&gt;&lt;left val=&quot;27&quot;/&gt;&lt;top val=&quot;114&quot;/&gt;&lt;width val=&quot;657&quot;/&gt;&lt;height val=&quot;342&quot;/&gt;&lt;hasText val=&quot;1&quot;/&gt;&lt;/Image&gt;&lt;/ThreeDShapeInfo&gt;"/>
  <p:tag name="PRESENTER_SHAPETEXTINFO" val="&lt;ShapeTextInfo&gt;&lt;TableIndex row=&quot;-1&quot; col=&quot;-1&quot;&gt;&lt;linesCount val=&quot;4&quot;/&gt;&lt;lineCharCount val=&quot;53&quot;/&gt;&lt;lineCharCount val=&quot;51&quot;/&gt;&lt;lineCharCount val=&quot;45&quot;/&gt;&lt;lineCharCount val=&quot;46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D013909-55C9-42AF-A114-7B4E7700BE1B}_9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786EBDA-A42C-4275-9B49-3F49F46625F2}_9.png&quot;/&gt;&lt;left val=&quot;268&quot;/&gt;&lt;top val=&quot;249&quot;/&gt;&lt;width val=&quot;218&quot;/&gt;&lt;height val=&quot;103&quot;/&gt;&lt;hasText val=&quot;1&quot;/&gt;&lt;/Image&gt;&lt;/ThreeDShapeInfo&gt;"/>
  <p:tag name="PRESENTER_SHAPETEXTINFO" val="&lt;ShapeTextInfo&gt;&lt;TableIndex row=&quot;1&quot; col=&quot;1&quot;&gt;&lt;linesCount val=&quot;1&quot;/&gt;&lt;lineCharCount val=&quot;16&quot;/&gt;&lt;/TableIndex&gt;&lt;TableIndex row=&quot;2&quot; col=&quot;1&quot;&gt;&lt;linesCount val=&quot;1&quot;/&gt;&lt;lineCharCount val=&quot;16&quot;/&gt;&lt;/TableIndex&gt;&lt;TableIndex row=&quot;3&quot; col=&quot;1&quot;&gt;&lt;linesCount val=&quot;1&quot;/&gt;&lt;lineCharCount val=&quot;16&quot;/&gt;&lt;/TableIndex&gt;&lt;TableIndex row=&quot;4&quot; col=&quot;1&quot;&gt;&lt;linesCount val=&quot;1&quot;/&gt;&lt;lineCharCount val=&quot;14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E67F308-132A-4176-A28D-A3103A28754C}_9.png&quot;/&gt;&lt;left val=&quot;95&quot;/&gt;&lt;top val=&quot;384&quot;/&gt;&lt;width val=&quot;230&quot;/&gt;&lt;height val=&quot;136&quot;/&gt;&lt;hasText val=&quot;1&quot;/&gt;&lt;/Image&gt;&lt;/ThreeDShapeInfo&gt;"/>
  <p:tag name="PRESENTER_SHAPETEXTINFO" val="&lt;ShapeTextInfo&gt;&lt;TableIndex row=&quot;1&quot; col=&quot;1&quot;&gt;&lt;linesCount val=&quot;1&quot;/&gt;&lt;lineCharCount val=&quot;11&quot;/&gt;&lt;/TableIndex&gt;&lt;TableIndex row=&quot;1&quot; col=&quot;2&quot;&gt;&lt;linesCount val=&quot;1&quot;/&gt;&lt;lineCharCount val=&quot;11&quot;/&gt;&lt;/TableIndex&gt;&lt;TableIndex row=&quot;1&quot; col=&quot;3&quot;&gt;&lt;linesCount val=&quot;1&quot;/&gt;&lt;lineCharCount val=&quot;11&quot;/&gt;&lt;/TableIndex&gt;&lt;TableIndex row=&quot;1&quot; col=&quot;4&quot;&gt;&lt;linesCount val=&quot;1&quot;/&gt;&lt;lineCharCount val=&quot;11&quot;/&gt;&lt;/TableIndex&gt;&lt;TableIndex row=&quot;1&quot; col=&quot;5&quot;&gt;&lt;linesCount val=&quot;1&quot;/&gt;&lt;lineCharCount val=&quot;11&quot;/&gt;&lt;/TableIndex&gt;&lt;TableIndex row=&quot;1&quot; col=&quot;6&quot;&gt;&lt;linesCount val=&quot;1&quot;/&gt;&lt;lineCharCount val=&quot;11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3&quot;/&gt;&lt;/TableIndex&gt;&lt;TableIndex row=&quot;2&quot; col=&quot;4&quot;&gt;&lt;linesCount val=&quot;1&quot;/&gt;&lt;lineCharCount val=&quot;3&quot;/&gt;&lt;/TableIndex&gt;&lt;TableIndex row=&quot;2&quot; col=&quot;5&quot;&gt;&lt;linesCount val=&quot;1&quot;/&gt;&lt;lineCharCount val=&quot;3&quot;/&gt;&lt;/TableIndex&gt;&lt;TableIndex row=&quot;2&quot; col=&quot;6&quot;&gt;&lt;linesCount val=&quot;1&quot;/&gt;&lt;lineCharCount val=&quot;3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3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3&quot;/&gt;&lt;/TableIndex&gt;&lt;TableIndex row=&quot;4&quot; col=&quot;3&quot;&gt;&lt;linesCount val=&quot;1&quot;/&gt;&lt;lineCharCount val=&quot;3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3&quot;/&gt;&lt;/TableIndex&gt;&lt;TableIndex row=&quot;5&quot; col=&quot;3&quot;&gt;&lt;linesCount val=&quot;1&quot;/&gt;&lt;lineCharCount val=&quot;3&quot;/&gt;&lt;/TableIndex&gt;&lt;TableIndex row=&quot;5&quot; col=&quot;4&quot;&gt;&lt;linesCount val=&quot;1&quot;/&gt;&lt;lineCharCount val=&quot;3&quot;/&gt;&lt;/TableIndex&gt;&lt;TableIndex row=&quot;5&quot; col=&quot;5&quot;&gt;&lt;linesCount val=&quot;0&quot;/&gt;&lt;/TableIndex&gt;&lt;TableIndex row=&quot;5&quot; col=&quot;6&quot;&gt;&lt;linesCount val=&quot;1&quot;/&gt;&lt;lineCharCount val=&quot;3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3&quot;/&gt;&lt;/TableIndex&gt;&lt;TableIndex row=&quot;6&quot; col=&quot;3&quot;&gt;&lt;linesCount val=&quot;1&quot;/&gt;&lt;lineCharCount val=&quot;3&quot;/&gt;&lt;/TableIndex&gt;&lt;TableIndex row=&quot;6&quot; col=&quot;4&quot;&gt;&lt;linesCount val=&quot;1&quot;/&gt;&lt;lineCharCount val=&quot;3&quot;/&gt;&lt;/TableIndex&gt;&lt;TableIndex row=&quot;6&quot; col=&quot;5&quot;&gt;&lt;linesCount val=&quot;1&quot;/&gt;&lt;lineCharCount val=&quot;3&quot;/&gt;&lt;/TableIndex&gt;&lt;TableIndex row=&quot;6&quot; col=&quot;6&quot;&gt;&lt;linesCount val=&quot;1&quot;/&gt;&lt;lineCharCount val=&quot;3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7094729-DB7A-4568-8AE3-9A011CAA58B6}_9.png&quot;/&gt;&lt;left val=&quot;524&quot;/&gt;&lt;top val=&quot;445&quot;/&gt;&lt;width val=&quot;179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98AE437-CFFA-4833-BEE4-1A8FC7471238}_9.png&quot;/&gt;&lt;left val=&quot;310&quot;/&gt;&lt;top val=&quot;467&quot;/&gt;&lt;width val=&quot;18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8096EA2-8B1F-4284-8080-AA509F361907}_9.png&quot;/&gt;&lt;left val=&quot;310&quot;/&gt;&lt;top val=&quot;446&quot;/&gt;&lt;width val=&quot;18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A9E5D1D-8E7C-43AC-89CF-86C834EBB12C}_9.png&quot;/&gt;&lt;left val=&quot;310&quot;/&gt;&lt;top val=&quot;424&quot;/&gt;&lt;width val=&quot;18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E4C5426-DB17-4A5B-B890-77C2BC46988E}_9.png&quot;/&gt;&lt;left val=&quot;481&quot;/&gt;&lt;top val=&quot;445&quot;/&gt;&lt;width val=&quot;5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D7D3BA6-F606-45A3-9339-3E16F5E2A490}_9.png&quot;/&gt;&lt;left val=&quot;44&quot;/&gt;&lt;top val=&quot;441&quot;/&gt;&lt;width val=&quot;56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1071321526,C:\Users\sanmi\GoogleDrive\UWMdrive\Courses\ECE552\ece552-lec15_SuperscalarOoO_pptx\Media.ppcx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469BBA4-B85A-4AE7-8E47-793A82532A76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DC7ADC5-40BC-4350-B182-98DED1402DE2}_10.png&quot;/&gt;&lt;left val=&quot;23&quot;/&gt;&lt;top val=&quot;112&quot;/&gt;&lt;width val=&quot;665&quot;/&gt;&lt;height val=&quot;343&quot;/&gt;&lt;hasText val=&quot;1&quot;/&gt;&lt;/Image&gt;&lt;/ThreeDShapeInfo&gt;"/>
  <p:tag name="PRESENTER_SHAPETEXTINFO" val="&lt;ShapeTextInfo&gt;&lt;TableIndex row=&quot;-1&quot; col=&quot;-1&quot;&gt;&lt;linesCount val=&quot;9&quot;/&gt;&lt;lineCharCount val=&quot;24&quot;/&gt;&lt;lineCharCount val=&quot;51&quot;/&gt;&lt;lineCharCount val=&quot;42&quot;/&gt;&lt;lineCharCount val=&quot;46&quot;/&gt;&lt;lineCharCount val=&quot;55&quot;/&gt;&lt;lineCharCount val=&quot;52&quot;/&gt;&lt;lineCharCount val=&quot;13&quot;/&gt;&lt;lineCharCount val=&quot;28&quot;/&gt;&lt;lineCharCount val=&quot;32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D37688F-DE8E-4F60-83CD-4F29AA87BD13}_10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1,1071321526,C:\Users\sanmi\GoogleDrive\UWMdrive\Courses\ECE552\ece552-lec15_SuperscalarOoO_pptx\Media.ppcx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BE1CF48-B239-41A9-8902-A9E08F9EBE70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0045746-32CB-4C12-991D-57D5998E1834}_12.png&quot;/&gt;&lt;left val=&quot;25&quot;/&gt;&lt;top val=&quot;102&quot;/&gt;&lt;width val=&quot;688&quot;/&gt;&lt;height val=&quot;342&quot;/&gt;&lt;hasText val=&quot;1&quot;/&gt;&lt;/Image&gt;&lt;/ThreeDShapeInfo&gt;"/>
  <p:tag name="PRESENTER_SHAPETEXTINFO" val="&lt;ShapeTextInfo&gt;&lt;TableIndex row=&quot;-1&quot; col=&quot;-1&quot;&gt;&lt;linesCount val=&quot;8&quot;/&gt;&lt;lineCharCount val=&quot;57&quot;/&gt;&lt;lineCharCount val=&quot;16&quot;/&gt;&lt;lineCharCount val=&quot;30&quot;/&gt;&lt;lineCharCount val=&quot;55&quot;/&gt;&lt;lineCharCount val=&quot;45&quot;/&gt;&lt;lineCharCount val=&quot;30&quot;/&gt;&lt;lineCharCount val=&quot;66&quot;/&gt;&lt;lineCharCount val=&quot;50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45BD542-EC6A-47BD-B7F9-43F433C683F5}_1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158182A-3B19-4684-B286-C964592166A5}_12.png&quot;/&gt;&lt;left val=&quot;407&quot;/&gt;&lt;top val=&quot;403&quot;/&gt;&lt;width val=&quot;72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E701824-0AF7-47B8-ABB3-98EB1A4FD302}&quot;/&gt;&lt;isInvalidForFieldText val=&quot;1&quot;/&gt;&lt;Image&gt;&lt;filename val=&quot;C:\Users\sanmi\Documents\My Adobe Presentations\ece552-SuperscalarOoO\data\asimages\{1E701824-0AF7-47B8-ABB3-98EB1A4FD302}_12_S.png&quot;/&gt;&lt;left val=&quot;412&quot;/&gt;&lt;top val=&quot;456&quot;/&gt;&lt;width val=&quot;27&quot;/&gt;&lt;height val=&quot;51&quot;/&gt;&lt;hasText val=&quot;0&quot;/&gt;&lt;/Image&gt;&lt;Image&gt;&lt;filename val=&quot;C:\Users\sanmi\Documents\My Adobe Presentations\ece552-SuperscalarOoO\data\asimages\{1E701824-0AF7-47B8-ABB3-98EB1A4FD302}_12_T.png&quot;/&gt;&lt;left val=&quot;413&quot;/&gt;&lt;top val=&quot;457&quot;/&gt;&lt;width val=&quot;24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F551D85-8BA4-4B15-80B8-ABE9278FF1E5}_12.png&quot;/&gt;&lt;left val=&quot;450&quot;/&gt;&lt;top val=&quot;433&quot;/&gt;&lt;width val=&quot;35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2498F4F-AF3A-4DFA-AFD7-47C5FFE0C6D9}&quot;/&gt;&lt;isInvalidForFieldText val=&quot;1&quot;/&gt;&lt;Image&gt;&lt;filename val=&quot;C:\Users\sanmi\Documents\My Adobe Presentations\ece552-SuperscalarOoO\data\asimages\{02498F4F-AF3A-4DFA-AFD7-47C5FFE0C6D9}_12_S.png&quot;/&gt;&lt;left val=&quot;394&quot;/&gt;&lt;top val=&quot;438&quot;/&gt;&lt;width val=&quot;69&quot;/&gt;&lt;height val=&quot;31&quot;/&gt;&lt;hasText val=&quot;0&quot;/&gt;&lt;/Image&gt;&lt;Image&gt;&lt;filename val=&quot;C:\Users\sanmi\Documents\My Adobe Presentations\ece552-SuperscalarOoO\data\asimages\{02498F4F-AF3A-4DFA-AFD7-47C5FFE0C6D9}_12_T.png&quot;/&gt;&lt;left val=&quot;395&quot;/&gt;&lt;top val=&quot;445&quot;/&gt;&lt;width val=&quot;60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FEDBA11-141E-443C-BE30-9F0E535DE29A}&quot;/&gt;&lt;isInvalidForFieldText val=&quot;1&quot;/&gt;&lt;Image&gt;&lt;filename val=&quot;C:\Users\sanmi\Documents\My Adobe Presentations\ece552-SuperscalarOoO\data\asimages\{3FEDBA11-141E-443C-BE30-9F0E535DE29A}_12_S.png&quot;/&gt;&lt;left val=&quot;442&quot;/&gt;&lt;top val=&quot;481&quot;/&gt;&lt;width val=&quot;63&quot;/&gt;&lt;height val=&quot;25&quot;/&gt;&lt;hasText val=&quot;0&quot;/&gt;&lt;/Image&gt;&lt;Image&gt;&lt;filename val=&quot;C:\Users\sanmi\Documents\My Adobe Presentations\ece552-SuperscalarOoO\data\asimages\{3FEDBA11-141E-443C-BE30-9F0E535DE29A}_12_T.png&quot;/&gt;&lt;left val=&quot;443&quot;/&gt;&lt;top val=&quot;481&quot;/&gt;&lt;width val=&quot;54&quot;/&gt;&lt;height val=&quot;1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FF221F0-1548-4E35-ADC1-BF57039C4999}&quot;/&gt;&lt;isInvalidForFieldText val=&quot;1&quot;/&gt;&lt;Image&gt;&lt;filename val=&quot;C:\Users\sanmi\Documents\My Adobe Presentations\ece552-SuperscalarOoO\data\asimages\{2FF221F0-1548-4E35-ADC1-BF57039C4999}_12_S.png&quot;/&gt;&lt;left val=&quot;358&quot;/&gt;&lt;top val=&quot;420&quot;/&gt;&lt;width val=&quot;50&quot;/&gt;&lt;height val=&quot;57&quot;/&gt;&lt;hasText val=&quot;0&quot;/&gt;&lt;/Image&gt;&lt;Image&gt;&lt;filename val=&quot;C:\Users\sanmi\Documents\My Adobe Presentations\ece552-SuperscalarOoO\data\asimages\{2FF221F0-1548-4E35-ADC1-BF57039C4999}_12_T.png&quot;/&gt;&lt;left val=&quot;359&quot;/&gt;&lt;top val=&quot;421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9612D32-5EAC-4A7D-928C-486D0A9D1BAB}&quot;/&gt;&lt;isInvalidForFieldText val=&quot;1&quot;/&gt;&lt;Image&gt;&lt;filename val=&quot;C:\Users\sanmi\Documents\My Adobe Presentations\ece552-SuperscalarOoO\data\asimages\{E9612D32-5EAC-4A7D-928C-486D0A9D1BAB}_12_S.png&quot;/&gt;&lt;left val=&quot;346&quot;/&gt;&lt;top val=&quot;408&quot;/&gt;&lt;width val=&quot;62&quot;/&gt;&lt;height val=&quot;93&quot;/&gt;&lt;hasText val=&quot;0&quot;/&gt;&lt;/Image&gt;&lt;Image&gt;&lt;filename val=&quot;C:\Users\sanmi\Documents\My Adobe Presentations\ece552-SuperscalarOoO\data\asimages\{E9612D32-5EAC-4A7D-928C-486D0A9D1BAB}_12_T.png&quot;/&gt;&lt;left val=&quot;347&quot;/&gt;&lt;top val=&quot;409&quot;/&gt;&lt;width val=&quot;60&quot;/&gt;&lt;height val=&quot;8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CB97CF5-A1BF-466C-8C13-B0A27DF4F2EE}_12.png&quot;/&gt;&lt;left val=&quot;175&quot;/&gt;&lt;top val=&quot;433&quot;/&gt;&lt;width val=&quot;33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0475AB0-D0D5-4F06-AB6D-903259EC2FE4}&quot;/&gt;&lt;isInvalidForFieldText val=&quot;1&quot;/&gt;&lt;Image&gt;&lt;filename val=&quot;C:\Users\sanmi\Documents\My Adobe Presentations\ece552-SuperscalarOoO\data\asimages\{60475AB0-D0D5-4F06-AB6D-903259EC2FE4}_12_S.png&quot;/&gt;&lt;left val=&quot;160&quot;/&gt;&lt;top val=&quot;444&quot;/&gt;&lt;width val=&quot;27&quot;/&gt;&lt;height val=&quot;31&quot;/&gt;&lt;hasText val=&quot;0&quot;/&gt;&lt;/Image&gt;&lt;Image&gt;&lt;filename val=&quot;C:\Users\sanmi\Documents\My Adobe Presentations\ece552-SuperscalarOoO\data\asimages\{60475AB0-D0D5-4F06-AB6D-903259EC2FE4}_12_T.png&quot;/&gt;&lt;left val=&quot;161&quot;/&gt;&lt;top val=&quot;451&quot;/&gt;&lt;width val=&quot;18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20FF6FF-1477-42FE-8D5F-4C81D122C262}&quot;/&gt;&lt;isInvalidForFieldText val=&quot;1&quot;/&gt;&lt;Image&gt;&lt;filename val=&quot;C:\Users\sanmi\Documents\My Adobe Presentations\ece552-SuperscalarOoO\data\asimages\{F20FF6FF-1477-42FE-8D5F-4C81D122C262}_12_S.png&quot;/&gt;&lt;left val=&quot;160&quot;/&gt;&lt;top val=&quot;475&quot;/&gt;&lt;width val=&quot;27&quot;/&gt;&lt;height val=&quot;19&quot;/&gt;&lt;hasText val=&quot;0&quot;/&gt;&lt;/Image&gt;&lt;Image&gt;&lt;filename val=&quot;C:\Users\sanmi\Documents\My Adobe Presentations\ece552-SuperscalarOoO\data\asimages\{F20FF6FF-1477-42FE-8D5F-4C81D122C262}_12_T.png&quot;/&gt;&lt;left val=&quot;161&quot;/&gt;&lt;top val=&quot;475&quot;/&gt;&lt;width val=&quot;18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DD8F103-1BC1-4AAF-BE54-7A46C95AEDF5}&quot;/&gt;&lt;isInvalidForFieldText val=&quot;1&quot;/&gt;&lt;Image&gt;&lt;filename val=&quot;C:\Users\sanmi\Documents\My Adobe Presentations\ece552-SuperscalarOoO\data\asimages\{CDD8F103-1BC1-4AAF-BE54-7A46C95AEDF5}_12_S.png&quot;/&gt;&lt;left val=&quot;196&quot;/&gt;&lt;top val=&quot;486&quot;/&gt;&lt;width val=&quot;33&quot;/&gt;&lt;height val=&quot;33&quot;/&gt;&lt;hasText val=&quot;0&quot;/&gt;&lt;/Image&gt;&lt;Image&gt;&lt;filename val=&quot;C:\Users\sanmi\Documents\My Adobe Presentations\ece552-SuperscalarOoO\data\asimages\{CDD8F103-1BC1-4AAF-BE54-7A46C95AEDF5}_12_T.png&quot;/&gt;&lt;left val=&quot;203&quot;/&gt;&lt;top val=&quot;487&quot;/&gt;&lt;width val=&quot;24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0F34965-87BA-4807-85DE-F7828199051F}&quot;/&gt;&lt;isInvalidForFieldText val=&quot;1&quot;/&gt;&lt;Image&gt;&lt;filename val=&quot;C:\Users\sanmi\Documents\My Adobe Presentations\ece552-SuperscalarOoO\data\asimages\{30F34965-87BA-4807-85DE-F7828199051F}_12_S.png&quot;/&gt;&lt;left val=&quot;196&quot;/&gt;&lt;top val=&quot;481&quot;/&gt;&lt;width val=&quot;249&quot;/&gt;&lt;height val=&quot;49&quot;/&gt;&lt;hasText val=&quot;0&quot;/&gt;&lt;/Image&gt;&lt;Image&gt;&lt;filename val=&quot;C:\Users\sanmi\Documents\My Adobe Presentations\ece552-SuperscalarOoO\data\asimages\{30F34965-87BA-4807-85DE-F7828199051F}_12_T.png&quot;/&gt;&lt;left val=&quot;203&quot;/&gt;&lt;top val=&quot;481&quot;/&gt;&lt;width val=&quot;240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3C65CC2-7022-4C8C-9D38-4FFE9672FC86}&quot;/&gt;&lt;isInvalidForFieldText val=&quot;1&quot;/&gt;&lt;Image&gt;&lt;filename val=&quot;C:\Users\sanmi\Documents\My Adobe Presentations\ece552-SuperscalarOoO\data\asimages\{43C65CC2-7022-4C8C-9D38-4FFE9672FC86}_12_S.png&quot;/&gt;&lt;left val=&quot;112&quot;/&gt;&lt;top val=&quot;462&quot;/&gt;&lt;width val=&quot;80&quot;/&gt;&lt;height val=&quot;57&quot;/&gt;&lt;hasText val=&quot;0&quot;/&gt;&lt;/Image&gt;&lt;Image&gt;&lt;filename val=&quot;C:\Users\sanmi\Documents\My Adobe Presentations\ece552-SuperscalarOoO\data\asimages\{43C65CC2-7022-4C8C-9D38-4FFE9672FC86}_12_T.png&quot;/&gt;&lt;left val=&quot;113&quot;/&gt;&lt;top val=&quot;469&quot;/&gt;&lt;width val=&quot;7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6298ECB-FEC7-4449-9EBB-CA5F2B8BA817}_12.png&quot;/&gt;&lt;left val=&quot;176&quot;/&gt;&lt;top val=&quot;463&quot;/&gt;&lt;width val=&quot;30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022F962-1B3D-449E-AFD8-5A689F8C2D28}&quot;/&gt;&lt;isInvalidForFieldText val=&quot;1&quot;/&gt;&lt;Image&gt;&lt;filename val=&quot;C:\Users\sanmi\Documents\My Adobe Presentations\ece552-SuperscalarOoO\data\asimages\{1022F962-1B3D-449E-AFD8-5A689F8C2D28}_12_S.png&quot;/&gt;&lt;left val=&quot;472&quot;/&gt;&lt;top val=&quot;402&quot;/&gt;&lt;width val=&quot;93&quot;/&gt;&lt;height val=&quot;81&quot;/&gt;&lt;hasText val=&quot;0&quot;/&gt;&lt;/Image&gt;&lt;Image&gt;&lt;filename val=&quot;C:\Users\sanmi\Documents\My Adobe Presentations\ece552-SuperscalarOoO\data\asimages\{1022F962-1B3D-449E-AFD8-5A689F8C2D28}_12_T.png&quot;/&gt;&lt;left val=&quot;479&quot;/&gt;&lt;top val=&quot;409&quot;/&gt;&lt;width val=&quot;84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E812435-EBBF-4D7F-921F-268659904E16}_12.png&quot;/&gt;&lt;left val=&quot;335&quot;/&gt;&lt;top val=&quot;337&quot;/&gt;&lt;width val=&quot;21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450835C-E108-4A04-89DB-8467E9AA24DD}&quot;/&gt;&lt;isInvalidForFieldText val=&quot;1&quot;/&gt;&lt;Image&gt;&lt;filename val=&quot;C:\Users\sanmi\Documents\My Adobe Presentations\ece552-SuperscalarOoO\data\asimages\{0450835C-E108-4A04-89DB-8467E9AA24DD}_12_S.png&quot;/&gt;&lt;left val=&quot;269&quot;/&gt;&lt;top val=&quot;348&quot;/&gt;&lt;width val=&quot;73&quot;/&gt;&lt;height val=&quot;99&quot;/&gt;&lt;hasText val=&quot;0&quot;/&gt;&lt;/Image&gt;&lt;Image&gt;&lt;filename val=&quot;C:\Users\sanmi\Documents\My Adobe Presentations\ece552-SuperscalarOoO\data\asimages\{0450835C-E108-4A04-89DB-8467E9AA24DD}_12_T.png&quot;/&gt;&lt;left val=&quot;269&quot;/&gt;&lt;top val=&quot;355&quot;/&gt;&lt;width val=&quot;66&quot;/&gt;&lt;height val=&quot;9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68F24E9-81BF-4E42-9803-5E9EDCC17B15}&quot;/&gt;&lt;isInvalidForFieldText val=&quot;1&quot;/&gt;&lt;Image&gt;&lt;filename val=&quot;C:\Users\sanmi\Documents\My Adobe Presentations\ece552-SuperscalarOoO\data\asimages\{D68F24E9-81BF-4E42-9803-5E9EDCC17B15}_12_S.png&quot;/&gt;&lt;left val=&quot;316&quot;/&gt;&lt;top val=&quot;373&quot;/&gt;&lt;width val=&quot;147&quot;/&gt;&lt;height val=&quot;79&quot;/&gt;&lt;hasText val=&quot;0&quot;/&gt;&lt;/Image&gt;&lt;Image&gt;&lt;filename val=&quot;C:\Users\sanmi\Documents\My Adobe Presentations\ece552-SuperscalarOoO\data\asimages\{D68F24E9-81BF-4E42-9803-5E9EDCC17B15}_12_T.png&quot;/&gt;&lt;left val=&quot;317&quot;/&gt;&lt;top val=&quot;373&quot;/&gt;&lt;width val=&quot;144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386B325-A582-4433-958D-5C095898EFD4}_12.png&quot;/&gt;&lt;left val=&quot;301&quot;/&gt;&lt;top val=&quot;481&quot;/&gt;&lt;width val=&quot;3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4D52662-461C-4FD5-89FC-694F0BF00B8D}_12.png&quot;/&gt;&lt;left val=&quot;259&quot;/&gt;&lt;top val=&quot;481&quot;/&gt;&lt;width val=&quot;40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2,1071321526,C:\Users\sanmi\GoogleDrive\UWMdrive\Courses\ECE552\ece552-lec15_SuperscalarOoO_pptx\Media.ppcx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D2125CC-A95C-472F-8C08-202D12E66F73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849CD4B-DC58-4EB0-A24C-0A41E4C3D29C}_1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CEAE282-E189-4C6C-82F8-7AFFCADC6944}_13.png&quot;/&gt;&lt;left val=&quot;317&quot;/&gt;&lt;top val=&quot;179&quot;/&gt;&lt;width val=&quot;72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A35A26C-6831-4E87-8D25-E2D7B4676C5F}&quot;/&gt;&lt;isInvalidForFieldText val=&quot;1&quot;/&gt;&lt;Image&gt;&lt;filename val=&quot;C:\Users\sanmi\Documents\My Adobe Presentations\ece552-SuperscalarOoO\data\asimages\{4A35A26C-6831-4E87-8D25-E2D7B4676C5F}_13_S.png&quot;/&gt;&lt;left val=&quot;322&quot;/&gt;&lt;top val=&quot;232&quot;/&gt;&lt;width val=&quot;27&quot;/&gt;&lt;height val=&quot;51&quot;/&gt;&lt;hasText val=&quot;0&quot;/&gt;&lt;/Image&gt;&lt;Image&gt;&lt;filename val=&quot;C:\Users\sanmi\Documents\My Adobe Presentations\ece552-SuperscalarOoO\data\asimages\{4A35A26C-6831-4E87-8D25-E2D7B4676C5F}_13_T.png&quot;/&gt;&lt;left val=&quot;323&quot;/&gt;&lt;top val=&quot;233&quot;/&gt;&lt;width val=&quot;24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9DDF2F5-497E-41D7-8A91-A2E23AAA52A8}_13.png&quot;/&gt;&lt;left val=&quot;360&quot;/&gt;&lt;top val=&quot;209&quot;/&gt;&lt;width val=&quot;35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D2AEE78-5E34-4794-8BC9-F5EC20A2CCAE}&quot;/&gt;&lt;isInvalidForFieldText val=&quot;1&quot;/&gt;&lt;Image&gt;&lt;filename val=&quot;C:\Users\sanmi\Documents\My Adobe Presentations\ece552-SuperscalarOoO\data\asimages\{2D2AEE78-5E34-4794-8BC9-F5EC20A2CCAE}_13_S.png&quot;/&gt;&lt;left val=&quot;304&quot;/&gt;&lt;top val=&quot;214&quot;/&gt;&lt;width val=&quot;69&quot;/&gt;&lt;height val=&quot;31&quot;/&gt;&lt;hasText val=&quot;0&quot;/&gt;&lt;/Image&gt;&lt;Image&gt;&lt;filename val=&quot;C:\Users\sanmi\Documents\My Adobe Presentations\ece552-SuperscalarOoO\data\asimages\{2D2AEE78-5E34-4794-8BC9-F5EC20A2CCAE}_13_T.png&quot;/&gt;&lt;left val=&quot;305&quot;/&gt;&lt;top val=&quot;221&quot;/&gt;&lt;width val=&quot;60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177BDC4-6AEB-4405-9DB5-5A86AE5254E0}&quot;/&gt;&lt;isInvalidForFieldText val=&quot;1&quot;/&gt;&lt;Image&gt;&lt;filename val=&quot;C:\Users\sanmi\Documents\My Adobe Presentations\ece552-SuperscalarOoO\data\asimages\{2177BDC4-6AEB-4405-9DB5-5A86AE5254E0}_13_S.png&quot;/&gt;&lt;left val=&quot;352&quot;/&gt;&lt;top val=&quot;257&quot;/&gt;&lt;width val=&quot;63&quot;/&gt;&lt;height val=&quot;25&quot;/&gt;&lt;hasText val=&quot;0&quot;/&gt;&lt;/Image&gt;&lt;Image&gt;&lt;filename val=&quot;C:\Users\sanmi\Documents\My Adobe Presentations\ece552-SuperscalarOoO\data\asimages\{2177BDC4-6AEB-4405-9DB5-5A86AE5254E0}_13_T.png&quot;/&gt;&lt;left val=&quot;353&quot;/&gt;&lt;top val=&quot;257&quot;/&gt;&lt;width val=&quot;54&quot;/&gt;&lt;height val=&quot;1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934EB43-A901-4AF3-B69C-C80975A7C8C8}&quot;/&gt;&lt;isInvalidForFieldText val=&quot;1&quot;/&gt;&lt;Image&gt;&lt;filename val=&quot;C:\Users\sanmi\Documents\My Adobe Presentations\ece552-SuperscalarOoO\data\asimages\{D934EB43-A901-4AF3-B69C-C80975A7C8C8}_13_S.png&quot;/&gt;&lt;left val=&quot;268&quot;/&gt;&lt;top val=&quot;196&quot;/&gt;&lt;width val=&quot;50&quot;/&gt;&lt;height val=&quot;57&quot;/&gt;&lt;hasText val=&quot;0&quot;/&gt;&lt;/Image&gt;&lt;Image&gt;&lt;filename val=&quot;C:\Users\sanmi\Documents\My Adobe Presentations\ece552-SuperscalarOoO\data\asimages\{D934EB43-A901-4AF3-B69C-C80975A7C8C8}_13_T.png&quot;/&gt;&lt;left val=&quot;269&quot;/&gt;&lt;top val=&quot;197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DEA3DAE-8DBD-43F6-AB45-E7F52E0508D6}&quot;/&gt;&lt;isInvalidForFieldText val=&quot;1&quot;/&gt;&lt;Image&gt;&lt;filename val=&quot;C:\Users\sanmi\Documents\My Adobe Presentations\ece552-SuperscalarOoO\data\asimages\{5DEA3DAE-8DBD-43F6-AB45-E7F52E0508D6}_13_S.png&quot;/&gt;&lt;left val=&quot;256&quot;/&gt;&lt;top val=&quot;184&quot;/&gt;&lt;width val=&quot;62&quot;/&gt;&lt;height val=&quot;93&quot;/&gt;&lt;hasText val=&quot;0&quot;/&gt;&lt;/Image&gt;&lt;Image&gt;&lt;filename val=&quot;C:\Users\sanmi\Documents\My Adobe Presentations\ece552-SuperscalarOoO\data\asimages\{5DEA3DAE-8DBD-43F6-AB45-E7F52E0508D6}_13_T.png&quot;/&gt;&lt;left val=&quot;257&quot;/&gt;&lt;top val=&quot;185&quot;/&gt;&lt;width val=&quot;60&quot;/&gt;&lt;height val=&quot;8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7A9FDB1-EEB7-4C8B-9B69-3EF0CD27678B}_13.png&quot;/&gt;&lt;left val=&quot;85&quot;/&gt;&lt;top val=&quot;209&quot;/&gt;&lt;width val=&quot;33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93A7C3F-E156-4FD7-A064-22BE6AD6666B}&quot;/&gt;&lt;isInvalidForFieldText val=&quot;1&quot;/&gt;&lt;Image&gt;&lt;filename val=&quot;C:\Users\sanmi\Documents\My Adobe Presentations\ece552-SuperscalarOoO\data\asimages\{093A7C3F-E156-4FD7-A064-22BE6AD6666B}_13_S.png&quot;/&gt;&lt;left val=&quot;70&quot;/&gt;&lt;top val=&quot;220&quot;/&gt;&lt;width val=&quot;27&quot;/&gt;&lt;height val=&quot;31&quot;/&gt;&lt;hasText val=&quot;0&quot;/&gt;&lt;/Image&gt;&lt;Image&gt;&lt;filename val=&quot;C:\Users\sanmi\Documents\My Adobe Presentations\ece552-SuperscalarOoO\data\asimages\{093A7C3F-E156-4FD7-A064-22BE6AD6666B}_13_T.png&quot;/&gt;&lt;left val=&quot;71&quot;/&gt;&lt;top val=&quot;227&quot;/&gt;&lt;width val=&quot;18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DFFC639-4307-42BD-9F7A-6ADF23A74ADA}&quot;/&gt;&lt;isInvalidForFieldText val=&quot;1&quot;/&gt;&lt;Image&gt;&lt;filename val=&quot;C:\Users\sanmi\Documents\My Adobe Presentations\ece552-SuperscalarOoO\data\asimages\{DDFFC639-4307-42BD-9F7A-6ADF23A74ADA}_13_S.png&quot;/&gt;&lt;left val=&quot;70&quot;/&gt;&lt;top val=&quot;251&quot;/&gt;&lt;width val=&quot;27&quot;/&gt;&lt;height val=&quot;19&quot;/&gt;&lt;hasText val=&quot;0&quot;/&gt;&lt;/Image&gt;&lt;Image&gt;&lt;filename val=&quot;C:\Users\sanmi\Documents\My Adobe Presentations\ece552-SuperscalarOoO\data\asimages\{DDFFC639-4307-42BD-9F7A-6ADF23A74ADA}_13_T.png&quot;/&gt;&lt;left val=&quot;71&quot;/&gt;&lt;top val=&quot;251&quot;/&gt;&lt;width val=&quot;18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D123E93-E66F-4253-A572-3CC965A203C3}&quot;/&gt;&lt;isInvalidForFieldText val=&quot;1&quot;/&gt;&lt;Image&gt;&lt;filename val=&quot;C:\Users\sanmi\Documents\My Adobe Presentations\ece552-SuperscalarOoO\data\asimages\{7D123E93-E66F-4253-A572-3CC965A203C3}_13_S.png&quot;/&gt;&lt;left val=&quot;106&quot;/&gt;&lt;top val=&quot;262&quot;/&gt;&lt;width val=&quot;33&quot;/&gt;&lt;height val=&quot;33&quot;/&gt;&lt;hasText val=&quot;0&quot;/&gt;&lt;/Image&gt;&lt;Image&gt;&lt;filename val=&quot;C:\Users\sanmi\Documents\My Adobe Presentations\ece552-SuperscalarOoO\data\asimages\{7D123E93-E66F-4253-A572-3CC965A203C3}_13_T.png&quot;/&gt;&lt;left val=&quot;113&quot;/&gt;&lt;top val=&quot;263&quot;/&gt;&lt;width val=&quot;24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5F51EE4-F92B-4B0A-85BB-45896B2F3A1A}&quot;/&gt;&lt;isInvalidForFieldText val=&quot;1&quot;/&gt;&lt;Image&gt;&lt;filename val=&quot;C:\Users\sanmi\Documents\My Adobe Presentations\ece552-SuperscalarOoO\data\asimages\{65F51EE4-F92B-4B0A-85BB-45896B2F3A1A}_13_S.png&quot;/&gt;&lt;left val=&quot;106&quot;/&gt;&lt;top val=&quot;257&quot;/&gt;&lt;width val=&quot;249&quot;/&gt;&lt;height val=&quot;49&quot;/&gt;&lt;hasText val=&quot;0&quot;/&gt;&lt;/Image&gt;&lt;Image&gt;&lt;filename val=&quot;C:\Users\sanmi\Documents\My Adobe Presentations\ece552-SuperscalarOoO\data\asimages\{65F51EE4-F92B-4B0A-85BB-45896B2F3A1A}_13_T.png&quot;/&gt;&lt;left val=&quot;113&quot;/&gt;&lt;top val=&quot;257&quot;/&gt;&lt;width val=&quot;240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358BF30-E3F8-4DFE-A74F-D20C9191AB4E}&quot;/&gt;&lt;isInvalidForFieldText val=&quot;1&quot;/&gt;&lt;Image&gt;&lt;filename val=&quot;C:\Users\sanmi\Documents\My Adobe Presentations\ece552-SuperscalarOoO\data\asimages\{C358BF30-E3F8-4DFE-A74F-D20C9191AB4E}_13_S.png&quot;/&gt;&lt;left val=&quot;22&quot;/&gt;&lt;top val=&quot;238&quot;/&gt;&lt;width val=&quot;80&quot;/&gt;&lt;height val=&quot;69&quot;/&gt;&lt;hasText val=&quot;0&quot;/&gt;&lt;/Image&gt;&lt;Image&gt;&lt;filename val=&quot;C:\Users\sanmi\Documents\My Adobe Presentations\ece552-SuperscalarOoO\data\asimages\{C358BF30-E3F8-4DFE-A74F-D20C9191AB4E}_13_T.png&quot;/&gt;&lt;left val=&quot;23&quot;/&gt;&lt;top val=&quot;245&quot;/&gt;&lt;width val=&quot;78&quot;/&gt;&lt;height val=&quot;6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7C8F6A6-1A57-4E24-B2A2-0C35DE246D64}_13.png&quot;/&gt;&lt;left val=&quot;86&quot;/&gt;&lt;top val=&quot;239&quot;/&gt;&lt;width val=&quot;30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953C2B4-B246-4FE8-A04F-F090D3EAC3AE}&quot;/&gt;&lt;isInvalidForFieldText val=&quot;1&quot;/&gt;&lt;Image&gt;&lt;filename val=&quot;C:\Users\sanmi\Documents\My Adobe Presentations\ece552-SuperscalarOoO\data\asimages\{C953C2B4-B246-4FE8-A04F-F090D3EAC3AE}_13_S.png&quot;/&gt;&lt;left val=&quot;382&quot;/&gt;&lt;top val=&quot;178&quot;/&gt;&lt;width val=&quot;93&quot;/&gt;&lt;height val=&quot;81&quot;/&gt;&lt;hasText val=&quot;0&quot;/&gt;&lt;/Image&gt;&lt;Image&gt;&lt;filename val=&quot;C:\Users\sanmi\Documents\My Adobe Presentations\ece552-SuperscalarOoO\data\asimages\{C953C2B4-B246-4FE8-A04F-F090D3EAC3AE}_13_T.png&quot;/&gt;&lt;left val=&quot;389&quot;/&gt;&lt;top val=&quot;185&quot;/&gt;&lt;width val=&quot;84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75916F9-270E-4516-A9D3-804DA9912146}_13.png&quot;/&gt;&lt;left val=&quot;245&quot;/&gt;&lt;top val=&quot;113&quot;/&gt;&lt;width val=&quot;21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7FCECA3-9125-457A-A228-C1BFE7237564}&quot;/&gt;&lt;isInvalidForFieldText val=&quot;1&quot;/&gt;&lt;Image&gt;&lt;filename val=&quot;C:\Users\sanmi\Documents\My Adobe Presentations\ece552-SuperscalarOoO\data\asimages\{07FCECA3-9125-457A-A228-C1BFE7237564}_13_S.png&quot;/&gt;&lt;left val=&quot;179&quot;/&gt;&lt;top val=&quot;124&quot;/&gt;&lt;width val=&quot;73&quot;/&gt;&lt;height val=&quot;99&quot;/&gt;&lt;hasText val=&quot;0&quot;/&gt;&lt;/Image&gt;&lt;Image&gt;&lt;filename val=&quot;C:\Users\sanmi\Documents\My Adobe Presentations\ece552-SuperscalarOoO\data\asimages\{07FCECA3-9125-457A-A228-C1BFE7237564}_13_T.png&quot;/&gt;&lt;left val=&quot;179&quot;/&gt;&lt;top val=&quot;131&quot;/&gt;&lt;width val=&quot;66&quot;/&gt;&lt;height val=&quot;9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B2DC869-5CFB-40C0-9965-2B29478A5659}&quot;/&gt;&lt;isInvalidForFieldText val=&quot;1&quot;/&gt;&lt;Image&gt;&lt;filename val=&quot;C:\Users\sanmi\Documents\My Adobe Presentations\ece552-SuperscalarOoO\data\asimages\{FB2DC869-5CFB-40C0-9965-2B29478A5659}_13_S.png&quot;/&gt;&lt;left val=&quot;226&quot;/&gt;&lt;top val=&quot;149&quot;/&gt;&lt;width val=&quot;147&quot;/&gt;&lt;height val=&quot;79&quot;/&gt;&lt;hasText val=&quot;0&quot;/&gt;&lt;/Image&gt;&lt;Image&gt;&lt;filename val=&quot;C:\Users\sanmi\Documents\My Adobe Presentations\ece552-SuperscalarOoO\data\asimages\{FB2DC869-5CFB-40C0-9965-2B29478A5659}_13_T.png&quot;/&gt;&lt;left val=&quot;227&quot;/&gt;&lt;top val=&quot;149&quot;/&gt;&lt;width val=&quot;144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76FC778-AD05-4AB2-9D3B-1DCAE6AAF664}_13.png&quot;/&gt;&lt;left val=&quot;211&quot;/&gt;&lt;top val=&quot;256&quot;/&gt;&lt;width val=&quot;3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12BC3DC-0115-44C6-A8EF-48B61C44EE7B}_13.png&quot;/&gt;&lt;left val=&quot;175&quot;/&gt;&lt;top val=&quot;256&quot;/&gt;&lt;width val=&quot;40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FA13526-049C-42AD-A4FD-30D6D123CE8C}_13.png&quot;/&gt;&lt;left val=&quot;309&quot;/&gt;&lt;top val=&quot;499&quot;/&gt;&lt;width val=&quot;88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A86ABDA-CF4C-432C-BD77-4EC34A8A5F5B}&quot;/&gt;&lt;isInvalidForFieldText val=&quot;1&quot;/&gt;&lt;Image&gt;&lt;filename val=&quot;C:\Users\sanmi\Documents\My Adobe Presentations\ece552-SuperscalarOoO\data\asimages\{8A86ABDA-CF4C-432C-BD77-4EC34A8A5F5B}_13_S.png&quot;/&gt;&lt;left val=&quot;328&quot;/&gt;&lt;top val=&quot;436&quot;/&gt;&lt;width val=&quot;51&quot;/&gt;&lt;height val=&quot;51&quot;/&gt;&lt;hasText val=&quot;0&quot;/&gt;&lt;/Image&gt;&lt;Image&gt;&lt;filename val=&quot;C:\Users\sanmi\Documents\My Adobe Presentations\ece552-SuperscalarOoO\data\asimages\{8A86ABDA-CF4C-432C-BD77-4EC34A8A5F5B}_13_T.png&quot;/&gt;&lt;left val=&quot;329&quot;/&gt;&lt;top val=&quot;437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01652AF-191E-479F-956A-F3FFA85DCA45}_13.png&quot;/&gt;&lt;left val=&quot;333&quot;/&gt;&lt;top val=&quot;448&quot;/&gt;&lt;width val=&quot;4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C94CAFE-C252-4964-BDEF-AD9286446ED1}&quot;/&gt;&lt;isInvalidForFieldText val=&quot;1&quot;/&gt;&lt;Image&gt;&lt;filename val=&quot;C:\Users\sanmi\Documents\My Adobe Presentations\ece552-SuperscalarOoO\data\asimages\{6C94CAFE-C252-4964-BDEF-AD9286446ED1}_13_S.png&quot;/&gt;&lt;left val=&quot;268&quot;/&gt;&lt;top val=&quot;400&quot;/&gt;&lt;width val=&quot;50&quot;/&gt;&lt;height val=&quot;111&quot;/&gt;&lt;hasText val=&quot;0&quot;/&gt;&lt;/Image&gt;&lt;Image&gt;&lt;filename val=&quot;C:\Users\sanmi\Documents\My Adobe Presentations\ece552-SuperscalarOoO\data\asimages\{6C94CAFE-C252-4964-BDEF-AD9286446ED1}_13_T.png&quot;/&gt;&lt;left val=&quot;269&quot;/&gt;&lt;top val=&quot;407&quot;/&gt;&lt;width val=&quot;48&quot;/&gt;&lt;height val=&quot;10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935C128-8988-4473-9EA5-7F26793D5ACE}&quot;/&gt;&lt;isInvalidForFieldText val=&quot;1&quot;/&gt;&lt;Image&gt;&lt;filename val=&quot;C:\Users\sanmi\Documents\My Adobe Presentations\ece552-SuperscalarOoO\data\asimages\{B935C128-8988-4473-9EA5-7F26793D5ACE}_13_S.png&quot;/&gt;&lt;left val=&quot;256&quot;/&gt;&lt;top val=&quot;376&quot;/&gt;&lt;width val=&quot;62&quot;/&gt;&lt;height val=&quot;147&quot;/&gt;&lt;hasText val=&quot;0&quot;/&gt;&lt;/Image&gt;&lt;Image&gt;&lt;filename val=&quot;C:\Users\sanmi\Documents\My Adobe Presentations\ece552-SuperscalarOoO\data\asimages\{B935C128-8988-4473-9EA5-7F26793D5ACE}_13_T.png&quot;/&gt;&lt;left val=&quot;257&quot;/&gt;&lt;top val=&quot;383&quot;/&gt;&lt;width val=&quot;60&quot;/&gt;&lt;height val=&quot;13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978F83F-42AC-47C1-955B-39F22FEA509D}&quot;/&gt;&lt;isInvalidForFieldText val=&quot;1&quot;/&gt;&lt;Image&gt;&lt;filename val=&quot;C:\Users\sanmi\Documents\My Adobe Presentations\ece552-SuperscalarOoO\data\asimages\{7978F83F-42AC-47C1-955B-39F22FEA509D}_13_S.png&quot;/&gt;&lt;left val=&quot;346&quot;/&gt;&lt;top val=&quot;370&quot;/&gt;&lt;width val=&quot;27&quot;/&gt;&lt;height val=&quot;51&quot;/&gt;&lt;hasText val=&quot;0&quot;/&gt;&lt;/Image&gt;&lt;Image&gt;&lt;filename val=&quot;C:\Users\sanmi\Documents\My Adobe Presentations\ece552-SuperscalarOoO\data\asimages\{7978F83F-42AC-47C1-955B-39F22FEA509D}_13_T.png&quot;/&gt;&lt;left val=&quot;347&quot;/&gt;&lt;top val=&quot;371&quot;/&gt;&lt;width val=&quot;24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8EADBD39-FA9B-46BB-903E-132A8C9F2F38}&quot;/&gt;&lt;isInvalidForFieldText val=&quot;1&quot;/&gt;&lt;Image&gt;&lt;filename val=&quot;C:\Users\sanmi\Documents\My Adobe Presentations\ece552-SuperscalarOoO\data\asimages\{8EADBD39-FA9B-46BB-903E-132A8C9F2F38}_13_S.png&quot;/&gt;&lt;left val=&quot;465&quot;/&gt;&lt;top val=&quot;370&quot;/&gt;&lt;width val=&quot;27&quot;/&gt;&lt;height val=&quot;51&quot;/&gt;&lt;hasText val=&quot;0&quot;/&gt;&lt;/Image&gt;&lt;Image&gt;&lt;filename val=&quot;C:\Users\sanmi\Documents\My Adobe Presentations\ece552-SuperscalarOoO\data\asimages\{8EADBD39-FA9B-46BB-903E-132A8C9F2F38}_13_T.png&quot;/&gt;&lt;left val=&quot;466&quot;/&gt;&lt;top val=&quot;371&quot;/&gt;&lt;width val=&quot;25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764E905-72A3-4600-BF0C-E78BE20161C0}_13.png&quot;/&gt;&lt;left val=&quot;342&quot;/&gt;&lt;top val=&quot;373&quot;/&gt;&lt;width val=&quot;35&quot;/&gt;&lt;height val=&quot;50&quot;/&gt;&lt;hasText val=&quot;1&quot;/&gt;&lt;/Image&gt;&lt;/ThreeDShapeInfo&gt;"/>
  <p:tag name="PRESENTER_SHAPETEXTINFO" val="&lt;ShapeTextInfo&gt;&lt;TableIndex row=&quot;-1&quot; col=&quot;-1&quot;&gt;&lt;linesCount val=&quot;2&quot;/&gt;&lt;lineCharCount val=&quot;3&quot;/&gt;&lt;lineCharCount val=&quot;1&quot;/&gt;&lt;/TableIndex&gt;&lt;/ShapeTextInfo&gt;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8068082-4610-41EB-AA65-986F284E6E97}_13.png&quot;/&gt;&lt;left val=&quot;461&quot;/&gt;&lt;top val=&quot;373&quot;/&gt;&lt;width val=&quot;35&quot;/&gt;&lt;height val=&quot;50&quot;/&gt;&lt;hasText val=&quot;1&quot;/&gt;&lt;/Image&gt;&lt;/ThreeDShapeInfo&gt;"/>
  <p:tag name="PRESENTER_SHAPETEXTINFO" val="&lt;ShapeTextInfo&gt;&lt;TableIndex row=&quot;-1&quot; col=&quot;-1&quot;&gt;&lt;linesCount val=&quot;2&quot;/&gt;&lt;lineCharCount val=&quot;3&quot;/&gt;&lt;lineCharCount val=&quot;1&quot;/&gt;&lt;/TableIndex&gt;&lt;/ShapeTextInfo&gt;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43608DF-33F8-45C5-BCB1-ED6FBAB9ED8D}&quot;/&gt;&lt;isInvalidForFieldText val=&quot;1&quot;/&gt;&lt;Image&gt;&lt;filename val=&quot;C:\Users\sanmi\Documents\My Adobe Presentations\ece552-SuperscalarOoO\data\asimages\{743608DF-33F8-45C5-BCB1-ED6FBAB9ED8D}_13_S.png&quot;/&gt;&lt;left val=&quot;328&quot;/&gt;&lt;top val=&quot;304&quot;/&gt;&lt;width val=&quot;51&quot;/&gt;&lt;height val=&quot;51&quot;/&gt;&lt;hasText val=&quot;0&quot;/&gt;&lt;/Image&gt;&lt;Image&gt;&lt;filename val=&quot;C:\Users\sanmi\Documents\My Adobe Presentations\ece552-SuperscalarOoO\data\asimages\{743608DF-33F8-45C5-BCB1-ED6FBAB9ED8D}_13_T.png&quot;/&gt;&lt;left val=&quot;329&quot;/&gt;&lt;top val=&quot;305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052D781-0AFE-48D8-A879-508F42A82B56}_13.png&quot;/&gt;&lt;left val=&quot;333&quot;/&gt;&lt;top val=&quot;316&quot;/&gt;&lt;width val=&quot;47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291736E-DF65-49B6-8D0E-F670CD11E977}&quot;/&gt;&lt;isInvalidForFieldText val=&quot;1&quot;/&gt;&lt;Image&gt;&lt;filename val=&quot;C:\Users\sanmi\Documents\My Adobe Presentations\ece552-SuperscalarOoO\data\asimages\{6291736E-DF65-49B6-8D0E-F670CD11E977}_13_S.png&quot;/&gt;&lt;left val=&quot;448&quot;/&gt;&lt;top val=&quot;304&quot;/&gt;&lt;width val=&quot;51&quot;/&gt;&lt;height val=&quot;51&quot;/&gt;&lt;hasText val=&quot;0&quot;/&gt;&lt;/Image&gt;&lt;Image&gt;&lt;filename val=&quot;C:\Users\sanmi\Documents\My Adobe Presentations\ece552-SuperscalarOoO\data\asimages\{6291736E-DF65-49B6-8D0E-F670CD11E977}_13_T.png&quot;/&gt;&lt;left val=&quot;449&quot;/&gt;&lt;top val=&quot;305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265B7F3-9210-4CE7-BA1A-F5F2981A5D33}_13.png&quot;/&gt;&lt;left val=&quot;453&quot;/&gt;&lt;top val=&quot;316&quot;/&gt;&lt;width val=&quot;47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A4E45CF-A2A3-49A7-BB3A-A0C4A338716F}&quot;/&gt;&lt;isInvalidForFieldText val=&quot;1&quot;/&gt;&lt;Image&gt;&lt;filename val=&quot;C:\Users\sanmi\Documents\My Adobe Presentations\ece552-SuperscalarOoO\data\asimages\{2A4E45CF-A2A3-49A7-BB3A-A0C4A338716F}_13_S.png&quot;/&gt;&lt;left val=&quot;568&quot;/&gt;&lt;top val=&quot;304&quot;/&gt;&lt;width val=&quot;51&quot;/&gt;&lt;height val=&quot;51&quot;/&gt;&lt;hasText val=&quot;0&quot;/&gt;&lt;/Image&gt;&lt;Image&gt;&lt;filename val=&quot;C:\Users\sanmi\Documents\My Adobe Presentations\ece552-SuperscalarOoO\data\asimages\{2A4E45CF-A2A3-49A7-BB3A-A0C4A338716F}_13_T.png&quot;/&gt;&lt;left val=&quot;569&quot;/&gt;&lt;top val=&quot;305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A264E82-2CE2-4C2E-939E-A3E1745F0EC9}_13.png&quot;/&gt;&lt;left val=&quot;573&quot;/&gt;&lt;top val=&quot;316&quot;/&gt;&lt;width val=&quot;47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90A5AEF2-A50B-4FDD-8245-781DC059A2F3}&quot;/&gt;&lt;isInvalidForFieldText val=&quot;1&quot;/&gt;&lt;Image&gt;&lt;filename val=&quot;C:\Users\sanmi\Documents\My Adobe Presentations\ece552-SuperscalarOoO\data\asimages\{90A5AEF2-A50B-4FDD-8245-781DC059A2F3}_13_S.png&quot;/&gt;&lt;left val=&quot;419&quot;/&gt;&lt;top val=&quot;460&quot;/&gt;&lt;width val=&quot;116&quot;/&gt;&lt;height val=&quot;51&quot;/&gt;&lt;hasText val=&quot;0&quot;/&gt;&lt;/Image&gt;&lt;Image&gt;&lt;filename val=&quot;C:\Users\sanmi\Documents\My Adobe Presentations\ece552-SuperscalarOoO\data\asimages\{90A5AEF2-A50B-4FDD-8245-781DC059A2F3}_13_T.png&quot;/&gt;&lt;left val=&quot;419&quot;/&gt;&lt;top val=&quot;461&quot;/&gt;&lt;width val=&quot;114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FD2959E-646C-4EA8-A342-7EC838478E20}&quot;/&gt;&lt;isInvalidForFieldText val=&quot;1&quot;/&gt;&lt;Image&gt;&lt;filename val=&quot;C:\Users\sanmi\Documents\My Adobe Presentations\ece552-SuperscalarOoO\data\asimages\{DFD2959E-646C-4EA8-A342-7EC838478E20}_13_S.png&quot;/&gt;&lt;left val=&quot;502&quot;/&gt;&lt;top val=&quot;394&quot;/&gt;&lt;width val=&quot;57&quot;/&gt;&lt;height val=&quot;123&quot;/&gt;&lt;hasText val=&quot;0&quot;/&gt;&lt;/Image&gt;&lt;Image&gt;&lt;filename val=&quot;C:\Users\sanmi\Documents\My Adobe Presentations\ece552-SuperscalarOoO\data\asimages\{DFD2959E-646C-4EA8-A342-7EC838478E20}_13_T.png&quot;/&gt;&lt;left val=&quot;509&quot;/&gt;&lt;top val=&quot;395&quot;/&gt;&lt;width val=&quot;48&quot;/&gt;&lt;height val=&quot;11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BCE78F6-03A0-4CDA-BE60-0A62C2C54476}&quot;/&gt;&lt;isInvalidForFieldText val=&quot;1&quot;/&gt;&lt;Image&gt;&lt;filename val=&quot;C:\Users\sanmi\Documents\My Adobe Presentations\ece552-SuperscalarOoO\data\asimages\{3BCE78F6-03A0-4CDA-BE60-0A62C2C54476}_13_S.png&quot;/&gt;&lt;left val=&quot;502&quot;/&gt;&lt;top val=&quot;328&quot;/&gt;&lt;width val=&quot;177&quot;/&gt;&lt;height val=&quot;201&quot;/&gt;&lt;hasText val=&quot;0&quot;/&gt;&lt;/Image&gt;&lt;Image&gt;&lt;filename val=&quot;C:\Users\sanmi\Documents\My Adobe Presentations\ece552-SuperscalarOoO\data\asimages\{3BCE78F6-03A0-4CDA-BE60-0A62C2C54476}_13_T.png&quot;/&gt;&lt;left val=&quot;509&quot;/&gt;&lt;top val=&quot;329&quot;/&gt;&lt;width val=&quot;168&quot;/&gt;&lt;height val=&quot;19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295CA03-5D6E-43CB-823D-E1E90DCADD95}&quot;/&gt;&lt;isInvalidForFieldText val=&quot;1&quot;/&gt;&lt;Image&gt;&lt;filename val=&quot;C:\Users\sanmi\Documents\My Adobe Presentations\ece552-SuperscalarOoO\data\asimages\{7295CA03-5D6E-43CB-823D-E1E90DCADD95}_13_S.png&quot;/&gt;&lt;left val=&quot;467&quot;/&gt;&lt;top val=&quot;256&quot;/&gt;&lt;width val=&quot;224&quot;/&gt;&lt;height val=&quot;279&quot;/&gt;&lt;hasText val=&quot;0&quot;/&gt;&lt;/Image&gt;&lt;Image&gt;&lt;filename val=&quot;C:\Users\sanmi\Documents\My Adobe Presentations\ece552-SuperscalarOoO\data\asimages\{7295CA03-5D6E-43CB-823D-E1E90DCADD95}_13_T.png&quot;/&gt;&lt;left val=&quot;467&quot;/&gt;&lt;top val=&quot;257&quot;/&gt;&lt;width val=&quot;222&quot;/&gt;&lt;height val=&quot;27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EE227A0-09E8-442E-AAF1-509A337B04E3}_13.png&quot;/&gt;&lt;left val=&quot;210&quot;/&gt;&lt;top val=&quot;84&quot;/&gt;&lt;width val=&quot;10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CAA619C-B547-46C4-AA99-8E40C3CF9B16}_13.png&quot;/&gt;&lt;left val=&quot;140&quot;/&gt;&lt;top val=&quot;84&quot;/&gt;&lt;width val=&quot;7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3,1071321526,C:\Users\sanmi\GoogleDrive\UWMdrive\Courses\ECE552\ece552-lec15_SuperscalarOoO_pptx\Media.ppcx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B977A14-B98F-402A-96AF-E4CF80DA75F0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7BC3AF7-A0D2-4D4A-8A49-C466D04F0CD9}_14.png&quot;/&gt;&lt;left val=&quot;27&quot;/&gt;&lt;top val=&quot;113&quot;/&gt;&lt;width val=&quot;675&quot;/&gt;&lt;height val=&quot;422&quot;/&gt;&lt;hasText val=&quot;1&quot;/&gt;&lt;/Image&gt;&lt;/ThreeDShapeInfo&gt;"/>
  <p:tag name="PRESENTER_SHAPETEXTINFO" val="&lt;ShapeTextInfo&gt;&lt;TableIndex row=&quot;-1&quot; col=&quot;-1&quot;&gt;&lt;linesCount val=&quot;13&quot;/&gt;&lt;lineCharCount val=&quot;27&quot;/&gt;&lt;lineCharCount val=&quot;15&quot;/&gt;&lt;lineCharCount val=&quot;15&quot;/&gt;&lt;lineCharCount val=&quot;61&quot;/&gt;&lt;lineCharCount val=&quot;54&quot;/&gt;&lt;lineCharCount val=&quot;11&quot;/&gt;&lt;lineCharCount val=&quot;58&quot;/&gt;&lt;lineCharCount val=&quot;13&quot;/&gt;&lt;lineCharCount val=&quot;26&quot;/&gt;&lt;lineCharCount val=&quot;15&quot;/&gt;&lt;lineCharCount val=&quot;45&quot;/&gt;&lt;lineCharCount val=&quot;63&quot;/&gt;&lt;lineCharCount val=&quot;45&quot;/&gt;&lt;/TableIndex&gt;&lt;/ShapeTextInfo&gt;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FFED022-02F8-4E2A-BCFF-52FCB716EEC3}_1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22CACFF-F182-49B3-892C-E0583807ABBF}_14.png&quot;/&gt;&lt;left val=&quot;617&quot;/&gt;&lt;top val=&quot;276&quot;/&gt;&lt;width val=&quot;103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8D5EAD4-6697-4015-B074-BE72EC8214A2}_14.png&quot;/&gt;&lt;left val=&quot;630&quot;/&gt;&lt;top val=&quot;249&quot;/&gt;&lt;width val=&quot;74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4,1071321526,C:\Users\sanmi\GoogleDrive\UWMdrive\Courses\ECE552\ece552-lec15_SuperscalarOoO_pptx\Media.ppcx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6B52EDE-47ED-43B7-830A-4DBB46879353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4ACCF04-E1D8-406D-B938-2201200DC7F6}_15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E344CD4-10E8-41E5-B70F-B8918376EAB6}_15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0&quot;/&gt;&lt;/TableIndex&gt;&lt;TableIndex row=&quot;2&quot; col=&quot;5&quot;&gt;&lt;linesCount val=&quot;0&quot;/&gt;&lt;/TableIndex&gt;&lt;TableIndex row=&quot;2&quot; col=&quot;6&quot;&gt;&lt;linesCount val=&quot;0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0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0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0&quot;/&gt;&lt;/TableIndex&gt;&lt;TableIndex row=&quot;7&quot; col=&quot;9&quot;&gt;&lt;linesCount val=&quot;0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666DF17-BEDE-480C-98DD-93C62D24C7E4}_15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5&quot; col=&quot;1&quot;&gt;&lt;linesCount val=&quot;1&quot;/&gt;&lt;lineCharCount val=&quot;2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2C9E83F-F781-45EB-8379-B17D66D2BBD4}_15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1F869AB-6304-4339-9D3B-459B11A582AD}_15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157A573-1EBF-4E34-8556-7D0CC5F96E0A}_15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5,1071321526,C:\Users\sanmi\GoogleDrive\UWMdrive\Courses\ECE552\ece552-lec15_SuperscalarOoO_pptx\Media.ppcx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AA7C346-5E30-4068-9D2E-EC2C49773A97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3DF32AA-E9DB-41E8-B92E-AD8C93D9FC43}_1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B4F285E-2130-4C09-9BA5-6F07222EF4B7}_16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0&quot;/&gt;&lt;/TableIndex&gt;&lt;TableIndex row=&quot;2&quot; col=&quot;6&quot;&gt;&lt;linesCount val=&quot;0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0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0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0&quot;/&gt;&lt;/TableIndex&gt;&lt;TableIndex row=&quot;7&quot; col=&quot;9&quot;&gt;&lt;linesCount val=&quot;0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F236695-081E-40D7-98F4-AD9B9C34D2E2}_16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11B3EB7-B0FF-40C3-9910-87F5FC652F9C}_16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7DD9463-6209-4798-91BD-96F9C08B2592}_16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3783768-4A6C-4F5C-A9E4-473AC2B8D184}_16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6,1071321526,C:\Users\sanmi\GoogleDrive\UWMdrive\Courses\ECE552\ece552-lec15_SuperscalarOoO_pptx\Media.ppcx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D98C8CC-D63D-4D03-8F87-348CBB4F769C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E6A49DD-8443-443D-B2C5-A6046229E97C}_1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E69D71A-6595-43F3-8C49-F483DB421F17}_17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0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0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0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0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0&quot;/&gt;&lt;/TableIndex&gt;&lt;TableIndex row=&quot;7&quot; col=&quot;9&quot;&gt;&lt;linesCount val=&quot;0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EF9E797-AD07-4E63-9621-95ABEA9E6C6C}_17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0366B36-5808-4173-986A-4868C9A09306}_17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20EE58E-4A93-4A0C-A547-3D88DEE88CB1}_17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9928603-5C4A-4127-B71E-0C31BF550011}_17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7,1071321526,C:\Users\sanmi\GoogleDrive\UWMdrive\Courses\ECE552\ece552-lec15_SuperscalarOoO_pptx\Media.ppcx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18440EC-884C-4F03-A7B7-C9EC3B545496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9D36023-3F2B-490A-91A2-B0F4853560C0}_18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22D9C32-D885-4C5E-BE91-5A7FF97F9785}_18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0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0&quot;/&gt;&lt;/TableIndex&gt;&lt;TableIndex row=&quot;6&quot; col=&quot;8&quot;&gt;&lt;linesCount val=&quot;0&quot;/&gt;&lt;/TableIndex&gt;&lt;TableIndex row=&quot;6&quot; col=&quot;9&quot;&gt;&lt;linesCount val=&quot;0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0&quot;/&gt;&lt;/TableIndex&gt;&lt;TableIndex row=&quot;7&quot; col=&quot;8&quot;&gt;&lt;linesCount val=&quot;0&quot;/&gt;&lt;/TableIndex&gt;&lt;TableIndex row=&quot;7&quot; col=&quot;9&quot;&gt;&lt;linesCount val=&quot;0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5451349-745C-4113-ACC3-BBC665DAE17B}_18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1&quot;/&gt;&lt;lineCharCount val=&quot;14&quot;/&gt;&lt;/TableIndex&gt;&lt;TableIndex row=&quot;6&quot; col=&quot;3&quot;&gt;&lt;linesCount val=&quot;1&quot;/&gt;&lt;lineCharCount val=&quot;4&quot;/&gt;&lt;/TableIndex&gt;&lt;TableIndex row=&quot;6&quot; col=&quot;4&quot;&gt;&lt;linesCount val=&quot;1&quot;/&gt;&lt;lineCharCount val=&quot;4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5928F3A-4AEE-4D81-9DD5-A02A2F9ADEB3}_18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93032BC-207B-4B32-BDFB-D5D4E90E6AC2}_18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3AA7985-48FD-4E91-A02D-C4D4818FACD0}_18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8,1071321526,C:\Users\sanmi\GoogleDrive\UWMdrive\Courses\ECE552\ece552-lec15_SuperscalarOoO_pptx\Media.ppcx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C475CC5-21FC-45BF-B340-D2DC19BB6BB9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D56E9C2-7C79-4733-9157-26E27F1355C3}_19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A3A8D71-2815-4C90-9E85-6B4E0E50C639}_19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0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0&quot;/&gt;&lt;/TableIndex&gt;&lt;TableIndex row=&quot;5&quot; col=&quot;9&quot;&gt;&lt;linesCount val=&quot;0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0&quot;/&gt;&lt;/TableIndex&gt;&lt;TableIndex row=&quot;6&quot; col=&quot;9&quot;&gt;&lt;linesCount val=&quot;0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0&quot;/&gt;&lt;/TableIndex&gt;&lt;TableIndex row=&quot;7&quot; col=&quot;9&quot;&gt;&lt;linesCount val=&quot;0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AE328C0-7653-4F52-A0C7-5245440C0FD2}_19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1&quot;/&gt;&lt;lineCharCount val=&quot;14&quot;/&gt;&lt;/TableIndex&gt;&lt;TableIndex row=&quot;6&quot; col=&quot;3&quot;&gt;&lt;linesCount val=&quot;1&quot;/&gt;&lt;lineCharCount val=&quot;4&quot;/&gt;&lt;/TableIndex&gt;&lt;TableIndex row=&quot;6&quot; col=&quot;4&quot;&gt;&lt;linesCount val=&quot;1&quot;/&gt;&lt;lineCharCount val=&quot;4&quot;/&gt;&lt;/TableIndex&gt;&lt;TableIndex row=&quot;7&quot; col=&quot;1&quot;&gt;&lt;linesCount val=&quot;1&quot;/&gt;&lt;lineCharCount val=&quot;3&quot;/&gt;&lt;/TableIndex&gt;&lt;TableIndex row=&quot;7&quot; col=&quot;2&quot;&gt;&lt;linesCount val=&quot;1&quot;/&gt;&lt;lineCharCount val=&quot;18&quot;/&gt;&lt;/TableIndex&gt;&lt;TableIndex row=&quot;7&quot; col=&quot;3&quot;&gt;&lt;linesCount val=&quot;1&quot;/&gt;&lt;lineCharCount val=&quot;4&quot;/&gt;&lt;/TableIndex&gt;&lt;TableIndex row=&quot;7&quot; col=&quot;4&quot;&gt;&lt;linesCount val=&quot;1&quot;/&gt;&lt;lineCharCount val=&quot;4&quot;/&gt;&lt;/TableIndex&gt;&lt;/ShapeTextInfo&gt;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3E4430E-DE23-42EB-8238-F9D2990E808B}_19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CAD6844-5B36-44DD-8D6F-D931F13310A4}_19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23196E4-16D7-4D71-9C87-0CADCC89D776}_19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19,1071321526,C:\Users\sanmi\GoogleDrive\UWMdrive\Courses\ECE552\ece552-lec15_SuperscalarOoO_pptx\Media.ppcx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5F949FC-AF95-4166-B655-DF8F38093A6E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39A193F-FAD7-4695-B019-C2947E08A28F}_20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66E2F53-5530-4803-A3D3-C13C09F6E3E3}_20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0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0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0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0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0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0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4981102-F326-404F-AEA9-25DD5BAFD0F8}_20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1&quot;/&gt;&lt;lineCharCount val=&quot;14&quot;/&gt;&lt;/TableIndex&gt;&lt;TableIndex row=&quot;6&quot; col=&quot;3&quot;&gt;&lt;linesCount val=&quot;1&quot;/&gt;&lt;lineCharCount val=&quot;4&quot;/&gt;&lt;/TableIndex&gt;&lt;TableIndex row=&quot;6&quot; col=&quot;4&quot;&gt;&lt;linesCount val=&quot;1&quot;/&gt;&lt;lineCharCount val=&quot;4&quot;/&gt;&lt;/TableIndex&gt;&lt;TableIndex row=&quot;7&quot; col=&quot;1&quot;&gt;&lt;linesCount val=&quot;1&quot;/&gt;&lt;lineCharCount val=&quot;3&quot;/&gt;&lt;/TableIndex&gt;&lt;TableIndex row=&quot;7&quot; col=&quot;2&quot;&gt;&lt;linesCount val=&quot;1&quot;/&gt;&lt;lineCharCount val=&quot;18&quot;/&gt;&lt;/TableIndex&gt;&lt;TableIndex row=&quot;7&quot; col=&quot;3&quot;&gt;&lt;linesCount val=&quot;1&quot;/&gt;&lt;lineCharCount val=&quot;4&quot;/&gt;&lt;/TableIndex&gt;&lt;TableIndex row=&quot;7&quot; col=&quot;4&quot;&gt;&lt;linesCount val=&quot;1&quot;/&gt;&lt;lineCharCount val=&quot;4&quot;/&gt;&lt;/TableIndex&gt;&lt;/ShapeTextInfo&gt;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E971887-8097-44A5-8DD2-04844C2A71E2}_20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F4B3C58-8C84-4089-B22B-8CB507803EA5}_20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2328F65-2BC0-4F11-8905-9B3DEA544131}_20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0,1071321526,C:\Users\sanmi\GoogleDrive\UWMdrive\Courses\ECE552\ece552-lec15_SuperscalarOoO_pptx\Media.ppcx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85E9B48-3D66-437B-A293-41D5CA912960}_21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68F7AD0-5F2D-4D08-9915-66D25C5A2774}_21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5157890-1F6D-4FF0-AA9E-4AB3A0A14E68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8193DD9-C55A-4564-818E-9B2DBD1BF1B3}_21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E72327A-C633-42F7-8963-9D0EC31B613F}_21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0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0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1&quot;/&gt;&lt;lineCharCount val=&quot;1&quot;/&gt;&lt;/TableIndex&gt;&lt;TableIndex row=&quot;5&quot; col=&quot;10&quot;&gt;&lt;linesCount val=&quot;0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1&quot;/&gt;&lt;lineCharCount val=&quot;2&quot;/&gt;&lt;/TableIndex&gt;&lt;TableIndex row=&quot;6&quot; col=&quot;10&quot;&gt;&lt;linesCount val=&quot;0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1&quot;/&gt;&lt;lineCharCount val=&quot;2&quot;/&gt;&lt;/TableIndex&gt;&lt;TableIndex row=&quot;7&quot; col=&quot;10&quot;&gt;&lt;linesCount val=&quot;0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2048F98-B641-4E57-BA8C-02ED4581B0FD}_21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1&quot;/&gt;&lt;lineCharCount val=&quot;18&quot;/&gt;&lt;/TableIndex&gt;&lt;TableIndex row=&quot;7&quot; col=&quot;3&quot;&gt;&lt;linesCount val=&quot;1&quot;/&gt;&lt;lineCharCount val=&quot;4&quot;/&gt;&lt;/TableIndex&gt;&lt;TableIndex row=&quot;7&quot; col=&quot;4&quot;&gt;&lt;linesCount val=&quot;1&quot;/&gt;&lt;lineCharCount val=&quot;4&quot;/&gt;&lt;/TableIndex&gt;&lt;/ShapeTextInfo&gt;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12A2C4E-215A-47D0-8316-9186F604C33E}_21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  <p:tag name="PPSNARRATION" val="21,1071321526,C:\Users\sanmi\GoogleDrive\UWMdrive\Courses\ECE552\ece552-lec15_SuperscalarOoO_pptx\Media.ppcx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B721ED8-9D27-4D89-9E13-2D57A43634F3}_22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A49BFC1-C8AB-48B3-A710-928B564B6759}_22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CF23778-5CAA-47B6-A064-88D0079E3D0E}_2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FC2B15A-0E29-4659-82B0-9F575DA93305}_22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473925D-7905-40A5-BAA8-71EDB6A8386A}_22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0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0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0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1&quot;/&gt;&lt;lineCharCount val=&quot;2&quot;/&gt;&lt;/TableIndex&gt;&lt;TableIndex row=&quot;6&quot; col=&quot;10&quot;&gt;&lt;linesCount val=&quot;1&quot;/&gt;&lt;lineCharCount val=&quot;2&quot;/&gt;&lt;/TableIndex&gt;&lt;TableIndex row=&quot;6&quot; col=&quot;11&quot;&gt;&lt;linesCount val=&quot;0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1&quot;/&gt;&lt;lineCharCount val=&quot;2&quot;/&gt;&lt;/TableIndex&gt;&lt;TableIndex row=&quot;7&quot; col=&quot;10&quot;&gt;&lt;linesCount val=&quot;1&quot;/&gt;&lt;lineCharCount val=&quot;2&quot;/&gt;&lt;/TableIndex&gt;&lt;TableIndex row=&quot;7&quot; col=&quot;11&quot;&gt;&lt;linesCount val=&quot;0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53EE291-3F9D-4943-A156-345E02317278}_22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1&quot;/&gt;&lt;lineCharCount val=&quot;14&quot;/&gt;&lt;/TableIndex&gt;&lt;TableIndex row=&quot;5&quot; col=&quot;3&quot;&gt;&lt;linesCount val=&quot;1&quot;/&gt;&lt;lineCharCount val=&quot;4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1&quot;/&gt;&lt;lineCharCount val=&quot;18&quot;/&gt;&lt;/TableIndex&gt;&lt;TableIndex row=&quot;7&quot; col=&quot;3&quot;&gt;&lt;linesCount val=&quot;1&quot;/&gt;&lt;lineCharCount val=&quot;4&quot;/&gt;&lt;/TableIndex&gt;&lt;TableIndex row=&quot;7&quot; col=&quot;4&quot;&gt;&lt;linesCount val=&quot;1&quot;/&gt;&lt;lineCharCount val=&quot;4&quot;/&gt;&lt;/TableIndex&gt;&lt;/ShapeTextInfo&gt;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93FA22A-96D5-47A3-B118-BB525B541032}_22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3.PNG&quot;/&gt;"/>
  <p:tag name="PPSNARRATION" val="22,1071321526,C:\Users\sanmi\GoogleDrive\UWMdrive\Courses\ECE552\ece552-lec15_SuperscalarOoO_pptx\Media.ppcx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C09722F-57BB-47E0-9EF8-3185EEA1220C}_23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A515ABD-410F-46C6-A9C3-DCF2332BAB1D}_23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AD7C61A-E04C-474B-8652-087C603573D3}_2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3CCA429-2D80-4068-8825-7A7E4DF295D2}_23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F6792E6-ACB4-45FF-9320-47A939E99DF3}_23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1&quot;/&gt;&lt;lineCharCount val=&quot;1&quot;/&gt;&lt;/TableIndex&gt;&lt;TableIndex row=&quot;3&quot; col=&quot;12&quot;&gt;&lt;linesCount val=&quot;0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0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1&quot;/&gt;&lt;lineCharCount val=&quot;2&quot;/&gt;&lt;/TableIndex&gt;&lt;TableIndex row=&quot;6&quot; col=&quot;10&quot;&gt;&lt;linesCount val=&quot;1&quot;/&gt;&lt;lineCharCount val=&quot;2&quot;/&gt;&lt;/TableIndex&gt;&lt;TableIndex row=&quot;6&quot; col=&quot;11&quot;&gt;&lt;linesCount val=&quot;1&quot;/&gt;&lt;lineCharCount val=&quot;2&quot;/&gt;&lt;/TableIndex&gt;&lt;TableIndex row=&quot;6&quot; col=&quot;12&quot;&gt;&lt;linesCount val=&quot;0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1&quot;/&gt;&lt;lineCharCount val=&quot;2&quot;/&gt;&lt;/TableIndex&gt;&lt;TableIndex row=&quot;7&quot; col=&quot;10&quot;&gt;&lt;linesCount val=&quot;1&quot;/&gt;&lt;lineCharCount val=&quot;2&quot;/&gt;&lt;/TableIndex&gt;&lt;TableIndex row=&quot;7&quot; col=&quot;11&quot;&gt;&lt;linesCount val=&quot;1&quot;/&gt;&lt;lineCharCount val=&quot;2&quot;/&gt;&lt;/TableIndex&gt;&lt;TableIndex row=&quot;7&quot; col=&quot;12&quot;&gt;&lt;linesCount val=&quot;0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DB43B6F-8F2B-447C-8F32-623404025BA2}_23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1&quot;/&gt;&lt;lineCharCount val=&quot;17&quot;/&gt;&lt;/TableIndex&gt;&lt;TableIndex row=&quot;3&quot; col=&quot;3&quot;&gt;&lt;linesCount val=&quot;1&quot;/&gt;&lt;lineCharCount val=&quot;4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1&quot;/&gt;&lt;lineCharCount val=&quot;18&quot;/&gt;&lt;/TableIndex&gt;&lt;TableIndex row=&quot;7&quot; col=&quot;3&quot;&gt;&lt;linesCount val=&quot;1&quot;/&gt;&lt;lineCharCount val=&quot;4&quot;/&gt;&lt;/TableIndex&gt;&lt;TableIndex row=&quot;7&quot; col=&quot;4&quot;&gt;&lt;linesCount val=&quot;1&quot;/&gt;&lt;lineCharCount val=&quot;4&quot;/&gt;&lt;/TableIndex&gt;&lt;/ShapeTextInfo&gt;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9DC414D-4273-4238-9771-4DC87F366283}_23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4.PNG&quot;/&gt;"/>
  <p:tag name="PPSNARRATION" val="23,1071321526,C:\Users\sanmi\GoogleDrive\UWMdrive\Courses\ECE552\ece552-lec15_SuperscalarOoO_pptx\Media.ppcx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FC33D71-F64C-45B1-B2BB-4BCD212CC63C}_24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24E8FEE-DA7D-493B-AFAD-2C3EF23EEDEA}_24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61DED9A-B801-4B06-BE99-436D8CF21E5A}_2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C4C42E0-6828-4A2B-9CB1-534AEF37D78A}_24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D11186A-8247-4C32-B5B1-8EBABB1536C2}_24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1&quot;/&gt;&lt;lineCharCount val=&quot;1&quot;/&gt;&lt;/TableIndex&gt;&lt;TableIndex row=&quot;3&quot; col=&quot;12&quot;&gt;&lt;linesCount val=&quot;1&quot;/&gt;&lt;lineCharCount val=&quot;1&quot;/&gt;&lt;/TableIndex&gt;&lt;TableIndex row=&quot;3&quot; col=&quot;13&quot;&gt;&lt;linesCount val=&quot;0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1&quot;/&gt;&lt;lineCharCount val=&quot;1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1&quot;/&gt;&lt;lineCharCount val=&quot;2&quot;/&gt;&lt;/TableIndex&gt;&lt;TableIndex row=&quot;6&quot; col=&quot;10&quot;&gt;&lt;linesCount val=&quot;1&quot;/&gt;&lt;lineCharCount val=&quot;2&quot;/&gt;&lt;/TableIndex&gt;&lt;TableIndex row=&quot;6&quot; col=&quot;11&quot;&gt;&lt;linesCount val=&quot;1&quot;/&gt;&lt;lineCharCount val=&quot;2&quot;/&gt;&lt;/TableIndex&gt;&lt;TableIndex row=&quot;6&quot; col=&quot;12&quot;&gt;&lt;linesCount val=&quot;1&quot;/&gt;&lt;lineCharCount val=&quot;1&quot;/&gt;&lt;/TableIndex&gt;&lt;TableIndex row=&quot;6&quot; col=&quot;13&quot;&gt;&lt;linesCount val=&quot;0&quot;/&gt;&lt;/TableIndex&gt;&lt;TableIndex row=&quot;6&quot; col=&quot;14&quot;&gt;&lt;linesCount val=&quot;0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1&quot;/&gt;&lt;lineCharCount val=&quot;2&quot;/&gt;&lt;/TableIndex&gt;&lt;TableIndex row=&quot;7&quot; col=&quot;10&quot;&gt;&lt;linesCount val=&quot;1&quot;/&gt;&lt;lineCharCount val=&quot;2&quot;/&gt;&lt;/TableIndex&gt;&lt;TableIndex row=&quot;7&quot; col=&quot;11&quot;&gt;&lt;linesCount val=&quot;1&quot;/&gt;&lt;lineCharCount val=&quot;2&quot;/&gt;&lt;/TableIndex&gt;&lt;TableIndex row=&quot;7&quot; col=&quot;12&quot;&gt;&lt;linesCount val=&quot;1&quot;/&gt;&lt;lineCharCount val=&quot;2&quot;/&gt;&lt;/TableIndex&gt;&lt;TableIndex row=&quot;7&quot; col=&quot;13&quot;&gt;&lt;linesCount val=&quot;0&quot;/&gt;&lt;/TableIndex&gt;&lt;TableIndex row=&quot;7&quot; col=&quot;14&quot;&gt;&lt;linesCount val=&quot;0&quot;/&gt;&lt;/TableIndex&gt;&lt;TableIndex row=&quot;7&quot; col=&quot;15&quot;&gt;&lt;linesCount val=&quot;0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E47452F-EE7B-4C1E-95CD-C1CC6768CD66}_24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1&quot;/&gt;&lt;lineCharCount val=&quot;17&quot;/&gt;&lt;/TableIndex&gt;&lt;TableIndex row=&quot;3&quot; col=&quot;3&quot;&gt;&lt;linesCount val=&quot;1&quot;/&gt;&lt;lineCharCount val=&quot;4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18&quot;/&gt;&lt;/TableIndex&gt;&lt;TableIndex row=&quot;4&quot; col=&quot;3&quot;&gt;&lt;linesCount val=&quot;1&quot;/&gt;&lt;lineCharCount val=&quot;4&quot;/&gt;&lt;/TableIndex&gt;&lt;TableIndex row=&quot;4&quot; col=&quot;4&quot;&gt;&lt;linesCount val=&quot;1&quot;/&gt;&lt;lineCharCount val=&quot;4&quot;/&gt;&lt;/TableIndex&gt;&lt;TableIndex row=&quot;5&quot; col=&quot;1&quot;&gt;&lt;linesCount val=&quot;1&quot;/&gt;&lt;lineCharCount val=&quot;2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1&quot;/&gt;&lt;lineCharCount val=&quot;14&quot;/&gt;&lt;/TableIndex&gt;&lt;TableIndex row=&quot;6&quot; col=&quot;3&quot;&gt;&lt;linesCount val=&quot;1&quot;/&gt;&lt;lineCharCount val=&quot;4&quot;/&gt;&lt;/TableIndex&gt;&lt;TableIndex row=&quot;6&quot; col=&quot;4&quot;&gt;&lt;linesCount val=&quot;1&quot;/&gt;&lt;lineCharCount val=&quot;4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21CBDED-400C-4C55-8CE0-D2DF40C9F335}_24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5.PNG&quot;/&gt;"/>
  <p:tag name="PPSNARRATION" val="24,1071321526,C:\Users\sanmi\GoogleDrive\UWMdrive\Courses\ECE552\ece552-lec15_SuperscalarOoO_pptx\Media.ppcx"/>
  <p:tag name="TIMING" val="|13.7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32EA2FA-77EB-40EF-AE27-3967EB1A0BD7}_25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DF572DF-8CF1-4B78-BCBF-505264BA9FD9}_25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BD2C922-66C6-4129-9CF2-1003A151F6C9}_2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220DF7F-3DA1-4D93-9CCE-5C1C522A56C9}_25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F164C88-41C1-4EE2-B2BB-1467A74EB409}_25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1&quot;/&gt;&lt;lineCharCount val=&quot;1&quot;/&gt;&lt;/TableIndex&gt;&lt;TableIndex row=&quot;3&quot; col=&quot;12&quot;&gt;&lt;linesCount val=&quot;1&quot;/&gt;&lt;lineCharCount val=&quot;1&quot;/&gt;&lt;/TableIndex&gt;&lt;TableIndex row=&quot;3&quot; col=&quot;13&quot;&gt;&lt;linesCount val=&quot;1&quot;/&gt;&lt;lineCharCount val=&quot;1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1&quot;/&gt;&lt;lineCharCount val=&quot;1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1&quot;/&gt;&lt;lineCharCount val=&quot;2&quot;/&gt;&lt;/TableIndex&gt;&lt;TableIndex row=&quot;6&quot; col=&quot;10&quot;&gt;&lt;linesCount val=&quot;1&quot;/&gt;&lt;lineCharCount val=&quot;2&quot;/&gt;&lt;/TableIndex&gt;&lt;TableIndex row=&quot;6&quot; col=&quot;11&quot;&gt;&lt;linesCount val=&quot;1&quot;/&gt;&lt;lineCharCount val=&quot;2&quot;/&gt;&lt;/TableIndex&gt;&lt;TableIndex row=&quot;6&quot; col=&quot;12&quot;&gt;&lt;linesCount val=&quot;1&quot;/&gt;&lt;lineCharCount val=&quot;1&quot;/&gt;&lt;/TableIndex&gt;&lt;TableIndex row=&quot;6&quot; col=&quot;13&quot;&gt;&lt;linesCount val=&quot;1&quot;/&gt;&lt;lineCharCount val=&quot;1&quot;/&gt;&lt;/TableIndex&gt;&lt;TableIndex row=&quot;6&quot; col=&quot;14&quot;&gt;&lt;linesCount val=&quot;1&quot;/&gt;&lt;lineCharCount val=&quot;1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1&quot;/&gt;&lt;lineCharCount val=&quot;2&quot;/&gt;&lt;/TableIndex&gt;&lt;TableIndex row=&quot;7&quot; col=&quot;10&quot;&gt;&lt;linesCount val=&quot;1&quot;/&gt;&lt;lineCharCount val=&quot;2&quot;/&gt;&lt;/TableIndex&gt;&lt;TableIndex row=&quot;7&quot; col=&quot;11&quot;&gt;&lt;linesCount val=&quot;1&quot;/&gt;&lt;lineCharCount val=&quot;2&quot;/&gt;&lt;/TableIndex&gt;&lt;TableIndex row=&quot;7&quot; col=&quot;12&quot;&gt;&lt;linesCount val=&quot;1&quot;/&gt;&lt;lineCharCount val=&quot;2&quot;/&gt;&lt;/TableIndex&gt;&lt;TableIndex row=&quot;7&quot; col=&quot;13&quot;&gt;&lt;linesCount val=&quot;1&quot;/&gt;&lt;lineCharCount val=&quot;1&quot;/&gt;&lt;/TableIndex&gt;&lt;TableIndex row=&quot;7&quot; col=&quot;14&quot;&gt;&lt;linesCount val=&quot;1&quot;/&gt;&lt;lineCharCount val=&quot;1&quot;/&gt;&lt;/TableIndex&gt;&lt;TableIndex row=&quot;7&quot; col=&quot;15&quot;&gt;&lt;linesCount val=&quot;1&quot;/&gt;&lt;lineCharCount val=&quot;1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B654299-E48E-4510-8006-1FA175A94721}_25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5&quot; col=&quot;1&quot;&gt;&lt;linesCount val=&quot;1&quot;/&gt;&lt;lineCharCount val=&quot;2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898FE6A-219A-43A8-A9A1-EBC6119F3CB8}_25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1769125-5BE9-45A5-A023-A2F7732202E4}_25.png&quot;/&gt;&lt;left val=&quot;310&quot;/&gt;&lt;top val=&quot;302&quot;/&gt;&lt;width val=&quot;22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0EA5671-E517-4983-8C96-9C45693D07E5}_25.png&quot;/&gt;&lt;left val=&quot;429&quot;/&gt;&lt;top val=&quot;85&quot;/&gt;&lt;width val=&quot;222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0&quot;/&gt;&lt;/TableIndex&gt;&lt;/ShapeTextInfo&gt;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6.PNG&quot;/&gt;"/>
  <p:tag name="PPSNARRATION" val="25,1071321526,C:\Users\sanmi\GoogleDrive\UWMdrive\Courses\ECE552\ece552-lec15_SuperscalarOoO_pptx\Media.ppcx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800F82B-6BFC-4E34-91E9-D4E719613C14}_26.png&quot;/&gt;&lt;left val=&quot;417&quot;/&gt;&lt;top val=&quot;396&quot;/&gt;&lt;width val=&quot;302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8&quot;/&gt;&lt;/TableIndex&gt;&lt;/ShapeTextInfo&gt;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952FF80-DCFC-431F-BFB6-FA6EFB7DDCE9}_26.png&quot;/&gt;&lt;left val=&quot;412&quot;/&gt;&lt;top val=&quot;433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1&quot;/&gt;&lt;/TableIndex&gt;&lt;/ShapeTextInfo&gt;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4C3BF8C-574E-4EF1-9D71-CF610D368B98}_2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6225F29-5706-4A03-B2F6-5AB35878A631}_26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CC68B24-72B0-4A41-87A5-B7CF355211A6}_26.png&quot;/&gt;&lt;left val=&quot;46&quot;/&gt;&lt;top val=&quot;112&quot;/&gt;&lt;width val=&quot;627&quot;/&gt;&lt;height val=&quot;196&quot;/&gt;&lt;hasText val=&quot;1&quot;/&gt;&lt;/Image&gt;&lt;/ThreeDShapeInfo&gt;"/>
  <p:tag name="PRESENTER_SHAPETEXTINFO" val="&lt;ShapeTextInfo&gt;&lt;TableIndex row=&quot;1&quot; col=&quot;1&quot;&gt;&lt;linesCount val=&quot;1&quot;/&gt;&lt;lineCharCount val=&quot;12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1&quot;/&gt;&lt;/TableIndex&gt;&lt;TableIndex row=&quot;1&quot; col=&quot;5&quot;&gt;&lt;linesCount val=&quot;1&quot;/&gt;&lt;lineCharCount val=&quot;1&quot;/&gt;&lt;/TableIndex&gt;&lt;TableIndex row=&quot;1&quot; col=&quot;6&quot;&gt;&lt;linesCount val=&quot;1&quot;/&gt;&lt;lineCharCount val=&quot;1&quot;/&gt;&lt;/TableIndex&gt;&lt;TableIndex row=&quot;1&quot; col=&quot;7&quot;&gt;&lt;linesCount val=&quot;1&quot;/&gt;&lt;lineCharCount val=&quot;1&quot;/&gt;&lt;/TableIndex&gt;&lt;TableIndex row=&quot;1&quot; col=&quot;8&quot;&gt;&lt;linesCount val=&quot;1&quot;/&gt;&lt;lineCharCount val=&quot;1&quot;/&gt;&lt;/TableIndex&gt;&lt;TableIndex row=&quot;1&quot; col=&quot;9&quot;&gt;&lt;linesCount val=&quot;1&quot;/&gt;&lt;lineCharCount val=&quot;1&quot;/&gt;&lt;/TableIndex&gt;&lt;TableIndex row=&quot;1&quot; col=&quot;10&quot;&gt;&lt;linesCount val=&quot;1&quot;/&gt;&lt;lineCharCount val=&quot;1&quot;/&gt;&lt;/TableIndex&gt;&lt;TableIndex row=&quot;1&quot; col=&quot;11&quot;&gt;&lt;linesCount val=&quot;1&quot;/&gt;&lt;lineCharCount val=&quot;2&quot;/&gt;&lt;/TableIndex&gt;&lt;TableIndex row=&quot;1&quot; col=&quot;12&quot;&gt;&lt;linesCount val=&quot;1&quot;/&gt;&lt;lineCharCount val=&quot;2&quot;/&gt;&lt;/TableIndex&gt;&lt;TableIndex row=&quot;1&quot; col=&quot;13&quot;&gt;&lt;linesCount val=&quot;1&quot;/&gt;&lt;lineCharCount val=&quot;2&quot;/&gt;&lt;/TableIndex&gt;&lt;TableIndex row=&quot;1&quot; col=&quot;14&quot;&gt;&lt;linesCount val=&quot;1&quot;/&gt;&lt;lineCharCount val=&quot;2&quot;/&gt;&lt;/TableIndex&gt;&lt;TableIndex row=&quot;1&quot; col=&quot;15&quot;&gt;&lt;linesCount val=&quot;1&quot;/&gt;&lt;lineCharCount val=&quot;2&quot;/&gt;&lt;/TableIndex&gt;&lt;TableIndex row=&quot;1&quot; col=&quot;16&quot;&gt;&lt;linesCount val=&quot;1&quot;/&gt;&lt;lineCharCount val=&quot;2&quot;/&gt;&lt;/TableIndex&gt;&lt;TableIndex row=&quot;1&quot; col=&quot;17&quot;&gt;&lt;linesCount val=&quot;1&quot;/&gt;&lt;lineCharCount val=&quot;2&quot;/&gt;&lt;/TableIndex&gt;&lt;TableIndex row=&quot;1&quot; col=&quot;18&quot;&gt;&lt;linesCount val=&quot;1&quot;/&gt;&lt;lineCharCount val=&quot;2&quot;/&gt;&lt;/TableIndex&gt;&lt;TableIndex row=&quot;2&quot; col=&quot;1&quot;&gt;&lt;linesCount val=&quot;1&quot;/&gt;&lt;lineCharCount val=&quot;14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2&quot; col=&quot;5&quot;&gt;&lt;linesCount val=&quot;1&quot;/&gt;&lt;lineCharCount val=&quot;1&quot;/&gt;&lt;/TableIndex&gt;&lt;TableIndex row=&quot;2&quot; col=&quot;6&quot;&gt;&lt;linesCount val=&quot;1&quot;/&gt;&lt;lineCharCount val=&quot;1&quot;/&gt;&lt;/TableIndex&gt;&lt;TableIndex row=&quot;2&quot; col=&quot;7&quot;&gt;&lt;linesCount val=&quot;1&quot;/&gt;&lt;lineCharCount val=&quot;1&quot;/&gt;&lt;/TableIndex&gt;&lt;TableIndex row=&quot;2&quot; col=&quot;8&quot;&gt;&lt;linesCount val=&quot;1&quot;/&gt;&lt;lineCharCount val=&quot;1&quot;/&gt;&lt;/TableIndex&gt;&lt;TableIndex row=&quot;2&quot; col=&quot;9&quot;&gt;&lt;linesCount val=&quot;1&quot;/&gt;&lt;lineCharCount val=&quot;1&quot;/&gt;&lt;/TableIndex&gt;&lt;TableIndex row=&quot;2&quot; col=&quot;10&quot;&gt;&lt;linesCount val=&quot;1&quot;/&gt;&lt;lineCharCount val=&quot;1&quot;/&gt;&lt;/TableIndex&gt;&lt;TableIndex row=&quot;2&quot; col=&quot;11&quot;&gt;&lt;linesCount val=&quot;1&quot;/&gt;&lt;lineCharCount val=&quot;1&quot;/&gt;&lt;/TableIndex&gt;&lt;TableIndex row=&quot;2&quot; col=&quot;12&quot;&gt;&lt;linesCount val=&quot;0&quot;/&gt;&lt;/TableIndex&gt;&lt;TableIndex row=&quot;2&quot; col=&quot;13&quot;&gt;&lt;linesCount val=&quot;0&quot;/&gt;&lt;/TableIndex&gt;&lt;TableIndex row=&quot;2&quot; col=&quot;14&quot;&gt;&lt;linesCount val=&quot;0&quot;/&gt;&lt;/TableIndex&gt;&lt;TableIndex row=&quot;2&quot; col=&quot;15&quot;&gt;&lt;linesCount val=&quot;0&quot;/&gt;&lt;/TableIndex&gt;&lt;TableIndex row=&quot;2&quot; col=&quot;16&quot;&gt;&lt;linesCount val=&quot;0&quot;/&gt;&lt;/TableIndex&gt;&lt;TableIndex row=&quot;2&quot; col=&quot;17&quot;&gt;&lt;linesCount val=&quot;0&quot;/&gt;&lt;/TableIndex&gt;&lt;TableIndex row=&quot;2&quot; col=&quot;18&quot;&gt;&lt;linesCount val=&quot;0&quot;/&gt;&lt;/TableIndex&gt;&lt;TableIndex row=&quot;3&quot; col=&quot;1&quot;&gt;&lt;linesCount val=&quot;1&quot;/&gt;&lt;lineCharCount val=&quot;18&quot;/&gt;&lt;/TableIndex&gt;&lt;TableIndex row=&quot;3&quot; col=&quot;2&quot;&gt;&lt;linesCount val=&quot;0&quot;/&gt;&lt;/TableIndex&gt;&lt;TableIndex row=&quot;3&quot; col=&quot;3&quot;&gt;&lt;linesCount val=&quot;1&quot;/&gt;&lt;lineCharCount val=&quot;1&quot;/&gt;&lt;/TableIndex&gt;&lt;TableIndex row=&quot;3&quot; col=&quot;4&quot;&gt;&lt;linesCount val=&quot;1&quot;/&gt;&lt;lineCharCount val=&quot;2&quot;/&gt;&lt;/TableIndex&gt;&lt;TableIndex row=&quot;3&quot; col=&quot;5&quot;&gt;&lt;linesCount val=&quot;1&quot;/&gt;&lt;lineCharCount val=&quot;2&quot;/&gt;&lt;/TableIndex&gt;&lt;TableIndex row=&quot;3&quot; col=&quot;6&quot;&gt;&lt;linesCount val=&quot;1&quot;/&gt;&lt;lineCharCount val=&quot;1&quot;/&gt;&lt;/TableIndex&gt;&lt;TableIndex row=&quot;3&quot; col=&quot;7&quot;&gt;&lt;linesCount val=&quot;1&quot;/&gt;&lt;lineCharCount val=&quot;1&quot;/&gt;&lt;/TableIndex&gt;&lt;TableIndex row=&quot;3&quot; col=&quot;8&quot;&gt;&lt;linesCount val=&quot;1&quot;/&gt;&lt;lineCharCount val=&quot;1&quot;/&gt;&lt;/TableIndex&gt;&lt;TableIndex row=&quot;3&quot; col=&quot;9&quot;&gt;&lt;linesCount val=&quot;1&quot;/&gt;&lt;lineCharCount val=&quot;1&quot;/&gt;&lt;/TableIndex&gt;&lt;TableIndex row=&quot;3&quot; col=&quot;10&quot;&gt;&lt;linesCount val=&quot;1&quot;/&gt;&lt;lineCharCount val=&quot;1&quot;/&gt;&lt;/TableIndex&gt;&lt;TableIndex row=&quot;3&quot; col=&quot;11&quot;&gt;&lt;linesCount val=&quot;1&quot;/&gt;&lt;lineCharCount val=&quot;1&quot;/&gt;&lt;/TableIndex&gt;&lt;TableIndex row=&quot;3&quot; col=&quot;12&quot;&gt;&lt;linesCount val=&quot;1&quot;/&gt;&lt;lineCharCount val=&quot;1&quot;/&gt;&lt;/TableIndex&gt;&lt;TableIndex row=&quot;3&quot; col=&quot;13&quot;&gt;&lt;linesCount val=&quot;1&quot;/&gt;&lt;lineCharCount val=&quot;1&quot;/&gt;&lt;/TableIndex&gt;&lt;TableIndex row=&quot;3&quot; col=&quot;14&quot;&gt;&lt;linesCount val=&quot;0&quot;/&gt;&lt;/TableIndex&gt;&lt;TableIndex row=&quot;3&quot; col=&quot;15&quot;&gt;&lt;linesCount val=&quot;0&quot;/&gt;&lt;/TableIndex&gt;&lt;TableIndex row=&quot;3&quot; col=&quot;16&quot;&gt;&lt;linesCount val=&quot;0&quot;/&gt;&lt;/TableIndex&gt;&lt;TableIndex row=&quot;3&quot; col=&quot;17&quot;&gt;&lt;linesCount val=&quot;0&quot;/&gt;&lt;/TableIndex&gt;&lt;TableIndex row=&quot;3&quot; col=&quot;18&quot;&gt;&lt;linesCount val=&quot;0&quot;/&gt;&lt;/TableIndex&gt;&lt;TableIndex row=&quot;4&quot; col=&quot;1&quot;&gt;&lt;linesCount val=&quot;1&quot;/&gt;&lt;lineCharCount val=&quot;14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1&quot;/&gt;&lt;lineCharCount val=&quot;1&quot;/&gt;&lt;/TableIndex&gt;&lt;TableIndex row=&quot;4&quot; col=&quot;5&quot;&gt;&lt;linesCount val=&quot;1&quot;/&gt;&lt;lineCharCount val=&quot;2&quot;/&gt;&lt;/TableIndex&gt;&lt;TableIndex row=&quot;4&quot; col=&quot;6&quot;&gt;&lt;linesCount val=&quot;1&quot;/&gt;&lt;lineCharCount val=&quot;2&quot;/&gt;&lt;/TableIndex&gt;&lt;TableIndex row=&quot;4&quot; col=&quot;7&quot;&gt;&lt;linesCount val=&quot;1&quot;/&gt;&lt;lineCharCount val=&quot;1&quot;/&gt;&lt;/TableIndex&gt;&lt;TableIndex row=&quot;4&quot; col=&quot;8&quot;&gt;&lt;linesCount val=&quot;1&quot;/&gt;&lt;lineCharCount val=&quot;1&quot;/&gt;&lt;/TableIndex&gt;&lt;TableIndex row=&quot;4&quot; col=&quot;9&quot;&gt;&lt;linesCount val=&quot;1&quot;/&gt;&lt;lineCharCount val=&quot;1&quot;/&gt;&lt;/TableIndex&gt;&lt;TableIndex row=&quot;4&quot; col=&quot;10&quot;&gt;&lt;linesCount val=&quot;0&quot;/&gt;&lt;/TableIndex&gt;&lt;TableIndex row=&quot;4&quot; col=&quot;11&quot;&gt;&lt;linesCount val=&quot;0&quot;/&gt;&lt;/TableIndex&gt;&lt;TableIndex row=&quot;4&quot; col=&quot;12&quot;&gt;&lt;linesCount val=&quot;0&quot;/&gt;&lt;/TableIndex&gt;&lt;TableIndex row=&quot;4&quot; col=&quot;13&quot;&gt;&lt;linesCount val=&quot;0&quot;/&gt;&lt;/TableIndex&gt;&lt;TableIndex row=&quot;4&quot; col=&quot;14&quot;&gt;&lt;linesCount val=&quot;0&quot;/&gt;&lt;/TableIndex&gt;&lt;TableIndex row=&quot;4&quot; col=&quot;15&quot;&gt;&lt;linesCount val=&quot;0&quot;/&gt;&lt;/TableIndex&gt;&lt;TableIndex row=&quot;4&quot; col=&quot;16&quot;&gt;&lt;linesCount val=&quot;0&quot;/&gt;&lt;/TableIndex&gt;&lt;TableIndex row=&quot;4&quot; col=&quot;17&quot;&gt;&lt;linesCount val=&quot;0&quot;/&gt;&lt;/TableIndex&gt;&lt;TableIndex row=&quot;4&quot; col=&quot;18&quot;&gt;&lt;linesCount val=&quot;0&quot;/&gt;&lt;/TableIndex&gt;&lt;TableIndex row=&quot;5&quot; col=&quot;1&quot;&gt;&lt;linesCount val=&quot;1&quot;/&gt;&lt;lineCharCount val=&quot;18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1&quot;/&gt;&lt;lineCharCount val=&quot;1&quot;/&gt;&lt;/TableIndex&gt;&lt;TableIndex row=&quot;5&quot; col=&quot;6&quot;&gt;&lt;linesCount val=&quot;1&quot;/&gt;&lt;lineCharCount val=&quot;2&quot;/&gt;&lt;/TableIndex&gt;&lt;TableIndex row=&quot;5&quot; col=&quot;7&quot;&gt;&lt;linesCount val=&quot;1&quot;/&gt;&lt;lineCharCount val=&quot;2&quot;/&gt;&lt;/TableIndex&gt;&lt;TableIndex row=&quot;5&quot; col=&quot;8&quot;&gt;&lt;linesCount val=&quot;1&quot;/&gt;&lt;lineCharCount val=&quot;1&quot;/&gt;&lt;/TableIndex&gt;&lt;TableIndex row=&quot;5&quot; col=&quot;9&quot;&gt;&lt;linesCount val=&quot;1&quot;/&gt;&lt;lineCharCount val=&quot;1&quot;/&gt;&lt;/TableIndex&gt;&lt;TableIndex row=&quot;5&quot; col=&quot;10&quot;&gt;&lt;linesCount val=&quot;1&quot;/&gt;&lt;lineCharCount val=&quot;1&quot;/&gt;&lt;/TableIndex&gt;&lt;TableIndex row=&quot;5&quot; col=&quot;11&quot;&gt;&lt;linesCount val=&quot;1&quot;/&gt;&lt;lineCharCount val=&quot;1&quot;/&gt;&lt;/TableIndex&gt;&lt;TableIndex row=&quot;5&quot; col=&quot;12&quot;&gt;&lt;linesCount val=&quot;1&quot;/&gt;&lt;lineCharCount val=&quot;1&quot;/&gt;&lt;/TableIndex&gt;&lt;TableIndex row=&quot;5&quot; col=&quot;13&quot;&gt;&lt;linesCount val=&quot;0&quot;/&gt;&lt;/TableIndex&gt;&lt;TableIndex row=&quot;5&quot; col=&quot;14&quot;&gt;&lt;linesCount val=&quot;0&quot;/&gt;&lt;/TableIndex&gt;&lt;TableIndex row=&quot;5&quot; col=&quot;15&quot;&gt;&lt;linesCount val=&quot;0&quot;/&gt;&lt;/TableIndex&gt;&lt;TableIndex row=&quot;5&quot; col=&quot;16&quot;&gt;&lt;linesCount val=&quot;0&quot;/&gt;&lt;/TableIndex&gt;&lt;TableIndex row=&quot;5&quot; col=&quot;17&quot;&gt;&lt;linesCount val=&quot;0&quot;/&gt;&lt;/TableIndex&gt;&lt;TableIndex row=&quot;5&quot; col=&quot;18&quot;&gt;&lt;linesCount val=&quot;0&quot;/&gt;&lt;/TableIndex&gt;&lt;TableIndex row=&quot;6&quot; col=&quot;1&quot;&gt;&lt;linesCount val=&quot;1&quot;/&gt;&lt;lineCharCount val=&quot;17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6&quot; col=&quot;5&quot;&gt;&lt;linesCount val=&quot;0&quot;/&gt;&lt;/TableIndex&gt;&lt;TableIndex row=&quot;6&quot; col=&quot;6&quot;&gt;&lt;linesCount val=&quot;1&quot;/&gt;&lt;lineCharCount val=&quot;1&quot;/&gt;&lt;/TableIndex&gt;&lt;TableIndex row=&quot;6&quot; col=&quot;7&quot;&gt;&lt;linesCount val=&quot;1&quot;/&gt;&lt;lineCharCount val=&quot;2&quot;/&gt;&lt;/TableIndex&gt;&lt;TableIndex row=&quot;6&quot; col=&quot;8&quot;&gt;&lt;linesCount val=&quot;1&quot;/&gt;&lt;lineCharCount val=&quot;2&quot;/&gt;&lt;/TableIndex&gt;&lt;TableIndex row=&quot;6&quot; col=&quot;9&quot;&gt;&lt;linesCount val=&quot;1&quot;/&gt;&lt;lineCharCount val=&quot;2&quot;/&gt;&lt;/TableIndex&gt;&lt;TableIndex row=&quot;6&quot; col=&quot;10&quot;&gt;&lt;linesCount val=&quot;1&quot;/&gt;&lt;lineCharCount val=&quot;2&quot;/&gt;&lt;/TableIndex&gt;&lt;TableIndex row=&quot;6&quot; col=&quot;11&quot;&gt;&lt;linesCount val=&quot;1&quot;/&gt;&lt;lineCharCount val=&quot;2&quot;/&gt;&lt;/TableIndex&gt;&lt;TableIndex row=&quot;6&quot; col=&quot;12&quot;&gt;&lt;linesCount val=&quot;1&quot;/&gt;&lt;lineCharCount val=&quot;1&quot;/&gt;&lt;/TableIndex&gt;&lt;TableIndex row=&quot;6&quot; col=&quot;13&quot;&gt;&lt;linesCount val=&quot;1&quot;/&gt;&lt;lineCharCount val=&quot;1&quot;/&gt;&lt;/TableIndex&gt;&lt;TableIndex row=&quot;6&quot; col=&quot;14&quot;&gt;&lt;linesCount val=&quot;1&quot;/&gt;&lt;lineCharCount val=&quot;1&quot;/&gt;&lt;/TableIndex&gt;&lt;TableIndex row=&quot;6&quot; col=&quot;15&quot;&gt;&lt;linesCount val=&quot;0&quot;/&gt;&lt;/TableIndex&gt;&lt;TableIndex row=&quot;6&quot; col=&quot;16&quot;&gt;&lt;linesCount val=&quot;0&quot;/&gt;&lt;/TableIndex&gt;&lt;TableIndex row=&quot;6&quot; col=&quot;17&quot;&gt;&lt;linesCount val=&quot;0&quot;/&gt;&lt;/TableIndex&gt;&lt;TableIndex row=&quot;6&quot; col=&quot;18&quot;&gt;&lt;linesCount val=&quot;0&quot;/&gt;&lt;/TableIndex&gt;&lt;TableIndex row=&quot;7&quot; col=&quot;1&quot;&gt;&lt;linesCount val=&quot;1&quot;/&gt;&lt;lineCharCount val=&quot;14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TableIndex row=&quot;7&quot; col=&quot;5&quot;&gt;&lt;linesCount val=&quot;0&quot;/&gt;&lt;/TableIndex&gt;&lt;TableIndex row=&quot;7&quot; col=&quot;6&quot;&gt;&lt;linesCount val=&quot;0&quot;/&gt;&lt;/TableIndex&gt;&lt;TableIndex row=&quot;7&quot; col=&quot;7&quot;&gt;&lt;linesCount val=&quot;1&quot;/&gt;&lt;lineCharCount val=&quot;1&quot;/&gt;&lt;/TableIndex&gt;&lt;TableIndex row=&quot;7&quot; col=&quot;8&quot;&gt;&lt;linesCount val=&quot;1&quot;/&gt;&lt;lineCharCount val=&quot;2&quot;/&gt;&lt;/TableIndex&gt;&lt;TableIndex row=&quot;7&quot; col=&quot;9&quot;&gt;&lt;linesCount val=&quot;1&quot;/&gt;&lt;lineCharCount val=&quot;2&quot;/&gt;&lt;/TableIndex&gt;&lt;TableIndex row=&quot;7&quot; col=&quot;10&quot;&gt;&lt;linesCount val=&quot;1&quot;/&gt;&lt;lineCharCount val=&quot;2&quot;/&gt;&lt;/TableIndex&gt;&lt;TableIndex row=&quot;7&quot; col=&quot;11&quot;&gt;&lt;linesCount val=&quot;1&quot;/&gt;&lt;lineCharCount val=&quot;2&quot;/&gt;&lt;/TableIndex&gt;&lt;TableIndex row=&quot;7&quot; col=&quot;12&quot;&gt;&lt;linesCount val=&quot;1&quot;/&gt;&lt;lineCharCount val=&quot;2&quot;/&gt;&lt;/TableIndex&gt;&lt;TableIndex row=&quot;7&quot; col=&quot;13&quot;&gt;&lt;linesCount val=&quot;1&quot;/&gt;&lt;lineCharCount val=&quot;1&quot;/&gt;&lt;/TableIndex&gt;&lt;TableIndex row=&quot;7&quot; col=&quot;14&quot;&gt;&lt;linesCount val=&quot;1&quot;/&gt;&lt;lineCharCount val=&quot;1&quot;/&gt;&lt;/TableIndex&gt;&lt;TableIndex row=&quot;7&quot; col=&quot;15&quot;&gt;&lt;linesCount val=&quot;1&quot;/&gt;&lt;lineCharCount val=&quot;1&quot;/&gt;&lt;/TableIndex&gt;&lt;TableIndex row=&quot;7&quot; col=&quot;16&quot;&gt;&lt;linesCount val=&quot;0&quot;/&gt;&lt;/TableIndex&gt;&lt;TableIndex row=&quot;7&quot; col=&quot;17&quot;&gt;&lt;linesCount val=&quot;0&quot;/&gt;&lt;/TableIndex&gt;&lt;TableIndex row=&quot;7&quot; col=&quot;18&quot;&gt;&lt;linesCount val=&quot;0&quot;/&gt;&lt;/TableIndex&gt;&lt;TableIndex row=&quot;8&quot; col=&quot;1&quot;&gt;&lt;linesCount val=&quot;1&quot;/&gt;&lt;lineCharCount val=&quot;1&quot;/&gt;&lt;/TableIndex&gt;&lt;TableIndex row=&quot;8&quot; col=&quot;2&quot;&gt;&lt;linesCount val=&quot;0&quot;/&gt;&lt;/TableIndex&gt;&lt;TableIndex row=&quot;8&quot; col=&quot;3&quot;&gt;&lt;linesCount val=&quot;0&quot;/&gt;&lt;/TableIndex&gt;&lt;TableIndex row=&quot;8&quot; col=&quot;4&quot;&gt;&lt;linesCount val=&quot;0&quot;/&gt;&lt;/TableIndex&gt;&lt;TableIndex row=&quot;8&quot; col=&quot;5&quot;&gt;&lt;linesCount val=&quot;0&quot;/&gt;&lt;/TableIndex&gt;&lt;TableIndex row=&quot;8&quot; col=&quot;6&quot;&gt;&lt;linesCount val=&quot;0&quot;/&gt;&lt;/TableIndex&gt;&lt;TableIndex row=&quot;8&quot; col=&quot;7&quot;&gt;&lt;linesCount val=&quot;0&quot;/&gt;&lt;/TableIndex&gt;&lt;TableIndex row=&quot;8&quot; col=&quot;8&quot;&gt;&lt;linesCount val=&quot;0&quot;/&gt;&lt;/TableIndex&gt;&lt;TableIndex row=&quot;8&quot; col=&quot;9&quot;&gt;&lt;linesCount val=&quot;0&quot;/&gt;&lt;/TableIndex&gt;&lt;TableIndex row=&quot;8&quot; col=&quot;10&quot;&gt;&lt;linesCount val=&quot;0&quot;/&gt;&lt;/TableIndex&gt;&lt;TableIndex row=&quot;8&quot; col=&quot;11&quot;&gt;&lt;linesCount val=&quot;0&quot;/&gt;&lt;/TableIndex&gt;&lt;TableIndex row=&quot;8&quot; col=&quot;12&quot;&gt;&lt;linesCount val=&quot;0&quot;/&gt;&lt;/TableIndex&gt;&lt;TableIndex row=&quot;8&quot; col=&quot;13&quot;&gt;&lt;linesCount val=&quot;0&quot;/&gt;&lt;/TableIndex&gt;&lt;TableIndex row=&quot;8&quot; col=&quot;14&quot;&gt;&lt;linesCount val=&quot;0&quot;/&gt;&lt;/TableIndex&gt;&lt;TableIndex row=&quot;8&quot; col=&quot;15&quot;&gt;&lt;linesCount val=&quot;0&quot;/&gt;&lt;/TableIndex&gt;&lt;TableIndex row=&quot;8&quot; col=&quot;16&quot;&gt;&lt;linesCount val=&quot;0&quot;/&gt;&lt;/TableIndex&gt;&lt;TableIndex row=&quot;8&quot; col=&quot;17&quot;&gt;&lt;linesCount val=&quot;0&quot;/&gt;&lt;/TableIndex&gt;&lt;TableIndex row=&quot;8&quot; col=&quot;18&quot;&gt;&lt;linesCount val=&quot;0&quot;/&gt;&lt;/TableIndex&gt;&lt;TableIndex row=&quot;9&quot; col=&quot;1&quot;&gt;&lt;linesCount val=&quot;1&quot;/&gt;&lt;lineCharCount val=&quot;1&quot;/&gt;&lt;/TableIndex&gt;&lt;TableIndex row=&quot;9&quot; col=&quot;2&quot;&gt;&lt;linesCount val=&quot;0&quot;/&gt;&lt;/TableIndex&gt;&lt;TableIndex row=&quot;9&quot; col=&quot;3&quot;&gt;&lt;linesCount val=&quot;0&quot;/&gt;&lt;/TableIndex&gt;&lt;TableIndex row=&quot;9&quot; col=&quot;4&quot;&gt;&lt;linesCount val=&quot;0&quot;/&gt;&lt;/TableIndex&gt;&lt;TableIndex row=&quot;9&quot; col=&quot;5&quot;&gt;&lt;linesCount val=&quot;0&quot;/&gt;&lt;/TableIndex&gt;&lt;TableIndex row=&quot;9&quot; col=&quot;6&quot;&gt;&lt;linesCount val=&quot;0&quot;/&gt;&lt;/TableIndex&gt;&lt;TableIndex row=&quot;9&quot; col=&quot;7&quot;&gt;&lt;linesCount val=&quot;0&quot;/&gt;&lt;/TableIndex&gt;&lt;TableIndex row=&quot;9&quot; col=&quot;8&quot;&gt;&lt;linesCount val=&quot;0&quot;/&gt;&lt;/TableIndex&gt;&lt;TableIndex row=&quot;9&quot; col=&quot;9&quot;&gt;&lt;linesCount val=&quot;0&quot;/&gt;&lt;/TableIndex&gt;&lt;TableIndex row=&quot;9&quot; col=&quot;10&quot;&gt;&lt;linesCount val=&quot;0&quot;/&gt;&lt;/TableIndex&gt;&lt;TableIndex row=&quot;9&quot; col=&quot;11&quot;&gt;&lt;linesCount val=&quot;0&quot;/&gt;&lt;/TableIndex&gt;&lt;TableIndex row=&quot;9&quot; col=&quot;12&quot;&gt;&lt;linesCount val=&quot;0&quot;/&gt;&lt;/TableIndex&gt;&lt;TableIndex row=&quot;9&quot; col=&quot;13&quot;&gt;&lt;linesCount val=&quot;0&quot;/&gt;&lt;/TableIndex&gt;&lt;TableIndex row=&quot;9&quot; col=&quot;14&quot;&gt;&lt;linesCount val=&quot;0&quot;/&gt;&lt;/TableIndex&gt;&lt;TableIndex row=&quot;9&quot; col=&quot;15&quot;&gt;&lt;linesCount val=&quot;0&quot;/&gt;&lt;/TableIndex&gt;&lt;TableIndex row=&quot;9&quot; col=&quot;16&quot;&gt;&lt;linesCount val=&quot;0&quot;/&gt;&lt;/TableIndex&gt;&lt;TableIndex row=&quot;9&quot; col=&quot;17&quot;&gt;&lt;linesCount val=&quot;0&quot;/&gt;&lt;/TableIndex&gt;&lt;TableIndex row=&quot;9&quot; col=&quot;18&quot;&gt;&lt;linesCount val=&quot;0&quot;/&gt;&lt;/TableIndex&gt;&lt;/ShapeTextInfo&gt;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2C369A5-0B62-408E-AEDF-B5A756492CCB}_26.png&quot;/&gt;&lt;left val=&quot;167&quot;/&gt;&lt;top val=&quot;329&quot;/&gt;&lt;width val=&quot;247&quot;/&gt;&lt;height val=&quot;193&quot;/&gt;&lt;hasText val=&quot;1&quot;/&gt;&lt;/Image&gt;&lt;/ThreeDShapeInfo&gt;"/>
  <p:tag name="PRESENTER_SHAPETEXTINFO" val="&lt;ShapeTextInfo&gt;&lt;TableIndex row=&quot;1&quot; col=&quot;1&quot;&gt;&lt;linesCount val=&quot;1&quot;/&gt;&lt;lineCharCount val=&quot;10&quot;/&gt;&lt;/TableIndex&gt;&lt;TableIndex row=&quot;1&quot; col=&quot;2&quot;&gt;&lt;linesCount val=&quot;1&quot;/&gt;&lt;lineCharCount val=&quot;10&quot;/&gt;&lt;/TableIndex&gt;&lt;TableIndex row=&quot;1&quot; col=&quot;3&quot;&gt;&lt;linesCount val=&quot;1&quot;/&gt;&lt;lineCharCount val=&quot;10&quot;/&gt;&lt;/TableIndex&gt;&lt;TableIndex row=&quot;1&quot; col=&quot;4&quot;&gt;&lt;linesCount val=&quot;1&quot;/&gt;&lt;lineCharCount val=&quot;10&quot;/&gt;&lt;/TableIndex&gt;&lt;TableIndex row=&quot;2&quot; col=&quot;1&quot;&gt;&lt;linesCount val=&quot;1&quot;/&gt;&lt;lineCharCount val=&quot;4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2&quot;/&gt;&lt;/TableIndex&gt;&lt;TableIndex row=&quot;2&quot; col=&quot;4&quot;&gt;&lt;linesCount val=&quot;1&quot;/&gt;&lt;lineCharCount val=&quot;2&quot;/&gt;&lt;/TableIndex&gt;&lt;TableIndex row=&quot;3&quot; col=&quot;1&quot;&gt;&lt;linesCount val=&quot;1&quot;/&gt;&lt;lineCharCount val=&quot;4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4&quot; col=&quot;1&quot;&gt;&lt;linesCount val=&quot;1&quot;/&gt;&lt;lineCharCount val=&quot;3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5&quot; col=&quot;1&quot;&gt;&lt;linesCount val=&quot;1&quot;/&gt;&lt;lineCharCount val=&quot;2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6&quot; col=&quot;1&quot;&gt;&lt;linesCount val=&quot;1&quot;/&gt;&lt;lineCharCount val=&quot;2&quot;/&gt;&lt;/TableIndex&gt;&lt;TableIndex row=&quot;6&quot; col=&quot;2&quot;&gt;&lt;linesCount val=&quot;0&quot;/&gt;&lt;/TableIndex&gt;&lt;TableIndex row=&quot;6&quot; col=&quot;3&quot;&gt;&lt;linesCount val=&quot;0&quot;/&gt;&lt;/TableIndex&gt;&lt;TableIndex row=&quot;6&quot; col=&quot;4&quot;&gt;&lt;linesCount val=&quot;0&quot;/&gt;&lt;/TableIndex&gt;&lt;TableIndex row=&quot;7&quot; col=&quot;1&quot;&gt;&lt;linesCount val=&quot;1&quot;/&gt;&lt;lineCharCount val=&quot;3&quot;/&gt;&lt;/TableIndex&gt;&lt;TableIndex row=&quot;7&quot; col=&quot;2&quot;&gt;&lt;linesCount val=&quot;0&quot;/&gt;&lt;/TableIndex&gt;&lt;TableIndex row=&quot;7&quot; col=&quot;3&quot;&gt;&lt;linesCount val=&quot;0&quot;/&gt;&lt;/TableIndex&gt;&lt;TableIndex row=&quot;7&quot; col=&quot;4&quot;&gt;&lt;linesCount val=&quot;0&quot;/&gt;&lt;/TableIndex&gt;&lt;/ShapeTextInfo&gt;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45931CE-C546-4CD7-8908-3E34F7A3BC4D}_26.png&quot;/&gt;&lt;left val=&quot;418&quot;/&gt;&lt;top val=&quot;415&quot;/&gt;&lt;width val=&quot;278&quot;/&gt;&lt;height val=&quot;37&quot;/&gt;&lt;hasText val=&quot;1&quot;/&gt;&lt;/Image&gt;&lt;/ThreeDShapeInfo&gt;"/>
  <p:tag name="PRESENTER_SHAPETEXTINFO" val="&lt;ShapeTextInfo&gt;&lt;TableIndex row=&quot;-1&quot; col=&quot;-1&quot;&gt;&lt;linesCount val=&quot;1&quot;/&gt;&lt;lineCharCount val=&quot;43&quot;/&gt;&lt;/TableIndex&gt;&lt;/ShapeTextInfo&gt;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DA4FCDB-67E4-438C-A700-96191A72BEFF}_26.png&quot;/&gt;&lt;left val=&quot;180&quot;/&gt;&lt;top val=&quot;302&quot;/&gt;&lt;width val=&quot;348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47&quot;/&gt;&lt;/TableIndex&gt;&lt;/ShapeTextInfo&gt;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2CC17BB-CEAC-4F27-86E6-1B1722967644}_26.png&quot;/&gt;&lt;left val=&quot;346&quot;/&gt;&lt;top val=&quot;85&quot;/&gt;&lt;width val=&quot;265&quot;/&gt;&lt;height val=&quot;34&quot;/&gt;&lt;hasText val=&quot;1&quot;/&gt;&lt;/Image&gt;&lt;/ThreeDShapeInfo&gt;"/>
  <p:tag name="PRESENTER_SHAPETEXTINFO" val="&lt;ShapeTextInfo&gt;&lt;TableIndex row=&quot;-1&quot; col=&quot;-1&quot;&gt;&lt;linesCount val=&quot;1&quot;/&gt;&lt;lineCharCount val=&quot;36&quot;/&gt;&lt;/TableIndex&gt;&lt;/ShapeTextInfo&gt;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7.PNG&quot;/&gt;"/>
  <p:tag name="PPSNARRATION" val="26,1071321526,C:\Users\sanmi\GoogleDrive\UWMdrive\Courses\ECE552\ece552-lec15_SuperscalarOoO_pptx\Media.ppcx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31FDF0B-D8F1-4541-948D-C5CC5B175A6E}_2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D4B9BA0-7923-4A8E-852E-6800D0AD01B7}_27.png&quot;/&gt;&lt;left val=&quot;23&quot;/&gt;&lt;top val=&quot;112&quot;/&gt;&lt;width val=&quot;660&quot;/&gt;&lt;height val=&quot;343&quot;/&gt;&lt;hasText val=&quot;1&quot;/&gt;&lt;/Image&gt;&lt;/ThreeDShapeInfo&gt;"/>
  <p:tag name="PRESENTER_SHAPETEXTINFO" val="&lt;ShapeTextInfo&gt;&lt;TableIndex row=&quot;-1&quot; col=&quot;-1&quot;&gt;&lt;linesCount val=&quot;6&quot;/&gt;&lt;lineCharCount val=&quot;21&quot;/&gt;&lt;lineCharCount val=&quot;12&quot;/&gt;&lt;lineCharCount val=&quot;46&quot;/&gt;&lt;lineCharCount val=&quot;11&quot;/&gt;&lt;lineCharCount val=&quot;50&quot;/&gt;&lt;lineCharCount val=&quot;53&quot;/&gt;&lt;/TableIndex&gt;&lt;/ShapeTextInfo&gt;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6456A15-0739-4C5A-892A-10EE7F58B14B}_27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  <p:tag name="PPSNARRATION" val="27,1071321526,C:\Users\sanmi\GoogleDrive\UWMdrive\Courses\ECE552\ece552-lec15_SuperscalarOoO_pptx\Media.ppcx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0DC48D8-BB2C-4627-9594-86FAB8AFC2D4}_2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C178BA0-AD14-4959-AB33-E6D1CAA59074}_2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4CE8204-DCF7-4B33-9F74-58C4963EE950}_28.png&quot;/&gt;&lt;left val=&quot;25&quot;/&gt;&lt;top val=&quot;114&quot;/&gt;&lt;width val=&quot;658&quot;/&gt;&lt;height val=&quot;368&quot;/&gt;&lt;hasText val=&quot;1&quot;/&gt;&lt;/Image&gt;&lt;/ThreeDShapeInfo&gt;"/>
  <p:tag name="PRESENTER_SHAPETEXTINFO" val="&lt;ShapeTextInfo&gt;&lt;TableIndex row=&quot;-1&quot; col=&quot;-1&quot;&gt;&lt;linesCount val=&quot;9&quot;/&gt;&lt;lineCharCount val=&quot;52&quot;/&gt;&lt;lineCharCount val=&quot;36&quot;/&gt;&lt;lineCharCount val=&quot;1&quot;/&gt;&lt;lineCharCount val=&quot;17&quot;/&gt;&lt;lineCharCount val=&quot;30&quot;/&gt;&lt;lineCharCount val=&quot;18&quot;/&gt;&lt;lineCharCount val=&quot;40&quot;/&gt;&lt;lineCharCount val=&quot;41&quot;/&gt;&lt;lineCharCount val=&quot;20&quot;/&gt;&lt;/TableIndex&gt;&lt;/ShapeTextInfo&gt;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  <p:tag name="PPSNARRATION" val="28,1071321526,C:\Users\sanmi\GoogleDrive\UWMdrive\Courses\ECE552\ece552-lec15_SuperscalarOoO_pptx\Media.ppcx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36D2EED-ACE5-4773-9543-2C2CB9451233}_2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59A29AB-6EA2-452C-9EAE-12899816DC58}_29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912CCC7-A532-421D-BD61-69A9B957E2D0}_29.png&quot;/&gt;&lt;left val=&quot;25&quot;/&gt;&lt;top val=&quot;114&quot;/&gt;&lt;width val=&quot;658&quot;/&gt;&lt;height val=&quot;389&quot;/&gt;&lt;hasText val=&quot;1&quot;/&gt;&lt;/Image&gt;&lt;/ThreeDShapeInfo&gt;"/>
  <p:tag name="PRESENTER_SHAPETEXTINFO" val="&lt;ShapeTextInfo&gt;&lt;TableIndex row=&quot;-1&quot; col=&quot;-1&quot;&gt;&lt;linesCount val=&quot;11&quot;/&gt;&lt;lineCharCount val=&quot;52&quot;/&gt;&lt;lineCharCount val=&quot;36&quot;/&gt;&lt;lineCharCount val=&quot;1&quot;/&gt;&lt;lineCharCount val=&quot;17&quot;/&gt;&lt;lineCharCount val=&quot;40&quot;/&gt;&lt;lineCharCount val=&quot;41&quot;/&gt;&lt;lineCharCount val=&quot;30&quot;/&gt;&lt;lineCharCount val=&quot;18&quot;/&gt;&lt;lineCharCount val=&quot;17&quot;/&gt;&lt;lineCharCount val=&quot;18&quot;/&gt;&lt;lineCharCount val=&quot;44&quot;/&gt;&lt;/TableIndex&gt;&lt;/ShapeTextInfo&gt;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0.PNG&quot;/&gt;"/>
  <p:tag name="PPSNARRATION" val="29,1071321526,C:\Users\sanmi\GoogleDrive\UWMdrive\Courses\ECE552\ece552-lec15_SuperscalarOoO_pptx\Media.ppcx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FAB73E1-3640-417F-9FE5-012B67CA8871}_3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1DB692C-DC50-43A6-96B5-54F27577DEB2}_30.png&quot;/&gt;&lt;left val=&quot;25&quot;/&gt;&lt;top val=&quot;114&quot;/&gt;&lt;width val=&quot;704&quot;/&gt;&lt;height val=&quot;456&quot;/&gt;&lt;hasText val=&quot;1&quot;/&gt;&lt;/Image&gt;&lt;/ThreeDShapeInfo&gt;"/>
  <p:tag name="PRESENTER_SHAPETEXTINFO" val="&lt;ShapeTextInfo&gt;&lt;TableIndex row=&quot;-1&quot; col=&quot;-1&quot;&gt;&lt;linesCount val=&quot;14&quot;/&gt;&lt;lineCharCount val=&quot;51&quot;/&gt;&lt;lineCharCount val=&quot;55&quot;/&gt;&lt;lineCharCount val=&quot;18&quot;/&gt;&lt;lineCharCount val=&quot;35&quot;/&gt;&lt;lineCharCount val=&quot;47&quot;/&gt;&lt;lineCharCount val=&quot;1&quot;/&gt;&lt;lineCharCount val=&quot;51&quot;/&gt;&lt;lineCharCount val=&quot;51&quot;/&gt;&lt;lineCharCount val=&quot;60&quot;/&gt;&lt;lineCharCount val=&quot;34&quot;/&gt;&lt;lineCharCount val=&quot;65&quot;/&gt;&lt;lineCharCount val=&quot;21&quot;/&gt;&lt;lineCharCount val=&quot;66&quot;/&gt;&lt;lineCharCount val=&quot;63&quot;/&gt;&lt;/TableIndex&gt;&lt;/ShapeTextInfo&gt;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46D641D-D4A3-4698-B323-A5140FD9C31D}_30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0,1071321526,C:\Users\sanmi\GoogleDrive\UWMdrive\Courses\ECE552\ece552-lec15_SuperscalarOoO_pptx\Media.ppcx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B18616C-D859-456C-89EB-CA1754C3CBB6}_3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5CEB04F-DF2A-413B-B96F-430A39B5EF5E}_31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3D7BEB2-0081-48E3-B444-FF2A14A63992}_31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17&quot;/&gt;&lt;lineCharCount val=&quot;15&quot;/&gt;&lt;lineCharCount val=&quot;18&quot;/&gt;&lt;lineCharCount val=&quot;17&quot;/&gt;&lt;lineCharCount val=&quot;18&quot;/&gt;&lt;lineCharCount val=&quot;20&quot;/&gt;&lt;/TableIndex&gt;&lt;/ShapeTextInfo&gt;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A7FF17E-42F7-426F-BB96-8E889D4EB1AE}_31.png&quot;/&gt;&lt;left val=&quot;191&quot;/&gt;&lt;top val=&quot;358&quot;/&gt;&lt;width val=&quot;128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2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2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E45C064-9487-4714-A8B4-E5CE3F803380}_31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8&quot;/&gt;&lt;/TableIndex&gt;&lt;/ShapeTextInfo&gt;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1,1071321526,C:\Users\sanmi\GoogleDrive\UWMdrive\Courses\ECE552\ece552-lec15_SuperscalarOoO_pptx\Media.ppcx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02089B9-E449-4CEA-AC2C-4FF31B692E52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B2B0536-4941-437A-891D-538FE95B40AE}_3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49852FE-E30E-4859-9120-D9AC61035A9C}_32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15&quot;/&gt;&lt;lineCharCount val=&quot;18&quot;/&gt;&lt;lineCharCount val=&quot;17&quot;/&gt;&lt;lineCharCount val=&quot;18&quot;/&gt;&lt;lineCharCount val=&quot;20&quot;/&gt;&lt;/TableIndex&gt;&lt;/ShapeTextInfo&gt;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93CB868-E4D9-4781-8383-2C50E2855278}_32.png&quot;/&gt;&lt;left val=&quot;191&quot;/&gt;&lt;top val=&quot;358&quot;/&gt;&lt;width val=&quot;128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2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31D5898-484F-4D6E-96A0-61ABFBC64A0E}_32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4&quot;/&gt;&lt;/TableIndex&gt;&lt;/ShapeTextInfo&gt;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3.PNG&quot;/&gt;"/>
  <p:tag name="PPSNARRATION" val="32,1071321526,C:\Users\sanmi\GoogleDrive\UWMdrive\Courses\ECE552\ece552-lec15_SuperscalarOoO_pptx\Media.ppcx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B3DCADD-A4A9-4027-85DD-5DE16D0371A4}_3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DDBF31F-DBFB-4ACE-9C69-721B60C0DF8B}_3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F6718BC-E914-4995-BD94-3B6FB1A7CEA1}_33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31&quot;/&gt;&lt;lineCharCount val=&quot;18&quot;/&gt;&lt;lineCharCount val=&quot;17&quot;/&gt;&lt;lineCharCount val=&quot;18&quot;/&gt;&lt;lineCharCount val=&quot;20&quot;/&gt;&lt;/TableIndex&gt;&lt;/ShapeTextInfo&gt;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DA15B73-7085-4ACB-A084-2C07B22FBC74}_33.png&quot;/&gt;&lt;left val=&quot;191&quot;/&gt;&lt;top val=&quot;358&quot;/&gt;&lt;width val=&quot;128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5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D46E34E-5190-46EF-BCEA-83962CF98ECD}_33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0&quot;/&gt;&lt;/TableIndex&gt;&lt;/ShapeTextInfo&gt;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  <p:tag name="PPSNARRATION" val="33,1071321526,C:\Users\sanmi\GoogleDrive\UWMdrive\Courses\ECE552\ece552-lec15_SuperscalarOoO_pptx\Media.ppcx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48FDA4E-6269-4F6D-B139-A12A775A7597}_3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7B7FB8D-F968-4207-99B3-FB3726B7144F}_3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6BECDEC-40E4-4A77-A878-32E312075F5B}_34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31&quot;/&gt;&lt;lineCharCount val=&quot;35&quot;/&gt;&lt;lineCharCount val=&quot;33&quot;/&gt;&lt;lineCharCount val=&quot;35&quot;/&gt;&lt;lineCharCount val=&quot;41&quot;/&gt;&lt;/TableIndex&gt;&lt;/ShapeTextInfo&gt;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7BF1DBE-1001-4A4F-9539-97242C474E1F}_34.png&quot;/&gt;&lt;left val=&quot;191&quot;/&gt;&lt;top val=&quot;358&quot;/&gt;&lt;width val=&quot;152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1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5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1E40E80-5C18-41CE-BE9B-9808CD23B521}_34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&quot;/&gt;&lt;/TableIndex&gt;&lt;/ShapeTextInfo&gt;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5.PNG&quot;/&gt;"/>
  <p:tag name="PPSNARRATION" val="34,1071321526,C:\Users\sanmi\GoogleDrive\UWMdrive\Courses\ECE552\ece552-lec15_SuperscalarOoO_pptx\Media.ppcx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A3141C8-6184-4550-9FE0-C9DB100E352A}_3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0D22640-7D59-423E-B3D1-B45F174293C5}_35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C28CC2A-B45C-4FDE-97EC-86E46F320A78}_35.png&quot;/&gt;&lt;left val=&quot;25&quot;/&gt;&lt;top val=&quot;114&quot;/&gt;&lt;width val=&quot;660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32&quot;/&gt;&lt;lineCharCount val=&quot;35&quot;/&gt;&lt;lineCharCount val=&quot;45&quot;/&gt;&lt;lineCharCount val=&quot;35&quot;/&gt;&lt;lineCharCount val=&quot;41&quot;/&gt;&lt;/TableIndex&gt;&lt;/ShapeTextInfo&gt;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7FEE5BE-E7B6-4DFC-B986-C2AD88D80E47}_35.png&quot;/&gt;&lt;left val=&quot;191&quot;/&gt;&lt;top val=&quot;358&quot;/&gt;&lt;width val=&quot;152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1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5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2384F9C-E77F-44FC-80AE-2DCC122F4207}_35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&quot;/&gt;&lt;/TableIndex&gt;&lt;/ShapeTextInfo&gt;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EADFFBA-7661-4836-8614-4B3AF985EF3C}_35.png&quot;/&gt;&lt;left val=&quot;401&quot;/&gt;&lt;top val=&quot;344&quot;/&gt;&lt;width val=&quot;264&quot;/&gt;&lt;height val=&quot;60&quot;/&gt;&lt;hasText val=&quot;1&quot;/&gt;&lt;/Image&gt;&lt;/ThreeDShapeInfo&gt;"/>
  <p:tag name="PRESENTER_SHAPETEXTINFO" val="&lt;ShapeTextInfo&gt;&lt;TableIndex row=&quot;-1&quot; col=&quot;-1&quot;&gt;&lt;linesCount val=&quot;2&quot;/&gt;&lt;lineCharCount val=&quot;25&quot;/&gt;&lt;lineCharCount val=&quot;29&quot;/&gt;&lt;/TableIndex&gt;&lt;/ShapeTextInfo&gt;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6.PNG&quot;/&gt;"/>
  <p:tag name="PPSNARRATION" val="35,1071321526,C:\Users\sanmi\GoogleDrive\UWMdrive\Courses\ECE552\ece552-lec15_SuperscalarOoO_pptx\Media.ppcx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3AF3C2B-ADCA-4EED-BB3B-DD402A945996}_3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5EEFA875-A18B-4F20-B42D-B6C317A2C686}_36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6101AC9-AD1B-4B40-BAD8-7F3B4A2D86BC}_36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31&quot;/&gt;&lt;lineCharCount val=&quot;35&quot;/&gt;&lt;lineCharCount val=&quot;33&quot;/&gt;&lt;lineCharCount val=&quot;35&quot;/&gt;&lt;lineCharCount val=&quot;41&quot;/&gt;&lt;/TableIndex&gt;&lt;/ShapeTextInfo&gt;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460BE01-222F-4A3D-84F9-57B5168CF1D9}_36.png&quot;/&gt;&lt;left val=&quot;191&quot;/&gt;&lt;top val=&quot;358&quot;/&gt;&lt;width val=&quot;152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2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2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CB9A701-897D-4B1B-99F6-176E2DC69266}_36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8&quot;/&gt;&lt;/TableIndex&gt;&lt;/ShapeTextInfo&gt;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BCD0B70-54B2-4CE4-BF0F-BC2E148C1273}_36.png&quot;/&gt;&lt;left val=&quot;401&quot;/&gt;&lt;top val=&quot;353&quot;/&gt;&lt;width val=&quot;264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7.PNG&quot;/&gt;"/>
  <p:tag name="PPSNARRATION" val="36,1071321526,C:\Users\sanmi\GoogleDrive\UWMdrive\Courses\ECE552\ece552-lec15_SuperscalarOoO_pptx\Media.ppcx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D44562D-7A37-4F85-8244-295FFCF631A8}_3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8529C9F-F4E9-449C-8919-FE01EA9F31B7}_37.png&quot;/&gt;&lt;left val=&quot;44&quot;/&gt;&lt;top val=&quot;114&quot;/&gt;&lt;width val=&quot;674&quot;/&gt;&lt;height val=&quot;381&quot;/&gt;&lt;hasText val=&quot;1&quot;/&gt;&lt;/Image&gt;&lt;/ThreeDShapeInfo&gt;"/>
  <p:tag name="PRESENTER_SHAPETEXTINFO" val="&lt;ShapeTextInfo&gt;&lt;TableIndex row=&quot;-1&quot; col=&quot;-1&quot;&gt;&lt;linesCount val=&quot;13&quot;/&gt;&lt;lineCharCount val=&quot;54&quot;/&gt;&lt;lineCharCount val=&quot;52&quot;/&gt;&lt;lineCharCount val=&quot;21&quot;/&gt;&lt;lineCharCount val=&quot;57&quot;/&gt;&lt;lineCharCount val=&quot;43&quot;/&gt;&lt;lineCharCount val=&quot;57&quot;/&gt;&lt;lineCharCount val=&quot;61&quot;/&gt;&lt;lineCharCount val=&quot;10&quot;/&gt;&lt;lineCharCount val=&quot;56&quot;/&gt;&lt;lineCharCount val=&quot;43&quot;/&gt;&lt;lineCharCount val=&quot;52&quot;/&gt;&lt;lineCharCount val=&quot;59&quot;/&gt;&lt;lineCharCount val=&quot;44&quot;/&gt;&lt;/TableIndex&gt;&lt;/ShapeTextInfo&gt;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69BF61E-623C-4F5D-B9DE-4C555C19C8BA}_37.png&quot;/&gt;&lt;left val=&quot;599&quot;/&gt;&lt;top val=&quot;500&quot;/&gt;&lt;width val=&quot;84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</TotalTime>
  <Words>4086</Words>
  <Application>Microsoft Macintosh PowerPoint</Application>
  <PresentationFormat>On-screen Show (4:3)</PresentationFormat>
  <Paragraphs>1381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Courier New</vt:lpstr>
      <vt:lpstr>Tahoma</vt:lpstr>
      <vt:lpstr>Times New Roman</vt:lpstr>
      <vt:lpstr>Wingdings</vt:lpstr>
      <vt:lpstr>Lecture Notes 552</vt:lpstr>
      <vt:lpstr>ECE/CS 552: Superscalar and Out-of-Order</vt:lpstr>
      <vt:lpstr>Limitations of Scalar Pipelines</vt:lpstr>
      <vt:lpstr>Superscalar Processors</vt:lpstr>
      <vt:lpstr>Superscalar Processors</vt:lpstr>
      <vt:lpstr>Superscalar Processors</vt:lpstr>
      <vt:lpstr>Superscalar Processors</vt:lpstr>
      <vt:lpstr>In-Order Execution</vt:lpstr>
      <vt:lpstr>Out-of-Order Execution</vt:lpstr>
      <vt:lpstr>Out-of-Order Execution</vt:lpstr>
      <vt:lpstr>Out-of-Order Execution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Scoreboard</vt:lpstr>
      <vt:lpstr>Superscalar Processors</vt:lpstr>
      <vt:lpstr>Register Renaming</vt:lpstr>
      <vt:lpstr>Register Renaming</vt:lpstr>
      <vt:lpstr>Register Renaming</vt:lpstr>
      <vt:lpstr>Exercise – Register Renaming</vt:lpstr>
      <vt:lpstr>Exercise – Register Renaming</vt:lpstr>
      <vt:lpstr>Exercise – Register Renaming</vt:lpstr>
      <vt:lpstr>Exercise – Register Renaming</vt:lpstr>
      <vt:lpstr>Exercise – Register Renaming</vt:lpstr>
      <vt:lpstr>Exercise – Register Renaming</vt:lpstr>
      <vt:lpstr>Speculation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Superscalar and Out-of-Order</dc:title>
  <dc:creator/>
  <cp:lastModifiedBy>Boone Severson</cp:lastModifiedBy>
  <cp:revision>587</cp:revision>
  <cp:lastPrinted>1601-01-01T00:00:00Z</cp:lastPrinted>
  <dcterms:created xsi:type="dcterms:W3CDTF">1601-01-01T00:00:00Z</dcterms:created>
  <dcterms:modified xsi:type="dcterms:W3CDTF">2024-08-29T04:29:01Z</dcterms:modified>
</cp:coreProperties>
</file>