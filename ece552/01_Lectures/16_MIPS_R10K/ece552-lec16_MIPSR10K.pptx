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4.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5.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6.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7.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8.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9.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10.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11.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notesSlides/notesSlide12.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13.xml" ContentType="application/vnd.openxmlformats-officedocument.presentationml.notesSlide+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notesSlides/notesSlide14.xml" ContentType="application/vnd.openxmlformats-officedocument.presentationml.notesSlide+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notesSlides/notesSlide15.xml" ContentType="application/vnd.openxmlformats-officedocument.presentationml.notesSlid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16.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notesSlides/notesSlide17.xml" ContentType="application/vnd.openxmlformats-officedocument.presentationml.notesSlide+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18.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notesSlides/notesSlide19.xml" ContentType="application/vnd.openxmlformats-officedocument.presentationml.notesSlide+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notesSlides/notesSlide20.xml" ContentType="application/vnd.openxmlformats-officedocument.presentationml.notesSlide+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21.xml" ContentType="application/vnd.openxmlformats-officedocument.presentationml.notesSlide+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notesSlides/notesSlide22.xml" ContentType="application/vnd.openxmlformats-officedocument.presentationml.notesSlide+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notesSlides/notesSlide23.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notesSlides/notesSlide24.xml" ContentType="application/vnd.openxmlformats-officedocument.presentationml.notesSlide+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notesSlides/notesSlide25.xml" ContentType="application/vnd.openxmlformats-officedocument.presentationml.notesSlide+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notesSlides/notesSlide26.xml" ContentType="application/vnd.openxmlformats-officedocument.presentationml.notesSlide+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notesSlides/notesSlide27.xml" ContentType="application/vnd.openxmlformats-officedocument.presentationml.notesSlide+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notesSlides/notesSlide28.xml" ContentType="application/vnd.openxmlformats-officedocument.presentationml.notesSlide+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notesSlides/notesSlide29.xml" ContentType="application/vnd.openxmlformats-officedocument.presentationml.notesSlide+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notesSlides/notesSlide30.xml" ContentType="application/vnd.openxmlformats-officedocument.presentationml.notesSlide+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notesSlides/notesSlide31.xml" ContentType="application/vnd.openxmlformats-officedocument.presentationml.notesSlid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notesSlides/notesSlide32.xml" ContentType="application/vnd.openxmlformats-officedocument.presentationml.notesSlide+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notesSlides/notesSlide33.xml" ContentType="application/vnd.openxmlformats-officedocument.presentationml.notesSlide+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1" r:id="rId1"/>
  </p:sldMasterIdLst>
  <p:notesMasterIdLst>
    <p:notesMasterId r:id="rId36"/>
  </p:notesMasterIdLst>
  <p:handoutMasterIdLst>
    <p:handoutMasterId r:id="rId37"/>
  </p:handoutMasterIdLst>
  <p:sldIdLst>
    <p:sldId id="567" r:id="rId2"/>
    <p:sldId id="775" r:id="rId3"/>
    <p:sldId id="789" r:id="rId4"/>
    <p:sldId id="790" r:id="rId5"/>
    <p:sldId id="787" r:id="rId6"/>
    <p:sldId id="788" r:id="rId7"/>
    <p:sldId id="663" r:id="rId8"/>
    <p:sldId id="752" r:id="rId9"/>
    <p:sldId id="754" r:id="rId10"/>
    <p:sldId id="758" r:id="rId11"/>
    <p:sldId id="761" r:id="rId12"/>
    <p:sldId id="765" r:id="rId13"/>
    <p:sldId id="771" r:id="rId14"/>
    <p:sldId id="779" r:id="rId15"/>
    <p:sldId id="674" r:id="rId16"/>
    <p:sldId id="677" r:id="rId17"/>
    <p:sldId id="681" r:id="rId18"/>
    <p:sldId id="685" r:id="rId19"/>
    <p:sldId id="688" r:id="rId20"/>
    <p:sldId id="694" r:id="rId21"/>
    <p:sldId id="699" r:id="rId22"/>
    <p:sldId id="706" r:id="rId23"/>
    <p:sldId id="711" r:id="rId24"/>
    <p:sldId id="713" r:id="rId25"/>
    <p:sldId id="717" r:id="rId26"/>
    <p:sldId id="720" r:id="rId27"/>
    <p:sldId id="785" r:id="rId28"/>
    <p:sldId id="723" r:id="rId29"/>
    <p:sldId id="727" r:id="rId30"/>
    <p:sldId id="729" r:id="rId31"/>
    <p:sldId id="732" r:id="rId32"/>
    <p:sldId id="733" r:id="rId33"/>
    <p:sldId id="784" r:id="rId34"/>
    <p:sldId id="786" r:id="rId35"/>
  </p:sldIdLst>
  <p:sldSz cx="9144000" cy="6858000" type="screen4x3"/>
  <p:notesSz cx="7010400" cy="9296400"/>
  <p:custDataLst>
    <p:tags r:id="rId38"/>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10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10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10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10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55" autoAdjust="0"/>
    <p:restoredTop sz="70857" autoAdjust="0"/>
  </p:normalViewPr>
  <p:slideViewPr>
    <p:cSldViewPr>
      <p:cViewPr varScale="1">
        <p:scale>
          <a:sx n="219" d="100"/>
          <a:sy n="219" d="100"/>
        </p:scale>
        <p:origin x="3400" y="176"/>
      </p:cViewPr>
      <p:guideLst>
        <p:guide orient="horz" pos="2160"/>
        <p:guide pos="2880"/>
      </p:guideLst>
    </p:cSldViewPr>
  </p:slideViewPr>
  <p:outlineViewPr>
    <p:cViewPr>
      <p:scale>
        <a:sx n="33" d="100"/>
        <a:sy n="33" d="100"/>
      </p:scale>
      <p:origin x="0" y="0"/>
    </p:cViewPr>
  </p:outlineViewPr>
  <p:notesTextViewPr>
    <p:cViewPr>
      <p:scale>
        <a:sx n="185" d="100"/>
        <a:sy n="185" d="100"/>
      </p:scale>
      <p:origin x="0" y="0"/>
    </p:cViewPr>
  </p:notesTextViewPr>
  <p:sorterViewPr>
    <p:cViewPr>
      <p:scale>
        <a:sx n="66" d="100"/>
        <a:sy n="66" d="100"/>
      </p:scale>
      <p:origin x="0" y="1158"/>
    </p:cViewPr>
  </p:sorterViewPr>
  <p:notesViewPr>
    <p:cSldViewPr>
      <p:cViewPr varScale="1">
        <p:scale>
          <a:sx n="83" d="100"/>
          <a:sy n="83" d="100"/>
        </p:scale>
        <p:origin x="-1782" y="-8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907C59B-6E44-4E86-8B99-06EA69B0004E}"/>
              </a:ext>
            </a:extLst>
          </p:cNvPr>
          <p:cNvSpPr>
            <a:spLocks noGrp="1" noChangeArrowheads="1"/>
          </p:cNvSpPr>
          <p:nvPr>
            <p:ph type="hdr" sz="quarter"/>
          </p:nvPr>
        </p:nvSpPr>
        <p:spPr bwMode="auto">
          <a:xfrm>
            <a:off x="0" y="0"/>
            <a:ext cx="3038475" cy="465138"/>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cs typeface="+mn-cs"/>
              </a:defRPr>
            </a:lvl1pPr>
          </a:lstStyle>
          <a:p>
            <a:pPr>
              <a:defRPr/>
            </a:pPr>
            <a:endParaRPr lang="en-US"/>
          </a:p>
        </p:txBody>
      </p:sp>
      <p:sp>
        <p:nvSpPr>
          <p:cNvPr id="15363" name="Rectangle 3">
            <a:extLst>
              <a:ext uri="{FF2B5EF4-FFF2-40B4-BE49-F238E27FC236}">
                <a16:creationId xmlns:a16="http://schemas.microsoft.com/office/drawing/2014/main" id="{B93216D0-1FA3-41B6-8E51-EB2B1D1F432B}"/>
              </a:ext>
            </a:extLst>
          </p:cNvPr>
          <p:cNvSpPr>
            <a:spLocks noGrp="1" noChangeArrowheads="1"/>
          </p:cNvSpPr>
          <p:nvPr>
            <p:ph type="dt" sz="quarter" idx="1"/>
          </p:nvPr>
        </p:nvSpPr>
        <p:spPr bwMode="auto">
          <a:xfrm>
            <a:off x="3971925" y="0"/>
            <a:ext cx="3038475" cy="465138"/>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cs typeface="+mn-cs"/>
              </a:defRPr>
            </a:lvl1pPr>
          </a:lstStyle>
          <a:p>
            <a:pPr>
              <a:defRPr/>
            </a:pPr>
            <a:endParaRPr lang="en-US"/>
          </a:p>
        </p:txBody>
      </p:sp>
      <p:sp>
        <p:nvSpPr>
          <p:cNvPr id="15364" name="Rectangle 4">
            <a:extLst>
              <a:ext uri="{FF2B5EF4-FFF2-40B4-BE49-F238E27FC236}">
                <a16:creationId xmlns:a16="http://schemas.microsoft.com/office/drawing/2014/main" id="{735FC086-70E6-40CE-9B79-E4DBCBCE1C10}"/>
              </a:ext>
            </a:extLst>
          </p:cNvPr>
          <p:cNvSpPr>
            <a:spLocks noGrp="1" noChangeArrowheads="1"/>
          </p:cNvSpPr>
          <p:nvPr>
            <p:ph type="ftr" sz="quarter" idx="2"/>
          </p:nvPr>
        </p:nvSpPr>
        <p:spPr bwMode="auto">
          <a:xfrm>
            <a:off x="0" y="8831263"/>
            <a:ext cx="3582988" cy="465137"/>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cs typeface="+mn-cs"/>
              </a:defRPr>
            </a:lvl1pPr>
          </a:lstStyle>
          <a:p>
            <a:pPr>
              <a:defRPr/>
            </a:pPr>
            <a:r>
              <a:rPr lang="en-US"/>
              <a:t>ECE 552: Introduction To Computer Architecture</a:t>
            </a:r>
          </a:p>
        </p:txBody>
      </p:sp>
      <p:sp>
        <p:nvSpPr>
          <p:cNvPr id="15365" name="Rectangle 5">
            <a:extLst>
              <a:ext uri="{FF2B5EF4-FFF2-40B4-BE49-F238E27FC236}">
                <a16:creationId xmlns:a16="http://schemas.microsoft.com/office/drawing/2014/main" id="{6E9BB02D-94A9-4C01-9E5F-ACA40993E8B4}"/>
              </a:ext>
            </a:extLst>
          </p:cNvPr>
          <p:cNvSpPr>
            <a:spLocks noGrp="1" noChangeArrowheads="1"/>
          </p:cNvSpPr>
          <p:nvPr>
            <p:ph type="sldNum" sz="quarter" idx="3"/>
          </p:nvPr>
        </p:nvSpPr>
        <p:spPr bwMode="auto">
          <a:xfrm>
            <a:off x="3971925" y="8831263"/>
            <a:ext cx="3038475" cy="465137"/>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C0B5B0EB-9FB1-4BB2-89AE-32F267685FE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59176C5-8EB4-428E-82B5-211A3C20E60E}"/>
              </a:ext>
            </a:extLst>
          </p:cNvPr>
          <p:cNvSpPr>
            <a:spLocks noGrp="1" noChangeArrowheads="1"/>
          </p:cNvSpPr>
          <p:nvPr>
            <p:ph type="hdr" sz="quarter"/>
          </p:nvPr>
        </p:nvSpPr>
        <p:spPr bwMode="auto">
          <a:xfrm>
            <a:off x="0" y="0"/>
            <a:ext cx="3038475" cy="465138"/>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cs typeface="+mn-cs"/>
              </a:defRPr>
            </a:lvl1pPr>
          </a:lstStyle>
          <a:p>
            <a:pPr>
              <a:defRPr/>
            </a:pPr>
            <a:endParaRPr lang="en-US"/>
          </a:p>
        </p:txBody>
      </p:sp>
      <p:sp>
        <p:nvSpPr>
          <p:cNvPr id="17411" name="Rectangle 3">
            <a:extLst>
              <a:ext uri="{FF2B5EF4-FFF2-40B4-BE49-F238E27FC236}">
                <a16:creationId xmlns:a16="http://schemas.microsoft.com/office/drawing/2014/main" id="{81DD4CAF-5E7F-4F68-8CD1-BA71CBAB8160}"/>
              </a:ext>
            </a:extLst>
          </p:cNvPr>
          <p:cNvSpPr>
            <a:spLocks noGrp="1" noChangeArrowheads="1"/>
          </p:cNvSpPr>
          <p:nvPr>
            <p:ph type="dt" idx="1"/>
          </p:nvPr>
        </p:nvSpPr>
        <p:spPr bwMode="auto">
          <a:xfrm>
            <a:off x="3971925" y="0"/>
            <a:ext cx="3038475" cy="465138"/>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cs typeface="+mn-cs"/>
              </a:defRPr>
            </a:lvl1pPr>
          </a:lstStyle>
          <a:p>
            <a:pPr>
              <a:defRPr/>
            </a:pPr>
            <a:endParaRPr lang="en-US"/>
          </a:p>
        </p:txBody>
      </p:sp>
      <p:sp>
        <p:nvSpPr>
          <p:cNvPr id="51204" name="Rectangle 4">
            <a:extLst>
              <a:ext uri="{FF2B5EF4-FFF2-40B4-BE49-F238E27FC236}">
                <a16:creationId xmlns:a16="http://schemas.microsoft.com/office/drawing/2014/main" id="{85514B30-F15B-4589-9BF5-AA3FEA961082}"/>
              </a:ext>
            </a:extLst>
          </p:cNvPr>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7223A19C-9FAC-4BC1-AE52-C19B26D7E66C}"/>
              </a:ext>
            </a:extLst>
          </p:cNvPr>
          <p:cNvSpPr>
            <a:spLocks noGrp="1" noChangeArrowheads="1"/>
          </p:cNvSpPr>
          <p:nvPr>
            <p:ph type="body" sz="quarter" idx="3"/>
          </p:nvPr>
        </p:nvSpPr>
        <p:spPr bwMode="auto">
          <a:xfrm>
            <a:off x="935038" y="4416425"/>
            <a:ext cx="5140325" cy="418306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A724DD23-D3C0-44E1-848C-8CDD2DD2881A}"/>
              </a:ext>
            </a:extLst>
          </p:cNvPr>
          <p:cNvSpPr>
            <a:spLocks noGrp="1" noChangeArrowheads="1"/>
          </p:cNvSpPr>
          <p:nvPr>
            <p:ph type="ftr" sz="quarter" idx="4"/>
          </p:nvPr>
        </p:nvSpPr>
        <p:spPr bwMode="auto">
          <a:xfrm>
            <a:off x="0" y="8831263"/>
            <a:ext cx="3038475" cy="465137"/>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cs typeface="+mn-cs"/>
              </a:defRPr>
            </a:lvl1pPr>
          </a:lstStyle>
          <a:p>
            <a:pPr>
              <a:defRPr/>
            </a:pPr>
            <a:endParaRPr lang="en-US"/>
          </a:p>
        </p:txBody>
      </p:sp>
      <p:sp>
        <p:nvSpPr>
          <p:cNvPr id="17415" name="Rectangle 7">
            <a:extLst>
              <a:ext uri="{FF2B5EF4-FFF2-40B4-BE49-F238E27FC236}">
                <a16:creationId xmlns:a16="http://schemas.microsoft.com/office/drawing/2014/main" id="{2F39911D-F208-4ABF-929F-124ED3C36903}"/>
              </a:ext>
            </a:extLst>
          </p:cNvPr>
          <p:cNvSpPr>
            <a:spLocks noGrp="1" noChangeArrowheads="1"/>
          </p:cNvSpPr>
          <p:nvPr>
            <p:ph type="sldNum" sz="quarter" idx="5"/>
          </p:nvPr>
        </p:nvSpPr>
        <p:spPr bwMode="auto">
          <a:xfrm>
            <a:off x="3971925" y="8831263"/>
            <a:ext cx="3038475" cy="465137"/>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35F97F0A-87AD-41F2-9CBC-ECB222DB392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a:t>
            </a:fld>
            <a:endParaRPr lang="en-US" altLang="en-US"/>
          </a:p>
        </p:txBody>
      </p:sp>
    </p:spTree>
    <p:extLst>
      <p:ext uri="{BB962C8B-B14F-4D97-AF65-F5344CB8AC3E}">
        <p14:creationId xmlns:p14="http://schemas.microsoft.com/office/powerpoint/2010/main" val="140455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F97F0A-87AD-41F2-9CBC-ECB222DB3927}" type="slidenum">
              <a:rPr lang="en-US" altLang="en-US" smtClean="0"/>
              <a:pPr/>
              <a:t>2</a:t>
            </a:fld>
            <a:endParaRPr lang="en-US" altLang="en-US"/>
          </a:p>
        </p:txBody>
      </p:sp>
    </p:spTree>
    <p:extLst>
      <p:ext uri="{BB962C8B-B14F-4D97-AF65-F5344CB8AC3E}">
        <p14:creationId xmlns:p14="http://schemas.microsoft.com/office/powerpoint/2010/main" val="214688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F97F0A-87AD-41F2-9CBC-ECB222DB3927}" type="slidenum">
              <a:rPr lang="en-US" altLang="en-US" smtClean="0"/>
              <a:pPr/>
              <a:t>3</a:t>
            </a:fld>
            <a:endParaRPr lang="en-US" altLang="en-US"/>
          </a:p>
        </p:txBody>
      </p:sp>
    </p:spTree>
    <p:extLst>
      <p:ext uri="{BB962C8B-B14F-4D97-AF65-F5344CB8AC3E}">
        <p14:creationId xmlns:p14="http://schemas.microsoft.com/office/powerpoint/2010/main" val="2212492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p:txBody>
      </p:sp>
      <p:sp>
        <p:nvSpPr>
          <p:cNvPr id="4" name="Slide Number Placeholder 3"/>
          <p:cNvSpPr>
            <a:spLocks noGrp="1"/>
          </p:cNvSpPr>
          <p:nvPr>
            <p:ph type="sldNum" sz="quarter" idx="5"/>
          </p:nvPr>
        </p:nvSpPr>
        <p:spPr/>
        <p:txBody>
          <a:bodyPr/>
          <a:lstStyle/>
          <a:p>
            <a:fld id="{35F97F0A-87AD-41F2-9CBC-ECB222DB3927}" type="slidenum">
              <a:rPr lang="en-US" altLang="en-US" smtClean="0"/>
              <a:pPr/>
              <a:t>4</a:t>
            </a:fld>
            <a:endParaRPr lang="en-US" altLang="en-US"/>
          </a:p>
        </p:txBody>
      </p:sp>
    </p:spTree>
    <p:extLst>
      <p:ext uri="{BB962C8B-B14F-4D97-AF65-F5344CB8AC3E}">
        <p14:creationId xmlns:p14="http://schemas.microsoft.com/office/powerpoint/2010/main" val="2422064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5</a:t>
            </a:fld>
            <a:endParaRPr lang="en-US" altLang="en-US"/>
          </a:p>
        </p:txBody>
      </p:sp>
    </p:spTree>
    <p:extLst>
      <p:ext uri="{BB962C8B-B14F-4D97-AF65-F5344CB8AC3E}">
        <p14:creationId xmlns:p14="http://schemas.microsoft.com/office/powerpoint/2010/main" val="415407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6</a:t>
            </a:fld>
            <a:endParaRPr lang="en-US" altLang="en-US"/>
          </a:p>
        </p:txBody>
      </p:sp>
    </p:spTree>
    <p:extLst>
      <p:ext uri="{BB962C8B-B14F-4D97-AF65-F5344CB8AC3E}">
        <p14:creationId xmlns:p14="http://schemas.microsoft.com/office/powerpoint/2010/main" val="710734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7</a:t>
            </a:fld>
            <a:endParaRPr lang="en-US" altLang="en-US"/>
          </a:p>
        </p:txBody>
      </p:sp>
    </p:spTree>
    <p:extLst>
      <p:ext uri="{BB962C8B-B14F-4D97-AF65-F5344CB8AC3E}">
        <p14:creationId xmlns:p14="http://schemas.microsoft.com/office/powerpoint/2010/main" val="1712811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8</a:t>
            </a:fld>
            <a:endParaRPr lang="en-US" altLang="en-US"/>
          </a:p>
        </p:txBody>
      </p:sp>
    </p:spTree>
    <p:extLst>
      <p:ext uri="{BB962C8B-B14F-4D97-AF65-F5344CB8AC3E}">
        <p14:creationId xmlns:p14="http://schemas.microsoft.com/office/powerpoint/2010/main" val="97432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9</a:t>
            </a:fld>
            <a:endParaRPr lang="en-US" altLang="en-US"/>
          </a:p>
        </p:txBody>
      </p:sp>
    </p:spTree>
    <p:extLst>
      <p:ext uri="{BB962C8B-B14F-4D97-AF65-F5344CB8AC3E}">
        <p14:creationId xmlns:p14="http://schemas.microsoft.com/office/powerpoint/2010/main" val="2643349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10</a:t>
            </a:fld>
            <a:endParaRPr lang="en-US" altLang="en-US"/>
          </a:p>
        </p:txBody>
      </p:sp>
    </p:spTree>
    <p:extLst>
      <p:ext uri="{BB962C8B-B14F-4D97-AF65-F5344CB8AC3E}">
        <p14:creationId xmlns:p14="http://schemas.microsoft.com/office/powerpoint/2010/main" val="291707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F97F0A-87AD-41F2-9CBC-ECB222DB3927}" type="slidenum">
              <a:rPr lang="en-US" altLang="en-US" smtClean="0"/>
              <a:pPr/>
              <a:t>11</a:t>
            </a:fld>
            <a:endParaRPr lang="en-US" altLang="en-US"/>
          </a:p>
        </p:txBody>
      </p:sp>
    </p:spTree>
    <p:extLst>
      <p:ext uri="{BB962C8B-B14F-4D97-AF65-F5344CB8AC3E}">
        <p14:creationId xmlns:p14="http://schemas.microsoft.com/office/powerpoint/2010/main" val="1963941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12</a:t>
            </a:fld>
            <a:endParaRPr lang="en-US" altLang="en-US"/>
          </a:p>
        </p:txBody>
      </p:sp>
    </p:spTree>
    <p:extLst>
      <p:ext uri="{BB962C8B-B14F-4D97-AF65-F5344CB8AC3E}">
        <p14:creationId xmlns:p14="http://schemas.microsoft.com/office/powerpoint/2010/main" val="1856491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13</a:t>
            </a:fld>
            <a:endParaRPr lang="en-US" altLang="en-US"/>
          </a:p>
        </p:txBody>
      </p:sp>
    </p:spTree>
    <p:extLst>
      <p:ext uri="{BB962C8B-B14F-4D97-AF65-F5344CB8AC3E}">
        <p14:creationId xmlns:p14="http://schemas.microsoft.com/office/powerpoint/2010/main" val="4061210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14</a:t>
            </a:fld>
            <a:endParaRPr lang="en-US" altLang="en-US"/>
          </a:p>
        </p:txBody>
      </p:sp>
    </p:spTree>
    <p:extLst>
      <p:ext uri="{BB962C8B-B14F-4D97-AF65-F5344CB8AC3E}">
        <p14:creationId xmlns:p14="http://schemas.microsoft.com/office/powerpoint/2010/main" val="295039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15</a:t>
            </a:fld>
            <a:endParaRPr lang="en-US" altLang="en-US"/>
          </a:p>
        </p:txBody>
      </p:sp>
    </p:spTree>
    <p:extLst>
      <p:ext uri="{BB962C8B-B14F-4D97-AF65-F5344CB8AC3E}">
        <p14:creationId xmlns:p14="http://schemas.microsoft.com/office/powerpoint/2010/main" val="2734003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16</a:t>
            </a:fld>
            <a:endParaRPr lang="en-US" altLang="en-US"/>
          </a:p>
        </p:txBody>
      </p:sp>
    </p:spTree>
    <p:extLst>
      <p:ext uri="{BB962C8B-B14F-4D97-AF65-F5344CB8AC3E}">
        <p14:creationId xmlns:p14="http://schemas.microsoft.com/office/powerpoint/2010/main" val="1993259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17</a:t>
            </a:fld>
            <a:endParaRPr lang="en-US" altLang="en-US"/>
          </a:p>
        </p:txBody>
      </p:sp>
    </p:spTree>
    <p:extLst>
      <p:ext uri="{BB962C8B-B14F-4D97-AF65-F5344CB8AC3E}">
        <p14:creationId xmlns:p14="http://schemas.microsoft.com/office/powerpoint/2010/main" val="2688867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18</a:t>
            </a:fld>
            <a:endParaRPr lang="en-US" altLang="en-US"/>
          </a:p>
        </p:txBody>
      </p:sp>
    </p:spTree>
    <p:extLst>
      <p:ext uri="{BB962C8B-B14F-4D97-AF65-F5344CB8AC3E}">
        <p14:creationId xmlns:p14="http://schemas.microsoft.com/office/powerpoint/2010/main" val="46533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19</a:t>
            </a:fld>
            <a:endParaRPr lang="en-US" altLang="en-US"/>
          </a:p>
        </p:txBody>
      </p:sp>
    </p:spTree>
    <p:extLst>
      <p:ext uri="{BB962C8B-B14F-4D97-AF65-F5344CB8AC3E}">
        <p14:creationId xmlns:p14="http://schemas.microsoft.com/office/powerpoint/2010/main" val="699701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20</a:t>
            </a:fld>
            <a:endParaRPr lang="en-US" altLang="en-US"/>
          </a:p>
        </p:txBody>
      </p:sp>
    </p:spTree>
    <p:extLst>
      <p:ext uri="{BB962C8B-B14F-4D97-AF65-F5344CB8AC3E}">
        <p14:creationId xmlns:p14="http://schemas.microsoft.com/office/powerpoint/2010/main" val="2073001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21</a:t>
            </a:fld>
            <a:endParaRPr lang="en-US" altLang="en-US"/>
          </a:p>
        </p:txBody>
      </p:sp>
    </p:spTree>
    <p:extLst>
      <p:ext uri="{BB962C8B-B14F-4D97-AF65-F5344CB8AC3E}">
        <p14:creationId xmlns:p14="http://schemas.microsoft.com/office/powerpoint/2010/main" val="1114478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22</a:t>
            </a:fld>
            <a:endParaRPr lang="en-US" altLang="en-US"/>
          </a:p>
        </p:txBody>
      </p:sp>
    </p:spTree>
    <p:extLst>
      <p:ext uri="{BB962C8B-B14F-4D97-AF65-F5344CB8AC3E}">
        <p14:creationId xmlns:p14="http://schemas.microsoft.com/office/powerpoint/2010/main" val="4507793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23</a:t>
            </a:fld>
            <a:endParaRPr lang="en-US" altLang="en-US"/>
          </a:p>
        </p:txBody>
      </p:sp>
    </p:spTree>
    <p:extLst>
      <p:ext uri="{BB962C8B-B14F-4D97-AF65-F5344CB8AC3E}">
        <p14:creationId xmlns:p14="http://schemas.microsoft.com/office/powerpoint/2010/main" val="3946213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24</a:t>
            </a:fld>
            <a:endParaRPr lang="en-US" altLang="en-US"/>
          </a:p>
        </p:txBody>
      </p:sp>
    </p:spTree>
    <p:extLst>
      <p:ext uri="{BB962C8B-B14F-4D97-AF65-F5344CB8AC3E}">
        <p14:creationId xmlns:p14="http://schemas.microsoft.com/office/powerpoint/2010/main" val="1702130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25</a:t>
            </a:fld>
            <a:endParaRPr lang="en-US" altLang="en-US"/>
          </a:p>
        </p:txBody>
      </p:sp>
    </p:spTree>
    <p:extLst>
      <p:ext uri="{BB962C8B-B14F-4D97-AF65-F5344CB8AC3E}">
        <p14:creationId xmlns:p14="http://schemas.microsoft.com/office/powerpoint/2010/main" val="3730938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26</a:t>
            </a:fld>
            <a:endParaRPr lang="en-US" altLang="en-US"/>
          </a:p>
        </p:txBody>
      </p:sp>
    </p:spTree>
    <p:extLst>
      <p:ext uri="{BB962C8B-B14F-4D97-AF65-F5344CB8AC3E}">
        <p14:creationId xmlns:p14="http://schemas.microsoft.com/office/powerpoint/2010/main" val="4054361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27</a:t>
            </a:fld>
            <a:endParaRPr lang="en-US" altLang="en-US"/>
          </a:p>
        </p:txBody>
      </p:sp>
    </p:spTree>
    <p:extLst>
      <p:ext uri="{BB962C8B-B14F-4D97-AF65-F5344CB8AC3E}">
        <p14:creationId xmlns:p14="http://schemas.microsoft.com/office/powerpoint/2010/main" val="35238351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28</a:t>
            </a:fld>
            <a:endParaRPr lang="en-US" altLang="en-US"/>
          </a:p>
        </p:txBody>
      </p:sp>
    </p:spTree>
    <p:extLst>
      <p:ext uri="{BB962C8B-B14F-4D97-AF65-F5344CB8AC3E}">
        <p14:creationId xmlns:p14="http://schemas.microsoft.com/office/powerpoint/2010/main" val="1334092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29</a:t>
            </a:fld>
            <a:endParaRPr lang="en-US" altLang="en-US"/>
          </a:p>
        </p:txBody>
      </p:sp>
    </p:spTree>
    <p:extLst>
      <p:ext uri="{BB962C8B-B14F-4D97-AF65-F5344CB8AC3E}">
        <p14:creationId xmlns:p14="http://schemas.microsoft.com/office/powerpoint/2010/main" val="4036502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30</a:t>
            </a:fld>
            <a:endParaRPr lang="en-US" altLang="en-US"/>
          </a:p>
        </p:txBody>
      </p:sp>
    </p:spTree>
    <p:extLst>
      <p:ext uri="{BB962C8B-B14F-4D97-AF65-F5344CB8AC3E}">
        <p14:creationId xmlns:p14="http://schemas.microsoft.com/office/powerpoint/2010/main" val="3942702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31</a:t>
            </a:fld>
            <a:endParaRPr lang="en-US" altLang="en-US"/>
          </a:p>
        </p:txBody>
      </p:sp>
    </p:spTree>
    <p:extLst>
      <p:ext uri="{BB962C8B-B14F-4D97-AF65-F5344CB8AC3E}">
        <p14:creationId xmlns:p14="http://schemas.microsoft.com/office/powerpoint/2010/main" val="27960916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32</a:t>
            </a:fld>
            <a:endParaRPr lang="en-US" altLang="en-US"/>
          </a:p>
        </p:txBody>
      </p:sp>
    </p:spTree>
    <p:extLst>
      <p:ext uri="{BB962C8B-B14F-4D97-AF65-F5344CB8AC3E}">
        <p14:creationId xmlns:p14="http://schemas.microsoft.com/office/powerpoint/2010/main" val="31793602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33</a:t>
            </a:fld>
            <a:endParaRPr lang="en-US" altLang="en-US"/>
          </a:p>
        </p:txBody>
      </p:sp>
    </p:spTree>
    <p:extLst>
      <p:ext uri="{BB962C8B-B14F-4D97-AF65-F5344CB8AC3E}">
        <p14:creationId xmlns:p14="http://schemas.microsoft.com/office/powerpoint/2010/main" val="38237074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97F0A-87AD-41F2-9CBC-ECB222DB3927}" type="slidenum">
              <a:rPr lang="en-US" altLang="en-US" smtClean="0"/>
              <a:pPr/>
              <a:t>34</a:t>
            </a:fld>
            <a:endParaRPr lang="en-US" altLang="en-US"/>
          </a:p>
        </p:txBody>
      </p:sp>
    </p:spTree>
    <p:extLst>
      <p:ext uri="{BB962C8B-B14F-4D97-AF65-F5344CB8AC3E}">
        <p14:creationId xmlns:p14="http://schemas.microsoft.com/office/powerpoint/2010/main" val="4799052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0CCFF971-5CE7-433C-A767-815048E45A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309F7C70-CD13-413B-B777-0AAA382355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E4A6316C-A01C-4DF5-B416-ED135DF62511}"/>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BF87E23D-A988-4084-80FB-0D7BAC6C9E9F}"/>
              </a:ext>
            </a:extLst>
          </p:cNvPr>
          <p:cNvSpPr>
            <a:spLocks noGrp="1"/>
          </p:cNvSpPr>
          <p:nvPr>
            <p:ph type="ftr" sz="quarter" idx="11"/>
            <p:custDataLst>
              <p:tags r:id="rId4"/>
            </p:custDataLst>
          </p:nvPr>
        </p:nvSpPr>
        <p:spPr/>
        <p:txBody>
          <a:bodyPr/>
          <a:lstStyle>
            <a:lvl1pPr>
              <a:defRPr/>
            </a:lvl1pPr>
          </a:lstStyle>
          <a:p>
            <a:pPr>
              <a:defRPr/>
            </a:pPr>
            <a:r>
              <a:rPr lang="en-US"/>
              <a:t>© Shen, Lipasti</a:t>
            </a:r>
          </a:p>
        </p:txBody>
      </p:sp>
      <p:sp>
        <p:nvSpPr>
          <p:cNvPr id="8" name="Slide Number Placeholder 5">
            <a:extLst>
              <a:ext uri="{FF2B5EF4-FFF2-40B4-BE49-F238E27FC236}">
                <a16:creationId xmlns:a16="http://schemas.microsoft.com/office/drawing/2014/main" id="{3A8FFAC6-B12B-489B-B3AC-81BACD09ED2D}"/>
              </a:ext>
            </a:extLst>
          </p:cNvPr>
          <p:cNvSpPr>
            <a:spLocks noGrp="1"/>
          </p:cNvSpPr>
          <p:nvPr>
            <p:ph type="sldNum" sz="quarter" idx="12"/>
            <p:custDataLst>
              <p:tags r:id="rId5"/>
            </p:custDataLst>
          </p:nvPr>
        </p:nvSpPr>
        <p:spPr/>
        <p:txBody>
          <a:bodyPr/>
          <a:lstStyle>
            <a:lvl2pPr lvl="1">
              <a:defRPr/>
            </a:lvl2pPr>
          </a:lstStyle>
          <a:p>
            <a:pPr lvl="1"/>
            <a:fld id="{BD82E19B-ADE0-4453-8263-638E8514EE2E}" type="slidenum">
              <a:rPr lang="en-US" altLang="en-US"/>
              <a:pPr lvl="1"/>
              <a:t>‹#›</a:t>
            </a:fld>
            <a:endParaRPr lang="en-US" altLang="en-US"/>
          </a:p>
        </p:txBody>
      </p:sp>
    </p:spTree>
    <p:extLst>
      <p:ext uri="{BB962C8B-B14F-4D97-AF65-F5344CB8AC3E}">
        <p14:creationId xmlns:p14="http://schemas.microsoft.com/office/powerpoint/2010/main" val="364311373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40092052-EB5F-409C-B1A1-A3DDE11B2C80}"/>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6F11D7B9-E684-474B-AAAC-4E598A5E3B44}"/>
              </a:ext>
            </a:extLst>
          </p:cNvPr>
          <p:cNvSpPr>
            <a:spLocks noGrp="1"/>
          </p:cNvSpPr>
          <p:nvPr>
            <p:ph type="ftr" sz="quarter" idx="11"/>
            <p:custDataLst>
              <p:tags r:id="rId4"/>
            </p:custDataLst>
          </p:nvPr>
        </p:nvSpPr>
        <p:spPr/>
        <p:txBody>
          <a:bodyPr/>
          <a:lstStyle>
            <a:lvl1pPr>
              <a:defRPr/>
            </a:lvl1pPr>
          </a:lstStyle>
          <a:p>
            <a:pPr>
              <a:defRPr/>
            </a:pPr>
            <a:r>
              <a:rPr lang="en-US"/>
              <a:t>© Shen, Lipasti</a:t>
            </a:r>
          </a:p>
        </p:txBody>
      </p:sp>
      <p:sp>
        <p:nvSpPr>
          <p:cNvPr id="8" name="Slide Number Placeholder 5">
            <a:extLst>
              <a:ext uri="{FF2B5EF4-FFF2-40B4-BE49-F238E27FC236}">
                <a16:creationId xmlns:a16="http://schemas.microsoft.com/office/drawing/2014/main" id="{833981BD-F3E8-45DC-8B84-6851200D4C61}"/>
              </a:ext>
            </a:extLst>
          </p:cNvPr>
          <p:cNvSpPr>
            <a:spLocks noGrp="1"/>
          </p:cNvSpPr>
          <p:nvPr>
            <p:ph type="sldNum" sz="quarter" idx="12"/>
            <p:custDataLst>
              <p:tags r:id="rId5"/>
            </p:custDataLst>
          </p:nvPr>
        </p:nvSpPr>
        <p:spPr/>
        <p:txBody>
          <a:bodyPr/>
          <a:lstStyle>
            <a:lvl2pPr lvl="1">
              <a:defRPr sz="1400"/>
            </a:lvl2pPr>
          </a:lstStyle>
          <a:p>
            <a:pPr lvl="1"/>
            <a:fld id="{47344E2E-2B0C-4A36-8E3E-2C4110D5A088}" type="slidenum">
              <a:rPr lang="en-US" altLang="en-US"/>
              <a:pPr lvl="1"/>
              <a:t>‹#›</a:t>
            </a:fld>
            <a:endParaRPr lang="en-US" altLang="en-US"/>
          </a:p>
        </p:txBody>
      </p:sp>
    </p:spTree>
    <p:extLst>
      <p:ext uri="{BB962C8B-B14F-4D97-AF65-F5344CB8AC3E}">
        <p14:creationId xmlns:p14="http://schemas.microsoft.com/office/powerpoint/2010/main" val="88672374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FC57D83-690C-493E-A4A5-890B6E1F54A7}"/>
              </a:ext>
            </a:extLst>
          </p:cNvPr>
          <p:cNvSpPr>
            <a:spLocks noGrp="1"/>
          </p:cNvSpPr>
          <p:nvPr>
            <p:ph type="title"/>
            <p:custDataLst>
              <p:tags r:id="rId4"/>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E0372225-ACA2-4690-B1AD-22EF8F67B6E2}"/>
              </a:ext>
            </a:extLst>
          </p:cNvPr>
          <p:cNvSpPr>
            <a:spLocks noGrp="1"/>
          </p:cNvSpPr>
          <p:nvPr>
            <p:ph type="body" idx="1"/>
            <p:custDataLst>
              <p:tags r:id="rId5"/>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4F7C10B-3CE1-4FCF-864A-1BBB9EC6F77E}"/>
              </a:ext>
            </a:extLst>
          </p:cNvPr>
          <p:cNvSpPr>
            <a:spLocks noGrp="1"/>
          </p:cNvSpPr>
          <p:nvPr>
            <p:ph type="dt" sz="half" idx="2"/>
            <p:custDataLst>
              <p:tags r:id="rId6"/>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cs typeface="+mn-cs"/>
              </a:defRPr>
            </a:lvl1pPr>
          </a:lstStyle>
          <a:p>
            <a:pPr>
              <a:defRPr/>
            </a:pPr>
            <a:endParaRPr lang="en-US"/>
          </a:p>
        </p:txBody>
      </p:sp>
      <p:sp>
        <p:nvSpPr>
          <p:cNvPr id="5" name="Footer Placeholder 4">
            <a:extLst>
              <a:ext uri="{FF2B5EF4-FFF2-40B4-BE49-F238E27FC236}">
                <a16:creationId xmlns:a16="http://schemas.microsoft.com/office/drawing/2014/main" id="{6BB309FF-8192-4F38-A16D-941E14006224}"/>
              </a:ext>
            </a:extLst>
          </p:cNvPr>
          <p:cNvSpPr>
            <a:spLocks noGrp="1"/>
          </p:cNvSpPr>
          <p:nvPr>
            <p:ph type="ftr" sz="quarter" idx="3"/>
            <p:custDataLst>
              <p:tags r:id="rId7"/>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cs typeface="+mn-cs"/>
              </a:defRPr>
            </a:lvl1pPr>
          </a:lstStyle>
          <a:p>
            <a:pPr>
              <a:defRPr/>
            </a:pPr>
            <a:r>
              <a:rPr lang="en-US"/>
              <a:t>© Shen, Lipasti</a:t>
            </a:r>
          </a:p>
        </p:txBody>
      </p:sp>
      <p:sp>
        <p:nvSpPr>
          <p:cNvPr id="6" name="Slide Number Placeholder 5">
            <a:extLst>
              <a:ext uri="{FF2B5EF4-FFF2-40B4-BE49-F238E27FC236}">
                <a16:creationId xmlns:a16="http://schemas.microsoft.com/office/drawing/2014/main" id="{54CC7F85-070F-46E5-9D8D-D8BAF37B0BAB}"/>
              </a:ext>
            </a:extLst>
          </p:cNvPr>
          <p:cNvSpPr>
            <a:spLocks noGrp="1"/>
          </p:cNvSpPr>
          <p:nvPr>
            <p:ph type="sldNum" sz="quarter" idx="4"/>
            <p:custDataLst>
              <p:tags r:id="rId8"/>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0CB051A6-74FC-4B70-A115-57357B872DE0}"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3.xml.rels><?xml version="1.0" encoding="UTF-8" standalone="yes"?>
<Relationships xmlns="http://schemas.openxmlformats.org/package/2006/relationships"><Relationship Id="rId13" Type="http://schemas.openxmlformats.org/officeDocument/2006/relationships/tags" Target="../tags/tag36.xml"/><Relationship Id="rId18" Type="http://schemas.openxmlformats.org/officeDocument/2006/relationships/tags" Target="../tags/tag41.xml"/><Relationship Id="rId26" Type="http://schemas.openxmlformats.org/officeDocument/2006/relationships/tags" Target="../tags/tag49.xml"/><Relationship Id="rId39" Type="http://schemas.openxmlformats.org/officeDocument/2006/relationships/tags" Target="../tags/tag62.xml"/><Relationship Id="rId21" Type="http://schemas.openxmlformats.org/officeDocument/2006/relationships/tags" Target="../tags/tag44.xml"/><Relationship Id="rId34" Type="http://schemas.openxmlformats.org/officeDocument/2006/relationships/tags" Target="../tags/tag57.xml"/><Relationship Id="rId42" Type="http://schemas.openxmlformats.org/officeDocument/2006/relationships/tags" Target="../tags/tag65.xml"/><Relationship Id="rId47" Type="http://schemas.openxmlformats.org/officeDocument/2006/relationships/tags" Target="../tags/tag70.xml"/><Relationship Id="rId50" Type="http://schemas.openxmlformats.org/officeDocument/2006/relationships/tags" Target="../tags/tag73.xml"/><Relationship Id="rId55" Type="http://schemas.openxmlformats.org/officeDocument/2006/relationships/tags" Target="../tags/tag78.xml"/><Relationship Id="rId7" Type="http://schemas.openxmlformats.org/officeDocument/2006/relationships/tags" Target="../tags/tag30.xml"/><Relationship Id="rId2" Type="http://schemas.openxmlformats.org/officeDocument/2006/relationships/tags" Target="../tags/tag25.xml"/><Relationship Id="rId16" Type="http://schemas.openxmlformats.org/officeDocument/2006/relationships/tags" Target="../tags/tag39.xml"/><Relationship Id="rId29" Type="http://schemas.openxmlformats.org/officeDocument/2006/relationships/tags" Target="../tags/tag52.xml"/><Relationship Id="rId11" Type="http://schemas.openxmlformats.org/officeDocument/2006/relationships/tags" Target="../tags/tag34.xml"/><Relationship Id="rId24" Type="http://schemas.openxmlformats.org/officeDocument/2006/relationships/tags" Target="../tags/tag47.xml"/><Relationship Id="rId32" Type="http://schemas.openxmlformats.org/officeDocument/2006/relationships/tags" Target="../tags/tag55.xml"/><Relationship Id="rId37" Type="http://schemas.openxmlformats.org/officeDocument/2006/relationships/tags" Target="../tags/tag60.xml"/><Relationship Id="rId40" Type="http://schemas.openxmlformats.org/officeDocument/2006/relationships/tags" Target="../tags/tag63.xml"/><Relationship Id="rId45" Type="http://schemas.openxmlformats.org/officeDocument/2006/relationships/tags" Target="../tags/tag68.xml"/><Relationship Id="rId53" Type="http://schemas.openxmlformats.org/officeDocument/2006/relationships/tags" Target="../tags/tag76.xml"/><Relationship Id="rId58" Type="http://schemas.openxmlformats.org/officeDocument/2006/relationships/notesSlide" Target="../notesSlides/notesSlide3.xml"/><Relationship Id="rId5" Type="http://schemas.openxmlformats.org/officeDocument/2006/relationships/tags" Target="../tags/tag28.xml"/><Relationship Id="rId19" Type="http://schemas.openxmlformats.org/officeDocument/2006/relationships/tags" Target="../tags/tag42.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 Id="rId22" Type="http://schemas.openxmlformats.org/officeDocument/2006/relationships/tags" Target="../tags/tag45.xml"/><Relationship Id="rId27" Type="http://schemas.openxmlformats.org/officeDocument/2006/relationships/tags" Target="../tags/tag50.xml"/><Relationship Id="rId30" Type="http://schemas.openxmlformats.org/officeDocument/2006/relationships/tags" Target="../tags/tag53.xml"/><Relationship Id="rId35" Type="http://schemas.openxmlformats.org/officeDocument/2006/relationships/tags" Target="../tags/tag58.xml"/><Relationship Id="rId43" Type="http://schemas.openxmlformats.org/officeDocument/2006/relationships/tags" Target="../tags/tag66.xml"/><Relationship Id="rId48" Type="http://schemas.openxmlformats.org/officeDocument/2006/relationships/tags" Target="../tags/tag71.xml"/><Relationship Id="rId56" Type="http://schemas.openxmlformats.org/officeDocument/2006/relationships/tags" Target="../tags/tag79.xml"/><Relationship Id="rId8" Type="http://schemas.openxmlformats.org/officeDocument/2006/relationships/tags" Target="../tags/tag31.xml"/><Relationship Id="rId51" Type="http://schemas.openxmlformats.org/officeDocument/2006/relationships/tags" Target="../tags/tag74.xml"/><Relationship Id="rId3" Type="http://schemas.openxmlformats.org/officeDocument/2006/relationships/tags" Target="../tags/tag26.xml"/><Relationship Id="rId12" Type="http://schemas.openxmlformats.org/officeDocument/2006/relationships/tags" Target="../tags/tag35.xml"/><Relationship Id="rId17" Type="http://schemas.openxmlformats.org/officeDocument/2006/relationships/tags" Target="../tags/tag40.xml"/><Relationship Id="rId25" Type="http://schemas.openxmlformats.org/officeDocument/2006/relationships/tags" Target="../tags/tag48.xml"/><Relationship Id="rId33" Type="http://schemas.openxmlformats.org/officeDocument/2006/relationships/tags" Target="../tags/tag56.xml"/><Relationship Id="rId38" Type="http://schemas.openxmlformats.org/officeDocument/2006/relationships/tags" Target="../tags/tag61.xml"/><Relationship Id="rId46" Type="http://schemas.openxmlformats.org/officeDocument/2006/relationships/tags" Target="../tags/tag69.xml"/><Relationship Id="rId20" Type="http://schemas.openxmlformats.org/officeDocument/2006/relationships/tags" Target="../tags/tag43.xml"/><Relationship Id="rId41" Type="http://schemas.openxmlformats.org/officeDocument/2006/relationships/tags" Target="../tags/tag64.xml"/><Relationship Id="rId54" Type="http://schemas.openxmlformats.org/officeDocument/2006/relationships/tags" Target="../tags/tag77.xml"/><Relationship Id="rId1" Type="http://schemas.openxmlformats.org/officeDocument/2006/relationships/tags" Target="../tags/tag24.xml"/><Relationship Id="rId6" Type="http://schemas.openxmlformats.org/officeDocument/2006/relationships/tags" Target="../tags/tag29.xml"/><Relationship Id="rId15" Type="http://schemas.openxmlformats.org/officeDocument/2006/relationships/tags" Target="../tags/tag38.xml"/><Relationship Id="rId23" Type="http://schemas.openxmlformats.org/officeDocument/2006/relationships/tags" Target="../tags/tag46.xml"/><Relationship Id="rId28" Type="http://schemas.openxmlformats.org/officeDocument/2006/relationships/tags" Target="../tags/tag51.xml"/><Relationship Id="rId36" Type="http://schemas.openxmlformats.org/officeDocument/2006/relationships/tags" Target="../tags/tag59.xml"/><Relationship Id="rId49" Type="http://schemas.openxmlformats.org/officeDocument/2006/relationships/tags" Target="../tags/tag72.xml"/><Relationship Id="rId57" Type="http://schemas.openxmlformats.org/officeDocument/2006/relationships/slideLayout" Target="../slideLayouts/slideLayout2.xml"/><Relationship Id="rId10" Type="http://schemas.openxmlformats.org/officeDocument/2006/relationships/tags" Target="../tags/tag33.xml"/><Relationship Id="rId31" Type="http://schemas.openxmlformats.org/officeDocument/2006/relationships/tags" Target="../tags/tag54.xml"/><Relationship Id="rId44" Type="http://schemas.openxmlformats.org/officeDocument/2006/relationships/tags" Target="../tags/tag67.xml"/><Relationship Id="rId52" Type="http://schemas.openxmlformats.org/officeDocument/2006/relationships/tags" Target="../tags/tag75.xml"/></Relationships>
</file>

<file path=ppt/slides/_rels/slide4.xml.rels><?xml version="1.0" encoding="UTF-8" standalone="yes"?>
<Relationships xmlns="http://schemas.openxmlformats.org/package/2006/relationships"><Relationship Id="rId13" Type="http://schemas.openxmlformats.org/officeDocument/2006/relationships/tags" Target="../tags/tag92.xml"/><Relationship Id="rId18" Type="http://schemas.openxmlformats.org/officeDocument/2006/relationships/tags" Target="../tags/tag97.xml"/><Relationship Id="rId26" Type="http://schemas.openxmlformats.org/officeDocument/2006/relationships/tags" Target="../tags/tag105.xml"/><Relationship Id="rId39" Type="http://schemas.openxmlformats.org/officeDocument/2006/relationships/tags" Target="../tags/tag118.xml"/><Relationship Id="rId21" Type="http://schemas.openxmlformats.org/officeDocument/2006/relationships/tags" Target="../tags/tag100.xml"/><Relationship Id="rId34" Type="http://schemas.openxmlformats.org/officeDocument/2006/relationships/tags" Target="../tags/tag113.xml"/><Relationship Id="rId42" Type="http://schemas.openxmlformats.org/officeDocument/2006/relationships/tags" Target="../tags/tag121.xml"/><Relationship Id="rId47" Type="http://schemas.openxmlformats.org/officeDocument/2006/relationships/tags" Target="../tags/tag126.xml"/><Relationship Id="rId50" Type="http://schemas.openxmlformats.org/officeDocument/2006/relationships/tags" Target="../tags/tag129.xml"/><Relationship Id="rId55" Type="http://schemas.openxmlformats.org/officeDocument/2006/relationships/tags" Target="../tags/tag134.xml"/><Relationship Id="rId7" Type="http://schemas.openxmlformats.org/officeDocument/2006/relationships/tags" Target="../tags/tag86.xml"/><Relationship Id="rId2" Type="http://schemas.openxmlformats.org/officeDocument/2006/relationships/tags" Target="../tags/tag81.xml"/><Relationship Id="rId16" Type="http://schemas.openxmlformats.org/officeDocument/2006/relationships/tags" Target="../tags/tag95.xml"/><Relationship Id="rId29" Type="http://schemas.openxmlformats.org/officeDocument/2006/relationships/tags" Target="../tags/tag108.xml"/><Relationship Id="rId11" Type="http://schemas.openxmlformats.org/officeDocument/2006/relationships/tags" Target="../tags/tag90.xml"/><Relationship Id="rId24" Type="http://schemas.openxmlformats.org/officeDocument/2006/relationships/tags" Target="../tags/tag103.xml"/><Relationship Id="rId32" Type="http://schemas.openxmlformats.org/officeDocument/2006/relationships/tags" Target="../tags/tag111.xml"/><Relationship Id="rId37" Type="http://schemas.openxmlformats.org/officeDocument/2006/relationships/tags" Target="../tags/tag116.xml"/><Relationship Id="rId40" Type="http://schemas.openxmlformats.org/officeDocument/2006/relationships/tags" Target="../tags/tag119.xml"/><Relationship Id="rId45" Type="http://schemas.openxmlformats.org/officeDocument/2006/relationships/tags" Target="../tags/tag124.xml"/><Relationship Id="rId53" Type="http://schemas.openxmlformats.org/officeDocument/2006/relationships/tags" Target="../tags/tag132.xml"/><Relationship Id="rId58" Type="http://schemas.openxmlformats.org/officeDocument/2006/relationships/tags" Target="../tags/tag137.xml"/><Relationship Id="rId5" Type="http://schemas.openxmlformats.org/officeDocument/2006/relationships/tags" Target="../tags/tag84.xml"/><Relationship Id="rId61" Type="http://schemas.openxmlformats.org/officeDocument/2006/relationships/slideLayout" Target="../slideLayouts/slideLayout2.xml"/><Relationship Id="rId19" Type="http://schemas.openxmlformats.org/officeDocument/2006/relationships/tags" Target="../tags/tag98.xml"/><Relationship Id="rId14" Type="http://schemas.openxmlformats.org/officeDocument/2006/relationships/tags" Target="../tags/tag93.xml"/><Relationship Id="rId22" Type="http://schemas.openxmlformats.org/officeDocument/2006/relationships/tags" Target="../tags/tag101.xml"/><Relationship Id="rId27" Type="http://schemas.openxmlformats.org/officeDocument/2006/relationships/tags" Target="../tags/tag106.xml"/><Relationship Id="rId30" Type="http://schemas.openxmlformats.org/officeDocument/2006/relationships/tags" Target="../tags/tag109.xml"/><Relationship Id="rId35" Type="http://schemas.openxmlformats.org/officeDocument/2006/relationships/tags" Target="../tags/tag114.xml"/><Relationship Id="rId43" Type="http://schemas.openxmlformats.org/officeDocument/2006/relationships/tags" Target="../tags/tag122.xml"/><Relationship Id="rId48" Type="http://schemas.openxmlformats.org/officeDocument/2006/relationships/tags" Target="../tags/tag127.xml"/><Relationship Id="rId56" Type="http://schemas.openxmlformats.org/officeDocument/2006/relationships/tags" Target="../tags/tag135.xml"/><Relationship Id="rId8" Type="http://schemas.openxmlformats.org/officeDocument/2006/relationships/tags" Target="../tags/tag87.xml"/><Relationship Id="rId51" Type="http://schemas.openxmlformats.org/officeDocument/2006/relationships/tags" Target="../tags/tag130.xml"/><Relationship Id="rId3" Type="http://schemas.openxmlformats.org/officeDocument/2006/relationships/tags" Target="../tags/tag82.xml"/><Relationship Id="rId12" Type="http://schemas.openxmlformats.org/officeDocument/2006/relationships/tags" Target="../tags/tag91.xml"/><Relationship Id="rId17" Type="http://schemas.openxmlformats.org/officeDocument/2006/relationships/tags" Target="../tags/tag96.xml"/><Relationship Id="rId25" Type="http://schemas.openxmlformats.org/officeDocument/2006/relationships/tags" Target="../tags/tag104.xml"/><Relationship Id="rId33" Type="http://schemas.openxmlformats.org/officeDocument/2006/relationships/tags" Target="../tags/tag112.xml"/><Relationship Id="rId38" Type="http://schemas.openxmlformats.org/officeDocument/2006/relationships/tags" Target="../tags/tag117.xml"/><Relationship Id="rId46" Type="http://schemas.openxmlformats.org/officeDocument/2006/relationships/tags" Target="../tags/tag125.xml"/><Relationship Id="rId59" Type="http://schemas.openxmlformats.org/officeDocument/2006/relationships/tags" Target="../tags/tag138.xml"/><Relationship Id="rId20" Type="http://schemas.openxmlformats.org/officeDocument/2006/relationships/tags" Target="../tags/tag99.xml"/><Relationship Id="rId41" Type="http://schemas.openxmlformats.org/officeDocument/2006/relationships/tags" Target="../tags/tag120.xml"/><Relationship Id="rId54" Type="http://schemas.openxmlformats.org/officeDocument/2006/relationships/tags" Target="../tags/tag133.xml"/><Relationship Id="rId62" Type="http://schemas.openxmlformats.org/officeDocument/2006/relationships/notesSlide" Target="../notesSlides/notesSlide4.xml"/><Relationship Id="rId1" Type="http://schemas.openxmlformats.org/officeDocument/2006/relationships/tags" Target="../tags/tag80.xml"/><Relationship Id="rId6" Type="http://schemas.openxmlformats.org/officeDocument/2006/relationships/tags" Target="../tags/tag85.xml"/><Relationship Id="rId15" Type="http://schemas.openxmlformats.org/officeDocument/2006/relationships/tags" Target="../tags/tag94.xml"/><Relationship Id="rId23" Type="http://schemas.openxmlformats.org/officeDocument/2006/relationships/tags" Target="../tags/tag102.xml"/><Relationship Id="rId28" Type="http://schemas.openxmlformats.org/officeDocument/2006/relationships/tags" Target="../tags/tag107.xml"/><Relationship Id="rId36" Type="http://schemas.openxmlformats.org/officeDocument/2006/relationships/tags" Target="../tags/tag115.xml"/><Relationship Id="rId49" Type="http://schemas.openxmlformats.org/officeDocument/2006/relationships/tags" Target="../tags/tag128.xml"/><Relationship Id="rId57" Type="http://schemas.openxmlformats.org/officeDocument/2006/relationships/tags" Target="../tags/tag136.xml"/><Relationship Id="rId10" Type="http://schemas.openxmlformats.org/officeDocument/2006/relationships/tags" Target="../tags/tag89.xml"/><Relationship Id="rId31" Type="http://schemas.openxmlformats.org/officeDocument/2006/relationships/tags" Target="../tags/tag110.xml"/><Relationship Id="rId44" Type="http://schemas.openxmlformats.org/officeDocument/2006/relationships/tags" Target="../tags/tag123.xml"/><Relationship Id="rId52" Type="http://schemas.openxmlformats.org/officeDocument/2006/relationships/tags" Target="../tags/tag131.xml"/><Relationship Id="rId60" Type="http://schemas.openxmlformats.org/officeDocument/2006/relationships/tags" Target="../tags/tag139.xml"/><Relationship Id="rId4" Type="http://schemas.openxmlformats.org/officeDocument/2006/relationships/tags" Target="../tags/tag83.xml"/><Relationship Id="rId9" Type="http://schemas.openxmlformats.org/officeDocument/2006/relationships/tags" Target="../tags/tag88.xml"/></Relationships>
</file>

<file path=ppt/slides/_rels/slide5.xml.rels><?xml version="1.0" encoding="UTF-8" standalone="yes"?>
<Relationships xmlns="http://schemas.openxmlformats.org/package/2006/relationships"><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143.xml"/></Relationships>
</file>

<file path=ppt/slides/_rels/slide6.xml.rels><?xml version="1.0" encoding="UTF-8" standalone="yes"?>
<Relationships xmlns="http://schemas.openxmlformats.org/package/2006/relationships"><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147.xml"/></Relationships>
</file>

<file path=ppt/slides/_rels/slide7.xml.rels><?xml version="1.0" encoding="UTF-8" standalone="yes"?>
<Relationships xmlns="http://schemas.openxmlformats.org/package/2006/relationships"><Relationship Id="rId3" Type="http://schemas.openxmlformats.org/officeDocument/2006/relationships/tags" Target="../tags/tag150.xml"/><Relationship Id="rId7" Type="http://schemas.openxmlformats.org/officeDocument/2006/relationships/image" Target="../media/image2.png"/><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151.xml"/></Relationships>
</file>

<file path=ppt/slides/_rels/slide8.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notesSlide" Target="../notesSlides/notesSlide8.xm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slideLayout" Target="../slideLayouts/slideLayout2.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0" Type="http://schemas.openxmlformats.org/officeDocument/2006/relationships/tags" Target="../tags/tag161.xml"/><Relationship Id="rId4" Type="http://schemas.openxmlformats.org/officeDocument/2006/relationships/tags" Target="../tags/tag155.xml"/><Relationship Id="rId9" Type="http://schemas.openxmlformats.org/officeDocument/2006/relationships/tags" Target="../tags/tag160.xml"/></Relationships>
</file>

<file path=ppt/slides/_rels/slide9.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notesSlide" Target="../notesSlides/notesSlide9.xml"/><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slideLayout" Target="../slideLayouts/slideLayout2.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5" Type="http://schemas.openxmlformats.org/officeDocument/2006/relationships/tags" Target="../tags/tag167.xml"/><Relationship Id="rId10" Type="http://schemas.openxmlformats.org/officeDocument/2006/relationships/tags" Target="../tags/tag172.xml"/><Relationship Id="rId4" Type="http://schemas.openxmlformats.org/officeDocument/2006/relationships/tags" Target="../tags/tag166.xml"/><Relationship Id="rId9" Type="http://schemas.openxmlformats.org/officeDocument/2006/relationships/tags" Target="../tags/tag171.xml"/></Relationships>
</file>

<file path=ppt/slides/_rels/slide10.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notesSlide" Target="../notesSlides/notesSlide10.xml"/><Relationship Id="rId3" Type="http://schemas.openxmlformats.org/officeDocument/2006/relationships/tags" Target="../tags/tag176.xml"/><Relationship Id="rId7" Type="http://schemas.openxmlformats.org/officeDocument/2006/relationships/tags" Target="../tags/tag180.xml"/><Relationship Id="rId12" Type="http://schemas.openxmlformats.org/officeDocument/2006/relationships/slideLayout" Target="../slideLayouts/slideLayout2.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5" Type="http://schemas.openxmlformats.org/officeDocument/2006/relationships/tags" Target="../tags/tag178.xml"/><Relationship Id="rId10" Type="http://schemas.openxmlformats.org/officeDocument/2006/relationships/tags" Target="../tags/tag183.xml"/><Relationship Id="rId4" Type="http://schemas.openxmlformats.org/officeDocument/2006/relationships/tags" Target="../tags/tag177.xml"/><Relationship Id="rId9" Type="http://schemas.openxmlformats.org/officeDocument/2006/relationships/tags" Target="../tags/tag182.xml"/></Relationships>
</file>

<file path=ppt/slides/_rels/slide11.xml.rels><?xml version="1.0" encoding="UTF-8" standalone="yes"?>
<Relationships xmlns="http://schemas.openxmlformats.org/package/2006/relationships"><Relationship Id="rId8" Type="http://schemas.openxmlformats.org/officeDocument/2006/relationships/tags" Target="../tags/tag192.xml"/><Relationship Id="rId13" Type="http://schemas.openxmlformats.org/officeDocument/2006/relationships/notesSlide" Target="../notesSlides/notesSlide11.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tags" Target="../tags/tag195.xml"/><Relationship Id="rId5" Type="http://schemas.openxmlformats.org/officeDocument/2006/relationships/tags" Target="../tags/tag189.xml"/><Relationship Id="rId10" Type="http://schemas.openxmlformats.org/officeDocument/2006/relationships/tags" Target="../tags/tag194.xml"/><Relationship Id="rId4" Type="http://schemas.openxmlformats.org/officeDocument/2006/relationships/tags" Target="../tags/tag188.xml"/><Relationship Id="rId9" Type="http://schemas.openxmlformats.org/officeDocument/2006/relationships/tags" Target="../tags/tag193.xml"/></Relationships>
</file>

<file path=ppt/slides/_rels/slide12.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notesSlide" Target="../notesSlides/notesSlide12.xm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slideLayout" Target="../slideLayouts/slideLayout2.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tags" Target="../tags/tag206.xml"/><Relationship Id="rId5" Type="http://schemas.openxmlformats.org/officeDocument/2006/relationships/tags" Target="../tags/tag200.xml"/><Relationship Id="rId10" Type="http://schemas.openxmlformats.org/officeDocument/2006/relationships/tags" Target="../tags/tag205.xml"/><Relationship Id="rId4" Type="http://schemas.openxmlformats.org/officeDocument/2006/relationships/tags" Target="../tags/tag199.xml"/><Relationship Id="rId9" Type="http://schemas.openxmlformats.org/officeDocument/2006/relationships/tags" Target="../tags/tag204.xml"/></Relationships>
</file>

<file path=ppt/slides/_rels/slide13.xml.rels><?xml version="1.0" encoding="UTF-8" standalone="yes"?>
<Relationships xmlns="http://schemas.openxmlformats.org/package/2006/relationships"><Relationship Id="rId8" Type="http://schemas.openxmlformats.org/officeDocument/2006/relationships/tags" Target="../tags/tag214.xml"/><Relationship Id="rId13" Type="http://schemas.openxmlformats.org/officeDocument/2006/relationships/notesSlide" Target="../notesSlides/notesSlide13.xml"/><Relationship Id="rId3" Type="http://schemas.openxmlformats.org/officeDocument/2006/relationships/tags" Target="../tags/tag209.xml"/><Relationship Id="rId7" Type="http://schemas.openxmlformats.org/officeDocument/2006/relationships/tags" Target="../tags/tag213.xml"/><Relationship Id="rId12" Type="http://schemas.openxmlformats.org/officeDocument/2006/relationships/slideLayout" Target="../slideLayouts/slideLayout2.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11" Type="http://schemas.openxmlformats.org/officeDocument/2006/relationships/tags" Target="../tags/tag217.xml"/><Relationship Id="rId5" Type="http://schemas.openxmlformats.org/officeDocument/2006/relationships/tags" Target="../tags/tag211.xml"/><Relationship Id="rId10" Type="http://schemas.openxmlformats.org/officeDocument/2006/relationships/tags" Target="../tags/tag216.xml"/><Relationship Id="rId4" Type="http://schemas.openxmlformats.org/officeDocument/2006/relationships/tags" Target="../tags/tag210.xml"/><Relationship Id="rId9" Type="http://schemas.openxmlformats.org/officeDocument/2006/relationships/tags" Target="../tags/tag215.xml"/></Relationships>
</file>

<file path=ppt/slides/_rels/slide14.xml.rels><?xml version="1.0" encoding="UTF-8" standalone="yes"?>
<Relationships xmlns="http://schemas.openxmlformats.org/package/2006/relationships"><Relationship Id="rId8" Type="http://schemas.openxmlformats.org/officeDocument/2006/relationships/tags" Target="../tags/tag225.xml"/><Relationship Id="rId13" Type="http://schemas.openxmlformats.org/officeDocument/2006/relationships/notesSlide" Target="../notesSlides/notesSlide14.xml"/><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slideLayout" Target="../slideLayouts/slideLayout2.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tags" Target="../tags/tag228.xml"/><Relationship Id="rId5" Type="http://schemas.openxmlformats.org/officeDocument/2006/relationships/tags" Target="../tags/tag222.xml"/><Relationship Id="rId10" Type="http://schemas.openxmlformats.org/officeDocument/2006/relationships/tags" Target="../tags/tag227.xml"/><Relationship Id="rId4" Type="http://schemas.openxmlformats.org/officeDocument/2006/relationships/tags" Target="../tags/tag221.xml"/><Relationship Id="rId9" Type="http://schemas.openxmlformats.org/officeDocument/2006/relationships/tags" Target="../tags/tag226.xml"/></Relationships>
</file>

<file path=ppt/slides/_rels/slide15.xml.rels><?xml version="1.0" encoding="UTF-8" standalone="yes"?>
<Relationships xmlns="http://schemas.openxmlformats.org/package/2006/relationships"><Relationship Id="rId8" Type="http://schemas.openxmlformats.org/officeDocument/2006/relationships/tags" Target="../tags/tag236.xml"/><Relationship Id="rId3" Type="http://schemas.openxmlformats.org/officeDocument/2006/relationships/tags" Target="../tags/tag231.xml"/><Relationship Id="rId7" Type="http://schemas.openxmlformats.org/officeDocument/2006/relationships/tags" Target="../tags/tag235.xml"/><Relationship Id="rId12" Type="http://schemas.openxmlformats.org/officeDocument/2006/relationships/notesSlide" Target="../notesSlides/notesSlide15.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tags" Target="../tags/tag234.xml"/><Relationship Id="rId11" Type="http://schemas.openxmlformats.org/officeDocument/2006/relationships/slideLayout" Target="../slideLayouts/slideLayout2.xml"/><Relationship Id="rId5" Type="http://schemas.openxmlformats.org/officeDocument/2006/relationships/tags" Target="../tags/tag233.xml"/><Relationship Id="rId10" Type="http://schemas.openxmlformats.org/officeDocument/2006/relationships/tags" Target="../tags/tag238.xml"/><Relationship Id="rId4" Type="http://schemas.openxmlformats.org/officeDocument/2006/relationships/tags" Target="../tags/tag232.xml"/><Relationship Id="rId9" Type="http://schemas.openxmlformats.org/officeDocument/2006/relationships/tags" Target="../tags/tag237.xml"/></Relationships>
</file>

<file path=ppt/slides/_rels/slide16.xml.rels><?xml version="1.0" encoding="UTF-8" standalone="yes"?>
<Relationships xmlns="http://schemas.openxmlformats.org/package/2006/relationships"><Relationship Id="rId8" Type="http://schemas.openxmlformats.org/officeDocument/2006/relationships/tags" Target="../tags/tag246.xml"/><Relationship Id="rId13" Type="http://schemas.openxmlformats.org/officeDocument/2006/relationships/notesSlide" Target="../notesSlides/notesSlide1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slideLayout" Target="../slideLayouts/slideLayout2.xml"/><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tags" Target="../tags/tag249.xml"/><Relationship Id="rId5" Type="http://schemas.openxmlformats.org/officeDocument/2006/relationships/tags" Target="../tags/tag243.xml"/><Relationship Id="rId10" Type="http://schemas.openxmlformats.org/officeDocument/2006/relationships/tags" Target="../tags/tag248.xml"/><Relationship Id="rId4" Type="http://schemas.openxmlformats.org/officeDocument/2006/relationships/tags" Target="../tags/tag242.xml"/><Relationship Id="rId9" Type="http://schemas.openxmlformats.org/officeDocument/2006/relationships/tags" Target="../tags/tag247.xml"/></Relationships>
</file>

<file path=ppt/slides/_rels/slide17.xml.rels><?xml version="1.0" encoding="UTF-8" standalone="yes"?>
<Relationships xmlns="http://schemas.openxmlformats.org/package/2006/relationships"><Relationship Id="rId8" Type="http://schemas.openxmlformats.org/officeDocument/2006/relationships/tags" Target="../tags/tag257.xml"/><Relationship Id="rId3" Type="http://schemas.openxmlformats.org/officeDocument/2006/relationships/tags" Target="../tags/tag252.xml"/><Relationship Id="rId7" Type="http://schemas.openxmlformats.org/officeDocument/2006/relationships/tags" Target="../tags/tag256.xml"/><Relationship Id="rId12" Type="http://schemas.openxmlformats.org/officeDocument/2006/relationships/notesSlide" Target="../notesSlides/notesSlide17.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tags" Target="../tags/tag255.xml"/><Relationship Id="rId11" Type="http://schemas.openxmlformats.org/officeDocument/2006/relationships/slideLayout" Target="../slideLayouts/slideLayout2.xml"/><Relationship Id="rId5" Type="http://schemas.openxmlformats.org/officeDocument/2006/relationships/tags" Target="../tags/tag254.xml"/><Relationship Id="rId10" Type="http://schemas.openxmlformats.org/officeDocument/2006/relationships/tags" Target="../tags/tag259.xml"/><Relationship Id="rId4" Type="http://schemas.openxmlformats.org/officeDocument/2006/relationships/tags" Target="../tags/tag253.xml"/><Relationship Id="rId9" Type="http://schemas.openxmlformats.org/officeDocument/2006/relationships/tags" Target="../tags/tag258.xml"/></Relationships>
</file>

<file path=ppt/slides/_rels/slide18.xml.rels><?xml version="1.0" encoding="UTF-8" standalone="yes"?>
<Relationships xmlns="http://schemas.openxmlformats.org/package/2006/relationships"><Relationship Id="rId8" Type="http://schemas.openxmlformats.org/officeDocument/2006/relationships/tags" Target="../tags/tag267.xml"/><Relationship Id="rId3" Type="http://schemas.openxmlformats.org/officeDocument/2006/relationships/tags" Target="../tags/tag262.xml"/><Relationship Id="rId7" Type="http://schemas.openxmlformats.org/officeDocument/2006/relationships/tags" Target="../tags/tag266.xml"/><Relationship Id="rId12" Type="http://schemas.openxmlformats.org/officeDocument/2006/relationships/notesSlide" Target="../notesSlides/notesSlide18.xml"/><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tags" Target="../tags/tag265.xml"/><Relationship Id="rId11" Type="http://schemas.openxmlformats.org/officeDocument/2006/relationships/slideLayout" Target="../slideLayouts/slideLayout2.xml"/><Relationship Id="rId5" Type="http://schemas.openxmlformats.org/officeDocument/2006/relationships/tags" Target="../tags/tag264.xml"/><Relationship Id="rId10" Type="http://schemas.openxmlformats.org/officeDocument/2006/relationships/tags" Target="../tags/tag269.xml"/><Relationship Id="rId4" Type="http://schemas.openxmlformats.org/officeDocument/2006/relationships/tags" Target="../tags/tag263.xml"/><Relationship Id="rId9" Type="http://schemas.openxmlformats.org/officeDocument/2006/relationships/tags" Target="../tags/tag268.xml"/></Relationships>
</file>

<file path=ppt/slides/_rels/slide19.xml.rels><?xml version="1.0" encoding="UTF-8" standalone="yes"?>
<Relationships xmlns="http://schemas.openxmlformats.org/package/2006/relationships"><Relationship Id="rId8" Type="http://schemas.openxmlformats.org/officeDocument/2006/relationships/tags" Target="../tags/tag277.xml"/><Relationship Id="rId3" Type="http://schemas.openxmlformats.org/officeDocument/2006/relationships/tags" Target="../tags/tag272.xml"/><Relationship Id="rId7" Type="http://schemas.openxmlformats.org/officeDocument/2006/relationships/tags" Target="../tags/tag276.xml"/><Relationship Id="rId12" Type="http://schemas.openxmlformats.org/officeDocument/2006/relationships/notesSlide" Target="../notesSlides/notesSlide19.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11" Type="http://schemas.openxmlformats.org/officeDocument/2006/relationships/slideLayout" Target="../slideLayouts/slideLayout2.xml"/><Relationship Id="rId5" Type="http://schemas.openxmlformats.org/officeDocument/2006/relationships/tags" Target="../tags/tag274.xml"/><Relationship Id="rId10" Type="http://schemas.openxmlformats.org/officeDocument/2006/relationships/tags" Target="../tags/tag279.xml"/><Relationship Id="rId4" Type="http://schemas.openxmlformats.org/officeDocument/2006/relationships/tags" Target="../tags/tag273.xml"/><Relationship Id="rId9" Type="http://schemas.openxmlformats.org/officeDocument/2006/relationships/tags" Target="../tags/tag278.xml"/></Relationships>
</file>

<file path=ppt/slides/_rels/slide20.xml.rels><?xml version="1.0" encoding="UTF-8" standalone="yes"?>
<Relationships xmlns="http://schemas.openxmlformats.org/package/2006/relationships"><Relationship Id="rId8" Type="http://schemas.openxmlformats.org/officeDocument/2006/relationships/tags" Target="../tags/tag287.xml"/><Relationship Id="rId3" Type="http://schemas.openxmlformats.org/officeDocument/2006/relationships/tags" Target="../tags/tag282.xml"/><Relationship Id="rId7" Type="http://schemas.openxmlformats.org/officeDocument/2006/relationships/tags" Target="../tags/tag286.xml"/><Relationship Id="rId12" Type="http://schemas.openxmlformats.org/officeDocument/2006/relationships/notesSlide" Target="../notesSlides/notesSlide20.xml"/><Relationship Id="rId2" Type="http://schemas.openxmlformats.org/officeDocument/2006/relationships/tags" Target="../tags/tag281.xml"/><Relationship Id="rId1" Type="http://schemas.openxmlformats.org/officeDocument/2006/relationships/tags" Target="../tags/tag280.xml"/><Relationship Id="rId6" Type="http://schemas.openxmlformats.org/officeDocument/2006/relationships/tags" Target="../tags/tag285.xml"/><Relationship Id="rId11" Type="http://schemas.openxmlformats.org/officeDocument/2006/relationships/slideLayout" Target="../slideLayouts/slideLayout2.xml"/><Relationship Id="rId5" Type="http://schemas.openxmlformats.org/officeDocument/2006/relationships/tags" Target="../tags/tag284.xml"/><Relationship Id="rId10" Type="http://schemas.openxmlformats.org/officeDocument/2006/relationships/tags" Target="../tags/tag289.xml"/><Relationship Id="rId4" Type="http://schemas.openxmlformats.org/officeDocument/2006/relationships/tags" Target="../tags/tag283.xml"/><Relationship Id="rId9" Type="http://schemas.openxmlformats.org/officeDocument/2006/relationships/tags" Target="../tags/tag288.xml"/></Relationships>
</file>

<file path=ppt/slides/_rels/slide21.xml.rels><?xml version="1.0" encoding="UTF-8" standalone="yes"?>
<Relationships xmlns="http://schemas.openxmlformats.org/package/2006/relationships"><Relationship Id="rId8" Type="http://schemas.openxmlformats.org/officeDocument/2006/relationships/tags" Target="../tags/tag297.xml"/><Relationship Id="rId3" Type="http://schemas.openxmlformats.org/officeDocument/2006/relationships/tags" Target="../tags/tag292.xml"/><Relationship Id="rId7" Type="http://schemas.openxmlformats.org/officeDocument/2006/relationships/tags" Target="../tags/tag296.xml"/><Relationship Id="rId12" Type="http://schemas.openxmlformats.org/officeDocument/2006/relationships/notesSlide" Target="../notesSlides/notesSlide21.xml"/><Relationship Id="rId2" Type="http://schemas.openxmlformats.org/officeDocument/2006/relationships/tags" Target="../tags/tag291.xml"/><Relationship Id="rId1" Type="http://schemas.openxmlformats.org/officeDocument/2006/relationships/tags" Target="../tags/tag290.xml"/><Relationship Id="rId6" Type="http://schemas.openxmlformats.org/officeDocument/2006/relationships/tags" Target="../tags/tag295.xml"/><Relationship Id="rId11" Type="http://schemas.openxmlformats.org/officeDocument/2006/relationships/slideLayout" Target="../slideLayouts/slideLayout2.xml"/><Relationship Id="rId5" Type="http://schemas.openxmlformats.org/officeDocument/2006/relationships/tags" Target="../tags/tag294.xml"/><Relationship Id="rId10" Type="http://schemas.openxmlformats.org/officeDocument/2006/relationships/tags" Target="../tags/tag299.xml"/><Relationship Id="rId4" Type="http://schemas.openxmlformats.org/officeDocument/2006/relationships/tags" Target="../tags/tag293.xml"/><Relationship Id="rId9" Type="http://schemas.openxmlformats.org/officeDocument/2006/relationships/tags" Target="../tags/tag298.xml"/></Relationships>
</file>

<file path=ppt/slides/_rels/slide22.xml.rels><?xml version="1.0" encoding="UTF-8" standalone="yes"?>
<Relationships xmlns="http://schemas.openxmlformats.org/package/2006/relationships"><Relationship Id="rId8" Type="http://schemas.openxmlformats.org/officeDocument/2006/relationships/tags" Target="../tags/tag307.xml"/><Relationship Id="rId3" Type="http://schemas.openxmlformats.org/officeDocument/2006/relationships/tags" Target="../tags/tag302.xml"/><Relationship Id="rId7" Type="http://schemas.openxmlformats.org/officeDocument/2006/relationships/tags" Target="../tags/tag306.xml"/><Relationship Id="rId12" Type="http://schemas.openxmlformats.org/officeDocument/2006/relationships/notesSlide" Target="../notesSlides/notesSlide22.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tags" Target="../tags/tag305.xml"/><Relationship Id="rId11" Type="http://schemas.openxmlformats.org/officeDocument/2006/relationships/slideLayout" Target="../slideLayouts/slideLayout2.xml"/><Relationship Id="rId5" Type="http://schemas.openxmlformats.org/officeDocument/2006/relationships/tags" Target="../tags/tag304.xml"/><Relationship Id="rId10" Type="http://schemas.openxmlformats.org/officeDocument/2006/relationships/tags" Target="../tags/tag309.xml"/><Relationship Id="rId4" Type="http://schemas.openxmlformats.org/officeDocument/2006/relationships/tags" Target="../tags/tag303.xml"/><Relationship Id="rId9" Type="http://schemas.openxmlformats.org/officeDocument/2006/relationships/tags" Target="../tags/tag308.xml"/></Relationships>
</file>

<file path=ppt/slides/_rels/slide23.xml.rels><?xml version="1.0" encoding="UTF-8" standalone="yes"?>
<Relationships xmlns="http://schemas.openxmlformats.org/package/2006/relationships"><Relationship Id="rId8" Type="http://schemas.openxmlformats.org/officeDocument/2006/relationships/tags" Target="../tags/tag317.xml"/><Relationship Id="rId3" Type="http://schemas.openxmlformats.org/officeDocument/2006/relationships/tags" Target="../tags/tag312.xml"/><Relationship Id="rId7" Type="http://schemas.openxmlformats.org/officeDocument/2006/relationships/tags" Target="../tags/tag316.xml"/><Relationship Id="rId12" Type="http://schemas.openxmlformats.org/officeDocument/2006/relationships/notesSlide" Target="../notesSlides/notesSlide23.xml"/><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slideLayout" Target="../slideLayouts/slideLayout2.xml"/><Relationship Id="rId5" Type="http://schemas.openxmlformats.org/officeDocument/2006/relationships/tags" Target="../tags/tag314.xml"/><Relationship Id="rId10" Type="http://schemas.openxmlformats.org/officeDocument/2006/relationships/tags" Target="../tags/tag319.xml"/><Relationship Id="rId4" Type="http://schemas.openxmlformats.org/officeDocument/2006/relationships/tags" Target="../tags/tag313.xml"/><Relationship Id="rId9" Type="http://schemas.openxmlformats.org/officeDocument/2006/relationships/tags" Target="../tags/tag318.xml"/></Relationships>
</file>

<file path=ppt/slides/_rels/slide24.xml.rels><?xml version="1.0" encoding="UTF-8" standalone="yes"?>
<Relationships xmlns="http://schemas.openxmlformats.org/package/2006/relationships"><Relationship Id="rId8" Type="http://schemas.openxmlformats.org/officeDocument/2006/relationships/tags" Target="../tags/tag327.xml"/><Relationship Id="rId3" Type="http://schemas.openxmlformats.org/officeDocument/2006/relationships/tags" Target="../tags/tag322.xml"/><Relationship Id="rId7" Type="http://schemas.openxmlformats.org/officeDocument/2006/relationships/tags" Target="../tags/tag326.xml"/><Relationship Id="rId12" Type="http://schemas.openxmlformats.org/officeDocument/2006/relationships/notesSlide" Target="../notesSlides/notesSlide24.xml"/><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slideLayout" Target="../slideLayouts/slideLayout2.xml"/><Relationship Id="rId5" Type="http://schemas.openxmlformats.org/officeDocument/2006/relationships/tags" Target="../tags/tag324.xml"/><Relationship Id="rId10" Type="http://schemas.openxmlformats.org/officeDocument/2006/relationships/tags" Target="../tags/tag329.xml"/><Relationship Id="rId4" Type="http://schemas.openxmlformats.org/officeDocument/2006/relationships/tags" Target="../tags/tag323.xml"/><Relationship Id="rId9" Type="http://schemas.openxmlformats.org/officeDocument/2006/relationships/tags" Target="../tags/tag328.xml"/></Relationships>
</file>

<file path=ppt/slides/_rels/slide25.xml.rels><?xml version="1.0" encoding="UTF-8" standalone="yes"?>
<Relationships xmlns="http://schemas.openxmlformats.org/package/2006/relationships"><Relationship Id="rId8" Type="http://schemas.openxmlformats.org/officeDocument/2006/relationships/tags" Target="../tags/tag337.xml"/><Relationship Id="rId3" Type="http://schemas.openxmlformats.org/officeDocument/2006/relationships/tags" Target="../tags/tag332.xml"/><Relationship Id="rId7" Type="http://schemas.openxmlformats.org/officeDocument/2006/relationships/tags" Target="../tags/tag336.xml"/><Relationship Id="rId12" Type="http://schemas.openxmlformats.org/officeDocument/2006/relationships/notesSlide" Target="../notesSlides/notesSlide25.xml"/><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tags" Target="../tags/tag335.xml"/><Relationship Id="rId11" Type="http://schemas.openxmlformats.org/officeDocument/2006/relationships/slideLayout" Target="../slideLayouts/slideLayout2.xml"/><Relationship Id="rId5" Type="http://schemas.openxmlformats.org/officeDocument/2006/relationships/tags" Target="../tags/tag334.xml"/><Relationship Id="rId10" Type="http://schemas.openxmlformats.org/officeDocument/2006/relationships/tags" Target="../tags/tag339.xml"/><Relationship Id="rId4" Type="http://schemas.openxmlformats.org/officeDocument/2006/relationships/tags" Target="../tags/tag333.xml"/><Relationship Id="rId9" Type="http://schemas.openxmlformats.org/officeDocument/2006/relationships/tags" Target="../tags/tag338.xml"/></Relationships>
</file>

<file path=ppt/slides/_rels/slide26.xml.rels><?xml version="1.0" encoding="UTF-8" standalone="yes"?>
<Relationships xmlns="http://schemas.openxmlformats.org/package/2006/relationships"><Relationship Id="rId8" Type="http://schemas.openxmlformats.org/officeDocument/2006/relationships/tags" Target="../tags/tag347.xml"/><Relationship Id="rId3" Type="http://schemas.openxmlformats.org/officeDocument/2006/relationships/tags" Target="../tags/tag342.xml"/><Relationship Id="rId7" Type="http://schemas.openxmlformats.org/officeDocument/2006/relationships/tags" Target="../tags/tag346.xml"/><Relationship Id="rId12" Type="http://schemas.openxmlformats.org/officeDocument/2006/relationships/notesSlide" Target="../notesSlides/notesSlide26.xml"/><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slideLayout" Target="../slideLayouts/slideLayout2.xml"/><Relationship Id="rId5" Type="http://schemas.openxmlformats.org/officeDocument/2006/relationships/tags" Target="../tags/tag344.xml"/><Relationship Id="rId10" Type="http://schemas.openxmlformats.org/officeDocument/2006/relationships/tags" Target="../tags/tag349.xml"/><Relationship Id="rId4" Type="http://schemas.openxmlformats.org/officeDocument/2006/relationships/tags" Target="../tags/tag343.xml"/><Relationship Id="rId9" Type="http://schemas.openxmlformats.org/officeDocument/2006/relationships/tags" Target="../tags/tag348.xml"/></Relationships>
</file>

<file path=ppt/slides/_rels/slide27.xml.rels><?xml version="1.0" encoding="UTF-8" standalone="yes"?>
<Relationships xmlns="http://schemas.openxmlformats.org/package/2006/relationships"><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tags" Target="../tags/tag353.xml"/></Relationships>
</file>

<file path=ppt/slides/_rels/slide28.xml.rels><?xml version="1.0" encoding="UTF-8" standalone="yes"?>
<Relationships xmlns="http://schemas.openxmlformats.org/package/2006/relationships"><Relationship Id="rId8" Type="http://schemas.openxmlformats.org/officeDocument/2006/relationships/tags" Target="../tags/tag361.xml"/><Relationship Id="rId13" Type="http://schemas.openxmlformats.org/officeDocument/2006/relationships/notesSlide" Target="../notesSlides/notesSlide28.xml"/><Relationship Id="rId3" Type="http://schemas.openxmlformats.org/officeDocument/2006/relationships/tags" Target="../tags/tag356.xml"/><Relationship Id="rId7" Type="http://schemas.openxmlformats.org/officeDocument/2006/relationships/tags" Target="../tags/tag360.xml"/><Relationship Id="rId12" Type="http://schemas.openxmlformats.org/officeDocument/2006/relationships/slideLayout" Target="../slideLayouts/slideLayout2.xml"/><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tags" Target="../tags/tag359.xml"/><Relationship Id="rId11" Type="http://schemas.openxmlformats.org/officeDocument/2006/relationships/tags" Target="../tags/tag364.xml"/><Relationship Id="rId5" Type="http://schemas.openxmlformats.org/officeDocument/2006/relationships/tags" Target="../tags/tag358.xml"/><Relationship Id="rId10" Type="http://schemas.openxmlformats.org/officeDocument/2006/relationships/tags" Target="../tags/tag363.xml"/><Relationship Id="rId4" Type="http://schemas.openxmlformats.org/officeDocument/2006/relationships/tags" Target="../tags/tag357.xml"/><Relationship Id="rId9" Type="http://schemas.openxmlformats.org/officeDocument/2006/relationships/tags" Target="../tags/tag362.xml"/></Relationships>
</file>

<file path=ppt/slides/_rels/slide29.xml.rels><?xml version="1.0" encoding="UTF-8" standalone="yes"?>
<Relationships xmlns="http://schemas.openxmlformats.org/package/2006/relationships"><Relationship Id="rId8" Type="http://schemas.openxmlformats.org/officeDocument/2006/relationships/tags" Target="../tags/tag372.xml"/><Relationship Id="rId13" Type="http://schemas.openxmlformats.org/officeDocument/2006/relationships/notesSlide" Target="../notesSlides/notesSlide29.xml"/><Relationship Id="rId3" Type="http://schemas.openxmlformats.org/officeDocument/2006/relationships/tags" Target="../tags/tag367.xml"/><Relationship Id="rId7" Type="http://schemas.openxmlformats.org/officeDocument/2006/relationships/tags" Target="../tags/tag371.xml"/><Relationship Id="rId12" Type="http://schemas.openxmlformats.org/officeDocument/2006/relationships/slideLayout" Target="../slideLayouts/slideLayout2.xml"/><Relationship Id="rId2" Type="http://schemas.openxmlformats.org/officeDocument/2006/relationships/tags" Target="../tags/tag366.xml"/><Relationship Id="rId1" Type="http://schemas.openxmlformats.org/officeDocument/2006/relationships/tags" Target="../tags/tag365.xml"/><Relationship Id="rId6" Type="http://schemas.openxmlformats.org/officeDocument/2006/relationships/tags" Target="../tags/tag370.xml"/><Relationship Id="rId11" Type="http://schemas.openxmlformats.org/officeDocument/2006/relationships/tags" Target="../tags/tag375.xml"/><Relationship Id="rId5" Type="http://schemas.openxmlformats.org/officeDocument/2006/relationships/tags" Target="../tags/tag369.xml"/><Relationship Id="rId10" Type="http://schemas.openxmlformats.org/officeDocument/2006/relationships/tags" Target="../tags/tag374.xml"/><Relationship Id="rId4" Type="http://schemas.openxmlformats.org/officeDocument/2006/relationships/tags" Target="../tags/tag368.xml"/><Relationship Id="rId9" Type="http://schemas.openxmlformats.org/officeDocument/2006/relationships/tags" Target="../tags/tag373.xml"/></Relationships>
</file>

<file path=ppt/slides/_rels/slide30.xml.rels><?xml version="1.0" encoding="UTF-8" standalone="yes"?>
<Relationships xmlns="http://schemas.openxmlformats.org/package/2006/relationships"><Relationship Id="rId8" Type="http://schemas.openxmlformats.org/officeDocument/2006/relationships/tags" Target="../tags/tag383.xml"/><Relationship Id="rId13" Type="http://schemas.openxmlformats.org/officeDocument/2006/relationships/notesSlide" Target="../notesSlides/notesSlide30.xml"/><Relationship Id="rId3" Type="http://schemas.openxmlformats.org/officeDocument/2006/relationships/tags" Target="../tags/tag378.xml"/><Relationship Id="rId7" Type="http://schemas.openxmlformats.org/officeDocument/2006/relationships/tags" Target="../tags/tag382.xml"/><Relationship Id="rId12" Type="http://schemas.openxmlformats.org/officeDocument/2006/relationships/slideLayout" Target="../slideLayouts/slideLayout2.xml"/><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tags" Target="../tags/tag381.xml"/><Relationship Id="rId11" Type="http://schemas.openxmlformats.org/officeDocument/2006/relationships/tags" Target="../tags/tag386.xml"/><Relationship Id="rId5" Type="http://schemas.openxmlformats.org/officeDocument/2006/relationships/tags" Target="../tags/tag380.xml"/><Relationship Id="rId10" Type="http://schemas.openxmlformats.org/officeDocument/2006/relationships/tags" Target="../tags/tag385.xml"/><Relationship Id="rId4" Type="http://schemas.openxmlformats.org/officeDocument/2006/relationships/tags" Target="../tags/tag379.xml"/><Relationship Id="rId9" Type="http://schemas.openxmlformats.org/officeDocument/2006/relationships/tags" Target="../tags/tag384.xml"/></Relationships>
</file>

<file path=ppt/slides/_rels/slide31.xml.rels><?xml version="1.0" encoding="UTF-8" standalone="yes"?>
<Relationships xmlns="http://schemas.openxmlformats.org/package/2006/relationships"><Relationship Id="rId8" Type="http://schemas.openxmlformats.org/officeDocument/2006/relationships/tags" Target="../tags/tag394.xml"/><Relationship Id="rId3" Type="http://schemas.openxmlformats.org/officeDocument/2006/relationships/tags" Target="../tags/tag389.xml"/><Relationship Id="rId7" Type="http://schemas.openxmlformats.org/officeDocument/2006/relationships/tags" Target="../tags/tag393.xml"/><Relationship Id="rId12" Type="http://schemas.openxmlformats.org/officeDocument/2006/relationships/notesSlide" Target="../notesSlides/notesSlide31.xml"/><Relationship Id="rId2" Type="http://schemas.openxmlformats.org/officeDocument/2006/relationships/tags" Target="../tags/tag388.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slideLayout" Target="../slideLayouts/slideLayout2.xml"/><Relationship Id="rId5" Type="http://schemas.openxmlformats.org/officeDocument/2006/relationships/tags" Target="../tags/tag391.xml"/><Relationship Id="rId10" Type="http://schemas.openxmlformats.org/officeDocument/2006/relationships/tags" Target="../tags/tag396.xml"/><Relationship Id="rId4" Type="http://schemas.openxmlformats.org/officeDocument/2006/relationships/tags" Target="../tags/tag390.xml"/><Relationship Id="rId9" Type="http://schemas.openxmlformats.org/officeDocument/2006/relationships/tags" Target="../tags/tag395.xml"/></Relationships>
</file>

<file path=ppt/slides/_rels/slide32.xml.rels><?xml version="1.0" encoding="UTF-8" standalone="yes"?>
<Relationships xmlns="http://schemas.openxmlformats.org/package/2006/relationships"><Relationship Id="rId3" Type="http://schemas.openxmlformats.org/officeDocument/2006/relationships/tags" Target="../tags/tag399.xml"/><Relationship Id="rId7" Type="http://schemas.openxmlformats.org/officeDocument/2006/relationships/notesSlide" Target="../notesSlides/notesSlide32.xml"/><Relationship Id="rId2" Type="http://schemas.openxmlformats.org/officeDocument/2006/relationships/tags" Target="../tags/tag398.xml"/><Relationship Id="rId1" Type="http://schemas.openxmlformats.org/officeDocument/2006/relationships/tags" Target="../tags/tag397.xml"/><Relationship Id="rId6" Type="http://schemas.openxmlformats.org/officeDocument/2006/relationships/slideLayout" Target="../slideLayouts/slideLayout2.xml"/><Relationship Id="rId5" Type="http://schemas.openxmlformats.org/officeDocument/2006/relationships/tags" Target="../tags/tag401.xml"/><Relationship Id="rId4" Type="http://schemas.openxmlformats.org/officeDocument/2006/relationships/tags" Target="../tags/tag400.xml"/></Relationships>
</file>

<file path=ppt/slides/_rels/slide33.xml.rels><?xml version="1.0" encoding="UTF-8" standalone="yes"?>
<Relationships xmlns="http://schemas.openxmlformats.org/package/2006/relationships"><Relationship Id="rId3" Type="http://schemas.openxmlformats.org/officeDocument/2006/relationships/tags" Target="../tags/tag404.xml"/><Relationship Id="rId2" Type="http://schemas.openxmlformats.org/officeDocument/2006/relationships/tags" Target="../tags/tag403.xml"/><Relationship Id="rId1" Type="http://schemas.openxmlformats.org/officeDocument/2006/relationships/tags" Target="../tags/tag402.xml"/><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tags" Target="../tags/tag405.xml"/></Relationships>
</file>

<file path=ppt/slides/_rels/slide34.xml.rels><?xml version="1.0" encoding="UTF-8" standalone="yes"?>
<Relationships xmlns="http://schemas.openxmlformats.org/package/2006/relationships"><Relationship Id="rId8" Type="http://schemas.openxmlformats.org/officeDocument/2006/relationships/tags" Target="../tags/tag413.xml"/><Relationship Id="rId3" Type="http://schemas.openxmlformats.org/officeDocument/2006/relationships/tags" Target="../tags/tag408.xml"/><Relationship Id="rId7" Type="http://schemas.openxmlformats.org/officeDocument/2006/relationships/tags" Target="../tags/tag412.xml"/><Relationship Id="rId12" Type="http://schemas.openxmlformats.org/officeDocument/2006/relationships/notesSlide" Target="../notesSlides/notesSlide34.xml"/><Relationship Id="rId2" Type="http://schemas.openxmlformats.org/officeDocument/2006/relationships/tags" Target="../tags/tag407.xml"/><Relationship Id="rId1" Type="http://schemas.openxmlformats.org/officeDocument/2006/relationships/tags" Target="../tags/tag406.xml"/><Relationship Id="rId6" Type="http://schemas.openxmlformats.org/officeDocument/2006/relationships/tags" Target="../tags/tag411.xml"/><Relationship Id="rId11" Type="http://schemas.openxmlformats.org/officeDocument/2006/relationships/slideLayout" Target="../slideLayouts/slideLayout2.xml"/><Relationship Id="rId5" Type="http://schemas.openxmlformats.org/officeDocument/2006/relationships/tags" Target="../tags/tag410.xml"/><Relationship Id="rId10" Type="http://schemas.openxmlformats.org/officeDocument/2006/relationships/tags" Target="../tags/tag415.xml"/><Relationship Id="rId4" Type="http://schemas.openxmlformats.org/officeDocument/2006/relationships/tags" Target="../tags/tag409.xml"/><Relationship Id="rId9" Type="http://schemas.openxmlformats.org/officeDocument/2006/relationships/tags" Target="../tags/tag4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871D64E9-D993-4FB8-84F6-B48417167DF9}"/>
              </a:ext>
            </a:extLst>
          </p:cNvPr>
          <p:cNvSpPr>
            <a:spLocks noGrp="1"/>
          </p:cNvSpPr>
          <p:nvPr>
            <p:ph type="ctrTitle"/>
            <p:custDataLst>
              <p:tags r:id="rId2"/>
            </p:custDataLst>
          </p:nvPr>
        </p:nvSpPr>
        <p:spPr>
          <a:xfrm>
            <a:off x="457200" y="2952750"/>
            <a:ext cx="8229600" cy="1238250"/>
          </a:xfrm>
        </p:spPr>
        <p:txBody>
          <a:bodyPr/>
          <a:lstStyle/>
          <a:p>
            <a:pPr eaLnBrk="1" hangingPunct="1"/>
            <a:r>
              <a:rPr lang="en-US" altLang="en-US" dirty="0"/>
              <a:t>ECE/CS 552: MIPS R10K</a:t>
            </a:r>
          </a:p>
        </p:txBody>
      </p:sp>
      <p:sp>
        <p:nvSpPr>
          <p:cNvPr id="3" name="Subtitle 2">
            <a:extLst>
              <a:ext uri="{FF2B5EF4-FFF2-40B4-BE49-F238E27FC236}">
                <a16:creationId xmlns:a16="http://schemas.microsoft.com/office/drawing/2014/main" id="{556CBEA4-939F-408C-BDAD-25AA1487F7AD}"/>
              </a:ext>
            </a:extLst>
          </p:cNvPr>
          <p:cNvSpPr>
            <a:spLocks noGrp="1"/>
          </p:cNvSpPr>
          <p:nvPr>
            <p:ph type="subTitle" idx="1"/>
            <p:custDataLst>
              <p:tags r:id="rId3"/>
            </p:custDataLst>
          </p:nvPr>
        </p:nvSpPr>
        <p:spPr>
          <a:xfrm>
            <a:off x="1371600" y="48006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Lecture notes based on slides created by </a:t>
            </a:r>
            <a:br>
              <a:rPr lang="en-US" dirty="0"/>
            </a:br>
            <a:r>
              <a:rPr lang="en-US" dirty="0"/>
              <a:t>Joshua San Miguel, </a:t>
            </a:r>
            <a:r>
              <a:rPr lang="en-US" dirty="0" err="1"/>
              <a:t>Mikko</a:t>
            </a:r>
            <a:r>
              <a:rPr lang="en-US" dirty="0"/>
              <a:t> </a:t>
            </a:r>
            <a:r>
              <a:rPr lang="en-US" dirty="0" err="1"/>
              <a:t>Lipasti</a:t>
            </a:r>
            <a:r>
              <a:rPr lang="en-US" dirty="0"/>
              <a:t>, Mark Hill, David Wood, </a:t>
            </a:r>
            <a:r>
              <a:rPr lang="en-US" dirty="0" err="1"/>
              <a:t>Guri</a:t>
            </a:r>
            <a:r>
              <a:rPr lang="en-US" dirty="0"/>
              <a:t> Sohi, John Shen and Jim Smith</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0A70F60-F5C0-471D-BA71-DA8C16CD11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Superscalar Processors</a:t>
            </a:r>
          </a:p>
        </p:txBody>
      </p:sp>
      <p:sp>
        <p:nvSpPr>
          <p:cNvPr id="15363" name="Rectangle 3">
            <a:extLst>
              <a:ext uri="{FF2B5EF4-FFF2-40B4-BE49-F238E27FC236}">
                <a16:creationId xmlns:a16="http://schemas.microsoft.com/office/drawing/2014/main" id="{48F3589B-9A70-45FF-8095-B75689BB5BB0}"/>
              </a:ext>
            </a:extLst>
          </p:cNvPr>
          <p:cNvSpPr>
            <a:spLocks noGrp="1" noChangeArrowheads="1"/>
          </p:cNvSpPr>
          <p:nvPr>
            <p:ph idx="1"/>
            <p:custDataLst>
              <p:tags r:id="rId3"/>
            </p:custDataLst>
          </p:nvPr>
        </p:nvSpPr>
        <p:spPr>
          <a:xfrm>
            <a:off x="457200" y="1600200"/>
            <a:ext cx="8229600" cy="4190999"/>
          </a:xfrm>
        </p:spPr>
        <p:txBody>
          <a:bodyPr/>
          <a:lstStyle/>
          <a:p>
            <a:pPr marL="0" indent="0" eaLnBrk="1" hangingPunct="1">
              <a:lnSpc>
                <a:spcPct val="80000"/>
              </a:lnSpc>
              <a:buNone/>
            </a:pPr>
            <a:r>
              <a:rPr lang="en-US" altLang="en-US" dirty="0"/>
              <a:t>Step-by-step topics:</a:t>
            </a:r>
          </a:p>
          <a:p>
            <a:pPr eaLnBrk="1" hangingPunct="1">
              <a:lnSpc>
                <a:spcPct val="80000"/>
              </a:lnSpc>
            </a:pPr>
            <a:r>
              <a:rPr lang="en-US" altLang="en-US" sz="2800" b="1" dirty="0"/>
              <a:t>Scoreboard:</a:t>
            </a:r>
          </a:p>
          <a:p>
            <a:pPr lvl="1" eaLnBrk="1" hangingPunct="1">
              <a:lnSpc>
                <a:spcPct val="80000"/>
              </a:lnSpc>
            </a:pPr>
            <a:r>
              <a:rPr lang="en-US" altLang="en-US" sz="2400" i="1" dirty="0"/>
              <a:t>Dynamic scheduling </a:t>
            </a:r>
            <a:r>
              <a:rPr lang="en-US" altLang="en-US" sz="2400" dirty="0"/>
              <a:t>for enabling </a:t>
            </a:r>
            <a:r>
              <a:rPr lang="en-US" altLang="en-US" sz="2400" dirty="0" err="1"/>
              <a:t>OoO</a:t>
            </a:r>
            <a:r>
              <a:rPr lang="en-US" altLang="en-US" sz="2400" dirty="0"/>
              <a:t> execution</a:t>
            </a:r>
          </a:p>
          <a:p>
            <a:pPr eaLnBrk="1" hangingPunct="1">
              <a:lnSpc>
                <a:spcPct val="80000"/>
              </a:lnSpc>
            </a:pPr>
            <a:r>
              <a:rPr lang="en-US" altLang="en-US" sz="2800" b="1" dirty="0"/>
              <a:t>MIPS R10K:</a:t>
            </a:r>
          </a:p>
          <a:p>
            <a:pPr lvl="1" eaLnBrk="1" hangingPunct="1">
              <a:lnSpc>
                <a:spcPct val="80000"/>
              </a:lnSpc>
            </a:pPr>
            <a:r>
              <a:rPr lang="en-US" altLang="en-US" sz="2400" i="1" dirty="0"/>
              <a:t>Register renaming </a:t>
            </a:r>
            <a:r>
              <a:rPr lang="en-US" altLang="en-US" sz="2400" dirty="0"/>
              <a:t>for eliminating WAR/WAW hazards</a:t>
            </a:r>
          </a:p>
          <a:p>
            <a:pPr lvl="1" eaLnBrk="1" hangingPunct="1">
              <a:lnSpc>
                <a:spcPct val="80000"/>
              </a:lnSpc>
            </a:pPr>
            <a:r>
              <a:rPr lang="en-US" altLang="en-US" sz="2400" i="1" dirty="0"/>
              <a:t>Reorder buffer </a:t>
            </a:r>
            <a:r>
              <a:rPr lang="en-US" altLang="en-US" sz="2400" dirty="0"/>
              <a:t>for handling speculation/precise state</a:t>
            </a:r>
          </a:p>
        </p:txBody>
      </p:sp>
      <p:sp>
        <p:nvSpPr>
          <p:cNvPr id="16388" name="Slide Number Placeholder 5">
            <a:extLst>
              <a:ext uri="{FF2B5EF4-FFF2-40B4-BE49-F238E27FC236}">
                <a16:creationId xmlns:a16="http://schemas.microsoft.com/office/drawing/2014/main" id="{1A0468D2-B7ED-4EBE-A2FE-EFCC0470BF1E}"/>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4C120E7B-614E-49CA-90BC-A67892513853}" type="slidenum">
              <a:rPr lang="en-US" altLang="en-US" sz="1400"/>
              <a:pPr lvl="1" eaLnBrk="1" hangingPunct="1">
                <a:spcBef>
                  <a:spcPct val="0"/>
                </a:spcBef>
                <a:buFontTx/>
                <a:buNone/>
              </a:pPr>
              <a:t>2</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360952501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0A70F60-F5C0-471D-BA71-DA8C16CD11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Scoreboard</a:t>
            </a:r>
          </a:p>
        </p:txBody>
      </p:sp>
      <p:sp>
        <p:nvSpPr>
          <p:cNvPr id="15363" name="Rectangle 3">
            <a:extLst>
              <a:ext uri="{FF2B5EF4-FFF2-40B4-BE49-F238E27FC236}">
                <a16:creationId xmlns:a16="http://schemas.microsoft.com/office/drawing/2014/main" id="{48F3589B-9A70-45FF-8095-B75689BB5BB0}"/>
              </a:ext>
            </a:extLst>
          </p:cNvPr>
          <p:cNvSpPr>
            <a:spLocks noGrp="1" noChangeArrowheads="1"/>
          </p:cNvSpPr>
          <p:nvPr>
            <p:ph idx="1"/>
            <p:custDataLst>
              <p:tags r:id="rId3"/>
            </p:custDataLst>
          </p:nvPr>
        </p:nvSpPr>
        <p:spPr>
          <a:xfrm>
            <a:off x="457200" y="1600200"/>
            <a:ext cx="8229600" cy="4190999"/>
          </a:xfrm>
        </p:spPr>
        <p:txBody>
          <a:bodyPr/>
          <a:lstStyle/>
          <a:p>
            <a:pPr marL="0" indent="0" eaLnBrk="1" hangingPunct="1">
              <a:lnSpc>
                <a:spcPct val="80000"/>
              </a:lnSpc>
              <a:buNone/>
            </a:pPr>
            <a:r>
              <a:rPr lang="en-US" altLang="en-US" dirty="0"/>
              <a:t>Problem: writeback stage combines two distinct operations:</a:t>
            </a:r>
          </a:p>
          <a:p>
            <a:pPr marL="514350" indent="-514350" eaLnBrk="1" hangingPunct="1">
              <a:lnSpc>
                <a:spcPct val="80000"/>
              </a:lnSpc>
              <a:buFont typeface="+mj-lt"/>
              <a:buAutoNum type="arabicPeriod"/>
            </a:pPr>
            <a:r>
              <a:rPr lang="en-US" altLang="en-US" sz="2800" dirty="0"/>
              <a:t>Propagates result to younger instructions</a:t>
            </a:r>
          </a:p>
          <a:p>
            <a:pPr lvl="1" eaLnBrk="1" hangingPunct="1">
              <a:lnSpc>
                <a:spcPct val="80000"/>
              </a:lnSpc>
            </a:pPr>
            <a:r>
              <a:rPr lang="en-US" altLang="en-US" sz="2400" dirty="0"/>
              <a:t>Ok to be out-of-order</a:t>
            </a:r>
          </a:p>
          <a:p>
            <a:pPr marL="514350" indent="-514350" eaLnBrk="1" hangingPunct="1">
              <a:lnSpc>
                <a:spcPct val="80000"/>
              </a:lnSpc>
              <a:buFont typeface="+mj-lt"/>
              <a:buAutoNum type="arabicPeriod"/>
            </a:pPr>
            <a:r>
              <a:rPr lang="en-US" altLang="en-US" sz="2800" dirty="0"/>
              <a:t>Writes result to register file</a:t>
            </a:r>
          </a:p>
          <a:p>
            <a:pPr lvl="1" eaLnBrk="1" hangingPunct="1">
              <a:lnSpc>
                <a:spcPct val="80000"/>
              </a:lnSpc>
            </a:pPr>
            <a:r>
              <a:rPr lang="en-US" altLang="en-US" sz="2400" dirty="0"/>
              <a:t>Would like this to be in-order</a:t>
            </a:r>
          </a:p>
        </p:txBody>
      </p:sp>
      <p:sp>
        <p:nvSpPr>
          <p:cNvPr id="16388" name="Slide Number Placeholder 5">
            <a:extLst>
              <a:ext uri="{FF2B5EF4-FFF2-40B4-BE49-F238E27FC236}">
                <a16:creationId xmlns:a16="http://schemas.microsoft.com/office/drawing/2014/main" id="{1A0468D2-B7ED-4EBE-A2FE-EFCC0470BF1E}"/>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4C120E7B-614E-49CA-90BC-A67892513853}" type="slidenum">
              <a:rPr lang="en-US" altLang="en-US" sz="1400"/>
              <a:pPr lvl="1" eaLnBrk="1" hangingPunct="1">
                <a:spcBef>
                  <a:spcPct val="0"/>
                </a:spcBef>
                <a:buFontTx/>
                <a:buNone/>
              </a:pPr>
              <a:t>3</a:t>
            </a:fld>
            <a:endParaRPr lang="en-US" altLang="en-US" sz="1400">
              <a:latin typeface="Times New Roman" panose="02020603050405020304" pitchFamily="18" charset="0"/>
            </a:endParaRPr>
          </a:p>
        </p:txBody>
      </p:sp>
      <p:sp>
        <p:nvSpPr>
          <p:cNvPr id="5" name="Rectangle 4">
            <a:extLst>
              <a:ext uri="{FF2B5EF4-FFF2-40B4-BE49-F238E27FC236}">
                <a16:creationId xmlns:a16="http://schemas.microsoft.com/office/drawing/2014/main" id="{89EFF6E9-B726-49D2-9F3E-6BFB500FBA9A}"/>
              </a:ext>
            </a:extLst>
          </p:cNvPr>
          <p:cNvSpPr>
            <a:spLocks noChangeArrowheads="1"/>
          </p:cNvSpPr>
          <p:nvPr>
            <p:custDataLst>
              <p:tags r:id="rId5"/>
            </p:custDataLst>
          </p:nvPr>
        </p:nvSpPr>
        <p:spPr bwMode="auto">
          <a:xfrm>
            <a:off x="3657600" y="5486400"/>
            <a:ext cx="3429000" cy="914400"/>
          </a:xfrm>
          <a:prstGeom prst="rect">
            <a:avLst/>
          </a:prstGeom>
          <a:solidFill>
            <a:schemeClr val="accent6">
              <a:lumMod val="40000"/>
              <a:lumOff val="60000"/>
            </a:schemeClr>
          </a:solidFill>
          <a:ln>
            <a:noFill/>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b="1">
              <a:solidFill>
                <a:schemeClr val="accent1"/>
              </a:solidFill>
              <a:latin typeface="Arial" panose="020B0604020202020204" pitchFamily="34" charset="0"/>
            </a:endParaRPr>
          </a:p>
        </p:txBody>
      </p:sp>
      <p:sp>
        <p:nvSpPr>
          <p:cNvPr id="6" name="Rectangle 5">
            <a:extLst>
              <a:ext uri="{FF2B5EF4-FFF2-40B4-BE49-F238E27FC236}">
                <a16:creationId xmlns:a16="http://schemas.microsoft.com/office/drawing/2014/main" id="{493A9CDE-1740-472D-BEDE-DD01DEE67284}"/>
              </a:ext>
            </a:extLst>
          </p:cNvPr>
          <p:cNvSpPr>
            <a:spLocks noChangeArrowheads="1"/>
          </p:cNvSpPr>
          <p:nvPr>
            <p:custDataLst>
              <p:tags r:id="rId6"/>
            </p:custDataLst>
          </p:nvPr>
        </p:nvSpPr>
        <p:spPr bwMode="auto">
          <a:xfrm>
            <a:off x="1600200" y="5486400"/>
            <a:ext cx="1828800" cy="914400"/>
          </a:xfrm>
          <a:prstGeom prst="rect">
            <a:avLst/>
          </a:prstGeom>
          <a:solidFill>
            <a:schemeClr val="accent4">
              <a:lumMod val="40000"/>
              <a:lumOff val="60000"/>
            </a:schemeClr>
          </a:solidFill>
          <a:ln>
            <a:noFill/>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7" name="Rectangle 6">
            <a:extLst>
              <a:ext uri="{FF2B5EF4-FFF2-40B4-BE49-F238E27FC236}">
                <a16:creationId xmlns:a16="http://schemas.microsoft.com/office/drawing/2014/main" id="{34F0BF18-4C31-47D3-9C71-2AF4BEBCB031}"/>
              </a:ext>
            </a:extLst>
          </p:cNvPr>
          <p:cNvSpPr>
            <a:spLocks noChangeArrowheads="1"/>
          </p:cNvSpPr>
          <p:nvPr>
            <p:custDataLst>
              <p:tags r:id="rId7"/>
            </p:custDataLst>
          </p:nvPr>
        </p:nvSpPr>
        <p:spPr bwMode="auto">
          <a:xfrm>
            <a:off x="4876800" y="5105400"/>
            <a:ext cx="914400" cy="3048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400">
                <a:solidFill>
                  <a:srgbClr val="000000"/>
                </a:solidFill>
                <a:latin typeface="Arial" panose="020B0604020202020204" pitchFamily="34" charset="0"/>
              </a:rPr>
              <a:t>regfile</a:t>
            </a:r>
          </a:p>
        </p:txBody>
      </p:sp>
      <p:sp>
        <p:nvSpPr>
          <p:cNvPr id="8" name="Freeform 7">
            <a:extLst>
              <a:ext uri="{FF2B5EF4-FFF2-40B4-BE49-F238E27FC236}">
                <a16:creationId xmlns:a16="http://schemas.microsoft.com/office/drawing/2014/main" id="{61E3A873-5C24-451C-B0E0-5C69678B1F7F}"/>
              </a:ext>
            </a:extLst>
          </p:cNvPr>
          <p:cNvSpPr>
            <a:spLocks/>
          </p:cNvSpPr>
          <p:nvPr>
            <p:custDataLst>
              <p:tags r:id="rId8"/>
            </p:custDataLst>
          </p:nvPr>
        </p:nvSpPr>
        <p:spPr bwMode="auto">
          <a:xfrm>
            <a:off x="4953000" y="5791200"/>
            <a:ext cx="304800" cy="609600"/>
          </a:xfrm>
          <a:custGeom>
            <a:avLst/>
            <a:gdLst>
              <a:gd name="T0" fmla="*/ 0 w 384"/>
              <a:gd name="T1" fmla="*/ 0 h 768"/>
              <a:gd name="T2" fmla="*/ 0 w 384"/>
              <a:gd name="T3" fmla="*/ 2147483646 h 768"/>
              <a:gd name="T4" fmla="*/ 2147483646 w 384"/>
              <a:gd name="T5" fmla="*/ 2147483646 h 768"/>
              <a:gd name="T6" fmla="*/ 0 w 384"/>
              <a:gd name="T7" fmla="*/ 2147483646 h 768"/>
              <a:gd name="T8" fmla="*/ 0 w 384"/>
              <a:gd name="T9" fmla="*/ 2147483646 h 768"/>
              <a:gd name="T10" fmla="*/ 2147483646 w 384"/>
              <a:gd name="T11" fmla="*/ 2147483646 h 768"/>
              <a:gd name="T12" fmla="*/ 2147483646 w 384"/>
              <a:gd name="T13" fmla="*/ 2147483646 h 768"/>
              <a:gd name="T14" fmla="*/ 0 w 384"/>
              <a:gd name="T15" fmla="*/ 0 h 768"/>
              <a:gd name="T16" fmla="*/ 0 60000 65536"/>
              <a:gd name="T17" fmla="*/ 0 60000 65536"/>
              <a:gd name="T18" fmla="*/ 0 60000 65536"/>
              <a:gd name="T19" fmla="*/ 0 60000 65536"/>
              <a:gd name="T20" fmla="*/ 0 60000 65536"/>
              <a:gd name="T21" fmla="*/ 0 60000 65536"/>
              <a:gd name="T22" fmla="*/ 0 60000 65536"/>
              <a:gd name="T23" fmla="*/ 0 60000 65536"/>
              <a:gd name="T24" fmla="*/ 0 w 384"/>
              <a:gd name="T25" fmla="*/ 0 h 768"/>
              <a:gd name="T26" fmla="*/ 384 w 384"/>
              <a:gd name="T27" fmla="*/ 768 h 7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4" h="768">
                <a:moveTo>
                  <a:pt x="0" y="0"/>
                </a:moveTo>
                <a:lnTo>
                  <a:pt x="0" y="288"/>
                </a:lnTo>
                <a:lnTo>
                  <a:pt x="85" y="386"/>
                </a:lnTo>
                <a:lnTo>
                  <a:pt x="0" y="480"/>
                </a:lnTo>
                <a:lnTo>
                  <a:pt x="0" y="768"/>
                </a:lnTo>
                <a:lnTo>
                  <a:pt x="384" y="576"/>
                </a:lnTo>
                <a:lnTo>
                  <a:pt x="384" y="192"/>
                </a:lnTo>
                <a:lnTo>
                  <a:pt x="0" y="0"/>
                </a:lnTo>
                <a:close/>
              </a:path>
            </a:pathLst>
          </a:custGeom>
          <a:solidFill>
            <a:schemeClr val="bg1"/>
          </a:solidFill>
          <a:ln w="28575">
            <a:solidFill>
              <a:srgbClr val="000000"/>
            </a:solidFill>
            <a:round/>
            <a:headEnd/>
            <a:tailEnd/>
          </a:ln>
        </p:spPr>
        <p:txBody>
          <a:bodyPr wrap="none" anchor="ctr"/>
          <a:lstStyle/>
          <a:p>
            <a:endParaRPr lang="en-US"/>
          </a:p>
        </p:txBody>
      </p:sp>
      <p:sp>
        <p:nvSpPr>
          <p:cNvPr id="9" name="Rectangle 8">
            <a:extLst>
              <a:ext uri="{FF2B5EF4-FFF2-40B4-BE49-F238E27FC236}">
                <a16:creationId xmlns:a16="http://schemas.microsoft.com/office/drawing/2014/main" id="{E7649FCE-D670-41A5-BA9B-3CD6C59B6425}"/>
              </a:ext>
            </a:extLst>
          </p:cNvPr>
          <p:cNvSpPr>
            <a:spLocks noChangeArrowheads="1"/>
          </p:cNvSpPr>
          <p:nvPr>
            <p:custDataLst>
              <p:tags r:id="rId9"/>
            </p:custDataLst>
          </p:nvPr>
        </p:nvSpPr>
        <p:spPr bwMode="auto">
          <a:xfrm>
            <a:off x="5486400" y="5486400"/>
            <a:ext cx="304800" cy="7620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400">
                <a:solidFill>
                  <a:srgbClr val="000000"/>
                </a:solidFill>
                <a:latin typeface="Arial" panose="020B0604020202020204" pitchFamily="34" charset="0"/>
              </a:rPr>
              <a:t>D$</a:t>
            </a:r>
          </a:p>
        </p:txBody>
      </p:sp>
      <p:sp>
        <p:nvSpPr>
          <p:cNvPr id="10" name="Line 9">
            <a:extLst>
              <a:ext uri="{FF2B5EF4-FFF2-40B4-BE49-F238E27FC236}">
                <a16:creationId xmlns:a16="http://schemas.microsoft.com/office/drawing/2014/main" id="{BEE80458-8F07-4805-999E-3AFED0CB392E}"/>
              </a:ext>
            </a:extLst>
          </p:cNvPr>
          <p:cNvSpPr>
            <a:spLocks noChangeShapeType="1"/>
          </p:cNvSpPr>
          <p:nvPr>
            <p:custDataLst>
              <p:tags r:id="rId10"/>
            </p:custDataLst>
          </p:nvPr>
        </p:nvSpPr>
        <p:spPr bwMode="auto">
          <a:xfrm>
            <a:off x="6172200" y="60960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0">
            <a:extLst>
              <a:ext uri="{FF2B5EF4-FFF2-40B4-BE49-F238E27FC236}">
                <a16:creationId xmlns:a16="http://schemas.microsoft.com/office/drawing/2014/main" id="{3C29743F-F411-41D1-8C93-40937B4E30BD}"/>
              </a:ext>
            </a:extLst>
          </p:cNvPr>
          <p:cNvSpPr>
            <a:spLocks noChangeShapeType="1"/>
          </p:cNvSpPr>
          <p:nvPr>
            <p:custDataLst>
              <p:tags r:id="rId11"/>
            </p:custDataLst>
          </p:nvPr>
        </p:nvSpPr>
        <p:spPr bwMode="auto">
          <a:xfrm>
            <a:off x="6172200" y="63246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Rectangle 11">
            <a:extLst>
              <a:ext uri="{FF2B5EF4-FFF2-40B4-BE49-F238E27FC236}">
                <a16:creationId xmlns:a16="http://schemas.microsoft.com/office/drawing/2014/main" id="{B268D5AA-810C-4BB2-A9B1-699EEF2E1395}"/>
              </a:ext>
            </a:extLst>
          </p:cNvPr>
          <p:cNvSpPr>
            <a:spLocks noChangeArrowheads="1"/>
          </p:cNvSpPr>
          <p:nvPr>
            <p:custDataLst>
              <p:tags r:id="rId12"/>
            </p:custDataLst>
          </p:nvPr>
        </p:nvSpPr>
        <p:spPr bwMode="auto">
          <a:xfrm>
            <a:off x="4495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3" name="Rectangle 12">
            <a:extLst>
              <a:ext uri="{FF2B5EF4-FFF2-40B4-BE49-F238E27FC236}">
                <a16:creationId xmlns:a16="http://schemas.microsoft.com/office/drawing/2014/main" id="{345D78C6-5D73-43E9-A1C5-6AFC16BA4AE1}"/>
              </a:ext>
            </a:extLst>
          </p:cNvPr>
          <p:cNvSpPr>
            <a:spLocks noChangeArrowheads="1"/>
          </p:cNvSpPr>
          <p:nvPr>
            <p:custDataLst>
              <p:tags r:id="rId13"/>
            </p:custDataLst>
          </p:nvPr>
        </p:nvSpPr>
        <p:spPr bwMode="auto">
          <a:xfrm>
            <a:off x="6019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4" name="Line 13">
            <a:extLst>
              <a:ext uri="{FF2B5EF4-FFF2-40B4-BE49-F238E27FC236}">
                <a16:creationId xmlns:a16="http://schemas.microsoft.com/office/drawing/2014/main" id="{E2FF9E33-035B-40BB-8167-0C823BC0F2A1}"/>
              </a:ext>
            </a:extLst>
          </p:cNvPr>
          <p:cNvSpPr>
            <a:spLocks noChangeShapeType="1"/>
          </p:cNvSpPr>
          <p:nvPr>
            <p:custDataLst>
              <p:tags r:id="rId14"/>
            </p:custDataLst>
          </p:nvPr>
        </p:nvSpPr>
        <p:spPr bwMode="auto">
          <a:xfrm>
            <a:off x="5791200" y="6096000"/>
            <a:ext cx="2286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4">
            <a:extLst>
              <a:ext uri="{FF2B5EF4-FFF2-40B4-BE49-F238E27FC236}">
                <a16:creationId xmlns:a16="http://schemas.microsoft.com/office/drawing/2014/main" id="{FD9A682D-CB1F-478E-97F0-2773DF47745E}"/>
              </a:ext>
            </a:extLst>
          </p:cNvPr>
          <p:cNvSpPr>
            <a:spLocks noChangeShapeType="1"/>
          </p:cNvSpPr>
          <p:nvPr>
            <p:custDataLst>
              <p:tags r:id="rId15"/>
            </p:custDataLst>
          </p:nvPr>
        </p:nvSpPr>
        <p:spPr bwMode="auto">
          <a:xfrm>
            <a:off x="4648200" y="59436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5">
            <a:extLst>
              <a:ext uri="{FF2B5EF4-FFF2-40B4-BE49-F238E27FC236}">
                <a16:creationId xmlns:a16="http://schemas.microsoft.com/office/drawing/2014/main" id="{9F3152B6-EFBE-451F-9474-7CE431446EED}"/>
              </a:ext>
            </a:extLst>
          </p:cNvPr>
          <p:cNvSpPr>
            <a:spLocks noChangeShapeType="1"/>
          </p:cNvSpPr>
          <p:nvPr>
            <p:custDataLst>
              <p:tags r:id="rId16"/>
            </p:custDataLst>
          </p:nvPr>
        </p:nvSpPr>
        <p:spPr bwMode="auto">
          <a:xfrm>
            <a:off x="4648200" y="62484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Freeform 16">
            <a:extLst>
              <a:ext uri="{FF2B5EF4-FFF2-40B4-BE49-F238E27FC236}">
                <a16:creationId xmlns:a16="http://schemas.microsoft.com/office/drawing/2014/main" id="{F0E5ED7F-34AD-470B-8E10-DA504A9F2BBD}"/>
              </a:ext>
            </a:extLst>
          </p:cNvPr>
          <p:cNvSpPr>
            <a:spLocks/>
          </p:cNvSpPr>
          <p:nvPr>
            <p:custDataLst>
              <p:tags r:id="rId17"/>
            </p:custDataLst>
          </p:nvPr>
        </p:nvSpPr>
        <p:spPr bwMode="auto">
          <a:xfrm>
            <a:off x="4724400" y="5638800"/>
            <a:ext cx="762000" cy="3048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AutoShape 17">
            <a:extLst>
              <a:ext uri="{FF2B5EF4-FFF2-40B4-BE49-F238E27FC236}">
                <a16:creationId xmlns:a16="http://schemas.microsoft.com/office/drawing/2014/main" id="{1DE92C47-537F-445C-92CC-0798BFA63A60}"/>
              </a:ext>
            </a:extLst>
          </p:cNvPr>
          <p:cNvSpPr>
            <a:spLocks noChangeArrowheads="1"/>
          </p:cNvSpPr>
          <p:nvPr>
            <p:custDataLst>
              <p:tags r:id="rId18"/>
            </p:custDataLst>
          </p:nvPr>
        </p:nvSpPr>
        <p:spPr bwMode="auto">
          <a:xfrm rot="5400000">
            <a:off x="6362700" y="6134100"/>
            <a:ext cx="381000" cy="152400"/>
          </a:xfrm>
          <a:prstGeom prst="flowChartTerminator">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19" name="Freeform 18">
            <a:extLst>
              <a:ext uri="{FF2B5EF4-FFF2-40B4-BE49-F238E27FC236}">
                <a16:creationId xmlns:a16="http://schemas.microsoft.com/office/drawing/2014/main" id="{08FD1660-7A10-4EE5-9C15-577D5619C142}"/>
              </a:ext>
            </a:extLst>
          </p:cNvPr>
          <p:cNvSpPr>
            <a:spLocks/>
          </p:cNvSpPr>
          <p:nvPr>
            <p:custDataLst>
              <p:tags r:id="rId19"/>
            </p:custDataLst>
          </p:nvPr>
        </p:nvSpPr>
        <p:spPr bwMode="auto">
          <a:xfrm flipV="1">
            <a:off x="5334000" y="6096000"/>
            <a:ext cx="685800" cy="2286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Freeform 19">
            <a:extLst>
              <a:ext uri="{FF2B5EF4-FFF2-40B4-BE49-F238E27FC236}">
                <a16:creationId xmlns:a16="http://schemas.microsoft.com/office/drawing/2014/main" id="{56CB5328-143B-4D6E-939F-E88B98D85106}"/>
              </a:ext>
            </a:extLst>
          </p:cNvPr>
          <p:cNvSpPr>
            <a:spLocks/>
          </p:cNvSpPr>
          <p:nvPr>
            <p:custDataLst>
              <p:tags r:id="rId20"/>
            </p:custDataLst>
          </p:nvPr>
        </p:nvSpPr>
        <p:spPr bwMode="auto">
          <a:xfrm>
            <a:off x="4267200" y="5334000"/>
            <a:ext cx="609600" cy="609600"/>
          </a:xfrm>
          <a:custGeom>
            <a:avLst/>
            <a:gdLst>
              <a:gd name="T0" fmla="*/ 2147483646 w 384"/>
              <a:gd name="T1" fmla="*/ 0 h 432"/>
              <a:gd name="T2" fmla="*/ 0 w 384"/>
              <a:gd name="T3" fmla="*/ 0 h 432"/>
              <a:gd name="T4" fmla="*/ 0 w 384"/>
              <a:gd name="T5" fmla="*/ 2147483646 h 432"/>
              <a:gd name="T6" fmla="*/ 2147483646 w 384"/>
              <a:gd name="T7" fmla="*/ 2147483646 h 432"/>
              <a:gd name="T8" fmla="*/ 0 60000 65536"/>
              <a:gd name="T9" fmla="*/ 0 60000 65536"/>
              <a:gd name="T10" fmla="*/ 0 60000 65536"/>
              <a:gd name="T11" fmla="*/ 0 60000 65536"/>
              <a:gd name="T12" fmla="*/ 0 w 384"/>
              <a:gd name="T13" fmla="*/ 0 h 432"/>
              <a:gd name="T14" fmla="*/ 384 w 384"/>
              <a:gd name="T15" fmla="*/ 432 h 432"/>
            </a:gdLst>
            <a:ahLst/>
            <a:cxnLst>
              <a:cxn ang="T8">
                <a:pos x="T0" y="T1"/>
              </a:cxn>
              <a:cxn ang="T9">
                <a:pos x="T2" y="T3"/>
              </a:cxn>
              <a:cxn ang="T10">
                <a:pos x="T4" y="T5"/>
              </a:cxn>
              <a:cxn ang="T11">
                <a:pos x="T6" y="T7"/>
              </a:cxn>
            </a:cxnLst>
            <a:rect l="T12" t="T13" r="T14" b="T15"/>
            <a:pathLst>
              <a:path w="384" h="432">
                <a:moveTo>
                  <a:pt x="384" y="0"/>
                </a:moveTo>
                <a:lnTo>
                  <a:pt x="0" y="0"/>
                </a:lnTo>
                <a:lnTo>
                  <a:pt x="0" y="432"/>
                </a:lnTo>
                <a:lnTo>
                  <a:pt x="144" y="432"/>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 name="Freeform 20">
            <a:extLst>
              <a:ext uri="{FF2B5EF4-FFF2-40B4-BE49-F238E27FC236}">
                <a16:creationId xmlns:a16="http://schemas.microsoft.com/office/drawing/2014/main" id="{5782EF0D-5CB7-4BDB-A88C-B3826351C0EE}"/>
              </a:ext>
            </a:extLst>
          </p:cNvPr>
          <p:cNvSpPr>
            <a:spLocks/>
          </p:cNvSpPr>
          <p:nvPr>
            <p:custDataLst>
              <p:tags r:id="rId21"/>
            </p:custDataLst>
          </p:nvPr>
        </p:nvSpPr>
        <p:spPr bwMode="auto">
          <a:xfrm>
            <a:off x="4114800" y="5181600"/>
            <a:ext cx="762000" cy="1066800"/>
          </a:xfrm>
          <a:custGeom>
            <a:avLst/>
            <a:gdLst>
              <a:gd name="T0" fmla="*/ 2147483646 w 480"/>
              <a:gd name="T1" fmla="*/ 0 h 768"/>
              <a:gd name="T2" fmla="*/ 0 w 480"/>
              <a:gd name="T3" fmla="*/ 0 h 768"/>
              <a:gd name="T4" fmla="*/ 0 w 480"/>
              <a:gd name="T5" fmla="*/ 2147483646 h 768"/>
              <a:gd name="T6" fmla="*/ 2147483646 w 480"/>
              <a:gd name="T7" fmla="*/ 2147483646 h 768"/>
              <a:gd name="T8" fmla="*/ 0 60000 65536"/>
              <a:gd name="T9" fmla="*/ 0 60000 65536"/>
              <a:gd name="T10" fmla="*/ 0 60000 65536"/>
              <a:gd name="T11" fmla="*/ 0 60000 65536"/>
              <a:gd name="T12" fmla="*/ 0 w 480"/>
              <a:gd name="T13" fmla="*/ 0 h 768"/>
              <a:gd name="T14" fmla="*/ 480 w 480"/>
              <a:gd name="T15" fmla="*/ 768 h 768"/>
            </a:gdLst>
            <a:ahLst/>
            <a:cxnLst>
              <a:cxn ang="T8">
                <a:pos x="T0" y="T1"/>
              </a:cxn>
              <a:cxn ang="T9">
                <a:pos x="T2" y="T3"/>
              </a:cxn>
              <a:cxn ang="T10">
                <a:pos x="T4" y="T5"/>
              </a:cxn>
              <a:cxn ang="T11">
                <a:pos x="T6" y="T7"/>
              </a:cxn>
            </a:cxnLst>
            <a:rect l="T12" t="T13" r="T14" b="T15"/>
            <a:pathLst>
              <a:path w="480" h="768">
                <a:moveTo>
                  <a:pt x="480" y="0"/>
                </a:moveTo>
                <a:lnTo>
                  <a:pt x="0" y="0"/>
                </a:lnTo>
                <a:lnTo>
                  <a:pt x="0" y="768"/>
                </a:lnTo>
                <a:lnTo>
                  <a:pt x="240" y="768"/>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Rectangle 21">
            <a:extLst>
              <a:ext uri="{FF2B5EF4-FFF2-40B4-BE49-F238E27FC236}">
                <a16:creationId xmlns:a16="http://schemas.microsoft.com/office/drawing/2014/main" id="{09EB0057-FF2F-46F2-A6E0-2A4FCB8CD465}"/>
              </a:ext>
            </a:extLst>
          </p:cNvPr>
          <p:cNvSpPr>
            <a:spLocks noChangeArrowheads="1"/>
          </p:cNvSpPr>
          <p:nvPr>
            <p:custDataLst>
              <p:tags r:id="rId22"/>
            </p:custDataLst>
          </p:nvPr>
        </p:nvSpPr>
        <p:spPr bwMode="auto">
          <a:xfrm>
            <a:off x="1447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23" name="Rectangle 22">
            <a:extLst>
              <a:ext uri="{FF2B5EF4-FFF2-40B4-BE49-F238E27FC236}">
                <a16:creationId xmlns:a16="http://schemas.microsoft.com/office/drawing/2014/main" id="{29248E60-8059-4360-82BC-0CD7058DDC93}"/>
              </a:ext>
            </a:extLst>
          </p:cNvPr>
          <p:cNvSpPr>
            <a:spLocks noChangeArrowheads="1"/>
          </p:cNvSpPr>
          <p:nvPr>
            <p:custDataLst>
              <p:tags r:id="rId23"/>
            </p:custDataLst>
          </p:nvPr>
        </p:nvSpPr>
        <p:spPr bwMode="auto">
          <a:xfrm>
            <a:off x="1981200" y="5486400"/>
            <a:ext cx="303213" cy="4572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600">
                <a:solidFill>
                  <a:srgbClr val="000000"/>
                </a:solidFill>
                <a:latin typeface="Arial" panose="020B0604020202020204" pitchFamily="34" charset="0"/>
              </a:rPr>
              <a:t>I$</a:t>
            </a:r>
          </a:p>
        </p:txBody>
      </p:sp>
      <p:sp>
        <p:nvSpPr>
          <p:cNvPr id="24" name="Line 23">
            <a:extLst>
              <a:ext uri="{FF2B5EF4-FFF2-40B4-BE49-F238E27FC236}">
                <a16:creationId xmlns:a16="http://schemas.microsoft.com/office/drawing/2014/main" id="{0FEE7CF9-59DA-436C-9D1F-B723198CDDFC}"/>
              </a:ext>
            </a:extLst>
          </p:cNvPr>
          <p:cNvSpPr>
            <a:spLocks noChangeShapeType="1"/>
          </p:cNvSpPr>
          <p:nvPr>
            <p:custDataLst>
              <p:tags r:id="rId24"/>
            </p:custDataLst>
          </p:nvPr>
        </p:nvSpPr>
        <p:spPr bwMode="auto">
          <a:xfrm>
            <a:off x="1600200" y="5943600"/>
            <a:ext cx="152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Freeform 24">
            <a:extLst>
              <a:ext uri="{FF2B5EF4-FFF2-40B4-BE49-F238E27FC236}">
                <a16:creationId xmlns:a16="http://schemas.microsoft.com/office/drawing/2014/main" id="{8BB8FEFF-D46B-4865-A032-A933BA6ED630}"/>
              </a:ext>
            </a:extLst>
          </p:cNvPr>
          <p:cNvSpPr>
            <a:spLocks/>
          </p:cNvSpPr>
          <p:nvPr>
            <p:custDataLst>
              <p:tags r:id="rId25"/>
            </p:custDataLst>
          </p:nvPr>
        </p:nvSpPr>
        <p:spPr bwMode="auto">
          <a:xfrm>
            <a:off x="1752600" y="5715000"/>
            <a:ext cx="228600" cy="3048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AutoShape 25">
            <a:extLst>
              <a:ext uri="{FF2B5EF4-FFF2-40B4-BE49-F238E27FC236}">
                <a16:creationId xmlns:a16="http://schemas.microsoft.com/office/drawing/2014/main" id="{B629D919-CE77-4180-9FD6-D9377FC697E1}"/>
              </a:ext>
            </a:extLst>
          </p:cNvPr>
          <p:cNvSpPr>
            <a:spLocks noChangeArrowheads="1"/>
          </p:cNvSpPr>
          <p:nvPr>
            <p:custDataLst>
              <p:tags r:id="rId26"/>
            </p:custDataLst>
          </p:nvPr>
        </p:nvSpPr>
        <p:spPr bwMode="auto">
          <a:xfrm rot="5400000">
            <a:off x="2057400" y="6477000"/>
            <a:ext cx="304800" cy="152400"/>
          </a:xfrm>
          <a:prstGeom prst="flowChartTerminator">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27" name="Line 26">
            <a:extLst>
              <a:ext uri="{FF2B5EF4-FFF2-40B4-BE49-F238E27FC236}">
                <a16:creationId xmlns:a16="http://schemas.microsoft.com/office/drawing/2014/main" id="{0B4E57D7-12D2-4EEC-9E49-F542635AD1DA}"/>
              </a:ext>
            </a:extLst>
          </p:cNvPr>
          <p:cNvSpPr>
            <a:spLocks noChangeShapeType="1"/>
          </p:cNvSpPr>
          <p:nvPr>
            <p:custDataLst>
              <p:tags r:id="rId27"/>
            </p:custDataLst>
          </p:nvPr>
        </p:nvSpPr>
        <p:spPr bwMode="auto">
          <a:xfrm>
            <a:off x="2286000" y="5638800"/>
            <a:ext cx="685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 name="Rectangle 27">
            <a:extLst>
              <a:ext uri="{FF2B5EF4-FFF2-40B4-BE49-F238E27FC236}">
                <a16:creationId xmlns:a16="http://schemas.microsoft.com/office/drawing/2014/main" id="{DB59407C-BAAE-4AB7-AE5F-01667F1A176D}"/>
              </a:ext>
            </a:extLst>
          </p:cNvPr>
          <p:cNvSpPr>
            <a:spLocks noChangeArrowheads="1"/>
          </p:cNvSpPr>
          <p:nvPr>
            <p:custDataLst>
              <p:tags r:id="rId28"/>
            </p:custDataLst>
          </p:nvPr>
        </p:nvSpPr>
        <p:spPr bwMode="auto">
          <a:xfrm>
            <a:off x="2971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29" name="Freeform 28">
            <a:extLst>
              <a:ext uri="{FF2B5EF4-FFF2-40B4-BE49-F238E27FC236}">
                <a16:creationId xmlns:a16="http://schemas.microsoft.com/office/drawing/2014/main" id="{1217B7B1-5234-481B-AFB2-9E3237203329}"/>
              </a:ext>
            </a:extLst>
          </p:cNvPr>
          <p:cNvSpPr>
            <a:spLocks/>
          </p:cNvSpPr>
          <p:nvPr>
            <p:custDataLst>
              <p:tags r:id="rId29"/>
            </p:custDataLst>
          </p:nvPr>
        </p:nvSpPr>
        <p:spPr bwMode="auto">
          <a:xfrm flipV="1">
            <a:off x="1752600" y="6019800"/>
            <a:ext cx="228600" cy="1524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 name="Freeform 29">
            <a:extLst>
              <a:ext uri="{FF2B5EF4-FFF2-40B4-BE49-F238E27FC236}">
                <a16:creationId xmlns:a16="http://schemas.microsoft.com/office/drawing/2014/main" id="{DACC1106-E47C-4E61-BB0B-823C2B4E2006}"/>
              </a:ext>
            </a:extLst>
          </p:cNvPr>
          <p:cNvSpPr>
            <a:spLocks/>
          </p:cNvSpPr>
          <p:nvPr>
            <p:custDataLst>
              <p:tags r:id="rId30"/>
            </p:custDataLst>
          </p:nvPr>
        </p:nvSpPr>
        <p:spPr bwMode="auto">
          <a:xfrm>
            <a:off x="2286000" y="6172200"/>
            <a:ext cx="304800" cy="304800"/>
          </a:xfrm>
          <a:custGeom>
            <a:avLst/>
            <a:gdLst>
              <a:gd name="T0" fmla="*/ 0 w 192"/>
              <a:gd name="T1" fmla="*/ 0 h 240"/>
              <a:gd name="T2" fmla="*/ 2147483646 w 192"/>
              <a:gd name="T3" fmla="*/ 0 h 240"/>
              <a:gd name="T4" fmla="*/ 2147483646 w 192"/>
              <a:gd name="T5" fmla="*/ 2147483646 h 240"/>
              <a:gd name="T6" fmla="*/ 0 w 192"/>
              <a:gd name="T7" fmla="*/ 2147483646 h 240"/>
              <a:gd name="T8" fmla="*/ 0 60000 65536"/>
              <a:gd name="T9" fmla="*/ 0 60000 65536"/>
              <a:gd name="T10" fmla="*/ 0 60000 65536"/>
              <a:gd name="T11" fmla="*/ 0 60000 65536"/>
              <a:gd name="T12" fmla="*/ 0 w 192"/>
              <a:gd name="T13" fmla="*/ 0 h 240"/>
              <a:gd name="T14" fmla="*/ 192 w 192"/>
              <a:gd name="T15" fmla="*/ 240 h 240"/>
            </a:gdLst>
            <a:ahLst/>
            <a:cxnLst>
              <a:cxn ang="T8">
                <a:pos x="T0" y="T1"/>
              </a:cxn>
              <a:cxn ang="T9">
                <a:pos x="T2" y="T3"/>
              </a:cxn>
              <a:cxn ang="T10">
                <a:pos x="T4" y="T5"/>
              </a:cxn>
              <a:cxn ang="T11">
                <a:pos x="T6" y="T7"/>
              </a:cxn>
            </a:cxnLst>
            <a:rect l="T12" t="T13" r="T14" b="T15"/>
            <a:pathLst>
              <a:path w="192" h="240">
                <a:moveTo>
                  <a:pt x="0" y="0"/>
                </a:moveTo>
                <a:lnTo>
                  <a:pt x="192" y="0"/>
                </a:lnTo>
                <a:lnTo>
                  <a:pt x="192" y="240"/>
                </a:lnTo>
                <a:lnTo>
                  <a:pt x="0" y="24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 name="Freeform 30">
            <a:extLst>
              <a:ext uri="{FF2B5EF4-FFF2-40B4-BE49-F238E27FC236}">
                <a16:creationId xmlns:a16="http://schemas.microsoft.com/office/drawing/2014/main" id="{290FE8B0-7B19-4624-89AC-009E501DE6EF}"/>
              </a:ext>
            </a:extLst>
          </p:cNvPr>
          <p:cNvSpPr>
            <a:spLocks/>
          </p:cNvSpPr>
          <p:nvPr>
            <p:custDataLst>
              <p:tags r:id="rId31"/>
            </p:custDataLst>
          </p:nvPr>
        </p:nvSpPr>
        <p:spPr bwMode="auto">
          <a:xfrm>
            <a:off x="2286000" y="6096000"/>
            <a:ext cx="3048000" cy="533400"/>
          </a:xfrm>
          <a:custGeom>
            <a:avLst/>
            <a:gdLst>
              <a:gd name="T0" fmla="*/ 2147483646 w 2160"/>
              <a:gd name="T1" fmla="*/ 0 h 576"/>
              <a:gd name="T2" fmla="*/ 2147483646 w 2160"/>
              <a:gd name="T3" fmla="*/ 2147483646 h 576"/>
              <a:gd name="T4" fmla="*/ 0 w 2160"/>
              <a:gd name="T5" fmla="*/ 2147483646 h 576"/>
              <a:gd name="T6" fmla="*/ 0 60000 65536"/>
              <a:gd name="T7" fmla="*/ 0 60000 65536"/>
              <a:gd name="T8" fmla="*/ 0 60000 65536"/>
              <a:gd name="T9" fmla="*/ 0 w 2160"/>
              <a:gd name="T10" fmla="*/ 0 h 576"/>
              <a:gd name="T11" fmla="*/ 2160 w 2160"/>
              <a:gd name="T12" fmla="*/ 576 h 576"/>
            </a:gdLst>
            <a:ahLst/>
            <a:cxnLst>
              <a:cxn ang="T6">
                <a:pos x="T0" y="T1"/>
              </a:cxn>
              <a:cxn ang="T7">
                <a:pos x="T2" y="T3"/>
              </a:cxn>
              <a:cxn ang="T8">
                <a:pos x="T4" y="T5"/>
              </a:cxn>
            </a:cxnLst>
            <a:rect l="T9" t="T10" r="T11" b="T12"/>
            <a:pathLst>
              <a:path w="2160" h="576">
                <a:moveTo>
                  <a:pt x="2160" y="0"/>
                </a:moveTo>
                <a:lnTo>
                  <a:pt x="2160" y="576"/>
                </a:lnTo>
                <a:lnTo>
                  <a:pt x="0" y="576"/>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Freeform 31">
            <a:extLst>
              <a:ext uri="{FF2B5EF4-FFF2-40B4-BE49-F238E27FC236}">
                <a16:creationId xmlns:a16="http://schemas.microsoft.com/office/drawing/2014/main" id="{C6731C10-EE9D-4E1F-B503-9FD9A6637F33}"/>
              </a:ext>
            </a:extLst>
          </p:cNvPr>
          <p:cNvSpPr>
            <a:spLocks/>
          </p:cNvSpPr>
          <p:nvPr>
            <p:custDataLst>
              <p:tags r:id="rId32"/>
            </p:custDataLst>
          </p:nvPr>
        </p:nvSpPr>
        <p:spPr bwMode="auto">
          <a:xfrm>
            <a:off x="1143000" y="5943600"/>
            <a:ext cx="990600" cy="533400"/>
          </a:xfrm>
          <a:custGeom>
            <a:avLst/>
            <a:gdLst>
              <a:gd name="T0" fmla="*/ 2147483646 w 624"/>
              <a:gd name="T1" fmla="*/ 2147483646 h 528"/>
              <a:gd name="T2" fmla="*/ 0 w 624"/>
              <a:gd name="T3" fmla="*/ 2147483646 h 528"/>
              <a:gd name="T4" fmla="*/ 0 w 624"/>
              <a:gd name="T5" fmla="*/ 0 h 528"/>
              <a:gd name="T6" fmla="*/ 2147483646 w 624"/>
              <a:gd name="T7" fmla="*/ 0 h 528"/>
              <a:gd name="T8" fmla="*/ 0 60000 65536"/>
              <a:gd name="T9" fmla="*/ 0 60000 65536"/>
              <a:gd name="T10" fmla="*/ 0 60000 65536"/>
              <a:gd name="T11" fmla="*/ 0 60000 65536"/>
              <a:gd name="T12" fmla="*/ 0 w 624"/>
              <a:gd name="T13" fmla="*/ 0 h 528"/>
              <a:gd name="T14" fmla="*/ 624 w 624"/>
              <a:gd name="T15" fmla="*/ 528 h 528"/>
            </a:gdLst>
            <a:ahLst/>
            <a:cxnLst>
              <a:cxn ang="T8">
                <a:pos x="T0" y="T1"/>
              </a:cxn>
              <a:cxn ang="T9">
                <a:pos x="T2" y="T3"/>
              </a:cxn>
              <a:cxn ang="T10">
                <a:pos x="T4" y="T5"/>
              </a:cxn>
              <a:cxn ang="T11">
                <a:pos x="T6" y="T7"/>
              </a:cxn>
            </a:cxnLst>
            <a:rect l="T12" t="T13" r="T14" b="T15"/>
            <a:pathLst>
              <a:path w="624" h="528">
                <a:moveTo>
                  <a:pt x="624" y="528"/>
                </a:moveTo>
                <a:lnTo>
                  <a:pt x="0" y="528"/>
                </a:ln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Rectangle 32">
            <a:extLst>
              <a:ext uri="{FF2B5EF4-FFF2-40B4-BE49-F238E27FC236}">
                <a16:creationId xmlns:a16="http://schemas.microsoft.com/office/drawing/2014/main" id="{21E98356-18D1-45F8-B6A7-8DF0C27DF6AB}"/>
              </a:ext>
            </a:extLst>
          </p:cNvPr>
          <p:cNvSpPr>
            <a:spLocks noChangeArrowheads="1"/>
          </p:cNvSpPr>
          <p:nvPr>
            <p:custDataLst>
              <p:tags r:id="rId33"/>
            </p:custDataLst>
          </p:nvPr>
        </p:nvSpPr>
        <p:spPr bwMode="auto">
          <a:xfrm>
            <a:off x="1981200" y="5943600"/>
            <a:ext cx="303213" cy="4572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600">
                <a:solidFill>
                  <a:srgbClr val="000000"/>
                </a:solidFill>
                <a:latin typeface="Arial" panose="020B0604020202020204" pitchFamily="34" charset="0"/>
              </a:rPr>
              <a:t>B</a:t>
            </a:r>
          </a:p>
          <a:p>
            <a:pPr algn="ctr">
              <a:spcBef>
                <a:spcPct val="0"/>
              </a:spcBef>
              <a:buClrTx/>
              <a:buFontTx/>
              <a:buNone/>
            </a:pPr>
            <a:r>
              <a:rPr lang="en-US" altLang="en-US" sz="1600">
                <a:solidFill>
                  <a:srgbClr val="000000"/>
                </a:solidFill>
                <a:latin typeface="Arial" panose="020B0604020202020204" pitchFamily="34" charset="0"/>
              </a:rPr>
              <a:t>P</a:t>
            </a:r>
          </a:p>
        </p:txBody>
      </p:sp>
      <p:sp>
        <p:nvSpPr>
          <p:cNvPr id="34" name="Line 33">
            <a:extLst>
              <a:ext uri="{FF2B5EF4-FFF2-40B4-BE49-F238E27FC236}">
                <a16:creationId xmlns:a16="http://schemas.microsoft.com/office/drawing/2014/main" id="{0991C891-D025-4F44-A602-47E564C869B3}"/>
              </a:ext>
            </a:extLst>
          </p:cNvPr>
          <p:cNvSpPr>
            <a:spLocks noChangeShapeType="1"/>
          </p:cNvSpPr>
          <p:nvPr>
            <p:custDataLst>
              <p:tags r:id="rId34"/>
            </p:custDataLst>
          </p:nvPr>
        </p:nvSpPr>
        <p:spPr bwMode="auto">
          <a:xfrm>
            <a:off x="5257800" y="6096000"/>
            <a:ext cx="2286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 name="Freeform 34">
            <a:extLst>
              <a:ext uri="{FF2B5EF4-FFF2-40B4-BE49-F238E27FC236}">
                <a16:creationId xmlns:a16="http://schemas.microsoft.com/office/drawing/2014/main" id="{61EA89C5-2286-42CE-98D0-65D0A2B083B4}"/>
              </a:ext>
            </a:extLst>
          </p:cNvPr>
          <p:cNvSpPr>
            <a:spLocks/>
          </p:cNvSpPr>
          <p:nvPr>
            <p:custDataLst>
              <p:tags r:id="rId35"/>
            </p:custDataLst>
          </p:nvPr>
        </p:nvSpPr>
        <p:spPr bwMode="auto">
          <a:xfrm>
            <a:off x="5791200" y="5181600"/>
            <a:ext cx="1066800" cy="914400"/>
          </a:xfrm>
          <a:custGeom>
            <a:avLst/>
            <a:gdLst>
              <a:gd name="T0" fmla="*/ 2147483646 w 672"/>
              <a:gd name="T1" fmla="*/ 2147483646 h 576"/>
              <a:gd name="T2" fmla="*/ 2147483646 w 672"/>
              <a:gd name="T3" fmla="*/ 2147483646 h 576"/>
              <a:gd name="T4" fmla="*/ 2147483646 w 672"/>
              <a:gd name="T5" fmla="*/ 0 h 576"/>
              <a:gd name="T6" fmla="*/ 0 w 672"/>
              <a:gd name="T7" fmla="*/ 0 h 576"/>
              <a:gd name="T8" fmla="*/ 0 60000 65536"/>
              <a:gd name="T9" fmla="*/ 0 60000 65536"/>
              <a:gd name="T10" fmla="*/ 0 60000 65536"/>
              <a:gd name="T11" fmla="*/ 0 60000 65536"/>
              <a:gd name="T12" fmla="*/ 0 w 672"/>
              <a:gd name="T13" fmla="*/ 0 h 576"/>
              <a:gd name="T14" fmla="*/ 672 w 672"/>
              <a:gd name="T15" fmla="*/ 576 h 576"/>
            </a:gdLst>
            <a:ahLst/>
            <a:cxnLst>
              <a:cxn ang="T8">
                <a:pos x="T0" y="T1"/>
              </a:cxn>
              <a:cxn ang="T9">
                <a:pos x="T2" y="T3"/>
              </a:cxn>
              <a:cxn ang="T10">
                <a:pos x="T4" y="T5"/>
              </a:cxn>
              <a:cxn ang="T11">
                <a:pos x="T6" y="T7"/>
              </a:cxn>
            </a:cxnLst>
            <a:rect l="T12" t="T13" r="T14" b="T15"/>
            <a:pathLst>
              <a:path w="672" h="576">
                <a:moveTo>
                  <a:pt x="528" y="576"/>
                </a:moveTo>
                <a:lnTo>
                  <a:pt x="672" y="576"/>
                </a:lnTo>
                <a:lnTo>
                  <a:pt x="672" y="0"/>
                </a:lnTo>
                <a:lnTo>
                  <a:pt x="0" y="0"/>
                </a:lnTo>
              </a:path>
            </a:pathLst>
          </a:custGeom>
          <a:noFill/>
          <a:ln w="28575">
            <a:solidFill>
              <a:srgbClr val="FF090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Rectangle 35">
            <a:extLst>
              <a:ext uri="{FF2B5EF4-FFF2-40B4-BE49-F238E27FC236}">
                <a16:creationId xmlns:a16="http://schemas.microsoft.com/office/drawing/2014/main" id="{5B0F2DB0-3D97-4B07-BB40-CE7EB9B1B10E}"/>
              </a:ext>
            </a:extLst>
          </p:cNvPr>
          <p:cNvSpPr>
            <a:spLocks noChangeArrowheads="1"/>
          </p:cNvSpPr>
          <p:nvPr>
            <p:custDataLst>
              <p:tags r:id="rId36"/>
            </p:custDataLst>
          </p:nvPr>
        </p:nvSpPr>
        <p:spPr bwMode="auto">
          <a:xfrm>
            <a:off x="3962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37" name="Rectangle 36">
            <a:extLst>
              <a:ext uri="{FF2B5EF4-FFF2-40B4-BE49-F238E27FC236}">
                <a16:creationId xmlns:a16="http://schemas.microsoft.com/office/drawing/2014/main" id="{6F4661CF-3A55-4EF3-9437-D539F64D2C63}"/>
              </a:ext>
            </a:extLst>
          </p:cNvPr>
          <p:cNvSpPr>
            <a:spLocks noChangeArrowheads="1"/>
          </p:cNvSpPr>
          <p:nvPr>
            <p:custDataLst>
              <p:tags r:id="rId37"/>
            </p:custDataLst>
          </p:nvPr>
        </p:nvSpPr>
        <p:spPr bwMode="auto">
          <a:xfrm>
            <a:off x="4114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38" name="Rectangle 37">
            <a:extLst>
              <a:ext uri="{FF2B5EF4-FFF2-40B4-BE49-F238E27FC236}">
                <a16:creationId xmlns:a16="http://schemas.microsoft.com/office/drawing/2014/main" id="{E7DFAA71-7104-4C58-8B9E-D8A8B5C04355}"/>
              </a:ext>
            </a:extLst>
          </p:cNvPr>
          <p:cNvSpPr>
            <a:spLocks noChangeArrowheads="1"/>
          </p:cNvSpPr>
          <p:nvPr>
            <p:custDataLst>
              <p:tags r:id="rId38"/>
            </p:custDataLst>
          </p:nvPr>
        </p:nvSpPr>
        <p:spPr bwMode="auto">
          <a:xfrm>
            <a:off x="4267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39" name="Rectangle 38">
            <a:extLst>
              <a:ext uri="{FF2B5EF4-FFF2-40B4-BE49-F238E27FC236}">
                <a16:creationId xmlns:a16="http://schemas.microsoft.com/office/drawing/2014/main" id="{16DFB5D0-3380-41AE-8C06-9E49C09B228B}"/>
              </a:ext>
            </a:extLst>
          </p:cNvPr>
          <p:cNvSpPr>
            <a:spLocks noChangeArrowheads="1"/>
          </p:cNvSpPr>
          <p:nvPr>
            <p:custDataLst>
              <p:tags r:id="rId39"/>
            </p:custDataLst>
          </p:nvPr>
        </p:nvSpPr>
        <p:spPr bwMode="auto">
          <a:xfrm>
            <a:off x="44196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0" name="Rectangle 39">
            <a:extLst>
              <a:ext uri="{FF2B5EF4-FFF2-40B4-BE49-F238E27FC236}">
                <a16:creationId xmlns:a16="http://schemas.microsoft.com/office/drawing/2014/main" id="{167A4F37-00F5-4B2E-B607-46280DF24FB6}"/>
              </a:ext>
            </a:extLst>
          </p:cNvPr>
          <p:cNvSpPr>
            <a:spLocks noChangeArrowheads="1"/>
          </p:cNvSpPr>
          <p:nvPr>
            <p:custDataLst>
              <p:tags r:id="rId40"/>
            </p:custDataLst>
          </p:nvPr>
        </p:nvSpPr>
        <p:spPr bwMode="auto">
          <a:xfrm>
            <a:off x="45720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1" name="Rectangle 40">
            <a:extLst>
              <a:ext uri="{FF2B5EF4-FFF2-40B4-BE49-F238E27FC236}">
                <a16:creationId xmlns:a16="http://schemas.microsoft.com/office/drawing/2014/main" id="{494CC065-8340-421B-9ED5-03DA259F93FD}"/>
              </a:ext>
            </a:extLst>
          </p:cNvPr>
          <p:cNvSpPr>
            <a:spLocks noChangeArrowheads="1"/>
          </p:cNvSpPr>
          <p:nvPr>
            <p:custDataLst>
              <p:tags r:id="rId41"/>
            </p:custDataLst>
          </p:nvPr>
        </p:nvSpPr>
        <p:spPr bwMode="auto">
          <a:xfrm>
            <a:off x="4724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2" name="Rectangle 41">
            <a:extLst>
              <a:ext uri="{FF2B5EF4-FFF2-40B4-BE49-F238E27FC236}">
                <a16:creationId xmlns:a16="http://schemas.microsoft.com/office/drawing/2014/main" id="{A2DC70AD-F725-4A8D-A8FB-8896AA95A913}"/>
              </a:ext>
            </a:extLst>
          </p:cNvPr>
          <p:cNvSpPr>
            <a:spLocks noChangeArrowheads="1"/>
          </p:cNvSpPr>
          <p:nvPr>
            <p:custDataLst>
              <p:tags r:id="rId42"/>
            </p:custDataLst>
          </p:nvPr>
        </p:nvSpPr>
        <p:spPr bwMode="auto">
          <a:xfrm>
            <a:off x="4876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3" name="Rectangle 42">
            <a:extLst>
              <a:ext uri="{FF2B5EF4-FFF2-40B4-BE49-F238E27FC236}">
                <a16:creationId xmlns:a16="http://schemas.microsoft.com/office/drawing/2014/main" id="{E80337C8-955D-4ED7-A364-86CAF3548768}"/>
              </a:ext>
            </a:extLst>
          </p:cNvPr>
          <p:cNvSpPr>
            <a:spLocks noChangeArrowheads="1"/>
          </p:cNvSpPr>
          <p:nvPr>
            <p:custDataLst>
              <p:tags r:id="rId43"/>
            </p:custDataLst>
          </p:nvPr>
        </p:nvSpPr>
        <p:spPr bwMode="auto">
          <a:xfrm>
            <a:off x="5029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4" name="Rectangle 43">
            <a:extLst>
              <a:ext uri="{FF2B5EF4-FFF2-40B4-BE49-F238E27FC236}">
                <a16:creationId xmlns:a16="http://schemas.microsoft.com/office/drawing/2014/main" id="{91B82332-2813-424E-8EB8-2721E14C4E51}"/>
              </a:ext>
            </a:extLst>
          </p:cNvPr>
          <p:cNvSpPr>
            <a:spLocks noChangeArrowheads="1"/>
          </p:cNvSpPr>
          <p:nvPr>
            <p:custDataLst>
              <p:tags r:id="rId44"/>
            </p:custDataLst>
          </p:nvPr>
        </p:nvSpPr>
        <p:spPr bwMode="auto">
          <a:xfrm>
            <a:off x="51816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5" name="Rectangle 44">
            <a:extLst>
              <a:ext uri="{FF2B5EF4-FFF2-40B4-BE49-F238E27FC236}">
                <a16:creationId xmlns:a16="http://schemas.microsoft.com/office/drawing/2014/main" id="{B2773FA7-91D0-4D60-9AA1-4245FAB330CA}"/>
              </a:ext>
            </a:extLst>
          </p:cNvPr>
          <p:cNvSpPr>
            <a:spLocks noChangeArrowheads="1"/>
          </p:cNvSpPr>
          <p:nvPr>
            <p:custDataLst>
              <p:tags r:id="rId45"/>
            </p:custDataLst>
          </p:nvPr>
        </p:nvSpPr>
        <p:spPr bwMode="auto">
          <a:xfrm>
            <a:off x="53340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6" name="Rectangle 45">
            <a:extLst>
              <a:ext uri="{FF2B5EF4-FFF2-40B4-BE49-F238E27FC236}">
                <a16:creationId xmlns:a16="http://schemas.microsoft.com/office/drawing/2014/main" id="{75D6242B-1E60-48A6-9D9D-8F335E185EE7}"/>
              </a:ext>
            </a:extLst>
          </p:cNvPr>
          <p:cNvSpPr>
            <a:spLocks noChangeArrowheads="1"/>
          </p:cNvSpPr>
          <p:nvPr>
            <p:custDataLst>
              <p:tags r:id="rId46"/>
            </p:custDataLst>
          </p:nvPr>
        </p:nvSpPr>
        <p:spPr bwMode="auto">
          <a:xfrm>
            <a:off x="5486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7" name="Rectangle 46">
            <a:extLst>
              <a:ext uri="{FF2B5EF4-FFF2-40B4-BE49-F238E27FC236}">
                <a16:creationId xmlns:a16="http://schemas.microsoft.com/office/drawing/2014/main" id="{4F4E7F8A-4689-4834-8A67-9CF72CA8937C}"/>
              </a:ext>
            </a:extLst>
          </p:cNvPr>
          <p:cNvSpPr>
            <a:spLocks noChangeArrowheads="1"/>
          </p:cNvSpPr>
          <p:nvPr>
            <p:custDataLst>
              <p:tags r:id="rId47"/>
            </p:custDataLst>
          </p:nvPr>
        </p:nvSpPr>
        <p:spPr bwMode="auto">
          <a:xfrm>
            <a:off x="5638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8" name="Rectangle 47">
            <a:extLst>
              <a:ext uri="{FF2B5EF4-FFF2-40B4-BE49-F238E27FC236}">
                <a16:creationId xmlns:a16="http://schemas.microsoft.com/office/drawing/2014/main" id="{B874B969-14F0-4F36-9E0B-C6AB7B10D445}"/>
              </a:ext>
            </a:extLst>
          </p:cNvPr>
          <p:cNvSpPr>
            <a:spLocks noChangeArrowheads="1"/>
          </p:cNvSpPr>
          <p:nvPr>
            <p:custDataLst>
              <p:tags r:id="rId48"/>
            </p:custDataLst>
          </p:nvPr>
        </p:nvSpPr>
        <p:spPr bwMode="auto">
          <a:xfrm>
            <a:off x="5791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49" name="Rectangle 48">
            <a:extLst>
              <a:ext uri="{FF2B5EF4-FFF2-40B4-BE49-F238E27FC236}">
                <a16:creationId xmlns:a16="http://schemas.microsoft.com/office/drawing/2014/main" id="{BD1E1DAE-3889-4094-9CC0-7E8B6EFE3015}"/>
              </a:ext>
            </a:extLst>
          </p:cNvPr>
          <p:cNvSpPr>
            <a:spLocks noChangeArrowheads="1"/>
          </p:cNvSpPr>
          <p:nvPr>
            <p:custDataLst>
              <p:tags r:id="rId49"/>
            </p:custDataLst>
          </p:nvPr>
        </p:nvSpPr>
        <p:spPr bwMode="auto">
          <a:xfrm>
            <a:off x="59436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50" name="Rectangle 49">
            <a:extLst>
              <a:ext uri="{FF2B5EF4-FFF2-40B4-BE49-F238E27FC236}">
                <a16:creationId xmlns:a16="http://schemas.microsoft.com/office/drawing/2014/main" id="{BEF1B231-6AFD-4FE0-A88A-CE2BB5AEE098}"/>
              </a:ext>
            </a:extLst>
          </p:cNvPr>
          <p:cNvSpPr>
            <a:spLocks noChangeArrowheads="1"/>
          </p:cNvSpPr>
          <p:nvPr>
            <p:custDataLst>
              <p:tags r:id="rId50"/>
            </p:custDataLst>
          </p:nvPr>
        </p:nvSpPr>
        <p:spPr bwMode="auto">
          <a:xfrm>
            <a:off x="60960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51" name="Rectangle 50">
            <a:extLst>
              <a:ext uri="{FF2B5EF4-FFF2-40B4-BE49-F238E27FC236}">
                <a16:creationId xmlns:a16="http://schemas.microsoft.com/office/drawing/2014/main" id="{9D53D139-A777-401F-85B8-82C079125B62}"/>
              </a:ext>
            </a:extLst>
          </p:cNvPr>
          <p:cNvSpPr>
            <a:spLocks noChangeArrowheads="1"/>
          </p:cNvSpPr>
          <p:nvPr>
            <p:custDataLst>
              <p:tags r:id="rId51"/>
            </p:custDataLst>
          </p:nvPr>
        </p:nvSpPr>
        <p:spPr bwMode="auto">
          <a:xfrm>
            <a:off x="6248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52" name="Rectangle 51">
            <a:extLst>
              <a:ext uri="{FF2B5EF4-FFF2-40B4-BE49-F238E27FC236}">
                <a16:creationId xmlns:a16="http://schemas.microsoft.com/office/drawing/2014/main" id="{462C9112-8E83-4CF7-9EAD-1EB7BA57F05C}"/>
              </a:ext>
            </a:extLst>
          </p:cNvPr>
          <p:cNvSpPr>
            <a:spLocks noChangeArrowheads="1"/>
          </p:cNvSpPr>
          <p:nvPr>
            <p:custDataLst>
              <p:tags r:id="rId52"/>
            </p:custDataLst>
          </p:nvPr>
        </p:nvSpPr>
        <p:spPr bwMode="auto">
          <a:xfrm>
            <a:off x="6400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53" name="Rectangle 52">
            <a:extLst>
              <a:ext uri="{FF2B5EF4-FFF2-40B4-BE49-F238E27FC236}">
                <a16:creationId xmlns:a16="http://schemas.microsoft.com/office/drawing/2014/main" id="{43121519-ED29-4E3C-A451-EEA7E860789A}"/>
              </a:ext>
            </a:extLst>
          </p:cNvPr>
          <p:cNvSpPr>
            <a:spLocks noChangeArrowheads="1"/>
          </p:cNvSpPr>
          <p:nvPr>
            <p:custDataLst>
              <p:tags r:id="rId53"/>
            </p:custDataLst>
          </p:nvPr>
        </p:nvSpPr>
        <p:spPr bwMode="auto">
          <a:xfrm>
            <a:off x="6553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54" name="Rectangle 53">
            <a:extLst>
              <a:ext uri="{FF2B5EF4-FFF2-40B4-BE49-F238E27FC236}">
                <a16:creationId xmlns:a16="http://schemas.microsoft.com/office/drawing/2014/main" id="{8B6C6A86-B5FC-471D-98B3-DBBF0A3C55BA}"/>
              </a:ext>
            </a:extLst>
          </p:cNvPr>
          <p:cNvSpPr>
            <a:spLocks noChangeArrowheads="1"/>
          </p:cNvSpPr>
          <p:nvPr>
            <p:custDataLst>
              <p:tags r:id="rId54"/>
            </p:custDataLst>
          </p:nvPr>
        </p:nvSpPr>
        <p:spPr bwMode="auto">
          <a:xfrm>
            <a:off x="3962400" y="42672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800" b="1" dirty="0">
                <a:solidFill>
                  <a:schemeClr val="bg1"/>
                </a:solidFill>
                <a:latin typeface="Arial" panose="020B0604020202020204" pitchFamily="34" charset="0"/>
              </a:rPr>
              <a:t>scoreboard</a:t>
            </a:r>
          </a:p>
        </p:txBody>
      </p:sp>
      <p:sp>
        <p:nvSpPr>
          <p:cNvPr id="55" name="Freeform 54">
            <a:extLst>
              <a:ext uri="{FF2B5EF4-FFF2-40B4-BE49-F238E27FC236}">
                <a16:creationId xmlns:a16="http://schemas.microsoft.com/office/drawing/2014/main" id="{B7050B31-F024-46C3-A6BC-E660525AB26C}"/>
              </a:ext>
            </a:extLst>
          </p:cNvPr>
          <p:cNvSpPr>
            <a:spLocks/>
          </p:cNvSpPr>
          <p:nvPr>
            <p:custDataLst>
              <p:tags r:id="rId55"/>
            </p:custDataLst>
          </p:nvPr>
        </p:nvSpPr>
        <p:spPr bwMode="auto">
          <a:xfrm>
            <a:off x="3124200" y="4495800"/>
            <a:ext cx="838200" cy="1143000"/>
          </a:xfrm>
          <a:custGeom>
            <a:avLst/>
            <a:gdLst>
              <a:gd name="T0" fmla="*/ 0 w 528"/>
              <a:gd name="T1" fmla="*/ 2147483646 h 720"/>
              <a:gd name="T2" fmla="*/ 2147483646 w 528"/>
              <a:gd name="T3" fmla="*/ 2147483646 h 720"/>
              <a:gd name="T4" fmla="*/ 2147483646 w 528"/>
              <a:gd name="T5" fmla="*/ 0 h 720"/>
              <a:gd name="T6" fmla="*/ 2147483646 w 528"/>
              <a:gd name="T7" fmla="*/ 0 h 720"/>
              <a:gd name="T8" fmla="*/ 0 60000 65536"/>
              <a:gd name="T9" fmla="*/ 0 60000 65536"/>
              <a:gd name="T10" fmla="*/ 0 60000 65536"/>
              <a:gd name="T11" fmla="*/ 0 60000 65536"/>
              <a:gd name="T12" fmla="*/ 0 w 528"/>
              <a:gd name="T13" fmla="*/ 0 h 720"/>
              <a:gd name="T14" fmla="*/ 528 w 528"/>
              <a:gd name="T15" fmla="*/ 720 h 720"/>
            </a:gdLst>
            <a:ahLst/>
            <a:cxnLst>
              <a:cxn ang="T8">
                <a:pos x="T0" y="T1"/>
              </a:cxn>
              <a:cxn ang="T9">
                <a:pos x="T2" y="T3"/>
              </a:cxn>
              <a:cxn ang="T10">
                <a:pos x="T4" y="T5"/>
              </a:cxn>
              <a:cxn ang="T11">
                <a:pos x="T6" y="T7"/>
              </a:cxn>
            </a:cxnLst>
            <a:rect l="T12" t="T13" r="T14" b="T15"/>
            <a:pathLst>
              <a:path w="528" h="720">
                <a:moveTo>
                  <a:pt x="0" y="720"/>
                </a:moveTo>
                <a:lnTo>
                  <a:pt x="144" y="720"/>
                </a:lnTo>
                <a:lnTo>
                  <a:pt x="144" y="0"/>
                </a:lnTo>
                <a:lnTo>
                  <a:pt x="528" y="0"/>
                </a:lnTo>
              </a:path>
            </a:pathLst>
          </a:custGeom>
          <a:noFill/>
          <a:ln w="28575">
            <a:solidFill>
              <a:srgbClr val="FF090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6" name="Freeform 55">
            <a:extLst>
              <a:ext uri="{FF2B5EF4-FFF2-40B4-BE49-F238E27FC236}">
                <a16:creationId xmlns:a16="http://schemas.microsoft.com/office/drawing/2014/main" id="{DC8F6C66-C1C6-4855-9584-03DAA6963893}"/>
              </a:ext>
            </a:extLst>
          </p:cNvPr>
          <p:cNvSpPr>
            <a:spLocks/>
          </p:cNvSpPr>
          <p:nvPr>
            <p:custDataLst>
              <p:tags r:id="rId56"/>
            </p:custDataLst>
          </p:nvPr>
        </p:nvSpPr>
        <p:spPr bwMode="auto">
          <a:xfrm>
            <a:off x="3733800" y="4724400"/>
            <a:ext cx="1828800" cy="914400"/>
          </a:xfrm>
          <a:custGeom>
            <a:avLst/>
            <a:gdLst>
              <a:gd name="T0" fmla="*/ 2147483646 w 1152"/>
              <a:gd name="T1" fmla="*/ 0 h 576"/>
              <a:gd name="T2" fmla="*/ 2147483646 w 1152"/>
              <a:gd name="T3" fmla="*/ 2147483646 h 576"/>
              <a:gd name="T4" fmla="*/ 0 w 1152"/>
              <a:gd name="T5" fmla="*/ 2147483646 h 576"/>
              <a:gd name="T6" fmla="*/ 0 w 1152"/>
              <a:gd name="T7" fmla="*/ 2147483646 h 576"/>
              <a:gd name="T8" fmla="*/ 2147483646 w 1152"/>
              <a:gd name="T9" fmla="*/ 2147483646 h 576"/>
              <a:gd name="T10" fmla="*/ 0 60000 65536"/>
              <a:gd name="T11" fmla="*/ 0 60000 65536"/>
              <a:gd name="T12" fmla="*/ 0 60000 65536"/>
              <a:gd name="T13" fmla="*/ 0 60000 65536"/>
              <a:gd name="T14" fmla="*/ 0 60000 65536"/>
              <a:gd name="T15" fmla="*/ 0 w 1152"/>
              <a:gd name="T16" fmla="*/ 0 h 576"/>
              <a:gd name="T17" fmla="*/ 1152 w 1152"/>
              <a:gd name="T18" fmla="*/ 576 h 576"/>
            </a:gdLst>
            <a:ahLst/>
            <a:cxnLst>
              <a:cxn ang="T10">
                <a:pos x="T0" y="T1"/>
              </a:cxn>
              <a:cxn ang="T11">
                <a:pos x="T2" y="T3"/>
              </a:cxn>
              <a:cxn ang="T12">
                <a:pos x="T4" y="T5"/>
              </a:cxn>
              <a:cxn ang="T13">
                <a:pos x="T6" y="T7"/>
              </a:cxn>
              <a:cxn ang="T14">
                <a:pos x="T8" y="T9"/>
              </a:cxn>
            </a:cxnLst>
            <a:rect l="T15" t="T16" r="T17" b="T18"/>
            <a:pathLst>
              <a:path w="1152" h="576">
                <a:moveTo>
                  <a:pt x="1152" y="0"/>
                </a:moveTo>
                <a:lnTo>
                  <a:pt x="1152" y="144"/>
                </a:lnTo>
                <a:lnTo>
                  <a:pt x="0" y="144"/>
                </a:lnTo>
                <a:lnTo>
                  <a:pt x="0" y="576"/>
                </a:lnTo>
                <a:lnTo>
                  <a:pt x="480" y="576"/>
                </a:lnTo>
              </a:path>
            </a:pathLst>
          </a:custGeom>
          <a:noFill/>
          <a:ln w="28575">
            <a:solidFill>
              <a:srgbClr val="6B02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ustDataLst>
      <p:tags r:id="rId1"/>
    </p:custDataLst>
    <p:extLst>
      <p:ext uri="{BB962C8B-B14F-4D97-AF65-F5344CB8AC3E}">
        <p14:creationId xmlns:p14="http://schemas.microsoft.com/office/powerpoint/2010/main" val="101090132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0A70F60-F5C0-471D-BA71-DA8C16CD11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MIPS R10K</a:t>
            </a:r>
          </a:p>
        </p:txBody>
      </p:sp>
      <p:sp>
        <p:nvSpPr>
          <p:cNvPr id="15363" name="Rectangle 3">
            <a:extLst>
              <a:ext uri="{FF2B5EF4-FFF2-40B4-BE49-F238E27FC236}">
                <a16:creationId xmlns:a16="http://schemas.microsoft.com/office/drawing/2014/main" id="{48F3589B-9A70-45FF-8095-B75689BB5BB0}"/>
              </a:ext>
            </a:extLst>
          </p:cNvPr>
          <p:cNvSpPr>
            <a:spLocks noGrp="1" noChangeArrowheads="1"/>
          </p:cNvSpPr>
          <p:nvPr>
            <p:ph idx="1"/>
            <p:custDataLst>
              <p:tags r:id="rId3"/>
            </p:custDataLst>
          </p:nvPr>
        </p:nvSpPr>
        <p:spPr>
          <a:xfrm>
            <a:off x="457200" y="1600200"/>
            <a:ext cx="8534400" cy="4190999"/>
          </a:xfrm>
        </p:spPr>
        <p:txBody>
          <a:bodyPr/>
          <a:lstStyle/>
          <a:p>
            <a:pPr marL="0" indent="0" eaLnBrk="1" hangingPunct="1">
              <a:lnSpc>
                <a:spcPct val="80000"/>
              </a:lnSpc>
              <a:buNone/>
            </a:pPr>
            <a:r>
              <a:rPr lang="en-US" altLang="en-US" b="1" dirty="0"/>
              <a:t>Reorder buffer (ROB): </a:t>
            </a:r>
            <a:r>
              <a:rPr lang="en-US" altLang="en-US" dirty="0"/>
              <a:t>buffers completed results </a:t>
            </a:r>
            <a:r>
              <a:rPr lang="en-US" altLang="en-US" dirty="0" err="1"/>
              <a:t>en</a:t>
            </a:r>
            <a:r>
              <a:rPr lang="en-US" altLang="en-US" dirty="0"/>
              <a:t> route to registers. Split writeback into 2 stages:</a:t>
            </a:r>
          </a:p>
          <a:p>
            <a:pPr eaLnBrk="1" hangingPunct="1">
              <a:lnSpc>
                <a:spcPct val="80000"/>
              </a:lnSpc>
            </a:pPr>
            <a:r>
              <a:rPr lang="en-US" altLang="en-US" sz="2800" b="1" dirty="0"/>
              <a:t>Complete (C): </a:t>
            </a:r>
            <a:r>
              <a:rPr lang="en-US" altLang="en-US" sz="2800" dirty="0"/>
              <a:t>out-of-order</a:t>
            </a:r>
          </a:p>
          <a:p>
            <a:pPr lvl="1" eaLnBrk="1" hangingPunct="1">
              <a:lnSpc>
                <a:spcPct val="80000"/>
              </a:lnSpc>
            </a:pPr>
            <a:r>
              <a:rPr lang="en-US" altLang="en-US" sz="2400" dirty="0"/>
              <a:t>After execution, instructions write results into ROB</a:t>
            </a:r>
          </a:p>
          <a:p>
            <a:pPr eaLnBrk="1" hangingPunct="1">
              <a:lnSpc>
                <a:spcPct val="80000"/>
              </a:lnSpc>
            </a:pPr>
            <a:r>
              <a:rPr lang="en-US" altLang="en-US" sz="2800" b="1" dirty="0"/>
              <a:t>Retire (R): </a:t>
            </a:r>
            <a:r>
              <a:rPr lang="en-US" altLang="en-US" sz="2800" dirty="0"/>
              <a:t>in-order</a:t>
            </a:r>
          </a:p>
          <a:p>
            <a:pPr lvl="1" eaLnBrk="1" hangingPunct="1">
              <a:lnSpc>
                <a:spcPct val="80000"/>
              </a:lnSpc>
            </a:pPr>
            <a:r>
              <a:rPr lang="en-US" altLang="en-US" sz="2400" dirty="0"/>
              <a:t>ROB writes results into register file</a:t>
            </a:r>
          </a:p>
        </p:txBody>
      </p:sp>
      <p:sp>
        <p:nvSpPr>
          <p:cNvPr id="16388" name="Slide Number Placeholder 5">
            <a:extLst>
              <a:ext uri="{FF2B5EF4-FFF2-40B4-BE49-F238E27FC236}">
                <a16:creationId xmlns:a16="http://schemas.microsoft.com/office/drawing/2014/main" id="{1A0468D2-B7ED-4EBE-A2FE-EFCC0470BF1E}"/>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4C120E7B-614E-49CA-90BC-A67892513853}" type="slidenum">
              <a:rPr lang="en-US" altLang="en-US" sz="1400"/>
              <a:pPr lvl="1" eaLnBrk="1" hangingPunct="1">
                <a:spcBef>
                  <a:spcPct val="0"/>
                </a:spcBef>
                <a:buFontTx/>
                <a:buNone/>
              </a:pPr>
              <a:t>4</a:t>
            </a:fld>
            <a:endParaRPr lang="en-US" altLang="en-US" sz="1400">
              <a:latin typeface="Times New Roman" panose="02020603050405020304" pitchFamily="18" charset="0"/>
            </a:endParaRPr>
          </a:p>
        </p:txBody>
      </p:sp>
      <p:sp>
        <p:nvSpPr>
          <p:cNvPr id="57" name="Rectangle 2">
            <a:extLst>
              <a:ext uri="{FF2B5EF4-FFF2-40B4-BE49-F238E27FC236}">
                <a16:creationId xmlns:a16="http://schemas.microsoft.com/office/drawing/2014/main" id="{46A9F9CC-EAD2-40FC-AE78-3E4208E679BB}"/>
              </a:ext>
            </a:extLst>
          </p:cNvPr>
          <p:cNvSpPr>
            <a:spLocks noChangeArrowheads="1"/>
          </p:cNvSpPr>
          <p:nvPr>
            <p:custDataLst>
              <p:tags r:id="rId5"/>
            </p:custDataLst>
          </p:nvPr>
        </p:nvSpPr>
        <p:spPr bwMode="auto">
          <a:xfrm>
            <a:off x="3657600" y="5486400"/>
            <a:ext cx="3429000" cy="914400"/>
          </a:xfrm>
          <a:prstGeom prst="rect">
            <a:avLst/>
          </a:prstGeom>
          <a:solidFill>
            <a:schemeClr val="accent6">
              <a:lumMod val="40000"/>
              <a:lumOff val="60000"/>
            </a:schemeClr>
          </a:solidFill>
          <a:ln>
            <a:noFill/>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b="1">
              <a:solidFill>
                <a:schemeClr val="accent1"/>
              </a:solidFill>
              <a:latin typeface="Arial" panose="020B0604020202020204" pitchFamily="34" charset="0"/>
            </a:endParaRPr>
          </a:p>
        </p:txBody>
      </p:sp>
      <p:sp>
        <p:nvSpPr>
          <p:cNvPr id="58" name="Rectangle 3">
            <a:extLst>
              <a:ext uri="{FF2B5EF4-FFF2-40B4-BE49-F238E27FC236}">
                <a16:creationId xmlns:a16="http://schemas.microsoft.com/office/drawing/2014/main" id="{C7E24F59-0FF1-427F-91C7-0A0DEA926CF2}"/>
              </a:ext>
            </a:extLst>
          </p:cNvPr>
          <p:cNvSpPr>
            <a:spLocks noChangeArrowheads="1"/>
          </p:cNvSpPr>
          <p:nvPr>
            <p:custDataLst>
              <p:tags r:id="rId6"/>
            </p:custDataLst>
          </p:nvPr>
        </p:nvSpPr>
        <p:spPr bwMode="auto">
          <a:xfrm>
            <a:off x="1600200" y="5486400"/>
            <a:ext cx="1828800" cy="914400"/>
          </a:xfrm>
          <a:prstGeom prst="rect">
            <a:avLst/>
          </a:prstGeom>
          <a:solidFill>
            <a:schemeClr val="accent4">
              <a:lumMod val="40000"/>
              <a:lumOff val="60000"/>
            </a:schemeClr>
          </a:solidFill>
          <a:ln>
            <a:noFill/>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59" name="Rectangle 6">
            <a:extLst>
              <a:ext uri="{FF2B5EF4-FFF2-40B4-BE49-F238E27FC236}">
                <a16:creationId xmlns:a16="http://schemas.microsoft.com/office/drawing/2014/main" id="{77F0EF50-1023-42BF-849A-C4612758D49E}"/>
              </a:ext>
            </a:extLst>
          </p:cNvPr>
          <p:cNvSpPr>
            <a:spLocks noChangeArrowheads="1"/>
          </p:cNvSpPr>
          <p:nvPr>
            <p:custDataLst>
              <p:tags r:id="rId7"/>
            </p:custDataLst>
          </p:nvPr>
        </p:nvSpPr>
        <p:spPr bwMode="auto">
          <a:xfrm>
            <a:off x="4876800" y="5105400"/>
            <a:ext cx="914400" cy="3048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400">
                <a:solidFill>
                  <a:srgbClr val="000000"/>
                </a:solidFill>
                <a:latin typeface="Arial" panose="020B0604020202020204" pitchFamily="34" charset="0"/>
              </a:rPr>
              <a:t>regfile</a:t>
            </a:r>
          </a:p>
        </p:txBody>
      </p:sp>
      <p:sp>
        <p:nvSpPr>
          <p:cNvPr id="60" name="Freeform 7">
            <a:extLst>
              <a:ext uri="{FF2B5EF4-FFF2-40B4-BE49-F238E27FC236}">
                <a16:creationId xmlns:a16="http://schemas.microsoft.com/office/drawing/2014/main" id="{A665B93C-BC59-4F95-8E37-967EF8831146}"/>
              </a:ext>
            </a:extLst>
          </p:cNvPr>
          <p:cNvSpPr>
            <a:spLocks/>
          </p:cNvSpPr>
          <p:nvPr>
            <p:custDataLst>
              <p:tags r:id="rId8"/>
            </p:custDataLst>
          </p:nvPr>
        </p:nvSpPr>
        <p:spPr bwMode="auto">
          <a:xfrm>
            <a:off x="4953000" y="5791200"/>
            <a:ext cx="304800" cy="609600"/>
          </a:xfrm>
          <a:custGeom>
            <a:avLst/>
            <a:gdLst>
              <a:gd name="T0" fmla="*/ 0 w 384"/>
              <a:gd name="T1" fmla="*/ 0 h 768"/>
              <a:gd name="T2" fmla="*/ 0 w 384"/>
              <a:gd name="T3" fmla="*/ 2147483646 h 768"/>
              <a:gd name="T4" fmla="*/ 2147483646 w 384"/>
              <a:gd name="T5" fmla="*/ 2147483646 h 768"/>
              <a:gd name="T6" fmla="*/ 0 w 384"/>
              <a:gd name="T7" fmla="*/ 2147483646 h 768"/>
              <a:gd name="T8" fmla="*/ 0 w 384"/>
              <a:gd name="T9" fmla="*/ 2147483646 h 768"/>
              <a:gd name="T10" fmla="*/ 2147483646 w 384"/>
              <a:gd name="T11" fmla="*/ 2147483646 h 768"/>
              <a:gd name="T12" fmla="*/ 2147483646 w 384"/>
              <a:gd name="T13" fmla="*/ 2147483646 h 768"/>
              <a:gd name="T14" fmla="*/ 0 w 384"/>
              <a:gd name="T15" fmla="*/ 0 h 768"/>
              <a:gd name="T16" fmla="*/ 0 60000 65536"/>
              <a:gd name="T17" fmla="*/ 0 60000 65536"/>
              <a:gd name="T18" fmla="*/ 0 60000 65536"/>
              <a:gd name="T19" fmla="*/ 0 60000 65536"/>
              <a:gd name="T20" fmla="*/ 0 60000 65536"/>
              <a:gd name="T21" fmla="*/ 0 60000 65536"/>
              <a:gd name="T22" fmla="*/ 0 60000 65536"/>
              <a:gd name="T23" fmla="*/ 0 60000 65536"/>
              <a:gd name="T24" fmla="*/ 0 w 384"/>
              <a:gd name="T25" fmla="*/ 0 h 768"/>
              <a:gd name="T26" fmla="*/ 384 w 384"/>
              <a:gd name="T27" fmla="*/ 768 h 7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4" h="768">
                <a:moveTo>
                  <a:pt x="0" y="0"/>
                </a:moveTo>
                <a:lnTo>
                  <a:pt x="0" y="288"/>
                </a:lnTo>
                <a:lnTo>
                  <a:pt x="85" y="386"/>
                </a:lnTo>
                <a:lnTo>
                  <a:pt x="0" y="480"/>
                </a:lnTo>
                <a:lnTo>
                  <a:pt x="0" y="768"/>
                </a:lnTo>
                <a:lnTo>
                  <a:pt x="384" y="576"/>
                </a:lnTo>
                <a:lnTo>
                  <a:pt x="384" y="192"/>
                </a:lnTo>
                <a:lnTo>
                  <a:pt x="0" y="0"/>
                </a:lnTo>
                <a:close/>
              </a:path>
            </a:pathLst>
          </a:custGeom>
          <a:solidFill>
            <a:schemeClr val="bg1"/>
          </a:solidFill>
          <a:ln w="28575">
            <a:solidFill>
              <a:srgbClr val="000000"/>
            </a:solidFill>
            <a:round/>
            <a:headEnd/>
            <a:tailEnd/>
          </a:ln>
        </p:spPr>
        <p:txBody>
          <a:bodyPr wrap="none" anchor="ctr"/>
          <a:lstStyle/>
          <a:p>
            <a:endParaRPr lang="en-US"/>
          </a:p>
        </p:txBody>
      </p:sp>
      <p:sp>
        <p:nvSpPr>
          <p:cNvPr id="61" name="Rectangle 8">
            <a:extLst>
              <a:ext uri="{FF2B5EF4-FFF2-40B4-BE49-F238E27FC236}">
                <a16:creationId xmlns:a16="http://schemas.microsoft.com/office/drawing/2014/main" id="{246FDF4B-A4B1-4B6C-A06C-691625E01EFE}"/>
              </a:ext>
            </a:extLst>
          </p:cNvPr>
          <p:cNvSpPr>
            <a:spLocks noChangeArrowheads="1"/>
          </p:cNvSpPr>
          <p:nvPr>
            <p:custDataLst>
              <p:tags r:id="rId9"/>
            </p:custDataLst>
          </p:nvPr>
        </p:nvSpPr>
        <p:spPr bwMode="auto">
          <a:xfrm>
            <a:off x="5486400" y="5486400"/>
            <a:ext cx="304800" cy="7620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400">
                <a:solidFill>
                  <a:srgbClr val="000000"/>
                </a:solidFill>
                <a:latin typeface="Arial" panose="020B0604020202020204" pitchFamily="34" charset="0"/>
              </a:rPr>
              <a:t>D$</a:t>
            </a:r>
          </a:p>
        </p:txBody>
      </p:sp>
      <p:sp>
        <p:nvSpPr>
          <p:cNvPr id="62" name="Line 9">
            <a:extLst>
              <a:ext uri="{FF2B5EF4-FFF2-40B4-BE49-F238E27FC236}">
                <a16:creationId xmlns:a16="http://schemas.microsoft.com/office/drawing/2014/main" id="{D8092EDB-E543-4435-B273-5039924536F4}"/>
              </a:ext>
            </a:extLst>
          </p:cNvPr>
          <p:cNvSpPr>
            <a:spLocks noChangeShapeType="1"/>
          </p:cNvSpPr>
          <p:nvPr>
            <p:custDataLst>
              <p:tags r:id="rId10"/>
            </p:custDataLst>
          </p:nvPr>
        </p:nvSpPr>
        <p:spPr bwMode="auto">
          <a:xfrm>
            <a:off x="6172200" y="60960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10">
            <a:extLst>
              <a:ext uri="{FF2B5EF4-FFF2-40B4-BE49-F238E27FC236}">
                <a16:creationId xmlns:a16="http://schemas.microsoft.com/office/drawing/2014/main" id="{2ADA11D8-0D29-46C2-9293-D79C481D1914}"/>
              </a:ext>
            </a:extLst>
          </p:cNvPr>
          <p:cNvSpPr>
            <a:spLocks noChangeShapeType="1"/>
          </p:cNvSpPr>
          <p:nvPr>
            <p:custDataLst>
              <p:tags r:id="rId11"/>
            </p:custDataLst>
          </p:nvPr>
        </p:nvSpPr>
        <p:spPr bwMode="auto">
          <a:xfrm>
            <a:off x="6172200" y="63246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Rectangle 11">
            <a:extLst>
              <a:ext uri="{FF2B5EF4-FFF2-40B4-BE49-F238E27FC236}">
                <a16:creationId xmlns:a16="http://schemas.microsoft.com/office/drawing/2014/main" id="{BD061BC0-6334-4A25-BBA0-615E7007F08C}"/>
              </a:ext>
            </a:extLst>
          </p:cNvPr>
          <p:cNvSpPr>
            <a:spLocks noChangeArrowheads="1"/>
          </p:cNvSpPr>
          <p:nvPr>
            <p:custDataLst>
              <p:tags r:id="rId12"/>
            </p:custDataLst>
          </p:nvPr>
        </p:nvSpPr>
        <p:spPr bwMode="auto">
          <a:xfrm>
            <a:off x="4495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65" name="Rectangle 12">
            <a:extLst>
              <a:ext uri="{FF2B5EF4-FFF2-40B4-BE49-F238E27FC236}">
                <a16:creationId xmlns:a16="http://schemas.microsoft.com/office/drawing/2014/main" id="{FB9E81AF-9CEB-4F08-8249-DE1738072E70}"/>
              </a:ext>
            </a:extLst>
          </p:cNvPr>
          <p:cNvSpPr>
            <a:spLocks noChangeArrowheads="1"/>
          </p:cNvSpPr>
          <p:nvPr>
            <p:custDataLst>
              <p:tags r:id="rId13"/>
            </p:custDataLst>
          </p:nvPr>
        </p:nvSpPr>
        <p:spPr bwMode="auto">
          <a:xfrm>
            <a:off x="6019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66" name="Line 13">
            <a:extLst>
              <a:ext uri="{FF2B5EF4-FFF2-40B4-BE49-F238E27FC236}">
                <a16:creationId xmlns:a16="http://schemas.microsoft.com/office/drawing/2014/main" id="{1F0E2FE5-541F-4DAD-9A26-E8B4CB10661E}"/>
              </a:ext>
            </a:extLst>
          </p:cNvPr>
          <p:cNvSpPr>
            <a:spLocks noChangeShapeType="1"/>
          </p:cNvSpPr>
          <p:nvPr>
            <p:custDataLst>
              <p:tags r:id="rId14"/>
            </p:custDataLst>
          </p:nvPr>
        </p:nvSpPr>
        <p:spPr bwMode="auto">
          <a:xfrm>
            <a:off x="5791200" y="6096000"/>
            <a:ext cx="2286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14">
            <a:extLst>
              <a:ext uri="{FF2B5EF4-FFF2-40B4-BE49-F238E27FC236}">
                <a16:creationId xmlns:a16="http://schemas.microsoft.com/office/drawing/2014/main" id="{9E02D078-56C7-40C4-9003-E633832BC8E5}"/>
              </a:ext>
            </a:extLst>
          </p:cNvPr>
          <p:cNvSpPr>
            <a:spLocks noChangeShapeType="1"/>
          </p:cNvSpPr>
          <p:nvPr>
            <p:custDataLst>
              <p:tags r:id="rId15"/>
            </p:custDataLst>
          </p:nvPr>
        </p:nvSpPr>
        <p:spPr bwMode="auto">
          <a:xfrm>
            <a:off x="4648200" y="59436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15">
            <a:extLst>
              <a:ext uri="{FF2B5EF4-FFF2-40B4-BE49-F238E27FC236}">
                <a16:creationId xmlns:a16="http://schemas.microsoft.com/office/drawing/2014/main" id="{C3E579CA-2999-47A3-B5AD-D21F088D3664}"/>
              </a:ext>
            </a:extLst>
          </p:cNvPr>
          <p:cNvSpPr>
            <a:spLocks noChangeShapeType="1"/>
          </p:cNvSpPr>
          <p:nvPr>
            <p:custDataLst>
              <p:tags r:id="rId16"/>
            </p:custDataLst>
          </p:nvPr>
        </p:nvSpPr>
        <p:spPr bwMode="auto">
          <a:xfrm>
            <a:off x="4648200" y="6248400"/>
            <a:ext cx="304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9" name="Freeform 16">
            <a:extLst>
              <a:ext uri="{FF2B5EF4-FFF2-40B4-BE49-F238E27FC236}">
                <a16:creationId xmlns:a16="http://schemas.microsoft.com/office/drawing/2014/main" id="{8F7184A2-90CE-46CE-BD7E-17457E564049}"/>
              </a:ext>
            </a:extLst>
          </p:cNvPr>
          <p:cNvSpPr>
            <a:spLocks/>
          </p:cNvSpPr>
          <p:nvPr>
            <p:custDataLst>
              <p:tags r:id="rId17"/>
            </p:custDataLst>
          </p:nvPr>
        </p:nvSpPr>
        <p:spPr bwMode="auto">
          <a:xfrm>
            <a:off x="4724400" y="5638800"/>
            <a:ext cx="762000" cy="3048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0" name="AutoShape 17">
            <a:extLst>
              <a:ext uri="{FF2B5EF4-FFF2-40B4-BE49-F238E27FC236}">
                <a16:creationId xmlns:a16="http://schemas.microsoft.com/office/drawing/2014/main" id="{2505DFB4-BDB1-4668-9B7B-19EA4509CA9B}"/>
              </a:ext>
            </a:extLst>
          </p:cNvPr>
          <p:cNvSpPr>
            <a:spLocks noChangeArrowheads="1"/>
          </p:cNvSpPr>
          <p:nvPr>
            <p:custDataLst>
              <p:tags r:id="rId18"/>
            </p:custDataLst>
          </p:nvPr>
        </p:nvSpPr>
        <p:spPr bwMode="auto">
          <a:xfrm rot="5400000">
            <a:off x="6362700" y="6134100"/>
            <a:ext cx="381000" cy="152400"/>
          </a:xfrm>
          <a:prstGeom prst="flowChartTerminator">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71" name="Freeform 18">
            <a:extLst>
              <a:ext uri="{FF2B5EF4-FFF2-40B4-BE49-F238E27FC236}">
                <a16:creationId xmlns:a16="http://schemas.microsoft.com/office/drawing/2014/main" id="{B8BB62DD-D994-4AC1-95F8-E58CE4361D9A}"/>
              </a:ext>
            </a:extLst>
          </p:cNvPr>
          <p:cNvSpPr>
            <a:spLocks/>
          </p:cNvSpPr>
          <p:nvPr>
            <p:custDataLst>
              <p:tags r:id="rId19"/>
            </p:custDataLst>
          </p:nvPr>
        </p:nvSpPr>
        <p:spPr bwMode="auto">
          <a:xfrm flipV="1">
            <a:off x="5334000" y="6096000"/>
            <a:ext cx="685800" cy="2286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 name="Freeform 19">
            <a:extLst>
              <a:ext uri="{FF2B5EF4-FFF2-40B4-BE49-F238E27FC236}">
                <a16:creationId xmlns:a16="http://schemas.microsoft.com/office/drawing/2014/main" id="{8676EF31-76E4-4DAB-A8B5-AD043F9304C4}"/>
              </a:ext>
            </a:extLst>
          </p:cNvPr>
          <p:cNvSpPr>
            <a:spLocks/>
          </p:cNvSpPr>
          <p:nvPr>
            <p:custDataLst>
              <p:tags r:id="rId20"/>
            </p:custDataLst>
          </p:nvPr>
        </p:nvSpPr>
        <p:spPr bwMode="auto">
          <a:xfrm>
            <a:off x="4267200" y="5334000"/>
            <a:ext cx="609600" cy="609600"/>
          </a:xfrm>
          <a:custGeom>
            <a:avLst/>
            <a:gdLst>
              <a:gd name="T0" fmla="*/ 2147483646 w 384"/>
              <a:gd name="T1" fmla="*/ 0 h 432"/>
              <a:gd name="T2" fmla="*/ 0 w 384"/>
              <a:gd name="T3" fmla="*/ 0 h 432"/>
              <a:gd name="T4" fmla="*/ 0 w 384"/>
              <a:gd name="T5" fmla="*/ 2147483646 h 432"/>
              <a:gd name="T6" fmla="*/ 2147483646 w 384"/>
              <a:gd name="T7" fmla="*/ 2147483646 h 432"/>
              <a:gd name="T8" fmla="*/ 0 60000 65536"/>
              <a:gd name="T9" fmla="*/ 0 60000 65536"/>
              <a:gd name="T10" fmla="*/ 0 60000 65536"/>
              <a:gd name="T11" fmla="*/ 0 60000 65536"/>
              <a:gd name="T12" fmla="*/ 0 w 384"/>
              <a:gd name="T13" fmla="*/ 0 h 432"/>
              <a:gd name="T14" fmla="*/ 384 w 384"/>
              <a:gd name="T15" fmla="*/ 432 h 432"/>
            </a:gdLst>
            <a:ahLst/>
            <a:cxnLst>
              <a:cxn ang="T8">
                <a:pos x="T0" y="T1"/>
              </a:cxn>
              <a:cxn ang="T9">
                <a:pos x="T2" y="T3"/>
              </a:cxn>
              <a:cxn ang="T10">
                <a:pos x="T4" y="T5"/>
              </a:cxn>
              <a:cxn ang="T11">
                <a:pos x="T6" y="T7"/>
              </a:cxn>
            </a:cxnLst>
            <a:rect l="T12" t="T13" r="T14" b="T15"/>
            <a:pathLst>
              <a:path w="384" h="432">
                <a:moveTo>
                  <a:pt x="384" y="0"/>
                </a:moveTo>
                <a:lnTo>
                  <a:pt x="0" y="0"/>
                </a:lnTo>
                <a:lnTo>
                  <a:pt x="0" y="432"/>
                </a:lnTo>
                <a:lnTo>
                  <a:pt x="144" y="432"/>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3" name="Freeform 20">
            <a:extLst>
              <a:ext uri="{FF2B5EF4-FFF2-40B4-BE49-F238E27FC236}">
                <a16:creationId xmlns:a16="http://schemas.microsoft.com/office/drawing/2014/main" id="{3684DFBC-2571-4B0B-AA71-27C987F26E5C}"/>
              </a:ext>
            </a:extLst>
          </p:cNvPr>
          <p:cNvSpPr>
            <a:spLocks/>
          </p:cNvSpPr>
          <p:nvPr>
            <p:custDataLst>
              <p:tags r:id="rId21"/>
            </p:custDataLst>
          </p:nvPr>
        </p:nvSpPr>
        <p:spPr bwMode="auto">
          <a:xfrm>
            <a:off x="4114800" y="5181600"/>
            <a:ext cx="762000" cy="1066800"/>
          </a:xfrm>
          <a:custGeom>
            <a:avLst/>
            <a:gdLst>
              <a:gd name="T0" fmla="*/ 2147483646 w 480"/>
              <a:gd name="T1" fmla="*/ 0 h 768"/>
              <a:gd name="T2" fmla="*/ 0 w 480"/>
              <a:gd name="T3" fmla="*/ 0 h 768"/>
              <a:gd name="T4" fmla="*/ 0 w 480"/>
              <a:gd name="T5" fmla="*/ 2147483646 h 768"/>
              <a:gd name="T6" fmla="*/ 2147483646 w 480"/>
              <a:gd name="T7" fmla="*/ 2147483646 h 768"/>
              <a:gd name="T8" fmla="*/ 0 60000 65536"/>
              <a:gd name="T9" fmla="*/ 0 60000 65536"/>
              <a:gd name="T10" fmla="*/ 0 60000 65536"/>
              <a:gd name="T11" fmla="*/ 0 60000 65536"/>
              <a:gd name="T12" fmla="*/ 0 w 480"/>
              <a:gd name="T13" fmla="*/ 0 h 768"/>
              <a:gd name="T14" fmla="*/ 480 w 480"/>
              <a:gd name="T15" fmla="*/ 768 h 768"/>
            </a:gdLst>
            <a:ahLst/>
            <a:cxnLst>
              <a:cxn ang="T8">
                <a:pos x="T0" y="T1"/>
              </a:cxn>
              <a:cxn ang="T9">
                <a:pos x="T2" y="T3"/>
              </a:cxn>
              <a:cxn ang="T10">
                <a:pos x="T4" y="T5"/>
              </a:cxn>
              <a:cxn ang="T11">
                <a:pos x="T6" y="T7"/>
              </a:cxn>
            </a:cxnLst>
            <a:rect l="T12" t="T13" r="T14" b="T15"/>
            <a:pathLst>
              <a:path w="480" h="768">
                <a:moveTo>
                  <a:pt x="480" y="0"/>
                </a:moveTo>
                <a:lnTo>
                  <a:pt x="0" y="0"/>
                </a:lnTo>
                <a:lnTo>
                  <a:pt x="0" y="768"/>
                </a:lnTo>
                <a:lnTo>
                  <a:pt x="240" y="768"/>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Rectangle 21">
            <a:extLst>
              <a:ext uri="{FF2B5EF4-FFF2-40B4-BE49-F238E27FC236}">
                <a16:creationId xmlns:a16="http://schemas.microsoft.com/office/drawing/2014/main" id="{8FCA4E63-EC8D-4E5C-9B71-D3F4230997E8}"/>
              </a:ext>
            </a:extLst>
          </p:cNvPr>
          <p:cNvSpPr>
            <a:spLocks noChangeArrowheads="1"/>
          </p:cNvSpPr>
          <p:nvPr>
            <p:custDataLst>
              <p:tags r:id="rId22"/>
            </p:custDataLst>
          </p:nvPr>
        </p:nvSpPr>
        <p:spPr bwMode="auto">
          <a:xfrm>
            <a:off x="1447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75" name="Rectangle 22">
            <a:extLst>
              <a:ext uri="{FF2B5EF4-FFF2-40B4-BE49-F238E27FC236}">
                <a16:creationId xmlns:a16="http://schemas.microsoft.com/office/drawing/2014/main" id="{2B447FF6-B5BA-435C-870A-87E684549E57}"/>
              </a:ext>
            </a:extLst>
          </p:cNvPr>
          <p:cNvSpPr>
            <a:spLocks noChangeArrowheads="1"/>
          </p:cNvSpPr>
          <p:nvPr>
            <p:custDataLst>
              <p:tags r:id="rId23"/>
            </p:custDataLst>
          </p:nvPr>
        </p:nvSpPr>
        <p:spPr bwMode="auto">
          <a:xfrm>
            <a:off x="1981200" y="5486400"/>
            <a:ext cx="303213" cy="4572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600">
                <a:solidFill>
                  <a:srgbClr val="000000"/>
                </a:solidFill>
                <a:latin typeface="Arial" panose="020B0604020202020204" pitchFamily="34" charset="0"/>
              </a:rPr>
              <a:t>I$</a:t>
            </a:r>
          </a:p>
        </p:txBody>
      </p:sp>
      <p:sp>
        <p:nvSpPr>
          <p:cNvPr id="76" name="Line 23">
            <a:extLst>
              <a:ext uri="{FF2B5EF4-FFF2-40B4-BE49-F238E27FC236}">
                <a16:creationId xmlns:a16="http://schemas.microsoft.com/office/drawing/2014/main" id="{291C8F15-2786-4FC5-BD07-C75527709F94}"/>
              </a:ext>
            </a:extLst>
          </p:cNvPr>
          <p:cNvSpPr>
            <a:spLocks noChangeShapeType="1"/>
          </p:cNvSpPr>
          <p:nvPr>
            <p:custDataLst>
              <p:tags r:id="rId24"/>
            </p:custDataLst>
          </p:nvPr>
        </p:nvSpPr>
        <p:spPr bwMode="auto">
          <a:xfrm>
            <a:off x="1600200" y="5943600"/>
            <a:ext cx="152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 name="Freeform 24">
            <a:extLst>
              <a:ext uri="{FF2B5EF4-FFF2-40B4-BE49-F238E27FC236}">
                <a16:creationId xmlns:a16="http://schemas.microsoft.com/office/drawing/2014/main" id="{3B412017-0B8E-4B29-BCA7-A15E8BFCABBF}"/>
              </a:ext>
            </a:extLst>
          </p:cNvPr>
          <p:cNvSpPr>
            <a:spLocks/>
          </p:cNvSpPr>
          <p:nvPr>
            <p:custDataLst>
              <p:tags r:id="rId25"/>
            </p:custDataLst>
          </p:nvPr>
        </p:nvSpPr>
        <p:spPr bwMode="auto">
          <a:xfrm>
            <a:off x="1752600" y="5715000"/>
            <a:ext cx="228600" cy="3048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8" name="AutoShape 25">
            <a:extLst>
              <a:ext uri="{FF2B5EF4-FFF2-40B4-BE49-F238E27FC236}">
                <a16:creationId xmlns:a16="http://schemas.microsoft.com/office/drawing/2014/main" id="{954568E0-7956-4884-ADE0-34CA84B791FC}"/>
              </a:ext>
            </a:extLst>
          </p:cNvPr>
          <p:cNvSpPr>
            <a:spLocks noChangeArrowheads="1"/>
          </p:cNvSpPr>
          <p:nvPr>
            <p:custDataLst>
              <p:tags r:id="rId26"/>
            </p:custDataLst>
          </p:nvPr>
        </p:nvSpPr>
        <p:spPr bwMode="auto">
          <a:xfrm rot="5400000">
            <a:off x="2057400" y="6477000"/>
            <a:ext cx="304800" cy="152400"/>
          </a:xfrm>
          <a:prstGeom prst="flowChartTerminator">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79" name="Line 26">
            <a:extLst>
              <a:ext uri="{FF2B5EF4-FFF2-40B4-BE49-F238E27FC236}">
                <a16:creationId xmlns:a16="http://schemas.microsoft.com/office/drawing/2014/main" id="{AF7054F2-55C9-4566-B1B1-0246874F5EE7}"/>
              </a:ext>
            </a:extLst>
          </p:cNvPr>
          <p:cNvSpPr>
            <a:spLocks noChangeShapeType="1"/>
          </p:cNvSpPr>
          <p:nvPr>
            <p:custDataLst>
              <p:tags r:id="rId27"/>
            </p:custDataLst>
          </p:nvPr>
        </p:nvSpPr>
        <p:spPr bwMode="auto">
          <a:xfrm>
            <a:off x="2286000" y="5638800"/>
            <a:ext cx="6858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0" name="Rectangle 27">
            <a:extLst>
              <a:ext uri="{FF2B5EF4-FFF2-40B4-BE49-F238E27FC236}">
                <a16:creationId xmlns:a16="http://schemas.microsoft.com/office/drawing/2014/main" id="{1D5D1AE9-7AFC-4A96-A7F3-231C97FF6D4F}"/>
              </a:ext>
            </a:extLst>
          </p:cNvPr>
          <p:cNvSpPr>
            <a:spLocks noChangeArrowheads="1"/>
          </p:cNvSpPr>
          <p:nvPr>
            <p:custDataLst>
              <p:tags r:id="rId28"/>
            </p:custDataLst>
          </p:nvPr>
        </p:nvSpPr>
        <p:spPr bwMode="auto">
          <a:xfrm>
            <a:off x="2971800" y="5486400"/>
            <a:ext cx="152400" cy="914400"/>
          </a:xfrm>
          <a:prstGeom prst="rect">
            <a:avLst/>
          </a:prstGeom>
          <a:solidFill>
            <a:srgbClr val="000000"/>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81" name="Freeform 28">
            <a:extLst>
              <a:ext uri="{FF2B5EF4-FFF2-40B4-BE49-F238E27FC236}">
                <a16:creationId xmlns:a16="http://schemas.microsoft.com/office/drawing/2014/main" id="{76109992-6BC0-4EC1-B23A-66CBF90B0817}"/>
              </a:ext>
            </a:extLst>
          </p:cNvPr>
          <p:cNvSpPr>
            <a:spLocks/>
          </p:cNvSpPr>
          <p:nvPr>
            <p:custDataLst>
              <p:tags r:id="rId29"/>
            </p:custDataLst>
          </p:nvPr>
        </p:nvSpPr>
        <p:spPr bwMode="auto">
          <a:xfrm flipV="1">
            <a:off x="1752600" y="6019800"/>
            <a:ext cx="228600" cy="152400"/>
          </a:xfrm>
          <a:custGeom>
            <a:avLst/>
            <a:gdLst>
              <a:gd name="T0" fmla="*/ 0 w 192"/>
              <a:gd name="T1" fmla="*/ 2147483646 h 576"/>
              <a:gd name="T2" fmla="*/ 0 w 192"/>
              <a:gd name="T3" fmla="*/ 0 h 576"/>
              <a:gd name="T4" fmla="*/ 2147483646 w 192"/>
              <a:gd name="T5" fmla="*/ 0 h 576"/>
              <a:gd name="T6" fmla="*/ 0 60000 65536"/>
              <a:gd name="T7" fmla="*/ 0 60000 65536"/>
              <a:gd name="T8" fmla="*/ 0 60000 65536"/>
              <a:gd name="T9" fmla="*/ 0 w 192"/>
              <a:gd name="T10" fmla="*/ 0 h 576"/>
              <a:gd name="T11" fmla="*/ 192 w 192"/>
              <a:gd name="T12" fmla="*/ 576 h 576"/>
            </a:gdLst>
            <a:ahLst/>
            <a:cxnLst>
              <a:cxn ang="T6">
                <a:pos x="T0" y="T1"/>
              </a:cxn>
              <a:cxn ang="T7">
                <a:pos x="T2" y="T3"/>
              </a:cxn>
              <a:cxn ang="T8">
                <a:pos x="T4" y="T5"/>
              </a:cxn>
            </a:cxnLst>
            <a:rect l="T9" t="T10" r="T11" b="T12"/>
            <a:pathLst>
              <a:path w="192" h="576">
                <a:moveTo>
                  <a:pt x="0" y="576"/>
                </a:move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Freeform 29">
            <a:extLst>
              <a:ext uri="{FF2B5EF4-FFF2-40B4-BE49-F238E27FC236}">
                <a16:creationId xmlns:a16="http://schemas.microsoft.com/office/drawing/2014/main" id="{80677B2F-6F19-4A1B-872D-66404AC5C709}"/>
              </a:ext>
            </a:extLst>
          </p:cNvPr>
          <p:cNvSpPr>
            <a:spLocks/>
          </p:cNvSpPr>
          <p:nvPr>
            <p:custDataLst>
              <p:tags r:id="rId30"/>
            </p:custDataLst>
          </p:nvPr>
        </p:nvSpPr>
        <p:spPr bwMode="auto">
          <a:xfrm>
            <a:off x="2286000" y="6172200"/>
            <a:ext cx="304800" cy="304800"/>
          </a:xfrm>
          <a:custGeom>
            <a:avLst/>
            <a:gdLst>
              <a:gd name="T0" fmla="*/ 0 w 192"/>
              <a:gd name="T1" fmla="*/ 0 h 240"/>
              <a:gd name="T2" fmla="*/ 2147483646 w 192"/>
              <a:gd name="T3" fmla="*/ 0 h 240"/>
              <a:gd name="T4" fmla="*/ 2147483646 w 192"/>
              <a:gd name="T5" fmla="*/ 2147483646 h 240"/>
              <a:gd name="T6" fmla="*/ 0 w 192"/>
              <a:gd name="T7" fmla="*/ 2147483646 h 240"/>
              <a:gd name="T8" fmla="*/ 0 60000 65536"/>
              <a:gd name="T9" fmla="*/ 0 60000 65536"/>
              <a:gd name="T10" fmla="*/ 0 60000 65536"/>
              <a:gd name="T11" fmla="*/ 0 60000 65536"/>
              <a:gd name="T12" fmla="*/ 0 w 192"/>
              <a:gd name="T13" fmla="*/ 0 h 240"/>
              <a:gd name="T14" fmla="*/ 192 w 192"/>
              <a:gd name="T15" fmla="*/ 240 h 240"/>
            </a:gdLst>
            <a:ahLst/>
            <a:cxnLst>
              <a:cxn ang="T8">
                <a:pos x="T0" y="T1"/>
              </a:cxn>
              <a:cxn ang="T9">
                <a:pos x="T2" y="T3"/>
              </a:cxn>
              <a:cxn ang="T10">
                <a:pos x="T4" y="T5"/>
              </a:cxn>
              <a:cxn ang="T11">
                <a:pos x="T6" y="T7"/>
              </a:cxn>
            </a:cxnLst>
            <a:rect l="T12" t="T13" r="T14" b="T15"/>
            <a:pathLst>
              <a:path w="192" h="240">
                <a:moveTo>
                  <a:pt x="0" y="0"/>
                </a:moveTo>
                <a:lnTo>
                  <a:pt x="192" y="0"/>
                </a:lnTo>
                <a:lnTo>
                  <a:pt x="192" y="240"/>
                </a:lnTo>
                <a:lnTo>
                  <a:pt x="0" y="24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3" name="Freeform 30">
            <a:extLst>
              <a:ext uri="{FF2B5EF4-FFF2-40B4-BE49-F238E27FC236}">
                <a16:creationId xmlns:a16="http://schemas.microsoft.com/office/drawing/2014/main" id="{F24DC809-799D-4D36-AC58-DD8446B179A6}"/>
              </a:ext>
            </a:extLst>
          </p:cNvPr>
          <p:cNvSpPr>
            <a:spLocks/>
          </p:cNvSpPr>
          <p:nvPr>
            <p:custDataLst>
              <p:tags r:id="rId31"/>
            </p:custDataLst>
          </p:nvPr>
        </p:nvSpPr>
        <p:spPr bwMode="auto">
          <a:xfrm>
            <a:off x="2286000" y="6096000"/>
            <a:ext cx="3048000" cy="533400"/>
          </a:xfrm>
          <a:custGeom>
            <a:avLst/>
            <a:gdLst>
              <a:gd name="T0" fmla="*/ 2147483646 w 2160"/>
              <a:gd name="T1" fmla="*/ 0 h 576"/>
              <a:gd name="T2" fmla="*/ 2147483646 w 2160"/>
              <a:gd name="T3" fmla="*/ 2147483646 h 576"/>
              <a:gd name="T4" fmla="*/ 0 w 2160"/>
              <a:gd name="T5" fmla="*/ 2147483646 h 576"/>
              <a:gd name="T6" fmla="*/ 0 60000 65536"/>
              <a:gd name="T7" fmla="*/ 0 60000 65536"/>
              <a:gd name="T8" fmla="*/ 0 60000 65536"/>
              <a:gd name="T9" fmla="*/ 0 w 2160"/>
              <a:gd name="T10" fmla="*/ 0 h 576"/>
              <a:gd name="T11" fmla="*/ 2160 w 2160"/>
              <a:gd name="T12" fmla="*/ 576 h 576"/>
            </a:gdLst>
            <a:ahLst/>
            <a:cxnLst>
              <a:cxn ang="T6">
                <a:pos x="T0" y="T1"/>
              </a:cxn>
              <a:cxn ang="T7">
                <a:pos x="T2" y="T3"/>
              </a:cxn>
              <a:cxn ang="T8">
                <a:pos x="T4" y="T5"/>
              </a:cxn>
            </a:cxnLst>
            <a:rect l="T9" t="T10" r="T11" b="T12"/>
            <a:pathLst>
              <a:path w="2160" h="576">
                <a:moveTo>
                  <a:pt x="2160" y="0"/>
                </a:moveTo>
                <a:lnTo>
                  <a:pt x="2160" y="576"/>
                </a:lnTo>
                <a:lnTo>
                  <a:pt x="0" y="576"/>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4" name="Freeform 31">
            <a:extLst>
              <a:ext uri="{FF2B5EF4-FFF2-40B4-BE49-F238E27FC236}">
                <a16:creationId xmlns:a16="http://schemas.microsoft.com/office/drawing/2014/main" id="{5E445854-F328-45E6-9195-CD5EABA7F266}"/>
              </a:ext>
            </a:extLst>
          </p:cNvPr>
          <p:cNvSpPr>
            <a:spLocks/>
          </p:cNvSpPr>
          <p:nvPr>
            <p:custDataLst>
              <p:tags r:id="rId32"/>
            </p:custDataLst>
          </p:nvPr>
        </p:nvSpPr>
        <p:spPr bwMode="auto">
          <a:xfrm>
            <a:off x="1143000" y="5943600"/>
            <a:ext cx="990600" cy="533400"/>
          </a:xfrm>
          <a:custGeom>
            <a:avLst/>
            <a:gdLst>
              <a:gd name="T0" fmla="*/ 2147483646 w 624"/>
              <a:gd name="T1" fmla="*/ 2147483646 h 528"/>
              <a:gd name="T2" fmla="*/ 0 w 624"/>
              <a:gd name="T3" fmla="*/ 2147483646 h 528"/>
              <a:gd name="T4" fmla="*/ 0 w 624"/>
              <a:gd name="T5" fmla="*/ 0 h 528"/>
              <a:gd name="T6" fmla="*/ 2147483646 w 624"/>
              <a:gd name="T7" fmla="*/ 0 h 528"/>
              <a:gd name="T8" fmla="*/ 0 60000 65536"/>
              <a:gd name="T9" fmla="*/ 0 60000 65536"/>
              <a:gd name="T10" fmla="*/ 0 60000 65536"/>
              <a:gd name="T11" fmla="*/ 0 60000 65536"/>
              <a:gd name="T12" fmla="*/ 0 w 624"/>
              <a:gd name="T13" fmla="*/ 0 h 528"/>
              <a:gd name="T14" fmla="*/ 624 w 624"/>
              <a:gd name="T15" fmla="*/ 528 h 528"/>
            </a:gdLst>
            <a:ahLst/>
            <a:cxnLst>
              <a:cxn ang="T8">
                <a:pos x="T0" y="T1"/>
              </a:cxn>
              <a:cxn ang="T9">
                <a:pos x="T2" y="T3"/>
              </a:cxn>
              <a:cxn ang="T10">
                <a:pos x="T4" y="T5"/>
              </a:cxn>
              <a:cxn ang="T11">
                <a:pos x="T6" y="T7"/>
              </a:cxn>
            </a:cxnLst>
            <a:rect l="T12" t="T13" r="T14" b="T15"/>
            <a:pathLst>
              <a:path w="624" h="528">
                <a:moveTo>
                  <a:pt x="624" y="528"/>
                </a:moveTo>
                <a:lnTo>
                  <a:pt x="0" y="528"/>
                </a:lnTo>
                <a:lnTo>
                  <a:pt x="0" y="0"/>
                </a:lnTo>
                <a:lnTo>
                  <a:pt x="192"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5" name="Rectangle 32">
            <a:extLst>
              <a:ext uri="{FF2B5EF4-FFF2-40B4-BE49-F238E27FC236}">
                <a16:creationId xmlns:a16="http://schemas.microsoft.com/office/drawing/2014/main" id="{1A3B1F7F-C37D-4F00-ADEC-ADB0945D5428}"/>
              </a:ext>
            </a:extLst>
          </p:cNvPr>
          <p:cNvSpPr>
            <a:spLocks noChangeArrowheads="1"/>
          </p:cNvSpPr>
          <p:nvPr>
            <p:custDataLst>
              <p:tags r:id="rId33"/>
            </p:custDataLst>
          </p:nvPr>
        </p:nvSpPr>
        <p:spPr bwMode="auto">
          <a:xfrm>
            <a:off x="1981200" y="5943600"/>
            <a:ext cx="303213" cy="457200"/>
          </a:xfrm>
          <a:prstGeom prst="rect">
            <a:avLst/>
          </a:prstGeom>
          <a:solidFill>
            <a:schemeClr val="bg1"/>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600">
                <a:solidFill>
                  <a:srgbClr val="000000"/>
                </a:solidFill>
                <a:latin typeface="Arial" panose="020B0604020202020204" pitchFamily="34" charset="0"/>
              </a:rPr>
              <a:t>B</a:t>
            </a:r>
          </a:p>
          <a:p>
            <a:pPr algn="ctr">
              <a:spcBef>
                <a:spcPct val="0"/>
              </a:spcBef>
              <a:buClrTx/>
              <a:buFontTx/>
              <a:buNone/>
            </a:pPr>
            <a:r>
              <a:rPr lang="en-US" altLang="en-US" sz="1600">
                <a:solidFill>
                  <a:srgbClr val="000000"/>
                </a:solidFill>
                <a:latin typeface="Arial" panose="020B0604020202020204" pitchFamily="34" charset="0"/>
              </a:rPr>
              <a:t>P</a:t>
            </a:r>
          </a:p>
        </p:txBody>
      </p:sp>
      <p:sp>
        <p:nvSpPr>
          <p:cNvPr id="86" name="Line 33">
            <a:extLst>
              <a:ext uri="{FF2B5EF4-FFF2-40B4-BE49-F238E27FC236}">
                <a16:creationId xmlns:a16="http://schemas.microsoft.com/office/drawing/2014/main" id="{3F5974EA-5F5E-48A6-9AAB-08F180E95160}"/>
              </a:ext>
            </a:extLst>
          </p:cNvPr>
          <p:cNvSpPr>
            <a:spLocks noChangeShapeType="1"/>
          </p:cNvSpPr>
          <p:nvPr>
            <p:custDataLst>
              <p:tags r:id="rId34"/>
            </p:custDataLst>
          </p:nvPr>
        </p:nvSpPr>
        <p:spPr bwMode="auto">
          <a:xfrm>
            <a:off x="5257800" y="6096000"/>
            <a:ext cx="22860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7" name="Rectangle 34">
            <a:extLst>
              <a:ext uri="{FF2B5EF4-FFF2-40B4-BE49-F238E27FC236}">
                <a16:creationId xmlns:a16="http://schemas.microsoft.com/office/drawing/2014/main" id="{287AF610-17B5-47AE-A217-2C24D37B7395}"/>
              </a:ext>
            </a:extLst>
          </p:cNvPr>
          <p:cNvSpPr>
            <a:spLocks noChangeArrowheads="1"/>
          </p:cNvSpPr>
          <p:nvPr>
            <p:custDataLst>
              <p:tags r:id="rId35"/>
            </p:custDataLst>
          </p:nvPr>
        </p:nvSpPr>
        <p:spPr bwMode="auto">
          <a:xfrm>
            <a:off x="3962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88" name="Rectangle 35">
            <a:extLst>
              <a:ext uri="{FF2B5EF4-FFF2-40B4-BE49-F238E27FC236}">
                <a16:creationId xmlns:a16="http://schemas.microsoft.com/office/drawing/2014/main" id="{303F0FD9-AB2D-40F5-BD65-E939A56AD8F6}"/>
              </a:ext>
            </a:extLst>
          </p:cNvPr>
          <p:cNvSpPr>
            <a:spLocks noChangeArrowheads="1"/>
          </p:cNvSpPr>
          <p:nvPr>
            <p:custDataLst>
              <p:tags r:id="rId36"/>
            </p:custDataLst>
          </p:nvPr>
        </p:nvSpPr>
        <p:spPr bwMode="auto">
          <a:xfrm>
            <a:off x="4114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89" name="Rectangle 36">
            <a:extLst>
              <a:ext uri="{FF2B5EF4-FFF2-40B4-BE49-F238E27FC236}">
                <a16:creationId xmlns:a16="http://schemas.microsoft.com/office/drawing/2014/main" id="{EEDD48BB-EC54-41BF-91E8-D158645AE1B0}"/>
              </a:ext>
            </a:extLst>
          </p:cNvPr>
          <p:cNvSpPr>
            <a:spLocks noChangeArrowheads="1"/>
          </p:cNvSpPr>
          <p:nvPr>
            <p:custDataLst>
              <p:tags r:id="rId37"/>
            </p:custDataLst>
          </p:nvPr>
        </p:nvSpPr>
        <p:spPr bwMode="auto">
          <a:xfrm>
            <a:off x="4267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0" name="Rectangle 37">
            <a:extLst>
              <a:ext uri="{FF2B5EF4-FFF2-40B4-BE49-F238E27FC236}">
                <a16:creationId xmlns:a16="http://schemas.microsoft.com/office/drawing/2014/main" id="{77F0136F-BF95-4824-9FCF-0DB2926D776B}"/>
              </a:ext>
            </a:extLst>
          </p:cNvPr>
          <p:cNvSpPr>
            <a:spLocks noChangeArrowheads="1"/>
          </p:cNvSpPr>
          <p:nvPr>
            <p:custDataLst>
              <p:tags r:id="rId38"/>
            </p:custDataLst>
          </p:nvPr>
        </p:nvSpPr>
        <p:spPr bwMode="auto">
          <a:xfrm>
            <a:off x="44196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1" name="Rectangle 38">
            <a:extLst>
              <a:ext uri="{FF2B5EF4-FFF2-40B4-BE49-F238E27FC236}">
                <a16:creationId xmlns:a16="http://schemas.microsoft.com/office/drawing/2014/main" id="{DDB09FE2-ECA7-4D22-A119-BCEC6924F5E0}"/>
              </a:ext>
            </a:extLst>
          </p:cNvPr>
          <p:cNvSpPr>
            <a:spLocks noChangeArrowheads="1"/>
          </p:cNvSpPr>
          <p:nvPr>
            <p:custDataLst>
              <p:tags r:id="rId39"/>
            </p:custDataLst>
          </p:nvPr>
        </p:nvSpPr>
        <p:spPr bwMode="auto">
          <a:xfrm>
            <a:off x="45720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2" name="Rectangle 39">
            <a:extLst>
              <a:ext uri="{FF2B5EF4-FFF2-40B4-BE49-F238E27FC236}">
                <a16:creationId xmlns:a16="http://schemas.microsoft.com/office/drawing/2014/main" id="{8163D163-2D43-4047-9934-D1AD87F20BB2}"/>
              </a:ext>
            </a:extLst>
          </p:cNvPr>
          <p:cNvSpPr>
            <a:spLocks noChangeArrowheads="1"/>
          </p:cNvSpPr>
          <p:nvPr>
            <p:custDataLst>
              <p:tags r:id="rId40"/>
            </p:custDataLst>
          </p:nvPr>
        </p:nvSpPr>
        <p:spPr bwMode="auto">
          <a:xfrm>
            <a:off x="4724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3" name="Rectangle 40">
            <a:extLst>
              <a:ext uri="{FF2B5EF4-FFF2-40B4-BE49-F238E27FC236}">
                <a16:creationId xmlns:a16="http://schemas.microsoft.com/office/drawing/2014/main" id="{A34E0452-4CD2-41A3-A116-2D1577939349}"/>
              </a:ext>
            </a:extLst>
          </p:cNvPr>
          <p:cNvSpPr>
            <a:spLocks noChangeArrowheads="1"/>
          </p:cNvSpPr>
          <p:nvPr>
            <p:custDataLst>
              <p:tags r:id="rId41"/>
            </p:custDataLst>
          </p:nvPr>
        </p:nvSpPr>
        <p:spPr bwMode="auto">
          <a:xfrm>
            <a:off x="4876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4" name="Rectangle 41">
            <a:extLst>
              <a:ext uri="{FF2B5EF4-FFF2-40B4-BE49-F238E27FC236}">
                <a16:creationId xmlns:a16="http://schemas.microsoft.com/office/drawing/2014/main" id="{A104E7BE-1333-4712-B96F-136DA6888017}"/>
              </a:ext>
            </a:extLst>
          </p:cNvPr>
          <p:cNvSpPr>
            <a:spLocks noChangeArrowheads="1"/>
          </p:cNvSpPr>
          <p:nvPr>
            <p:custDataLst>
              <p:tags r:id="rId42"/>
            </p:custDataLst>
          </p:nvPr>
        </p:nvSpPr>
        <p:spPr bwMode="auto">
          <a:xfrm>
            <a:off x="5029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5" name="Rectangle 42">
            <a:extLst>
              <a:ext uri="{FF2B5EF4-FFF2-40B4-BE49-F238E27FC236}">
                <a16:creationId xmlns:a16="http://schemas.microsoft.com/office/drawing/2014/main" id="{EBA077B0-B2BD-41AA-87C1-A8BDE628FA92}"/>
              </a:ext>
            </a:extLst>
          </p:cNvPr>
          <p:cNvSpPr>
            <a:spLocks noChangeArrowheads="1"/>
          </p:cNvSpPr>
          <p:nvPr>
            <p:custDataLst>
              <p:tags r:id="rId43"/>
            </p:custDataLst>
          </p:nvPr>
        </p:nvSpPr>
        <p:spPr bwMode="auto">
          <a:xfrm>
            <a:off x="51816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6" name="Rectangle 43">
            <a:extLst>
              <a:ext uri="{FF2B5EF4-FFF2-40B4-BE49-F238E27FC236}">
                <a16:creationId xmlns:a16="http://schemas.microsoft.com/office/drawing/2014/main" id="{5A61DEE0-879E-4A04-8332-8CBAEB03BEAD}"/>
              </a:ext>
            </a:extLst>
          </p:cNvPr>
          <p:cNvSpPr>
            <a:spLocks noChangeArrowheads="1"/>
          </p:cNvSpPr>
          <p:nvPr>
            <p:custDataLst>
              <p:tags r:id="rId44"/>
            </p:custDataLst>
          </p:nvPr>
        </p:nvSpPr>
        <p:spPr bwMode="auto">
          <a:xfrm>
            <a:off x="53340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7" name="Rectangle 44">
            <a:extLst>
              <a:ext uri="{FF2B5EF4-FFF2-40B4-BE49-F238E27FC236}">
                <a16:creationId xmlns:a16="http://schemas.microsoft.com/office/drawing/2014/main" id="{D29652AB-8857-4186-BA0F-9DC11280F798}"/>
              </a:ext>
            </a:extLst>
          </p:cNvPr>
          <p:cNvSpPr>
            <a:spLocks noChangeArrowheads="1"/>
          </p:cNvSpPr>
          <p:nvPr>
            <p:custDataLst>
              <p:tags r:id="rId45"/>
            </p:custDataLst>
          </p:nvPr>
        </p:nvSpPr>
        <p:spPr bwMode="auto">
          <a:xfrm>
            <a:off x="5486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8" name="Rectangle 45">
            <a:extLst>
              <a:ext uri="{FF2B5EF4-FFF2-40B4-BE49-F238E27FC236}">
                <a16:creationId xmlns:a16="http://schemas.microsoft.com/office/drawing/2014/main" id="{218ECD3A-3E2F-4E62-9861-E08B29ECDB3E}"/>
              </a:ext>
            </a:extLst>
          </p:cNvPr>
          <p:cNvSpPr>
            <a:spLocks noChangeArrowheads="1"/>
          </p:cNvSpPr>
          <p:nvPr>
            <p:custDataLst>
              <p:tags r:id="rId46"/>
            </p:custDataLst>
          </p:nvPr>
        </p:nvSpPr>
        <p:spPr bwMode="auto">
          <a:xfrm>
            <a:off x="5638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99" name="Rectangle 46">
            <a:extLst>
              <a:ext uri="{FF2B5EF4-FFF2-40B4-BE49-F238E27FC236}">
                <a16:creationId xmlns:a16="http://schemas.microsoft.com/office/drawing/2014/main" id="{DB41188B-7E81-4C49-92CA-CFABCAC6563B}"/>
              </a:ext>
            </a:extLst>
          </p:cNvPr>
          <p:cNvSpPr>
            <a:spLocks noChangeArrowheads="1"/>
          </p:cNvSpPr>
          <p:nvPr>
            <p:custDataLst>
              <p:tags r:id="rId47"/>
            </p:custDataLst>
          </p:nvPr>
        </p:nvSpPr>
        <p:spPr bwMode="auto">
          <a:xfrm>
            <a:off x="5791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00" name="Rectangle 47">
            <a:extLst>
              <a:ext uri="{FF2B5EF4-FFF2-40B4-BE49-F238E27FC236}">
                <a16:creationId xmlns:a16="http://schemas.microsoft.com/office/drawing/2014/main" id="{7AA4C1B7-D1DD-4604-A90D-7605C762E6EB}"/>
              </a:ext>
            </a:extLst>
          </p:cNvPr>
          <p:cNvSpPr>
            <a:spLocks noChangeArrowheads="1"/>
          </p:cNvSpPr>
          <p:nvPr>
            <p:custDataLst>
              <p:tags r:id="rId48"/>
            </p:custDataLst>
          </p:nvPr>
        </p:nvSpPr>
        <p:spPr bwMode="auto">
          <a:xfrm>
            <a:off x="59436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01" name="Rectangle 48">
            <a:extLst>
              <a:ext uri="{FF2B5EF4-FFF2-40B4-BE49-F238E27FC236}">
                <a16:creationId xmlns:a16="http://schemas.microsoft.com/office/drawing/2014/main" id="{7640C694-A2FD-4DAC-9F70-07FF4EFC99FB}"/>
              </a:ext>
            </a:extLst>
          </p:cNvPr>
          <p:cNvSpPr>
            <a:spLocks noChangeArrowheads="1"/>
          </p:cNvSpPr>
          <p:nvPr>
            <p:custDataLst>
              <p:tags r:id="rId49"/>
            </p:custDataLst>
          </p:nvPr>
        </p:nvSpPr>
        <p:spPr bwMode="auto">
          <a:xfrm>
            <a:off x="60960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02" name="Rectangle 49">
            <a:extLst>
              <a:ext uri="{FF2B5EF4-FFF2-40B4-BE49-F238E27FC236}">
                <a16:creationId xmlns:a16="http://schemas.microsoft.com/office/drawing/2014/main" id="{4913DC4D-004B-4D33-9D88-835924241480}"/>
              </a:ext>
            </a:extLst>
          </p:cNvPr>
          <p:cNvSpPr>
            <a:spLocks noChangeArrowheads="1"/>
          </p:cNvSpPr>
          <p:nvPr>
            <p:custDataLst>
              <p:tags r:id="rId50"/>
            </p:custDataLst>
          </p:nvPr>
        </p:nvSpPr>
        <p:spPr bwMode="auto">
          <a:xfrm>
            <a:off x="62484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03" name="Rectangle 50">
            <a:extLst>
              <a:ext uri="{FF2B5EF4-FFF2-40B4-BE49-F238E27FC236}">
                <a16:creationId xmlns:a16="http://schemas.microsoft.com/office/drawing/2014/main" id="{957459ED-A007-4DA8-A1FA-102B0EA0155C}"/>
              </a:ext>
            </a:extLst>
          </p:cNvPr>
          <p:cNvSpPr>
            <a:spLocks noChangeArrowheads="1"/>
          </p:cNvSpPr>
          <p:nvPr>
            <p:custDataLst>
              <p:tags r:id="rId51"/>
            </p:custDataLst>
          </p:nvPr>
        </p:nvSpPr>
        <p:spPr bwMode="auto">
          <a:xfrm>
            <a:off x="64008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04" name="Rectangle 51">
            <a:extLst>
              <a:ext uri="{FF2B5EF4-FFF2-40B4-BE49-F238E27FC236}">
                <a16:creationId xmlns:a16="http://schemas.microsoft.com/office/drawing/2014/main" id="{7F83FFD0-91AE-4C80-9D98-D0B52FF7F50D}"/>
              </a:ext>
            </a:extLst>
          </p:cNvPr>
          <p:cNvSpPr>
            <a:spLocks noChangeArrowheads="1"/>
          </p:cNvSpPr>
          <p:nvPr>
            <p:custDataLst>
              <p:tags r:id="rId52"/>
            </p:custDataLst>
          </p:nvPr>
        </p:nvSpPr>
        <p:spPr bwMode="auto">
          <a:xfrm>
            <a:off x="6553200" y="4267200"/>
            <a:ext cx="152400" cy="457200"/>
          </a:xfrm>
          <a:prstGeom prst="rect">
            <a:avLst/>
          </a:prstGeom>
          <a:solidFill>
            <a:srgbClr val="FF0909"/>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600">
              <a:solidFill>
                <a:srgbClr val="000000"/>
              </a:solidFill>
              <a:latin typeface="Arial" panose="020B0604020202020204" pitchFamily="34" charset="0"/>
            </a:endParaRPr>
          </a:p>
        </p:txBody>
      </p:sp>
      <p:sp>
        <p:nvSpPr>
          <p:cNvPr id="105" name="Rectangle 52">
            <a:extLst>
              <a:ext uri="{FF2B5EF4-FFF2-40B4-BE49-F238E27FC236}">
                <a16:creationId xmlns:a16="http://schemas.microsoft.com/office/drawing/2014/main" id="{C3977B18-29AD-449F-B84B-8AC5C40F0A9A}"/>
              </a:ext>
            </a:extLst>
          </p:cNvPr>
          <p:cNvSpPr>
            <a:spLocks noChangeArrowheads="1"/>
          </p:cNvSpPr>
          <p:nvPr>
            <p:custDataLst>
              <p:tags r:id="rId53"/>
            </p:custDataLst>
          </p:nvPr>
        </p:nvSpPr>
        <p:spPr bwMode="auto">
          <a:xfrm>
            <a:off x="3962400" y="42672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r>
              <a:rPr lang="en-US" altLang="en-US" sz="1800" b="1" dirty="0">
                <a:solidFill>
                  <a:schemeClr val="bg1"/>
                </a:solidFill>
                <a:latin typeface="Arial" panose="020B0604020202020204" pitchFamily="34" charset="0"/>
              </a:rPr>
              <a:t>reorder  buffer (ROB)</a:t>
            </a:r>
          </a:p>
        </p:txBody>
      </p:sp>
      <p:sp>
        <p:nvSpPr>
          <p:cNvPr id="106" name="Freeform 53">
            <a:extLst>
              <a:ext uri="{FF2B5EF4-FFF2-40B4-BE49-F238E27FC236}">
                <a16:creationId xmlns:a16="http://schemas.microsoft.com/office/drawing/2014/main" id="{64157046-D310-4AEE-80D9-966C2624AC39}"/>
              </a:ext>
            </a:extLst>
          </p:cNvPr>
          <p:cNvSpPr>
            <a:spLocks/>
          </p:cNvSpPr>
          <p:nvPr>
            <p:custDataLst>
              <p:tags r:id="rId54"/>
            </p:custDataLst>
          </p:nvPr>
        </p:nvSpPr>
        <p:spPr bwMode="auto">
          <a:xfrm>
            <a:off x="3124200" y="4495800"/>
            <a:ext cx="838200" cy="1143000"/>
          </a:xfrm>
          <a:custGeom>
            <a:avLst/>
            <a:gdLst>
              <a:gd name="T0" fmla="*/ 0 w 528"/>
              <a:gd name="T1" fmla="*/ 2147483646 h 720"/>
              <a:gd name="T2" fmla="*/ 2147483646 w 528"/>
              <a:gd name="T3" fmla="*/ 2147483646 h 720"/>
              <a:gd name="T4" fmla="*/ 2147483646 w 528"/>
              <a:gd name="T5" fmla="*/ 0 h 720"/>
              <a:gd name="T6" fmla="*/ 2147483646 w 528"/>
              <a:gd name="T7" fmla="*/ 0 h 720"/>
              <a:gd name="T8" fmla="*/ 0 60000 65536"/>
              <a:gd name="T9" fmla="*/ 0 60000 65536"/>
              <a:gd name="T10" fmla="*/ 0 60000 65536"/>
              <a:gd name="T11" fmla="*/ 0 60000 65536"/>
              <a:gd name="T12" fmla="*/ 0 w 528"/>
              <a:gd name="T13" fmla="*/ 0 h 720"/>
              <a:gd name="T14" fmla="*/ 528 w 528"/>
              <a:gd name="T15" fmla="*/ 720 h 720"/>
            </a:gdLst>
            <a:ahLst/>
            <a:cxnLst>
              <a:cxn ang="T8">
                <a:pos x="T0" y="T1"/>
              </a:cxn>
              <a:cxn ang="T9">
                <a:pos x="T2" y="T3"/>
              </a:cxn>
              <a:cxn ang="T10">
                <a:pos x="T4" y="T5"/>
              </a:cxn>
              <a:cxn ang="T11">
                <a:pos x="T6" y="T7"/>
              </a:cxn>
            </a:cxnLst>
            <a:rect l="T12" t="T13" r="T14" b="T15"/>
            <a:pathLst>
              <a:path w="528" h="720">
                <a:moveTo>
                  <a:pt x="0" y="720"/>
                </a:moveTo>
                <a:lnTo>
                  <a:pt x="144" y="720"/>
                </a:lnTo>
                <a:lnTo>
                  <a:pt x="144" y="0"/>
                </a:lnTo>
                <a:lnTo>
                  <a:pt x="528" y="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7" name="Freeform 54">
            <a:extLst>
              <a:ext uri="{FF2B5EF4-FFF2-40B4-BE49-F238E27FC236}">
                <a16:creationId xmlns:a16="http://schemas.microsoft.com/office/drawing/2014/main" id="{3C5BF70F-4F32-4F3F-9649-AC42C7449CE7}"/>
              </a:ext>
            </a:extLst>
          </p:cNvPr>
          <p:cNvSpPr>
            <a:spLocks/>
          </p:cNvSpPr>
          <p:nvPr>
            <p:custDataLst>
              <p:tags r:id="rId55"/>
            </p:custDataLst>
          </p:nvPr>
        </p:nvSpPr>
        <p:spPr bwMode="auto">
          <a:xfrm>
            <a:off x="3733800" y="4724400"/>
            <a:ext cx="1828800" cy="914400"/>
          </a:xfrm>
          <a:custGeom>
            <a:avLst/>
            <a:gdLst>
              <a:gd name="T0" fmla="*/ 2147483646 w 1152"/>
              <a:gd name="T1" fmla="*/ 0 h 576"/>
              <a:gd name="T2" fmla="*/ 2147483646 w 1152"/>
              <a:gd name="T3" fmla="*/ 2147483646 h 576"/>
              <a:gd name="T4" fmla="*/ 0 w 1152"/>
              <a:gd name="T5" fmla="*/ 2147483646 h 576"/>
              <a:gd name="T6" fmla="*/ 0 w 1152"/>
              <a:gd name="T7" fmla="*/ 2147483646 h 576"/>
              <a:gd name="T8" fmla="*/ 2147483646 w 1152"/>
              <a:gd name="T9" fmla="*/ 2147483646 h 576"/>
              <a:gd name="T10" fmla="*/ 0 60000 65536"/>
              <a:gd name="T11" fmla="*/ 0 60000 65536"/>
              <a:gd name="T12" fmla="*/ 0 60000 65536"/>
              <a:gd name="T13" fmla="*/ 0 60000 65536"/>
              <a:gd name="T14" fmla="*/ 0 60000 65536"/>
              <a:gd name="T15" fmla="*/ 0 w 1152"/>
              <a:gd name="T16" fmla="*/ 0 h 576"/>
              <a:gd name="T17" fmla="*/ 1152 w 1152"/>
              <a:gd name="T18" fmla="*/ 576 h 576"/>
            </a:gdLst>
            <a:ahLst/>
            <a:cxnLst>
              <a:cxn ang="T10">
                <a:pos x="T0" y="T1"/>
              </a:cxn>
              <a:cxn ang="T11">
                <a:pos x="T2" y="T3"/>
              </a:cxn>
              <a:cxn ang="T12">
                <a:pos x="T4" y="T5"/>
              </a:cxn>
              <a:cxn ang="T13">
                <a:pos x="T6" y="T7"/>
              </a:cxn>
              <a:cxn ang="T14">
                <a:pos x="T8" y="T9"/>
              </a:cxn>
            </a:cxnLst>
            <a:rect l="T15" t="T16" r="T17" b="T18"/>
            <a:pathLst>
              <a:path w="1152" h="576">
                <a:moveTo>
                  <a:pt x="1152" y="0"/>
                </a:moveTo>
                <a:lnTo>
                  <a:pt x="1152" y="144"/>
                </a:lnTo>
                <a:lnTo>
                  <a:pt x="0" y="144"/>
                </a:lnTo>
                <a:lnTo>
                  <a:pt x="0" y="576"/>
                </a:lnTo>
                <a:lnTo>
                  <a:pt x="480" y="576"/>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8" name="Text Box 55">
            <a:extLst>
              <a:ext uri="{FF2B5EF4-FFF2-40B4-BE49-F238E27FC236}">
                <a16:creationId xmlns:a16="http://schemas.microsoft.com/office/drawing/2014/main" id="{789014D9-D2DF-493B-93B1-C5359CEA121E}"/>
              </a:ext>
            </a:extLst>
          </p:cNvPr>
          <p:cNvSpPr txBox="1">
            <a:spLocks noChangeArrowheads="1"/>
          </p:cNvSpPr>
          <p:nvPr>
            <p:custDataLst>
              <p:tags r:id="rId56"/>
            </p:custDataLst>
          </p:nvPr>
        </p:nvSpPr>
        <p:spPr bwMode="auto">
          <a:xfrm>
            <a:off x="6759342" y="6110288"/>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spcBef>
                <a:spcPct val="0"/>
              </a:spcBef>
              <a:buClrTx/>
              <a:buFontTx/>
              <a:buNone/>
            </a:pPr>
            <a:r>
              <a:rPr lang="en-US" altLang="en-US" sz="1800" b="1" dirty="0">
                <a:solidFill>
                  <a:srgbClr val="000000"/>
                </a:solidFill>
                <a:latin typeface="Arial" panose="020B0604020202020204" pitchFamily="34" charset="0"/>
              </a:rPr>
              <a:t>C</a:t>
            </a:r>
          </a:p>
        </p:txBody>
      </p:sp>
      <p:sp>
        <p:nvSpPr>
          <p:cNvPr id="109" name="Freeform 56">
            <a:extLst>
              <a:ext uri="{FF2B5EF4-FFF2-40B4-BE49-F238E27FC236}">
                <a16:creationId xmlns:a16="http://schemas.microsoft.com/office/drawing/2014/main" id="{5FF59A60-367A-490E-819B-E7321D0AB8D4}"/>
              </a:ext>
            </a:extLst>
          </p:cNvPr>
          <p:cNvSpPr>
            <a:spLocks/>
          </p:cNvSpPr>
          <p:nvPr>
            <p:custDataLst>
              <p:tags r:id="rId57"/>
            </p:custDataLst>
          </p:nvPr>
        </p:nvSpPr>
        <p:spPr bwMode="auto">
          <a:xfrm>
            <a:off x="5867400" y="4724400"/>
            <a:ext cx="990600" cy="1371600"/>
          </a:xfrm>
          <a:custGeom>
            <a:avLst/>
            <a:gdLst>
              <a:gd name="T0" fmla="*/ 0 w 624"/>
              <a:gd name="T1" fmla="*/ 0 h 864"/>
              <a:gd name="T2" fmla="*/ 0 w 624"/>
              <a:gd name="T3" fmla="*/ 2147483646 h 864"/>
              <a:gd name="T4" fmla="*/ 2147483646 w 624"/>
              <a:gd name="T5" fmla="*/ 2147483646 h 864"/>
              <a:gd name="T6" fmla="*/ 2147483646 w 624"/>
              <a:gd name="T7" fmla="*/ 2147483646 h 864"/>
              <a:gd name="T8" fmla="*/ 2147483646 w 624"/>
              <a:gd name="T9" fmla="*/ 2147483646 h 864"/>
              <a:gd name="T10" fmla="*/ 0 60000 65536"/>
              <a:gd name="T11" fmla="*/ 0 60000 65536"/>
              <a:gd name="T12" fmla="*/ 0 60000 65536"/>
              <a:gd name="T13" fmla="*/ 0 60000 65536"/>
              <a:gd name="T14" fmla="*/ 0 60000 65536"/>
              <a:gd name="T15" fmla="*/ 0 w 624"/>
              <a:gd name="T16" fmla="*/ 0 h 864"/>
              <a:gd name="T17" fmla="*/ 624 w 624"/>
              <a:gd name="T18" fmla="*/ 864 h 864"/>
            </a:gdLst>
            <a:ahLst/>
            <a:cxnLst>
              <a:cxn ang="T10">
                <a:pos x="T0" y="T1"/>
              </a:cxn>
              <a:cxn ang="T11">
                <a:pos x="T2" y="T3"/>
              </a:cxn>
              <a:cxn ang="T12">
                <a:pos x="T4" y="T5"/>
              </a:cxn>
              <a:cxn ang="T13">
                <a:pos x="T6" y="T7"/>
              </a:cxn>
              <a:cxn ang="T14">
                <a:pos x="T8" y="T9"/>
              </a:cxn>
            </a:cxnLst>
            <a:rect l="T15" t="T16" r="T17" b="T18"/>
            <a:pathLst>
              <a:path w="624" h="864">
                <a:moveTo>
                  <a:pt x="0" y="0"/>
                </a:moveTo>
                <a:lnTo>
                  <a:pt x="0" y="144"/>
                </a:lnTo>
                <a:lnTo>
                  <a:pt x="624" y="144"/>
                </a:lnTo>
                <a:lnTo>
                  <a:pt x="624" y="864"/>
                </a:lnTo>
                <a:lnTo>
                  <a:pt x="480" y="864"/>
                </a:ln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0" name="Rectangle 57">
            <a:extLst>
              <a:ext uri="{FF2B5EF4-FFF2-40B4-BE49-F238E27FC236}">
                <a16:creationId xmlns:a16="http://schemas.microsoft.com/office/drawing/2014/main" id="{E33D93B9-9F9E-4789-83CE-219A189ED6AB}"/>
              </a:ext>
            </a:extLst>
          </p:cNvPr>
          <p:cNvSpPr>
            <a:spLocks noChangeArrowheads="1"/>
          </p:cNvSpPr>
          <p:nvPr>
            <p:custDataLst>
              <p:tags r:id="rId58"/>
            </p:custDataLst>
          </p:nvPr>
        </p:nvSpPr>
        <p:spPr bwMode="auto">
          <a:xfrm>
            <a:off x="7391400" y="5486400"/>
            <a:ext cx="685800" cy="914400"/>
          </a:xfrm>
          <a:prstGeom prst="rect">
            <a:avLst/>
          </a:prstGeom>
          <a:solidFill>
            <a:schemeClr val="accent5">
              <a:lumMod val="40000"/>
              <a:lumOff val="60000"/>
            </a:schemeClr>
          </a:solidFill>
          <a:ln>
            <a:noFill/>
          </a:ln>
        </p:spPr>
        <p:txBody>
          <a:bodyPr wrap="none" anchor="ct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111" name="Freeform 58">
            <a:extLst>
              <a:ext uri="{FF2B5EF4-FFF2-40B4-BE49-F238E27FC236}">
                <a16:creationId xmlns:a16="http://schemas.microsoft.com/office/drawing/2014/main" id="{41487E7D-41DD-4F43-9171-6C7397559602}"/>
              </a:ext>
            </a:extLst>
          </p:cNvPr>
          <p:cNvSpPr>
            <a:spLocks/>
          </p:cNvSpPr>
          <p:nvPr>
            <p:custDataLst>
              <p:tags r:id="rId59"/>
            </p:custDataLst>
          </p:nvPr>
        </p:nvSpPr>
        <p:spPr bwMode="auto">
          <a:xfrm>
            <a:off x="5791200" y="4495800"/>
            <a:ext cx="1905000" cy="762000"/>
          </a:xfrm>
          <a:custGeom>
            <a:avLst/>
            <a:gdLst>
              <a:gd name="T0" fmla="*/ 2147483646 w 1200"/>
              <a:gd name="T1" fmla="*/ 0 h 480"/>
              <a:gd name="T2" fmla="*/ 2147483646 w 1200"/>
              <a:gd name="T3" fmla="*/ 0 h 480"/>
              <a:gd name="T4" fmla="*/ 2147483646 w 1200"/>
              <a:gd name="T5" fmla="*/ 2147483646 h 480"/>
              <a:gd name="T6" fmla="*/ 0 w 1200"/>
              <a:gd name="T7" fmla="*/ 2147483646 h 480"/>
              <a:gd name="T8" fmla="*/ 0 60000 65536"/>
              <a:gd name="T9" fmla="*/ 0 60000 65536"/>
              <a:gd name="T10" fmla="*/ 0 60000 65536"/>
              <a:gd name="T11" fmla="*/ 0 60000 65536"/>
              <a:gd name="T12" fmla="*/ 0 w 1200"/>
              <a:gd name="T13" fmla="*/ 0 h 480"/>
              <a:gd name="T14" fmla="*/ 1200 w 1200"/>
              <a:gd name="T15" fmla="*/ 480 h 480"/>
            </a:gdLst>
            <a:ahLst/>
            <a:cxnLst>
              <a:cxn ang="T8">
                <a:pos x="T0" y="T1"/>
              </a:cxn>
              <a:cxn ang="T9">
                <a:pos x="T2" y="T3"/>
              </a:cxn>
              <a:cxn ang="T10">
                <a:pos x="T4" y="T5"/>
              </a:cxn>
              <a:cxn ang="T11">
                <a:pos x="T6" y="T7"/>
              </a:cxn>
            </a:cxnLst>
            <a:rect l="T12" t="T13" r="T14" b="T15"/>
            <a:pathLst>
              <a:path w="1200" h="480">
                <a:moveTo>
                  <a:pt x="576" y="0"/>
                </a:moveTo>
                <a:lnTo>
                  <a:pt x="1200" y="0"/>
                </a:lnTo>
                <a:lnTo>
                  <a:pt x="1200" y="480"/>
                </a:lnTo>
                <a:lnTo>
                  <a:pt x="0" y="480"/>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 name="Text Box 59">
            <a:extLst>
              <a:ext uri="{FF2B5EF4-FFF2-40B4-BE49-F238E27FC236}">
                <a16:creationId xmlns:a16="http://schemas.microsoft.com/office/drawing/2014/main" id="{C88EBFB1-032F-47C3-9E40-0FA9BFC13E34}"/>
              </a:ext>
            </a:extLst>
          </p:cNvPr>
          <p:cNvSpPr txBox="1">
            <a:spLocks noChangeArrowheads="1"/>
          </p:cNvSpPr>
          <p:nvPr>
            <p:custDataLst>
              <p:tags r:id="rId60"/>
            </p:custDataLst>
          </p:nvPr>
        </p:nvSpPr>
        <p:spPr bwMode="auto">
          <a:xfrm>
            <a:off x="7397750" y="6110288"/>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defRPr>
            </a:lvl1pPr>
            <a:lvl2pPr marL="742950" indent="-285750">
              <a:spcBef>
                <a:spcPct val="20000"/>
              </a:spcBef>
              <a:buClr>
                <a:srgbClr val="030305"/>
              </a:buClr>
              <a:buChar char="•"/>
              <a:defRPr sz="2000">
                <a:solidFill>
                  <a:srgbClr val="030305"/>
                </a:solidFill>
                <a:latin typeface="Tahoma" panose="020B0604030504040204" pitchFamily="34" charset="0"/>
              </a:defRPr>
            </a:lvl2pPr>
            <a:lvl3pPr marL="1143000" indent="-228600">
              <a:spcBef>
                <a:spcPct val="20000"/>
              </a:spcBef>
              <a:buClr>
                <a:srgbClr val="030305"/>
              </a:buClr>
              <a:buChar char="•"/>
              <a:defRPr sz="2000">
                <a:solidFill>
                  <a:srgbClr val="030305"/>
                </a:solidFill>
                <a:latin typeface="Tahoma" panose="020B0604030504040204" pitchFamily="34" charset="0"/>
              </a:defRPr>
            </a:lvl3pPr>
            <a:lvl4pPr marL="1600200" indent="-228600">
              <a:spcBef>
                <a:spcPct val="20000"/>
              </a:spcBef>
              <a:buClr>
                <a:srgbClr val="030305"/>
              </a:buClr>
              <a:buChar char="•"/>
              <a:defRPr sz="2000">
                <a:solidFill>
                  <a:srgbClr val="030305"/>
                </a:solidFill>
                <a:latin typeface="Tahoma" panose="020B0604030504040204" pitchFamily="34" charset="0"/>
              </a:defRPr>
            </a:lvl4pPr>
            <a:lvl5pPr marL="2057400" indent="-228600">
              <a:spcBef>
                <a:spcPct val="20000"/>
              </a:spcBef>
              <a:buClr>
                <a:srgbClr val="030305"/>
              </a:buClr>
              <a:buChar char="•"/>
              <a:defRPr sz="2000">
                <a:solidFill>
                  <a:srgbClr val="030305"/>
                </a:solidFill>
                <a:latin typeface="Tahoma" panose="020B0604030504040204" pitchFamily="34" charset="0"/>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defRPr>
            </a:lvl9pPr>
          </a:lstStyle>
          <a:p>
            <a:pPr>
              <a:spcBef>
                <a:spcPct val="0"/>
              </a:spcBef>
              <a:buClrTx/>
              <a:buFontTx/>
              <a:buNone/>
            </a:pPr>
            <a:r>
              <a:rPr lang="en-US" altLang="en-US" sz="1800" b="1" dirty="0">
                <a:solidFill>
                  <a:srgbClr val="000000"/>
                </a:solidFill>
                <a:latin typeface="Arial" panose="020B0604020202020204" pitchFamily="34" charset="0"/>
              </a:rPr>
              <a:t>R</a:t>
            </a:r>
          </a:p>
        </p:txBody>
      </p:sp>
    </p:spTree>
    <p:custDataLst>
      <p:tags r:id="rId1"/>
    </p:custDataLst>
    <p:extLst>
      <p:ext uri="{BB962C8B-B14F-4D97-AF65-F5344CB8AC3E}">
        <p14:creationId xmlns:p14="http://schemas.microsoft.com/office/powerpoint/2010/main" val="32072454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0A70F60-F5C0-471D-BA71-DA8C16CD11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MIPS R10K</a:t>
            </a:r>
          </a:p>
        </p:txBody>
      </p:sp>
      <p:sp>
        <p:nvSpPr>
          <p:cNvPr id="15363" name="Rectangle 3">
            <a:extLst>
              <a:ext uri="{FF2B5EF4-FFF2-40B4-BE49-F238E27FC236}">
                <a16:creationId xmlns:a16="http://schemas.microsoft.com/office/drawing/2014/main" id="{48F3589B-9A70-45FF-8095-B75689BB5BB0}"/>
              </a:ext>
            </a:extLst>
          </p:cNvPr>
          <p:cNvSpPr>
            <a:spLocks noGrp="1" noChangeArrowheads="1"/>
          </p:cNvSpPr>
          <p:nvPr>
            <p:ph idx="1"/>
            <p:custDataLst>
              <p:tags r:id="rId3"/>
            </p:custDataLst>
          </p:nvPr>
        </p:nvSpPr>
        <p:spPr>
          <a:xfrm>
            <a:off x="457200" y="1600200"/>
            <a:ext cx="8229600" cy="4190999"/>
          </a:xfrm>
        </p:spPr>
        <p:txBody>
          <a:bodyPr/>
          <a:lstStyle/>
          <a:p>
            <a:pPr marL="0" indent="0" eaLnBrk="1" hangingPunct="1">
              <a:lnSpc>
                <a:spcPct val="80000"/>
              </a:lnSpc>
              <a:buNone/>
            </a:pPr>
            <a:r>
              <a:rPr lang="en-US" altLang="en-US" b="1" dirty="0"/>
              <a:t>Register renaming</a:t>
            </a:r>
            <a:r>
              <a:rPr lang="en-US" altLang="en-US" dirty="0"/>
              <a:t>: Removes WAR/WAW hazards by holding multiple versions of architectural registers</a:t>
            </a:r>
          </a:p>
          <a:p>
            <a:pPr eaLnBrk="1" hangingPunct="1">
              <a:lnSpc>
                <a:spcPct val="80000"/>
              </a:lnSpc>
            </a:pPr>
            <a:r>
              <a:rPr lang="en-US" altLang="en-US" sz="2800" dirty="0"/>
              <a:t>Architectural register file? Gone</a:t>
            </a:r>
          </a:p>
          <a:p>
            <a:pPr eaLnBrk="1" hangingPunct="1">
              <a:lnSpc>
                <a:spcPct val="80000"/>
              </a:lnSpc>
            </a:pPr>
            <a:r>
              <a:rPr lang="en-US" altLang="en-US" sz="2800" i="1" dirty="0"/>
              <a:t>Physical register file </a:t>
            </a:r>
            <a:r>
              <a:rPr lang="en-US" altLang="en-US" sz="2800" dirty="0"/>
              <a:t>holds all values:</a:t>
            </a:r>
          </a:p>
          <a:p>
            <a:pPr lvl="1" eaLnBrk="1" hangingPunct="1">
              <a:lnSpc>
                <a:spcPct val="80000"/>
              </a:lnSpc>
            </a:pPr>
            <a:r>
              <a:rPr lang="en-US" altLang="en-US" sz="2400" dirty="0"/>
              <a:t># physical registers = # architectural registers + # ROB entries</a:t>
            </a:r>
          </a:p>
          <a:p>
            <a:pPr eaLnBrk="1" hangingPunct="1">
              <a:lnSpc>
                <a:spcPct val="80000"/>
              </a:lnSpc>
            </a:pPr>
            <a:r>
              <a:rPr lang="en-US" altLang="en-US" sz="2800" i="1" dirty="0"/>
              <a:t>Map table </a:t>
            </a:r>
            <a:r>
              <a:rPr lang="en-US" altLang="en-US" sz="2800" dirty="0"/>
              <a:t>maps architectural registers to most recent physical registers</a:t>
            </a:r>
          </a:p>
          <a:p>
            <a:pPr eaLnBrk="1" hangingPunct="1">
              <a:lnSpc>
                <a:spcPct val="80000"/>
              </a:lnSpc>
            </a:pPr>
            <a:r>
              <a:rPr lang="en-US" altLang="en-US" sz="2800" i="1" dirty="0"/>
              <a:t>Free list </a:t>
            </a:r>
            <a:r>
              <a:rPr lang="en-US" altLang="en-US" sz="2800" dirty="0"/>
              <a:t>keeps track of unallocated physical registers</a:t>
            </a:r>
          </a:p>
        </p:txBody>
      </p:sp>
      <p:sp>
        <p:nvSpPr>
          <p:cNvPr id="16388" name="Slide Number Placeholder 5">
            <a:extLst>
              <a:ext uri="{FF2B5EF4-FFF2-40B4-BE49-F238E27FC236}">
                <a16:creationId xmlns:a16="http://schemas.microsoft.com/office/drawing/2014/main" id="{1A0468D2-B7ED-4EBE-A2FE-EFCC0470BF1E}"/>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4C120E7B-614E-49CA-90BC-A67892513853}" type="slidenum">
              <a:rPr lang="en-US" altLang="en-US" sz="1400"/>
              <a:pPr lvl="1" eaLnBrk="1" hangingPunct="1">
                <a:spcBef>
                  <a:spcPct val="0"/>
                </a:spcBef>
                <a:buFontTx/>
                <a:buNone/>
              </a:pPr>
              <a:t>5</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248147312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0A70F60-F5C0-471D-BA71-DA8C16CD11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MIPS R10K</a:t>
            </a:r>
          </a:p>
        </p:txBody>
      </p:sp>
      <p:sp>
        <p:nvSpPr>
          <p:cNvPr id="15363" name="Rectangle 3">
            <a:extLst>
              <a:ext uri="{FF2B5EF4-FFF2-40B4-BE49-F238E27FC236}">
                <a16:creationId xmlns:a16="http://schemas.microsoft.com/office/drawing/2014/main" id="{48F3589B-9A70-45FF-8095-B75689BB5BB0}"/>
              </a:ext>
            </a:extLst>
          </p:cNvPr>
          <p:cNvSpPr>
            <a:spLocks noGrp="1" noChangeArrowheads="1"/>
          </p:cNvSpPr>
          <p:nvPr>
            <p:ph idx="1"/>
            <p:custDataLst>
              <p:tags r:id="rId3"/>
            </p:custDataLst>
          </p:nvPr>
        </p:nvSpPr>
        <p:spPr>
          <a:xfrm>
            <a:off x="457200" y="1600200"/>
            <a:ext cx="8229600" cy="4190999"/>
          </a:xfrm>
        </p:spPr>
        <p:txBody>
          <a:bodyPr/>
          <a:lstStyle/>
          <a:p>
            <a:pPr marL="0" indent="0" eaLnBrk="1" hangingPunct="1">
              <a:lnSpc>
                <a:spcPct val="80000"/>
              </a:lnSpc>
              <a:buNone/>
            </a:pPr>
            <a:r>
              <a:rPr lang="en-US" altLang="en-US" dirty="0"/>
              <a:t>When to free physical registers?</a:t>
            </a:r>
          </a:p>
          <a:p>
            <a:pPr eaLnBrk="1" hangingPunct="1">
              <a:lnSpc>
                <a:spcPct val="80000"/>
              </a:lnSpc>
            </a:pPr>
            <a:r>
              <a:rPr lang="en-US" altLang="en-US" sz="2800" dirty="0"/>
              <a:t>When an instruction retires:</a:t>
            </a:r>
          </a:p>
          <a:p>
            <a:pPr lvl="1" eaLnBrk="1" hangingPunct="1">
              <a:lnSpc>
                <a:spcPct val="80000"/>
              </a:lnSpc>
            </a:pPr>
            <a:r>
              <a:rPr lang="en-US" altLang="en-US" sz="2400" dirty="0"/>
              <a:t>Can’t free physical register </a:t>
            </a:r>
            <a:r>
              <a:rPr lang="en-US" altLang="en-US" sz="2400" b="1" dirty="0"/>
              <a:t>currently</a:t>
            </a:r>
            <a:r>
              <a:rPr lang="en-US" altLang="en-US" sz="2400" dirty="0"/>
              <a:t> mapped to destination architectural register</a:t>
            </a:r>
          </a:p>
          <a:p>
            <a:pPr lvl="1" eaLnBrk="1" hangingPunct="1">
              <a:lnSpc>
                <a:spcPct val="80000"/>
              </a:lnSpc>
            </a:pPr>
            <a:r>
              <a:rPr lang="en-US" altLang="en-US" sz="2400" dirty="0"/>
              <a:t>Can free physical register </a:t>
            </a:r>
            <a:r>
              <a:rPr lang="en-US" altLang="en-US" sz="2400" b="1" dirty="0"/>
              <a:t>previously</a:t>
            </a:r>
            <a:r>
              <a:rPr lang="en-US" altLang="en-US" sz="2400" dirty="0"/>
              <a:t> mapped to destination architectural register</a:t>
            </a:r>
          </a:p>
          <a:p>
            <a:pPr lvl="2" eaLnBrk="1" hangingPunct="1">
              <a:lnSpc>
                <a:spcPct val="80000"/>
              </a:lnSpc>
            </a:pPr>
            <a:r>
              <a:rPr lang="en-US" altLang="en-US" sz="2000" dirty="0"/>
              <a:t>Why? All instructions that will ever read the previous value must have already retired (because we’re overwriting it)</a:t>
            </a:r>
          </a:p>
        </p:txBody>
      </p:sp>
      <p:sp>
        <p:nvSpPr>
          <p:cNvPr id="16388" name="Slide Number Placeholder 5">
            <a:extLst>
              <a:ext uri="{FF2B5EF4-FFF2-40B4-BE49-F238E27FC236}">
                <a16:creationId xmlns:a16="http://schemas.microsoft.com/office/drawing/2014/main" id="{1A0468D2-B7ED-4EBE-A2FE-EFCC0470BF1E}"/>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4C120E7B-614E-49CA-90BC-A67892513853}" type="slidenum">
              <a:rPr lang="en-US" altLang="en-US" sz="1400"/>
              <a:pPr lvl="1" eaLnBrk="1" hangingPunct="1">
                <a:spcBef>
                  <a:spcPct val="0"/>
                </a:spcBef>
                <a:buFontTx/>
                <a:buNone/>
              </a:pPr>
              <a:t>6</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87206251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9875DC-51C1-4AB6-BA2B-35C2003C1D6C}"/>
              </a:ext>
            </a:extLst>
          </p:cNvPr>
          <p:cNvPicPr>
            <a:picLocks noChangeAspect="1"/>
          </p:cNvPicPr>
          <p:nvPr/>
        </p:nvPicPr>
        <p:blipFill>
          <a:blip r:embed="rId7"/>
          <a:stretch>
            <a:fillRect/>
          </a:stretch>
        </p:blipFill>
        <p:spPr>
          <a:xfrm>
            <a:off x="4343400" y="1200150"/>
            <a:ext cx="4724400" cy="5429250"/>
          </a:xfrm>
          <a:prstGeom prst="rect">
            <a:avLst/>
          </a:prstGeom>
        </p:spPr>
      </p:pic>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 – Pipeline</a:t>
            </a:r>
          </a:p>
        </p:txBody>
      </p:sp>
      <p:sp>
        <p:nvSpPr>
          <p:cNvPr id="2056" name="Rectangle 3"/>
          <p:cNvSpPr>
            <a:spLocks noGrp="1" noChangeArrowheads="1"/>
          </p:cNvSpPr>
          <p:nvPr>
            <p:ph idx="1"/>
            <p:custDataLst>
              <p:tags r:id="rId3"/>
            </p:custDataLst>
          </p:nvPr>
        </p:nvSpPr>
        <p:spPr>
          <a:xfrm>
            <a:off x="682625" y="1600200"/>
            <a:ext cx="3965575" cy="4495800"/>
          </a:xfrm>
        </p:spPr>
        <p:txBody>
          <a:bodyPr/>
          <a:lstStyle/>
          <a:p>
            <a:pPr marL="0" indent="0">
              <a:lnSpc>
                <a:spcPct val="80000"/>
              </a:lnSpc>
              <a:buNone/>
            </a:pPr>
            <a:r>
              <a:rPr lang="en-US" altLang="en-US" sz="2800" dirty="0"/>
              <a:t>MIPS R10K-like processor:</a:t>
            </a:r>
          </a:p>
          <a:p>
            <a:pPr>
              <a:lnSpc>
                <a:spcPct val="80000"/>
              </a:lnSpc>
            </a:pPr>
            <a:r>
              <a:rPr lang="en-US" altLang="en-US" sz="2400" dirty="0"/>
              <a:t>Scalar in-order front-end</a:t>
            </a:r>
          </a:p>
          <a:p>
            <a:pPr lvl="1">
              <a:lnSpc>
                <a:spcPct val="80000"/>
              </a:lnSpc>
            </a:pPr>
            <a:r>
              <a:rPr lang="en-US" altLang="en-US" sz="2000" dirty="0"/>
              <a:t>F, De, Di</a:t>
            </a:r>
          </a:p>
          <a:p>
            <a:pPr>
              <a:lnSpc>
                <a:spcPct val="80000"/>
              </a:lnSpc>
            </a:pPr>
            <a:r>
              <a:rPr lang="en-US" altLang="en-US" sz="2400" dirty="0"/>
              <a:t>Branches are resolved at X stage and immediately flush the pipeline if </a:t>
            </a:r>
            <a:r>
              <a:rPr lang="en-US" altLang="en-US" sz="2400" dirty="0" err="1"/>
              <a:t>mispredicted</a:t>
            </a:r>
            <a:endParaRPr lang="en-US" altLang="en-US" sz="2400" dirty="0"/>
          </a:p>
          <a:p>
            <a:pPr>
              <a:lnSpc>
                <a:spcPct val="80000"/>
              </a:lnSpc>
            </a:pPr>
            <a:r>
              <a:rPr lang="en-US" altLang="en-US" sz="2400" dirty="0"/>
              <a:t>Each reservation station is bound to a functional unit</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7</a:t>
            </a:fld>
            <a:endParaRPr lang="en-US" altLang="en-US"/>
          </a:p>
        </p:txBody>
      </p:sp>
    </p:spTree>
    <p:custDataLst>
      <p:tags r:id="rId1"/>
    </p:custDataLst>
    <p:extLst>
      <p:ext uri="{BB962C8B-B14F-4D97-AF65-F5344CB8AC3E}">
        <p14:creationId xmlns:p14="http://schemas.microsoft.com/office/powerpoint/2010/main" val="20144852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304800"/>
            <a:ext cx="7467600" cy="1143000"/>
          </a:xfrm>
        </p:spPr>
        <p:txBody>
          <a:bodyPr/>
          <a:lstStyle/>
          <a:p>
            <a:r>
              <a:rPr lang="en-US" altLang="en-US" dirty="0"/>
              <a:t>MIPS R10K – Pipeline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8</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nvPr>
        </p:nvGraphicFramePr>
        <p:xfrm>
          <a:off x="4015539" y="590124"/>
          <a:ext cx="4865960" cy="512028"/>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4229101"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4038600"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 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nvPr>
        </p:nvGraphicFramePr>
        <p:xfrm>
          <a:off x="5772539" y="127329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9" name="TextBox 8">
            <a:extLst>
              <a:ext uri="{FF2B5EF4-FFF2-40B4-BE49-F238E27FC236}">
                <a16:creationId xmlns:a16="http://schemas.microsoft.com/office/drawing/2014/main" id="{3D94BD1F-6297-49EA-8FAF-805766DD4217}"/>
              </a:ext>
            </a:extLst>
          </p:cNvPr>
          <p:cNvSpPr txBox="1"/>
          <p:nvPr>
            <p:custDataLst>
              <p:tags r:id="rId9"/>
            </p:custDataLst>
          </p:nvPr>
        </p:nvSpPr>
        <p:spPr>
          <a:xfrm>
            <a:off x="5562600" y="315808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1" name="TextBox 10">
            <a:extLst>
              <a:ext uri="{FF2B5EF4-FFF2-40B4-BE49-F238E27FC236}">
                <a16:creationId xmlns:a16="http://schemas.microsoft.com/office/drawing/2014/main" id="{94B273AB-3B23-4DF1-A7ED-BC663173CC14}"/>
              </a:ext>
            </a:extLst>
          </p:cNvPr>
          <p:cNvSpPr txBox="1"/>
          <p:nvPr>
            <p:custDataLst>
              <p:tags r:id="rId10"/>
            </p:custDataLst>
          </p:nvPr>
        </p:nvSpPr>
        <p:spPr>
          <a:xfrm>
            <a:off x="5562600" y="331048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2" name="Rectangle 3">
            <a:extLst>
              <a:ext uri="{FF2B5EF4-FFF2-40B4-BE49-F238E27FC236}">
                <a16:creationId xmlns:a16="http://schemas.microsoft.com/office/drawing/2014/main" id="{2D9CA072-D9C1-4B71-8E2E-2FD37BCB820E}"/>
              </a:ext>
            </a:extLst>
          </p:cNvPr>
          <p:cNvSpPr>
            <a:spLocks noGrp="1" noChangeArrowheads="1"/>
          </p:cNvSpPr>
          <p:nvPr>
            <p:ph idx="1"/>
            <p:custDataLst>
              <p:tags r:id="rId11"/>
            </p:custDataLst>
          </p:nvPr>
        </p:nvSpPr>
        <p:spPr>
          <a:xfrm>
            <a:off x="457200" y="838200"/>
            <a:ext cx="3771901" cy="4525963"/>
          </a:xfrm>
        </p:spPr>
        <p:txBody>
          <a:bodyPr/>
          <a:lstStyle/>
          <a:p>
            <a:pPr marL="0" indent="0" eaLnBrk="1" hangingPunct="1">
              <a:lnSpc>
                <a:spcPct val="80000"/>
              </a:lnSpc>
              <a:buNone/>
            </a:pPr>
            <a:r>
              <a:rPr lang="en-US" altLang="en-US" sz="2800" b="1" dirty="0"/>
              <a:t>add $t0, $s1, $s2</a:t>
            </a:r>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p:txBody>
      </p:sp>
    </p:spTree>
    <p:custDataLst>
      <p:tags r:id="rId1"/>
    </p:custDataLst>
    <p:extLst>
      <p:ext uri="{BB962C8B-B14F-4D97-AF65-F5344CB8AC3E}">
        <p14:creationId xmlns:p14="http://schemas.microsoft.com/office/powerpoint/2010/main" val="18249957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304800"/>
            <a:ext cx="7467600" cy="1143000"/>
          </a:xfrm>
        </p:spPr>
        <p:txBody>
          <a:bodyPr/>
          <a:lstStyle/>
          <a:p>
            <a:r>
              <a:rPr lang="en-US" altLang="en-US" dirty="0"/>
              <a:t>MIPS R10K – Pipeline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9</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nvPr>
        </p:nvGraphicFramePr>
        <p:xfrm>
          <a:off x="4015539" y="590124"/>
          <a:ext cx="4865960" cy="512028"/>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4229101"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4038600"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 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nvPr>
        </p:nvGraphicFramePr>
        <p:xfrm>
          <a:off x="5772539" y="127329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9" name="TextBox 8">
            <a:extLst>
              <a:ext uri="{FF2B5EF4-FFF2-40B4-BE49-F238E27FC236}">
                <a16:creationId xmlns:a16="http://schemas.microsoft.com/office/drawing/2014/main" id="{3D94BD1F-6297-49EA-8FAF-805766DD4217}"/>
              </a:ext>
            </a:extLst>
          </p:cNvPr>
          <p:cNvSpPr txBox="1"/>
          <p:nvPr>
            <p:custDataLst>
              <p:tags r:id="rId9"/>
            </p:custDataLst>
          </p:nvPr>
        </p:nvSpPr>
        <p:spPr>
          <a:xfrm>
            <a:off x="5562600" y="315808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1" name="TextBox 10">
            <a:extLst>
              <a:ext uri="{FF2B5EF4-FFF2-40B4-BE49-F238E27FC236}">
                <a16:creationId xmlns:a16="http://schemas.microsoft.com/office/drawing/2014/main" id="{94B273AB-3B23-4DF1-A7ED-BC663173CC14}"/>
              </a:ext>
            </a:extLst>
          </p:cNvPr>
          <p:cNvSpPr txBox="1"/>
          <p:nvPr>
            <p:custDataLst>
              <p:tags r:id="rId10"/>
            </p:custDataLst>
          </p:nvPr>
        </p:nvSpPr>
        <p:spPr>
          <a:xfrm>
            <a:off x="5562600" y="331048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2" name="Rectangle 3">
            <a:extLst>
              <a:ext uri="{FF2B5EF4-FFF2-40B4-BE49-F238E27FC236}">
                <a16:creationId xmlns:a16="http://schemas.microsoft.com/office/drawing/2014/main" id="{2D9CA072-D9C1-4B71-8E2E-2FD37BCB820E}"/>
              </a:ext>
            </a:extLst>
          </p:cNvPr>
          <p:cNvSpPr>
            <a:spLocks noGrp="1" noChangeArrowheads="1"/>
          </p:cNvSpPr>
          <p:nvPr>
            <p:ph idx="1"/>
            <p:custDataLst>
              <p:tags r:id="rId11"/>
            </p:custDataLst>
          </p:nvPr>
        </p:nvSpPr>
        <p:spPr>
          <a:xfrm>
            <a:off x="457200" y="838200"/>
            <a:ext cx="3771901" cy="4525963"/>
          </a:xfrm>
        </p:spPr>
        <p:txBody>
          <a:bodyPr/>
          <a:lstStyle/>
          <a:p>
            <a:pPr marL="0" indent="0" eaLnBrk="1" hangingPunct="1">
              <a:lnSpc>
                <a:spcPct val="80000"/>
              </a:lnSpc>
              <a:buNone/>
            </a:pPr>
            <a:r>
              <a:rPr lang="en-US" altLang="en-US" sz="2800" b="1" dirty="0"/>
              <a:t>add $t0, $s1, $s2</a:t>
            </a:r>
          </a:p>
          <a:p>
            <a:pPr eaLnBrk="1" hangingPunct="1">
              <a:lnSpc>
                <a:spcPct val="80000"/>
              </a:lnSpc>
            </a:pPr>
            <a:r>
              <a:rPr lang="en-US" altLang="en-US" sz="2800" dirty="0"/>
              <a:t>Fetch (F):</a:t>
            </a:r>
          </a:p>
          <a:p>
            <a:pPr marL="342900" lvl="1" eaLnBrk="1" hangingPunct="1">
              <a:lnSpc>
                <a:spcPct val="90000"/>
              </a:lnSpc>
            </a:pPr>
            <a:r>
              <a:rPr lang="en-US" altLang="en-US" sz="2400" dirty="0"/>
              <a:t>Get instruction from memory</a:t>
            </a:r>
          </a:p>
          <a:p>
            <a:pPr marL="342900" lvl="1" eaLnBrk="1" hangingPunct="1">
              <a:lnSpc>
                <a:spcPct val="90000"/>
              </a:lnSpc>
            </a:pPr>
            <a:r>
              <a:rPr lang="en-US" altLang="en-US" sz="2400" dirty="0"/>
              <a:t>Update PC</a:t>
            </a:r>
          </a:p>
          <a:p>
            <a:pPr marL="57150" lvl="1" indent="0" eaLnBrk="1" hangingPunct="1">
              <a:lnSpc>
                <a:spcPct val="90000"/>
              </a:lnSpc>
              <a:buNone/>
            </a:pPr>
            <a:endParaRPr lang="en-US" altLang="en-US" sz="2400" dirty="0"/>
          </a:p>
          <a:p>
            <a:pPr eaLnBrk="1" hangingPunct="1">
              <a:lnSpc>
                <a:spcPct val="80000"/>
              </a:lnSpc>
            </a:pPr>
            <a:r>
              <a:rPr lang="en-US" altLang="en-US" sz="2800" dirty="0"/>
              <a:t>Decode (De):</a:t>
            </a:r>
          </a:p>
          <a:p>
            <a:pPr marL="342900" lvl="1" eaLnBrk="1" hangingPunct="1">
              <a:lnSpc>
                <a:spcPct val="90000"/>
              </a:lnSpc>
            </a:pPr>
            <a:r>
              <a:rPr lang="en-US" altLang="en-US" sz="2400" dirty="0"/>
              <a:t>Determine operation and operands</a:t>
            </a:r>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p:txBody>
      </p:sp>
    </p:spTree>
    <p:custDataLst>
      <p:tags r:id="rId1"/>
    </p:custDataLst>
    <p:extLst>
      <p:ext uri="{BB962C8B-B14F-4D97-AF65-F5344CB8AC3E}">
        <p14:creationId xmlns:p14="http://schemas.microsoft.com/office/powerpoint/2010/main" val="365645306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304800"/>
            <a:ext cx="7467600" cy="1143000"/>
          </a:xfrm>
        </p:spPr>
        <p:txBody>
          <a:bodyPr/>
          <a:lstStyle/>
          <a:p>
            <a:r>
              <a:rPr lang="en-US" altLang="en-US" dirty="0"/>
              <a:t>MIPS R10K – Pipeline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10</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nvPr>
        </p:nvGraphicFramePr>
        <p:xfrm>
          <a:off x="4015539" y="590124"/>
          <a:ext cx="4865960" cy="512028"/>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4229101"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sngStrike" dirty="0"/>
                        <a:t>P5</a:t>
                      </a:r>
                      <a:r>
                        <a:rPr lang="en-US" sz="1600" dirty="0"/>
                        <a:t> 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4038600"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strike="sngStrike" dirty="0"/>
                        <a:t>P1</a:t>
                      </a:r>
                      <a:r>
                        <a:rPr lang="en-US" sz="1600" dirty="0"/>
                        <a:t>, 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nvPr>
        </p:nvGraphicFramePr>
        <p:xfrm>
          <a:off x="5772539" y="127329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9" name="TextBox 8">
            <a:extLst>
              <a:ext uri="{FF2B5EF4-FFF2-40B4-BE49-F238E27FC236}">
                <a16:creationId xmlns:a16="http://schemas.microsoft.com/office/drawing/2014/main" id="{3D94BD1F-6297-49EA-8FAF-805766DD4217}"/>
              </a:ext>
            </a:extLst>
          </p:cNvPr>
          <p:cNvSpPr txBox="1"/>
          <p:nvPr>
            <p:custDataLst>
              <p:tags r:id="rId9"/>
            </p:custDataLst>
          </p:nvPr>
        </p:nvSpPr>
        <p:spPr>
          <a:xfrm>
            <a:off x="5562600" y="315808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1" name="TextBox 10">
            <a:extLst>
              <a:ext uri="{FF2B5EF4-FFF2-40B4-BE49-F238E27FC236}">
                <a16:creationId xmlns:a16="http://schemas.microsoft.com/office/drawing/2014/main" id="{94B273AB-3B23-4DF1-A7ED-BC663173CC14}"/>
              </a:ext>
            </a:extLst>
          </p:cNvPr>
          <p:cNvSpPr txBox="1"/>
          <p:nvPr>
            <p:custDataLst>
              <p:tags r:id="rId10"/>
            </p:custDataLst>
          </p:nvPr>
        </p:nvSpPr>
        <p:spPr>
          <a:xfrm>
            <a:off x="5562600" y="331048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2" name="Rectangle 3">
            <a:extLst>
              <a:ext uri="{FF2B5EF4-FFF2-40B4-BE49-F238E27FC236}">
                <a16:creationId xmlns:a16="http://schemas.microsoft.com/office/drawing/2014/main" id="{2D9CA072-D9C1-4B71-8E2E-2FD37BCB820E}"/>
              </a:ext>
            </a:extLst>
          </p:cNvPr>
          <p:cNvSpPr>
            <a:spLocks noGrp="1" noChangeArrowheads="1"/>
          </p:cNvSpPr>
          <p:nvPr>
            <p:ph idx="1"/>
            <p:custDataLst>
              <p:tags r:id="rId11"/>
            </p:custDataLst>
          </p:nvPr>
        </p:nvSpPr>
        <p:spPr>
          <a:xfrm>
            <a:off x="457200" y="838200"/>
            <a:ext cx="3771901" cy="4525963"/>
          </a:xfrm>
        </p:spPr>
        <p:txBody>
          <a:bodyPr/>
          <a:lstStyle/>
          <a:p>
            <a:pPr marL="0" indent="0" eaLnBrk="1" hangingPunct="1">
              <a:lnSpc>
                <a:spcPct val="80000"/>
              </a:lnSpc>
              <a:buNone/>
            </a:pPr>
            <a:r>
              <a:rPr lang="en-US" altLang="en-US" sz="2800" b="1" dirty="0"/>
              <a:t>add $t0, $s1, $s2</a:t>
            </a:r>
          </a:p>
          <a:p>
            <a:pPr eaLnBrk="1" hangingPunct="1">
              <a:lnSpc>
                <a:spcPct val="80000"/>
              </a:lnSpc>
            </a:pPr>
            <a:r>
              <a:rPr lang="en-US" altLang="en-US" sz="2800" dirty="0"/>
              <a:t>Dispatch (Di):</a:t>
            </a:r>
          </a:p>
          <a:p>
            <a:pPr marL="342900" lvl="1" eaLnBrk="1" hangingPunct="1">
              <a:lnSpc>
                <a:spcPct val="90000"/>
              </a:lnSpc>
            </a:pPr>
            <a:r>
              <a:rPr lang="en-US" altLang="en-US" sz="2400" dirty="0"/>
              <a:t>Stall if no available reservation station, reorder buffer full, or no free physical register</a:t>
            </a:r>
          </a:p>
          <a:p>
            <a:pPr marL="342900" lvl="1" eaLnBrk="1" hangingPunct="1">
              <a:lnSpc>
                <a:spcPct val="90000"/>
              </a:lnSpc>
            </a:pPr>
            <a:r>
              <a:rPr lang="en-US" altLang="en-US" sz="2400" dirty="0"/>
              <a:t>Determine which physical registers contain operands and allocate reservation station</a:t>
            </a:r>
          </a:p>
          <a:p>
            <a:pPr marL="342900" lvl="1" eaLnBrk="1" hangingPunct="1">
              <a:lnSpc>
                <a:spcPct val="90000"/>
              </a:lnSpc>
            </a:pPr>
            <a:r>
              <a:rPr lang="en-US" altLang="en-US" sz="2400" dirty="0"/>
              <a:t>Allocate new physical register for output result and remember old register</a:t>
            </a:r>
          </a:p>
          <a:p>
            <a:pPr marL="342900" lvl="1" eaLnBrk="1" hangingPunct="1">
              <a:lnSpc>
                <a:spcPct val="90000"/>
              </a:lnSpc>
            </a:pPr>
            <a:r>
              <a:rPr lang="en-US" altLang="en-US" sz="2400" dirty="0"/>
              <a:t>Allocate reorder buffer entry</a:t>
            </a:r>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p:txBody>
      </p:sp>
    </p:spTree>
    <p:custDataLst>
      <p:tags r:id="rId1"/>
    </p:custDataLst>
    <p:extLst>
      <p:ext uri="{BB962C8B-B14F-4D97-AF65-F5344CB8AC3E}">
        <p14:creationId xmlns:p14="http://schemas.microsoft.com/office/powerpoint/2010/main" val="10487486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304800"/>
            <a:ext cx="7467600" cy="1143000"/>
          </a:xfrm>
        </p:spPr>
        <p:txBody>
          <a:bodyPr/>
          <a:lstStyle/>
          <a:p>
            <a:r>
              <a:rPr lang="en-US" altLang="en-US" dirty="0"/>
              <a:t>MIPS R10K – Pipeline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11</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nvPr>
        </p:nvGraphicFramePr>
        <p:xfrm>
          <a:off x="4015539" y="590124"/>
          <a:ext cx="4865960" cy="512028"/>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4229101"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4038600"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nvPr>
        </p:nvGraphicFramePr>
        <p:xfrm>
          <a:off x="5772539" y="127329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sng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sngStrike"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sngStrike"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9" name="TextBox 8">
            <a:extLst>
              <a:ext uri="{FF2B5EF4-FFF2-40B4-BE49-F238E27FC236}">
                <a16:creationId xmlns:a16="http://schemas.microsoft.com/office/drawing/2014/main" id="{3D94BD1F-6297-49EA-8FAF-805766DD4217}"/>
              </a:ext>
            </a:extLst>
          </p:cNvPr>
          <p:cNvSpPr txBox="1"/>
          <p:nvPr>
            <p:custDataLst>
              <p:tags r:id="rId9"/>
            </p:custDataLst>
          </p:nvPr>
        </p:nvSpPr>
        <p:spPr>
          <a:xfrm>
            <a:off x="5562600" y="315808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1" name="TextBox 10">
            <a:extLst>
              <a:ext uri="{FF2B5EF4-FFF2-40B4-BE49-F238E27FC236}">
                <a16:creationId xmlns:a16="http://schemas.microsoft.com/office/drawing/2014/main" id="{94B273AB-3B23-4DF1-A7ED-BC663173CC14}"/>
              </a:ext>
            </a:extLst>
          </p:cNvPr>
          <p:cNvSpPr txBox="1"/>
          <p:nvPr>
            <p:custDataLst>
              <p:tags r:id="rId10"/>
            </p:custDataLst>
          </p:nvPr>
        </p:nvSpPr>
        <p:spPr>
          <a:xfrm>
            <a:off x="5562600" y="331048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2" name="Rectangle 3">
            <a:extLst>
              <a:ext uri="{FF2B5EF4-FFF2-40B4-BE49-F238E27FC236}">
                <a16:creationId xmlns:a16="http://schemas.microsoft.com/office/drawing/2014/main" id="{2D9CA072-D9C1-4B71-8E2E-2FD37BCB820E}"/>
              </a:ext>
            </a:extLst>
          </p:cNvPr>
          <p:cNvSpPr>
            <a:spLocks noGrp="1" noChangeArrowheads="1"/>
          </p:cNvSpPr>
          <p:nvPr>
            <p:ph idx="1"/>
            <p:custDataLst>
              <p:tags r:id="rId11"/>
            </p:custDataLst>
          </p:nvPr>
        </p:nvSpPr>
        <p:spPr>
          <a:xfrm>
            <a:off x="457200" y="838200"/>
            <a:ext cx="3771901" cy="4525963"/>
          </a:xfrm>
        </p:spPr>
        <p:txBody>
          <a:bodyPr/>
          <a:lstStyle/>
          <a:p>
            <a:pPr marL="0" indent="0" eaLnBrk="1" hangingPunct="1">
              <a:lnSpc>
                <a:spcPct val="80000"/>
              </a:lnSpc>
              <a:buNone/>
            </a:pPr>
            <a:r>
              <a:rPr lang="en-US" altLang="en-US" sz="2800" b="1" dirty="0"/>
              <a:t>add $t0, $s1, $s2</a:t>
            </a:r>
          </a:p>
          <a:p>
            <a:pPr eaLnBrk="1" hangingPunct="1">
              <a:lnSpc>
                <a:spcPct val="80000"/>
              </a:lnSpc>
            </a:pPr>
            <a:r>
              <a:rPr lang="en-US" altLang="en-US" sz="2800" dirty="0"/>
              <a:t>Issue (S):</a:t>
            </a:r>
          </a:p>
          <a:p>
            <a:pPr marL="342900" lvl="1" eaLnBrk="1" hangingPunct="1">
              <a:lnSpc>
                <a:spcPct val="90000"/>
              </a:lnSpc>
            </a:pPr>
            <a:r>
              <a:rPr lang="en-US" altLang="en-US" sz="2400" dirty="0"/>
              <a:t>Wait if operands are not ready yet or if no available functional unit</a:t>
            </a:r>
          </a:p>
          <a:p>
            <a:pPr marL="342900" lvl="1" eaLnBrk="1" hangingPunct="1">
              <a:lnSpc>
                <a:spcPct val="90000"/>
              </a:lnSpc>
            </a:pPr>
            <a:r>
              <a:rPr lang="en-US" altLang="en-US" sz="2400" dirty="0"/>
              <a:t>Allocate functional unit, then free reservation station</a:t>
            </a:r>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p:txBody>
      </p:sp>
    </p:spTree>
    <p:custDataLst>
      <p:tags r:id="rId1"/>
    </p:custDataLst>
    <p:extLst>
      <p:ext uri="{BB962C8B-B14F-4D97-AF65-F5344CB8AC3E}">
        <p14:creationId xmlns:p14="http://schemas.microsoft.com/office/powerpoint/2010/main" val="20230744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304800"/>
            <a:ext cx="7467600" cy="1143000"/>
          </a:xfrm>
        </p:spPr>
        <p:txBody>
          <a:bodyPr/>
          <a:lstStyle/>
          <a:p>
            <a:r>
              <a:rPr lang="en-US" altLang="en-US" dirty="0"/>
              <a:t>MIPS R10K – Pipeline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12</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nvPr>
        </p:nvGraphicFramePr>
        <p:xfrm>
          <a:off x="4015539" y="590124"/>
          <a:ext cx="4865960" cy="512028"/>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4229101"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4038600"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nvPr>
        </p:nvGraphicFramePr>
        <p:xfrm>
          <a:off x="5772539" y="127329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9" name="TextBox 8">
            <a:extLst>
              <a:ext uri="{FF2B5EF4-FFF2-40B4-BE49-F238E27FC236}">
                <a16:creationId xmlns:a16="http://schemas.microsoft.com/office/drawing/2014/main" id="{3D94BD1F-6297-49EA-8FAF-805766DD4217}"/>
              </a:ext>
            </a:extLst>
          </p:cNvPr>
          <p:cNvSpPr txBox="1"/>
          <p:nvPr>
            <p:custDataLst>
              <p:tags r:id="rId9"/>
            </p:custDataLst>
          </p:nvPr>
        </p:nvSpPr>
        <p:spPr>
          <a:xfrm>
            <a:off x="5562600" y="315808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1" name="TextBox 10">
            <a:extLst>
              <a:ext uri="{FF2B5EF4-FFF2-40B4-BE49-F238E27FC236}">
                <a16:creationId xmlns:a16="http://schemas.microsoft.com/office/drawing/2014/main" id="{94B273AB-3B23-4DF1-A7ED-BC663173CC14}"/>
              </a:ext>
            </a:extLst>
          </p:cNvPr>
          <p:cNvSpPr txBox="1"/>
          <p:nvPr>
            <p:custDataLst>
              <p:tags r:id="rId10"/>
            </p:custDataLst>
          </p:nvPr>
        </p:nvSpPr>
        <p:spPr>
          <a:xfrm>
            <a:off x="5562600" y="331048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2" name="Rectangle 3">
            <a:extLst>
              <a:ext uri="{FF2B5EF4-FFF2-40B4-BE49-F238E27FC236}">
                <a16:creationId xmlns:a16="http://schemas.microsoft.com/office/drawing/2014/main" id="{2D9CA072-D9C1-4B71-8E2E-2FD37BCB820E}"/>
              </a:ext>
            </a:extLst>
          </p:cNvPr>
          <p:cNvSpPr>
            <a:spLocks noGrp="1" noChangeArrowheads="1"/>
          </p:cNvSpPr>
          <p:nvPr>
            <p:ph idx="1"/>
            <p:custDataLst>
              <p:tags r:id="rId11"/>
            </p:custDataLst>
          </p:nvPr>
        </p:nvSpPr>
        <p:spPr>
          <a:xfrm>
            <a:off x="457200" y="838200"/>
            <a:ext cx="3771901" cy="4525963"/>
          </a:xfrm>
        </p:spPr>
        <p:txBody>
          <a:bodyPr/>
          <a:lstStyle/>
          <a:p>
            <a:pPr marL="0" indent="0" eaLnBrk="1" hangingPunct="1">
              <a:lnSpc>
                <a:spcPct val="80000"/>
              </a:lnSpc>
              <a:buNone/>
            </a:pPr>
            <a:r>
              <a:rPr lang="en-US" altLang="en-US" sz="2800" b="1" dirty="0"/>
              <a:t>add $t0, $s1, $s2</a:t>
            </a:r>
          </a:p>
          <a:p>
            <a:pPr eaLnBrk="1" hangingPunct="1">
              <a:lnSpc>
                <a:spcPct val="80000"/>
              </a:lnSpc>
            </a:pPr>
            <a:r>
              <a:rPr lang="en-US" altLang="en-US" sz="2800" dirty="0"/>
              <a:t>Execute (X):</a:t>
            </a:r>
          </a:p>
          <a:p>
            <a:pPr marL="342900" lvl="1" eaLnBrk="1" hangingPunct="1">
              <a:lnSpc>
                <a:spcPct val="90000"/>
              </a:lnSpc>
            </a:pPr>
            <a:r>
              <a:rPr lang="en-US" altLang="en-US" sz="2400" dirty="0"/>
              <a:t>Perform operation</a:t>
            </a:r>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p:txBody>
      </p:sp>
    </p:spTree>
    <p:custDataLst>
      <p:tags r:id="rId1"/>
    </p:custDataLst>
    <p:extLst>
      <p:ext uri="{BB962C8B-B14F-4D97-AF65-F5344CB8AC3E}">
        <p14:creationId xmlns:p14="http://schemas.microsoft.com/office/powerpoint/2010/main" val="98712886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304800"/>
            <a:ext cx="7467600" cy="1143000"/>
          </a:xfrm>
        </p:spPr>
        <p:txBody>
          <a:bodyPr/>
          <a:lstStyle/>
          <a:p>
            <a:r>
              <a:rPr lang="en-US" altLang="en-US" dirty="0"/>
              <a:t>MIPS R10K – Pipeline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13</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nvPr>
        </p:nvGraphicFramePr>
        <p:xfrm>
          <a:off x="4015539" y="590124"/>
          <a:ext cx="4865960" cy="512028"/>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4229101"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4038600"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nvPr>
        </p:nvGraphicFramePr>
        <p:xfrm>
          <a:off x="5772539" y="127329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2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9" name="TextBox 8">
            <a:extLst>
              <a:ext uri="{FF2B5EF4-FFF2-40B4-BE49-F238E27FC236}">
                <a16:creationId xmlns:a16="http://schemas.microsoft.com/office/drawing/2014/main" id="{3D94BD1F-6297-49EA-8FAF-805766DD4217}"/>
              </a:ext>
            </a:extLst>
          </p:cNvPr>
          <p:cNvSpPr txBox="1"/>
          <p:nvPr>
            <p:custDataLst>
              <p:tags r:id="rId9"/>
            </p:custDataLst>
          </p:nvPr>
        </p:nvSpPr>
        <p:spPr>
          <a:xfrm>
            <a:off x="5562600" y="315808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1" name="TextBox 10">
            <a:extLst>
              <a:ext uri="{FF2B5EF4-FFF2-40B4-BE49-F238E27FC236}">
                <a16:creationId xmlns:a16="http://schemas.microsoft.com/office/drawing/2014/main" id="{94B273AB-3B23-4DF1-A7ED-BC663173CC14}"/>
              </a:ext>
            </a:extLst>
          </p:cNvPr>
          <p:cNvSpPr txBox="1"/>
          <p:nvPr>
            <p:custDataLst>
              <p:tags r:id="rId10"/>
            </p:custDataLst>
          </p:nvPr>
        </p:nvSpPr>
        <p:spPr>
          <a:xfrm>
            <a:off x="5562600" y="331048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2" name="Rectangle 3">
            <a:extLst>
              <a:ext uri="{FF2B5EF4-FFF2-40B4-BE49-F238E27FC236}">
                <a16:creationId xmlns:a16="http://schemas.microsoft.com/office/drawing/2014/main" id="{2D9CA072-D9C1-4B71-8E2E-2FD37BCB820E}"/>
              </a:ext>
            </a:extLst>
          </p:cNvPr>
          <p:cNvSpPr>
            <a:spLocks noGrp="1" noChangeArrowheads="1"/>
          </p:cNvSpPr>
          <p:nvPr>
            <p:ph idx="1"/>
            <p:custDataLst>
              <p:tags r:id="rId11"/>
            </p:custDataLst>
          </p:nvPr>
        </p:nvSpPr>
        <p:spPr>
          <a:xfrm>
            <a:off x="457200" y="838200"/>
            <a:ext cx="3771901" cy="4525963"/>
          </a:xfrm>
        </p:spPr>
        <p:txBody>
          <a:bodyPr/>
          <a:lstStyle/>
          <a:p>
            <a:pPr marL="0" indent="0" eaLnBrk="1" hangingPunct="1">
              <a:lnSpc>
                <a:spcPct val="80000"/>
              </a:lnSpc>
              <a:buNone/>
            </a:pPr>
            <a:r>
              <a:rPr lang="en-US" altLang="en-US" sz="2800" b="1" dirty="0"/>
              <a:t>add $t0, $s1, $s2</a:t>
            </a:r>
          </a:p>
          <a:p>
            <a:pPr eaLnBrk="1" hangingPunct="1">
              <a:lnSpc>
                <a:spcPct val="80000"/>
              </a:lnSpc>
            </a:pPr>
            <a:r>
              <a:rPr lang="en-US" altLang="en-US" sz="2800" dirty="0"/>
              <a:t>Complete (C):</a:t>
            </a:r>
          </a:p>
          <a:p>
            <a:pPr marL="342900" lvl="1" eaLnBrk="1" hangingPunct="1">
              <a:lnSpc>
                <a:spcPct val="90000"/>
              </a:lnSpc>
            </a:pPr>
            <a:r>
              <a:rPr lang="en-US" altLang="en-US" sz="2400" dirty="0"/>
              <a:t>Write output result to physical register</a:t>
            </a:r>
          </a:p>
          <a:p>
            <a:pPr marL="342900" lvl="1" eaLnBrk="1" hangingPunct="1">
              <a:lnSpc>
                <a:spcPct val="90000"/>
              </a:lnSpc>
            </a:pPr>
            <a:r>
              <a:rPr lang="en-US" altLang="en-US" sz="2400" dirty="0"/>
              <a:t>Notify reservation stations of dependent instructions that the physical register is ready</a:t>
            </a:r>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p:txBody>
      </p:sp>
    </p:spTree>
    <p:custDataLst>
      <p:tags r:id="rId1"/>
    </p:custDataLst>
    <p:extLst>
      <p:ext uri="{BB962C8B-B14F-4D97-AF65-F5344CB8AC3E}">
        <p14:creationId xmlns:p14="http://schemas.microsoft.com/office/powerpoint/2010/main" val="124912501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304800"/>
            <a:ext cx="7467600" cy="1143000"/>
          </a:xfrm>
        </p:spPr>
        <p:txBody>
          <a:bodyPr/>
          <a:lstStyle/>
          <a:p>
            <a:r>
              <a:rPr lang="en-US" altLang="en-US" dirty="0"/>
              <a:t>MIPS R10K – Pipeline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14</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nvPr>
        </p:nvGraphicFramePr>
        <p:xfrm>
          <a:off x="4015539" y="590124"/>
          <a:ext cx="4865960" cy="512028"/>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4229101"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extLst>
              <p:ext uri="{D42A27DB-BD31-4B8C-83A1-F6EECF244321}">
                <p14:modId xmlns:p14="http://schemas.microsoft.com/office/powerpoint/2010/main" val="3154160045"/>
              </p:ext>
            </p:extLst>
          </p:nvPr>
        </p:nvGraphicFramePr>
        <p:xfrm>
          <a:off x="4038600"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P3, P2, P8, P7, P10, 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nvPr>
        </p:nvGraphicFramePr>
        <p:xfrm>
          <a:off x="5772539" y="127329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a:t>add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200" b="1" i="0" u="none" strike="sngStrike" cap="none" normalizeH="0" baseline="0" dirty="0">
                          <a:ln>
                            <a:noFill/>
                          </a:ln>
                          <a:solidFill>
                            <a:schemeClr val="tx1"/>
                          </a:solidFill>
                          <a:effectLst/>
                          <a:latin typeface="Calibri" panose="020F0502020204030204" pitchFamily="34" charset="0"/>
                          <a:cs typeface="Calibri" panose="020F0502020204030204" pitchFamily="34" charset="0"/>
                        </a:rPr>
                        <a:t>add $t0, $s1, $s2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sng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sng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9" name="TextBox 8">
            <a:extLst>
              <a:ext uri="{FF2B5EF4-FFF2-40B4-BE49-F238E27FC236}">
                <a16:creationId xmlns:a16="http://schemas.microsoft.com/office/drawing/2014/main" id="{3D94BD1F-6297-49EA-8FAF-805766DD4217}"/>
              </a:ext>
            </a:extLst>
          </p:cNvPr>
          <p:cNvSpPr txBox="1"/>
          <p:nvPr>
            <p:custDataLst>
              <p:tags r:id="rId9"/>
            </p:custDataLst>
          </p:nvPr>
        </p:nvSpPr>
        <p:spPr>
          <a:xfrm>
            <a:off x="5562600" y="315808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1" name="TextBox 10">
            <a:extLst>
              <a:ext uri="{FF2B5EF4-FFF2-40B4-BE49-F238E27FC236}">
                <a16:creationId xmlns:a16="http://schemas.microsoft.com/office/drawing/2014/main" id="{94B273AB-3B23-4DF1-A7ED-BC663173CC14}"/>
              </a:ext>
            </a:extLst>
          </p:cNvPr>
          <p:cNvSpPr txBox="1"/>
          <p:nvPr>
            <p:custDataLst>
              <p:tags r:id="rId10"/>
            </p:custDataLst>
          </p:nvPr>
        </p:nvSpPr>
        <p:spPr>
          <a:xfrm>
            <a:off x="5562600" y="331048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2" name="Rectangle 3">
            <a:extLst>
              <a:ext uri="{FF2B5EF4-FFF2-40B4-BE49-F238E27FC236}">
                <a16:creationId xmlns:a16="http://schemas.microsoft.com/office/drawing/2014/main" id="{2D9CA072-D9C1-4B71-8E2E-2FD37BCB820E}"/>
              </a:ext>
            </a:extLst>
          </p:cNvPr>
          <p:cNvSpPr>
            <a:spLocks noGrp="1" noChangeArrowheads="1"/>
          </p:cNvSpPr>
          <p:nvPr>
            <p:ph idx="1"/>
            <p:custDataLst>
              <p:tags r:id="rId11"/>
            </p:custDataLst>
          </p:nvPr>
        </p:nvSpPr>
        <p:spPr>
          <a:xfrm>
            <a:off x="457200" y="838200"/>
            <a:ext cx="3771901" cy="4525963"/>
          </a:xfrm>
        </p:spPr>
        <p:txBody>
          <a:bodyPr/>
          <a:lstStyle/>
          <a:p>
            <a:pPr marL="0" indent="0" eaLnBrk="1" hangingPunct="1">
              <a:lnSpc>
                <a:spcPct val="80000"/>
              </a:lnSpc>
              <a:buNone/>
            </a:pPr>
            <a:r>
              <a:rPr lang="en-US" altLang="en-US" sz="2800" b="1" dirty="0"/>
              <a:t>add $t0, $s1, $s2</a:t>
            </a:r>
          </a:p>
          <a:p>
            <a:pPr eaLnBrk="1" hangingPunct="1">
              <a:lnSpc>
                <a:spcPct val="80000"/>
              </a:lnSpc>
            </a:pPr>
            <a:r>
              <a:rPr lang="en-US" altLang="en-US" sz="2800" dirty="0"/>
              <a:t>Retire (R):</a:t>
            </a:r>
          </a:p>
          <a:p>
            <a:pPr marL="342900" lvl="1" eaLnBrk="1" hangingPunct="1">
              <a:lnSpc>
                <a:spcPct val="90000"/>
              </a:lnSpc>
            </a:pPr>
            <a:r>
              <a:rPr lang="en-US" altLang="en-US" sz="2400" dirty="0"/>
              <a:t>Stall if not at head of reorder buffer</a:t>
            </a:r>
          </a:p>
          <a:p>
            <a:pPr marL="342900" lvl="1" eaLnBrk="1" hangingPunct="1">
              <a:lnSpc>
                <a:spcPct val="90000"/>
              </a:lnSpc>
            </a:pPr>
            <a:r>
              <a:rPr lang="en-US" altLang="en-US" sz="2400" dirty="0"/>
              <a:t>Free old register</a:t>
            </a:r>
          </a:p>
          <a:p>
            <a:pPr marL="342900" lvl="1" eaLnBrk="1" hangingPunct="1">
              <a:lnSpc>
                <a:spcPct val="90000"/>
              </a:lnSpc>
            </a:pPr>
            <a:r>
              <a:rPr lang="en-US" altLang="en-US" sz="2400" dirty="0"/>
              <a:t>Free reorder buffer entry</a:t>
            </a:r>
          </a:p>
          <a:p>
            <a:pPr marL="342900" lvl="1" eaLnBrk="1" hangingPunct="1">
              <a:lnSpc>
                <a:spcPct val="90000"/>
              </a:lnSpc>
            </a:pPr>
            <a:r>
              <a:rPr lang="en-US" altLang="en-US" sz="2400" dirty="0"/>
              <a:t>If store instruction, write data to memory</a:t>
            </a:r>
          </a:p>
          <a:p>
            <a:pPr marL="342900" lvl="1" eaLnBrk="1" hangingPunct="1">
              <a:lnSpc>
                <a:spcPct val="90000"/>
              </a:lnSpc>
            </a:pPr>
            <a:r>
              <a:rPr lang="en-US" altLang="en-US" sz="2400" dirty="0"/>
              <a:t>Handle any exceptions</a:t>
            </a:r>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a:p>
            <a:pPr marL="457200" lvl="1" indent="0" eaLnBrk="1" hangingPunct="1">
              <a:lnSpc>
                <a:spcPct val="90000"/>
              </a:lnSpc>
              <a:buNone/>
            </a:pPr>
            <a:endParaRPr lang="en-US" altLang="en-US" sz="2400" dirty="0"/>
          </a:p>
        </p:txBody>
      </p:sp>
    </p:spTree>
    <p:custDataLst>
      <p:tags r:id="rId1"/>
    </p:custDataLst>
    <p:extLst>
      <p:ext uri="{BB962C8B-B14F-4D97-AF65-F5344CB8AC3E}">
        <p14:creationId xmlns:p14="http://schemas.microsoft.com/office/powerpoint/2010/main" val="381852855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15</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extLst>
              <p:ext uri="{D42A27DB-BD31-4B8C-83A1-F6EECF244321}">
                <p14:modId xmlns:p14="http://schemas.microsoft.com/office/powerpoint/2010/main" val="3131385097"/>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 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extLst>
              <p:ext uri="{D42A27DB-BD31-4B8C-83A1-F6EECF244321}">
                <p14:modId xmlns:p14="http://schemas.microsoft.com/office/powerpoint/2010/main" val="2581424116"/>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9" name="Straight Connector 8">
            <a:extLst>
              <a:ext uri="{FF2B5EF4-FFF2-40B4-BE49-F238E27FC236}">
                <a16:creationId xmlns:a16="http://schemas.microsoft.com/office/drawing/2014/main" id="{C09643E6-1551-483B-80AA-0F119029AAA5}"/>
              </a:ext>
            </a:extLst>
          </p:cNvPr>
          <p:cNvCxnSpPr/>
          <p:nvPr/>
        </p:nvCxnSpPr>
        <p:spPr>
          <a:xfrm>
            <a:off x="2819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44DC9EB-0D8B-4DEE-8448-1B6DF9A5309B}"/>
              </a:ext>
            </a:extLst>
          </p:cNvPr>
          <p:cNvSpPr txBox="1"/>
          <p:nvPr>
            <p:custDataLst>
              <p:tags r:id="rId9"/>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2" name="TextBox 11">
            <a:extLst>
              <a:ext uri="{FF2B5EF4-FFF2-40B4-BE49-F238E27FC236}">
                <a16:creationId xmlns:a16="http://schemas.microsoft.com/office/drawing/2014/main" id="{E1A957AD-3492-4084-BAEA-0F340774D647}"/>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24843566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16</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extLst>
              <p:ext uri="{D42A27DB-BD31-4B8C-83A1-F6EECF244321}">
                <p14:modId xmlns:p14="http://schemas.microsoft.com/office/powerpoint/2010/main" val="1679807718"/>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extLst>
              <p:ext uri="{D42A27DB-BD31-4B8C-83A1-F6EECF244321}">
                <p14:modId xmlns:p14="http://schemas.microsoft.com/office/powerpoint/2010/main" val="2280809778"/>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a:t>
                      </a:r>
                      <a:r>
                        <a:rPr lang="en-US" sz="1600" b="1" dirty="0" err="1">
                          <a:solidFill>
                            <a:schemeClr val="accent6">
                              <a:lumMod val="75000"/>
                            </a:schemeClr>
                          </a:solidFill>
                        </a:rPr>
                        <a:t>rdy</a:t>
                      </a: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extLst>
              <p:ext uri="{D42A27DB-BD31-4B8C-83A1-F6EECF244321}">
                <p14:modId xmlns:p14="http://schemas.microsoft.com/office/powerpoint/2010/main" val="2621660301"/>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0($s0)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extLst>
              <p:ext uri="{D42A27DB-BD31-4B8C-83A1-F6EECF244321}">
                <p14:modId xmlns:p14="http://schemas.microsoft.com/office/powerpoint/2010/main" val="3311122732"/>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3200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D5ACF8A-278B-434C-9B8C-633B60E9FB4D}"/>
              </a:ext>
            </a:extLst>
          </p:cNvPr>
          <p:cNvSpPr txBox="1"/>
          <p:nvPr>
            <p:custDataLst>
              <p:tags r:id="rId9"/>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3" name="TextBox 12">
            <a:extLst>
              <a:ext uri="{FF2B5EF4-FFF2-40B4-BE49-F238E27FC236}">
                <a16:creationId xmlns:a16="http://schemas.microsoft.com/office/drawing/2014/main" id="{325DC7DB-4596-4ED8-9AD0-81B62A75BC47}"/>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4" name="TextBox 13">
            <a:extLst>
              <a:ext uri="{FF2B5EF4-FFF2-40B4-BE49-F238E27FC236}">
                <a16:creationId xmlns:a16="http://schemas.microsoft.com/office/drawing/2014/main" id="{C8693F16-C9FF-480B-A4B6-23F7207FC8B6}"/>
              </a:ext>
            </a:extLst>
          </p:cNvPr>
          <p:cNvSpPr txBox="1"/>
          <p:nvPr>
            <p:custDataLst>
              <p:tags r:id="rId11"/>
            </p:custDataLst>
          </p:nvPr>
        </p:nvSpPr>
        <p:spPr>
          <a:xfrm>
            <a:off x="477416" y="6172937"/>
            <a:ext cx="2655181"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assume branch prediction</a:t>
            </a:r>
          </a:p>
          <a:p>
            <a:pPr algn="ctr"/>
            <a:r>
              <a:rPr lang="en-US" sz="1800" b="1" dirty="0">
                <a:solidFill>
                  <a:schemeClr val="accent6">
                    <a:lumMod val="75000"/>
                  </a:schemeClr>
                </a:solidFill>
                <a:latin typeface="+mn-lt"/>
              </a:rPr>
              <a:t>= not taken</a:t>
            </a:r>
          </a:p>
        </p:txBody>
      </p:sp>
    </p:spTree>
    <p:custDataLst>
      <p:tags r:id="rId1"/>
    </p:custDataLst>
    <p:extLst>
      <p:ext uri="{BB962C8B-B14F-4D97-AF65-F5344CB8AC3E}">
        <p14:creationId xmlns:p14="http://schemas.microsoft.com/office/powerpoint/2010/main" val="26816517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17</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extLst>
              <p:ext uri="{D42A27DB-BD31-4B8C-83A1-F6EECF244321}">
                <p14:modId xmlns:p14="http://schemas.microsoft.com/office/powerpoint/2010/main" val="2875816932"/>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P3, 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extLst>
              <p:ext uri="{D42A27DB-BD31-4B8C-83A1-F6EECF244321}">
                <p14:modId xmlns:p14="http://schemas.microsoft.com/office/powerpoint/2010/main" val="585280016"/>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$s1, DEST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extLst>
              <p:ext uri="{D42A27DB-BD31-4B8C-83A1-F6EECF244321}">
                <p14:modId xmlns:p14="http://schemas.microsoft.com/office/powerpoint/2010/main" val="3009039146"/>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3581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71D8F7-DE1E-41CD-B180-384D11714EFD}"/>
              </a:ext>
            </a:extLst>
          </p:cNvPr>
          <p:cNvSpPr txBox="1"/>
          <p:nvPr>
            <p:custDataLst>
              <p:tags r:id="rId9"/>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3" name="TextBox 12">
            <a:extLst>
              <a:ext uri="{FF2B5EF4-FFF2-40B4-BE49-F238E27FC236}">
                <a16:creationId xmlns:a16="http://schemas.microsoft.com/office/drawing/2014/main" id="{E44C97DB-78D7-4E42-A6D2-9D514273EBD6}"/>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344602279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18</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extLst>
              <p:ext uri="{D42A27DB-BD31-4B8C-83A1-F6EECF244321}">
                <p14:modId xmlns:p14="http://schemas.microsoft.com/office/powerpoint/2010/main" val="124172146"/>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5"/>
            </p:custDataLst>
            <p:extLst>
              <p:ext uri="{D42A27DB-BD31-4B8C-83A1-F6EECF244321}">
                <p14:modId xmlns:p14="http://schemas.microsoft.com/office/powerpoint/2010/main" val="3309645116"/>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a:t>
                      </a:r>
                      <a:r>
                        <a:rPr lang="en-US" sz="1600" b="1" strike="noStrike" dirty="0" err="1">
                          <a:solidFill>
                            <a:schemeClr val="accent6">
                              <a:lumMod val="75000"/>
                            </a:schemeClr>
                          </a:solidFill>
                        </a:rPr>
                        <a:t>rdy</a:t>
                      </a:r>
                      <a:endParaRPr lang="en-US" sz="1600" b="1" strike="noStrike"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6"/>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P2, 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7"/>
            </p:custDataLst>
            <p:extLst>
              <p:ext uri="{D42A27DB-BD31-4B8C-83A1-F6EECF244321}">
                <p14:modId xmlns:p14="http://schemas.microsoft.com/office/powerpoint/2010/main" val="2332373286"/>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$t1, $t0,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b="1" strike="noStrike"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8"/>
            </p:custDataLst>
            <p:extLst>
              <p:ext uri="{D42A27DB-BD31-4B8C-83A1-F6EECF244321}">
                <p14:modId xmlns:p14="http://schemas.microsoft.com/office/powerpoint/2010/main" val="4190533270"/>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3962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71D8F7-DE1E-41CD-B180-384D11714EFD}"/>
              </a:ext>
            </a:extLst>
          </p:cNvPr>
          <p:cNvSpPr txBox="1"/>
          <p:nvPr>
            <p:custDataLst>
              <p:tags r:id="rId9"/>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13" name="TextBox 12">
            <a:extLst>
              <a:ext uri="{FF2B5EF4-FFF2-40B4-BE49-F238E27FC236}">
                <a16:creationId xmlns:a16="http://schemas.microsoft.com/office/drawing/2014/main" id="{13859BC9-81B1-4034-A683-A93F90E340AC}"/>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133614270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19</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751421789"/>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extLst>
              <p:ext uri="{D42A27DB-BD31-4B8C-83A1-F6EECF244321}">
                <p14:modId xmlns:p14="http://schemas.microsoft.com/office/powerpoint/2010/main" val="732237999"/>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a:t>
                      </a:r>
                      <a:r>
                        <a:rPr lang="en-US" sz="1600" b="1" dirty="0" err="1">
                          <a:solidFill>
                            <a:schemeClr val="accent6">
                              <a:lumMod val="75000"/>
                            </a:schemeClr>
                          </a:solidFill>
                        </a:rPr>
                        <a:t>rdy</a:t>
                      </a: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extLst>
              <p:ext uri="{D42A27DB-BD31-4B8C-83A1-F6EECF244321}">
                <p14:modId xmlns:p14="http://schemas.microsoft.com/office/powerpoint/2010/main" val="2498182841"/>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sub $t0, $s1, $s2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2943870839"/>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4343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218847709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20</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3229156984"/>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P8, 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4724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174149569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21</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4187811733"/>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extLst>
              <p:ext uri="{D42A27DB-BD31-4B8C-83A1-F6EECF244321}">
                <p14:modId xmlns:p14="http://schemas.microsoft.com/office/powerpoint/2010/main" val="1851091365"/>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a:t>
                      </a:r>
                      <a:r>
                        <a:rPr lang="en-US" sz="1600" b="1" dirty="0" err="1">
                          <a:solidFill>
                            <a:schemeClr val="accent6">
                              <a:lumMod val="75000"/>
                            </a:schemeClr>
                          </a:solidFill>
                        </a:rPr>
                        <a:t>rdy</a:t>
                      </a: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P7, 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extLst>
              <p:ext uri="{D42A27DB-BD31-4B8C-83A1-F6EECF244321}">
                <p14:modId xmlns:p14="http://schemas.microsoft.com/office/powerpoint/2010/main" val="3452450437"/>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$t0, 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b="1" strike="noStrike"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928295371"/>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5105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331972291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22</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2454490341"/>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extLst>
              <p:ext uri="{D42A27DB-BD31-4B8C-83A1-F6EECF244321}">
                <p14:modId xmlns:p14="http://schemas.microsoft.com/office/powerpoint/2010/main" val="2697006385"/>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a:t>
                      </a:r>
                      <a:r>
                        <a:rPr lang="en-US" sz="1600" b="1" dirty="0" err="1">
                          <a:solidFill>
                            <a:schemeClr val="accent6">
                              <a:lumMod val="75000"/>
                            </a:schemeClr>
                          </a:solidFill>
                        </a:rPr>
                        <a:t>rdy</a:t>
                      </a: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extLst>
              <p:ext uri="{D42A27DB-BD31-4B8C-83A1-F6EECF244321}">
                <p14:modId xmlns:p14="http://schemas.microsoft.com/office/powerpoint/2010/main" val="2530943398"/>
              </p:ext>
            </p:ext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P10, </a:t>
                      </a:r>
                      <a:r>
                        <a:rPr lang="en-US" sz="1600" b="1" dirty="0">
                          <a:solidFill>
                            <a:schemeClr val="accent6">
                              <a:lumMod val="75000"/>
                            </a:schemeClr>
                          </a:solidFill>
                        </a:rPr>
                        <a:t>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extLst>
              <p:ext uri="{D42A27DB-BD31-4B8C-83A1-F6EECF244321}">
                <p14:modId xmlns:p14="http://schemas.microsoft.com/office/powerpoint/2010/main" val="1483955050"/>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$s0,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2402801195"/>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5486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319296203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23</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692936883"/>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extLst>
              <p:ext uri="{D42A27DB-BD31-4B8C-83A1-F6EECF244321}">
                <p14:modId xmlns:p14="http://schemas.microsoft.com/office/powerpoint/2010/main" val="3324817347"/>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err="1">
                          <a:solidFill>
                            <a:schemeClr val="accent6">
                              <a:lumMod val="75000"/>
                            </a:schemeClr>
                          </a:solidFill>
                        </a:rPr>
                        <a:t>rdy</a:t>
                      </a:r>
                      <a:endParaRPr lang="en-US" sz="1600" b="1" strike="noStrike"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P10, 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628056503"/>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5867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330410224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24</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932023651"/>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P10, 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912350098"/>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6248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307955590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25</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1719654294"/>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a:solidFill>
                            <a:schemeClr val="tx1"/>
                          </a:solidFill>
                          <a:latin typeface="Calibri" panose="020F0502020204030204" pitchFamily="34" charset="0"/>
                          <a:cs typeface="Calibri" panose="020F0502020204030204" pitchFamily="34" charset="0"/>
                        </a:rPr>
                        <a:t>R</a:t>
                      </a: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a:solidFill>
                            <a:schemeClr val="tx1"/>
                          </a:solidFill>
                          <a:latin typeface="Calibri" panose="020F0502020204030204" pitchFamily="34" charset="0"/>
                          <a:cs typeface="Calibri" panose="020F0502020204030204" pitchFamily="34" charset="0"/>
                        </a:rPr>
                        <a:t>R</a:t>
                      </a: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a:solidFill>
                            <a:schemeClr val="tx1"/>
                          </a:solidFill>
                          <a:latin typeface="Calibri" panose="020F0502020204030204" pitchFamily="34" charset="0"/>
                          <a:cs typeface="Calibri" panose="020F0502020204030204" pitchFamily="34" charset="0"/>
                        </a:rPr>
                        <a:t>R</a:t>
                      </a: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extLst>
              <p:ext uri="{D42A27DB-BD31-4B8C-83A1-F6EECF244321}">
                <p14:modId xmlns:p14="http://schemas.microsoft.com/office/powerpoint/2010/main" val="559934847"/>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err="1">
                          <a:solidFill>
                            <a:schemeClr val="accent6">
                              <a:lumMod val="75000"/>
                            </a:schemeClr>
                          </a:solidFill>
                        </a:rPr>
                        <a:t>rdy</a:t>
                      </a: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extLst>
              <p:ext uri="{D42A27DB-BD31-4B8C-83A1-F6EECF244321}">
                <p14:modId xmlns:p14="http://schemas.microsoft.com/office/powerpoint/2010/main" val="1514839461"/>
              </p:ext>
            </p:ext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P10, P5, </a:t>
                      </a:r>
                      <a:r>
                        <a:rPr lang="en-US" sz="1600" b="1" dirty="0">
                          <a:solidFill>
                            <a:schemeClr val="accent6">
                              <a:lumMod val="75000"/>
                            </a:schemeClr>
                          </a:solidFill>
                        </a:rPr>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1994723512"/>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6629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193739049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Example</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26</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3236225585"/>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extLst>
              <p:ext uri="{D42A27DB-BD31-4B8C-83A1-F6EECF244321}">
                <p14:modId xmlns:p14="http://schemas.microsoft.com/office/powerpoint/2010/main" val="2665688203"/>
              </p:ext>
            </p:ext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P10, P5, P9, P1, P2, </a:t>
                      </a:r>
                      <a:r>
                        <a:rPr lang="en-US" sz="1600" b="0" dirty="0">
                          <a:solidFill>
                            <a:schemeClr val="tx1"/>
                          </a:solidFill>
                        </a:rPr>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975466589"/>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339447279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 – Speculation</a:t>
            </a:r>
          </a:p>
        </p:txBody>
      </p:sp>
      <p:sp>
        <p:nvSpPr>
          <p:cNvPr id="2056" name="Rectangle 3"/>
          <p:cNvSpPr>
            <a:spLocks noGrp="1" noChangeArrowheads="1"/>
          </p:cNvSpPr>
          <p:nvPr>
            <p:ph idx="1"/>
            <p:custDataLst>
              <p:tags r:id="rId3"/>
            </p:custDataLst>
          </p:nvPr>
        </p:nvSpPr>
        <p:spPr>
          <a:xfrm>
            <a:off x="682625" y="1600200"/>
            <a:ext cx="8308975" cy="4495800"/>
          </a:xfrm>
        </p:spPr>
        <p:txBody>
          <a:bodyPr/>
          <a:lstStyle/>
          <a:p>
            <a:pPr>
              <a:lnSpc>
                <a:spcPct val="80000"/>
              </a:lnSpc>
            </a:pPr>
            <a:r>
              <a:rPr lang="en-US" altLang="en-US" sz="2800" dirty="0" err="1"/>
              <a:t>Misspeculation</a:t>
            </a:r>
            <a:r>
              <a:rPr lang="en-US" altLang="en-US" sz="2800" dirty="0"/>
              <a:t> or interrupt/exception?</a:t>
            </a:r>
          </a:p>
          <a:p>
            <a:pPr lvl="1">
              <a:lnSpc>
                <a:spcPct val="80000"/>
              </a:lnSpc>
            </a:pPr>
            <a:r>
              <a:rPr lang="en-US" altLang="en-US" sz="2400" dirty="0"/>
              <a:t>Physical registers written out-of-order (C), but that’s ok: no arch reg file</a:t>
            </a:r>
          </a:p>
          <a:p>
            <a:pPr lvl="1">
              <a:lnSpc>
                <a:spcPct val="80000"/>
              </a:lnSpc>
            </a:pPr>
            <a:r>
              <a:rPr lang="en-US" altLang="en-US" sz="2400" dirty="0"/>
              <a:t>Can free written registers and restore old ones by manipulating map table and free list</a:t>
            </a:r>
          </a:p>
          <a:p>
            <a:pPr lvl="2">
              <a:lnSpc>
                <a:spcPct val="80000"/>
              </a:lnSpc>
            </a:pPr>
            <a:r>
              <a:rPr lang="en-US" altLang="en-US" sz="2000" dirty="0"/>
              <a:t>Don’t need to touch physical register file</a:t>
            </a:r>
          </a:p>
          <a:p>
            <a:pPr lvl="2">
              <a:lnSpc>
                <a:spcPct val="80000"/>
              </a:lnSpc>
            </a:pPr>
            <a:r>
              <a:rPr lang="en-US" altLang="en-US" sz="2000" dirty="0"/>
              <a:t>Serial rollback using </a:t>
            </a:r>
            <a:r>
              <a:rPr lang="en-US" altLang="en-US" sz="2000" dirty="0" err="1"/>
              <a:t>rd</a:t>
            </a:r>
            <a:r>
              <a:rPr lang="en-US" altLang="en-US" sz="2000" dirty="0"/>
              <a:t> and old </a:t>
            </a:r>
            <a:r>
              <a:rPr lang="en-US" altLang="en-US" sz="2000" dirty="0" err="1"/>
              <a:t>rd</a:t>
            </a:r>
            <a:r>
              <a:rPr lang="en-US" altLang="en-US" sz="2000" dirty="0"/>
              <a:t> fields</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27</a:t>
            </a:fld>
            <a:endParaRPr lang="en-US" altLang="en-US"/>
          </a:p>
        </p:txBody>
      </p:sp>
    </p:spTree>
    <p:custDataLst>
      <p:tags r:id="rId1"/>
    </p:custDataLst>
    <p:extLst>
      <p:ext uri="{BB962C8B-B14F-4D97-AF65-F5344CB8AC3E}">
        <p14:creationId xmlns:p14="http://schemas.microsoft.com/office/powerpoint/2010/main" val="115502211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Speculation</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28</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1779740614"/>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P10, 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extLst>
              <p:ext uri="{D42A27DB-BD31-4B8C-83A1-F6EECF244321}">
                <p14:modId xmlns:p14="http://schemas.microsoft.com/office/powerpoint/2010/main" val="1140339964"/>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4280907363"/>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5486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4" name="TextBox 13">
            <a:extLst>
              <a:ext uri="{FF2B5EF4-FFF2-40B4-BE49-F238E27FC236}">
                <a16:creationId xmlns:a16="http://schemas.microsoft.com/office/drawing/2014/main" id="{A12BAAE3-68F5-4830-A994-091609CAA900}"/>
              </a:ext>
            </a:extLst>
          </p:cNvPr>
          <p:cNvSpPr txBox="1"/>
          <p:nvPr>
            <p:custDataLst>
              <p:tags r:id="rId11"/>
            </p:custDataLst>
          </p:nvPr>
        </p:nvSpPr>
        <p:spPr>
          <a:xfrm>
            <a:off x="196409" y="6202680"/>
            <a:ext cx="3080191"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assume branch misprediction!</a:t>
            </a:r>
          </a:p>
          <a:p>
            <a:pPr algn="ctr"/>
            <a:r>
              <a:rPr lang="en-US" sz="1800" b="1" dirty="0">
                <a:solidFill>
                  <a:schemeClr val="accent6">
                    <a:lumMod val="75000"/>
                  </a:schemeClr>
                </a:solidFill>
                <a:latin typeface="+mn-lt"/>
              </a:rPr>
              <a:t>revert from youngest </a:t>
            </a:r>
            <a:r>
              <a:rPr lang="en-US" sz="1800" b="1" dirty="0" err="1">
                <a:solidFill>
                  <a:schemeClr val="accent6">
                    <a:lumMod val="75000"/>
                  </a:schemeClr>
                </a:solidFill>
                <a:latin typeface="+mn-lt"/>
              </a:rPr>
              <a:t>insn</a:t>
            </a:r>
            <a:endParaRPr lang="en-US" sz="1800" b="1" dirty="0">
              <a:solidFill>
                <a:schemeClr val="accent6">
                  <a:lumMod val="75000"/>
                </a:schemeClr>
              </a:solidFill>
              <a:latin typeface="+mn-lt"/>
            </a:endParaRPr>
          </a:p>
        </p:txBody>
      </p:sp>
    </p:spTree>
    <p:custDataLst>
      <p:tags r:id="rId1"/>
    </p:custDataLst>
    <p:extLst>
      <p:ext uri="{BB962C8B-B14F-4D97-AF65-F5344CB8AC3E}">
        <p14:creationId xmlns:p14="http://schemas.microsoft.com/office/powerpoint/2010/main" val="389549335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Speculation</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29</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1178948897"/>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extLst>
              <p:ext uri="{D42A27DB-BD31-4B8C-83A1-F6EECF244321}">
                <p14:modId xmlns:p14="http://schemas.microsoft.com/office/powerpoint/2010/main" val="3369942340"/>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a:t>
                      </a:r>
                      <a:r>
                        <a:rPr lang="en-US" sz="1600" b="1" dirty="0" err="1">
                          <a:solidFill>
                            <a:schemeClr val="accent6">
                              <a:lumMod val="75000"/>
                            </a:schemeClr>
                          </a:solidFill>
                        </a:rPr>
                        <a:t>rdy</a:t>
                      </a: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extLst>
              <p:ext uri="{D42A27DB-BD31-4B8C-83A1-F6EECF244321}">
                <p14:modId xmlns:p14="http://schemas.microsoft.com/office/powerpoint/2010/main" val="1409278976"/>
              </p:ext>
            </p:ext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a:solidFill>
                            <a:schemeClr val="accent6">
                              <a:lumMod val="75000"/>
                            </a:schemeClr>
                          </a:solidFill>
                        </a:rPr>
                        <a:t>P7</a:t>
                      </a:r>
                      <a:r>
                        <a:rPr lang="en-US" sz="1600" dirty="0"/>
                        <a:t>, P10, 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extLst>
              <p:ext uri="{D42A27DB-BD31-4B8C-83A1-F6EECF244321}">
                <p14:modId xmlns:p14="http://schemas.microsoft.com/office/powerpoint/2010/main" val="4064197850"/>
              </p:ext>
            </p:ext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sng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sng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$s0,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strike="noStrike" dirty="0">
                          <a:solidFill>
                            <a:schemeClr val="accent6">
                              <a:lumMod val="75000"/>
                            </a:schemeClr>
                          </a:solidFill>
                        </a:rPr>
                        <a:t>P6+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1311966984"/>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sng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sng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5486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4" name="TextBox 13">
            <a:extLst>
              <a:ext uri="{FF2B5EF4-FFF2-40B4-BE49-F238E27FC236}">
                <a16:creationId xmlns:a16="http://schemas.microsoft.com/office/drawing/2014/main" id="{A12BAAE3-68F5-4830-A994-091609CAA900}"/>
              </a:ext>
            </a:extLst>
          </p:cNvPr>
          <p:cNvSpPr txBox="1"/>
          <p:nvPr>
            <p:custDataLst>
              <p:tags r:id="rId11"/>
            </p:custDataLst>
          </p:nvPr>
        </p:nvSpPr>
        <p:spPr>
          <a:xfrm>
            <a:off x="196409" y="6202680"/>
            <a:ext cx="3080191"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assume branch misprediction!</a:t>
            </a:r>
          </a:p>
          <a:p>
            <a:pPr algn="ctr"/>
            <a:r>
              <a:rPr lang="en-US" sz="1800" b="1" dirty="0">
                <a:solidFill>
                  <a:schemeClr val="accent6">
                    <a:lumMod val="75000"/>
                  </a:schemeClr>
                </a:solidFill>
                <a:latin typeface="+mn-lt"/>
              </a:rPr>
              <a:t>revert from youngest </a:t>
            </a:r>
            <a:r>
              <a:rPr lang="en-US" sz="1800" b="1" dirty="0" err="1">
                <a:solidFill>
                  <a:schemeClr val="accent6">
                    <a:lumMod val="75000"/>
                  </a:schemeClr>
                </a:solidFill>
                <a:latin typeface="+mn-lt"/>
              </a:rPr>
              <a:t>insn</a:t>
            </a:r>
            <a:endParaRPr lang="en-US" sz="1800" b="1" dirty="0">
              <a:solidFill>
                <a:schemeClr val="accent6">
                  <a:lumMod val="75000"/>
                </a:schemeClr>
              </a:solidFill>
              <a:latin typeface="+mn-lt"/>
            </a:endParaRPr>
          </a:p>
        </p:txBody>
      </p:sp>
    </p:spTree>
    <p:custDataLst>
      <p:tags r:id="rId1"/>
    </p:custDataLst>
    <p:extLst>
      <p:ext uri="{BB962C8B-B14F-4D97-AF65-F5344CB8AC3E}">
        <p14:creationId xmlns:p14="http://schemas.microsoft.com/office/powerpoint/2010/main" val="294159621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Speculation</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30</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776283789"/>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extLst>
              <p:ext uri="{D42A27DB-BD31-4B8C-83A1-F6EECF244321}">
                <p14:modId xmlns:p14="http://schemas.microsoft.com/office/powerpoint/2010/main" val="787522750"/>
              </p:ext>
            </p:ext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err="1">
                          <a:solidFill>
                            <a:schemeClr val="accent6">
                              <a:lumMod val="75000"/>
                            </a:schemeClr>
                          </a:solidFill>
                        </a:rPr>
                        <a:t>rdy</a:t>
                      </a:r>
                      <a:endParaRPr lang="en-US" sz="1600" b="1"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extLst>
              <p:ext uri="{D42A27DB-BD31-4B8C-83A1-F6EECF244321}">
                <p14:modId xmlns:p14="http://schemas.microsoft.com/office/powerpoint/2010/main" val="2054113135"/>
              </p:ext>
            </p:ext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a:solidFill>
                            <a:schemeClr val="accent6">
                              <a:lumMod val="75000"/>
                            </a:schemeClr>
                          </a:solidFill>
                        </a:rPr>
                        <a:t>P8</a:t>
                      </a:r>
                      <a:r>
                        <a:rPr lang="en-US" sz="1600" dirty="0"/>
                        <a:t>, P7, P10, 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2773655700"/>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sngStrike" cap="none" normalizeH="0" baseline="0" dirty="0" err="1">
                          <a:ln>
                            <a:noFill/>
                          </a:ln>
                          <a:solidFill>
                            <a:schemeClr val="accent6">
                              <a:lumMod val="75000"/>
                            </a:schemeClr>
                          </a:solidFill>
                          <a:effectLst/>
                          <a:latin typeface="Calibri" panose="020F0502020204030204" pitchFamily="34" charset="0"/>
                          <a:cs typeface="Calibri" panose="020F0502020204030204" pitchFamily="34" charset="0"/>
                        </a:rPr>
                        <a:t>addi</a:t>
                      </a:r>
                      <a:r>
                        <a:rPr kumimoji="0" lang="en-US" sz="1200" b="1" i="0" u="none" strike="sngStrike" cap="none" normalizeH="0" baseline="0" dirty="0">
                          <a:ln>
                            <a:noFill/>
                          </a:ln>
                          <a:solidFill>
                            <a:schemeClr val="accent6">
                              <a:lumMod val="75000"/>
                            </a:schemeClr>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1" dirty="0">
                          <a:solidFill>
                            <a:schemeClr val="accent6">
                              <a:lumMod val="75000"/>
                            </a:schemeClr>
                          </a:solidFill>
                        </a:rPr>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5486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
        <p:nvSpPr>
          <p:cNvPr id="14" name="TextBox 13">
            <a:extLst>
              <a:ext uri="{FF2B5EF4-FFF2-40B4-BE49-F238E27FC236}">
                <a16:creationId xmlns:a16="http://schemas.microsoft.com/office/drawing/2014/main" id="{A12BAAE3-68F5-4830-A994-091609CAA900}"/>
              </a:ext>
            </a:extLst>
          </p:cNvPr>
          <p:cNvSpPr txBox="1"/>
          <p:nvPr>
            <p:custDataLst>
              <p:tags r:id="rId11"/>
            </p:custDataLst>
          </p:nvPr>
        </p:nvSpPr>
        <p:spPr>
          <a:xfrm>
            <a:off x="196409" y="6202680"/>
            <a:ext cx="3080191"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assume branch misprediction!</a:t>
            </a:r>
          </a:p>
          <a:p>
            <a:pPr algn="ctr"/>
            <a:r>
              <a:rPr lang="en-US" sz="1800" b="1" dirty="0">
                <a:solidFill>
                  <a:schemeClr val="accent6">
                    <a:lumMod val="75000"/>
                  </a:schemeClr>
                </a:solidFill>
                <a:latin typeface="+mn-lt"/>
              </a:rPr>
              <a:t>revert from youngest </a:t>
            </a:r>
            <a:r>
              <a:rPr lang="en-US" sz="1800" b="1" dirty="0" err="1">
                <a:solidFill>
                  <a:schemeClr val="accent6">
                    <a:lumMod val="75000"/>
                  </a:schemeClr>
                </a:solidFill>
                <a:latin typeface="+mn-lt"/>
              </a:rPr>
              <a:t>insn</a:t>
            </a:r>
            <a:endParaRPr lang="en-US" sz="1800" b="1" dirty="0">
              <a:solidFill>
                <a:schemeClr val="accent6">
                  <a:lumMod val="75000"/>
                </a:schemeClr>
              </a:solidFill>
              <a:latin typeface="+mn-lt"/>
            </a:endParaRPr>
          </a:p>
        </p:txBody>
      </p:sp>
    </p:spTree>
    <p:custDataLst>
      <p:tags r:id="rId1"/>
    </p:custDataLst>
    <p:extLst>
      <p:ext uri="{BB962C8B-B14F-4D97-AF65-F5344CB8AC3E}">
        <p14:creationId xmlns:p14="http://schemas.microsoft.com/office/powerpoint/2010/main" val="183853638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671D8F7-DE1E-41CD-B180-384D11714EFD}"/>
              </a:ext>
            </a:extLst>
          </p:cNvPr>
          <p:cNvSpPr txBox="1"/>
          <p:nvPr>
            <p:custDataLst>
              <p:tags r:id="rId2"/>
            </p:custDataLst>
          </p:nvPr>
        </p:nvSpPr>
        <p:spPr>
          <a:xfrm>
            <a:off x="0" y="5638800"/>
            <a:ext cx="3505200" cy="458674"/>
          </a:xfrm>
          <a:prstGeom prst="rect">
            <a:avLst/>
          </a:prstGeom>
          <a:noFill/>
        </p:spPr>
        <p:txBody>
          <a:bodyPr wrap="square" rtlCol="0" anchor="ctr">
            <a:noAutofit/>
          </a:bodyPr>
          <a:lstStyle/>
          <a:p>
            <a:pPr algn="ctr"/>
            <a:r>
              <a:rPr lang="en-US" sz="1400" dirty="0">
                <a:latin typeface="+mn-lt"/>
              </a:rPr>
              <a:t>*assume 3 cycles to execute </a:t>
            </a:r>
            <a:r>
              <a:rPr lang="en-US" sz="1400" dirty="0" err="1">
                <a:latin typeface="+mn-lt"/>
              </a:rPr>
              <a:t>lw</a:t>
            </a:r>
            <a:r>
              <a:rPr lang="en-US" sz="1400" dirty="0">
                <a:latin typeface="+mn-lt"/>
              </a:rPr>
              <a:t>, else 1 cycle</a:t>
            </a:r>
          </a:p>
        </p:txBody>
      </p:sp>
      <p:sp>
        <p:nvSpPr>
          <p:cNvPr id="2055" name="Rectangle 2"/>
          <p:cNvSpPr>
            <a:spLocks noGrp="1" noChangeArrowheads="1"/>
          </p:cNvSpPr>
          <p:nvPr>
            <p:ph type="title"/>
            <p:custDataLst>
              <p:tags r:id="rId3"/>
            </p:custDataLst>
          </p:nvPr>
        </p:nvSpPr>
        <p:spPr>
          <a:xfrm>
            <a:off x="457200" y="274638"/>
            <a:ext cx="7467600" cy="1143000"/>
          </a:xfrm>
        </p:spPr>
        <p:txBody>
          <a:bodyPr/>
          <a:lstStyle/>
          <a:p>
            <a:r>
              <a:rPr lang="en-US" altLang="en-US" dirty="0"/>
              <a:t>MIPS R10K – Speculation</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31</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5"/>
            </p:custDataLst>
            <p:extLst>
              <p:ext uri="{D42A27DB-BD31-4B8C-83A1-F6EECF244321}">
                <p14:modId xmlns:p14="http://schemas.microsoft.com/office/powerpoint/2010/main" val="2340251592"/>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graphicFrame>
        <p:nvGraphicFramePr>
          <p:cNvPr id="6" name="Table 5">
            <a:extLst>
              <a:ext uri="{FF2B5EF4-FFF2-40B4-BE49-F238E27FC236}">
                <a16:creationId xmlns:a16="http://schemas.microsoft.com/office/drawing/2014/main" id="{71C967D5-9EA5-428D-B237-F1AA1954986B}"/>
              </a:ext>
            </a:extLst>
          </p:cNvPr>
          <p:cNvGraphicFramePr>
            <a:graphicFrameLocks noGrp="1"/>
          </p:cNvGraphicFramePr>
          <p:nvPr>
            <p:custDataLst>
              <p:tags r:id="rId6"/>
            </p:custDataLst>
          </p:nvPr>
        </p:nvGraphicFramePr>
        <p:xfrm>
          <a:off x="3886200" y="3733800"/>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7" name="Table 6">
            <a:extLst>
              <a:ext uri="{FF2B5EF4-FFF2-40B4-BE49-F238E27FC236}">
                <a16:creationId xmlns:a16="http://schemas.microsoft.com/office/drawing/2014/main" id="{2151C616-AF66-4FAB-AA62-24A5A919C4EE}"/>
              </a:ext>
            </a:extLst>
          </p:cNvPr>
          <p:cNvGraphicFramePr>
            <a:graphicFrameLocks noGrp="1"/>
          </p:cNvGraphicFramePr>
          <p:nvPr>
            <p:custDataLst>
              <p:tags r:id="rId7"/>
            </p:custDataLst>
          </p:nvPr>
        </p:nvGraphicFramePr>
        <p:xfrm>
          <a:off x="3695699" y="5867400"/>
          <a:ext cx="2286000" cy="67056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P3, P2, P8, P7, P10, P5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graphicFrame>
        <p:nvGraphicFramePr>
          <p:cNvPr id="8" name="Table 7">
            <a:extLst>
              <a:ext uri="{FF2B5EF4-FFF2-40B4-BE49-F238E27FC236}">
                <a16:creationId xmlns:a16="http://schemas.microsoft.com/office/drawing/2014/main" id="{E707830F-2C4D-4EB7-9C73-224A0120B578}"/>
              </a:ext>
            </a:extLst>
          </p:cNvPr>
          <p:cNvGraphicFramePr>
            <a:graphicFrameLocks noGrp="1"/>
          </p:cNvGraphicFramePr>
          <p:nvPr>
            <p:custDataLst>
              <p:tags r:id="rId8"/>
            </p:custDataLst>
          </p:nvPr>
        </p:nvGraphicFramePr>
        <p:xfrm>
          <a:off x="209939" y="3754016"/>
          <a:ext cx="3108960" cy="2011680"/>
        </p:xfrm>
        <a:graphic>
          <a:graphicData uri="http://schemas.openxmlformats.org/drawingml/2006/table">
            <a:tbl>
              <a:tblPr>
                <a:tableStyleId>{5C22544A-7EE6-4342-B048-85BDC9FD1C3A}</a:tableStyleId>
              </a:tblPr>
              <a:tblGrid>
                <a:gridCol w="640080">
                  <a:extLst>
                    <a:ext uri="{9D8B030D-6E8A-4147-A177-3AD203B41FA5}">
                      <a16:colId xmlns:a16="http://schemas.microsoft.com/office/drawing/2014/main" val="3660332834"/>
                    </a:ext>
                  </a:extLst>
                </a:gridCol>
                <a:gridCol w="1371600">
                  <a:extLst>
                    <a:ext uri="{9D8B030D-6E8A-4147-A177-3AD203B41FA5}">
                      <a16:colId xmlns:a16="http://schemas.microsoft.com/office/drawing/2014/main" val="3367818760"/>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4">
                  <a:txBody>
                    <a:bodyPr/>
                    <a:lstStyle/>
                    <a:p>
                      <a:pPr algn="ctr"/>
                      <a:r>
                        <a:rPr lang="en-US" sz="1600" b="1" dirty="0"/>
                        <a:t>reservation 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func</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rs</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algn="ctr"/>
                      <a:r>
                        <a:rPr lang="en-US" sz="1600" dirty="0" err="1"/>
                        <a:t>addi</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err="1"/>
                        <a:t>bne</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err="1"/>
                        <a:t>lw</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sub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10" name="Table 9">
            <a:extLst>
              <a:ext uri="{FF2B5EF4-FFF2-40B4-BE49-F238E27FC236}">
                <a16:creationId xmlns:a16="http://schemas.microsoft.com/office/drawing/2014/main" id="{F156DFCA-C733-4D64-B3FF-59597C731B4E}"/>
              </a:ext>
            </a:extLst>
          </p:cNvPr>
          <p:cNvGraphicFramePr>
            <a:graphicFrameLocks noGrp="1"/>
          </p:cNvGraphicFramePr>
          <p:nvPr>
            <p:custDataLst>
              <p:tags r:id="rId9"/>
            </p:custDataLst>
            <p:extLst>
              <p:ext uri="{D42A27DB-BD31-4B8C-83A1-F6EECF244321}">
                <p14:modId xmlns:p14="http://schemas.microsoft.com/office/powerpoint/2010/main" val="614159178"/>
              </p:ext>
            </p:extLst>
          </p:nvPr>
        </p:nvGraphicFramePr>
        <p:xfrm>
          <a:off x="6446520" y="3733800"/>
          <a:ext cx="2468880" cy="2682240"/>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3660332834"/>
                    </a:ext>
                  </a:extLst>
                </a:gridCol>
                <a:gridCol w="548640">
                  <a:extLst>
                    <a:ext uri="{9D8B030D-6E8A-4147-A177-3AD203B41FA5}">
                      <a16:colId xmlns:a16="http://schemas.microsoft.com/office/drawing/2014/main" val="2580721597"/>
                    </a:ext>
                  </a:extLst>
                </a:gridCol>
                <a:gridCol w="548640">
                  <a:extLst>
                    <a:ext uri="{9D8B030D-6E8A-4147-A177-3AD203B41FA5}">
                      <a16:colId xmlns:a16="http://schemas.microsoft.com/office/drawing/2014/main" val="3008529962"/>
                    </a:ext>
                  </a:extLst>
                </a:gridCol>
              </a:tblGrid>
              <a:tr h="198120">
                <a:tc gridSpan="3">
                  <a:txBody>
                    <a:bodyPr/>
                    <a:lstStyle/>
                    <a:p>
                      <a:pPr algn="ctr"/>
                      <a:r>
                        <a:rPr lang="en-US" sz="1600" b="1" dirty="0"/>
                        <a:t>reorder buffer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b="1" dirty="0" err="1"/>
                        <a:t>insn</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err="1"/>
                        <a:t>rd</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t>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8485804"/>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8697585"/>
                  </a:ext>
                </a:extLst>
              </a:tr>
              <a:tr h="274320">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3403616"/>
                  </a:ext>
                </a:extLst>
              </a:tr>
            </a:tbl>
          </a:graphicData>
        </a:graphic>
      </p:graphicFrame>
      <p:cxnSp>
        <p:nvCxnSpPr>
          <p:cNvPr id="11" name="Straight Connector 10">
            <a:extLst>
              <a:ext uri="{FF2B5EF4-FFF2-40B4-BE49-F238E27FC236}">
                <a16:creationId xmlns:a16="http://schemas.microsoft.com/office/drawing/2014/main" id="{73A8EE44-7192-4A98-9DE2-FD3DD339F294}"/>
              </a:ext>
            </a:extLst>
          </p:cNvPr>
          <p:cNvCxnSpPr/>
          <p:nvPr/>
        </p:nvCxnSpPr>
        <p:spPr>
          <a:xfrm>
            <a:off x="5867400" y="990600"/>
            <a:ext cx="0" cy="2743200"/>
          </a:xfrm>
          <a:prstGeom prst="line">
            <a:avLst/>
          </a:prstGeom>
          <a:ln w="381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3DD5CD-4935-4524-ABC5-A625667BEF02}"/>
              </a:ext>
            </a:extLst>
          </p:cNvPr>
          <p:cNvSpPr txBox="1"/>
          <p:nvPr>
            <p:custDataLst>
              <p:tags r:id="rId10"/>
            </p:custDataLst>
          </p:nvPr>
        </p:nvSpPr>
        <p:spPr>
          <a:xfrm>
            <a:off x="0" y="5791200"/>
            <a:ext cx="3505200" cy="458674"/>
          </a:xfrm>
          <a:prstGeom prst="rect">
            <a:avLst/>
          </a:prstGeom>
          <a:noFill/>
        </p:spPr>
        <p:txBody>
          <a:bodyPr wrap="square" rtlCol="0" anchor="ctr">
            <a:noAutofit/>
          </a:bodyPr>
          <a:lstStyle/>
          <a:p>
            <a:pPr algn="ctr"/>
            <a:r>
              <a:rPr lang="en-US" sz="1400" dirty="0">
                <a:latin typeface="+mn-lt"/>
              </a:rPr>
              <a:t>+ means register ready, - means not ready</a:t>
            </a:r>
          </a:p>
        </p:txBody>
      </p:sp>
    </p:spTree>
    <p:custDataLst>
      <p:tags r:id="rId1"/>
    </p:custDataLst>
    <p:extLst>
      <p:ext uri="{BB962C8B-B14F-4D97-AF65-F5344CB8AC3E}">
        <p14:creationId xmlns:p14="http://schemas.microsoft.com/office/powerpoint/2010/main" val="108426342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MIPS R10K – Takeaways</a:t>
            </a:r>
          </a:p>
        </p:txBody>
      </p:sp>
      <p:sp>
        <p:nvSpPr>
          <p:cNvPr id="2054"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32</a:t>
            </a:fld>
            <a:endParaRPr lang="en-US" altLang="en-US"/>
          </a:p>
        </p:txBody>
      </p:sp>
      <p:graphicFrame>
        <p:nvGraphicFramePr>
          <p:cNvPr id="5" name="Group 4">
            <a:extLst>
              <a:ext uri="{FF2B5EF4-FFF2-40B4-BE49-F238E27FC236}">
                <a16:creationId xmlns:a16="http://schemas.microsoft.com/office/drawing/2014/main" id="{812956D5-A765-44D0-B092-DF0EE1EC912A}"/>
              </a:ext>
            </a:extLst>
          </p:cNvPr>
          <p:cNvGraphicFramePr>
            <a:graphicFrameLocks noGrp="1"/>
          </p:cNvGraphicFramePr>
          <p:nvPr>
            <p:custDataLst>
              <p:tags r:id="rId4"/>
            </p:custDataLst>
            <p:extLst>
              <p:ext uri="{D42A27DB-BD31-4B8C-83A1-F6EECF244321}">
                <p14:modId xmlns:p14="http://schemas.microsoft.com/office/powerpoint/2010/main" val="3924332343"/>
              </p:ext>
            </p:extLst>
          </p:nvPr>
        </p:nvGraphicFramePr>
        <p:xfrm>
          <a:off x="603428" y="1143000"/>
          <a:ext cx="7937144" cy="2432142"/>
        </p:xfrm>
        <a:graphic>
          <a:graphicData uri="http://schemas.openxmlformats.org/drawingml/2006/table">
            <a:tbl>
              <a:tblPr/>
              <a:tblGrid>
                <a:gridCol w="1410878">
                  <a:extLst>
                    <a:ext uri="{9D8B030D-6E8A-4147-A177-3AD203B41FA5}">
                      <a16:colId xmlns:a16="http://schemas.microsoft.com/office/drawing/2014/main" val="20000"/>
                    </a:ext>
                  </a:extLst>
                </a:gridCol>
                <a:gridCol w="383898">
                  <a:extLst>
                    <a:ext uri="{9D8B030D-6E8A-4147-A177-3AD203B41FA5}">
                      <a16:colId xmlns:a16="http://schemas.microsoft.com/office/drawing/2014/main" val="20001"/>
                    </a:ext>
                  </a:extLst>
                </a:gridCol>
                <a:gridCol w="383898">
                  <a:extLst>
                    <a:ext uri="{9D8B030D-6E8A-4147-A177-3AD203B41FA5}">
                      <a16:colId xmlns:a16="http://schemas.microsoft.com/office/drawing/2014/main" val="20002"/>
                    </a:ext>
                  </a:extLst>
                </a:gridCol>
                <a:gridCol w="383898">
                  <a:extLst>
                    <a:ext uri="{9D8B030D-6E8A-4147-A177-3AD203B41FA5}">
                      <a16:colId xmlns:a16="http://schemas.microsoft.com/office/drawing/2014/main" val="20003"/>
                    </a:ext>
                  </a:extLst>
                </a:gridCol>
                <a:gridCol w="383898">
                  <a:extLst>
                    <a:ext uri="{9D8B030D-6E8A-4147-A177-3AD203B41FA5}">
                      <a16:colId xmlns:a16="http://schemas.microsoft.com/office/drawing/2014/main" val="20004"/>
                    </a:ext>
                  </a:extLst>
                </a:gridCol>
                <a:gridCol w="383898">
                  <a:extLst>
                    <a:ext uri="{9D8B030D-6E8A-4147-A177-3AD203B41FA5}">
                      <a16:colId xmlns:a16="http://schemas.microsoft.com/office/drawing/2014/main" val="20005"/>
                    </a:ext>
                  </a:extLst>
                </a:gridCol>
                <a:gridCol w="383898">
                  <a:extLst>
                    <a:ext uri="{9D8B030D-6E8A-4147-A177-3AD203B41FA5}">
                      <a16:colId xmlns:a16="http://schemas.microsoft.com/office/drawing/2014/main" val="20006"/>
                    </a:ext>
                  </a:extLst>
                </a:gridCol>
                <a:gridCol w="383898">
                  <a:extLst>
                    <a:ext uri="{9D8B030D-6E8A-4147-A177-3AD203B41FA5}">
                      <a16:colId xmlns:a16="http://schemas.microsoft.com/office/drawing/2014/main" val="20007"/>
                    </a:ext>
                  </a:extLst>
                </a:gridCol>
                <a:gridCol w="383898">
                  <a:extLst>
                    <a:ext uri="{9D8B030D-6E8A-4147-A177-3AD203B41FA5}">
                      <a16:colId xmlns:a16="http://schemas.microsoft.com/office/drawing/2014/main" val="369226169"/>
                    </a:ext>
                  </a:extLst>
                </a:gridCol>
                <a:gridCol w="383898">
                  <a:extLst>
                    <a:ext uri="{9D8B030D-6E8A-4147-A177-3AD203B41FA5}">
                      <a16:colId xmlns:a16="http://schemas.microsoft.com/office/drawing/2014/main" val="624331773"/>
                    </a:ext>
                  </a:extLst>
                </a:gridCol>
                <a:gridCol w="383898">
                  <a:extLst>
                    <a:ext uri="{9D8B030D-6E8A-4147-A177-3AD203B41FA5}">
                      <a16:colId xmlns:a16="http://schemas.microsoft.com/office/drawing/2014/main" val="2640508616"/>
                    </a:ext>
                  </a:extLst>
                </a:gridCol>
                <a:gridCol w="383898">
                  <a:extLst>
                    <a:ext uri="{9D8B030D-6E8A-4147-A177-3AD203B41FA5}">
                      <a16:colId xmlns:a16="http://schemas.microsoft.com/office/drawing/2014/main" val="1821066576"/>
                    </a:ext>
                  </a:extLst>
                </a:gridCol>
                <a:gridCol w="383898">
                  <a:extLst>
                    <a:ext uri="{9D8B030D-6E8A-4147-A177-3AD203B41FA5}">
                      <a16:colId xmlns:a16="http://schemas.microsoft.com/office/drawing/2014/main" val="1395130563"/>
                    </a:ext>
                  </a:extLst>
                </a:gridCol>
                <a:gridCol w="383898">
                  <a:extLst>
                    <a:ext uri="{9D8B030D-6E8A-4147-A177-3AD203B41FA5}">
                      <a16:colId xmlns:a16="http://schemas.microsoft.com/office/drawing/2014/main" val="1164516581"/>
                    </a:ext>
                  </a:extLst>
                </a:gridCol>
                <a:gridCol w="383898">
                  <a:extLst>
                    <a:ext uri="{9D8B030D-6E8A-4147-A177-3AD203B41FA5}">
                      <a16:colId xmlns:a16="http://schemas.microsoft.com/office/drawing/2014/main" val="3309827565"/>
                    </a:ext>
                  </a:extLst>
                </a:gridCol>
                <a:gridCol w="383898">
                  <a:extLst>
                    <a:ext uri="{9D8B030D-6E8A-4147-A177-3AD203B41FA5}">
                      <a16:colId xmlns:a16="http://schemas.microsoft.com/office/drawing/2014/main" val="3494778133"/>
                    </a:ext>
                  </a:extLst>
                </a:gridCol>
                <a:gridCol w="383898">
                  <a:extLst>
                    <a:ext uri="{9D8B030D-6E8A-4147-A177-3AD203B41FA5}">
                      <a16:colId xmlns:a16="http://schemas.microsoft.com/office/drawing/2014/main" val="2123532202"/>
                    </a:ext>
                  </a:extLst>
                </a:gridCol>
                <a:gridCol w="383898">
                  <a:extLst>
                    <a:ext uri="{9D8B030D-6E8A-4147-A177-3AD203B41FA5}">
                      <a16:colId xmlns:a16="http://schemas.microsoft.com/office/drawing/2014/main" val="2392952470"/>
                    </a:ext>
                  </a:extLst>
                </a:gridCol>
              </a:tblGrid>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insn</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 cycle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9</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13</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17</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656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lw</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0($s0)</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bne</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$s1, DEST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$t1, $t0, -1</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364872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 $t0, $s1, $s2 </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8570223"/>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$t0, 16</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69970489"/>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addi</a:t>
                      </a: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$t0, $s0, 4</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De</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Di</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S</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X</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C</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sz="1200" b="0" dirty="0">
                          <a:solidFill>
                            <a:schemeClr val="tx1"/>
                          </a:solidFill>
                          <a:latin typeface="Calibri" panose="020F0502020204030204" pitchFamily="34" charset="0"/>
                          <a:cs typeface="Calibri" panose="020F0502020204030204" pitchFamily="34" charset="0"/>
                        </a:rPr>
                        <a:t>R</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32262238"/>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28131961"/>
                  </a:ext>
                </a:extLst>
              </a:tr>
              <a:tr h="23203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endParaRPr lang="en-US" sz="1200" b="0" dirty="0">
                        <a:solidFill>
                          <a:schemeClr val="tx1"/>
                        </a:solidFill>
                        <a:latin typeface="Calibri" panose="020F0502020204030204" pitchFamily="34" charset="0"/>
                        <a:cs typeface="Calibri" panose="020F0502020204030204" pitchFamily="34" charset="0"/>
                      </a:endParaRPr>
                    </a:p>
                  </a:txBody>
                  <a:tcPr marT="45711" marB="4571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679448370"/>
                  </a:ext>
                </a:extLst>
              </a:tr>
            </a:tbl>
          </a:graphicData>
        </a:graphic>
      </p:graphicFrame>
      <p:sp>
        <p:nvSpPr>
          <p:cNvPr id="11" name="Rectangle 3">
            <a:extLst>
              <a:ext uri="{FF2B5EF4-FFF2-40B4-BE49-F238E27FC236}">
                <a16:creationId xmlns:a16="http://schemas.microsoft.com/office/drawing/2014/main" id="{EC1D6177-03D2-44BD-B37E-2BB32F7C2021}"/>
              </a:ext>
            </a:extLst>
          </p:cNvPr>
          <p:cNvSpPr>
            <a:spLocks noGrp="1" noChangeArrowheads="1"/>
          </p:cNvSpPr>
          <p:nvPr>
            <p:ph idx="1"/>
            <p:custDataLst>
              <p:tags r:id="rId5"/>
            </p:custDataLst>
          </p:nvPr>
        </p:nvSpPr>
        <p:spPr>
          <a:xfrm>
            <a:off x="682625" y="3962400"/>
            <a:ext cx="8308975" cy="2133600"/>
          </a:xfrm>
        </p:spPr>
        <p:txBody>
          <a:bodyPr/>
          <a:lstStyle/>
          <a:p>
            <a:pPr>
              <a:lnSpc>
                <a:spcPct val="80000"/>
              </a:lnSpc>
            </a:pPr>
            <a:r>
              <a:rPr lang="en-US" altLang="en-US" sz="2800" b="1" dirty="0"/>
              <a:t>Takeaways:</a:t>
            </a:r>
            <a:endParaRPr lang="en-US" altLang="en-US" sz="2800" dirty="0"/>
          </a:p>
          <a:p>
            <a:pPr lvl="1">
              <a:lnSpc>
                <a:spcPct val="80000"/>
              </a:lnSpc>
            </a:pPr>
            <a:r>
              <a:rPr lang="en-US" altLang="en-US" sz="2400" dirty="0"/>
              <a:t>In-order stages: F, De, Di, R</a:t>
            </a:r>
          </a:p>
          <a:p>
            <a:pPr lvl="1">
              <a:lnSpc>
                <a:spcPct val="80000"/>
              </a:lnSpc>
            </a:pPr>
            <a:r>
              <a:rPr lang="en-US" altLang="en-US" sz="2400" dirty="0"/>
              <a:t>Out-of-order stages: S, X, C</a:t>
            </a:r>
          </a:p>
          <a:p>
            <a:pPr lvl="1">
              <a:lnSpc>
                <a:spcPct val="80000"/>
              </a:lnSpc>
            </a:pPr>
            <a:r>
              <a:rPr lang="en-US" altLang="en-US" sz="2400" dirty="0"/>
              <a:t>Changes to register mappings are in-order (Di and R)</a:t>
            </a:r>
          </a:p>
          <a:p>
            <a:pPr lvl="1">
              <a:lnSpc>
                <a:spcPct val="80000"/>
              </a:lnSpc>
            </a:pPr>
            <a:r>
              <a:rPr lang="en-US" altLang="en-US" sz="2400" dirty="0"/>
              <a:t>In-order stages </a:t>
            </a:r>
            <a:r>
              <a:rPr lang="en-US" altLang="en-US" sz="2400" i="1" dirty="0"/>
              <a:t>stall</a:t>
            </a:r>
            <a:r>
              <a:rPr lang="en-US" altLang="en-US" sz="2400" dirty="0"/>
              <a:t> while out-of-order stages </a:t>
            </a:r>
            <a:r>
              <a:rPr lang="en-US" altLang="en-US" sz="2400" i="1" dirty="0"/>
              <a:t>wait</a:t>
            </a:r>
          </a:p>
        </p:txBody>
      </p:sp>
    </p:spTree>
    <p:custDataLst>
      <p:tags r:id="rId1"/>
    </p:custDataLst>
    <p:extLst>
      <p:ext uri="{BB962C8B-B14F-4D97-AF65-F5344CB8AC3E}">
        <p14:creationId xmlns:p14="http://schemas.microsoft.com/office/powerpoint/2010/main" val="290647030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0A70F60-F5C0-471D-BA71-DA8C16CD11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Superscalar Processors</a:t>
            </a:r>
          </a:p>
        </p:txBody>
      </p:sp>
      <p:sp>
        <p:nvSpPr>
          <p:cNvPr id="15363" name="Rectangle 3">
            <a:extLst>
              <a:ext uri="{FF2B5EF4-FFF2-40B4-BE49-F238E27FC236}">
                <a16:creationId xmlns:a16="http://schemas.microsoft.com/office/drawing/2014/main" id="{48F3589B-9A70-45FF-8095-B75689BB5BB0}"/>
              </a:ext>
            </a:extLst>
          </p:cNvPr>
          <p:cNvSpPr>
            <a:spLocks noGrp="1" noChangeArrowheads="1"/>
          </p:cNvSpPr>
          <p:nvPr>
            <p:ph idx="1"/>
            <p:custDataLst>
              <p:tags r:id="rId3"/>
            </p:custDataLst>
          </p:nvPr>
        </p:nvSpPr>
        <p:spPr>
          <a:xfrm>
            <a:off x="457200" y="1600200"/>
            <a:ext cx="8229600" cy="4190999"/>
          </a:xfrm>
        </p:spPr>
        <p:txBody>
          <a:bodyPr/>
          <a:lstStyle/>
          <a:p>
            <a:pPr marL="0" indent="0" eaLnBrk="1" hangingPunct="1">
              <a:lnSpc>
                <a:spcPct val="80000"/>
              </a:lnSpc>
              <a:buNone/>
            </a:pPr>
            <a:r>
              <a:rPr lang="en-US" altLang="en-US" dirty="0"/>
              <a:t>Step-by-step topics:</a:t>
            </a:r>
          </a:p>
          <a:p>
            <a:pPr eaLnBrk="1" hangingPunct="1">
              <a:lnSpc>
                <a:spcPct val="80000"/>
              </a:lnSpc>
            </a:pPr>
            <a:r>
              <a:rPr lang="en-US" altLang="en-US" sz="2800" b="1" dirty="0"/>
              <a:t>Scoreboard:</a:t>
            </a:r>
          </a:p>
          <a:p>
            <a:pPr lvl="1" eaLnBrk="1" hangingPunct="1">
              <a:lnSpc>
                <a:spcPct val="80000"/>
              </a:lnSpc>
            </a:pPr>
            <a:r>
              <a:rPr lang="en-US" altLang="en-US" sz="2400" i="1" dirty="0"/>
              <a:t>Dynamic scheduling </a:t>
            </a:r>
            <a:r>
              <a:rPr lang="en-US" altLang="en-US" sz="2400" dirty="0"/>
              <a:t>for enabling </a:t>
            </a:r>
            <a:r>
              <a:rPr lang="en-US" altLang="en-US" sz="2400" dirty="0" err="1"/>
              <a:t>OoO</a:t>
            </a:r>
            <a:r>
              <a:rPr lang="en-US" altLang="en-US" sz="2400" dirty="0"/>
              <a:t> execution</a:t>
            </a:r>
          </a:p>
          <a:p>
            <a:pPr lvl="1" eaLnBrk="1" hangingPunct="1">
              <a:lnSpc>
                <a:spcPct val="80000"/>
              </a:lnSpc>
            </a:pPr>
            <a:r>
              <a:rPr lang="en-US" altLang="en-US" sz="2400" b="1" dirty="0">
                <a:solidFill>
                  <a:schemeClr val="accent6">
                    <a:lumMod val="75000"/>
                  </a:schemeClr>
                </a:solidFill>
              </a:rPr>
              <a:t>Analogy</a:t>
            </a:r>
            <a:r>
              <a:rPr lang="en-US" altLang="en-US" sz="2400" dirty="0">
                <a:solidFill>
                  <a:schemeClr val="accent6">
                    <a:lumMod val="75000"/>
                  </a:schemeClr>
                </a:solidFill>
              </a:rPr>
              <a:t>: Can work on different projects simultaneously, but only one installation of LLVM is allowed in the system at any moment, so projects that need newer versions must wait for older projects to finish</a:t>
            </a:r>
          </a:p>
          <a:p>
            <a:pPr eaLnBrk="1" hangingPunct="1">
              <a:lnSpc>
                <a:spcPct val="80000"/>
              </a:lnSpc>
            </a:pPr>
            <a:r>
              <a:rPr lang="en-US" altLang="en-US" sz="2800" b="1" dirty="0"/>
              <a:t>MIPS R10K:</a:t>
            </a:r>
          </a:p>
          <a:p>
            <a:pPr lvl="1" eaLnBrk="1" hangingPunct="1">
              <a:lnSpc>
                <a:spcPct val="80000"/>
              </a:lnSpc>
            </a:pPr>
            <a:r>
              <a:rPr lang="en-US" altLang="en-US" sz="2400" i="1" dirty="0"/>
              <a:t>Register renaming </a:t>
            </a:r>
            <a:r>
              <a:rPr lang="en-US" altLang="en-US" sz="2400" dirty="0"/>
              <a:t>for eliminating WAR/WAW hazards</a:t>
            </a:r>
          </a:p>
          <a:p>
            <a:pPr lvl="1" eaLnBrk="1" hangingPunct="1">
              <a:lnSpc>
                <a:spcPct val="80000"/>
              </a:lnSpc>
            </a:pPr>
            <a:r>
              <a:rPr lang="en-US" altLang="en-US" sz="2400" i="1" dirty="0"/>
              <a:t>Reorder buffer </a:t>
            </a:r>
            <a:r>
              <a:rPr lang="en-US" altLang="en-US" sz="2400" dirty="0"/>
              <a:t>for handling speculation/precise state</a:t>
            </a:r>
          </a:p>
          <a:p>
            <a:pPr lvl="1" eaLnBrk="1" hangingPunct="1">
              <a:lnSpc>
                <a:spcPct val="80000"/>
              </a:lnSpc>
            </a:pPr>
            <a:r>
              <a:rPr lang="en-US" altLang="en-US" sz="2400" b="1" dirty="0">
                <a:solidFill>
                  <a:schemeClr val="accent6">
                    <a:lumMod val="75000"/>
                  </a:schemeClr>
                </a:solidFill>
              </a:rPr>
              <a:t>Analogy</a:t>
            </a:r>
            <a:r>
              <a:rPr lang="en-US" altLang="en-US" sz="2400" dirty="0">
                <a:solidFill>
                  <a:schemeClr val="accent6">
                    <a:lumMod val="75000"/>
                  </a:schemeClr>
                </a:solidFill>
              </a:rPr>
              <a:t>: Each version of LLVM is installed to a temp directory, with a symbolic link to the most recent version</a:t>
            </a:r>
          </a:p>
        </p:txBody>
      </p:sp>
      <p:sp>
        <p:nvSpPr>
          <p:cNvPr id="16388" name="Slide Number Placeholder 5">
            <a:extLst>
              <a:ext uri="{FF2B5EF4-FFF2-40B4-BE49-F238E27FC236}">
                <a16:creationId xmlns:a16="http://schemas.microsoft.com/office/drawing/2014/main" id="{1A0468D2-B7ED-4EBE-A2FE-EFCC0470BF1E}"/>
              </a:ext>
            </a:extLst>
          </p:cNvPr>
          <p:cNvSpPr>
            <a:spLocks noGrp="1"/>
          </p:cNvSpPr>
          <p:nvPr>
            <p:ph type="sldNum" sz="quarter" idx="12"/>
            <p:custDataLst>
              <p:tags r:id="rId4"/>
            </p:custDataLst>
          </p:nvPr>
        </p:nvSpPr>
        <p:spPr bwMode="auto">
          <a:xfrm>
            <a:off x="7620000" y="6356350"/>
            <a:ext cx="10668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4C120E7B-614E-49CA-90BC-A67892513853}" type="slidenum">
              <a:rPr lang="en-US" altLang="en-US" sz="1400"/>
              <a:pPr lvl="1" eaLnBrk="1" hangingPunct="1">
                <a:spcBef>
                  <a:spcPct val="0"/>
                </a:spcBef>
                <a:buFontTx/>
                <a:buNone/>
              </a:pPr>
              <a:t>33</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345645968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2056" name="Rectangle 3"/>
          <p:cNvSpPr>
            <a:spLocks noGrp="1" noChangeArrowheads="1"/>
          </p:cNvSpPr>
          <p:nvPr>
            <p:ph idx="1"/>
            <p:custDataLst>
              <p:tags r:id="rId3"/>
            </p:custDataLst>
          </p:nvPr>
        </p:nvSpPr>
        <p:spPr>
          <a:xfrm>
            <a:off x="682625" y="3962400"/>
            <a:ext cx="8308975" cy="2514600"/>
          </a:xfrm>
        </p:spPr>
        <p:txBody>
          <a:bodyPr/>
          <a:lstStyle/>
          <a:p>
            <a:pPr>
              <a:lnSpc>
                <a:spcPct val="80000"/>
              </a:lnSpc>
            </a:pPr>
            <a:r>
              <a:rPr lang="en-US" altLang="en-US" sz="2800" dirty="0"/>
              <a:t>When and which physical registers to free?</a:t>
            </a:r>
          </a:p>
          <a:p>
            <a:pPr lvl="1">
              <a:lnSpc>
                <a:spcPct val="80000"/>
              </a:lnSpc>
            </a:pPr>
            <a:r>
              <a:rPr lang="en-US" altLang="en-US" sz="2000" dirty="0"/>
              <a:t>Free _____ when </a:t>
            </a:r>
            <a:r>
              <a:rPr lang="en-US" altLang="en-US" sz="2000" b="1" dirty="0"/>
              <a:t>add</a:t>
            </a:r>
            <a:r>
              <a:rPr lang="en-US" altLang="en-US" sz="2000" dirty="0"/>
              <a:t> retires</a:t>
            </a:r>
          </a:p>
          <a:p>
            <a:pPr lvl="1">
              <a:lnSpc>
                <a:spcPct val="80000"/>
              </a:lnSpc>
            </a:pPr>
            <a:r>
              <a:rPr lang="en-US" altLang="en-US" sz="2000" dirty="0"/>
              <a:t>Free _____ when </a:t>
            </a:r>
            <a:r>
              <a:rPr lang="en-US" altLang="en-US" sz="2000" b="1" dirty="0"/>
              <a:t>nor</a:t>
            </a:r>
            <a:r>
              <a:rPr lang="en-US" altLang="en-US" sz="2000" dirty="0"/>
              <a:t> retires</a:t>
            </a:r>
          </a:p>
          <a:p>
            <a:pPr lvl="1">
              <a:lnSpc>
                <a:spcPct val="80000"/>
              </a:lnSpc>
            </a:pPr>
            <a:r>
              <a:rPr lang="en-US" altLang="en-US" sz="2000" dirty="0"/>
              <a:t>Free _____ when </a:t>
            </a:r>
            <a:r>
              <a:rPr lang="en-US" altLang="en-US" sz="2000" b="1" dirty="0"/>
              <a:t>sub</a:t>
            </a:r>
            <a:r>
              <a:rPr lang="en-US" altLang="en-US" sz="2000" dirty="0"/>
              <a:t> retires</a:t>
            </a:r>
          </a:p>
          <a:p>
            <a:pPr lvl="1">
              <a:lnSpc>
                <a:spcPct val="80000"/>
              </a:lnSpc>
            </a:pPr>
            <a:r>
              <a:rPr lang="en-US" altLang="en-US" sz="2000" dirty="0"/>
              <a:t>Free _____ when </a:t>
            </a:r>
            <a:r>
              <a:rPr lang="en-US" altLang="en-US" sz="2000" b="1" dirty="0" err="1"/>
              <a:t>ori</a:t>
            </a:r>
            <a:r>
              <a:rPr lang="en-US" altLang="en-US" sz="2000" dirty="0"/>
              <a:t> retires</a:t>
            </a:r>
            <a:endParaRPr lang="en-US" altLang="en-US" sz="1600" dirty="0"/>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34</a:t>
            </a:fld>
            <a:endParaRPr lang="en-US" altLang="en-US"/>
          </a:p>
        </p:txBody>
      </p:sp>
      <p:graphicFrame>
        <p:nvGraphicFramePr>
          <p:cNvPr id="5" name="Group 4">
            <a:extLst>
              <a:ext uri="{FF2B5EF4-FFF2-40B4-BE49-F238E27FC236}">
                <a16:creationId xmlns:a16="http://schemas.microsoft.com/office/drawing/2014/main" id="{EC5E66F5-9DD7-4ADA-AB4D-8900B11AA142}"/>
              </a:ext>
            </a:extLst>
          </p:cNvPr>
          <p:cNvGraphicFramePr>
            <a:graphicFrameLocks noGrp="1"/>
          </p:cNvGraphicFramePr>
          <p:nvPr>
            <p:custDataLst>
              <p:tags r:id="rId5"/>
            </p:custDataLst>
            <p:extLst>
              <p:ext uri="{D42A27DB-BD31-4B8C-83A1-F6EECF244321}">
                <p14:modId xmlns:p14="http://schemas.microsoft.com/office/powerpoint/2010/main" val="2975673821"/>
              </p:ext>
            </p:extLst>
          </p:nvPr>
        </p:nvGraphicFramePr>
        <p:xfrm>
          <a:off x="402442" y="1666875"/>
          <a:ext cx="8360558" cy="1441451"/>
        </p:xfrm>
        <a:graphic>
          <a:graphicData uri="http://schemas.openxmlformats.org/drawingml/2006/table">
            <a:tbl>
              <a:tblPr/>
              <a:tblGrid>
                <a:gridCol w="640080">
                  <a:extLst>
                    <a:ext uri="{9D8B030D-6E8A-4147-A177-3AD203B41FA5}">
                      <a16:colId xmlns:a16="http://schemas.microsoft.com/office/drawing/2014/main" val="2185060446"/>
                    </a:ext>
                  </a:extLst>
                </a:gridCol>
                <a:gridCol w="432924">
                  <a:extLst>
                    <a:ext uri="{9D8B030D-6E8A-4147-A177-3AD203B41FA5}">
                      <a16:colId xmlns:a16="http://schemas.microsoft.com/office/drawing/2014/main" val="20000"/>
                    </a:ext>
                  </a:extLst>
                </a:gridCol>
                <a:gridCol w="432924">
                  <a:extLst>
                    <a:ext uri="{9D8B030D-6E8A-4147-A177-3AD203B41FA5}">
                      <a16:colId xmlns:a16="http://schemas.microsoft.com/office/drawing/2014/main" val="20001"/>
                    </a:ext>
                  </a:extLst>
                </a:gridCol>
                <a:gridCol w="432924">
                  <a:extLst>
                    <a:ext uri="{9D8B030D-6E8A-4147-A177-3AD203B41FA5}">
                      <a16:colId xmlns:a16="http://schemas.microsoft.com/office/drawing/2014/main" val="20002"/>
                    </a:ext>
                  </a:extLst>
                </a:gridCol>
                <a:gridCol w="432924">
                  <a:extLst>
                    <a:ext uri="{9D8B030D-6E8A-4147-A177-3AD203B41FA5}">
                      <a16:colId xmlns:a16="http://schemas.microsoft.com/office/drawing/2014/main" val="20003"/>
                    </a:ext>
                  </a:extLst>
                </a:gridCol>
                <a:gridCol w="1587388">
                  <a:extLst>
                    <a:ext uri="{9D8B030D-6E8A-4147-A177-3AD203B41FA5}">
                      <a16:colId xmlns:a16="http://schemas.microsoft.com/office/drawing/2014/main" val="20004"/>
                    </a:ext>
                  </a:extLst>
                </a:gridCol>
                <a:gridCol w="432924">
                  <a:extLst>
                    <a:ext uri="{9D8B030D-6E8A-4147-A177-3AD203B41FA5}">
                      <a16:colId xmlns:a16="http://schemas.microsoft.com/office/drawing/2014/main" val="20005"/>
                    </a:ext>
                  </a:extLst>
                </a:gridCol>
                <a:gridCol w="1731696">
                  <a:extLst>
                    <a:ext uri="{9D8B030D-6E8A-4147-A177-3AD203B41FA5}">
                      <a16:colId xmlns:a16="http://schemas.microsoft.com/office/drawing/2014/main" val="20006"/>
                    </a:ext>
                  </a:extLst>
                </a:gridCol>
                <a:gridCol w="432924">
                  <a:extLst>
                    <a:ext uri="{9D8B030D-6E8A-4147-A177-3AD203B41FA5}">
                      <a16:colId xmlns:a16="http://schemas.microsoft.com/office/drawing/2014/main" val="20007"/>
                    </a:ext>
                  </a:extLst>
                </a:gridCol>
                <a:gridCol w="1803850">
                  <a:extLst>
                    <a:ext uri="{9D8B030D-6E8A-4147-A177-3AD203B41FA5}">
                      <a16:colId xmlns:a16="http://schemas.microsoft.com/office/drawing/2014/main" val="20008"/>
                    </a:ext>
                  </a:extLst>
                </a:gridCol>
              </a:tblGrid>
              <a:tr h="314325">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L="45720" marR="0" marT="0" marB="0" horzOverflow="overflow">
                    <a:lnL>
                      <a:noFill/>
                    </a:lnL>
                    <a:lnR>
                      <a:noFill/>
                    </a:lnR>
                    <a:lnT>
                      <a:noFill/>
                    </a:lnT>
                    <a:lnB w="28575" cap="flat" cmpd="sng" algn="ctr">
                      <a:noFill/>
                      <a:prstDash val="solid"/>
                      <a:round/>
                      <a:headEnd type="none" w="med" len="med"/>
                      <a:tailEnd type="none" w="med" len="med"/>
                    </a:lnB>
                    <a:lnTlToBr>
                      <a:noFill/>
                    </a:lnTlToBr>
                    <a:lnBlToTr>
                      <a:noFill/>
                    </a:lnBlToTr>
                    <a:solidFill>
                      <a:schemeClr val="bg1"/>
                    </a:solidFill>
                  </a:tcPr>
                </a:tc>
                <a:tc gridSpan="3">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err="1">
                          <a:ln>
                            <a:noFill/>
                          </a:ln>
                          <a:solidFill>
                            <a:srgbClr val="030305"/>
                          </a:solidFill>
                          <a:effectLst/>
                          <a:latin typeface="Tahoma" pitchFamily="31" charset="0"/>
                          <a:ea typeface="ＭＳ Ｐゴシック" pitchFamily="31" charset="-128"/>
                        </a:rPr>
                        <a:t>MapTable</a:t>
                      </a:r>
                      <a:endParaRPr kumimoji="0" lang="en-US" sz="1600" b="0" i="0" u="none" strike="noStrike" cap="none" normalizeH="0" baseline="0" dirty="0">
                        <a:ln>
                          <a:noFill/>
                        </a:ln>
                        <a:solidFill>
                          <a:srgbClr val="030305"/>
                        </a:solidFill>
                        <a:effectLst/>
                        <a:latin typeface="Tahoma" pitchFamily="31" charset="0"/>
                        <a:ea typeface="ＭＳ Ｐゴシック" pitchFamily="31" charset="-128"/>
                      </a:endParaRPr>
                    </a:p>
                  </a:txBody>
                  <a:tcPr marL="45720" marR="0" marT="0" marB="0" horzOverflow="overflow">
                    <a:lnL>
                      <a:noFill/>
                    </a:lnL>
                    <a:lnR>
                      <a:noFill/>
                    </a:lnR>
                    <a:lnT>
                      <a:noFill/>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FreeList</a:t>
                      </a: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Raw </a:t>
                      </a:r>
                      <a:r>
                        <a:rPr kumimoji="0" lang="en-US" sz="1600" b="0" i="0" u="none" strike="noStrike" cap="none" normalizeH="0" baseline="0" dirty="0" err="1">
                          <a:ln>
                            <a:noFill/>
                          </a:ln>
                          <a:solidFill>
                            <a:srgbClr val="030305"/>
                          </a:solidFill>
                          <a:effectLst/>
                          <a:latin typeface="Tahoma" pitchFamily="31" charset="0"/>
                          <a:ea typeface="ＭＳ Ｐゴシック" pitchFamily="31" charset="-128"/>
                        </a:rPr>
                        <a:t>insns</a:t>
                      </a:r>
                      <a:endParaRPr kumimoji="0" lang="en-US" sz="1600" b="0" i="0" u="none" strike="noStrike" cap="none" normalizeH="0" baseline="0" dirty="0">
                        <a:ln>
                          <a:noFill/>
                        </a:ln>
                        <a:solidFill>
                          <a:srgbClr val="030305"/>
                        </a:solidFill>
                        <a:effectLst/>
                        <a:latin typeface="Tahoma"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600" b="0" i="0" u="none" strike="noStrike" cap="none" normalizeH="0" baseline="0" dirty="0">
                        <a:ln>
                          <a:noFill/>
                        </a:ln>
                        <a:solidFill>
                          <a:srgbClr val="030305"/>
                        </a:solidFill>
                        <a:effectLst/>
                        <a:latin typeface="Tahoma"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Renamed insns</a:t>
                      </a:r>
                    </a:p>
                  </a:txBody>
                  <a:tcPr marL="45720" marR="0" marT="0" marB="0"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0"/>
                  </a:ext>
                </a:extLst>
              </a:tr>
              <a:tr h="223838">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$t1</a:t>
                      </a:r>
                    </a:p>
                  </a:txBody>
                  <a:tcPr marL="45720" marR="0" marT="0" marB="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$t2</a:t>
                      </a:r>
                    </a:p>
                  </a:txBody>
                  <a:tcPr marL="4572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$t3</a:t>
                      </a:r>
                    </a:p>
                  </a:txBody>
                  <a:tcPr marL="4572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7013">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p1</a:t>
                      </a:r>
                    </a:p>
                  </a:txBody>
                  <a:tcPr marL="45720" marR="0" marT="0" marB="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p2</a:t>
                      </a:r>
                    </a:p>
                  </a:txBody>
                  <a:tcPr marL="4572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p3</a:t>
                      </a:r>
                    </a:p>
                  </a:txBody>
                  <a:tcPr marL="4572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p4,p5,p6,p7</a:t>
                      </a: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add $t1,$t3,$t2</a:t>
                      </a:r>
                    </a:p>
                  </a:txBody>
                  <a:tcPr marL="45720" marR="0" marT="0" marB="0"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add p4,p3,p2</a:t>
                      </a:r>
                    </a:p>
                  </a:txBody>
                  <a:tcPr marL="45720" marR="0" marT="0" marB="0" horzOverflow="overflow">
                    <a:lnL>
                      <a:noFill/>
                    </a:lnL>
                    <a:lnR>
                      <a:noFill/>
                    </a:lnR>
                    <a:lnT w="28575"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2"/>
                  </a:ext>
                </a:extLst>
              </a:tr>
              <a:tr h="225425">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p4</a:t>
                      </a:r>
                    </a:p>
                  </a:txBody>
                  <a:tcPr marL="45720" marR="0" marT="0" marB="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p2</a:t>
                      </a:r>
                    </a:p>
                  </a:txBody>
                  <a:tcPr marL="4572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p3</a:t>
                      </a:r>
                    </a:p>
                  </a:txBody>
                  <a:tcPr marL="4572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p5,p6,p7</a:t>
                      </a: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nor $t3,$t1,$t2</a:t>
                      </a: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nor p5,p4,p2</a:t>
                      </a:r>
                    </a:p>
                  </a:txBody>
                  <a:tcPr marL="45720" marR="0" marT="0" marB="0"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225425">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p4</a:t>
                      </a:r>
                    </a:p>
                  </a:txBody>
                  <a:tcPr marL="45720" marR="0" marT="0" marB="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p2</a:t>
                      </a:r>
                    </a:p>
                  </a:txBody>
                  <a:tcPr marL="4572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p5</a:t>
                      </a:r>
                    </a:p>
                  </a:txBody>
                  <a:tcPr marL="4572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p6,p7</a:t>
                      </a: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sub $t3,$t3,$t2</a:t>
                      </a: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sub p6,p5,p2</a:t>
                      </a:r>
                    </a:p>
                  </a:txBody>
                  <a:tcPr marL="45720" marR="0" marT="0" marB="0"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4"/>
                  </a:ext>
                </a:extLst>
              </a:tr>
              <a:tr h="225425">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p4</a:t>
                      </a:r>
                    </a:p>
                  </a:txBody>
                  <a:tcPr marL="45720" marR="0" marT="0" marB="0"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p2</a:t>
                      </a:r>
                    </a:p>
                  </a:txBody>
                  <a:tcPr marL="4572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a:ln>
                            <a:noFill/>
                          </a:ln>
                          <a:solidFill>
                            <a:srgbClr val="030305"/>
                          </a:solidFill>
                          <a:effectLst/>
                          <a:latin typeface="Courier New" pitchFamily="31" charset="0"/>
                          <a:ea typeface="ＭＳ Ｐゴシック" pitchFamily="31" charset="-128"/>
                        </a:rPr>
                        <a:t>p6</a:t>
                      </a:r>
                    </a:p>
                  </a:txBody>
                  <a:tcPr marL="4572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p7</a:t>
                      </a:r>
                    </a:p>
                  </a:txBody>
                  <a:tcPr marL="45720" marR="0" marT="0" marB="0"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dirty="0">
                        <a:ln>
                          <a:noFill/>
                        </a:ln>
                        <a:solidFill>
                          <a:srgbClr val="030305"/>
                        </a:solidFill>
                        <a:effectLst/>
                        <a:latin typeface="Courier New" pitchFamily="31" charset="0"/>
                        <a:ea typeface="ＭＳ Ｐゴシック" pitchFamily="31" charset="-128"/>
                      </a:endParaRPr>
                    </a:p>
                  </a:txBody>
                  <a:tcPr marL="45720" marR="0" marT="0" marB="0" horzOverflow="overflow">
                    <a:lnL w="28575"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err="1">
                          <a:ln>
                            <a:noFill/>
                          </a:ln>
                          <a:solidFill>
                            <a:srgbClr val="030305"/>
                          </a:solidFill>
                          <a:effectLst/>
                          <a:latin typeface="Courier New" pitchFamily="31" charset="0"/>
                          <a:ea typeface="ＭＳ Ｐゴシック" pitchFamily="31" charset="-128"/>
                        </a:rPr>
                        <a:t>ori</a:t>
                      </a: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 $t1,$t1,4</a:t>
                      </a: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endParaRPr kumimoji="0" lang="en-US" sz="1400" b="1" i="0" u="none" strike="noStrike" cap="none" normalizeH="0" baseline="0">
                        <a:ln>
                          <a:noFill/>
                        </a:ln>
                        <a:solidFill>
                          <a:srgbClr val="030305"/>
                        </a:solidFill>
                        <a:effectLst/>
                        <a:latin typeface="Courier New" pitchFamily="31" charset="0"/>
                        <a:ea typeface="ＭＳ Ｐゴシック" pitchFamily="31" charset="-128"/>
                      </a:endParaRPr>
                    </a:p>
                  </a:txBody>
                  <a:tcPr marL="4572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400" b="1" i="0" u="none" strike="noStrike" cap="none" normalizeH="0" baseline="0" dirty="0" err="1">
                          <a:ln>
                            <a:noFill/>
                          </a:ln>
                          <a:solidFill>
                            <a:srgbClr val="030305"/>
                          </a:solidFill>
                          <a:effectLst/>
                          <a:latin typeface="Courier New" pitchFamily="31" charset="0"/>
                          <a:ea typeface="ＭＳ Ｐゴシック" pitchFamily="31" charset="-128"/>
                        </a:rPr>
                        <a:t>ori</a:t>
                      </a:r>
                      <a:r>
                        <a:rPr kumimoji="0" lang="en-US" sz="1400" b="1" i="0" u="none" strike="noStrike" cap="none" normalizeH="0" baseline="0" dirty="0">
                          <a:ln>
                            <a:noFill/>
                          </a:ln>
                          <a:solidFill>
                            <a:srgbClr val="030305"/>
                          </a:solidFill>
                          <a:effectLst/>
                          <a:latin typeface="Courier New" pitchFamily="31" charset="0"/>
                          <a:ea typeface="ＭＳ Ｐゴシック" pitchFamily="31" charset="-128"/>
                        </a:rPr>
                        <a:t> p7,p4,4</a:t>
                      </a:r>
                    </a:p>
                  </a:txBody>
                  <a:tcPr marL="45720" marR="0" marT="0" marB="0"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22DBEBB0-9FE0-4FAE-B7A8-3490175C6268}"/>
              </a:ext>
            </a:extLst>
          </p:cNvPr>
          <p:cNvSpPr txBox="1"/>
          <p:nvPr>
            <p:custDataLst>
              <p:tags r:id="rId6"/>
            </p:custDataLst>
          </p:nvPr>
        </p:nvSpPr>
        <p:spPr>
          <a:xfrm>
            <a:off x="2057400" y="4343400"/>
            <a:ext cx="609600" cy="365125"/>
          </a:xfrm>
          <a:prstGeom prst="rect">
            <a:avLst/>
          </a:prstGeom>
          <a:noFill/>
        </p:spPr>
        <p:txBody>
          <a:bodyPr wrap="square" rtlCol="0" anchor="ctr">
            <a:noAutofit/>
          </a:bodyPr>
          <a:lstStyle/>
          <a:p>
            <a:pPr algn="ctr"/>
            <a:r>
              <a:rPr lang="en-US" sz="2000" b="1" dirty="0">
                <a:solidFill>
                  <a:schemeClr val="accent6">
                    <a:lumMod val="75000"/>
                  </a:schemeClr>
                </a:solidFill>
                <a:latin typeface="+mn-lt"/>
              </a:rPr>
              <a:t>p1</a:t>
            </a:r>
          </a:p>
        </p:txBody>
      </p:sp>
      <p:sp>
        <p:nvSpPr>
          <p:cNvPr id="7" name="TextBox 6">
            <a:extLst>
              <a:ext uri="{FF2B5EF4-FFF2-40B4-BE49-F238E27FC236}">
                <a16:creationId xmlns:a16="http://schemas.microsoft.com/office/drawing/2014/main" id="{EFD3AE38-6F60-4D84-AF33-9A1BD892F07A}"/>
              </a:ext>
            </a:extLst>
          </p:cNvPr>
          <p:cNvSpPr txBox="1"/>
          <p:nvPr>
            <p:custDataLst>
              <p:tags r:id="rId7"/>
            </p:custDataLst>
          </p:nvPr>
        </p:nvSpPr>
        <p:spPr>
          <a:xfrm>
            <a:off x="2057400" y="4648200"/>
            <a:ext cx="609600" cy="365125"/>
          </a:xfrm>
          <a:prstGeom prst="rect">
            <a:avLst/>
          </a:prstGeom>
          <a:noFill/>
        </p:spPr>
        <p:txBody>
          <a:bodyPr wrap="square" rtlCol="0" anchor="ctr">
            <a:noAutofit/>
          </a:bodyPr>
          <a:lstStyle/>
          <a:p>
            <a:pPr algn="ctr"/>
            <a:r>
              <a:rPr lang="en-US" sz="2000" b="1" dirty="0">
                <a:solidFill>
                  <a:schemeClr val="accent6">
                    <a:lumMod val="75000"/>
                  </a:schemeClr>
                </a:solidFill>
                <a:latin typeface="+mn-lt"/>
              </a:rPr>
              <a:t>p3</a:t>
            </a:r>
          </a:p>
        </p:txBody>
      </p:sp>
      <p:sp>
        <p:nvSpPr>
          <p:cNvPr id="8" name="TextBox 7">
            <a:extLst>
              <a:ext uri="{FF2B5EF4-FFF2-40B4-BE49-F238E27FC236}">
                <a16:creationId xmlns:a16="http://schemas.microsoft.com/office/drawing/2014/main" id="{64334266-BDFD-4FCE-B7C3-8773AA925FEF}"/>
              </a:ext>
            </a:extLst>
          </p:cNvPr>
          <p:cNvSpPr txBox="1"/>
          <p:nvPr>
            <p:custDataLst>
              <p:tags r:id="rId8"/>
            </p:custDataLst>
          </p:nvPr>
        </p:nvSpPr>
        <p:spPr>
          <a:xfrm>
            <a:off x="2057400" y="4953000"/>
            <a:ext cx="609600" cy="365125"/>
          </a:xfrm>
          <a:prstGeom prst="rect">
            <a:avLst/>
          </a:prstGeom>
          <a:noFill/>
        </p:spPr>
        <p:txBody>
          <a:bodyPr wrap="square" rtlCol="0" anchor="ctr">
            <a:noAutofit/>
          </a:bodyPr>
          <a:lstStyle/>
          <a:p>
            <a:pPr algn="ctr"/>
            <a:r>
              <a:rPr lang="en-US" sz="2000" b="1" dirty="0">
                <a:solidFill>
                  <a:schemeClr val="accent6">
                    <a:lumMod val="75000"/>
                  </a:schemeClr>
                </a:solidFill>
                <a:latin typeface="+mn-lt"/>
              </a:rPr>
              <a:t>p5</a:t>
            </a:r>
          </a:p>
        </p:txBody>
      </p:sp>
      <p:sp>
        <p:nvSpPr>
          <p:cNvPr id="9" name="TextBox 8">
            <a:extLst>
              <a:ext uri="{FF2B5EF4-FFF2-40B4-BE49-F238E27FC236}">
                <a16:creationId xmlns:a16="http://schemas.microsoft.com/office/drawing/2014/main" id="{A8AF7C4D-F489-4BE5-9199-C898A5A9F030}"/>
              </a:ext>
            </a:extLst>
          </p:cNvPr>
          <p:cNvSpPr txBox="1"/>
          <p:nvPr>
            <p:custDataLst>
              <p:tags r:id="rId9"/>
            </p:custDataLst>
          </p:nvPr>
        </p:nvSpPr>
        <p:spPr>
          <a:xfrm>
            <a:off x="2057400" y="5257800"/>
            <a:ext cx="609600" cy="365125"/>
          </a:xfrm>
          <a:prstGeom prst="rect">
            <a:avLst/>
          </a:prstGeom>
          <a:noFill/>
        </p:spPr>
        <p:txBody>
          <a:bodyPr wrap="square" rtlCol="0" anchor="ctr">
            <a:noAutofit/>
          </a:bodyPr>
          <a:lstStyle/>
          <a:p>
            <a:pPr algn="ctr"/>
            <a:r>
              <a:rPr lang="en-US" sz="2000" b="1" dirty="0">
                <a:solidFill>
                  <a:schemeClr val="accent6">
                    <a:lumMod val="75000"/>
                  </a:schemeClr>
                </a:solidFill>
                <a:latin typeface="+mn-lt"/>
              </a:rPr>
              <a:t>p4</a:t>
            </a:r>
          </a:p>
        </p:txBody>
      </p:sp>
      <p:sp>
        <p:nvSpPr>
          <p:cNvPr id="10" name="TextBox 9">
            <a:extLst>
              <a:ext uri="{FF2B5EF4-FFF2-40B4-BE49-F238E27FC236}">
                <a16:creationId xmlns:a16="http://schemas.microsoft.com/office/drawing/2014/main" id="{3D74E3A5-C259-414B-81BD-0E80EE849AF2}"/>
              </a:ext>
            </a:extLst>
          </p:cNvPr>
          <p:cNvSpPr txBox="1"/>
          <p:nvPr>
            <p:custDataLst>
              <p:tags r:id="rId10"/>
            </p:custDataLst>
          </p:nvPr>
        </p:nvSpPr>
        <p:spPr>
          <a:xfrm rot="16200000">
            <a:off x="334962" y="2205037"/>
            <a:ext cx="609600" cy="365125"/>
          </a:xfrm>
          <a:prstGeom prst="rect">
            <a:avLst/>
          </a:prstGeom>
          <a:noFill/>
        </p:spPr>
        <p:txBody>
          <a:bodyPr wrap="square" rtlCol="0" anchor="ctr">
            <a:noAutofit/>
          </a:bodyPr>
          <a:lstStyle/>
          <a:p>
            <a:pPr algn="ctr"/>
            <a:r>
              <a:rPr lang="en-US" sz="1400" b="1" dirty="0">
                <a:latin typeface="+mn-lt"/>
              </a:rPr>
              <a:t>time</a:t>
            </a:r>
          </a:p>
        </p:txBody>
      </p:sp>
      <p:cxnSp>
        <p:nvCxnSpPr>
          <p:cNvPr id="3" name="Straight Arrow Connector 2">
            <a:extLst>
              <a:ext uri="{FF2B5EF4-FFF2-40B4-BE49-F238E27FC236}">
                <a16:creationId xmlns:a16="http://schemas.microsoft.com/office/drawing/2014/main" id="{DA3B9EED-2AAB-4E2B-8995-86D4AEFB2343}"/>
              </a:ext>
            </a:extLst>
          </p:cNvPr>
          <p:cNvCxnSpPr/>
          <p:nvPr/>
        </p:nvCxnSpPr>
        <p:spPr>
          <a:xfrm>
            <a:off x="762000" y="2209800"/>
            <a:ext cx="0" cy="898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7691956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PERSISTENCEDATA" val="MMPROD_UIPERSISTENCEDATA"/>
  <p:tag name="MMPROD_UIDATA" val="&lt;database version=&quot;11.0&quot;&gt;&lt;object type=&quot;1&quot; unique_id=&quot;10001&quot;&gt;&lt;property id=&quot;20141&quot; value=&quot;ECE/CS 552 - MIPS R10K&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MIPSR10K&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8&quot; unique_id=&quot;10002&quot;&gt;&lt;/object&gt;&lt;object type=&quot;2&quot; unique_id=&quot;10003&quot;&gt;&lt;object type=&quot;3&quot; unique_id=&quot;17616&quot;&gt;&lt;property id=&quot;20148&quot; value=&quot;5&quot;/&gt;&lt;property id=&quot;20300&quot; value=&quot;Slide 1 - &amp;quot;ECE/CS 552: MIPS R10K&amp;quot;&quot;/&gt;&lt;property id=&quot;20307&quot; value=&quot;567&quot;/&gt;&lt;property id=&quot;20309&quot; value=&quot;-1&quot;/&gt;&lt;/object&gt;&lt;object type=&quot;3&quot; unique_id=&quot;21946&quot;&gt;&lt;property id=&quot;20148&quot; value=&quot;5&quot;/&gt;&lt;property id=&quot;20300&quot; value=&quot;Slide 7 - &amp;quot;MIPS R10K – Pipeline&amp;quot;&quot;/&gt;&lt;property id=&quot;20307&quot; value=&quot;663&quot;/&gt;&lt;property id=&quot;20309&quot; value=&quot;-1&quot;/&gt;&lt;/object&gt;&lt;object type=&quot;3&quot; unique_id=&quot;21949&quot;&gt;&lt;property id=&quot;20148&quot; value=&quot;5&quot;/&gt;&lt;property id=&quot;20300&quot; value=&quot;Slide 15 - &amp;quot;MIPS R10K – Example&amp;quot;&quot;/&gt;&lt;property id=&quot;20307&quot; value=&quot;674&quot;/&gt;&lt;property id=&quot;20309&quot; value=&quot;-1&quot;/&gt;&lt;/object&gt;&lt;object type=&quot;3&quot; unique_id=&quot;21953&quot;&gt;&lt;property id=&quot;20148&quot; value=&quot;5&quot;/&gt;&lt;property id=&quot;20300&quot; value=&quot;Slide 16 - &amp;quot;MIPS R10K – Example&amp;quot;&quot;/&gt;&lt;property id=&quot;20307&quot; value=&quot;677&quot;/&gt;&lt;property id=&quot;20309&quot; value=&quot;-1&quot;/&gt;&lt;/object&gt;&lt;object type=&quot;3&quot; unique_id=&quot;21957&quot;&gt;&lt;property id=&quot;20148&quot; value=&quot;5&quot;/&gt;&lt;property id=&quot;20300&quot; value=&quot;Slide 17 - &amp;quot;MIPS R10K – Example&amp;quot;&quot;/&gt;&lt;property id=&quot;20307&quot; value=&quot;681&quot;/&gt;&lt;property id=&quot;20309&quot; value=&quot;-1&quot;/&gt;&lt;/object&gt;&lt;object type=&quot;3&quot; unique_id=&quot;21960&quot;&gt;&lt;property id=&quot;20148&quot; value=&quot;5&quot;/&gt;&lt;property id=&quot;20300&quot; value=&quot;Slide 18 - &amp;quot;MIPS R10K – Example&amp;quot;&quot;/&gt;&lt;property id=&quot;20307&quot; value=&quot;685&quot;/&gt;&lt;property id=&quot;20309&quot; value=&quot;-1&quot;/&gt;&lt;/object&gt;&lt;object type=&quot;3&quot; unique_id=&quot;21963&quot;&gt;&lt;property id=&quot;20148&quot; value=&quot;5&quot;/&gt;&lt;property id=&quot;20300&quot; value=&quot;Slide 19 - &amp;quot;MIPS R10K – Example&amp;quot;&quot;/&gt;&lt;property id=&quot;20307&quot; value=&quot;688&quot;/&gt;&lt;property id=&quot;20309&quot; value=&quot;-1&quot;/&gt;&lt;/object&gt;&lt;object type=&quot;3&quot; unique_id=&quot;21968&quot;&gt;&lt;property id=&quot;20148&quot; value=&quot;5&quot;/&gt;&lt;property id=&quot;20300&quot; value=&quot;Slide 20 - &amp;quot;MIPS R10K – Example&amp;quot;&quot;/&gt;&lt;property id=&quot;20307&quot; value=&quot;694&quot;/&gt;&lt;property id=&quot;20309&quot; value=&quot;-1&quot;/&gt;&lt;/object&gt;&lt;object type=&quot;3&quot; unique_id=&quot;21973&quot;&gt;&lt;property id=&quot;20148&quot; value=&quot;5&quot;/&gt;&lt;property id=&quot;20300&quot; value=&quot;Slide 21 - &amp;quot;MIPS R10K – Example&amp;quot;&quot;/&gt;&lt;property id=&quot;20307&quot; value=&quot;699&quot;/&gt;&lt;property id=&quot;20309&quot; value=&quot;-1&quot;/&gt;&lt;/object&gt;&lt;object type=&quot;3&quot; unique_id=&quot;21980&quot;&gt;&lt;property id=&quot;20148&quot; value=&quot;5&quot;/&gt;&lt;property id=&quot;20300&quot; value=&quot;Slide 22 - &amp;quot;MIPS R10K – Example&amp;quot;&quot;/&gt;&lt;property id=&quot;20307&quot; value=&quot;706&quot;/&gt;&lt;property id=&quot;20309&quot; value=&quot;-1&quot;/&gt;&lt;/object&gt;&lt;object type=&quot;3&quot; unique_id=&quot;21985&quot;&gt;&lt;property id=&quot;20148&quot; value=&quot;5&quot;/&gt;&lt;property id=&quot;20300&quot; value=&quot;Slide 23 - &amp;quot;MIPS R10K – Example&amp;quot;&quot;/&gt;&lt;property id=&quot;20307&quot; value=&quot;711&quot;/&gt;&lt;property id=&quot;20309&quot; value=&quot;-1&quot;/&gt;&lt;/object&gt;&lt;object type=&quot;3&quot; unique_id=&quot;21987&quot;&gt;&lt;property id=&quot;20148&quot; value=&quot;5&quot;/&gt;&lt;property id=&quot;20300&quot; value=&quot;Slide 24 - &amp;quot;MIPS R10K – Example&amp;quot;&quot;/&gt;&lt;property id=&quot;20307&quot; value=&quot;713&quot;/&gt;&lt;property id=&quot;20309&quot; value=&quot;-1&quot;/&gt;&lt;/object&gt;&lt;object type=&quot;3&quot; unique_id=&quot;21991&quot;&gt;&lt;property id=&quot;20148&quot; value=&quot;5&quot;/&gt;&lt;property id=&quot;20300&quot; value=&quot;Slide 25 - &amp;quot;MIPS R10K – Example&amp;quot;&quot;/&gt;&lt;property id=&quot;20307&quot; value=&quot;717&quot;/&gt;&lt;property id=&quot;20309&quot; value=&quot;-1&quot;/&gt;&lt;/object&gt;&lt;object type=&quot;3&quot; unique_id=&quot;21994&quot;&gt;&lt;property id=&quot;20148&quot; value=&quot;5&quot;/&gt;&lt;property id=&quot;20300&quot; value=&quot;Slide 26 - &amp;quot;MIPS R10K – Example&amp;quot;&quot;/&gt;&lt;property id=&quot;20307&quot; value=&quot;720&quot;/&gt;&lt;property id=&quot;20309&quot; value=&quot;-1&quot;/&gt;&lt;/object&gt;&lt;object type=&quot;3&quot; unique_id=&quot;21997&quot;&gt;&lt;property id=&quot;20148&quot; value=&quot;5&quot;/&gt;&lt;property id=&quot;20300&quot; value=&quot;Slide 28 - &amp;quot;MIPS R10K – Speculation&amp;quot;&quot;/&gt;&lt;property id=&quot;20307&quot; value=&quot;723&quot;/&gt;&lt;property id=&quot;20309&quot; value=&quot;-1&quot;/&gt;&lt;/object&gt;&lt;object type=&quot;3&quot; unique_id=&quot;22000&quot;&gt;&lt;property id=&quot;20148&quot; value=&quot;5&quot;/&gt;&lt;property id=&quot;20300&quot; value=&quot;Slide 29 - &amp;quot;MIPS R10K – Speculation&amp;quot;&quot;/&gt;&lt;property id=&quot;20307&quot; value=&quot;727&quot;/&gt;&lt;property id=&quot;20309&quot; value=&quot;-1&quot;/&gt;&lt;/object&gt;&lt;object type=&quot;3&quot; unique_id=&quot;22002&quot;&gt;&lt;property id=&quot;20148&quot; value=&quot;5&quot;/&gt;&lt;property id=&quot;20300&quot; value=&quot;Slide 30 - &amp;quot;MIPS R10K – Speculation&amp;quot;&quot;/&gt;&lt;property id=&quot;20307&quot; value=&quot;729&quot;/&gt;&lt;property id=&quot;20309&quot; value=&quot;-1&quot;/&gt;&lt;/object&gt;&lt;object type=&quot;3&quot; unique_id=&quot;22005&quot;&gt;&lt;property id=&quot;20148&quot; value=&quot;5&quot;/&gt;&lt;property id=&quot;20300&quot; value=&quot;Slide 31 - &amp;quot;MIPS R10K – Speculation&amp;quot;&quot;/&gt;&lt;property id=&quot;20307&quot; value=&quot;732&quot;/&gt;&lt;property id=&quot;20309&quot; value=&quot;-1&quot;/&gt;&lt;/object&gt;&lt;object type=&quot;3&quot; unique_id=&quot;22006&quot;&gt;&lt;property id=&quot;20148&quot; value=&quot;5&quot;/&gt;&lt;property id=&quot;20300&quot; value=&quot;Slide 32 - &amp;quot;MIPS R10K – Takeaways&amp;quot;&quot;/&gt;&lt;property id=&quot;20307&quot; value=&quot;733&quot;/&gt;&lt;property id=&quot;20309&quot; value=&quot;-1&quot;/&gt;&lt;/object&gt;&lt;object type=&quot;3&quot; unique_id=&quot;22008&quot;&gt;&lt;property id=&quot;20148&quot; value=&quot;5&quot;/&gt;&lt;property id=&quot;20300&quot; value=&quot;Slide 35 - &amp;quot;Meltdown and Spectre&amp;quot;&quot;/&gt;&lt;property id=&quot;20307&quot; value=&quot;737&quot;/&gt;&lt;property id=&quot;20309&quot; value=&quot;-1&quot;/&gt;&lt;/object&gt;&lt;object type=&quot;3&quot; unique_id=&quot;22009&quot;&gt;&lt;property id=&quot;20148&quot; value=&quot;5&quot;/&gt;&lt;property id=&quot;20300&quot; value=&quot;Slide 36 - &amp;quot;Meltdown&amp;quot;&quot;/&gt;&lt;property id=&quot;20307&quot; value=&quot;740&quot;/&gt;&lt;property id=&quot;20309&quot; value=&quot;-1&quot;/&gt;&lt;/object&gt;&lt;object type=&quot;3&quot; unique_id=&quot;22010&quot;&gt;&lt;property id=&quot;20148&quot; value=&quot;5&quot;/&gt;&lt;property id=&quot;20300&quot; value=&quot;Slide 37 - &amp;quot;Meltdown&amp;quot;&quot;/&gt;&lt;property id=&quot;20307&quot; value=&quot;750&quot;/&gt;&lt;property id=&quot;20309&quot; value=&quot;-1&quot;/&gt;&lt;/object&gt;&lt;object type=&quot;3&quot; unique_id=&quot;22011&quot;&gt;&lt;property id=&quot;20148&quot; value=&quot;5&quot;/&gt;&lt;property id=&quot;20300&quot; value=&quot;Slide 38 - &amp;quot;Meltdown&amp;quot;&quot;/&gt;&lt;property id=&quot;20307&quot; value=&quot;741&quot;/&gt;&lt;property id=&quot;20309&quot; value=&quot;-1&quot;/&gt;&lt;/object&gt;&lt;object type=&quot;3&quot; unique_id=&quot;22012&quot;&gt;&lt;property id=&quot;20148&quot; value=&quot;5&quot;/&gt;&lt;property id=&quot;20300&quot; value=&quot;Slide 39 - &amp;quot;Meltdown&amp;quot;&quot;/&gt;&lt;property id=&quot;20307&quot; value=&quot;742&quot;/&gt;&lt;property id=&quot;20309&quot; value=&quot;-1&quot;/&gt;&lt;/object&gt;&lt;object type=&quot;3&quot; unique_id=&quot;22013&quot;&gt;&lt;property id=&quot;20148&quot; value=&quot;5&quot;/&gt;&lt;property id=&quot;20300&quot; value=&quot;Slide 40 - &amp;quot;Meltdown&amp;quot;&quot;/&gt;&lt;property id=&quot;20307&quot; value=&quot;743&quot;/&gt;&lt;property id=&quot;20309&quot; value=&quot;-1&quot;/&gt;&lt;/object&gt;&lt;object type=&quot;3&quot; unique_id=&quot;22014&quot;&gt;&lt;property id=&quot;20148&quot; value=&quot;5&quot;/&gt;&lt;property id=&quot;20300&quot; value=&quot;Slide 41 - &amp;quot;Spectre&amp;quot;&quot;/&gt;&lt;property id=&quot;20307&quot; value=&quot;744&quot;/&gt;&lt;property id=&quot;20309&quot; value=&quot;-1&quot;/&gt;&lt;/object&gt;&lt;object type=&quot;3&quot; unique_id=&quot;22015&quot;&gt;&lt;property id=&quot;20148&quot; value=&quot;5&quot;/&gt;&lt;property id=&quot;20300&quot; value=&quot;Slide 42 - &amp;quot;Spectre&amp;quot;&quot;/&gt;&lt;property id=&quot;20307&quot; value=&quot;751&quot;/&gt;&lt;property id=&quot;20309&quot; value=&quot;-1&quot;/&gt;&lt;/object&gt;&lt;object type=&quot;3&quot; unique_id=&quot;22016&quot;&gt;&lt;property id=&quot;20148&quot; value=&quot;5&quot;/&gt;&lt;property id=&quot;20300&quot; value=&quot;Slide 43 - &amp;quot;Spectre&amp;quot;&quot;/&gt;&lt;property id=&quot;20307&quot; value=&quot;747&quot;/&gt;&lt;property id=&quot;20309&quot; value=&quot;-1&quot;/&gt;&lt;/object&gt;&lt;object type=&quot;3&quot; unique_id=&quot;22017&quot;&gt;&lt;property id=&quot;20148&quot; value=&quot;5&quot;/&gt;&lt;property id=&quot;20300&quot; value=&quot;Slide 44 - &amp;quot;Spectre&amp;quot;&quot;/&gt;&lt;property id=&quot;20307&quot; value=&quot;748&quot;/&gt;&lt;property id=&quot;20309&quot; value=&quot;-1&quot;/&gt;&lt;/object&gt;&lt;object type=&quot;3&quot; unique_id=&quot;22018&quot;&gt;&lt;property id=&quot;20148&quot; value=&quot;5&quot;/&gt;&lt;property id=&quot;20300&quot; value=&quot;Slide 45 - &amp;quot;Spectre&amp;quot;&quot;/&gt;&lt;property id=&quot;20307&quot; value=&quot;749&quot;/&gt;&lt;property id=&quot;20309&quot; value=&quot;-1&quot;/&gt;&lt;/object&gt;&lt;object type=&quot;3&quot; unique_id=&quot;23132&quot;&gt;&lt;property id=&quot;20148&quot; value=&quot;5&quot;/&gt;&lt;property id=&quot;20300&quot; value=&quot;Slide 8 - &amp;quot;MIPS R10K – Pipeline&amp;quot;&quot;/&gt;&lt;property id=&quot;20307&quot; value=&quot;752&quot;/&gt;&lt;property id=&quot;20309&quot; value=&quot;-1&quot;/&gt;&lt;/object&gt;&lt;object type=&quot;3&quot; unique_id=&quot;24925&quot;&gt;&lt;property id=&quot;20148&quot; value=&quot;5&quot;/&gt;&lt;property id=&quot;20300&quot; value=&quot;Slide 9 - &amp;quot;MIPS R10K – Pipeline&amp;quot;&quot;/&gt;&lt;property id=&quot;20307&quot; value=&quot;754&quot;/&gt;&lt;property id=&quot;20309&quot; value=&quot;-1&quot;/&gt;&lt;/object&gt;&lt;object type=&quot;3&quot; unique_id=&quot;26152&quot;&gt;&lt;property id=&quot;20148&quot; value=&quot;5&quot;/&gt;&lt;property id=&quot;20300&quot; value=&quot;Slide 10 - &amp;quot;MIPS R10K – Pipeline&amp;quot;&quot;/&gt;&lt;property id=&quot;20307&quot; value=&quot;758&quot;/&gt;&lt;property id=&quot;20309&quot; value=&quot;-1&quot;/&gt;&lt;/object&gt;&lt;object type=&quot;3&quot; unique_id=&quot;27132&quot;&gt;&lt;property id=&quot;20148&quot; value=&quot;5&quot;/&gt;&lt;property id=&quot;20300&quot; value=&quot;Slide 11 - &amp;quot;MIPS R10K – Pipeline&amp;quot;&quot;/&gt;&lt;property id=&quot;20307&quot; value=&quot;761&quot;/&gt;&lt;property id=&quot;20309&quot; value=&quot;-1&quot;/&gt;&lt;/object&gt;&lt;object type=&quot;3&quot; unique_id=&quot;28847&quot;&gt;&lt;property id=&quot;20148&quot; value=&quot;5&quot;/&gt;&lt;property id=&quot;20300&quot; value=&quot;Slide 12 - &amp;quot;MIPS R10K – Pipeline&amp;quot;&quot;/&gt;&lt;property id=&quot;20307&quot; value=&quot;765&quot;/&gt;&lt;property id=&quot;20309&quot; value=&quot;-1&quot;/&gt;&lt;/object&gt;&lt;object type=&quot;3&quot; unique_id=&quot;30618&quot;&gt;&lt;property id=&quot;20148&quot; value=&quot;5&quot;/&gt;&lt;property id=&quot;20300&quot; value=&quot;Slide 13 - &amp;quot;MIPS R10K – Pipeline&amp;quot;&quot;/&gt;&lt;property id=&quot;20307&quot; value=&quot;771&quot;/&gt;&lt;property id=&quot;20309&quot; value=&quot;-1&quot;/&gt;&lt;/object&gt;&lt;object type=&quot;3&quot; unique_id=&quot;32606&quot;&gt;&lt;property id=&quot;20148&quot; value=&quot;5&quot;/&gt;&lt;property id=&quot;20300&quot; value=&quot;Slide 2 - &amp;quot;Superscalar Processors&amp;quot;&quot;/&gt;&lt;property id=&quot;20307&quot; value=&quot;775&quot;/&gt;&lt;property id=&quot;20309&quot; value=&quot;-1&quot;/&gt;&lt;/object&gt;&lt;object type=&quot;3&quot; unique_id=&quot;34012&quot;&gt;&lt;property id=&quot;20148&quot; value=&quot;5&quot;/&gt;&lt;property id=&quot;20300&quot; value=&quot;Slide 14 - &amp;quot;MIPS R10K – Pipeline&amp;quot;&quot;/&gt;&lt;property id=&quot;20307&quot; value=&quot;779&quot;/&gt;&lt;property id=&quot;20309&quot; value=&quot;-1&quot;/&gt;&lt;/object&gt;&lt;object type=&quot;3&quot; unique_id=&quot;34017&quot;&gt;&lt;property id=&quot;20148&quot; value=&quot;5&quot;/&gt;&lt;property id=&quot;20300&quot; value=&quot;Slide 3 - &amp;quot;Scoreboard&amp;quot;&quot;/&gt;&lt;property id=&quot;20307&quot; value=&quot;789&quot;/&gt;&lt;property id=&quot;20309&quot; value=&quot;-1&quot;/&gt;&lt;/object&gt;&lt;object type=&quot;3&quot; unique_id=&quot;34018&quot;&gt;&lt;property id=&quot;20148&quot; value=&quot;5&quot;/&gt;&lt;property id=&quot;20300&quot; value=&quot;Slide 4 - &amp;quot;MIPS R10K&amp;quot;&quot;/&gt;&lt;property id=&quot;20307&quot; value=&quot;790&quot;/&gt;&lt;property id=&quot;20309&quot; value=&quot;-1&quot;/&gt;&lt;/object&gt;&lt;object type=&quot;3&quot; unique_id=&quot;34019&quot;&gt;&lt;property id=&quot;20148&quot; value=&quot;5&quot;/&gt;&lt;property id=&quot;20300&quot; value=&quot;Slide 5 - &amp;quot;MIPS R10K&amp;quot;&quot;/&gt;&lt;property id=&quot;20307&quot; value=&quot;787&quot;/&gt;&lt;property id=&quot;20309&quot; value=&quot;-1&quot;/&gt;&lt;/object&gt;&lt;object type=&quot;3&quot; unique_id=&quot;34020&quot;&gt;&lt;property id=&quot;20148&quot; value=&quot;5&quot;/&gt;&lt;property id=&quot;20300&quot; value=&quot;Slide 6 - &amp;quot;MIPS R10K&amp;quot;&quot;/&gt;&lt;property id=&quot;20307&quot; value=&quot;788&quot;/&gt;&lt;property id=&quot;20309&quot; value=&quot;-1&quot;/&gt;&lt;/object&gt;&lt;object type=&quot;3&quot; unique_id=&quot;34021&quot;&gt;&lt;property id=&quot;20148&quot; value=&quot;5&quot;/&gt;&lt;property id=&quot;20300&quot; value=&quot;Slide 27 - &amp;quot;MIPS R10K – Speculation&amp;quot;&quot;/&gt;&lt;property id=&quot;20307&quot; value=&quot;785&quot;/&gt;&lt;property id=&quot;20309&quot; value=&quot;-1&quot;/&gt;&lt;/object&gt;&lt;object type=&quot;3&quot; unique_id=&quot;34022&quot;&gt;&lt;property id=&quot;20148&quot; value=&quot;5&quot;/&gt;&lt;property id=&quot;20300&quot; value=&quot;Slide 33 - &amp;quot;Superscalar Processors&amp;quot;&quot;/&gt;&lt;property id=&quot;20307&quot; value=&quot;784&quot;/&gt;&lt;property id=&quot;20309&quot; value=&quot;-1&quot;/&gt;&lt;/object&gt;&lt;object type=&quot;3&quot; unique_id=&quot;34023&quot;&gt;&lt;property id=&quot;20148&quot; value=&quot;5&quot;/&gt;&lt;property id=&quot;20300&quot; value=&quot;Slide 34 - &amp;quot;Exercise&amp;quot;&quot;/&gt;&lt;property id=&quot;20307&quot; value=&quot;786&quot;/&gt;&lt;property id=&quot;20309&quot; value=&quot;-1&quot;/&gt;&lt;/object&gt;&lt;/object&gt;&lt;object type=&quot;10&quot; unique_id=&quot;18704&quot;&gt;&lt;object type=&quot;11&quot; unique_id=&quot;18705&quot;&gt;&lt;property id=&quot;20180&quot; value=&quot;0&quot;/&gt;&lt;property id=&quot;20181&quot; value=&quot;1&quot;/&gt;&lt;property id=&quot;20183&quot; value=&quot;1&quot;/&gt;&lt;/object&gt;&lt;object type=&quot;12&quot; unique_id=&quot;36877&quot;&gt;&lt;/object&gt;&lt;/object&gt;&lt;object type=&quot;4&quot; unique_id=&quot;18706&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690117316,C:\Users\sanmi\GoogleDrive\UWMdrive\Courses\ECE552\ece552-lec16_MIPSR10K_pptx\Media.ppcx"/>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MIPSR10K\data\asimages\{4060A648-8CB0-4279-B306-42916E817E62}_1.png&quot;/&gt;&lt;left val=&quot;35&quot;/&gt;&lt;top val=&quot;231&quot;/&gt;&lt;width val=&quot;648&quot;/&gt;&lt;height val=&quot;102&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4&quot;/&gt;&lt;lineCharCount val=&quot;1&quot;/&gt;&lt;lineCharCount val=&quot;55&quot;/&gt;&lt;lineCharCount val=&quot;61&quot;/&gt;&lt;lineCharCount val=&quot;6&quot;/&gt;&lt;lineCharCount val=&quot;3&quot;/&gt;&lt;/TableIndex&gt;&lt;/ShapeTextInfo&gt;"/>
  <p:tag name="HTML_SHAPEINFO" val="&lt;ThreeDShapeInfo&gt;&lt;uuid val=&quot;&quot;/&gt;&lt;isInvalidForFieldText val=&quot;0&quot;/&gt;&lt;Image&gt;&lt;filename val=&quot;C:\Users\sanmi\Documents\My Adobe Presentations\ece552-MIPSR10K\data\asimages\{DCC5DB33-7416-4237-A1A0-CFB71F2CDFE9}_1.png&quot;/&gt;&lt;left val=&quot;104&quot;/&gt;&lt;top val=&quot;370&quot;/&gt;&lt;width val=&quot;515&quot;/&gt;&lt;height val=&quot;145&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690117316,C:\Users\sanmi\GoogleDrive\UWMdrive\Courses\ECE552\ece552-lec16_MIPSR10K_pptx\Media.ppcx"/>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quot;/&gt;&lt;isInvalidForFieldText val=&quot;0&quot;/&gt;&lt;Image&gt;&lt;filename val=&quot;C:\Users\sanmi\Documents\My Adobe Presentations\ece552-MIPSR10K\data\asimages\{44C56180-81D1-4D80-815A-21FDE85DD6F0}_2.png&quot;/&gt;&lt;left val=&quot;35&quot;/&gt;&lt;top val=&quot;21&quot;/&gt;&lt;width val=&quot;588&quot;/&gt;&lt;height val=&quot;98&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1&quot;/&gt;&lt;lineCharCount val=&quot;12&quot;/&gt;&lt;lineCharCount val=&quot;46&quot;/&gt;&lt;lineCharCount val=&quot;11&quot;/&gt;&lt;lineCharCount val=&quot;50&quot;/&gt;&lt;lineCharCount val=&quot;53&quot;/&gt;&lt;/TableIndex&gt;&lt;/ShapeTextInfo&gt;"/>
  <p:tag name="HTML_SHAPEINFO" val="&lt;ThreeDShapeInfo&gt;&lt;uuid val=&quot;&quot;/&gt;&lt;isInvalidForFieldText val=&quot;0&quot;/&gt;&lt;Image&gt;&lt;filename val=&quot;C:\Users\sanmi\Documents\My Adobe Presentations\ece552-MIPSR10K\data\asimages\{BA356347-02AF-461B-97E0-AAF4DEDA0DCD}_2.png&quot;/&gt;&lt;left val=&quot;23&quot;/&gt;&lt;top val=&quot;112&quot;/&gt;&lt;width val=&quot;660&quot;/&gt;&lt;height val=&quot;343&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C3791CD2-EB53-41D7-97E1-CA7496F436E5}_2.png&quot;/&gt;&lt;left val=&quot;599&quot;/&gt;&lt;top val=&quot;500&quot;/&gt;&lt;width val=&quot;86&quot;/&gt;&lt;height val=&quot;32&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690117316,C:\Users\sanmi\GoogleDrive\UWMdrive\Courses\ECE552\ece552-lec16_MIPSR10K_pptx\Media.ppcx"/>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MIPSR10K\data\asimages\{DBA3477A-D3E6-41C9-BC2D-B90AD6DFADEB}_3.png&quot;/&gt;&lt;left val=&quot;35&quot;/&gt;&lt;top val=&quot;21&quot;/&gt;&lt;width val=&quot;588&quot;/&gt;&lt;height val=&quot;98&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47&quot;/&gt;&lt;lineCharCount val=&quot;12&quot;/&gt;&lt;lineCharCount val=&quot;42&quot;/&gt;&lt;lineCharCount val=&quot;22&quot;/&gt;&lt;lineCharCount val=&quot;31&quot;/&gt;&lt;lineCharCount val=&quot;30&quot;/&gt;&lt;/TableIndex&gt;&lt;/ShapeTextInfo&gt;"/>
  <p:tag name="HTML_SHAPEINFO" val="&lt;ThreeDShapeInfo&gt;&lt;uuid val=&quot;&quot;/&gt;&lt;isInvalidForFieldText val=&quot;0&quot;/&gt;&lt;Image&gt;&lt;filename val=&quot;C:\Users\sanmi\Documents\My Adobe Presentations\ece552-MIPSR10K\data\asimages\{A4053286-854C-49E1-869A-52C8BEA901F8}_3.png&quot;/&gt;&lt;left val=&quot;23&quot;/&gt;&lt;top val=&quot;112&quot;/&gt;&lt;width val=&quot;669&quot;/&gt;&lt;height val=&quot;343&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9E328714-0A0F-4D4F-B4F1-546BE3DBA1E3}_3.png&quot;/&gt;&lt;left val=&quot;599&quot;/&gt;&lt;top val=&quot;500&quot;/&gt;&lt;width val=&quot;86&quot;/&gt;&lt;height val=&quot;32&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MIPSR10K\data\asimages\{AA35E971-D7FD-4D70-8708-B82FD6280217}_3.png&quot;/&gt;&lt;left val=&quot;383&quot;/&gt;&lt;top val=&quot;401&quot;/&gt;&lt;width val=&quot;72&quot;/&gt;&lt;height val=&quot;30&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144121D8-91FB-40D3-96B7-41F01BF1F0B0}&quot;/&gt;&lt;isInvalidForFieldText val=&quot;1&quot;/&gt;&lt;Image&gt;&lt;filename val=&quot;C:\Users\sanmi\Documents\My Adobe Presentations\ece552-MIPSR10K\data\asimages\{144121D8-91FB-40D3-96B7-41F01BF1F0B0}_3_S.png&quot;/&gt;&lt;left val=&quot;388&quot;/&gt;&lt;top val=&quot;454&quot;/&gt;&lt;width val=&quot;27&quot;/&gt;&lt;height val=&quot;51&quot;/&gt;&lt;hasText val=&quot;0&quot;/&gt;&lt;/Image&gt;&lt;Image&gt;&lt;filename val=&quot;C:\Users\sanmi\Documents\My Adobe Presentations\ece552-MIPSR10K\data\asimages\{144121D8-91FB-40D3-96B7-41F01BF1F0B0}_3_T.png&quot;/&gt;&lt;left val=&quot;389&quot;/&gt;&lt;top val=&quot;455&quot;/&gt;&lt;width val=&quot;24&quot;/&gt;&lt;height val=&quot;48&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481D8A39-4672-41CE-AF52-C3CD20389812}_3.png&quot;/&gt;&lt;left val=&quot;426&quot;/&gt;&lt;top val=&quot;431&quot;/&gt;&lt;width val=&quot;35&quot;/&gt;&lt;height val=&quot;60&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9AAF2AD7-F87B-4BD9-99A2-EF28E2341C69}&quot;/&gt;&lt;isInvalidForFieldText val=&quot;1&quot;/&gt;&lt;Image&gt;&lt;filename val=&quot;C:\Users\sanmi\Documents\My Adobe Presentations\ece552-MIPSR10K\data\asimages\{9AAF2AD7-F87B-4BD9-99A2-EF28E2341C69}_3_S.png&quot;/&gt;&lt;left val=&quot;370&quot;/&gt;&lt;top val=&quot;436&quot;/&gt;&lt;width val=&quot;69&quot;/&gt;&lt;height val=&quot;31&quot;/&gt;&lt;hasText val=&quot;0&quot;/&gt;&lt;/Image&gt;&lt;Image&gt;&lt;filename val=&quot;C:\Users\sanmi\Documents\My Adobe Presentations\ece552-MIPSR10K\data\asimages\{9AAF2AD7-F87B-4BD9-99A2-EF28E2341C69}_3_T.png&quot;/&gt;&lt;left val=&quot;371&quot;/&gt;&lt;top val=&quot;443&quot;/&gt;&lt;width val=&quot;60&quot;/&gt;&lt;height val=&quot;24&quot;/&gt;&lt;hasText val=&quot;1&quot;/&gt;&lt;/Image&gt;&lt;/ThreeDShape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BB91BBCB-27A3-4EB3-8B40-8E3D535550BC}&quot;/&gt;&lt;isInvalidForFieldText val=&quot;1&quot;/&gt;&lt;Image&gt;&lt;filename val=&quot;C:\Users\sanmi\Documents\My Adobe Presentations\ece552-MIPSR10K\data\asimages\{BB91BBCB-27A3-4EB3-8B40-8E3D535550BC}_3_S.png&quot;/&gt;&lt;left val=&quot;418&quot;/&gt;&lt;top val=&quot;479&quot;/&gt;&lt;width val=&quot;63&quot;/&gt;&lt;height val=&quot;25&quot;/&gt;&lt;hasText val=&quot;0&quot;/&gt;&lt;/Image&gt;&lt;Image&gt;&lt;filename val=&quot;C:\Users\sanmi\Documents\My Adobe Presentations\ece552-MIPSR10K\data\asimages\{BB91BBCB-27A3-4EB3-8B40-8E3D535550BC}_3_T.png&quot;/&gt;&lt;left val=&quot;419&quot;/&gt;&lt;top val=&quot;479&quot;/&gt;&lt;width val=&quot;54&quot;/&gt;&lt;height val=&quot;18&quot;/&gt;&lt;hasText val=&quot;1&quot;/&gt;&lt;/Image&gt;&lt;/ThreeDShape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1151C2D6-C4B6-4564-8D52-7720BD1B2978}&quot;/&gt;&lt;isInvalidForFieldText val=&quot;1&quot;/&gt;&lt;Image&gt;&lt;filename val=&quot;C:\Users\sanmi\Documents\My Adobe Presentations\ece552-MIPSR10K\data\asimages\{1151C2D6-C4B6-4564-8D52-7720BD1B2978}_3_S.png&quot;/&gt;&lt;left val=&quot;334&quot;/&gt;&lt;top val=&quot;418&quot;/&gt;&lt;width val=&quot;50&quot;/&gt;&lt;height val=&quot;57&quot;/&gt;&lt;hasText val=&quot;0&quot;/&gt;&lt;/Image&gt;&lt;Image&gt;&lt;filename val=&quot;C:\Users\sanmi\Documents\My Adobe Presentations\ece552-MIPSR10K\data\asimages\{1151C2D6-C4B6-4564-8D52-7720BD1B2978}_3_T.png&quot;/&gt;&lt;left val=&quot;335&quot;/&gt;&lt;top val=&quot;419&quot;/&gt;&lt;width val=&quot;48&quot;/&gt;&lt;height val=&quot;48&quot;/&gt;&lt;hasText val=&quot;1&quot;/&gt;&lt;/Image&gt;&lt;/ThreeDShape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F9879432-9980-4376-8826-E2463C4F95D9}&quot;/&gt;&lt;isInvalidForFieldText val=&quot;1&quot;/&gt;&lt;Image&gt;&lt;filename val=&quot;C:\Users\sanmi\Documents\My Adobe Presentations\ece552-MIPSR10K\data\asimages\{F9879432-9980-4376-8826-E2463C4F95D9}_3_S.png&quot;/&gt;&lt;left val=&quot;322&quot;/&gt;&lt;top val=&quot;406&quot;/&gt;&lt;width val=&quot;62&quot;/&gt;&lt;height val=&quot;93&quot;/&gt;&lt;hasText val=&quot;0&quot;/&gt;&lt;/Image&gt;&lt;Image&gt;&lt;filename val=&quot;C:\Users\sanmi\Documents\My Adobe Presentations\ece552-MIPSR10K\data\asimages\{F9879432-9980-4376-8826-E2463C4F95D9}_3_T.png&quot;/&gt;&lt;left val=&quot;323&quot;/&gt;&lt;top val=&quot;407&quot;/&gt;&lt;width val=&quot;60&quot;/&gt;&lt;height val=&quot;84&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7E899C57-F8DD-4851-A190-CD6D5E7F7BB0}_3.png&quot;/&gt;&lt;left val=&quot;151&quot;/&gt;&lt;top val=&quot;431&quot;/&gt;&lt;width val=&quot;33&quot;/&gt;&lt;height val=&quot;38&quot;/&gt;&lt;hasText val=&quot;1&quot;/&gt;&lt;/Image&gt;&lt;/ThreeDShape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80A28F1D-89A1-4AB3-BE70-7D9927E82EF0}&quot;/&gt;&lt;isInvalidForFieldText val=&quot;1&quot;/&gt;&lt;Image&gt;&lt;filename val=&quot;C:\Users\sanmi\Documents\My Adobe Presentations\ece552-MIPSR10K\data\asimages\{80A28F1D-89A1-4AB3-BE70-7D9927E82EF0}_3_S.png&quot;/&gt;&lt;left val=&quot;136&quot;/&gt;&lt;top val=&quot;442&quot;/&gt;&lt;width val=&quot;27&quot;/&gt;&lt;height val=&quot;31&quot;/&gt;&lt;hasText val=&quot;0&quot;/&gt;&lt;/Image&gt;&lt;Image&gt;&lt;filename val=&quot;C:\Users\sanmi\Documents\My Adobe Presentations\ece552-MIPSR10K\data\asimages\{80A28F1D-89A1-4AB3-BE70-7D9927E82EF0}_3_T.png&quot;/&gt;&lt;left val=&quot;137&quot;/&gt;&lt;top val=&quot;449&quot;/&gt;&lt;width val=&quot;18&quot;/&gt;&lt;height val=&quot;24&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4F971D0D-5B0B-4F17-A8C7-C85005BBAA03}&quot;/&gt;&lt;isInvalidForFieldText val=&quot;1&quot;/&gt;&lt;Image&gt;&lt;filename val=&quot;C:\Users\sanmi\Documents\My Adobe Presentations\ece552-MIPSR10K\data\asimages\{4F971D0D-5B0B-4F17-A8C7-C85005BBAA03}_3_S.png&quot;/&gt;&lt;left val=&quot;136&quot;/&gt;&lt;top val=&quot;473&quot;/&gt;&lt;width val=&quot;27&quot;/&gt;&lt;height val=&quot;19&quot;/&gt;&lt;hasText val=&quot;0&quot;/&gt;&lt;/Image&gt;&lt;Image&gt;&lt;filename val=&quot;C:\Users\sanmi\Documents\My Adobe Presentations\ece552-MIPSR10K\data\asimages\{4F971D0D-5B0B-4F17-A8C7-C85005BBAA03}_3_T.png&quot;/&gt;&lt;left val=&quot;137&quot;/&gt;&lt;top val=&quot;473&quot;/&gt;&lt;width val=&quot;18&quot;/&gt;&lt;height val=&quot;12&quot;/&gt;&lt;hasText val=&quot;1&quot;/&gt;&lt;/Image&gt;&lt;/ThreeDShape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07BE1F52-024E-4783-AAFF-A94EA3EECDED}&quot;/&gt;&lt;isInvalidForFieldText val=&quot;1&quot;/&gt;&lt;Image&gt;&lt;filename val=&quot;C:\Users\sanmi\Documents\My Adobe Presentations\ece552-MIPSR10K\data\asimages\{07BE1F52-024E-4783-AAFF-A94EA3EECDED}_3_S.png&quot;/&gt;&lt;left val=&quot;172&quot;/&gt;&lt;top val=&quot;484&quot;/&gt;&lt;width val=&quot;33&quot;/&gt;&lt;height val=&quot;33&quot;/&gt;&lt;hasText val=&quot;0&quot;/&gt;&lt;/Image&gt;&lt;Image&gt;&lt;filename val=&quot;C:\Users\sanmi\Documents\My Adobe Presentations\ece552-MIPSR10K\data\asimages\{07BE1F52-024E-4783-AAFF-A94EA3EECDED}_3_T.png&quot;/&gt;&lt;left val=&quot;179&quot;/&gt;&lt;top val=&quot;485&quot;/&gt;&lt;width val=&quot;24&quot;/&gt;&lt;height val=&quot;24&quot;/&gt;&lt;hasText val=&quot;1&quot;/&gt;&lt;/Image&gt;&lt;/ThreeDShape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3598DC78-2F7D-455C-B9B9-4F292C70669F}&quot;/&gt;&lt;isInvalidForFieldText val=&quot;1&quot;/&gt;&lt;Image&gt;&lt;filename val=&quot;C:\Users\sanmi\Documents\My Adobe Presentations\ece552-MIPSR10K\data\asimages\{3598DC78-2F7D-455C-B9B9-4F292C70669F}_3_S.png&quot;/&gt;&lt;left val=&quot;172&quot;/&gt;&lt;top val=&quot;479&quot;/&gt;&lt;width val=&quot;249&quot;/&gt;&lt;height val=&quot;49&quot;/&gt;&lt;hasText val=&quot;0&quot;/&gt;&lt;/Image&gt;&lt;Image&gt;&lt;filename val=&quot;C:\Users\sanmi\Documents\My Adobe Presentations\ece552-MIPSR10K\data\asimages\{3598DC78-2F7D-455C-B9B9-4F292C70669F}_3_T.png&quot;/&gt;&lt;left val=&quot;179&quot;/&gt;&lt;top val=&quot;479&quot;/&gt;&lt;width val=&quot;240&quot;/&gt;&lt;height val=&quot;42&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99379947-79E9-456E-859A-E39732D9878B}&quot;/&gt;&lt;isInvalidForFieldText val=&quot;1&quot;/&gt;&lt;Image&gt;&lt;filename val=&quot;C:\Users\sanmi\Documents\My Adobe Presentations\ece552-MIPSR10K\data\asimages\{99379947-79E9-456E-859A-E39732D9878B}_3_S.png&quot;/&gt;&lt;left val=&quot;88&quot;/&gt;&lt;top val=&quot;460&quot;/&gt;&lt;width val=&quot;80&quot;/&gt;&lt;height val=&quot;51&quot;/&gt;&lt;hasText val=&quot;0&quot;/&gt;&lt;/Image&gt;&lt;Image&gt;&lt;filename val=&quot;C:\Users\sanmi\Documents\My Adobe Presentations\ece552-MIPSR10K\data\asimages\{99379947-79E9-456E-859A-E39732D9878B}_3_T.png&quot;/&gt;&lt;left val=&quot;89&quot;/&gt;&lt;top val=&quot;467&quot;/&gt;&lt;width val=&quot;78&quot;/&gt;&lt;height val=&quot;42&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quot;/&gt;&lt;lineCharCount val=&quot;1&quot;/&gt;&lt;/TableIndex&gt;&lt;/ShapeTextInfo&gt;"/>
  <p:tag name="HTML_SHAPEINFO" val="&lt;ThreeDShapeInfo&gt;&lt;uuid val=&quot;&quot;/&gt;&lt;isInvalidForFieldText val=&quot;0&quot;/&gt;&lt;Image&gt;&lt;filename val=&quot;C:\Users\sanmi\Documents\My Adobe Presentations\ece552-MIPSR10K\data\asimages\{4B177E96-2056-4AFB-9E8D-21BF47E445CC}_3.png&quot;/&gt;&lt;left val=&quot;152&quot;/&gt;&lt;top val=&quot;461&quot;/&gt;&lt;width val=&quot;30&quot;/&gt;&lt;height val=&quot;54&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75CD49F1-E6F3-4999-A387-7CDE844C1462}&quot;/&gt;&lt;isInvalidForFieldText val=&quot;1&quot;/&gt;&lt;Image&gt;&lt;filename val=&quot;C:\Users\sanmi\Documents\My Adobe Presentations\ece552-MIPSR10K\data\asimages\{75CD49F1-E6F3-4999-A387-7CDE844C1462}_3_S.png&quot;/&gt;&lt;left val=&quot;448&quot;/&gt;&lt;top val=&quot;400&quot;/&gt;&lt;width val=&quot;93&quot;/&gt;&lt;height val=&quot;81&quot;/&gt;&lt;hasText val=&quot;0&quot;/&gt;&lt;/Image&gt;&lt;Image&gt;&lt;filename val=&quot;C:\Users\sanmi\Documents\My Adobe Presentations\ece552-MIPSR10K\data\asimages\{75CD49F1-E6F3-4999-A387-7CDE844C1462}_3_T.png&quot;/&gt;&lt;left val=&quot;455&quot;/&gt;&lt;top val=&quot;407&quot;/&gt;&lt;width val=&quot;84&quot;/&gt;&lt;height val=&quot;72&quot;/&gt;&lt;hasText val=&quot;1&quot;/&gt;&lt;/Image&gt;&lt;/ThreeDShape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MIPSR10K\data\asimages\{2CA88BB2-1E11-48EB-8599-89733E708AE1}_3.png&quot;/&gt;&lt;left val=&quot;311&quot;/&gt;&lt;top val=&quot;335&quot;/&gt;&lt;width val=&quot;216&quot;/&gt;&lt;height val=&quot;40&quot;/&gt;&lt;hasText val=&quot;1&quot;/&gt;&lt;/Image&gt;&lt;/ThreeDShape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72124C7A-6F34-497D-AAAE-DC9396F97691}&quot;/&gt;&lt;isInvalidForFieldText val=&quot;1&quot;/&gt;&lt;Image&gt;&lt;filename val=&quot;C:\Users\sanmi\Documents\My Adobe Presentations\ece552-MIPSR10K\data\asimages\{72124C7A-6F34-497D-AAAE-DC9396F97691}_3_S.png&quot;/&gt;&lt;left val=&quot;245&quot;/&gt;&lt;top val=&quot;346&quot;/&gt;&lt;width val=&quot;73&quot;/&gt;&lt;height val=&quot;99&quot;/&gt;&lt;hasText val=&quot;0&quot;/&gt;&lt;/Image&gt;&lt;Image&gt;&lt;filename val=&quot;C:\Users\sanmi\Documents\My Adobe Presentations\ece552-MIPSR10K\data\asimages\{72124C7A-6F34-497D-AAAE-DC9396F97691}_3_T.png&quot;/&gt;&lt;left val=&quot;245&quot;/&gt;&lt;top val=&quot;353&quot;/&gt;&lt;width val=&quot;66&quot;/&gt;&lt;height val=&quot;90&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8A2C307B-FFEA-4D5A-BD21-8B920A293591}&quot;/&gt;&lt;isInvalidForFieldText val=&quot;1&quot;/&gt;&lt;Image&gt;&lt;filename val=&quot;C:\Users\sanmi\Documents\My Adobe Presentations\ece552-MIPSR10K\data\asimages\{8A2C307B-FFEA-4D5A-BD21-8B920A293591}_3_S.png&quot;/&gt;&lt;left val=&quot;292&quot;/&gt;&lt;top val=&quot;371&quot;/&gt;&lt;width val=&quot;147&quot;/&gt;&lt;height val=&quot;79&quot;/&gt;&lt;hasText val=&quot;0&quot;/&gt;&lt;/Image&gt;&lt;Image&gt;&lt;filename val=&quot;C:\Users\sanmi\Documents\My Adobe Presentations\ece552-MIPSR10K\data\asimages\{8A2C307B-FFEA-4D5A-BD21-8B920A293591}_3_T.png&quot;/&gt;&lt;left val=&quot;293&quot;/&gt;&lt;top val=&quot;371&quot;/&gt;&lt;width val=&quot;144&quot;/&gt;&lt;height val=&quot;72&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690117316,C:\Users\sanmi\GoogleDrive\UWMdrive\Courses\ECE552\ece552-lec16_MIPSR10K_pptx\Media.ppcx"/>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MIPSR10K\data\asimages\{6B50B047-DF15-46C5-AEBA-63C98C1CE70B}_4.png&quot;/&gt;&lt;left val=&quot;35&quot;/&gt;&lt;top val=&quot;21&quot;/&gt;&lt;width val=&quot;588&quot;/&gt;&lt;height val=&quot;98&quot;/&gt;&lt;hasText val=&quot;1&quot;/&gt;&lt;/Image&gt;&lt;/ThreeDShape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48&quot;/&gt;&lt;lineCharCount val=&quot;54&quot;/&gt;&lt;lineCharCount val=&quot;27&quot;/&gt;&lt;lineCharCount val=&quot;53&quot;/&gt;&lt;lineCharCount val=&quot;21&quot;/&gt;&lt;lineCharCount val=&quot;37&quot;/&gt;&lt;/TableIndex&gt;&lt;/ShapeTextInfo&gt;"/>
  <p:tag name="HTML_SHAPEINFO" val="&lt;ThreeDShapeInfo&gt;&lt;uuid val=&quot;&quot;/&gt;&lt;isInvalidForFieldText val=&quot;0&quot;/&gt;&lt;Image&gt;&lt;filename val=&quot;C:\Users\sanmi\Documents\My Adobe Presentations\ece552-MIPSR10K\data\asimages\{3470F9A0-1E82-44B2-81FB-1AAFD3EFE131}_4.png&quot;/&gt;&lt;left val=&quot;23&quot;/&gt;&lt;top val=&quot;112&quot;/&gt;&lt;width val=&quot;689&quot;/&gt;&lt;height val=&quot;343&quot;/&gt;&lt;hasText val=&quot;1&quot;/&gt;&lt;/Image&gt;&lt;/ThreeDShape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DA0F49EA-0671-4EC6-AC3B-F08058A3083A}_4.png&quot;/&gt;&lt;left val=&quot;599&quot;/&gt;&lt;top val=&quot;500&quot;/&gt;&lt;width val=&quot;86&quot;/&gt;&lt;height val=&quot;32&quot;/&gt;&lt;hasText val=&quot;1&quot;/&gt;&lt;/Image&gt;&lt;/ThreeDShape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MIPSR10K\data\asimages\{C99F1BFE-2288-4697-8C91-DDFEF76D3221}_4.png&quot;/&gt;&lt;left val=&quot;383&quot;/&gt;&lt;top val=&quot;401&quot;/&gt;&lt;width val=&quot;72&quot;/&gt;&lt;height val=&quot;30&quot;/&gt;&lt;hasText val=&quot;1&quot;/&gt;&lt;/Image&gt;&lt;/ThreeDShape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855B77C2-0697-46B3-A910-11355F84548C}&quot;/&gt;&lt;isInvalidForFieldText val=&quot;1&quot;/&gt;&lt;Image&gt;&lt;filename val=&quot;C:\Users\sanmi\Documents\My Adobe Presentations\ece552-MIPSR10K\data\asimages\{855B77C2-0697-46B3-A910-11355F84548C}_4_S.png&quot;/&gt;&lt;left val=&quot;388&quot;/&gt;&lt;top val=&quot;454&quot;/&gt;&lt;width val=&quot;27&quot;/&gt;&lt;height val=&quot;51&quot;/&gt;&lt;hasText val=&quot;0&quot;/&gt;&lt;/Image&gt;&lt;Image&gt;&lt;filename val=&quot;C:\Users\sanmi\Documents\My Adobe Presentations\ece552-MIPSR10K\data\asimages\{855B77C2-0697-46B3-A910-11355F84548C}_4_T.png&quot;/&gt;&lt;left val=&quot;389&quot;/&gt;&lt;top val=&quot;455&quot;/&gt;&lt;width val=&quot;24&quot;/&gt;&lt;height val=&quot;48&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EFA2CA24-215F-4734-9C71-E5373497FBAF}_4.png&quot;/&gt;&lt;left val=&quot;426&quot;/&gt;&lt;top val=&quot;431&quot;/&gt;&lt;width val=&quot;35&quot;/&gt;&lt;height val=&quot;60&quot;/&gt;&lt;hasText val=&quot;1&quot;/&gt;&lt;/Image&gt;&lt;/ThreeDShape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A1243558-C84D-4AF3-8CB2-1F264F29247B}&quot;/&gt;&lt;isInvalidForFieldText val=&quot;1&quot;/&gt;&lt;Image&gt;&lt;filename val=&quot;C:\Users\sanmi\Documents\My Adobe Presentations\ece552-MIPSR10K\data\asimages\{A1243558-C84D-4AF3-8CB2-1F264F29247B}_4_S.png&quot;/&gt;&lt;left val=&quot;370&quot;/&gt;&lt;top val=&quot;436&quot;/&gt;&lt;width val=&quot;69&quot;/&gt;&lt;height val=&quot;31&quot;/&gt;&lt;hasText val=&quot;0&quot;/&gt;&lt;/Image&gt;&lt;Image&gt;&lt;filename val=&quot;C:\Users\sanmi\Documents\My Adobe Presentations\ece552-MIPSR10K\data\asimages\{A1243558-C84D-4AF3-8CB2-1F264F29247B}_4_T.png&quot;/&gt;&lt;left val=&quot;371&quot;/&gt;&lt;top val=&quot;443&quot;/&gt;&lt;width val=&quot;60&quot;/&gt;&lt;height val=&quot;24&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D6EE92AA-7F55-4C27-B7BA-F6DD386FCF34}&quot;/&gt;&lt;isInvalidForFieldText val=&quot;1&quot;/&gt;&lt;Image&gt;&lt;filename val=&quot;C:\Users\sanmi\Documents\My Adobe Presentations\ece552-MIPSR10K\data\asimages\{D6EE92AA-7F55-4C27-B7BA-F6DD386FCF34}_4_S.png&quot;/&gt;&lt;left val=&quot;418&quot;/&gt;&lt;top val=&quot;479&quot;/&gt;&lt;width val=&quot;63&quot;/&gt;&lt;height val=&quot;25&quot;/&gt;&lt;hasText val=&quot;0&quot;/&gt;&lt;/Image&gt;&lt;Image&gt;&lt;filename val=&quot;C:\Users\sanmi\Documents\My Adobe Presentations\ece552-MIPSR10K\data\asimages\{D6EE92AA-7F55-4C27-B7BA-F6DD386FCF34}_4_T.png&quot;/&gt;&lt;left val=&quot;419&quot;/&gt;&lt;top val=&quot;479&quot;/&gt;&lt;width val=&quot;54&quot;/&gt;&lt;height val=&quot;18&quot;/&gt;&lt;hasText val=&quot;1&quot;/&gt;&lt;/Image&gt;&lt;/ThreeDShape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B41C4038-008F-4770-B229-FA472B8F7453}&quot;/&gt;&lt;isInvalidForFieldText val=&quot;1&quot;/&gt;&lt;Image&gt;&lt;filename val=&quot;C:\Users\sanmi\Documents\My Adobe Presentations\ece552-MIPSR10K\data\asimages\{B41C4038-008F-4770-B229-FA472B8F7453}_4_S.png&quot;/&gt;&lt;left val=&quot;334&quot;/&gt;&lt;top val=&quot;418&quot;/&gt;&lt;width val=&quot;50&quot;/&gt;&lt;height val=&quot;57&quot;/&gt;&lt;hasText val=&quot;0&quot;/&gt;&lt;/Image&gt;&lt;Image&gt;&lt;filename val=&quot;C:\Users\sanmi\Documents\My Adobe Presentations\ece552-MIPSR10K\data\asimages\{B41C4038-008F-4770-B229-FA472B8F7453}_4_T.png&quot;/&gt;&lt;left val=&quot;335&quot;/&gt;&lt;top val=&quot;419&quot;/&gt;&lt;width val=&quot;48&quot;/&gt;&lt;height val=&quot;48&quot;/&gt;&lt;hasText val=&quot;1&quot;/&gt;&lt;/Image&gt;&lt;/ThreeDShape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3775185B-691A-48E6-933D-4C70BF9B28A8}&quot;/&gt;&lt;isInvalidForFieldText val=&quot;1&quot;/&gt;&lt;Image&gt;&lt;filename val=&quot;C:\Users\sanmi\Documents\My Adobe Presentations\ece552-MIPSR10K\data\asimages\{3775185B-691A-48E6-933D-4C70BF9B28A8}_4_S.png&quot;/&gt;&lt;left val=&quot;322&quot;/&gt;&lt;top val=&quot;406&quot;/&gt;&lt;width val=&quot;62&quot;/&gt;&lt;height val=&quot;93&quot;/&gt;&lt;hasText val=&quot;0&quot;/&gt;&lt;/Image&gt;&lt;Image&gt;&lt;filename val=&quot;C:\Users\sanmi\Documents\My Adobe Presentations\ece552-MIPSR10K\data\asimages\{3775185B-691A-48E6-933D-4C70BF9B28A8}_4_T.png&quot;/&gt;&lt;left val=&quot;323&quot;/&gt;&lt;top val=&quot;407&quot;/&gt;&lt;width val=&quot;60&quot;/&gt;&lt;height val=&quot;84&quot;/&gt;&lt;hasText val=&quot;1&quot;/&gt;&lt;/Image&gt;&lt;/ThreeDShape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EF88C966-7548-4467-A865-6B973D609376}_4.png&quot;/&gt;&lt;left val=&quot;151&quot;/&gt;&lt;top val=&quot;431&quot;/&gt;&lt;width val=&quot;33&quot;/&gt;&lt;height val=&quot;38&quot;/&gt;&lt;hasText val=&quot;1&quot;/&gt;&lt;/Image&gt;&lt;/ThreeDShape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665587C0-648F-45A3-BA97-DE192B55A22A}&quot;/&gt;&lt;isInvalidForFieldText val=&quot;1&quot;/&gt;&lt;Image&gt;&lt;filename val=&quot;C:\Users\sanmi\Documents\My Adobe Presentations\ece552-MIPSR10K\data\asimages\{665587C0-648F-45A3-BA97-DE192B55A22A}_4_S.png&quot;/&gt;&lt;left val=&quot;136&quot;/&gt;&lt;top val=&quot;442&quot;/&gt;&lt;width val=&quot;27&quot;/&gt;&lt;height val=&quot;31&quot;/&gt;&lt;hasText val=&quot;0&quot;/&gt;&lt;/Image&gt;&lt;Image&gt;&lt;filename val=&quot;C:\Users\sanmi\Documents\My Adobe Presentations\ece552-MIPSR10K\data\asimages\{665587C0-648F-45A3-BA97-DE192B55A22A}_4_T.png&quot;/&gt;&lt;left val=&quot;137&quot;/&gt;&lt;top val=&quot;449&quot;/&gt;&lt;width val=&quot;18&quot;/&gt;&lt;height val=&quot;24&quot;/&gt;&lt;hasText val=&quot;1&quot;/&gt;&lt;/Image&gt;&lt;/ThreeDShape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EE1EB10A-7DC3-49E0-9A98-D4EB5F93B7F5}&quot;/&gt;&lt;isInvalidForFieldText val=&quot;1&quot;/&gt;&lt;Image&gt;&lt;filename val=&quot;C:\Users\sanmi\Documents\My Adobe Presentations\ece552-MIPSR10K\data\asimages\{EE1EB10A-7DC3-49E0-9A98-D4EB5F93B7F5}_4_S.png&quot;/&gt;&lt;left val=&quot;136&quot;/&gt;&lt;top val=&quot;473&quot;/&gt;&lt;width val=&quot;27&quot;/&gt;&lt;height val=&quot;19&quot;/&gt;&lt;hasText val=&quot;0&quot;/&gt;&lt;/Image&gt;&lt;Image&gt;&lt;filename val=&quot;C:\Users\sanmi\Documents\My Adobe Presentations\ece552-MIPSR10K\data\asimages\{EE1EB10A-7DC3-49E0-9A98-D4EB5F93B7F5}_4_T.png&quot;/&gt;&lt;left val=&quot;137&quot;/&gt;&lt;top val=&quot;473&quot;/&gt;&lt;width val=&quot;18&quot;/&gt;&lt;height val=&quot;12&quot;/&gt;&lt;hasText val=&quot;1&quot;/&gt;&lt;/Image&gt;&lt;/ThreeDShape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92AD0CC5-AEA3-446B-9114-57E841B7A5AD}&quot;/&gt;&lt;isInvalidForFieldText val=&quot;1&quot;/&gt;&lt;Image&gt;&lt;filename val=&quot;C:\Users\sanmi\Documents\My Adobe Presentations\ece552-MIPSR10K\data\asimages\{92AD0CC5-AEA3-446B-9114-57E841B7A5AD}_4_S.png&quot;/&gt;&lt;left val=&quot;172&quot;/&gt;&lt;top val=&quot;484&quot;/&gt;&lt;width val=&quot;33&quot;/&gt;&lt;height val=&quot;33&quot;/&gt;&lt;hasText val=&quot;0&quot;/&gt;&lt;/Image&gt;&lt;Image&gt;&lt;filename val=&quot;C:\Users\sanmi\Documents\My Adobe Presentations\ece552-MIPSR10K\data\asimages\{92AD0CC5-AEA3-446B-9114-57E841B7A5AD}_4_T.png&quot;/&gt;&lt;left val=&quot;179&quot;/&gt;&lt;top val=&quot;485&quot;/&gt;&lt;width val=&quot;24&quot;/&gt;&lt;height val=&quot;24&quot;/&gt;&lt;hasText val=&quot;1&quot;/&gt;&lt;/Image&gt;&lt;/ThreeDShape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56164E6B-658E-47D5-82BD-8D0D7488DCB8}&quot;/&gt;&lt;isInvalidForFieldText val=&quot;1&quot;/&gt;&lt;Image&gt;&lt;filename val=&quot;C:\Users\sanmi\Documents\My Adobe Presentations\ece552-MIPSR10K\data\asimages\{56164E6B-658E-47D5-82BD-8D0D7488DCB8}_4_S.png&quot;/&gt;&lt;left val=&quot;172&quot;/&gt;&lt;top val=&quot;479&quot;/&gt;&lt;width val=&quot;249&quot;/&gt;&lt;height val=&quot;49&quot;/&gt;&lt;hasText val=&quot;0&quot;/&gt;&lt;/Image&gt;&lt;Image&gt;&lt;filename val=&quot;C:\Users\sanmi\Documents\My Adobe Presentations\ece552-MIPSR10K\data\asimages\{56164E6B-658E-47D5-82BD-8D0D7488DCB8}_4_T.png&quot;/&gt;&lt;left val=&quot;179&quot;/&gt;&lt;top val=&quot;479&quot;/&gt;&lt;width val=&quot;240&quot;/&gt;&lt;height val=&quot;42&quot;/&gt;&lt;hasText val=&quot;1&quot;/&gt;&lt;/Image&gt;&lt;/ThreeDShape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523F22DF-D0A5-4F11-ACA9-4409CF6A3BEF}&quot;/&gt;&lt;isInvalidForFieldText val=&quot;1&quot;/&gt;&lt;Image&gt;&lt;filename val=&quot;C:\Users\sanmi\Documents\My Adobe Presentations\ece552-MIPSR10K\data\asimages\{523F22DF-D0A5-4F11-ACA9-4409CF6A3BEF}_4_S.png&quot;/&gt;&lt;left val=&quot;88&quot;/&gt;&lt;top val=&quot;460&quot;/&gt;&lt;width val=&quot;80&quot;/&gt;&lt;height val=&quot;51&quot;/&gt;&lt;hasText val=&quot;0&quot;/&gt;&lt;/Image&gt;&lt;Image&gt;&lt;filename val=&quot;C:\Users\sanmi\Documents\My Adobe Presentations\ece552-MIPSR10K\data\asimages\{523F22DF-D0A5-4F11-ACA9-4409CF6A3BEF}_4_T.png&quot;/&gt;&lt;left val=&quot;89&quot;/&gt;&lt;top val=&quot;467&quot;/&gt;&lt;width val=&quot;78&quot;/&gt;&lt;height val=&quot;42&quot;/&gt;&lt;hasText val=&quot;1&quot;/&gt;&lt;/Image&gt;&lt;/ThreeDShape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quot;/&gt;&lt;lineCharCount val=&quot;1&quot;/&gt;&lt;/TableIndex&gt;&lt;/ShapeTextInfo&gt;"/>
  <p:tag name="HTML_SHAPEINFO" val="&lt;ThreeDShapeInfo&gt;&lt;uuid val=&quot;&quot;/&gt;&lt;isInvalidForFieldText val=&quot;0&quot;/&gt;&lt;Image&gt;&lt;filename val=&quot;C:\Users\sanmi\Documents\My Adobe Presentations\ece552-MIPSR10K\data\asimages\{BF9D21CD-24C6-4BB6-9604-36186E1FCE88}_4.png&quot;/&gt;&lt;left val=&quot;152&quot;/&gt;&lt;top val=&quot;461&quot;/&gt;&lt;width val=&quot;30&quot;/&gt;&lt;height val=&quot;54&quot;/&gt;&lt;hasText val=&quot;1&quot;/&gt;&lt;/Image&gt;&lt;/ThreeDShape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MIPSR10K\data\asimages\{72599075-32A9-4E26-82C3-FFC5391DED92}_4.png&quot;/&gt;&lt;left val=&quot;311&quot;/&gt;&lt;top val=&quot;335&quot;/&gt;&lt;width val=&quot;216&quot;/&gt;&lt;height val=&quot;40&quot;/&gt;&lt;hasText val=&quot;1&quot;/&gt;&lt;/Image&gt;&lt;/ThreeDShape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5BE80D97-71A5-4C5B-850F-325ABBCECE0E}&quot;/&gt;&lt;isInvalidForFieldText val=&quot;1&quot;/&gt;&lt;Image&gt;&lt;filename val=&quot;C:\Users\sanmi\Documents\My Adobe Presentations\ece552-MIPSR10K\data\asimages\{5BE80D97-71A5-4C5B-850F-325ABBCECE0E}_4_S.png&quot;/&gt;&lt;left val=&quot;245&quot;/&gt;&lt;top val=&quot;346&quot;/&gt;&lt;width val=&quot;73&quot;/&gt;&lt;height val=&quot;99&quot;/&gt;&lt;hasText val=&quot;0&quot;/&gt;&lt;/Image&gt;&lt;Image&gt;&lt;filename val=&quot;C:\Users\sanmi\Documents\My Adobe Presentations\ece552-MIPSR10K\data\asimages\{5BE80D97-71A5-4C5B-850F-325ABBCECE0E}_4_T.png&quot;/&gt;&lt;left val=&quot;245&quot;/&gt;&lt;top val=&quot;353&quot;/&gt;&lt;width val=&quot;66&quot;/&gt;&lt;height val=&quot;90&quot;/&gt;&lt;hasText val=&quot;1&quot;/&gt;&lt;/Image&gt;&lt;/ThreeDShape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92310A48-C0C2-4EE5-AD2F-B8A076FC0943}&quot;/&gt;&lt;isInvalidForFieldText val=&quot;1&quot;/&gt;&lt;Image&gt;&lt;filename val=&quot;C:\Users\sanmi\Documents\My Adobe Presentations\ece552-MIPSR10K\data\asimages\{92310A48-C0C2-4EE5-AD2F-B8A076FC0943}_4_S.png&quot;/&gt;&lt;left val=&quot;292&quot;/&gt;&lt;top val=&quot;371&quot;/&gt;&lt;width val=&quot;147&quot;/&gt;&lt;height val=&quot;79&quot;/&gt;&lt;hasText val=&quot;0&quot;/&gt;&lt;/Image&gt;&lt;Image&gt;&lt;filename val=&quot;C:\Users\sanmi\Documents\My Adobe Presentations\ece552-MIPSR10K\data\asimages\{92310A48-C0C2-4EE5-AD2F-B8A076FC0943}_4_T.png&quot;/&gt;&lt;left val=&quot;293&quot;/&gt;&lt;top val=&quot;371&quot;/&gt;&lt;width val=&quot;144&quot;/&gt;&lt;height val=&quot;72&quot;/&gt;&lt;hasText val=&quot;1&quot;/&gt;&lt;/Image&gt;&lt;/ThreeDShape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4F387079-F1DE-4A96-9CFC-B511198ABA2F}_4.png&quot;/&gt;&lt;left val=&quot;528&quot;/&gt;&lt;top val=&quot;478&quot;/&gt;&lt;width val=&quot;35&quot;/&gt;&lt;height val=&quot;39&quot;/&gt;&lt;hasText val=&quot;1&quot;/&gt;&lt;/Image&gt;&lt;/ThreeDShape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B9A37FB3-3CA1-4429-9E7F-A3448BC900B7}&quot;/&gt;&lt;isInvalidForFieldText val=&quot;1&quot;/&gt;&lt;Image&gt;&lt;filename val=&quot;C:\Users\sanmi\Documents\My Adobe Presentations\ece552-MIPSR10K\data\asimages\{B9A37FB3-3CA1-4429-9E7F-A3448BC900B7}_4_S.png&quot;/&gt;&lt;left val=&quot;454&quot;/&gt;&lt;top val=&quot;364&quot;/&gt;&lt;width val=&quot;87&quot;/&gt;&lt;height val=&quot;117&quot;/&gt;&lt;hasText val=&quot;0&quot;/&gt;&lt;/Image&gt;&lt;Image&gt;&lt;filename val=&quot;C:\Users\sanmi\Documents\My Adobe Presentations\ece552-MIPSR10K\data\asimages\{B9A37FB3-3CA1-4429-9E7F-A3448BC900B7}_4_T.png&quot;/&gt;&lt;left val=&quot;461&quot;/&gt;&lt;top val=&quot;371&quot;/&gt;&lt;width val=&quot;78&quot;/&gt;&lt;height val=&quot;108&quot;/&gt;&lt;hasText val=&quot;1&quot;/&gt;&lt;/Image&gt;&lt;/ThreeDShape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67F24326-A52A-4331-877C-4513B210E410}&quot;/&gt;&lt;isInvalidForFieldText val=&quot;1&quot;/&gt;&lt;Image&gt;&lt;filename val=&quot;C:\Users\sanmi\Documents\My Adobe Presentations\ece552-MIPSR10K\data\asimages\{67F24326-A52A-4331-877C-4513B210E410}_4_S.png&quot;/&gt;&lt;left val=&quot;448&quot;/&gt;&lt;top val=&quot;352&quot;/&gt;&lt;width val=&quot;159&quot;/&gt;&lt;height val=&quot;69&quot;/&gt;&lt;hasText val=&quot;0&quot;/&gt;&lt;/Image&gt;&lt;Image&gt;&lt;filename val=&quot;C:\Users\sanmi\Documents\My Adobe Presentations\ece552-MIPSR10K\data\asimages\{67F24326-A52A-4331-877C-4513B210E410}_4_T.png&quot;/&gt;&lt;left val=&quot;455&quot;/&gt;&lt;top val=&quot;353&quot;/&gt;&lt;width val=&quot;150&quot;/&gt;&lt;height val=&quot;60&quot;/&gt;&lt;hasText val=&quot;1&quot;/&gt;&lt;/Image&gt;&lt;/ThreeDShape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57970E3F-B160-4770-91EC-10D4ECE2D0C8}_4.png&quot;/&gt;&lt;left val=&quot;578&quot;/&gt;&lt;top val=&quot;478&quot;/&gt;&lt;width val=&quot;35&quot;/&gt;&lt;height val=&quot;39&quot;/&gt;&lt;hasText val=&quot;1&quot;/&gt;&lt;/Image&gt;&lt;/ThreeDShapeInfo&gt;"/>
</p:tagLst>
</file>

<file path=ppt/tags/tag140.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690117316,C:\Users\sanmi\GoogleDrive\UWMdrive\Courses\ECE552\ece552-lec16_MIPSR10K_pptx\Media.ppcx"/>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MIPSR10K\data\asimages\{2976D575-DC96-47FE-8914-F6BBD55DC59A}_5.png&quot;/&gt;&lt;left val=&quot;35&quot;/&gt;&lt;top val=&quot;21&quot;/&gt;&lt;width val=&quot;588&quot;/&gt;&lt;height val=&quot;98&quot;/&gt;&lt;hasText val=&quot;1&quot;/&gt;&lt;/Image&gt;&lt;/ThreeDShape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35&quot;/&gt;&lt;lineCharCount val=&quot;40&quot;/&gt;&lt;lineCharCount val=&quot;24&quot;/&gt;&lt;lineCharCount val=&quot;34&quot;/&gt;&lt;lineCharCount val=&quot;41&quot;/&gt;&lt;lineCharCount val=&quot;57&quot;/&gt;&lt;lineCharCount val=&quot;8&quot;/&gt;&lt;lineCharCount val=&quot;47&quot;/&gt;&lt;lineCharCount val=&quot;26&quot;/&gt;&lt;lineCharCount val=&quot;55&quot;/&gt;&lt;/TableIndex&gt;&lt;/ShapeTextInfo&gt;"/>
  <p:tag name="HTML_SHAPEINFO" val="&lt;ThreeDShapeInfo&gt;&lt;uuid val=&quot;&quot;/&gt;&lt;isInvalidForFieldText val=&quot;0&quot;/&gt;&lt;Image&gt;&lt;filename val=&quot;C:\Users\sanmi\Documents\My Adobe Presentations\ece552-MIPSR10K\data\asimages\{BF037D2A-AA77-4046-B20D-4AEC63ABEA10}_5.png&quot;/&gt;&lt;left val=&quot;23&quot;/&gt;&lt;top val=&quot;112&quot;/&gt;&lt;width val=&quot;660&quot;/&gt;&lt;height val=&quot;343&quot;/&gt;&lt;hasText val=&quot;1&quot;/&gt;&lt;/Image&gt;&lt;/ThreeDShape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F328522D-BB87-48E1-92D8-0BE16A136295}_5.png&quot;/&gt;&lt;left val=&quot;599&quot;/&gt;&lt;top val=&quot;500&quot;/&gt;&lt;width val=&quot;86&quot;/&gt;&lt;height val=&quot;32&quot;/&gt;&lt;hasText val=&quot;1&quot;/&gt;&lt;/Image&gt;&lt;/ThreeDShapeInfo&gt;"/>
</p:tagLst>
</file>

<file path=ppt/tags/tag144.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690117316,C:\Users\sanmi\GoogleDrive\UWMdrive\Courses\ECE552\ece552-lec16_MIPSR10K_pptx\Media.ppcx"/>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MIPSR10K\data\asimages\{B1C02F6A-D4C7-4B07-8BFF-67488412A678}_6.png&quot;/&gt;&lt;left val=&quot;35&quot;/&gt;&lt;top val=&quot;21&quot;/&gt;&lt;width val=&quot;588&quot;/&gt;&lt;height val=&quot;98&quot;/&gt;&lt;hasText val=&quot;1&quot;/&gt;&lt;/Image&gt;&lt;/ThreeDShape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33&quot;/&gt;&lt;lineCharCount val=&quot;29&quot;/&gt;&lt;lineCharCount val=&quot;49&quot;/&gt;&lt;lineCharCount val=&quot;35&quot;/&gt;&lt;lineCharCount val=&quot;48&quot;/&gt;&lt;lineCharCount val=&quot;35&quot;/&gt;&lt;lineCharCount val=&quot;66&quot;/&gt;&lt;lineCharCount val=&quot;51&quot;/&gt;&lt;/TableIndex&gt;&lt;/ShapeTextInfo&gt;"/>
  <p:tag name="HTML_SHAPEINFO" val="&lt;ThreeDShapeInfo&gt;&lt;uuid val=&quot;&quot;/&gt;&lt;isInvalidForFieldText val=&quot;0&quot;/&gt;&lt;Image&gt;&lt;filename val=&quot;C:\Users\sanmi\Documents\My Adobe Presentations\ece552-MIPSR10K\data\asimages\{1994A0AF-9F98-47FF-BA8B-DB9567D4AD66}_6.png&quot;/&gt;&lt;left val=&quot;23&quot;/&gt;&lt;top val=&quot;112&quot;/&gt;&lt;width val=&quot;660&quot;/&gt;&lt;height val=&quot;343&quot;/&gt;&lt;hasText val=&quot;1&quot;/&gt;&lt;/Image&gt;&lt;/ThreeDShape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737CCF1F-A7AA-4A9B-A14E-D87E85501ABC}_6.png&quot;/&gt;&lt;left val=&quot;599&quot;/&gt;&lt;top val=&quot;500&quot;/&gt;&lt;width val=&quot;86&quot;/&gt;&lt;height val=&quot;32&quot;/&gt;&lt;hasText val=&quot;1&quot;/&gt;&lt;/Image&gt;&lt;/ThreeDShapeInfo&gt;"/>
</p:tagLst>
</file>

<file path=ppt/tags/tag148.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690117316,C:\Users\sanmi\GoogleDrive\UWMdrive\Courses\ECE552\ece552-lec16_MIPSR10K_pptx\Media.ppcx"/>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F64177AB-4543-44AA-9ACA-3233A2E182BD}_7.png&quot;/&gt;&lt;left val=&quot;35&quot;/&gt;&lt;top val=&quot;21&quot;/&gt;&lt;width val=&quot;588&quot;/&gt;&lt;height val=&quot;98&quot;/&gt;&lt;hasText val=&quot;1&quot;/&gt;&lt;/Image&gt;&lt;/ThreeDShape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26&quot;/&gt;&lt;lineCharCount val=&quot;26&quot;/&gt;&lt;lineCharCount val=&quot;10&quot;/&gt;&lt;lineCharCount val=&quot;27&quot;/&gt;&lt;lineCharCount val=&quot;22&quot;/&gt;&lt;lineCharCount val=&quot;22&quot;/&gt;&lt;lineCharCount val=&quot;13&quot;/&gt;&lt;lineCharCount val=&quot;28&quot;/&gt;&lt;lineCharCount val=&quot;26&quot;/&gt;&lt;/TableIndex&gt;&lt;/ShapeTextInfo&gt;"/>
  <p:tag name="HTML_SHAPEINFO" val="&lt;ThreeDShapeInfo&gt;&lt;uuid val=&quot;&quot;/&gt;&lt;isInvalidForFieldText val=&quot;0&quot;/&gt;&lt;Image&gt;&lt;filename val=&quot;C:\Users\sanmi\Documents\My Adobe Presentations\ece552-MIPSR10K\data\asimages\{9EEE4074-6D80-4BF7-8407-3E659F44D573}_7.png&quot;/&gt;&lt;left val=&quot;43&quot;/&gt;&lt;top val=&quot;114&quot;/&gt;&lt;width val=&quot;329&quot;/&gt;&lt;height val=&quot;366&quot;/&gt;&lt;hasText val=&quot;1&quot;/&gt;&lt;/Image&gt;&lt;/ThreeDShape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2395D63F-0675-4126-8B2A-90C728A54E29}_7.png&quot;/&gt;&lt;left val=&quot;599&quot;/&gt;&lt;top val=&quot;500&quot;/&gt;&lt;width val=&quot;84&quot;/&gt;&lt;height val=&quot;29&quot;/&gt;&lt;hasText val=&quot;1&quot;/&gt;&lt;/Image&gt;&lt;/ThreeDShapeInfo&gt;"/>
</p:tagLst>
</file>

<file path=ppt/tags/tag152.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690117316,C:\Users\sanmi\GoogleDrive\UWMdrive\Courses\ECE552\ece552-lec16_MIPSR10K_pptx\Media.ppcx"/>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FD6AA597-3022-4044-82EB-35739F21C231}_8.png&quot;/&gt;&lt;left val=&quot;35&quot;/&gt;&lt;top val=&quot;-24&quot;/&gt;&lt;width val=&quot;588&quot;/&gt;&lt;height val=&quot;98&quot;/&gt;&lt;hasText val=&quot;1&quot;/&gt;&lt;/Image&gt;&lt;/ThreeDShape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22F0A5E9-2EF6-48B3-80A5-40C97B570A3C}_8.png&quot;/&gt;&lt;left val=&quot;599&quot;/&gt;&lt;top val=&quot;500&quot;/&gt;&lt;width val=&quot;84&quot;/&gt;&lt;height val=&quot;29&quot;/&gt;&lt;hasText val=&quot;1&quot;/&gt;&lt;/Image&gt;&lt;/ThreeDShape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17&quot;/&gt;&lt;/TableIndex&gt;&lt;TableIndex row=&quot;2&quot; col=&quot;2&quot;&gt;&lt;linesCount val=&quot;0&quot;/&gt;&lt;/TableIndex&gt;&lt;TableIndex row=&quot;2&quot; col=&quot;3&quot;&gt;&lt;linesCount val=&quot;0&quot;/&gt;&lt;/TableIndex&gt;&lt;TableIndex row=&quot;2&quot; col=&quot;4&quot;&gt;&lt;linesCount val=&quot;0&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ShapeTextInfo&gt;"/>
  <p:tag name="HTML_SHAPEINFO" val="&lt;ThreeDShapeInfo&gt;&lt;uuid val=&quot;&quot;/&gt;&lt;isInvalidForFieldText val=&quot;0&quot;/&gt;&lt;Image&gt;&lt;filename val=&quot;C:\Users\sanmi\Documents\My Adobe Presentations\ece552-MIPSR10K\data\asimages\{C0B211D3-1853-4D4A-AC43-82897C9F0E91}_8.png&quot;/&gt;&lt;left val=&quot;315&quot;/&gt;&lt;top val=&quot;44&quot;/&gt;&lt;width val=&quot;385&quot;/&gt;&lt;height val=&quot;46&quot;/&gt;&lt;hasText val=&quot;1&quot;/&gt;&lt;/Image&gt;&lt;/ThreeDShape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AFF21AF6-4A65-4E76-8A0E-F3D7415AFBA4}_8.png&quot;/&gt;&lt;left val=&quot;332&quot;/&gt;&lt;top val=&quot;292&quot;/&gt;&lt;width val=&quot;152&quot;/&gt;&lt;height val=&quot;166&quot;/&gt;&lt;hasText val=&quot;1&quot;/&gt;&lt;/Image&gt;&lt;/ThreeDShape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00D8B159-F170-46C8-BF36-CE064BEE9A59}_8.png&quot;/&gt;&lt;left val=&quot;317&quot;/&gt;&lt;top val=&quot;460&quot;/&gt;&lt;width val=&quot;182&quot;/&gt;&lt;height val=&quot;61&quot;/&gt;&lt;hasText val=&quot;1&quot;/&gt;&lt;/Image&gt;&lt;/ThreeDShape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3&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8AC8A44A-24FE-4CC0-8AC1-52612AD05FB1}_8.png&quot;/&gt;&lt;left val=&quot;453&quot;/&gt;&lt;top val=&quot;98&quot;/&gt;&lt;width val=&quot;247&quot;/&gt;&lt;height val=&quot;166&quot;/&gt;&lt;hasText val=&quot;1&quot;/&gt;&lt;/Image&gt;&lt;/ThreeDShapeInfo&gt;"/>
</p:tagLst>
</file>

<file path=ppt/tags/tag1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67B3CD99-5959-4D25-9357-B3E1B0C30C80}_8.png&quot;/&gt;&lt;left val=&quot;506&quot;/&gt;&lt;top val=&quot;292&quot;/&gt;&lt;width val=&quot;197&quot;/&gt;&lt;height val=&quot;214&quot;/&gt;&lt;hasText val=&quot;1&quot;/&gt;&lt;/Image&gt;&lt;/ThreeDShapeInfo&gt;"/>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0BA75801-D4E0-45F7-BF8A-9267DADF3DD2}_8.png&quot;/&gt;&lt;left val=&quot;437&quot;/&gt;&lt;top val=&quot;248&quot;/&gt;&lt;width val=&quot;276&quot;/&gt;&lt;height val=&quot;37&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67CA915A-43BE-4466-AB0C-C13136F3CB01}_8.png&quot;/&gt;&lt;left val=&quot;437&quot;/&gt;&lt;top val=&quot;260&quot;/&gt;&lt;width val=&quot;276&quot;/&gt;&lt;height val=&quot;37&quot;/&gt;&lt;hasText val=&quot;1&quot;/&gt;&lt;/Image&gt;&lt;/ThreeDShapeInfo&gt;"/>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8&quot;/&gt;&lt;lineCharCount val=&quot;1&quot;/&gt;&lt;lineChar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00006DB8-4650-4603-88C4-CFADD46D77C2}_8.png&quot;/&gt;&lt;left val=&quot;25&quot;/&gt;&lt;top val=&quot;54&quot;/&gt;&lt;width val=&quot;307&quot;/&gt;&lt;height val=&quot;368&quot;/&gt;&lt;hasText val=&quot;1&quot;/&gt;&lt;/Image&gt;&lt;/ThreeDShapeInfo&gt;"/>
</p:tagLst>
</file>

<file path=ppt/tags/tag163.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690117316,C:\Users\sanmi\GoogleDrive\UWMdrive\Courses\ECE552\ece552-lec16_MIPSR10K_pptx\Media.ppcx"/>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92F264D1-A1EF-4E94-905E-EDA3760E4285}_9.png&quot;/&gt;&lt;left val=&quot;35&quot;/&gt;&lt;top val=&quot;-24&quot;/&gt;&lt;width val=&quot;588&quot;/&gt;&lt;height val=&quot;98&quot;/&gt;&lt;hasText val=&quot;1&quot;/&gt;&lt;/Image&gt;&lt;/ThreeDShape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33DA1BB2-3D34-4EC6-8C05-8233B5938850}_9.png&quot;/&gt;&lt;left val=&quot;599&quot;/&gt;&lt;top val=&quot;500&quot;/&gt;&lt;width val=&quot;84&quot;/&gt;&lt;height val=&quot;29&quot;/&gt;&lt;hasText val=&quot;1&quot;/&gt;&lt;/Image&gt;&lt;/ThreeDShape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17&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0&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ShapeTextInfo&gt;"/>
  <p:tag name="HTML_SHAPEINFO" val="&lt;ThreeDShapeInfo&gt;&lt;uuid val=&quot;&quot;/&gt;&lt;isInvalidForFieldText val=&quot;0&quot;/&gt;&lt;Image&gt;&lt;filename val=&quot;C:\Users\sanmi\Documents\My Adobe Presentations\ece552-MIPSR10K\data\asimages\{3E9D7663-9A2F-499D-BC1F-EC6A23AB7344}_9.png&quot;/&gt;&lt;left val=&quot;315&quot;/&gt;&lt;top val=&quot;44&quot;/&gt;&lt;width val=&quot;385&quot;/&gt;&lt;height val=&quot;46&quot;/&gt;&lt;hasText val=&quot;1&quot;/&gt;&lt;/Image&gt;&lt;/ThreeDShape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A981F738-09E1-4E80-AD43-B0CA1686223E}_9.png&quot;/&gt;&lt;left val=&quot;332&quot;/&gt;&lt;top val=&quot;292&quot;/&gt;&lt;width val=&quot;152&quot;/&gt;&lt;height val=&quot;166&quot;/&gt;&lt;hasText val=&quot;1&quot;/&gt;&lt;/Image&gt;&lt;/ThreeDShape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4CC103DB-F4E1-489A-9B29-7BFE08222A6B}_9.png&quot;/&gt;&lt;left val=&quot;317&quot;/&gt;&lt;top val=&quot;460&quot;/&gt;&lt;width val=&quot;182&quot;/&gt;&lt;height val=&quot;61&quot;/&gt;&lt;hasText val=&quot;1&quot;/&gt;&lt;/Image&gt;&lt;/ThreeDShape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3&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8855862B-5898-446E-BEEE-0F9514113945}_9.png&quot;/&gt;&lt;left val=&quot;453&quot;/&gt;&lt;top val=&quot;98&quot;/&gt;&lt;width val=&quot;247&quot;/&gt;&lt;height val=&quot;166&quot;/&gt;&lt;hasText val=&quot;1&quot;/&gt;&lt;/Image&gt;&lt;/ThreeDShapeInfo&gt;"/>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209ADA24-03BC-49D0-96EF-A534388FF312}_9.png&quot;/&gt;&lt;left val=&quot;506&quot;/&gt;&lt;top val=&quot;292&quot;/&gt;&lt;width val=&quot;197&quot;/&gt;&lt;height val=&quot;214&quot;/&gt;&lt;hasText val=&quot;1&quot;/&gt;&lt;/Image&gt;&lt;/ThreeDShape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23DD4033-F5CE-4872-A50D-00A6655EFFC6}_9.png&quot;/&gt;&lt;left val=&quot;437&quot;/&gt;&lt;top val=&quot;248&quot;/&gt;&lt;width val=&quot;276&quot;/&gt;&lt;height val=&quot;37&quot;/&gt;&lt;hasText val=&quot;1&quot;/&gt;&lt;/Image&gt;&lt;/ThreeDShape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F3F2D385-10A6-4FF9-8870-552C7E6BB8B0}_9.png&quot;/&gt;&lt;left val=&quot;437&quot;/&gt;&lt;top val=&quot;260&quot;/&gt;&lt;width val=&quot;276&quot;/&gt;&lt;height val=&quot;37&quot;/&gt;&lt;hasText val=&quot;1&quot;/&gt;&lt;/Image&gt;&lt;/ThreeDShape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18&quot;/&gt;&lt;lineCharCount val=&quot;11&quot;/&gt;&lt;lineCharCount val=&quot;21&quot;/&gt;&lt;lineCharCount val=&quot;7&quot;/&gt;&lt;lineCharCount val=&quot;10&quot;/&gt;&lt;lineCharCount val=&quot;1&quot;/&gt;&lt;lineCharCount val=&quot;13&quot;/&gt;&lt;lineCharCount val=&quot;24&quot;/&gt;&lt;lineCharCount val=&quot;9&quot;/&gt;&lt;lineCharCount val=&quot;1&quot;/&gt;&lt;lineChar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226CB2E9-252F-4834-943F-B970BDF14186}_9.png&quot;/&gt;&lt;left val=&quot;25&quot;/&gt;&lt;top val=&quot;54&quot;/&gt;&lt;width val=&quot;311&quot;/&gt;&lt;height val=&quot;368&quot;/&gt;&lt;hasText val=&quot;1&quot;/&gt;&lt;/Image&gt;&lt;/ThreeDShapeInfo&gt;"/>
</p:tagLst>
</file>

<file path=ppt/tags/tag174.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690117316,C:\Users\sanmi\GoogleDrive\UWMdrive\Courses\ECE552\ece552-lec16_MIPSR10K_pptx\Media.ppcx"/>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D941E292-2EB6-41DE-B9F9-97923B92AF8B}_10.png&quot;/&gt;&lt;left val=&quot;35&quot;/&gt;&lt;top val=&quot;-24&quot;/&gt;&lt;width val=&quot;588&quot;/&gt;&lt;height val=&quot;98&quot;/&gt;&lt;hasText val=&quot;1&quot;/&gt;&lt;/Image&gt;&lt;/ThreeDShape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CDBF8EFD-2F39-4117-97CE-D538BBAF0D52}_10.png&quot;/&gt;&lt;left val=&quot;599&quot;/&gt;&lt;top val=&quot;500&quot;/&gt;&lt;width val=&quot;84&quot;/&gt;&lt;height val=&quot;29&quot;/&gt;&lt;hasText val=&quot;1&quot;/&gt;&lt;/Image&gt;&lt;/ThreeDShape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17&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ShapeTextInfo&gt;"/>
  <p:tag name="HTML_SHAPEINFO" val="&lt;ThreeDShapeInfo&gt;&lt;uuid val=&quot;&quot;/&gt;&lt;isInvalidForFieldText val=&quot;0&quot;/&gt;&lt;Image&gt;&lt;filename val=&quot;C:\Users\sanmi\Documents\My Adobe Presentations\ece552-MIPSR10K\data\asimages\{22B0605A-1D3A-4ED5-9ADE-6F6BB0C1A4BD}_10.png&quot;/&gt;&lt;left val=&quot;315&quot;/&gt;&lt;top val=&quot;44&quot;/&gt;&lt;width val=&quot;385&quot;/&gt;&lt;height val=&quot;46&quot;/&gt;&lt;hasText val=&quot;1&quot;/&gt;&lt;/Image&gt;&lt;/ThreeDShape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5&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43F2F8CF-3B39-45B3-8566-4915460CD691}_10.png&quot;/&gt;&lt;left val=&quot;332&quot;/&gt;&lt;top val=&quot;292&quot;/&gt;&lt;width val=&quot;152&quot;/&gt;&lt;height val=&quot;166&quot;/&gt;&lt;hasText val=&quot;1&quot;/&gt;&lt;/Image&gt;&lt;/ThreeDShape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30A3B50A-3C03-44A5-AF0F-E0ECF3EF16E0}_10.png&quot;/&gt;&lt;left val=&quot;317&quot;/&gt;&lt;top val=&quot;460&quot;/&gt;&lt;width val=&quot;182&quot;/&gt;&lt;height val=&quot;61&quot;/&gt;&lt;hasText val=&quot;1&quot;/&gt;&lt;/Image&gt;&lt;/ThreeDShape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3&quot;/&gt;&lt;/TableIndex&gt;&lt;TableIndex row=&quot;3&quot; col=&quot;2&quot;&gt;&lt;linesCount val=&quot;1&quot;/&gt;&lt;lineCharCount val=&quot;17&quot;/&gt;&lt;/TableIndex&gt;&lt;TableIndex row=&quot;3&quot; col=&quot;3&quot;&gt;&lt;linesCount val=&quot;1&quot;/&gt;&lt;lineCharCount val=&quot;3&quot;/&gt;&lt;/TableIndex&gt;&lt;TableIndex row=&quot;3&quot; col=&quot;4&quot;&gt;&lt;linesCount val=&quot;1&quot;/&gt;&lt;lineCharCount val=&quot;3&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C2915FD7-7434-4AAB-AF3C-C528D919DFF8}_10.png&quot;/&gt;&lt;left val=&quot;453&quot;/&gt;&lt;top val=&quot;98&quot;/&gt;&lt;width val=&quot;247&quot;/&gt;&lt;height val=&quot;166&quot;/&gt;&lt;hasText val=&quot;1&quot;/&gt;&lt;/Image&gt;&lt;/ThreeDShape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7&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56A43FB2-A13D-4B0D-BFAC-514B0B04B8E9}_10.png&quot;/&gt;&lt;left val=&quot;506&quot;/&gt;&lt;top val=&quot;292&quot;/&gt;&lt;width val=&quot;197&quot;/&gt;&lt;height val=&quot;214&quot;/&gt;&lt;hasText val=&quot;1&quot;/&gt;&lt;/Image&gt;&lt;/ThreeDShape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AD4B6DDD-7906-4209-886F-C4A04BF0F7B9}_10.png&quot;/&gt;&lt;left val=&quot;437&quot;/&gt;&lt;top val=&quot;248&quot;/&gt;&lt;width val=&quot;276&quot;/&gt;&lt;height val=&quot;37&quot;/&gt;&lt;hasText val=&quot;1&quot;/&gt;&lt;/Image&gt;&lt;/ThreeDShape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CA688DC6-8640-4531-A068-E5920153DE8E}_10.png&quot;/&gt;&lt;left val=&quot;437&quot;/&gt;&lt;top val=&quot;260&quot;/&gt;&lt;width val=&quot;276&quot;/&gt;&lt;height val=&quot;37&quot;/&gt;&lt;hasText val=&quot;1&quot;/&gt;&lt;/Image&gt;&lt;/ThreeDShape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8&quot;/&gt;&lt;lineCharCount val=&quot;18&quot;/&gt;&lt;lineCharCount val=&quot;15&quot;/&gt;&lt;lineCharCount val=&quot;22&quot;/&gt;&lt;lineCharCount val=&quot;21&quot;/&gt;&lt;lineCharCount val=&quot;27&quot;/&gt;&lt;lineCharCount val=&quot;23&quot;/&gt;&lt;lineCharCount val=&quot;25&quot;/&gt;&lt;lineCharCount val=&quot;18&quot;/&gt;&lt;lineCharCount val=&quot;22&quot;/&gt;&lt;lineCharCount val=&quot;20&quot;/&gt;&lt;lineCharCount val=&quot;22&quot;/&gt;&lt;lineCharCount val=&quot;27&quot;/&gt;&lt;lineCharCount val=&quot;17&quot;/&gt;&lt;lineCharCount val=&quot;9&quot;/&gt;&lt;lineCharCount val=&quot;24&quot;/&gt;&lt;lineCharCount val=&quot;6&quot;/&gt;&lt;lineChar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137C385A-79EE-470E-9879-17AB432D0FDB}_10.png&quot;/&gt;&lt;left val=&quot;25&quot;/&gt;&lt;top val=&quot;54&quot;/&gt;&lt;width val=&quot;314&quot;/&gt;&lt;height val=&quot;476&quot;/&gt;&lt;hasText val=&quot;1&quot;/&gt;&lt;/Image&gt;&lt;/ThreeDShapeInfo&gt;"/>
</p:tagLst>
</file>

<file path=ppt/tags/tag185.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690117316,C:\Users\sanmi\GoogleDrive\UWMdrive\Courses\ECE552\ece552-lec16_MIPSR10K_pptx\Media.ppcx"/>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9F91E1DD-B3E0-48A9-B801-3A5B4E9DBBD2}_11.png&quot;/&gt;&lt;left val=&quot;35&quot;/&gt;&lt;top val=&quot;-24&quot;/&gt;&lt;width val=&quot;588&quot;/&gt;&lt;height val=&quot;98&quot;/&gt;&lt;hasText val=&quot;1&quot;/&gt;&lt;/Image&gt;&lt;/ThreeDShape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49ECC038-54CB-4646-A574-45B86E51ED0D}_11.png&quot;/&gt;&lt;left val=&quot;599&quot;/&gt;&lt;top val=&quot;500&quot;/&gt;&lt;width val=&quot;84&quot;/&gt;&lt;height val=&quot;29&quot;/&gt;&lt;hasText val=&quot;1&quot;/&gt;&lt;/Image&gt;&lt;/ThreeDShape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17&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ShapeTextInfo&gt;"/>
  <p:tag name="HTML_SHAPEINFO" val="&lt;ThreeDShapeInfo&gt;&lt;uuid val=&quot;&quot;/&gt;&lt;isInvalidForFieldText val=&quot;0&quot;/&gt;&lt;Image&gt;&lt;filename val=&quot;C:\Users\sanmi\Documents\My Adobe Presentations\ece552-MIPSR10K\data\asimages\{24661D58-E276-4E4B-973F-02A23C700666}_11.png&quot;/&gt;&lt;left val=&quot;315&quot;/&gt;&lt;top val=&quot;44&quot;/&gt;&lt;width val=&quot;385&quot;/&gt;&lt;height val=&quot;46&quot;/&gt;&lt;hasText val=&quot;1&quot;/&gt;&lt;/Image&gt;&lt;/ThreeDShape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7BD99FDE-5629-4D06-8CB9-FF9FE8EC8A94}_11.png&quot;/&gt;&lt;left val=&quot;332&quot;/&gt;&lt;top val=&quot;292&quot;/&gt;&lt;width val=&quot;152&quot;/&gt;&lt;height val=&quot;166&quot;/&gt;&lt;hasText val=&quot;1&quot;/&gt;&lt;/Image&gt;&lt;/ThreeDShape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28F53475-06C2-47AB-8E41-51E59ABE86E2}_11.png&quot;/&gt;&lt;left val=&quot;317&quot;/&gt;&lt;top val=&quot;460&quot;/&gt;&lt;width val=&quot;182&quot;/&gt;&lt;height val=&quot;61&quot;/&gt;&lt;hasText val=&quot;1&quot;/&gt;&lt;/Image&gt;&lt;/ThreeDShape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3&quot;/&gt;&lt;/TableIndex&gt;&lt;TableIndex row=&quot;3&quot; col=&quot;2&quot;&gt;&lt;linesCount val=&quot;1&quot;/&gt;&lt;lineCharCount val=&quot;17&quot;/&gt;&lt;/TableIndex&gt;&lt;TableIndex row=&quot;3&quot; col=&quot;3&quot;&gt;&lt;linesCount val=&quot;1&quot;/&gt;&lt;lineCharCount val=&quot;3&quot;/&gt;&lt;/TableIndex&gt;&lt;TableIndex row=&quot;3&quot; col=&quot;4&quot;&gt;&lt;linesCount val=&quot;1&quot;/&gt;&lt;lineCharCount val=&quot;3&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B318FEB7-221D-45F7-BB54-3724335AC640}_11.png&quot;/&gt;&lt;left val=&quot;453&quot;/&gt;&lt;top val=&quot;98&quot;/&gt;&lt;width val=&quot;247&quot;/&gt;&lt;height val=&quot;166&quot;/&gt;&lt;hasText val=&quot;1&quot;/&gt;&lt;/Image&gt;&lt;/ThreeDShape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7&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7706B7EC-3496-4DCB-8CBF-E3C8251F5796}_11.png&quot;/&gt;&lt;left val=&quot;506&quot;/&gt;&lt;top val=&quot;292&quot;/&gt;&lt;width val=&quot;197&quot;/&gt;&lt;height val=&quot;214&quot;/&gt;&lt;hasText val=&quot;1&quot;/&gt;&lt;/Image&gt;&lt;/ThreeDShape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89410600-B693-4449-844F-F2135B3C99FB}_11.png&quot;/&gt;&lt;left val=&quot;437&quot;/&gt;&lt;top val=&quot;248&quot;/&gt;&lt;width val=&quot;276&quot;/&gt;&lt;height val=&quot;37&quot;/&gt;&lt;hasText val=&quot;1&quot;/&gt;&lt;/Image&gt;&lt;/ThreeDShape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BFDFE3BB-581D-43AA-8712-017BAFBF04A4}_11.png&quot;/&gt;&lt;left val=&quot;437&quot;/&gt;&lt;top val=&quot;260&quot;/&gt;&lt;width val=&quot;276&quot;/&gt;&lt;height val=&quot;37&quot;/&gt;&lt;hasText val=&quot;1&quot;/&gt;&lt;/Image&gt;&lt;/ThreeDShapeInfo&gt;"/>
</p:tagLst>
</file>

<file path=ppt/tags/tag1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18&quot;/&gt;&lt;lineCharCount val=&quot;11&quot;/&gt;&lt;lineCharCount val=&quot;25&quot;/&gt;&lt;lineCharCount val=&quot;19&quot;/&gt;&lt;lineCharCount val=&quot;26&quot;/&gt;&lt;lineCharCount val=&quot;26&quot;/&gt;&lt;lineCharCount val=&quot;22&quot;/&gt;&lt;lineCharCount val=&quot;8&quot;/&gt;&lt;lineChar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693BDBE7-A095-4967-BA00-5A2EE82264A4}_11.png&quot;/&gt;&lt;left val=&quot;25&quot;/&gt;&lt;top val=&quot;54&quot;/&gt;&lt;width val=&quot;307&quot;/&gt;&lt;height val=&quot;368&quot;/&gt;&lt;hasText val=&quot;1&quot;/&gt;&lt;/Image&gt;&lt;/ThreeDShapeInfo&gt;"/>
</p:tagLst>
</file>

<file path=ppt/tags/tag196.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690117316,C:\Users\sanmi\GoogleDrive\UWMdrive\Courses\ECE552\ece552-lec16_MIPSR10K_pptx\Media.ppcx"/>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01834E51-49F0-402D-9614-26DB6C6BC65C}_12.png&quot;/&gt;&lt;left val=&quot;35&quot;/&gt;&lt;top val=&quot;-24&quot;/&gt;&lt;width val=&quot;588&quot;/&gt;&lt;height val=&quot;98&quot;/&gt;&lt;hasText val=&quot;1&quot;/&gt;&lt;/Image&gt;&lt;/ThreeDShape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C91BA7C8-C6D2-40A5-8695-0231E465A4E8}_12.png&quot;/&gt;&lt;left val=&quot;599&quot;/&gt;&lt;top val=&quot;500&quot;/&gt;&lt;width val=&quot;84&quot;/&gt;&lt;height val=&quot;29&quot;/&gt;&lt;hasText val=&quot;1&quot;/&gt;&lt;/Image&gt;&lt;/ThreeDShapeInfo&gt;"/>
</p:tagLst>
</file>

<file path=ppt/tags/tag1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17&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ShapeTextInfo&gt;"/>
  <p:tag name="HTML_SHAPEINFO" val="&lt;ThreeDShapeInfo&gt;&lt;uuid val=&quot;&quot;/&gt;&lt;isInvalidForFieldText val=&quot;0&quot;/&gt;&lt;Image&gt;&lt;filename val=&quot;C:\Users\sanmi\Documents\My Adobe Presentations\ece552-MIPSR10K\data\asimages\{B2829E2B-9F14-4CAA-98C8-8DB388F93A6B}_12.png&quot;/&gt;&lt;left val=&quot;315&quot;/&gt;&lt;top val=&quot;44&quot;/&gt;&lt;width val=&quot;385&quot;/&gt;&lt;height val=&quot;46&quot;/&gt;&lt;hasText val=&quot;1&quot;/&gt;&lt;/Image&gt;&lt;/ThreeDShapeInfo&gt;"/>
</p:tagLst>
</file>

<file path=ppt/tags/tag2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9237D8C4-583A-4325-911E-5B082B68C92F}_12.png&quot;/&gt;&lt;left val=&quot;332&quot;/&gt;&lt;top val=&quot;292&quot;/&gt;&lt;width val=&quot;152&quot;/&gt;&lt;height val=&quot;166&quot;/&gt;&lt;hasText val=&quot;1&quot;/&gt;&lt;/Image&gt;&lt;/ThreeDShape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300A46EB-738C-4679-9D79-243E3DA33875}_12.png&quot;/&gt;&lt;left val=&quot;317&quot;/&gt;&lt;top val=&quot;460&quot;/&gt;&lt;width val=&quot;182&quot;/&gt;&lt;height val=&quot;61&quot;/&gt;&lt;hasText val=&quot;1&quot;/&gt;&lt;/Image&gt;&lt;/ThreeDShape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3&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F232E678-8CA5-410C-92AB-E8001D5CE2C2}_12.png&quot;/&gt;&lt;left val=&quot;453&quot;/&gt;&lt;top val=&quot;98&quot;/&gt;&lt;width val=&quot;247&quot;/&gt;&lt;height val=&quot;166&quot;/&gt;&lt;hasText val=&quot;1&quot;/&gt;&lt;/Image&gt;&lt;/ThreeDShape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7&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AE06316E-89FB-4C13-A915-80E0DC8C3F22}_12.png&quot;/&gt;&lt;left val=&quot;506&quot;/&gt;&lt;top val=&quot;292&quot;/&gt;&lt;width val=&quot;197&quot;/&gt;&lt;height val=&quot;214&quot;/&gt;&lt;hasText val=&quot;1&quot;/&gt;&lt;/Image&gt;&lt;/ThreeDShape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C0F7C00D-8B0C-4B10-B6A2-6CD7BCB39155}_12.png&quot;/&gt;&lt;left val=&quot;437&quot;/&gt;&lt;top val=&quot;248&quot;/&gt;&lt;width val=&quot;276&quot;/&gt;&lt;height val=&quot;37&quot;/&gt;&lt;hasText val=&quot;1&quot;/&gt;&lt;/Image&gt;&lt;/ThreeDShape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B3AB42F2-A647-4FB1-8A25-F01A0B0B0B59}_12.png&quot;/&gt;&lt;left val=&quot;437&quot;/&gt;&lt;top val=&quot;260&quot;/&gt;&lt;width val=&quot;276&quot;/&gt;&lt;height val=&quot;37&quot;/&gt;&lt;hasText val=&quot;1&quot;/&gt;&lt;/Image&gt;&lt;/ThreeDShape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18&quot;/&gt;&lt;lineCharCount val=&quot;13&quot;/&gt;&lt;lineCharCount val=&quot;18&quot;/&gt;&lt;lineChar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5AC67A54-1385-4940-B7BF-19D3A3640CA7}_12.png&quot;/&gt;&lt;left val=&quot;25&quot;/&gt;&lt;top val=&quot;54&quot;/&gt;&lt;width val=&quot;307&quot;/&gt;&lt;height val=&quot;368&quot;/&gt;&lt;hasText val=&quot;1&quot;/&gt;&lt;/Image&gt;&lt;/ThreeDShapeInfo&gt;"/>
</p:tagLst>
</file>

<file path=ppt/tags/tag207.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690117316,C:\Users\sanmi\GoogleDrive\UWMdrive\Courses\ECE552\ece552-lec16_MIPSR10K_pptx\Media.ppcx"/>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0C7EC63F-D676-4E72-B591-BE6CEDB696D8}_13.png&quot;/&gt;&lt;left val=&quot;35&quot;/&gt;&lt;top val=&quot;-24&quot;/&gt;&lt;width val=&quot;588&quot;/&gt;&lt;height val=&quot;98&quot;/&gt;&lt;hasText val=&quot;1&quot;/&gt;&lt;/Image&gt;&lt;/ThreeDShape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4D66718D-6591-4EA1-BBCA-5A1BF84E6C00}_13.png&quot;/&gt;&lt;left val=&quot;599&quot;/&gt;&lt;top val=&quot;500&quot;/&gt;&lt;width val=&quot;84&quot;/&gt;&lt;height val=&quot;29&quot;/&gt;&lt;hasText val=&quot;1&quot;/&gt;&lt;/Image&gt;&lt;/ThreeDShape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17&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0&quot;/&gt;&lt;/TableIndex&gt;&lt;TableIndex row=&quot;2&quot; col=&quot;9&quot;&gt;&lt;linesCount val=&quot;0&quot;/&gt;&lt;/TableIndex&gt;&lt;TableIndex row=&quot;2&quot; col=&quot;10&quot;&gt;&lt;linesCount val=&quot;0&quot;/&gt;&lt;/TableIndex&gt;&lt;/ShapeTextInfo&gt;"/>
  <p:tag name="HTML_SHAPEINFO" val="&lt;ThreeDShapeInfo&gt;&lt;uuid val=&quot;&quot;/&gt;&lt;isInvalidForFieldText val=&quot;0&quot;/&gt;&lt;Image&gt;&lt;filename val=&quot;C:\Users\sanmi\Documents\My Adobe Presentations\ece552-MIPSR10K\data\asimages\{A722AFFC-9726-4FD1-BA4F-482E5BAD8337}_13.png&quot;/&gt;&lt;left val=&quot;315&quot;/&gt;&lt;top val=&quot;44&quot;/&gt;&lt;width val=&quot;385&quot;/&gt;&lt;height val=&quot;46&quot;/&gt;&lt;hasText val=&quot;1&quot;/&gt;&lt;/Image&gt;&lt;/ThreeDShape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278FA83D-4D13-42CE-9116-F2D59E646200}_13.png&quot;/&gt;&lt;left val=&quot;332&quot;/&gt;&lt;top val=&quot;292&quot;/&gt;&lt;width val=&quot;152&quot;/&gt;&lt;height val=&quot;166&quot;/&gt;&lt;hasText val=&quot;1&quot;/&gt;&lt;/Image&gt;&lt;/ThreeDShapeInfo&gt;"/>
</p:tagLst>
</file>

<file path=ppt/tags/tag2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49B151D4-3CA4-4254-9CBC-0031A6A0287C}_13.png&quot;/&gt;&lt;left val=&quot;317&quot;/&gt;&lt;top val=&quot;460&quot;/&gt;&lt;width val=&quot;182&quot;/&gt;&lt;height val=&quot;61&quot;/&gt;&lt;hasText val=&quot;1&quot;/&gt;&lt;/Image&gt;&lt;/ThreeDShape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3&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1&quot;/&gt;&lt;lineCharCount val=&quot;1&quot;/&gt;&lt;/TableIndex&gt;&lt;TableIndex row=&quot;4&quot; col=&quot;3&quot;&gt;&lt;linesCount val=&quot;1&quot;/&gt;&lt;lineCharCount val=&quot;3&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1&quot;/&gt;&lt;lineCharCount val=&quot;1&quot;/&gt;&lt;/TableIndex&gt;&lt;TableIndex row=&quot;6&quot; col=&quot;3&quot;&gt;&lt;linesCount val=&quot;0&quot;/&gt;&lt;/TableIndex&gt;&lt;TableIndex row=&quot;6&quot; col=&quot;4&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A9C2910F-B532-4B09-9A8A-4F0A04FCD341}_13.png&quot;/&gt;&lt;left val=&quot;453&quot;/&gt;&lt;top val=&quot;98&quot;/&gt;&lt;width val=&quot;247&quot;/&gt;&lt;height val=&quot;166&quot;/&gt;&lt;hasText val=&quot;1&quot;/&gt;&lt;/Image&gt;&lt;/ThreeDShape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7&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43E97D2E-B993-4ED2-A76F-D00A98A3EDD8}_13.png&quot;/&gt;&lt;left val=&quot;506&quot;/&gt;&lt;top val=&quot;292&quot;/&gt;&lt;width val=&quot;197&quot;/&gt;&lt;height val=&quot;214&quot;/&gt;&lt;hasText val=&quot;1&quot;/&gt;&lt;/Image&gt;&lt;/ThreeDShape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721FD972-85B8-408C-8288-A6784E69D149}_13.png&quot;/&gt;&lt;left val=&quot;437&quot;/&gt;&lt;top val=&quot;248&quot;/&gt;&lt;width val=&quot;276&quot;/&gt;&lt;height val=&quot;37&quot;/&gt;&lt;hasText val=&quot;1&quot;/&gt;&lt;/Image&gt;&lt;/ThreeDShapeInfo&gt;"/>
</p:tagLst>
</file>

<file path=ppt/tags/tag2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DB03229C-7569-4FF0-9C6F-ED8A673ECDC9}_13.png&quot;/&gt;&lt;left val=&quot;437&quot;/&gt;&lt;top val=&quot;260&quot;/&gt;&lt;width val=&quot;276&quot;/&gt;&lt;height val=&quot;37&quot;/&gt;&lt;hasText val=&quot;1&quot;/&gt;&lt;/Image&gt;&lt;/ThreeDShapeInfo&gt;"/>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18&quot;/&gt;&lt;lineCharCount val=&quot;14&quot;/&gt;&lt;lineCharCount val=&quot;23&quot;/&gt;&lt;lineCharCount val=&quot;18&quot;/&gt;&lt;lineCharCount val=&quot;19&quot;/&gt;&lt;lineCharCount val=&quot;22&quot;/&gt;&lt;lineCharCount val=&quot;22&quot;/&gt;&lt;lineCharCount val=&quot;27&quot;/&gt;&lt;lineChar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372D324E-0632-412B-A414-0F11B80519CA}_13.png&quot;/&gt;&lt;left val=&quot;25&quot;/&gt;&lt;top val=&quot;54&quot;/&gt;&lt;width val=&quot;307&quot;/&gt;&lt;height val=&quot;368&quot;/&gt;&lt;hasText val=&quot;1&quot;/&gt;&lt;/Image&gt;&lt;/ThreeDShapeInfo&gt;"/>
</p:tagLst>
</file>

<file path=ppt/tags/tag218.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690117316,C:\Users\sanmi\GoogleDrive\UWMdrive\Courses\ECE552\ece552-lec16_MIPSR10K_pptx\Media.ppcx"/>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MIPSR10K\data\asimages\{437A1CFA-4EF3-4509-96EC-B8484AEA7336}_14.png&quot;/&gt;&lt;left val=&quot;35&quot;/&gt;&lt;top val=&quot;-24&quot;/&gt;&lt;width val=&quot;588&quot;/&gt;&lt;height val=&quot;98&quot;/&gt;&lt;hasText val=&quot;1&quot;/&gt;&lt;/Image&gt;&lt;/ThreeDShapeInfo&gt;"/>
</p:tagLst>
</file>

<file path=ppt/tags/tag2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FD0A6AB2-7938-43CD-8EDA-0F2930890C4B}_14.png&quot;/&gt;&lt;left val=&quot;599&quot;/&gt;&lt;top val=&quot;500&quot;/&gt;&lt;width val=&quot;84&quot;/&gt;&lt;height val=&quot;29&quot;/&gt;&lt;hasText val=&quot;1&quot;/&gt;&lt;/Image&gt;&lt;/ThreeDShapeInfo&gt;"/>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2&quot; col=&quot;1&quot;&gt;&lt;linesCount val=&quot;1&quot;/&gt;&lt;lineCharCount val=&quot;17&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0&quot;/&gt;&lt;/TableIndex&gt;&lt;TableIndex row=&quot;2&quot; col=&quot;10&quot;&gt;&lt;linesCount val=&quot;0&quot;/&gt;&lt;/TableIndex&gt;&lt;/ShapeTextInfo&gt;"/>
  <p:tag name="HTML_SHAPEINFO" val="&lt;ThreeDShapeInfo&gt;&lt;uuid val=&quot;&quot;/&gt;&lt;isInvalidForFieldText val=&quot;0&quot;/&gt;&lt;Image&gt;&lt;filename val=&quot;C:\Users\sanmi\Documents\My Adobe Presentations\ece552-MIPSR10K\data\asimages\{C50A8E95-421F-4930-8D8C-36637D214855}_14.png&quot;/&gt;&lt;left val=&quot;315&quot;/&gt;&lt;top val=&quot;44&quot;/&gt;&lt;width val=&quot;385&quot;/&gt;&lt;height val=&quot;46&quot;/&gt;&lt;hasText val=&quot;1&quot;/&gt;&lt;/Image&gt;&lt;/ThreeDShape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3F810624-244D-4A3E-9143-EB0979B2BCB1}_14.png&quot;/&gt;&lt;left val=&quot;332&quot;/&gt;&lt;top val=&quot;292&quot;/&gt;&lt;width val=&quot;152&quot;/&gt;&lt;height val=&quot;166&quot;/&gt;&lt;hasText val=&quot;1&quot;/&gt;&lt;/Image&gt;&lt;/ThreeDShapeInfo&gt;"/>
</p:tagLst>
</file>

<file path=ppt/tags/tag2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82A38D9D-02B6-498F-9CDB-3A1AFB91AAFC}_14.png&quot;/&gt;&lt;left val=&quot;317&quot;/&gt;&lt;top val=&quot;460&quot;/&gt;&lt;width val=&quot;182&quot;/&gt;&lt;height val=&quot;61&quot;/&gt;&lt;hasText val=&quot;1&quot;/&gt;&lt;/Image&gt;&lt;/ThreeDShapeInfo&gt;"/>
</p:tagLst>
</file>

<file path=ppt/tags/tag2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3&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4A5E85C9-2BEE-4E1B-860D-56A33022BC5E}_14.png&quot;/&gt;&lt;left val=&quot;453&quot;/&gt;&lt;top val=&quot;98&quot;/&gt;&lt;width val=&quot;247&quot;/&gt;&lt;height val=&quot;166&quot;/&gt;&lt;hasText val=&quot;1&quot;/&gt;&lt;/Image&gt;&lt;/ThreeDShapeInfo&gt;"/>
</p:tagLst>
</file>

<file path=ppt/tags/tag2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7&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32DA04C3-A68A-478E-B7F9-5B1AAE67D3F5}_14.png&quot;/&gt;&lt;left val=&quot;506&quot;/&gt;&lt;top val=&quot;292&quot;/&gt;&lt;width val=&quot;197&quot;/&gt;&lt;height val=&quot;214&quot;/&gt;&lt;hasText val=&quot;1&quot;/&gt;&lt;/Image&gt;&lt;/ThreeDShapeInfo&gt;"/>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4A60ACD0-63CC-4F8F-9669-9FAF09743216}_14.png&quot;/&gt;&lt;left val=&quot;437&quot;/&gt;&lt;top val=&quot;248&quot;/&gt;&lt;width val=&quot;276&quot;/&gt;&lt;height val=&quot;37&quot;/&gt;&lt;hasText val=&quot;1&quot;/&gt;&lt;/Image&gt;&lt;/ThreeDShapeInfo&gt;"/>
</p:tagLst>
</file>

<file path=ppt/tags/tag2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BCA75990-CB31-403B-96DC-64FBFD0ADC37}_14.png&quot;/&gt;&lt;left val=&quot;437&quot;/&gt;&lt;top val=&quot;260&quot;/&gt;&lt;width val=&quot;276&quot;/&gt;&lt;height val=&quot;37&quot;/&gt;&lt;hasText val=&quot;1&quot;/&gt;&lt;/Image&gt;&lt;/ThreeDShapeInfo&gt;"/>
</p:tagLst>
</file>

<file path=ppt/tags/tag2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18&quot;/&gt;&lt;lineCharCount val=&quot;12&quot;/&gt;&lt;lineCharCount val=&quot;24&quot;/&gt;&lt;lineCharCount val=&quot;15&quot;/&gt;&lt;lineCharCount val=&quot;18&quot;/&gt;&lt;lineCharCount val=&quot;26&quot;/&gt;&lt;lineCharCount val=&quot;28&quot;/&gt;&lt;lineCharCount val=&quot;15&quot;/&gt;&lt;lineCharCount val=&quot;22&quot;/&gt;&lt;lineCharCount val=&quot;1&quot;/&gt;&lt;lineCharCount val=&quot;1&quot;/&gt;&lt;/TableIndex&gt;&lt;/ShapeTextInfo&gt;"/>
  <p:tag name="HTML_SHAPEINFO" val="&lt;ThreeDShapeInfo&gt;&lt;uuid val=&quot;&quot;/&gt;&lt;isInvalidForFieldText val=&quot;0&quot;/&gt;&lt;Image&gt;&lt;filename val=&quot;C:\Users\sanmi\Documents\My Adobe Presentations\ece552-MIPSR10K\data\asimages\{CB8DE8A3-F654-4AF9-8840-EFFC084F1D5C}_14.png&quot;/&gt;&lt;left val=&quot;25&quot;/&gt;&lt;top val=&quot;54&quot;/&gt;&lt;width val=&quot;307&quot;/&gt;&lt;height val=&quot;368&quot;/&gt;&lt;hasText val=&quot;1&quot;/&gt;&lt;/Image&gt;&lt;/ThreeDShapeInfo&gt;"/>
</p:tagLst>
</file>

<file path=ppt/tags/tag229.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690117316,C:\Users\sanmi\GoogleDrive\UWMdrive\Courses\ECE552\ece552-lec16_MIPSR10K_pptx\Media.ppcx"/>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30A538D6-28D2-4443-AEE9-522EED93B964}_15.png&quot;/&gt;&lt;left val=&quot;35&quot;/&gt;&lt;top val=&quot;21&quot;/&gt;&lt;width val=&quot;588&quot;/&gt;&lt;height val=&quot;98&quot;/&gt;&lt;hasText val=&quot;1&quot;/&gt;&lt;/Image&gt;&lt;/ThreeDShapeInfo&gt;"/>
</p:tagLst>
</file>

<file path=ppt/tags/tag2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3BAB0408-D976-4FED-AE82-81370543E8E1}_15.png&quot;/&gt;&lt;left val=&quot;599&quot;/&gt;&lt;top val=&quot;500&quot;/&gt;&lt;width val=&quot;84&quot;/&gt;&lt;height val=&quot;29&quot;/&gt;&lt;hasText val=&quot;1&quot;/&gt;&lt;/Image&gt;&lt;/ThreeDShape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0&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0&quot;/&gt;&lt;/TableIndex&gt;&lt;TableIndex row=&quot;5&quot; col=&quot;8&quot;&gt;&lt;linesCount val=&quot;0&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TableIndex row=&quot;6&quot; col=&quot;8&quot;&gt;&lt;linesCount val=&quot;0&quot;/&gt;&lt;/TableIndex&gt;&lt;TableIndex row=&quot;6&quot; col=&quot;9&quot;&gt;&lt;linesCount val=&quot;0&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0&quot;/&gt;&lt;/TableIndex&gt;&lt;TableIndex row=&quot;7&quot; col=&quot;8&quot;&gt;&lt;linesCount val=&quot;0&quot;/&gt;&lt;/TableIndex&gt;&lt;TableIndex row=&quot;7&quot; col=&quot;9&quot;&gt;&lt;linesCount val=&quot;0&quot;/&gt;&lt;/TableIndex&gt;&lt;TableIndex row=&quot;7&quot; col=&quot;10&quot;&gt;&lt;linesCount val=&quot;0&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054FEDC2-227B-4446-9E23-52410EB4E456}_15.png&quot;/&gt;&lt;left val=&quot;46&quot;/&gt;&lt;top val=&quot;88&quot;/&gt;&lt;width val=&quot;627&quot;/&gt;&lt;height val=&quot;196&quot;/&gt;&lt;hasText val=&quot;1&quot;/&gt;&lt;/Image&gt;&lt;/ThreeDShapeInfo&gt;"/>
</p:tagLst>
</file>

<file path=ppt/tags/tag2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92025967-642E-489E-970F-1FB523364254}_15.png&quot;/&gt;&lt;left val=&quot;305&quot;/&gt;&lt;top val=&quot;292&quot;/&gt;&lt;width val=&quot;152&quot;/&gt;&lt;height val=&quot;166&quot;/&gt;&lt;hasText val=&quot;1&quot;/&gt;&lt;/Image&gt;&lt;/ThreeDShapeInfo&gt;"/>
</p:tagLst>
</file>

<file path=ppt/tags/tag2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222B2100-6D88-464E-8AB4-666CAA716921}_15.png&quot;/&gt;&lt;left val=&quot;290&quot;/&gt;&lt;top val=&quot;460&quot;/&gt;&lt;width val=&quot;182&quot;/&gt;&lt;height val=&quot;61&quot;/&gt;&lt;hasText val=&quot;1&quot;/&gt;&lt;/Image&gt;&lt;/ThreeDShapeInfo&gt;"/>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AE3F1A94-91F8-4C61-B016-7336D5E5D425}_15.png&quot;/&gt;&lt;left val=&quot;15&quot;/&gt;&lt;top val=&quot;293&quot;/&gt;&lt;width val=&quot;247&quot;/&gt;&lt;height val=&quot;166&quot;/&gt;&lt;hasText val=&quot;1&quot;/&gt;&lt;/Image&gt;&lt;/ThreeDShapeInfo&gt;"/>
</p:tagLst>
</file>

<file path=ppt/tags/tag2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0713F6CF-23BB-4610-9E45-51CD9E13C1BE}_15.png&quot;/&gt;&lt;left val=&quot;506&quot;/&gt;&lt;top val=&quot;292&quot;/&gt;&lt;width val=&quot;197&quot;/&gt;&lt;height val=&quot;214&quot;/&gt;&lt;hasText val=&quot;1&quot;/&gt;&lt;/Image&gt;&lt;/ThreeDShapeInfo&gt;"/>
</p:tagLst>
</file>

<file path=ppt/tags/tag2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25EC9ECD-6AB4-457B-863F-A6937FEE7869}_15.png&quot;/&gt;&lt;left val=&quot;0&quot;/&gt;&lt;top val=&quot;443&quot;/&gt;&lt;width val=&quot;276&quot;/&gt;&lt;height val=&quot;37&quot;/&gt;&lt;hasText val=&quot;1&quot;/&gt;&lt;/Image&gt;&lt;/ThreeDShapeInfo&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166115DB-0F3C-4442-80C1-FEE9B6708EB8}_15.png&quot;/&gt;&lt;left val=&quot;0&quot;/&gt;&lt;top val=&quot;455&quot;/&gt;&lt;width val=&quot;276&quot;/&gt;&lt;height val=&quot;37&quot;/&gt;&lt;hasText val=&quot;1&quot;/&gt;&lt;/Image&gt;&lt;/ThreeDShapeInfo&gt;"/>
</p:tagLst>
</file>

<file path=ppt/tags/tag239.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690117316,C:\Users\sanmi\GoogleDrive\UWMdrive\Courses\ECE552\ece552-lec16_MIPSR10K_pptx\Media.ppcx"/>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FAB640E7-570E-45D0-8CDF-23D2F4B433DE}_16.png&quot;/&gt;&lt;left val=&quot;35&quot;/&gt;&lt;top val=&quot;21&quot;/&gt;&lt;width val=&quot;588&quot;/&gt;&lt;height val=&quot;98&quot;/&gt;&lt;hasText val=&quot;1&quot;/&gt;&lt;/Image&gt;&lt;/ThreeDShape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CD9DCE2A-E56A-4E43-B83E-4AAEB14D1C5B}_16.png&quot;/&gt;&lt;left val=&quot;599&quot;/&gt;&lt;top val=&quot;500&quot;/&gt;&lt;width val=&quot;84&quot;/&gt;&lt;height val=&quot;29&quot;/&gt;&lt;hasText val=&quot;1&quot;/&gt;&lt;/Image&gt;&lt;/ThreeDShape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0&quot;/&gt;&lt;/TableIndex&gt;&lt;TableIndex row=&quot;5&quot; col=&quot;8&quot;&gt;&lt;linesCount val=&quot;0&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TableIndex row=&quot;6&quot; col=&quot;8&quot;&gt;&lt;linesCount val=&quot;0&quot;/&gt;&lt;/TableIndex&gt;&lt;TableIndex row=&quot;6&quot; col=&quot;9&quot;&gt;&lt;linesCount val=&quot;0&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0&quot;/&gt;&lt;/TableIndex&gt;&lt;TableIndex row=&quot;7&quot; col=&quot;8&quot;&gt;&lt;linesCount val=&quot;0&quot;/&gt;&lt;/TableIndex&gt;&lt;TableIndex row=&quot;7&quot; col=&quot;9&quot;&gt;&lt;linesCount val=&quot;0&quot;/&gt;&lt;/TableIndex&gt;&lt;TableIndex row=&quot;7&quot; col=&quot;10&quot;&gt;&lt;linesCount val=&quot;0&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49F0B565-D36F-425C-BF1F-7C31240C2120}_16.png&quot;/&gt;&lt;left val=&quot;46&quot;/&gt;&lt;top val=&quot;88&quot;/&gt;&lt;width val=&quot;627&quot;/&gt;&lt;height val=&quot;196&quot;/&gt;&lt;hasText val=&quot;1&quot;/&gt;&lt;/Image&gt;&lt;/ThreeDShapeInfo&gt;"/>
</p:tagLst>
</file>

<file path=ppt/tags/tag2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CD881F76-AC5C-4D0B-97DD-AC52ABFC150C}_16.png&quot;/&gt;&lt;left val=&quot;305&quot;/&gt;&lt;top val=&quot;292&quot;/&gt;&lt;width val=&quot;152&quot;/&gt;&lt;height val=&quot;166&quot;/&gt;&lt;hasText val=&quot;1&quot;/&gt;&lt;/Image&gt;&lt;/ThreeDShapeInfo&gt;"/>
</p:tagLst>
</file>

<file path=ppt/tags/tag2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A26527EF-2575-4C08-B6D0-67551E166E0E}_16.png&quot;/&gt;&lt;left val=&quot;290&quot;/&gt;&lt;top val=&quot;460&quot;/&gt;&lt;width val=&quot;182&quot;/&gt;&lt;height val=&quot;61&quot;/&gt;&lt;hasText val=&quot;1&quot;/&gt;&lt;/Image&gt;&lt;/ThreeDShapeInfo&gt;"/>
</p:tagLst>
</file>

<file path=ppt/tags/tag2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1&quot;/&gt;&lt;lineCharCount val=&quot;14&quot;/&gt;&lt;/TableIndex&gt;&lt;TableIndex row=&quot;5&quot; col=&quot;3&quot;&gt;&lt;linesCount val=&quot;1&quot;/&gt;&lt;lineCharCount val=&quot;3&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D04AF041-8DDF-4B7B-929C-58CC36CD3CD9}_16.png&quot;/&gt;&lt;left val=&quot;15&quot;/&gt;&lt;top val=&quot;293&quot;/&gt;&lt;width val=&quot;247&quot;/&gt;&lt;height val=&quot;166&quot;/&gt;&lt;hasText val=&quot;1&quot;/&gt;&lt;/Image&gt;&lt;/ThreeDShapeInfo&gt;"/>
</p:tagLst>
</file>

<file path=ppt/tags/tag2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4&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65E6FC09-501F-453D-A45D-B9D283A04577}_16.png&quot;/&gt;&lt;left val=&quot;506&quot;/&gt;&lt;top val=&quot;292&quot;/&gt;&lt;width val=&quot;197&quot;/&gt;&lt;height val=&quot;214&quot;/&gt;&lt;hasText val=&quot;1&quot;/&gt;&lt;/Image&gt;&lt;/ThreeDShapeInfo&gt;"/>
</p:tagLst>
</file>

<file path=ppt/tags/tag2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EDDC371A-7751-4A1E-8150-5C5B02E68851}_16.png&quot;/&gt;&lt;left val=&quot;0&quot;/&gt;&lt;top val=&quot;443&quot;/&gt;&lt;width val=&quot;276&quot;/&gt;&lt;height val=&quot;37&quot;/&gt;&lt;hasText val=&quot;1&quot;/&gt;&lt;/Image&gt;&lt;/ThreeDShapeInfo&gt;"/>
</p:tagLst>
</file>

<file path=ppt/tags/tag2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449F9B5D-A5A4-43C8-AEA5-6D256A4479D5}_16.png&quot;/&gt;&lt;left val=&quot;0&quot;/&gt;&lt;top val=&quot;455&quot;/&gt;&lt;width val=&quot;276&quot;/&gt;&lt;height val=&quot;37&quot;/&gt;&lt;hasText val=&quot;1&quot;/&gt;&lt;/Image&gt;&lt;/ThreeDShapeInfo&gt;"/>
</p:tagLst>
</file>

<file path=ppt/tags/tag2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5&quot;/&gt;&lt;lineCharCount val=&quot;11&quot;/&gt;&lt;/TableIndex&gt;&lt;/ShapeTextInfo&gt;"/>
  <p:tag name="HTML_SHAPEINFO" val="&lt;ThreeDShapeInfo&gt;&lt;uuid val=&quot;&quot;/&gt;&lt;isInvalidForFieldText val=&quot;0&quot;/&gt;&lt;Image&gt;&lt;filename val=&quot;C:\Users\sanmi\Documents\My Adobe Presentations\ece552-MIPSR10K\data\asimages\{DB73F182-9B8B-48EA-9F76-8D52B651834E}_16.png&quot;/&gt;&lt;left val=&quot;34&quot;/&gt;&lt;top val=&quot;476&quot;/&gt;&lt;width val=&quot;214&quot;/&gt;&lt;height val=&quot;60&quot;/&gt;&lt;hasText val=&quot;1&quot;/&gt;&lt;/Image&gt;&lt;/ThreeDShapeInfo&gt;"/>
</p:tagLst>
</file>

<file path=ppt/tags/tag250.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690117316,C:\Users\sanmi\GoogleDrive\UWMdrive\Courses\ECE552\ece552-lec16_MIPSR10K_pptx\Media.ppcx"/>
</p:tagLst>
</file>

<file path=ppt/tags/tag2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A21747DB-D34E-4295-8FFD-BE358E9AA353}_17.png&quot;/&gt;&lt;left val=&quot;35&quot;/&gt;&lt;top val=&quot;21&quot;/&gt;&lt;width val=&quot;588&quot;/&gt;&lt;height val=&quot;98&quot;/&gt;&lt;hasText val=&quot;1&quot;/&gt;&lt;/Image&gt;&lt;/ThreeDShapeInfo&gt;"/>
</p:tagLst>
</file>

<file path=ppt/tags/tag2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6DD2973D-67BE-464A-BF99-7E31B3C7A5E9}_17.png&quot;/&gt;&lt;left val=&quot;599&quot;/&gt;&lt;top val=&quot;500&quot;/&gt;&lt;width val=&quot;84&quot;/&gt;&lt;height val=&quot;29&quot;/&gt;&lt;hasText val=&quot;1&quot;/&gt;&lt;/Image&gt;&lt;/ThreeDShapeInfo&gt;"/>
</p:tagLst>
</file>

<file path=ppt/tags/tag2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0&quot;/&gt;&lt;/TableIndex&gt;&lt;TableIndex row=&quot;5&quot; col=&quot;7&quot;&gt;&lt;linesCount val=&quot;0&quot;/&gt;&lt;/TableIndex&gt;&lt;TableIndex row=&quot;5&quot; col=&quot;8&quot;&gt;&lt;linesCount val=&quot;0&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TableIndex row=&quot;6&quot; col=&quot;8&quot;&gt;&lt;linesCount val=&quot;0&quot;/&gt;&lt;/TableIndex&gt;&lt;TableIndex row=&quot;6&quot; col=&quot;9&quot;&gt;&lt;linesCount val=&quot;0&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0&quot;/&gt;&lt;/TableIndex&gt;&lt;TableIndex row=&quot;7&quot; col=&quot;8&quot;&gt;&lt;linesCount val=&quot;0&quot;/&gt;&lt;/TableIndex&gt;&lt;TableIndex row=&quot;7&quot; col=&quot;9&quot;&gt;&lt;linesCount val=&quot;0&quot;/&gt;&lt;/TableIndex&gt;&lt;TableIndex row=&quot;7&quot; col=&quot;10&quot;&gt;&lt;linesCount val=&quot;0&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DDC9CDC0-525E-4293-94FE-6A61406859A8}_17.png&quot;/&gt;&lt;left val=&quot;46&quot;/&gt;&lt;top val=&quot;88&quot;/&gt;&lt;width val=&quot;627&quot;/&gt;&lt;height val=&quot;196&quot;/&gt;&lt;hasText val=&quot;1&quot;/&gt;&lt;/Image&gt;&lt;/ThreeDShapeInfo&gt;"/>
</p:tagLst>
</file>

<file path=ppt/tags/tag2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6E0B979A-F25C-4604-85B5-F780F178534C}_17.png&quot;/&gt;&lt;left val=&quot;305&quot;/&gt;&lt;top val=&quot;292&quot;/&gt;&lt;width val=&quot;152&quot;/&gt;&lt;height val=&quot;166&quot;/&gt;&lt;hasText val=&quot;1&quot;/&gt;&lt;/Image&gt;&lt;/ThreeDShapeInfo&gt;"/>
</p:tagLst>
</file>

<file path=ppt/tags/tag2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948CE95C-2E06-4D08-9EBE-2E0BF1673B31}_17.png&quot;/&gt;&lt;left val=&quot;290&quot;/&gt;&lt;top val=&quot;460&quot;/&gt;&lt;width val=&quot;182&quot;/&gt;&lt;height val=&quot;61&quot;/&gt;&lt;hasText val=&quot;1&quot;/&gt;&lt;/Image&gt;&lt;/ThreeDShapeInfo&gt;"/>
</p:tagLst>
</file>

<file path=ppt/tags/tag2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1&quot;/&gt;&lt;lineCharCount val=&quot;18&quot;/&gt;&lt;/TableIndex&gt;&lt;TableIndex row=&quot;4&quot; col=&quot;3&quot;&gt;&lt;linesCount val=&quot;1&quot;/&gt;&lt;lineCharCount val=&quot;3&quot;/&gt;&lt;/TableIndex&gt;&lt;TableIndex row=&quot;4&quot; col=&quot;4&quot;&gt;&lt;linesCount val=&quot;1&quot;/&gt;&lt;lineCharCount val=&quot;3&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E497ABDA-2A3A-4224-8AFB-84A4CB303C53}_17.png&quot;/&gt;&lt;left val=&quot;15&quot;/&gt;&lt;top val=&quot;293&quot;/&gt;&lt;width val=&quot;247&quot;/&gt;&lt;height val=&quot;166&quot;/&gt;&lt;hasText val=&quot;1&quot;/&gt;&lt;/Image&gt;&lt;/ThreeDShapeInfo&gt;"/>
</p:tagLst>
</file>

<file path=ppt/tags/tag2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4&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1&quot;/&gt;&lt;lineCharCount val=&quot;18&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FD1806AB-A5FE-4F79-A0C2-4064B3FC92E4}_17.png&quot;/&gt;&lt;left val=&quot;506&quot;/&gt;&lt;top val=&quot;292&quot;/&gt;&lt;width val=&quot;197&quot;/&gt;&lt;height val=&quot;214&quot;/&gt;&lt;hasText val=&quot;1&quot;/&gt;&lt;/Image&gt;&lt;/ThreeDShapeInfo&gt;"/>
</p:tagLst>
</file>

<file path=ppt/tags/tag2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1CE9186F-0AD1-4BAA-8FC5-41A206A67CB8}_17.png&quot;/&gt;&lt;left val=&quot;0&quot;/&gt;&lt;top val=&quot;443&quot;/&gt;&lt;width val=&quot;276&quot;/&gt;&lt;height val=&quot;37&quot;/&gt;&lt;hasText val=&quot;1&quot;/&gt;&lt;/Image&gt;&lt;/ThreeDShapeInfo&gt;"/>
</p:tagLst>
</file>

<file path=ppt/tags/tag2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51077699-25A2-4B03-B673-038748273446}_17.png&quot;/&gt;&lt;left val=&quot;0&quot;/&gt;&lt;top val=&quot;455&quot;/&gt;&lt;width val=&quot;276&quot;/&gt;&lt;height val=&quot;37&quot;/&gt;&lt;hasText val=&quot;1&quot;/&gt;&lt;/Image&gt;&lt;/ThreeDShapeInfo&gt;"/>
</p:tagLst>
</file>

<file path=ppt/tags/tag260.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690117316,C:\Users\sanmi\GoogleDrive\UWMdrive\Courses\ECE552\ece552-lec16_MIPSR10K_pptx\Media.ppcx"/>
</p:tagLst>
</file>

<file path=ppt/tags/tag2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6EA4F8D4-C5F6-44C5-AC66-5F1CE514F189}_18.png&quot;/&gt;&lt;left val=&quot;35&quot;/&gt;&lt;top val=&quot;21&quot;/&gt;&lt;width val=&quot;588&quot;/&gt;&lt;height val=&quot;98&quot;/&gt;&lt;hasText val=&quot;1&quot;/&gt;&lt;/Image&gt;&lt;/ThreeDShapeInfo&gt;"/>
</p:tagLst>
</file>

<file path=ppt/tags/tag2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C3CFA6B8-ADC2-4467-9BA2-05F0EEE83982}_18.png&quot;/&gt;&lt;left val=&quot;599&quot;/&gt;&lt;top val=&quot;500&quot;/&gt;&lt;width val=&quot;84&quot;/&gt;&lt;height val=&quot;29&quot;/&gt;&lt;hasText val=&quot;1&quot;/&gt;&lt;/Image&gt;&lt;/ThreeDShapeInfo&gt;"/>
</p:tagLst>
</file>

<file path=ppt/tags/tag2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0&quot;/&gt;&lt;/TableIndex&gt;&lt;TableIndex row=&quot;5&quot; col=&quot;8&quot;&gt;&lt;linesCount val=&quot;0&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0&quot;/&gt;&lt;/TableIndex&gt;&lt;TableIndex row=&quot;6&quot; col=&quot;8&quot;&gt;&lt;linesCount val=&quot;0&quot;/&gt;&lt;/TableIndex&gt;&lt;TableIndex row=&quot;6&quot; col=&quot;9&quot;&gt;&lt;linesCount val=&quot;0&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0&quot;/&gt;&lt;/TableIndex&gt;&lt;TableIndex row=&quot;7&quot; col=&quot;8&quot;&gt;&lt;linesCount val=&quot;0&quot;/&gt;&lt;/TableIndex&gt;&lt;TableIndex row=&quot;7&quot; col=&quot;9&quot;&gt;&lt;linesCount val=&quot;0&quot;/&gt;&lt;/TableIndex&gt;&lt;TableIndex row=&quot;7&quot; col=&quot;10&quot;&gt;&lt;linesCount val=&quot;0&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1D5F8551-6D40-4C0A-ACD8-8F0BC7DE5BF6}_18.png&quot;/&gt;&lt;left val=&quot;46&quot;/&gt;&lt;top val=&quot;88&quot;/&gt;&lt;width val=&quot;627&quot;/&gt;&lt;height val=&quot;196&quot;/&gt;&lt;hasText val=&quot;1&quot;/&gt;&lt;/Image&gt;&lt;/ThreeDShapeInfo&gt;"/>
</p:tagLst>
</file>

<file path=ppt/tags/tag2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760BE970-D2B8-4A1E-8478-79E71F317CAD}_18.png&quot;/&gt;&lt;left val=&quot;305&quot;/&gt;&lt;top val=&quot;292&quot;/&gt;&lt;width val=&quot;152&quot;/&gt;&lt;height val=&quot;166&quot;/&gt;&lt;hasText val=&quot;1&quot;/&gt;&lt;/Image&gt;&lt;/ThreeDShapeInfo&gt;"/>
</p:tagLst>
</file>

<file path=ppt/tags/tag2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MIPSR10K\data\asimages\{45AEF9CB-7244-49B6-A154-F1522D5C9590}_18.png&quot;/&gt;&lt;left val=&quot;290&quot;/&gt;&lt;top val=&quot;460&quot;/&gt;&lt;width val=&quot;182&quot;/&gt;&lt;height val=&quot;61&quot;/&gt;&lt;hasText val=&quot;1&quot;/&gt;&lt;/Image&gt;&lt;/ThreeDShapeInfo&gt;"/>
</p:tagLst>
</file>

<file path=ppt/tags/tag2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1&quot;/&gt;&lt;lineCharCount val=&quot;17&quot;/&gt;&lt;/TableIndex&gt;&lt;TableIndex row=&quot;3&quot; col=&quot;3&quot;&gt;&lt;linesCount val=&quot;1&quot;/&gt;&lt;lineCharCount val=&quot;3&quot;/&gt;&lt;/TableIndex&gt;&lt;TableIndex row=&quot;3&quot; col=&quot;4&quot;&gt;&lt;linesCount val=&quot;0&quot;/&gt;&lt;/TableIndex&gt;&lt;TableIndex row=&quot;4&quot; col=&quot;1&quot;&gt;&lt;linesCount val=&quot;1&quot;/&gt;&lt;lineCharCount val=&quot;3&quot;/&gt;&lt;/TableIndex&gt;&lt;TableIndex row=&quot;4&quot; col=&quot;2&quot;&gt;&lt;linesCount val=&quot;1&quot;/&gt;&lt;lineCharCount val=&quot;18&quot;/&gt;&lt;/TableIndex&gt;&lt;TableIndex row=&quot;4&quot; col=&quot;3&quot;&gt;&lt;linesCount val=&quot;1&quot;/&gt;&lt;lineCharCount val=&quot;3&quot;/&gt;&lt;/TableIndex&gt;&lt;TableIndex row=&quot;4&quot; col=&quot;4&quot;&gt;&lt;linesCount val=&quot;1&quot;/&gt;&lt;lineCharCount val=&quot;3&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72660774-1E89-4863-9A89-1818BD5BF824}_18.png&quot;/&gt;&lt;left val=&quot;15&quot;/&gt;&lt;top val=&quot;293&quot;/&gt;&lt;width val=&quot;247&quot;/&gt;&lt;height val=&quot;166&quot;/&gt;&lt;hasText val=&quot;1&quot;/&gt;&lt;/Image&gt;&lt;/ThreeDShapeInfo&gt;"/>
</p:tagLst>
</file>

<file path=ppt/tags/tag2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4&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1&quot;/&gt;&lt;lineCharCount val=&quot;18&quot;/&gt;&lt;/TableIndex&gt;&lt;TableIndex row=&quot;4&quot; col=&quot;2&quot;&gt;&lt;linesCount val=&quot;0&quot;/&gt;&lt;/TableIndex&gt;&lt;TableIndex row=&quot;4&quot; col=&quot;3&quot;&gt;&lt;linesCount val=&quot;0&quot;/&gt;&lt;/TableIndex&gt;&lt;TableIndex row=&quot;5&quot; col=&quot;1&quot;&gt;&lt;linesCount val=&quot;1&quot;/&gt;&lt;lineCharCount val=&quot;17&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62ECD7F0-9A46-4C8C-B03C-AEC5DEB94749}_18.png&quot;/&gt;&lt;left val=&quot;506&quot;/&gt;&lt;top val=&quot;292&quot;/&gt;&lt;width val=&quot;197&quot;/&gt;&lt;height val=&quot;214&quot;/&gt;&lt;hasText val=&quot;1&quot;/&gt;&lt;/Image&gt;&lt;/ThreeDShapeInfo&gt;"/>
</p:tagLst>
</file>

<file path=ppt/tags/tag2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BE9142ED-2C66-4C53-BE63-120C4456DCBF}_18.png&quot;/&gt;&lt;left val=&quot;0&quot;/&gt;&lt;top val=&quot;443&quot;/&gt;&lt;width val=&quot;276&quot;/&gt;&lt;height val=&quot;37&quot;/&gt;&lt;hasText val=&quot;1&quot;/&gt;&lt;/Image&gt;&lt;/ThreeDShapeInfo&gt;"/>
</p:tagLst>
</file>

<file path=ppt/tags/tag2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E07CEFE2-4CA8-40E7-96CD-901EBF14E04A}_18.png&quot;/&gt;&lt;left val=&quot;0&quot;/&gt;&lt;top val=&quot;455&quot;/&gt;&lt;width val=&quot;276&quot;/&gt;&lt;height val=&quot;37&quot;/&gt;&lt;hasText val=&quot;1&quot;/&gt;&lt;/Image&gt;&lt;/ThreeDShapeInfo&gt;"/>
</p:tagLst>
</file>

<file path=ppt/tags/tag270.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690117316,C:\Users\sanmi\GoogleDrive\UWMdrive\Courses\ECE552\ece552-lec16_MIPSR10K_pptx\Media.ppcx"/>
</p:tagLst>
</file>

<file path=ppt/tags/tag2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2666A5E0-434E-4357-A01D-F1939577F51E}_19.png&quot;/&gt;&lt;left val=&quot;0&quot;/&gt;&lt;top val=&quot;443&quot;/&gt;&lt;width val=&quot;276&quot;/&gt;&lt;height val=&quot;37&quot;/&gt;&lt;hasText val=&quot;1&quot;/&gt;&lt;/Image&gt;&lt;/ThreeDShapeInfo&gt;"/>
</p:tagLst>
</file>

<file path=ppt/tags/tag2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464EBA1C-23D2-4EA0-9144-A813611B597E}_19.png&quot;/&gt;&lt;left val=&quot;35&quot;/&gt;&lt;top val=&quot;21&quot;/&gt;&lt;width val=&quot;588&quot;/&gt;&lt;height val=&quot;98&quot;/&gt;&lt;hasText val=&quot;1&quot;/&gt;&lt;/Image&gt;&lt;/ThreeDShapeInfo&gt;"/>
</p:tagLst>
</file>

<file path=ppt/tags/tag2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1ED01A69-320C-43AD-AD72-9189C387D030}_19.png&quot;/&gt;&lt;left val=&quot;599&quot;/&gt;&lt;top val=&quot;500&quot;/&gt;&lt;width val=&quot;84&quot;/&gt;&lt;height val=&quot;29&quot;/&gt;&lt;hasText val=&quot;1&quot;/&gt;&lt;/Image&gt;&lt;/ThreeDShapeInfo&gt;"/>
</p:tagLst>
</file>

<file path=ppt/tags/tag2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0&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0&quot;/&gt;&lt;/TableIndex&gt;&lt;TableIndex row=&quot;6&quot; col=&quot;9&quot;&gt;&lt;linesCount val=&quot;0&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0&quot;/&gt;&lt;/TableIndex&gt;&lt;TableIndex row=&quot;7&quot; col=&quot;9&quot;&gt;&lt;linesCount val=&quot;0&quot;/&gt;&lt;/TableIndex&gt;&lt;TableIndex row=&quot;7&quot; col=&quot;10&quot;&gt;&lt;linesCount val=&quot;0&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57CDF058-2566-4E11-9D16-135B1CC859E6}_19.png&quot;/&gt;&lt;left val=&quot;46&quot;/&gt;&lt;top val=&quot;88&quot;/&gt;&lt;width val=&quot;627&quot;/&gt;&lt;height val=&quot;196&quot;/&gt;&lt;hasText val=&quot;1&quot;/&gt;&lt;/Image&gt;&lt;/ThreeDShapeInfo&gt;"/>
</p:tagLst>
</file>

<file path=ppt/tags/tag2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3B0854A9-0535-40E7-85B6-1664F1CF0786}_19.png&quot;/&gt;&lt;left val=&quot;305&quot;/&gt;&lt;top val=&quot;292&quot;/&gt;&lt;width val=&quot;152&quot;/&gt;&lt;height val=&quot;166&quot;/&gt;&lt;hasText val=&quot;1&quot;/&gt;&lt;/Image&gt;&lt;/ThreeDShapeInfo&gt;"/>
</p:tagLst>
</file>

<file path=ppt/tags/tag2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MIPSR10K\data\asimages\{25B3EE3E-D8E7-4819-9C25-2E135C31E680}_19.png&quot;/&gt;&lt;left val=&quot;290&quot;/&gt;&lt;top val=&quot;460&quot;/&gt;&lt;width val=&quot;182&quot;/&gt;&lt;height val=&quot;61&quot;/&gt;&lt;hasText val=&quot;1&quot;/&gt;&lt;/Image&gt;&lt;/ThreeDShapeInfo&gt;"/>
</p:tagLst>
</file>

<file path=ppt/tags/tag2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1&quot;/&gt;&lt;lineCharCount val=&quot;17&quot;/&gt;&lt;/TableIndex&gt;&lt;TableIndex row=&quot;3&quot; col=&quot;3&quot;&gt;&lt;linesCount val=&quot;1&quot;/&gt;&lt;lineCharCount val=&quot;3&quot;/&gt;&lt;/TableIndex&gt;&lt;TableIndex row=&quot;3&quot; col=&quot;4&quot;&gt;&lt;linesCount val=&quot;0&quot;/&gt;&lt;/TableIndex&gt;&lt;TableIndex row=&quot;4&quot; col=&quot;1&quot;&gt;&lt;linesCount val=&quot;1&quot;/&gt;&lt;lineCharCount val=&quot;3&quot;/&gt;&lt;/TableIndex&gt;&lt;TableIndex row=&quot;4&quot; col=&quot;2&quot;&gt;&lt;linesCount val=&quot;1&quot;/&gt;&lt;lineCharCount val=&quot;18&quot;/&gt;&lt;/TableIndex&gt;&lt;TableIndex row=&quot;4&quot; col=&quot;3&quot;&gt;&lt;linesCount val=&quot;1&quot;/&gt;&lt;lineCharCount val=&quot;3&quot;/&gt;&lt;/TableIndex&gt;&lt;TableIndex row=&quot;4&quot; col=&quot;4&quot;&gt;&lt;linesCount val=&quot;1&quot;/&gt;&lt;lineCharCount val=&quot;3&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1&quot;/&gt;&lt;lineCharCount val=&quot;18&quot;/&gt;&lt;/TableIndex&gt;&lt;TableIndex row=&quot;6&quot; col=&quot;3&quot;&gt;&lt;linesCount val=&quot;1&quot;/&gt;&lt;lineCharCount val=&quot;3&quot;/&gt;&lt;/TableIndex&gt;&lt;TableIndex row=&quot;6&quot; col=&quot;4&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3A4200BF-2C29-4A4F-A2C5-883DB8BBF95E}_19.png&quot;/&gt;&lt;left val=&quot;15&quot;/&gt;&lt;top val=&quot;293&quot;/&gt;&lt;width val=&quot;247&quot;/&gt;&lt;height val=&quot;166&quot;/&gt;&lt;hasText val=&quot;1&quot;/&gt;&lt;/Image&gt;&lt;/ThreeDShapeInfo&gt;"/>
</p:tagLst>
</file>

<file path=ppt/tags/tag2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4&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1&quot;/&gt;&lt;lineCharCount val=&quot;18&quot;/&gt;&lt;/TableIndex&gt;&lt;TableIndex row=&quot;4&quot; col=&quot;2&quot;&gt;&lt;linesCount val=&quot;0&quot;/&gt;&lt;/TableIndex&gt;&lt;TableIndex row=&quot;4&quot; col=&quot;3&quot;&gt;&lt;linesCount val=&quot;0&quot;/&gt;&lt;/TableIndex&gt;&lt;TableIndex row=&quot;5&quot; col=&quot;1&quot;&gt;&lt;linesCount val=&quot;1&quot;/&gt;&lt;lineCharCount val=&quot;17&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8&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74326A0B-8215-4C25-A149-E3F6DC9AE4DC}_19.png&quot;/&gt;&lt;left val=&quot;506&quot;/&gt;&lt;top val=&quot;292&quot;/&gt;&lt;width val=&quot;197&quot;/&gt;&lt;height val=&quot;214&quot;/&gt;&lt;hasText val=&quot;1&quot;/&gt;&lt;/Image&gt;&lt;/ThreeDShapeInfo&gt;"/>
</p:tagLst>
</file>

<file path=ppt/tags/tag2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D58D5F67-F1D7-47EF-A5CB-C216BEFEFC28}_19.png&quot;/&gt;&lt;left val=&quot;0&quot;/&gt;&lt;top val=&quot;455&quot;/&gt;&lt;width val=&quot;276&quot;/&gt;&lt;height val=&quot;37&quot;/&gt;&lt;hasText val=&quot;1&quot;/&gt;&lt;/Image&gt;&lt;/ThreeDShapeInfo&gt;"/>
</p:tagLst>
</file>

<file path=ppt/tags/tag280.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690117316,C:\Users\sanmi\GoogleDrive\UWMdrive\Courses\ECE552\ece552-lec16_MIPSR10K_pptx\Media.ppcx"/>
</p:tagLst>
</file>

<file path=ppt/tags/tag2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48DE204C-F030-4891-9A17-B3FD4BCDEA67}_20.png&quot;/&gt;&lt;left val=&quot;0&quot;/&gt;&lt;top val=&quot;443&quot;/&gt;&lt;width val=&quot;276&quot;/&gt;&lt;height val=&quot;37&quot;/&gt;&lt;hasText val=&quot;1&quot;/&gt;&lt;/Image&gt;&lt;/ThreeDShapeInfo&gt;"/>
</p:tagLst>
</file>

<file path=ppt/tags/tag2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B62F1F1A-9251-4823-BC7B-3EAC9DB80F09}_20.png&quot;/&gt;&lt;left val=&quot;35&quot;/&gt;&lt;top val=&quot;21&quot;/&gt;&lt;width val=&quot;588&quot;/&gt;&lt;height val=&quot;98&quot;/&gt;&lt;hasText val=&quot;1&quot;/&gt;&lt;/Image&gt;&lt;/ThreeDShapeInfo&gt;"/>
</p:tagLst>
</file>

<file path=ppt/tags/tag2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47B199A1-FFED-4215-B217-25314A823414}_20.png&quot;/&gt;&lt;left val=&quot;599&quot;/&gt;&lt;top val=&quot;500&quot;/&gt;&lt;width val=&quot;84&quot;/&gt;&lt;height val=&quot;29&quot;/&gt;&lt;hasText val=&quot;1&quot;/&gt;&lt;/Image&gt;&lt;/ThreeDShapeInfo&gt;"/>
</p:tagLst>
</file>

<file path=ppt/tags/tag2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0&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0&quot;/&gt;&lt;/TableIndex&gt;&lt;TableIndex row=&quot;7&quot; col=&quot;10&quot;&gt;&lt;linesCount val=&quot;0&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9920253C-325F-44A1-A506-600AEF5FB455}_20.png&quot;/&gt;&lt;left val=&quot;46&quot;/&gt;&lt;top val=&quot;88&quot;/&gt;&lt;width val=&quot;627&quot;/&gt;&lt;height val=&quot;196&quot;/&gt;&lt;hasText val=&quot;1&quot;/&gt;&lt;/Image&gt;&lt;/ThreeDShapeInfo&gt;"/>
</p:tagLst>
</file>

<file path=ppt/tags/tag2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46B281DF-38F1-4949-A040-012C01E4EBB3}_20.png&quot;/&gt;&lt;left val=&quot;305&quot;/&gt;&lt;top val=&quot;292&quot;/&gt;&lt;width val=&quot;152&quot;/&gt;&lt;height val=&quot;166&quot;/&gt;&lt;hasText val=&quot;1&quot;/&gt;&lt;/Image&gt;&lt;/ThreeDShapeInfo&gt;"/>
</p:tagLst>
</file>

<file path=ppt/tags/tag2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MIPSR10K\data\asimages\{97474588-E2BE-4E3A-A98E-CA595835F448}_20.png&quot;/&gt;&lt;left val=&quot;290&quot;/&gt;&lt;top val=&quot;460&quot;/&gt;&lt;width val=&quot;182&quot;/&gt;&lt;height val=&quot;61&quot;/&gt;&lt;hasText val=&quot;1&quot;/&gt;&lt;/Image&gt;&lt;/ThreeDShapeInfo&gt;"/>
</p:tagLst>
</file>

<file path=ppt/tags/tag2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1&quot;/&gt;&lt;lineCharCount val=&quot;17&quot;/&gt;&lt;/TableIndex&gt;&lt;TableIndex row=&quot;3&quot; col=&quot;3&quot;&gt;&lt;linesCount val=&quot;1&quot;/&gt;&lt;lineCharCount val=&quot;3&quot;/&gt;&lt;/TableIndex&gt;&lt;TableIndex row=&quot;3&quot; col=&quot;4&quot;&gt;&lt;linesCount val=&quot;0&quot;/&gt;&lt;/TableIndex&gt;&lt;TableIndex row=&quot;4&quot; col=&quot;1&quot;&gt;&lt;linesCount val=&quot;1&quot;/&gt;&lt;lineCharCount val=&quot;3&quot;/&gt;&lt;/TableIndex&gt;&lt;TableIndex row=&quot;4&quot; col=&quot;2&quot;&gt;&lt;linesCount val=&quot;1&quot;/&gt;&lt;lineCharCount val=&quot;18&quot;/&gt;&lt;/TableIndex&gt;&lt;TableIndex row=&quot;4&quot; col=&quot;3&quot;&gt;&lt;linesCount val=&quot;1&quot;/&gt;&lt;lineCharCount val=&quot;3&quot;/&gt;&lt;/TableIndex&gt;&lt;TableIndex row=&quot;4&quot; col=&quot;4&quot;&gt;&lt;linesCount val=&quot;1&quot;/&gt;&lt;lineCharCount val=&quot;3&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51ABE01D-16AB-4EA8-A190-9AAF674ED15E}_20.png&quot;/&gt;&lt;left val=&quot;15&quot;/&gt;&lt;top val=&quot;293&quot;/&gt;&lt;width val=&quot;247&quot;/&gt;&lt;height val=&quot;166&quot;/&gt;&lt;hasText val=&quot;1&quot;/&gt;&lt;/Image&gt;&lt;/ThreeDShapeInfo&gt;"/>
</p:tagLst>
</file>

<file path=ppt/tags/tag2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4&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1&quot;/&gt;&lt;lineCharCount val=&quot;18&quot;/&gt;&lt;/TableIndex&gt;&lt;TableIndex row=&quot;4&quot; col=&quot;2&quot;&gt;&lt;linesCount val=&quot;0&quot;/&gt;&lt;/TableIndex&gt;&lt;TableIndex row=&quot;4&quot; col=&quot;3&quot;&gt;&lt;linesCount val=&quot;0&quot;/&gt;&lt;/TableIndex&gt;&lt;TableIndex row=&quot;5&quot; col=&quot;1&quot;&gt;&lt;linesCount val=&quot;1&quot;/&gt;&lt;lineCharCount val=&quot;17&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8&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E6F0C1E8-DCDD-40E6-860F-FCDFE68A9D87}_20.png&quot;/&gt;&lt;left val=&quot;506&quot;/&gt;&lt;top val=&quot;292&quot;/&gt;&lt;width val=&quot;197&quot;/&gt;&lt;height val=&quot;214&quot;/&gt;&lt;hasText val=&quot;1&quot;/&gt;&lt;/Image&gt;&lt;/ThreeDShapeInfo&gt;"/>
</p:tagLst>
</file>

<file path=ppt/tags/tag2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2632EF83-0561-4C63-A04A-0701D8035736}_20.png&quot;/&gt;&lt;left val=&quot;0&quot;/&gt;&lt;top val=&quot;455&quot;/&gt;&lt;width val=&quot;276&quot;/&gt;&lt;height val=&quot;37&quot;/&gt;&lt;hasText val=&quot;1&quot;/&gt;&lt;/Image&gt;&lt;/ThreeDShapeInfo&gt;"/>
</p:tagLst>
</file>

<file path=ppt/tags/tag290.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690117316,C:\Users\sanmi\GoogleDrive\UWMdrive\Courses\ECE552\ece552-lec16_MIPSR10K_pptx\Media.ppcx"/>
</p:tagLst>
</file>

<file path=ppt/tags/tag2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02FA79B4-2964-4AAF-A613-EA1B82552720}_21.png&quot;/&gt;&lt;left val=&quot;0&quot;/&gt;&lt;top val=&quot;443&quot;/&gt;&lt;width val=&quot;276&quot;/&gt;&lt;height val=&quot;37&quot;/&gt;&lt;hasText val=&quot;1&quot;/&gt;&lt;/Image&gt;&lt;/ThreeDShapeInfo&gt;"/>
</p:tagLst>
</file>

<file path=ppt/tags/tag2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0286B814-192E-452C-9DBE-F63330FA9F98}_21.png&quot;/&gt;&lt;left val=&quot;35&quot;/&gt;&lt;top val=&quot;21&quot;/&gt;&lt;width val=&quot;588&quot;/&gt;&lt;height val=&quot;98&quot;/&gt;&lt;hasText val=&quot;1&quot;/&gt;&lt;/Image&gt;&lt;/ThreeDShapeInfo&gt;"/>
</p:tagLst>
</file>

<file path=ppt/tags/tag2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CC30E55B-F6A5-4A7C-80AC-E253168D5D10}_21.png&quot;/&gt;&lt;left val=&quot;599&quot;/&gt;&lt;top val=&quot;500&quot;/&gt;&lt;width val=&quot;84&quot;/&gt;&lt;height val=&quot;29&quot;/&gt;&lt;hasText val=&quot;1&quot;/&gt;&lt;/Image&gt;&lt;/ThreeDShapeInfo&gt;"/>
</p:tagLst>
</file>

<file path=ppt/tags/tag2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0&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043279CB-48CE-4112-BF1D-EC66BFD73B4E}_21.png&quot;/&gt;&lt;left val=&quot;46&quot;/&gt;&lt;top val=&quot;88&quot;/&gt;&lt;width val=&quot;627&quot;/&gt;&lt;height val=&quot;196&quot;/&gt;&lt;hasText val=&quot;1&quot;/&gt;&lt;/Image&gt;&lt;/ThreeDShapeInfo&gt;"/>
</p:tagLst>
</file>

<file path=ppt/tags/tag2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974AB76B-E4B7-415E-BEFC-42356DA1C80D}_21.png&quot;/&gt;&lt;left val=&quot;305&quot;/&gt;&lt;top val=&quot;292&quot;/&gt;&lt;width val=&quot;152&quot;/&gt;&lt;height val=&quot;166&quot;/&gt;&lt;hasText val=&quot;1&quot;/&gt;&lt;/Image&gt;&lt;/ThreeDShapeInfo&gt;"/>
</p:tagLst>
</file>

<file path=ppt/tags/tag2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MIPSR10K\data\asimages\{237C23DA-AC7C-490B-87C0-39F5B4281628}_21.png&quot;/&gt;&lt;left val=&quot;290&quot;/&gt;&lt;top val=&quot;460&quot;/&gt;&lt;width val=&quot;182&quot;/&gt;&lt;height val=&quot;61&quot;/&gt;&lt;hasText val=&quot;1&quot;/&gt;&lt;/Image&gt;&lt;/ThreeDShapeInfo&gt;"/>
</p:tagLst>
</file>

<file path=ppt/tags/tag2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1&quot;/&gt;&lt;lineCharCount val=&quot;17&quot;/&gt;&lt;/TableIndex&gt;&lt;TableIndex row=&quot;3&quot; col=&quot;3&quot;&gt;&lt;linesCount val=&quot;1&quot;/&gt;&lt;lineCharCount val=&quot;3&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2982A034-543E-4AA7-A0C9-98D2F316C80B}_21.png&quot;/&gt;&lt;left val=&quot;15&quot;/&gt;&lt;top val=&quot;293&quot;/&gt;&lt;width val=&quot;247&quot;/&gt;&lt;height val=&quot;166&quot;/&gt;&lt;hasText val=&quot;1&quot;/&gt;&lt;/Image&gt;&lt;/ThreeDShapeInfo&gt;"/>
</p:tagLst>
</file>

<file path=ppt/tags/tag2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4&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1&quot;/&gt;&lt;lineCharCount val=&quot;18&quot;/&gt;&lt;/TableIndex&gt;&lt;TableIndex row=&quot;4&quot; col=&quot;2&quot;&gt;&lt;linesCount val=&quot;0&quot;/&gt;&lt;/TableIndex&gt;&lt;TableIndex row=&quot;4&quot; col=&quot;3&quot;&gt;&lt;linesCount val=&quot;0&quot;/&gt;&lt;/TableIndex&gt;&lt;TableIndex row=&quot;5&quot; col=&quot;1&quot;&gt;&lt;linesCount val=&quot;1&quot;/&gt;&lt;lineCharCount val=&quot;17&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8&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1&quot;/&gt;&lt;lineCharCount val=&quot;17&quot;/&gt;&lt;/TableIndex&gt;&lt;TableIndex row=&quot;7&quot; col=&quot;2&quot;&gt;&lt;linesCount val=&quot;1&quot;/&gt;&lt;lineCharCount val=&quot;2&quot;/&gt;&lt;/TableIndex&gt;&lt;TableIndex row=&quot;7&quot; col=&quot;3&quot;&gt;&lt;linesCount val=&quot;1&quot;/&gt;&lt;lineCharCount val=&quot;2&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00BAFDA3-39FA-4F3C-A146-DB3AFFD22A3E}_21.png&quot;/&gt;&lt;left val=&quot;506&quot;/&gt;&lt;top val=&quot;292&quot;/&gt;&lt;width val=&quot;197&quot;/&gt;&lt;height val=&quot;214&quot;/&gt;&lt;hasText val=&quot;1&quot;/&gt;&lt;/Image&gt;&lt;/ThreeDShapeInfo&gt;"/>
</p:tagLst>
</file>

<file path=ppt/tags/tag2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880B1C6E-D457-4FC2-B4A8-FBDB828F361E}_21.png&quot;/&gt;&lt;left val=&quot;0&quot;/&gt;&lt;top val=&quot;455&quot;/&gt;&lt;width val=&quot;276&quot;/&gt;&lt;height val=&quot;37&quot;/&gt;&lt;hasText val=&quot;1&quot;/&gt;&lt;/Image&gt;&lt;/ThreeDShapeInfo&gt;"/>
</p:tagLst>
</file>

<file path=ppt/tags/tag300.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690117316,C:\Users\sanmi\GoogleDrive\UWMdrive\Courses\ECE552\ece552-lec16_MIPSR10K_pptx\Media.ppcx"/>
</p:tagLst>
</file>

<file path=ppt/tags/tag3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FE55865A-8B1A-4ECC-98C0-32AF5D366D1D}_22.png&quot;/&gt;&lt;left val=&quot;0&quot;/&gt;&lt;top val=&quot;443&quot;/&gt;&lt;width val=&quot;276&quot;/&gt;&lt;height val=&quot;37&quot;/&gt;&lt;hasText val=&quot;1&quot;/&gt;&lt;/Image&gt;&lt;/ThreeDShapeInfo&gt;"/>
</p:tagLst>
</file>

<file path=ppt/tags/tag3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A8436501-AD72-4A18-8F7F-46F375757296}_22.png&quot;/&gt;&lt;left val=&quot;35&quot;/&gt;&lt;top val=&quot;21&quot;/&gt;&lt;width val=&quot;588&quot;/&gt;&lt;height val=&quot;98&quot;/&gt;&lt;hasText val=&quot;1&quot;/&gt;&lt;/Image&gt;&lt;/ThreeDShapeInfo&gt;"/>
</p:tagLst>
</file>

<file path=ppt/tags/tag3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E4152E55-15AE-42FB-8A53-EEF7AA115BE3}_22.png&quot;/&gt;&lt;left val=&quot;599&quot;/&gt;&lt;top val=&quot;500&quot;/&gt;&lt;width val=&quot;84&quot;/&gt;&lt;height val=&quot;29&quot;/&gt;&lt;hasText val=&quot;1&quot;/&gt;&lt;/Image&gt;&lt;/ThreeDShapeInfo&gt;"/>
</p:tagLst>
</file>

<file path=ppt/tags/tag3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00C364BE-34B2-4F9D-9D4F-028E46BF0854}_22.png&quot;/&gt;&lt;left val=&quot;46&quot;/&gt;&lt;top val=&quot;88&quot;/&gt;&lt;width val=&quot;627&quot;/&gt;&lt;height val=&quot;196&quot;/&gt;&lt;hasText val=&quot;1&quot;/&gt;&lt;/Image&gt;&lt;/ThreeDShapeInfo&gt;"/>
</p:tagLst>
</file>

<file path=ppt/tags/tag3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77624F90-DB3B-421A-A5B8-682ED3CDF927}_22.png&quot;/&gt;&lt;left val=&quot;305&quot;/&gt;&lt;top val=&quot;292&quot;/&gt;&lt;width val=&quot;152&quot;/&gt;&lt;height val=&quot;166&quot;/&gt;&lt;hasText val=&quot;1&quot;/&gt;&lt;/Image&gt;&lt;/ThreeDShapeInfo&gt;"/>
</p:tagLst>
</file>

<file path=ppt/tags/tag3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MIPSR10K\data\asimages\{D34CA8A8-E8BD-465E-8DE4-3323628D4035}_22.png&quot;/&gt;&lt;left val=&quot;290&quot;/&gt;&lt;top val=&quot;460&quot;/&gt;&lt;width val=&quot;182&quot;/&gt;&lt;height val=&quot;61&quot;/&gt;&lt;hasText val=&quot;1&quot;/&gt;&lt;/Image&gt;&lt;/ThreeDShapeInfo&gt;"/>
</p:tagLst>
</file>

<file path=ppt/tags/tag3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1&quot;/&gt;&lt;lineCharCount val=&quot;16&quot;/&gt;&lt;/TableIndex&gt;&lt;TableIndex row=&quot;3&quot; col=&quot;3&quot;&gt;&lt;linesCount val=&quot;1&quot;/&gt;&lt;lineCharCount val=&quot;3&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81828808-DF93-4E14-8232-CA881DBCA91D}_22.png&quot;/&gt;&lt;left val=&quot;15&quot;/&gt;&lt;top val=&quot;293&quot;/&gt;&lt;width val=&quot;247&quot;/&gt;&lt;height val=&quot;166&quot;/&gt;&lt;hasText val=&quot;1&quot;/&gt;&lt;/Image&gt;&lt;/ThreeDShapeInfo&gt;"/>
</p:tagLst>
</file>

<file path=ppt/tags/tag3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8&quot;/&gt;&lt;/TableIndex&gt;&lt;TableIndex row=&quot;3&quot; col=&quot;2&quot;&gt;&lt;linesCount val=&quot;0&quot;/&gt;&lt;/TableIndex&gt;&lt;TableIndex row=&quot;3&quot; col=&quot;3&quot;&gt;&lt;linesCount val=&quot;0&quot;/&gt;&lt;/TableIndex&gt;&lt;TableIndex row=&quot;4&quot; col=&quot;1&quot;&gt;&lt;linesCount val=&quot;1&quot;/&gt;&lt;lineCharCount val=&quot;17&quot;/&gt;&lt;/TableIndex&gt;&lt;TableIndex row=&quot;4&quot; col=&quot;2&quot;&gt;&lt;linesCount val=&quot;1&quot;/&gt;&lt;lineCharCount val=&quot;2&quot;/&gt;&lt;/TableIndex&gt;&lt;TableIndex row=&quot;4&quot; col=&quot;3&quot;&gt;&lt;linesCount val=&quot;1&quot;/&gt;&lt;lineCharCount val=&quot;2&quot;/&gt;&lt;/TableIndex&gt;&lt;TableIndex row=&quot;5&quot; col=&quot;1&quot;&gt;&lt;linesCount val=&quot;1&quot;/&gt;&lt;lineCharCount val=&quot;18&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7&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1&quot;/&gt;&lt;lineCharCount val=&quot;16&quot;/&gt;&lt;/TableIndex&gt;&lt;TableIndex row=&quot;7&quot; col=&quot;2&quot;&gt;&lt;linesCount val=&quot;1&quot;/&gt;&lt;lineCharCount val=&quot;2&quot;/&gt;&lt;/TableIndex&gt;&lt;TableIndex row=&quot;7&quot; col=&quot;3&quot;&gt;&lt;linesCount val=&quot;1&quot;/&gt;&lt;lineCharCount val=&quot;2&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BEA78118-BF1F-4668-95A8-2548E285598E}_22.png&quot;/&gt;&lt;left val=&quot;506&quot;/&gt;&lt;top val=&quot;292&quot;/&gt;&lt;width val=&quot;197&quot;/&gt;&lt;height val=&quot;214&quot;/&gt;&lt;hasText val=&quot;1&quot;/&gt;&lt;/Image&gt;&lt;/ThreeDShapeInfo&gt;"/>
</p:tagLst>
</file>

<file path=ppt/tags/tag3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FBE4518C-4892-465E-8145-3D3D07969643}_22.png&quot;/&gt;&lt;left val=&quot;0&quot;/&gt;&lt;top val=&quot;455&quot;/&gt;&lt;width val=&quot;276&quot;/&gt;&lt;height val=&quot;37&quot;/&gt;&lt;hasText val=&quot;1&quot;/&gt;&lt;/Image&gt;&lt;/ThreeDShapeInfo&gt;"/>
</p:tagLst>
</file>

<file path=ppt/tags/tag310.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690117316,C:\Users\sanmi\GoogleDrive\UWMdrive\Courses\ECE552\ece552-lec16_MIPSR10K_pptx\Media.ppcx"/>
</p:tagLst>
</file>

<file path=ppt/tags/tag3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08E7F815-049A-4523-A70E-30D13F24FDF0}_23.png&quot;/&gt;&lt;left val=&quot;0&quot;/&gt;&lt;top val=&quot;443&quot;/&gt;&lt;width val=&quot;276&quot;/&gt;&lt;height val=&quot;37&quot;/&gt;&lt;hasText val=&quot;1&quot;/&gt;&lt;/Image&gt;&lt;/ThreeDShapeInfo&gt;"/>
</p:tagLst>
</file>

<file path=ppt/tags/tag3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353A0B94-A905-4433-A84D-C67CD836D2D6}_23.png&quot;/&gt;&lt;left val=&quot;35&quot;/&gt;&lt;top val=&quot;21&quot;/&gt;&lt;width val=&quot;588&quot;/&gt;&lt;height val=&quot;98&quot;/&gt;&lt;hasText val=&quot;1&quot;/&gt;&lt;/Image&gt;&lt;/ThreeDShapeInfo&gt;"/>
</p:tagLst>
</file>

<file path=ppt/tags/tag3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2F78B4C4-6C53-4564-9282-C8429115423F}_23.png&quot;/&gt;&lt;left val=&quot;599&quot;/&gt;&lt;top val=&quot;500&quot;/&gt;&lt;width val=&quot;84&quot;/&gt;&lt;height val=&quot;29&quot;/&gt;&lt;hasText val=&quot;1&quot;/&gt;&lt;/Image&gt;&lt;/ThreeDShapeInfo&gt;"/>
</p:tagLst>
</file>

<file path=ppt/tags/tag3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1&quot;/&gt;&lt;lineCharCount val=&quot;1&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1&quot;/&gt;&lt;lineCharCount val=&quot;1&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1&quot;/&gt;&lt;lineCharCount val=&quot;1&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4530831F-1D52-4E21-B7C5-E13D97478C54}_23.png&quot;/&gt;&lt;left val=&quot;46&quot;/&gt;&lt;top val=&quot;88&quot;/&gt;&lt;width val=&quot;627&quot;/&gt;&lt;height val=&quot;196&quot;/&gt;&lt;hasText val=&quot;1&quot;/&gt;&lt;/Image&gt;&lt;/ThreeDShapeInfo&gt;"/>
</p:tagLst>
</file>

<file path=ppt/tags/tag3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1A72D0B3-A1DA-4FCE-B23C-388A38CEAB8C}_23.png&quot;/&gt;&lt;left val=&quot;305&quot;/&gt;&lt;top val=&quot;292&quot;/&gt;&lt;width val=&quot;152&quot;/&gt;&lt;height val=&quot;166&quot;/&gt;&lt;hasText val=&quot;1&quot;/&gt;&lt;/Image&gt;&lt;/ThreeDShapeInfo&gt;"/>
</p:tagLst>
</file>

<file path=ppt/tags/tag3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MIPSR10K\data\asimages\{6ACD483D-69D6-41E0-9560-6719933E7629}_23.png&quot;/&gt;&lt;left val=&quot;290&quot;/&gt;&lt;top val=&quot;460&quot;/&gt;&lt;width val=&quot;182&quot;/&gt;&lt;height val=&quot;61&quot;/&gt;&lt;hasText val=&quot;1&quot;/&gt;&lt;/Image&gt;&lt;/ThreeDShapeInfo&gt;"/>
</p:tagLst>
</file>

<file path=ppt/tags/tag3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B622B14A-F52A-4063-89ED-926B4AB03DDD}_23.png&quot;/&gt;&lt;left val=&quot;15&quot;/&gt;&lt;top val=&quot;293&quot;/&gt;&lt;width val=&quot;247&quot;/&gt;&lt;height val=&quot;166&quot;/&gt;&lt;hasText val=&quot;1&quot;/&gt;&lt;/Image&gt;&lt;/ThreeDShapeInfo&gt;"/>
</p:tagLst>
</file>

<file path=ppt/tags/tag3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8&quot;/&gt;&lt;/TableIndex&gt;&lt;TableIndex row=&quot;3&quot; col=&quot;2&quot;&gt;&lt;linesCount val=&quot;0&quot;/&gt;&lt;/TableIndex&gt;&lt;TableIndex row=&quot;3&quot; col=&quot;3&quot;&gt;&lt;linesCount val=&quot;0&quot;/&gt;&lt;/TableIndex&gt;&lt;TableIndex row=&quot;4&quot; col=&quot;1&quot;&gt;&lt;linesCount val=&quot;1&quot;/&gt;&lt;lineCharCount val=&quot;17&quot;/&gt;&lt;/TableIndex&gt;&lt;TableIndex row=&quot;4&quot; col=&quot;2&quot;&gt;&lt;linesCount val=&quot;1&quot;/&gt;&lt;lineCharCount val=&quot;2&quot;/&gt;&lt;/TableIndex&gt;&lt;TableIndex row=&quot;4&quot; col=&quot;3&quot;&gt;&lt;linesCount val=&quot;1&quot;/&gt;&lt;lineCharCount val=&quot;2&quot;/&gt;&lt;/TableIndex&gt;&lt;TableIndex row=&quot;5&quot; col=&quot;1&quot;&gt;&lt;linesCount val=&quot;1&quot;/&gt;&lt;lineCharCount val=&quot;18&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7&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1&quot;/&gt;&lt;lineCharCount val=&quot;16&quot;/&gt;&lt;/TableIndex&gt;&lt;TableIndex row=&quot;7&quot; col=&quot;2&quot;&gt;&lt;linesCount val=&quot;1&quot;/&gt;&lt;lineCharCount val=&quot;2&quot;/&gt;&lt;/TableIndex&gt;&lt;TableIndex row=&quot;7&quot; col=&quot;3&quot;&gt;&lt;linesCount val=&quot;1&quot;/&gt;&lt;lineCharCount val=&quot;2&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2BCA534A-6F29-439E-9E59-5F36AE81F55D}_23.png&quot;/&gt;&lt;left val=&quot;506&quot;/&gt;&lt;top val=&quot;292&quot;/&gt;&lt;width val=&quot;197&quot;/&gt;&lt;height val=&quot;214&quot;/&gt;&lt;hasText val=&quot;1&quot;/&gt;&lt;/Image&gt;&lt;/ThreeDShapeInfo&gt;"/>
</p:tagLst>
</file>

<file path=ppt/tags/tag3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B233F413-44F4-49CD-BADE-AA1F9B09B295}_23.png&quot;/&gt;&lt;left val=&quot;0&quot;/&gt;&lt;top val=&quot;455&quot;/&gt;&lt;width val=&quot;276&quot;/&gt;&lt;height val=&quot;37&quot;/&gt;&lt;hasText val=&quot;1&quot;/&gt;&lt;/Image&gt;&lt;/ThreeDShapeInfo&gt;"/>
</p:tagLst>
</file>

<file path=ppt/tags/tag320.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690117316,C:\Users\sanmi\GoogleDrive\UWMdrive\Courses\ECE552\ece552-lec16_MIPSR10K_pptx\Media.ppcx"/>
</p:tagLst>
</file>

<file path=ppt/tags/tag3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A6365D79-AD03-4A3A-8957-2C9CD369E2E9}_24.png&quot;/&gt;&lt;left val=&quot;0&quot;/&gt;&lt;top val=&quot;443&quot;/&gt;&lt;width val=&quot;276&quot;/&gt;&lt;height val=&quot;37&quot;/&gt;&lt;hasText val=&quot;1&quot;/&gt;&lt;/Image&gt;&lt;/ThreeDShapeInfo&gt;"/>
</p:tagLst>
</file>

<file path=ppt/tags/tag3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C5606153-91CA-41DC-AE07-7A6D6482713D}_24.png&quot;/&gt;&lt;left val=&quot;35&quot;/&gt;&lt;top val=&quot;21&quot;/&gt;&lt;width val=&quot;588&quot;/&gt;&lt;height val=&quot;98&quot;/&gt;&lt;hasText val=&quot;1&quot;/&gt;&lt;/Image&gt;&lt;/ThreeDShapeInfo&gt;"/>
</p:tagLst>
</file>

<file path=ppt/tags/tag3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A63750FD-60C9-46DF-8C65-F33BFF5168B1}_24.png&quot;/&gt;&lt;left val=&quot;599&quot;/&gt;&lt;top val=&quot;500&quot;/&gt;&lt;width val=&quot;84&quot;/&gt;&lt;height val=&quot;29&quot;/&gt;&lt;hasText val=&quot;1&quot;/&gt;&lt;/Image&gt;&lt;/ThreeDShapeInfo&gt;"/>
</p:tagLst>
</file>

<file path=ppt/tags/tag3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1&quot;/&gt;&lt;lineCharCount val=&quot;1&quot;/&gt;&lt;/TableIndex&gt;&lt;TableIndex row=&quot;3&quot; col=&quot;12&quot;&gt;&lt;linesCount val=&quot;1&quot;/&gt;&lt;lineCharCount val=&quot;1&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1&quot;/&gt;&lt;lineCharCount val=&quot;1&quot;/&gt;&lt;/TableIndex&gt;&lt;TableIndex row=&quot;5&quot; col=&quot;12&quot;&gt;&lt;linesCount val=&quot;1&quot;/&gt;&lt;lineCharCount val=&quot;1&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1&quot;/&gt;&lt;lineCharCount val=&quot;1&quot;/&gt;&lt;/TableIndex&gt;&lt;TableIndex row=&quot;6&quot; col=&quot;12&quot;&gt;&lt;linesCount val=&quot;1&quot;/&gt;&lt;lineCharCount val=&quot;1&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1&quot;/&gt;&lt;lineCharCount val=&quot;1&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587B3829-E191-426C-88C0-066D1B27FF21}_24.png&quot;/&gt;&lt;left val=&quot;46&quot;/&gt;&lt;top val=&quot;88&quot;/&gt;&lt;width val=&quot;627&quot;/&gt;&lt;height val=&quot;196&quot;/&gt;&lt;hasText val=&quot;1&quot;/&gt;&lt;/Image&gt;&lt;/ThreeDShapeInfo&gt;"/>
</p:tagLst>
</file>

<file path=ppt/tags/tag3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ECB9511F-4E1F-4F11-86D1-E1AA91B083A8}_24.png&quot;/&gt;&lt;left val=&quot;305&quot;/&gt;&lt;top val=&quot;292&quot;/&gt;&lt;width val=&quot;152&quot;/&gt;&lt;height val=&quot;166&quot;/&gt;&lt;hasText val=&quot;1&quot;/&gt;&lt;/Image&gt;&lt;/ThreeDShapeInfo&gt;"/>
</p:tagLst>
</file>

<file path=ppt/tags/tag3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MIPSR10K\data\asimages\{8DE37F0A-9358-4FCB-AAEF-E730A0F6E61C}_24.png&quot;/&gt;&lt;left val=&quot;290&quot;/&gt;&lt;top val=&quot;460&quot;/&gt;&lt;width val=&quot;182&quot;/&gt;&lt;height val=&quot;61&quot;/&gt;&lt;hasText val=&quot;1&quot;/&gt;&lt;/Image&gt;&lt;/ThreeDShapeInfo&gt;"/>
</p:tagLst>
</file>

<file path=ppt/tags/tag3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105BCF19-A788-4CA5-9C13-D6E357617F88}_24.png&quot;/&gt;&lt;left val=&quot;15&quot;/&gt;&lt;top val=&quot;293&quot;/&gt;&lt;width val=&quot;247&quot;/&gt;&lt;height val=&quot;166&quot;/&gt;&lt;hasText val=&quot;1&quot;/&gt;&lt;/Image&gt;&lt;/ThreeDShapeInfo&gt;"/>
</p:tagLst>
</file>

<file path=ppt/tags/tag3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7&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1&quot;/&gt;&lt;lineCharCount val=&quot;18&quot;/&gt;&lt;/TableIndex&gt;&lt;TableIndex row=&quot;4&quot; col=&quot;2&quot;&gt;&lt;linesCount val=&quot;1&quot;/&gt;&lt;lineCharCount val=&quot;2&quot;/&gt;&lt;/TableIndex&gt;&lt;TableIndex row=&quot;4&quot; col=&quot;3&quot;&gt;&lt;linesCount val=&quot;1&quot;/&gt;&lt;lineCharCount val=&quot;2&quot;/&gt;&lt;/TableIndex&gt;&lt;TableIndex row=&quot;5&quot; col=&quot;1&quot;&gt;&lt;linesCount val=&quot;1&quot;/&gt;&lt;lineCharCount val=&quot;17&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6&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D6D2CABB-F71A-401A-8FCD-CFA87AA904F1}_24.png&quot;/&gt;&lt;left val=&quot;506&quot;/&gt;&lt;top val=&quot;292&quot;/&gt;&lt;width val=&quot;197&quot;/&gt;&lt;height val=&quot;214&quot;/&gt;&lt;hasText val=&quot;1&quot;/&gt;&lt;/Image&gt;&lt;/ThreeDShapeInfo&gt;"/>
</p:tagLst>
</file>

<file path=ppt/tags/tag3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AD923E13-CC17-441D-893B-0FDBD8D3C73A}_24.png&quot;/&gt;&lt;left val=&quot;0&quot;/&gt;&lt;top val=&quot;455&quot;/&gt;&lt;width val=&quot;276&quot;/&gt;&lt;height val=&quot;37&quot;/&gt;&lt;hasText val=&quot;1&quot;/&gt;&lt;/Image&gt;&lt;/ThreeDShapeInfo&gt;"/>
</p:tagLst>
</file>

<file path=ppt/tags/tag330.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690117316,C:\Users\sanmi\GoogleDrive\UWMdrive\Courses\ECE552\ece552-lec16_MIPSR10K_pptx\Media.ppcx"/>
</p:tagLst>
</file>

<file path=ppt/tags/tag3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22118BAB-7D36-4EA2-A9F4-140EC2335D01}_25.png&quot;/&gt;&lt;left val=&quot;0&quot;/&gt;&lt;top val=&quot;443&quot;/&gt;&lt;width val=&quot;276&quot;/&gt;&lt;height val=&quot;37&quot;/&gt;&lt;hasText val=&quot;1&quot;/&gt;&lt;/Image&gt;&lt;/ThreeDShapeInfo&gt;"/>
</p:tagLst>
</file>

<file path=ppt/tags/tag3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49243068-6BC7-4CA4-9542-69AD534D72AA}_25.png&quot;/&gt;&lt;left val=&quot;35&quot;/&gt;&lt;top val=&quot;21&quot;/&gt;&lt;width val=&quot;588&quot;/&gt;&lt;height val=&quot;98&quot;/&gt;&lt;hasText val=&quot;1&quot;/&gt;&lt;/Image&gt;&lt;/ThreeDShapeInfo&gt;"/>
</p:tagLst>
</file>

<file path=ppt/tags/tag3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6BDDB2B5-EAAB-4FB1-B59B-59ECA9C80323}_25.png&quot;/&gt;&lt;left val=&quot;599&quot;/&gt;&lt;top val=&quot;500&quot;/&gt;&lt;width val=&quot;84&quot;/&gt;&lt;height val=&quot;29&quot;/&gt;&lt;hasText val=&quot;1&quot;/&gt;&lt;/Image&gt;&lt;/ThreeDShapeInfo&gt;"/>
</p:tagLst>
</file>

<file path=ppt/tags/tag3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1&quot;/&gt;&lt;lineCharCount val=&quot;1&quot;/&gt;&lt;/TableIndex&gt;&lt;TableIndex row=&quot;3&quot; col=&quot;12&quot;&gt;&lt;linesCount val=&quot;1&quot;/&gt;&lt;lineCharCount val=&quot;1&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1&quot;/&gt;&lt;lineCharCount val=&quot;1&quot;/&gt;&lt;/TableIndex&gt;&lt;TableIndex row=&quot;5&quot; col=&quot;12&quot;&gt;&lt;linesCount val=&quot;1&quot;/&gt;&lt;lineCharCount val=&quot;1&quot;/&gt;&lt;/TableIndex&gt;&lt;TableIndex row=&quot;5&quot; col=&quot;13&quot;&gt;&lt;linesCount val=&quot;1&quot;/&gt;&lt;lineCharCount val=&quot;1&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1&quot;/&gt;&lt;lineCharCount val=&quot;1&quot;/&gt;&lt;/TableIndex&gt;&lt;TableIndex row=&quot;6&quot; col=&quot;12&quot;&gt;&lt;linesCount val=&quot;1&quot;/&gt;&lt;lineCharCount val=&quot;1&quot;/&gt;&lt;/TableIndex&gt;&lt;TableIndex row=&quot;6&quot; col=&quot;13&quot;&gt;&lt;linesCount val=&quot;1&quot;/&gt;&lt;lineCharCount val=&quot;1&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1&quot;/&gt;&lt;lineCharCount val=&quot;1&quot;/&gt;&lt;/TableIndex&gt;&lt;TableIndex row=&quot;7&quot; col=&quot;13&quot;&gt;&lt;linesCount val=&quot;1&quot;/&gt;&lt;lineCharCount val=&quot;1&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29784A00-59FD-4307-A36D-6EE0FBCA19BA}_25.png&quot;/&gt;&lt;left val=&quot;46&quot;/&gt;&lt;top val=&quot;88&quot;/&gt;&lt;width val=&quot;627&quot;/&gt;&lt;height val=&quot;196&quot;/&gt;&lt;hasText val=&quot;1&quot;/&gt;&lt;/Image&gt;&lt;/ThreeDShapeInfo&gt;"/>
</p:tagLst>
</file>

<file path=ppt/tags/tag3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7F01666C-8624-4E57-9D54-522002D2DD1B}_25.png&quot;/&gt;&lt;left val=&quot;305&quot;/&gt;&lt;top val=&quot;292&quot;/&gt;&lt;width val=&quot;152&quot;/&gt;&lt;height val=&quot;166&quot;/&gt;&lt;hasText val=&quot;1&quot;/&gt;&lt;/Image&gt;&lt;/ThreeDShapeInfo&gt;"/>
</p:tagLst>
</file>

<file path=ppt/tags/tag3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MIPSR10K\data\asimages\{065AF6BA-3E4A-4175-A343-4BFC659F17D1}_25.png&quot;/&gt;&lt;left val=&quot;290&quot;/&gt;&lt;top val=&quot;460&quot;/&gt;&lt;width val=&quot;182&quot;/&gt;&lt;height val=&quot;61&quot;/&gt;&lt;hasText val=&quot;1&quot;/&gt;&lt;/Image&gt;&lt;/ThreeDShapeInfo&gt;"/>
</p:tagLst>
</file>

<file path=ppt/tags/tag3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3F6E48D3-2387-4FA8-B796-C6EA4CCFA9A1}_25.png&quot;/&gt;&lt;left val=&quot;15&quot;/&gt;&lt;top val=&quot;293&quot;/&gt;&lt;width val=&quot;247&quot;/&gt;&lt;height val=&quot;166&quot;/&gt;&lt;hasText val=&quot;1&quot;/&gt;&lt;/Image&gt;&lt;/ThreeDShapeInfo&gt;"/>
</p:tagLst>
</file>

<file path=ppt/tags/tag3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8&quot;/&gt;&lt;/TableIndex&gt;&lt;TableIndex row=&quot;3&quot; col=&quot;2&quot;&gt;&lt;linesCount val=&quot;1&quot;/&gt;&lt;lineCharCount val=&quot;2&quot;/&gt;&lt;/TableIndex&gt;&lt;TableIndex row=&quot;3&quot; col=&quot;3&quot;&gt;&lt;linesCount val=&quot;1&quot;/&gt;&lt;lineCharCount val=&quot;2&quot;/&gt;&lt;/TableIndex&gt;&lt;TableIndex row=&quot;4&quot; col=&quot;1&quot;&gt;&lt;linesCount val=&quot;1&quot;/&gt;&lt;lineCharCount val=&quot;17&quot;/&gt;&lt;/TableIndex&gt;&lt;TableIndex row=&quot;4&quot; col=&quot;2&quot;&gt;&lt;linesCount val=&quot;1&quot;/&gt;&lt;lineCharCount val=&quot;2&quot;/&gt;&lt;/TableIndex&gt;&lt;TableIndex row=&quot;4&quot; col=&quot;3&quot;&gt;&lt;linesCount val=&quot;1&quot;/&gt;&lt;lineCharCount val=&quot;2&quot;/&gt;&lt;/TableIndex&gt;&lt;TableIndex row=&quot;5&quot; col=&quot;1&quot;&gt;&lt;linesCount val=&quot;1&quot;/&gt;&lt;lineCharCount val=&quot;16&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D61F7E7F-D1F1-4578-A9A2-51A229E3078D}_25.png&quot;/&gt;&lt;left val=&quot;506&quot;/&gt;&lt;top val=&quot;292&quot;/&gt;&lt;width val=&quot;197&quot;/&gt;&lt;height val=&quot;214&quot;/&gt;&lt;hasText val=&quot;1&quot;/&gt;&lt;/Image&gt;&lt;/ThreeDShapeInfo&gt;"/>
</p:tagLst>
</file>

<file path=ppt/tags/tag3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CAD32EE7-ECD4-4706-9CDD-92B4F93D0755}_25.png&quot;/&gt;&lt;left val=&quot;0&quot;/&gt;&lt;top val=&quot;455&quot;/&gt;&lt;width val=&quot;276&quot;/&gt;&lt;height val=&quot;37&quot;/&gt;&lt;hasText val=&quot;1&quot;/&gt;&lt;/Image&gt;&lt;/ThreeDShapeInfo&gt;"/>
</p:tagLst>
</file>

<file path=ppt/tags/tag340.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690117316,C:\Users\sanmi\GoogleDrive\UWMdrive\Courses\ECE552\ece552-lec16_MIPSR10K_pptx\Media.ppcx"/>
</p:tagLst>
</file>

<file path=ppt/tags/tag3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2AF0A947-3421-4A3E-987E-EA69D8722183}_26.png&quot;/&gt;&lt;left val=&quot;0&quot;/&gt;&lt;top val=&quot;443&quot;/&gt;&lt;width val=&quot;276&quot;/&gt;&lt;height val=&quot;37&quot;/&gt;&lt;hasText val=&quot;1&quot;/&gt;&lt;/Image&gt;&lt;/ThreeDShapeInfo&gt;"/>
</p:tagLst>
</file>

<file path=ppt/tags/tag3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MIPSR10K\data\asimages\{B7B1DA4C-20C5-4D8C-A7E1-7718E6CBA87B}_26.png&quot;/&gt;&lt;left val=&quot;35&quot;/&gt;&lt;top val=&quot;21&quot;/&gt;&lt;width val=&quot;588&quot;/&gt;&lt;height val=&quot;98&quot;/&gt;&lt;hasText val=&quot;1&quot;/&gt;&lt;/Image&gt;&lt;/ThreeDShapeInfo&gt;"/>
</p:tagLst>
</file>

<file path=ppt/tags/tag3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97201F84-D31C-4DA6-8B7A-3192C2801B5C}_26.png&quot;/&gt;&lt;left val=&quot;599&quot;/&gt;&lt;top val=&quot;500&quot;/&gt;&lt;width val=&quot;84&quot;/&gt;&lt;height val=&quot;29&quot;/&gt;&lt;hasText val=&quot;1&quot;/&gt;&lt;/Image&gt;&lt;/ThreeDShapeInfo&gt;"/>
</p:tagLst>
</file>

<file path=ppt/tags/tag3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1&quot;/&gt;&lt;lineCharCount val=&quot;1&quot;/&gt;&lt;/TableIndex&gt;&lt;TableIndex row=&quot;3&quot; col=&quot;12&quot;&gt;&lt;linesCount val=&quot;1&quot;/&gt;&lt;lineCharCount val=&quot;1&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1&quot;/&gt;&lt;lineCharCount val=&quot;1&quot;/&gt;&lt;/TableIndex&gt;&lt;TableIndex row=&quot;5&quot; col=&quot;12&quot;&gt;&lt;linesCount val=&quot;1&quot;/&gt;&lt;lineCharCount val=&quot;1&quot;/&gt;&lt;/TableIndex&gt;&lt;TableIndex row=&quot;5&quot; col=&quot;13&quot;&gt;&lt;linesCount val=&quot;1&quot;/&gt;&lt;lineCharCount val=&quot;1&quot;/&gt;&lt;/TableIndex&gt;&lt;TableIndex row=&quot;5&quot; col=&quot;14&quot;&gt;&lt;linesCount val=&quot;1&quot;/&gt;&lt;lineCharCount val=&quot;1&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1&quot;/&gt;&lt;lineCharCount val=&quot;1&quot;/&gt;&lt;/TableIndex&gt;&lt;TableIndex row=&quot;6&quot; col=&quot;12&quot;&gt;&lt;linesCount val=&quot;1&quot;/&gt;&lt;lineCharCount val=&quot;1&quot;/&gt;&lt;/TableIndex&gt;&lt;TableIndex row=&quot;6&quot; col=&quot;13&quot;&gt;&lt;linesCount val=&quot;1&quot;/&gt;&lt;lineCharCount val=&quot;1&quot;/&gt;&lt;/TableIndex&gt;&lt;TableIndex row=&quot;6&quot; col=&quot;14&quot;&gt;&lt;linesCount val=&quot;1&quot;/&gt;&lt;lineCharCount val=&quot;1&quot;/&gt;&lt;/TableIndex&gt;&lt;TableIndex row=&quot;6&quot; col=&quot;15&quot;&gt;&lt;linesCount val=&quot;1&quot;/&gt;&lt;lineCharCount val=&quot;1&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1&quot;/&gt;&lt;lineCharCount val=&quot;1&quot;/&gt;&lt;/TableIndex&gt;&lt;TableIndex row=&quot;7&quot; col=&quot;13&quot;&gt;&lt;linesCount val=&quot;1&quot;/&gt;&lt;lineCharCount val=&quot;1&quot;/&gt;&lt;/TableIndex&gt;&lt;TableIndex row=&quot;7&quot; col=&quot;14&quot;&gt;&lt;linesCount val=&quot;1&quot;/&gt;&lt;lineCharCount val=&quot;1&quot;/&gt;&lt;/TableIndex&gt;&lt;TableIndex row=&quot;7&quot; col=&quot;15&quot;&gt;&lt;linesCount val=&quot;1&quot;/&gt;&lt;lineCharCount val=&quot;1&quot;/&gt;&lt;/TableIndex&gt;&lt;TableIndex row=&quot;7&quot; col=&quot;16&quot;&gt;&lt;linesCount val=&quot;1&quot;/&gt;&lt;lineCharCount val=&quot;1&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DEBEB245-42C5-418D-BF5F-445C03A034D0}_26.png&quot;/&gt;&lt;left val=&quot;46&quot;/&gt;&lt;top val=&quot;88&quot;/&gt;&lt;width val=&quot;627&quot;/&gt;&lt;height val=&quot;196&quot;/&gt;&lt;hasText val=&quot;1&quot;/&gt;&lt;/Image&gt;&lt;/ThreeDShapeInfo&gt;"/>
</p:tagLst>
</file>

<file path=ppt/tags/tag3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84F9EA17-4B98-4C1D-B6E8-E8922EF87A88}_26.png&quot;/&gt;&lt;left val=&quot;305&quot;/&gt;&lt;top val=&quot;292&quot;/&gt;&lt;width val=&quot;152&quot;/&gt;&lt;height val=&quot;166&quot;/&gt;&lt;hasText val=&quot;1&quot;/&gt;&lt;/Image&gt;&lt;/ThreeDShapeInfo&gt;"/>
</p:tagLst>
</file>

<file path=ppt/tags/tag3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90ECB40F-CF43-4306-9E59-FC1AF509CF1E}_26.png&quot;/&gt;&lt;left val=&quot;290&quot;/&gt;&lt;top val=&quot;460&quot;/&gt;&lt;width val=&quot;182&quot;/&gt;&lt;height val=&quot;61&quot;/&gt;&lt;hasText val=&quot;1&quot;/&gt;&lt;/Image&gt;&lt;/ThreeDShapeInfo&gt;"/>
</p:tagLst>
</file>

<file path=ppt/tags/tag3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F16A13C8-B210-4F4D-B6CD-BE6E4CEA10FD}_26.png&quot;/&gt;&lt;left val=&quot;15&quot;/&gt;&lt;top val=&quot;293&quot;/&gt;&lt;width val=&quot;247&quot;/&gt;&lt;height val=&quot;166&quot;/&gt;&lt;hasText val=&quot;1&quot;/&gt;&lt;/Image&gt;&lt;/ThreeDShapeInfo&gt;"/>
</p:tagLst>
</file>

<file path=ppt/tags/tag3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ED3579FD-D315-4DC7-8844-F51EBCC5DFA9}_26.png&quot;/&gt;&lt;left val=&quot;506&quot;/&gt;&lt;top val=&quot;292&quot;/&gt;&lt;width val=&quot;197&quot;/&gt;&lt;height val=&quot;214&quot;/&gt;&lt;hasText val=&quot;1&quot;/&gt;&lt;/Image&gt;&lt;/ThreeDShapeInfo&gt;"/>
</p:tagLst>
</file>

<file path=ppt/tags/tag3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9B424812-7293-4FB6-BFFC-7295872348EC}_26.png&quot;/&gt;&lt;left val=&quot;0&quot;/&gt;&lt;top val=&quot;455&quot;/&gt;&lt;width val=&quot;276&quot;/&gt;&lt;height val=&quot;37&quot;/&gt;&lt;hasText val=&quot;1&quot;/&gt;&lt;/Image&gt;&lt;/ThreeDShapeInfo&gt;"/>
</p:tagLst>
</file>

<file path=ppt/tags/tag350.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27,690117316,C:\Users\sanmi\GoogleDrive\UWMdrive\Courses\ECE552\ece552-lec16_MIPSR10K_pptx\Media.ppcx"/>
</p:tagLst>
</file>

<file path=ppt/tags/tag3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18F87DE5-81B7-4ED1-BB42-E194D500F455}_27.png&quot;/&gt;&lt;left val=&quot;35&quot;/&gt;&lt;top val=&quot;21&quot;/&gt;&lt;width val=&quot;588&quot;/&gt;&lt;height val=&quot;98&quot;/&gt;&lt;hasText val=&quot;1&quot;/&gt;&lt;/Image&gt;&lt;/ThreeDShapeInfo&gt;"/>
</p:tagLst>
</file>

<file path=ppt/tags/tag3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39&quot;/&gt;&lt;lineCharCount val=&quot;63&quot;/&gt;&lt;lineCharCount val=&quot;14&quot;/&gt;&lt;lineCharCount val=&quot;51&quot;/&gt;&lt;lineCharCount val=&quot;37&quot;/&gt;&lt;lineCharCount val=&quot;43&quot;/&gt;&lt;lineCharCount val=&quot;42&quot;/&gt;&lt;/TableIndex&gt;&lt;/ShapeTextInfo&gt;"/>
  <p:tag name="HTML_SHAPEINFO" val="&lt;ThreeDShapeInfo&gt;&lt;uuid val=&quot;&quot;/&gt;&lt;isInvalidForFieldText val=&quot;0&quot;/&gt;&lt;Image&gt;&lt;filename val=&quot;C:\Users\sanmi\Documents\My Adobe Presentations\ece552-MIPSR10K\data\asimages\{666A8DF1-0CB7-4FE9-B8BB-EDA659E108A3}_27.png&quot;/&gt;&lt;left val=&quot;44&quot;/&gt;&lt;top val=&quot;114&quot;/&gt;&lt;width val=&quot;666&quot;/&gt;&lt;height val=&quot;366&quot;/&gt;&lt;hasText val=&quot;1&quot;/&gt;&lt;/Image&gt;&lt;/ThreeDShapeInfo&gt;"/>
</p:tagLst>
</file>

<file path=ppt/tags/tag3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40B6D63C-B7A7-4671-9F31-2F8D66B5764B}_27.png&quot;/&gt;&lt;left val=&quot;599&quot;/&gt;&lt;top val=&quot;500&quot;/&gt;&lt;width val=&quot;84&quot;/&gt;&lt;height val=&quot;29&quot;/&gt;&lt;hasText val=&quot;1&quot;/&gt;&lt;/Image&gt;&lt;/ThreeDShapeInfo&gt;"/>
</p:tagLst>
</file>

<file path=ppt/tags/tag354.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 name="PPSNARRATION" val="28,690117316,C:\Users\sanmi\GoogleDrive\UWMdrive\Courses\ECE552\ece552-lec16_MIPSR10K_pptx\Media.ppcx"/>
</p:tagLst>
</file>

<file path=ppt/tags/tag3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CF6AB4FA-BE97-4124-863F-F7E77A028842}_28.png&quot;/&gt;&lt;left val=&quot;0&quot;/&gt;&lt;top val=&quot;443&quot;/&gt;&lt;width val=&quot;276&quot;/&gt;&lt;height val=&quot;37&quot;/&gt;&lt;hasText val=&quot;1&quot;/&gt;&lt;/Image&gt;&lt;/ThreeDShapeInfo&gt;"/>
</p:tagLst>
</file>

<file path=ppt/tags/tag3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49D074D9-44B3-4C7D-A725-A6FDE2F9C4BE}_28.png&quot;/&gt;&lt;left val=&quot;35&quot;/&gt;&lt;top val=&quot;21&quot;/&gt;&lt;width val=&quot;588&quot;/&gt;&lt;height val=&quot;98&quot;/&gt;&lt;hasText val=&quot;1&quot;/&gt;&lt;/Image&gt;&lt;/ThreeDShapeInfo&gt;"/>
</p:tagLst>
</file>

<file path=ppt/tags/tag3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6515BFC6-7134-49AD-AF01-CA0ABF6F8398}_28.png&quot;/&gt;&lt;left val=&quot;599&quot;/&gt;&lt;top val=&quot;500&quot;/&gt;&lt;width val=&quot;84&quot;/&gt;&lt;height val=&quot;29&quot;/&gt;&lt;hasText val=&quot;1&quot;/&gt;&lt;/Image&gt;&lt;/ThreeDShapeInfo&gt;"/>
</p:tagLst>
</file>

<file path=ppt/tags/tag3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0&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05E54EA3-C1E7-48D6-B73C-B95B0070E55A}_28.png&quot;/&gt;&lt;left val=&quot;46&quot;/&gt;&lt;top val=&quot;88&quot;/&gt;&lt;width val=&quot;627&quot;/&gt;&lt;height val=&quot;196&quot;/&gt;&lt;hasText val=&quot;1&quot;/&gt;&lt;/Image&gt;&lt;/ThreeDShapeInfo&gt;"/>
</p:tagLst>
</file>

<file path=ppt/tags/tag3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4BEDBE08-5750-4120-B493-8E184DF48690}_28.png&quot;/&gt;&lt;left val=&quot;305&quot;/&gt;&lt;top val=&quot;292&quot;/&gt;&lt;width val=&quot;152&quot;/&gt;&lt;height val=&quot;166&quot;/&gt;&lt;hasText val=&quot;1&quot;/&gt;&lt;/Image&gt;&lt;/ThreeDShapeInfo&gt;"/>
</p:tagLst>
</file>

<file path=ppt/tags/tag3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MIPSR10K\data\asimages\{FB6DF4CD-6A99-4352-8D5C-88796C329DFC}_28.png&quot;/&gt;&lt;left val=&quot;290&quot;/&gt;&lt;top val=&quot;460&quot;/&gt;&lt;width val=&quot;182&quot;/&gt;&lt;height val=&quot;61&quot;/&gt;&lt;hasText val=&quot;1&quot;/&gt;&lt;/Image&gt;&lt;/ThreeDShapeInfo&gt;"/>
</p:tagLst>
</file>

<file path=ppt/tags/tag3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1&quot;/&gt;&lt;lineCharCount val=&quot;16&quot;/&gt;&lt;/TableIndex&gt;&lt;TableIndex row=&quot;3&quot; col=&quot;3&quot;&gt;&lt;linesCount val=&quot;1&quot;/&gt;&lt;lineCharCount val=&quot;3&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F6B396D8-10FD-4612-ADCE-93053D52ABD2}_28.png&quot;/&gt;&lt;left val=&quot;15&quot;/&gt;&lt;top val=&quot;293&quot;/&gt;&lt;width val=&quot;247&quot;/&gt;&lt;height val=&quot;166&quot;/&gt;&lt;hasText val=&quot;1&quot;/&gt;&lt;/Image&gt;&lt;/ThreeDShapeInfo&gt;"/>
</p:tagLst>
</file>

<file path=ppt/tags/tag3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8&quot;/&gt;&lt;/TableIndex&gt;&lt;TableIndex row=&quot;3&quot; col=&quot;2&quot;&gt;&lt;linesCount val=&quot;0&quot;/&gt;&lt;/TableIndex&gt;&lt;TableIndex row=&quot;3&quot; col=&quot;3&quot;&gt;&lt;linesCount val=&quot;0&quot;/&gt;&lt;/TableIndex&gt;&lt;TableIndex row=&quot;4&quot; col=&quot;1&quot;&gt;&lt;linesCount val=&quot;1&quot;/&gt;&lt;lineCharCount val=&quot;17&quot;/&gt;&lt;/TableIndex&gt;&lt;TableIndex row=&quot;4&quot; col=&quot;2&quot;&gt;&lt;linesCount val=&quot;1&quot;/&gt;&lt;lineCharCount val=&quot;2&quot;/&gt;&lt;/TableIndex&gt;&lt;TableIndex row=&quot;4&quot; col=&quot;3&quot;&gt;&lt;linesCount val=&quot;1&quot;/&gt;&lt;lineCharCount val=&quot;2&quot;/&gt;&lt;/TableIndex&gt;&lt;TableIndex row=&quot;5&quot; col=&quot;1&quot;&gt;&lt;linesCount val=&quot;1&quot;/&gt;&lt;lineCharCount val=&quot;18&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7&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1&quot;/&gt;&lt;lineCharCount val=&quot;16&quot;/&gt;&lt;/TableIndex&gt;&lt;TableIndex row=&quot;7&quot; col=&quot;2&quot;&gt;&lt;linesCount val=&quot;1&quot;/&gt;&lt;lineCharCount val=&quot;2&quot;/&gt;&lt;/TableIndex&gt;&lt;TableIndex row=&quot;7&quot; col=&quot;3&quot;&gt;&lt;linesCount val=&quot;1&quot;/&gt;&lt;lineCharCount val=&quot;2&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34BAE03D-6F81-4470-8FCF-27F45354E726}_28.png&quot;/&gt;&lt;left val=&quot;506&quot;/&gt;&lt;top val=&quot;292&quot;/&gt;&lt;width val=&quot;197&quot;/&gt;&lt;height val=&quot;214&quot;/&gt;&lt;hasText val=&quot;1&quot;/&gt;&lt;/Image&gt;&lt;/ThreeDShapeInfo&gt;"/>
</p:tagLst>
</file>

<file path=ppt/tags/tag3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89994884-B7E1-4E7B-A014-952E33D7BD78}_28.png&quot;/&gt;&lt;left val=&quot;0&quot;/&gt;&lt;top val=&quot;455&quot;/&gt;&lt;width val=&quot;276&quot;/&gt;&lt;height val=&quot;37&quot;/&gt;&lt;hasText val=&quot;1&quot;/&gt;&lt;/Image&gt;&lt;/ThreeDShapeInfo&gt;"/>
</p:tagLst>
</file>

<file path=ppt/tags/tag3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9&quot;/&gt;&lt;lineCharCount val=&quot;25&quot;/&gt;&lt;/TableIndex&gt;&lt;/ShapeTextInfo&gt;"/>
  <p:tag name="HTML_SHAPEINFO" val="&lt;ThreeDShapeInfo&gt;&lt;uuid val=&quot;&quot;/&gt;&lt;isInvalidForFieldText val=&quot;0&quot;/&gt;&lt;Image&gt;&lt;filename val=&quot;C:\Users\sanmi\Documents\My Adobe Presentations\ece552-MIPSR10K\data\asimages\{6813FF5B-A592-42E2-8ACC-4C438B964C87}_28.png&quot;/&gt;&lt;left val=&quot;13&quot;/&gt;&lt;top val=&quot;478&quot;/&gt;&lt;width val=&quot;246&quot;/&gt;&lt;height val=&quot;60&quot;/&gt;&lt;hasText val=&quot;1&quot;/&gt;&lt;/Image&gt;&lt;/ThreeDShapeInfo&gt;"/>
</p:tagLst>
</file>

<file path=ppt/tags/tag365.xml><?xml version="1.0" encoding="utf-8"?>
<p:tagLst xmlns:a="http://schemas.openxmlformats.org/drawingml/2006/main" xmlns:r="http://schemas.openxmlformats.org/officeDocument/2006/relationships" xmlns:p="http://schemas.openxmlformats.org/presentationml/2006/main">
  <p:tag name="HTML_SHAPEINFO" val="&lt;SlideThumbPath val=&quot;Slide29.PNG&quot;/&gt;"/>
  <p:tag name="PPSNARRATION" val="29,690117316,C:\Users\sanmi\GoogleDrive\UWMdrive\Courses\ECE552\ece552-lec16_MIPSR10K_pptx\Media.ppcx"/>
</p:tagLst>
</file>

<file path=ppt/tags/tag3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B7DC2178-153F-4025-8E3E-0B483105C43D}_29.png&quot;/&gt;&lt;left val=&quot;0&quot;/&gt;&lt;top val=&quot;443&quot;/&gt;&lt;width val=&quot;276&quot;/&gt;&lt;height val=&quot;37&quot;/&gt;&lt;hasText val=&quot;1&quot;/&gt;&lt;/Image&gt;&lt;/ThreeDShapeInfo&gt;"/>
</p:tagLst>
</file>

<file path=ppt/tags/tag3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12054127-77C8-4008-88A9-ED9C3F9DD5CB}_29.png&quot;/&gt;&lt;left val=&quot;35&quot;/&gt;&lt;top val=&quot;21&quot;/&gt;&lt;width val=&quot;588&quot;/&gt;&lt;height val=&quot;98&quot;/&gt;&lt;hasText val=&quot;1&quot;/&gt;&lt;/Image&gt;&lt;/ThreeDShapeInfo&gt;"/>
</p:tagLst>
</file>

<file path=ppt/tags/tag3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DCEF431F-A1B1-4F9F-8C73-78C0757AB52F}_29.png&quot;/&gt;&lt;left val=&quot;599&quot;/&gt;&lt;top val=&quot;500&quot;/&gt;&lt;width val=&quot;84&quot;/&gt;&lt;height val=&quot;29&quot;/&gt;&lt;hasText val=&quot;1&quot;/&gt;&lt;/Image&gt;&lt;/ThreeDShapeInfo&gt;"/>
</p:tagLst>
</file>

<file path=ppt/tags/tag3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EBD4977F-66C0-459D-8359-42DAB3A25A88}_29.png&quot;/&gt;&lt;left val=&quot;46&quot;/&gt;&lt;top val=&quot;88&quot;/&gt;&lt;width val=&quot;627&quot;/&gt;&lt;height val=&quot;196&quot;/&gt;&lt;hasText val=&quot;1&quot;/&gt;&lt;/Image&gt;&lt;/ThreeDShapeInfo&gt;"/>
</p:tagLst>
</file>

<file path=ppt/tags/tag3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901D0454-06DF-4EB9-8BB3-05F220B2B2F7}_29.png&quot;/&gt;&lt;left val=&quot;305&quot;/&gt;&lt;top val=&quot;292&quot;/&gt;&lt;width val=&quot;152&quot;/&gt;&lt;height val=&quot;166&quot;/&gt;&lt;hasText val=&quot;1&quot;/&gt;&lt;/Image&gt;&lt;/ThreeDShapeInfo&gt;"/>
</p:tagLst>
</file>

<file path=ppt/tags/tag3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MIPSR10K\data\asimages\{619DADBB-B916-4381-BE20-2B92ADFF85E9}_29.png&quot;/&gt;&lt;left val=&quot;290&quot;/&gt;&lt;top val=&quot;460&quot;/&gt;&lt;width val=&quot;182&quot;/&gt;&lt;height val=&quot;61&quot;/&gt;&lt;hasText val=&quot;1&quot;/&gt;&lt;/Image&gt;&lt;/ThreeDShapeInfo&gt;"/>
</p:tagLst>
</file>

<file path=ppt/tags/tag3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1&quot;/&gt;&lt;lineCharCount val=&quot;16&quot;/&gt;&lt;/TableIndex&gt;&lt;TableIndex row=&quot;3&quot; col=&quot;3&quot;&gt;&lt;linesCount val=&quot;1&quot;/&gt;&lt;lineCharCount val=&quot;3&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AF7D34EB-4140-4353-A652-671BA1D91BFD}_29.png&quot;/&gt;&lt;left val=&quot;15&quot;/&gt;&lt;top val=&quot;293&quot;/&gt;&lt;width val=&quot;247&quot;/&gt;&lt;height val=&quot;166&quot;/&gt;&lt;hasText val=&quot;1&quot;/&gt;&lt;/Image&gt;&lt;/ThreeDShapeInfo&gt;"/>
</p:tagLst>
</file>

<file path=ppt/tags/tag3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8&quot;/&gt;&lt;/TableIndex&gt;&lt;TableIndex row=&quot;3&quot; col=&quot;2&quot;&gt;&lt;linesCount val=&quot;0&quot;/&gt;&lt;/TableIndex&gt;&lt;TableIndex row=&quot;3&quot; col=&quot;3&quot;&gt;&lt;linesCount val=&quot;0&quot;/&gt;&lt;/TableIndex&gt;&lt;TableIndex row=&quot;4&quot; col=&quot;1&quot;&gt;&lt;linesCount val=&quot;1&quot;/&gt;&lt;lineCharCount val=&quot;17&quot;/&gt;&lt;/TableIndex&gt;&lt;TableIndex row=&quot;4&quot; col=&quot;2&quot;&gt;&lt;linesCount val=&quot;1&quot;/&gt;&lt;lineCharCount val=&quot;2&quot;/&gt;&lt;/TableIndex&gt;&lt;TableIndex row=&quot;4&quot; col=&quot;3&quot;&gt;&lt;linesCount val=&quot;1&quot;/&gt;&lt;lineCharCount val=&quot;2&quot;/&gt;&lt;/TableIndex&gt;&lt;TableIndex row=&quot;5&quot; col=&quot;1&quot;&gt;&lt;linesCount val=&quot;1&quot;/&gt;&lt;lineCharCount val=&quot;18&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7&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1&quot;/&gt;&lt;lineCharCount val=&quot;16&quot;/&gt;&lt;/TableIndex&gt;&lt;TableIndex row=&quot;7&quot; col=&quot;2&quot;&gt;&lt;linesCount val=&quot;1&quot;/&gt;&lt;lineCharCount val=&quot;2&quot;/&gt;&lt;/TableIndex&gt;&lt;TableIndex row=&quot;7&quot; col=&quot;3&quot;&gt;&lt;linesCount val=&quot;1&quot;/&gt;&lt;lineCharCount val=&quot;2&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2178B3BD-EF6C-4F41-BC7D-C9D8E20C082C}_29.png&quot;/&gt;&lt;left val=&quot;506&quot;/&gt;&lt;top val=&quot;292&quot;/&gt;&lt;width val=&quot;197&quot;/&gt;&lt;height val=&quot;214&quot;/&gt;&lt;hasText val=&quot;1&quot;/&gt;&lt;/Image&gt;&lt;/ThreeDShapeInfo&gt;"/>
</p:tagLst>
</file>

<file path=ppt/tags/tag3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D777E80E-CA14-4FFE-808B-B2852885FD79}_29.png&quot;/&gt;&lt;left val=&quot;0&quot;/&gt;&lt;top val=&quot;455&quot;/&gt;&lt;width val=&quot;276&quot;/&gt;&lt;height val=&quot;37&quot;/&gt;&lt;hasText val=&quot;1&quot;/&gt;&lt;/Image&gt;&lt;/ThreeDShapeInfo&gt;"/>
</p:tagLst>
</file>

<file path=ppt/tags/tag3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9&quot;/&gt;&lt;lineCharCount val=&quot;25&quot;/&gt;&lt;/TableIndex&gt;&lt;/ShapeTextInfo&gt;"/>
  <p:tag name="HTML_SHAPEINFO" val="&lt;ThreeDShapeInfo&gt;&lt;uuid val=&quot;&quot;/&gt;&lt;isInvalidForFieldText val=&quot;0&quot;/&gt;&lt;Image&gt;&lt;filename val=&quot;C:\Users\sanmi\Documents\My Adobe Presentations\ece552-MIPSR10K\data\asimages\{D0D4A36C-49D2-43E1-897E-8AEFECF40244}_29.png&quot;/&gt;&lt;left val=&quot;13&quot;/&gt;&lt;top val=&quot;478&quot;/&gt;&lt;width val=&quot;246&quot;/&gt;&lt;height val=&quot;60&quot;/&gt;&lt;hasText val=&quot;1&quot;/&gt;&lt;/Image&gt;&lt;/ThreeDShapeInfo&gt;"/>
</p:tagLst>
</file>

<file path=ppt/tags/tag376.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 name="PPSNARRATION" val="30,690117316,C:\Users\sanmi\GoogleDrive\UWMdrive\Courses\ECE552\ece552-lec16_MIPSR10K_pptx\Media.ppcx"/>
</p:tagLst>
</file>

<file path=ppt/tags/tag3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D7E0294D-2DE0-4C08-9976-2124562635BB}_30.png&quot;/&gt;&lt;left val=&quot;0&quot;/&gt;&lt;top val=&quot;443&quot;/&gt;&lt;width val=&quot;276&quot;/&gt;&lt;height val=&quot;37&quot;/&gt;&lt;hasText val=&quot;1&quot;/&gt;&lt;/Image&gt;&lt;/ThreeDShapeInfo&gt;"/>
</p:tagLst>
</file>

<file path=ppt/tags/tag3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4FB7FFA9-9FBB-4E98-BCFE-28EE79851BD3}_30.png&quot;/&gt;&lt;left val=&quot;35&quot;/&gt;&lt;top val=&quot;21&quot;/&gt;&lt;width val=&quot;588&quot;/&gt;&lt;height val=&quot;98&quot;/&gt;&lt;hasText val=&quot;1&quot;/&gt;&lt;/Image&gt;&lt;/ThreeDShapeInfo&gt;"/>
</p:tagLst>
</file>

<file path=ppt/tags/tag3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6BA6F95C-AECF-430F-8E22-F75B0EE999E6}_30.png&quot;/&gt;&lt;left val=&quot;599&quot;/&gt;&lt;top val=&quot;500&quot;/&gt;&lt;width val=&quot;84&quot;/&gt;&lt;height val=&quot;29&quot;/&gt;&lt;hasText val=&quot;1&quot;/&gt;&lt;/Image&gt;&lt;/ThreeDShapeInfo&gt;"/>
</p:tagLst>
</file>

<file path=ppt/tags/tag3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1&quot;/&gt;&lt;lineCharCount val=&quot;1&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8F571781-04EA-498A-B852-ADD3D0F9B4E5}_30.png&quot;/&gt;&lt;left val=&quot;46&quot;/&gt;&lt;top val=&quot;88&quot;/&gt;&lt;width val=&quot;627&quot;/&gt;&lt;height val=&quot;196&quot;/&gt;&lt;hasText val=&quot;1&quot;/&gt;&lt;/Image&gt;&lt;/ThreeDShapeInfo&gt;"/>
</p:tagLst>
</file>

<file path=ppt/tags/tag3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4&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C600935F-2EC8-47F1-9D04-4B5C4A1FC858}_30.png&quot;/&gt;&lt;left val=&quot;305&quot;/&gt;&lt;top val=&quot;292&quot;/&gt;&lt;width val=&quot;152&quot;/&gt;&lt;height val=&quot;166&quot;/&gt;&lt;hasText val=&quot;1&quot;/&gt;&lt;/Image&gt;&lt;/ThreeDShapeInfo&gt;"/>
</p:tagLst>
</file>

<file path=ppt/tags/tag3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MIPSR10K\data\asimages\{A4E6FFB6-E781-462B-965D-CDDBE11EA60C}_30.png&quot;/&gt;&lt;left val=&quot;290&quot;/&gt;&lt;top val=&quot;460&quot;/&gt;&lt;width val=&quot;182&quot;/&gt;&lt;height val=&quot;61&quot;/&gt;&lt;hasText val=&quot;1&quot;/&gt;&lt;/Image&gt;&lt;/ThreeDShapeInfo&gt;"/>
</p:tagLst>
</file>

<file path=ppt/tags/tag3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BD2F9A40-C85D-45AD-9561-59FC5A38C99F}_30.png&quot;/&gt;&lt;left val=&quot;15&quot;/&gt;&lt;top val=&quot;293&quot;/&gt;&lt;width val=&quot;247&quot;/&gt;&lt;height val=&quot;166&quot;/&gt;&lt;hasText val=&quot;1&quot;/&gt;&lt;/Image&gt;&lt;/ThreeDShapeInfo&gt;"/>
</p:tagLst>
</file>

<file path=ppt/tags/tag3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8&quot;/&gt;&lt;/TableIndex&gt;&lt;TableIndex row=&quot;3&quot; col=&quot;2&quot;&gt;&lt;linesCount val=&quot;0&quot;/&gt;&lt;/TableIndex&gt;&lt;TableIndex row=&quot;3&quot; col=&quot;3&quot;&gt;&lt;linesCount val=&quot;0&quot;/&gt;&lt;/TableIndex&gt;&lt;TableIndex row=&quot;4&quot; col=&quot;1&quot;&gt;&lt;linesCount val=&quot;1&quot;/&gt;&lt;lineCharCount val=&quot;17&quot;/&gt;&lt;/TableIndex&gt;&lt;TableIndex row=&quot;4&quot; col=&quot;2&quot;&gt;&lt;linesCount val=&quot;1&quot;/&gt;&lt;lineCharCount val=&quot;2&quot;/&gt;&lt;/TableIndex&gt;&lt;TableIndex row=&quot;4&quot; col=&quot;3&quot;&gt;&lt;linesCount val=&quot;1&quot;/&gt;&lt;lineCharCount val=&quot;2&quot;/&gt;&lt;/TableIndex&gt;&lt;TableIndex row=&quot;5&quot; col=&quot;1&quot;&gt;&lt;linesCount val=&quot;1&quot;/&gt;&lt;lineCharCount val=&quot;18&quot;/&gt;&lt;/TableIndex&gt;&lt;TableIndex row=&quot;5&quot; col=&quot;2&quot;&gt;&lt;linesCount val=&quot;1&quot;/&gt;&lt;lineCharCount val=&quot;2&quot;/&gt;&lt;/TableIndex&gt;&lt;TableIndex row=&quot;5&quot; col=&quot;3&quot;&gt;&lt;linesCount val=&quot;1&quot;/&gt;&lt;lineCharCount val=&quot;2&quot;/&gt;&lt;/TableIndex&gt;&lt;TableIndex row=&quot;6&quot; col=&quot;1&quot;&gt;&lt;linesCount val=&quot;1&quot;/&gt;&lt;lineCharCount val=&quot;17&quot;/&gt;&lt;/TableIndex&gt;&lt;TableIndex row=&quot;6&quot; col=&quot;2&quot;&gt;&lt;linesCount val=&quot;1&quot;/&gt;&lt;lineCharCount val=&quot;2&quot;/&gt;&lt;/TableIndex&gt;&lt;TableIndex row=&quot;6&quot; col=&quot;3&quot;&gt;&lt;linesCount val=&quot;1&quot;/&gt;&lt;lineCharCount val=&quot;2&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33096D2D-4D37-4121-87B2-F84185E3ECBB}_30.png&quot;/&gt;&lt;left val=&quot;506&quot;/&gt;&lt;top val=&quot;292&quot;/&gt;&lt;width val=&quot;197&quot;/&gt;&lt;height val=&quot;214&quot;/&gt;&lt;hasText val=&quot;1&quot;/&gt;&lt;/Image&gt;&lt;/ThreeDShapeInfo&gt;"/>
</p:tagLst>
</file>

<file path=ppt/tags/tag3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80038D6D-D142-41AE-8AA1-707CBDB11723}_30.png&quot;/&gt;&lt;left val=&quot;0&quot;/&gt;&lt;top val=&quot;455&quot;/&gt;&lt;width val=&quot;276&quot;/&gt;&lt;height val=&quot;37&quot;/&gt;&lt;hasText val=&quot;1&quot;/&gt;&lt;/Image&gt;&lt;/ThreeDShapeInfo&gt;"/>
</p:tagLst>
</file>

<file path=ppt/tags/tag3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9&quot;/&gt;&lt;lineCharCount val=&quot;25&quot;/&gt;&lt;/TableIndex&gt;&lt;/ShapeTextInfo&gt;"/>
  <p:tag name="HTML_SHAPEINFO" val="&lt;ThreeDShapeInfo&gt;&lt;uuid val=&quot;&quot;/&gt;&lt;isInvalidForFieldText val=&quot;0&quot;/&gt;&lt;Image&gt;&lt;filename val=&quot;C:\Users\sanmi\Documents\My Adobe Presentations\ece552-MIPSR10K\data\asimages\{AD820CB0-EFEA-4008-B8E0-A740820B9C82}_30.png&quot;/&gt;&lt;left val=&quot;13&quot;/&gt;&lt;top val=&quot;478&quot;/&gt;&lt;width val=&quot;246&quot;/&gt;&lt;height val=&quot;60&quot;/&gt;&lt;hasText val=&quot;1&quot;/&gt;&lt;/Image&gt;&lt;/ThreeDShapeInfo&gt;"/>
</p:tagLst>
</file>

<file path=ppt/tags/tag387.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 name="PPSNARRATION" val="31,690117316,C:\Users\sanmi\GoogleDrive\UWMdrive\Courses\ECE552\ece552-lec16_MIPSR10K_pptx\Media.ppcx"/>
</p:tagLst>
</file>

<file path=ppt/tags/tag3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4&quot;/&gt;&lt;/TableIndex&gt;&lt;/ShapeTextInfo&gt;"/>
  <p:tag name="HTML_SHAPEINFO" val="&lt;ThreeDShapeInfo&gt;&lt;uuid val=&quot;&quot;/&gt;&lt;isInvalidForFieldText val=&quot;0&quot;/&gt;&lt;Image&gt;&lt;filename val=&quot;C:\Users\sanmi\Documents\My Adobe Presentations\ece552-MIPSR10K\data\asimages\{5EE65F18-F671-48D2-BCE9-985623D3C4DC}_31.png&quot;/&gt;&lt;left val=&quot;0&quot;/&gt;&lt;top val=&quot;443&quot;/&gt;&lt;width val=&quot;276&quot;/&gt;&lt;height val=&quot;37&quot;/&gt;&lt;hasText val=&quot;1&quot;/&gt;&lt;/Image&gt;&lt;/ThreeDShapeInfo&gt;"/>
</p:tagLst>
</file>

<file path=ppt/tags/tag3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8BAB4CC3-3949-404D-9883-B26BF3E28D51}_31.png&quot;/&gt;&lt;left val=&quot;35&quot;/&gt;&lt;top val=&quot;21&quot;/&gt;&lt;width val=&quot;588&quot;/&gt;&lt;height val=&quot;98&quot;/&gt;&lt;hasText val=&quot;1&quot;/&gt;&lt;/Image&gt;&lt;/ThreeDShapeInfo&gt;"/>
</p:tagLst>
</file>

<file path=ppt/tags/tag3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99E12748-B156-4E83-B0E0-605AC6DDB0EA}_31.png&quot;/&gt;&lt;left val=&quot;599&quot;/&gt;&lt;top val=&quot;500&quot;/&gt;&lt;width val=&quot;84&quot;/&gt;&lt;height val=&quot;29&quot;/&gt;&lt;hasText val=&quot;1&quot;/&gt;&lt;/Image&gt;&lt;/ThreeDShapeInfo&gt;"/>
</p:tagLst>
</file>

<file path=ppt/tags/tag3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1&quot;/&gt;&lt;lineCharCount val=&quot;1&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1&quot;/&gt;&lt;lineCharCount val=&quot;1&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1&quot;/&gt;&lt;lineCharCount val=&quot;1&quot;/&gt;&lt;/TableIndex&gt;&lt;TableIndex row=&quot;6&quot; col=&quot;12&quot;&gt;&lt;linesCount val=&quot;0&quot;/&gt;&lt;/TableIndex&gt;&lt;TableIndex row=&quot;6&quot; col=&quot;13&quot;&gt;&lt;linesCount val=&quot;0&quot;/&gt;&lt;/TableIndex&gt;&lt;TableIndex row=&quot;6&quot; col=&quot;14&quot;&gt;&lt;linesCount val=&quot;0&quot;/&gt;&lt;/TableIndex&gt;&lt;TableIndex row=&quot;6&quot; col=&quot;15&quot;&gt;&lt;linesCount val=&quot;0&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0&quot;/&gt;&lt;/TableIndex&gt;&lt;TableIndex row=&quot;7&quot; col=&quot;13&quot;&gt;&lt;linesCount val=&quot;0&quot;/&gt;&lt;/TableIndex&gt;&lt;TableIndex row=&quot;7&quot; col=&quot;14&quot;&gt;&lt;linesCount val=&quot;0&quot;/&gt;&lt;/TableIndex&gt;&lt;TableIndex row=&quot;7&quot; col=&quot;15&quot;&gt;&lt;linesCount val=&quot;0&quot;/&gt;&lt;/TableIndex&gt;&lt;TableIndex row=&quot;7&quot; col=&quot;16&quot;&gt;&lt;linesCount val=&quot;0&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C3B42FC2-E5AC-4543-BA49-C4F740265139}_31.png&quot;/&gt;&lt;left val=&quot;46&quot;/&gt;&lt;top val=&quot;88&quot;/&gt;&lt;width val=&quot;627&quot;/&gt;&lt;height val=&quot;196&quot;/&gt;&lt;hasText val=&quot;1&quot;/&gt;&lt;/Image&gt;&lt;/ThreeDShapeInfo&gt;"/>
</p:tagLst>
</file>

<file path=ppt/tags/tag3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1&quot;/&gt;&lt;lineCharCount val=&quot;9&quot;/&gt;&lt;/TableIndex&gt;&lt;TableIndex row=&quot;1&quot; col=&quot;3&quot;&gt;&lt;linesCount val=&quot;1&quot;/&gt;&lt;lineCharCount val=&quot;9&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3&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 name="HTML_SHAPEINFO" val="&lt;ThreeDShapeInfo&gt;&lt;uuid val=&quot;&quot;/&gt;&lt;isInvalidForFieldText val=&quot;0&quot;/&gt;&lt;Image&gt;&lt;filename val=&quot;C:\Users\sanmi\Documents\My Adobe Presentations\ece552-MIPSR10K\data\asimages\{095F881B-9E14-46FE-B6C4-D60A053AB91D}_31.png&quot;/&gt;&lt;left val=&quot;305&quot;/&gt;&lt;top val=&quot;292&quot;/&gt;&lt;width val=&quot;152&quot;/&gt;&lt;height val=&quot;166&quot;/&gt;&lt;hasText val=&quot;1&quot;/&gt;&lt;/Image&gt;&lt;/ThreeDShapeInfo&gt;"/>
</p:tagLst>
</file>

<file path=ppt/tags/tag3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2&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MIPSR10K\data\asimages\{E7D25EC5-2B1B-476F-A308-08A258167537}_31.png&quot;/&gt;&lt;left val=&quot;290&quot;/&gt;&lt;top val=&quot;460&quot;/&gt;&lt;width val=&quot;182&quot;/&gt;&lt;height val=&quot;61&quot;/&gt;&lt;hasText val=&quot;1&quot;/&gt;&lt;/Image&gt;&lt;/ThreeDShapeInfo&gt;"/>
</p:tagLst>
</file>

<file path=ppt/tags/tag3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TableIndex row=&quot;1&quot; col=&quot;2&quot;&gt;&lt;linesCount val=&quot;1&quot;/&gt;&lt;lineCharCount val=&quot;20&quot;/&gt;&lt;/TableIndex&gt;&lt;TableIndex row=&quot;1&quot; col=&quot;3&quot;&gt;&lt;linesCount val=&quot;1&quot;/&gt;&lt;lineCharCount val=&quot;20&quot;/&gt;&lt;/TableIndex&gt;&lt;TableIndex row=&quot;1&quot; col=&quot;4&quot;&gt;&lt;linesCount val=&quot;1&quot;/&gt;&lt;lineCharCount val=&quot;20&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2&quot;/&gt;&lt;/TableIndex&gt;&lt;TableIndex row=&quot;2&quot; col=&quot;4&quot;&gt;&lt;linesCount val=&quot;1&quot;/&gt;&lt;lineCharCount val=&quot;2&quot;/&gt;&lt;/TableIndex&gt;&lt;TableIndex row=&quot;3&quot; col=&quot;1&quot;&gt;&lt;linesCount val=&quot;1&quot;/&gt;&lt;lineCharCount val=&quot;4&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ShapeTextInfo&gt;"/>
  <p:tag name="HTML_SHAPEINFO" val="&lt;ThreeDShapeInfo&gt;&lt;uuid val=&quot;&quot;/&gt;&lt;isInvalidForFieldText val=&quot;0&quot;/&gt;&lt;Image&gt;&lt;filename val=&quot;C:\Users\sanmi\Documents\My Adobe Presentations\ece552-MIPSR10K\data\asimages\{57AFC97A-433B-4F2C-B34C-BC53B1F71EBF}_31.png&quot;/&gt;&lt;left val=&quot;15&quot;/&gt;&lt;top val=&quot;293&quot;/&gt;&lt;width val=&quot;247&quot;/&gt;&lt;height val=&quot;166&quot;/&gt;&lt;hasText val=&quot;1&quot;/&gt;&lt;/Image&gt;&lt;/ThreeDShapeInfo&gt;"/>
</p:tagLst>
</file>

<file path=ppt/tags/tag3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TableIndex row=&quot;1&quot; col=&quot;2&quot;&gt;&lt;linesCount val=&quot;1&quot;/&gt;&lt;lineCharCount val=&quot;14&quot;/&gt;&lt;/TableIndex&gt;&lt;TableIndex row=&quot;1&quot; col=&quot;3&quot;&gt;&lt;linesCount val=&quot;1&quot;/&gt;&lt;lineCharCount val=&quot;14&quot;/&gt;&lt;/TableIndex&gt;&lt;TableIndex row=&quot;2&quot; col=&quot;1&quot;&gt;&lt;linesCount val=&quot;1&quot;/&gt;&lt;lineCharCount val=&quot;4&quot;/&gt;&lt;/TableIndex&gt;&lt;TableIndex row=&quot;2&quot; col=&quot;2&quot;&gt;&lt;linesCount val=&quot;1&quot;/&gt;&lt;lineCharCount val=&quot;2&quot;/&gt;&lt;/TableIndex&gt;&lt;TableIndex row=&quot;2&quot; col=&quot;3&quot;&gt;&lt;linesCount val=&quot;1&quot;/&gt;&lt;lineCharCount val=&quot;3&quot;/&gt;&lt;/TableIndex&gt;&lt;TableIndex row=&quot;3&quot; col=&quot;1&quot;&gt;&lt;linesCount val=&quot;1&quot;/&gt;&lt;lineCharCount val=&quot;18&quot;/&gt;&lt;/TableIndex&gt;&lt;TableIndex row=&quot;3&quot; col=&quot;2&quot;&gt;&lt;linesCount val=&quot;0&quot;/&gt;&lt;/TableIndex&gt;&lt;TableIndex row=&quot;3&quot; col=&quot;3&quot;&gt;&lt;linesCount val=&quot;0&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7&quot; col=&quot;1&quot;&gt;&lt;linesCount val=&quot;0&quot;/&gt;&lt;/TableIndex&gt;&lt;TableIndex row=&quot;7&quot; col=&quot;2&quot;&gt;&lt;linesCount val=&quot;0&quot;/&gt;&lt;/TableIndex&gt;&lt;TableIndex row=&quot;7&quot; col=&quot;3&quot;&gt;&lt;linesCount val=&quot;0&quot;/&gt;&lt;/TableIndex&gt;&lt;TableIndex row=&quot;8&quot; col=&quot;1&quot;&gt;&lt;linesCount val=&quot;0&quot;/&gt;&lt;/TableIndex&gt;&lt;TableIndex row=&quot;8&quot; col=&quot;2&quot;&gt;&lt;linesCount val=&quot;0&quot;/&gt;&lt;/TableIndex&gt;&lt;TableIndex row=&quot;8&quot; col=&quot;3&quot;&gt;&lt;linesCount val=&quot;0&quot;/&gt;&lt;/TableIndex&gt;&lt;/ShapeTextInfo&gt;"/>
  <p:tag name="HTML_SHAPEINFO" val="&lt;ThreeDShapeInfo&gt;&lt;uuid val=&quot;&quot;/&gt;&lt;isInvalidForFieldText val=&quot;0&quot;/&gt;&lt;Image&gt;&lt;filename val=&quot;C:\Users\sanmi\Documents\My Adobe Presentations\ece552-MIPSR10K\data\asimages\{13E6F662-DE2A-4E52-A582-3935D7513FAB}_31.png&quot;/&gt;&lt;left val=&quot;506&quot;/&gt;&lt;top val=&quot;292&quot;/&gt;&lt;width val=&quot;197&quot;/&gt;&lt;height val=&quot;214&quot;/&gt;&lt;hasText val=&quot;1&quot;/&gt;&lt;/Image&gt;&lt;/ThreeDShapeInfo&gt;"/>
</p:tagLst>
</file>

<file path=ppt/tags/tag3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HTML_SHAPEINFO" val="&lt;ThreeDShapeInfo&gt;&lt;uuid val=&quot;&quot;/&gt;&lt;isInvalidForFieldText val=&quot;0&quot;/&gt;&lt;Image&gt;&lt;filename val=&quot;C:\Users\sanmi\Documents\My Adobe Presentations\ece552-MIPSR10K\data\asimages\{A112DC8C-F38D-4DFF-B850-A62390DBC439}_31.png&quot;/&gt;&lt;left val=&quot;0&quot;/&gt;&lt;top val=&quot;455&quot;/&gt;&lt;width val=&quot;276&quot;/&gt;&lt;height val=&quot;37&quot;/&gt;&lt;hasText val=&quot;1&quot;/&gt;&lt;/Image&gt;&lt;/ThreeDShapeInfo&gt;"/>
</p:tagLst>
</file>

<file path=ppt/tags/tag397.xml><?xml version="1.0" encoding="utf-8"?>
<p:tagLst xmlns:a="http://schemas.openxmlformats.org/drawingml/2006/main" xmlns:r="http://schemas.openxmlformats.org/officeDocument/2006/relationships" xmlns:p="http://schemas.openxmlformats.org/presentationml/2006/main">
  <p:tag name="HTML_SHAPEINFO" val="&lt;SlideThumbPath val=&quot;Slide32.PNG&quot;/&gt;"/>
  <p:tag name="PPSNARRATION" val="32,690117316,C:\Users\sanmi\GoogleDrive\UWMdrive\Courses\ECE552\ece552-lec16_MIPSR10K_pptx\Media.ppcx"/>
</p:tagLst>
</file>

<file path=ppt/tags/tag3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MIPSR10K\data\asimages\{A94CE1C9-10CB-47FA-AE5D-2355C712B47A}_32.png&quot;/&gt;&lt;left val=&quot;35&quot;/&gt;&lt;top val=&quot;21&quot;/&gt;&lt;width val=&quot;588&quot;/&gt;&lt;height val=&quot;98&quot;/&gt;&lt;hasText val=&quot;1&quot;/&gt;&lt;/Image&gt;&lt;/ThreeDShapeInfo&gt;"/>
</p:tagLst>
</file>

<file path=ppt/tags/tag3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CF58504F-D32F-49AB-8C74-95B69B6C8FD9}_32.png&quot;/&gt;&lt;left val=&quot;599&quot;/&gt;&lt;top val=&quot;500&quot;/&gt;&lt;width val=&quot;84&quot;/&gt;&lt;height val=&quot;29&quot;/&gt;&lt;hasText val=&quot;1&quot;/&gt;&lt;/Image&gt;&lt;/ThreeDShapeInfo&gt;"/>
</p:tagLst>
</file>

<file path=ppt/tags/tag4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1&quot; col=&quot;17&quot;&gt;&lt;linesCount val=&quot;1&quot;/&gt;&lt;lineCharCount val=&quot;2&quot;/&gt;&lt;/TableIndex&gt;&lt;TableIndex row=&quot;1&quot; col=&quot;18&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2&quot;/&gt;&lt;/TableIndex&gt;&lt;TableIndex row=&quot;2&quot; col=&quot;4&quot;&gt;&lt;linesCount val=&quot;1&quot;/&gt;&lt;lineCharCount val=&quot;2&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2&quot; col=&quot;10&quot;&gt;&lt;linesCount val=&quot;1&quot;/&gt;&lt;lineCharCount val=&quot;1&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2&quot; col=&quot;17&quot;&gt;&lt;linesCount val=&quot;0&quot;/&gt;&lt;/TableIndex&gt;&lt;TableIndex row=&quot;2&quot; col=&quot;18&quot;&gt;&lt;linesCount val=&quot;0&quot;/&gt;&lt;/TableIndex&gt;&lt;TableIndex row=&quot;3&quot; col=&quot;1&quot;&gt;&lt;linesCount val=&quot;1&quot;/&gt;&lt;lineCharCount val=&quot;18&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2&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1&quot;/&gt;&lt;lineCharCount val=&quot;1&quot;/&gt;&lt;/TableIndex&gt;&lt;TableIndex row=&quot;3&quot; col=&quot;12&quot;&gt;&lt;linesCount val=&quot;1&quot;/&gt;&lt;lineCharCount val=&quot;1&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3&quot; col=&quot;17&quot;&gt;&lt;linesCount val=&quot;0&quot;/&gt;&lt;/TableIndex&gt;&lt;TableIndex row=&quot;3&quot; col=&quot;18&quot;&gt;&lt;linesCount val=&quot;0&quot;/&gt;&lt;/TableIndex&gt;&lt;TableIndex row=&quot;4&quot; col=&quot;1&quot;&gt;&lt;linesCount val=&quot;1&quot;/&gt;&lt;lineCharCount val=&quot;17&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2&quot;/&gt;&lt;/TableIndex&gt;&lt;TableIndex row=&quot;4&quot; col=&quot;6&quot;&gt;&lt;linesCount val=&quot;1&quot;/&gt;&lt;lineCharCount val=&quot;2&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1&quot;/&gt;&lt;lineCharCount val=&quot;1&quot;/&gt;&lt;/TableIndex&gt;&lt;TableIndex row=&quot;4&quot; col=&quot;10&quot;&gt;&lt;linesCount val=&quot;1&quot;/&gt;&lt;lineCharCount val=&quot;1&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0&quot;/&gt;&lt;/TableIndex&gt;&lt;TableIndex row=&quot;4&quot; col=&quot;15&quot;&gt;&lt;linesCount val=&quot;0&quot;/&gt;&lt;/TableIndex&gt;&lt;TableIndex row=&quot;4&quot; col=&quot;16&quot;&gt;&lt;linesCount val=&quot;0&quot;/&gt;&lt;/TableIndex&gt;&lt;TableIndex row=&quot;4&quot; col=&quot;17&quot;&gt;&lt;linesCount val=&quot;0&quot;/&gt;&lt;/TableIndex&gt;&lt;TableIndex row=&quot;4&quot; col=&quot;18&quot;&gt;&lt;linesCount val=&quot;0&quot;/&gt;&lt;/TableIndex&gt;&lt;TableIndex row=&quot;5&quot; col=&quot;1&quot;&gt;&lt;linesCount val=&quot;1&quot;/&gt;&lt;lineCharCount val=&quot;18&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2&quot;/&gt;&lt;/TableIndex&gt;&lt;TableIndex row=&quot;5&quot; col=&quot;7&quot;&gt;&lt;linesCount val=&quot;1&quot;/&gt;&lt;lineCharCount val=&quot;2&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1&quot;/&gt;&lt;lineCharCount val=&quot;1&quot;/&gt;&lt;/TableIndex&gt;&lt;TableIndex row=&quot;5&quot; col=&quot;11&quot;&gt;&lt;linesCount val=&quot;1&quot;/&gt;&lt;lineCharCount val=&quot;1&quot;/&gt;&lt;/TableIndex&gt;&lt;TableIndex row=&quot;5&quot; col=&quot;12&quot;&gt;&lt;linesCount val=&quot;1&quot;/&gt;&lt;lineCharCount val=&quot;1&quot;/&gt;&lt;/TableIndex&gt;&lt;TableIndex row=&quot;5&quot; col=&quot;13&quot;&gt;&lt;linesCount val=&quot;1&quot;/&gt;&lt;lineCharCount val=&quot;1&quot;/&gt;&lt;/TableIndex&gt;&lt;TableIndex row=&quot;5&quot; col=&quot;14&quot;&gt;&lt;linesCount val=&quot;1&quot;/&gt;&lt;lineCharCount val=&quot;1&quot;/&gt;&lt;/TableIndex&gt;&lt;TableIndex row=&quot;5&quot; col=&quot;15&quot;&gt;&lt;linesCount val=&quot;0&quot;/&gt;&lt;/TableIndex&gt;&lt;TableIndex row=&quot;5&quot; col=&quot;16&quot;&gt;&lt;linesCount val=&quot;0&quot;/&gt;&lt;/TableIndex&gt;&lt;TableIndex row=&quot;5&quot; col=&quot;17&quot;&gt;&lt;linesCount val=&quot;0&quot;/&gt;&lt;/TableIndex&gt;&lt;TableIndex row=&quot;5&quot; col=&quot;18&quot;&gt;&lt;linesCount val=&quot;0&quot;/&gt;&lt;/TableIndex&gt;&lt;TableIndex row=&quot;6&quot; col=&quot;1&quot;&gt;&lt;linesCount val=&quot;1&quot;/&gt;&lt;lineCharCount val=&quot;17&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2&quot;/&gt;&lt;/TableIndex&gt;&lt;TableIndex row=&quot;6&quot; col=&quot;8&quot;&gt;&lt;linesCount val=&quot;1&quot;/&gt;&lt;lineCharCount val=&quot;2&quot;/&gt;&lt;/TableIndex&gt;&lt;TableIndex row=&quot;6&quot; col=&quot;9&quot;&gt;&lt;linesCount val=&quot;1&quot;/&gt;&lt;lineCharCount val=&quot;2&quot;/&gt;&lt;/TableIndex&gt;&lt;TableIndex row=&quot;6&quot; col=&quot;10&quot;&gt;&lt;linesCount val=&quot;1&quot;/&gt;&lt;lineCharCount val=&quot;1&quot;/&gt;&lt;/TableIndex&gt;&lt;TableIndex row=&quot;6&quot; col=&quot;11&quot;&gt;&lt;linesCount val=&quot;1&quot;/&gt;&lt;lineCharCount val=&quot;1&quot;/&gt;&lt;/TableIndex&gt;&lt;TableIndex row=&quot;6&quot; col=&quot;12&quot;&gt;&lt;linesCount val=&quot;1&quot;/&gt;&lt;lineCharCount val=&quot;1&quot;/&gt;&lt;/TableIndex&gt;&lt;TableIndex row=&quot;6&quot; col=&quot;13&quot;&gt;&lt;linesCount val=&quot;1&quot;/&gt;&lt;lineCharCount val=&quot;1&quot;/&gt;&lt;/TableIndex&gt;&lt;TableIndex row=&quot;6&quot; col=&quot;14&quot;&gt;&lt;linesCount val=&quot;1&quot;/&gt;&lt;lineCharCount val=&quot;1&quot;/&gt;&lt;/TableIndex&gt;&lt;TableIndex row=&quot;6&quot; col=&quot;15&quot;&gt;&lt;linesCount val=&quot;1&quot;/&gt;&lt;lineCharCount val=&quot;1&quot;/&gt;&lt;/TableIndex&gt;&lt;TableIndex row=&quot;6&quot; col=&quot;16&quot;&gt;&lt;linesCount val=&quot;0&quot;/&gt;&lt;/TableIndex&gt;&lt;TableIndex row=&quot;6&quot; col=&quot;17&quot;&gt;&lt;linesCount val=&quot;0&quot;/&gt;&lt;/TableIndex&gt;&lt;TableIndex row=&quot;6&quot; col=&quot;18&quot;&gt;&lt;linesCount val=&quot;0&quot;/&gt;&lt;/TableIndex&gt;&lt;TableIndex row=&quot;7&quot; col=&quot;1&quot;&gt;&lt;linesCount val=&quot;1&quot;/&gt;&lt;lineCharCount val=&quot;16&quot;/&gt;&lt;/TableIndex&gt;&lt;TableIndex row=&quot;7&quot; col=&quot;2&quot;&gt;&lt;linesCount val=&quot;0&quot;/&gt;&lt;/TableIndex&gt;&lt;TableIndex row=&quot;7&quot; col=&quot;3&quot;&gt;&lt;linesCount val=&quot;0&quot;/&gt;&lt;/TableIndex&gt;&lt;TableIndex row=&quot;7&quot; col=&quot;4&quot;&gt;&lt;linesCount val=&quot;0&quot;/&gt;&lt;/TableIndex&gt;&lt;TableIndex row=&quot;7&quot; col=&quot;5&quot;&gt;&lt;linesCount val=&quot;0&quot;/&gt;&lt;/TableIndex&gt;&lt;TableIndex row=&quot;7&quot; col=&quot;6&quot;&gt;&lt;linesCount val=&quot;0&quot;/&gt;&lt;/TableIndex&gt;&lt;TableIndex row=&quot;7&quot; col=&quot;7&quot;&gt;&lt;linesCount val=&quot;1&quot;/&gt;&lt;lineCharCount val=&quot;1&quot;/&gt;&lt;/TableIndex&gt;&lt;TableIndex row=&quot;7&quot; col=&quot;8&quot;&gt;&lt;linesCount val=&quot;1&quot;/&gt;&lt;lineCharCount val=&quot;2&quot;/&gt;&lt;/TableIndex&gt;&lt;TableIndex row=&quot;7&quot; col=&quot;9&quot;&gt;&lt;linesCount val=&quot;1&quot;/&gt;&lt;lineCharCount val=&quot;2&quot;/&gt;&lt;/TableIndex&gt;&lt;TableIndex row=&quot;7&quot; col=&quot;10&quot;&gt;&lt;linesCount val=&quot;1&quot;/&gt;&lt;lineCharCount val=&quot;2&quot;/&gt;&lt;/TableIndex&gt;&lt;TableIndex row=&quot;7&quot; col=&quot;11&quot;&gt;&lt;linesCount val=&quot;1&quot;/&gt;&lt;lineCharCount val=&quot;1&quot;/&gt;&lt;/TableIndex&gt;&lt;TableIndex row=&quot;7&quot; col=&quot;12&quot;&gt;&lt;linesCount val=&quot;1&quot;/&gt;&lt;lineCharCount val=&quot;1&quot;/&gt;&lt;/TableIndex&gt;&lt;TableIndex row=&quot;7&quot; col=&quot;13&quot;&gt;&lt;linesCount val=&quot;1&quot;/&gt;&lt;lineCharCount val=&quot;1&quot;/&gt;&lt;/TableIndex&gt;&lt;TableIndex row=&quot;7&quot; col=&quot;14&quot;&gt;&lt;linesCount val=&quot;1&quot;/&gt;&lt;lineCharCount val=&quot;1&quot;/&gt;&lt;/TableIndex&gt;&lt;TableIndex row=&quot;7&quot; col=&quot;15&quot;&gt;&lt;linesCount val=&quot;1&quot;/&gt;&lt;lineCharCount val=&quot;1&quot;/&gt;&lt;/TableIndex&gt;&lt;TableIndex row=&quot;7&quot; col=&quot;16&quot;&gt;&lt;linesCount val=&quot;1&quot;/&gt;&lt;lineCharCount val=&quot;1&quot;/&gt;&lt;/TableIndex&gt;&lt;TableIndex row=&quot;7&quot; col=&quot;17&quot;&gt;&lt;linesCount val=&quot;0&quot;/&gt;&lt;/TableIndex&gt;&lt;TableIndex row=&quot;7&quot; col=&quot;18&quot;&gt;&lt;linesCount val=&quot;0&quot;/&gt;&lt;/TableIndex&gt;&lt;TableIndex row=&quot;8&quot; col=&quot;1&quot;&gt;&lt;linesCount val=&quot;1&quot;/&gt;&lt;lineCharCount val=&quot;1&quot;/&gt;&lt;/TableIndex&gt;&lt;TableIndex row=&quot;8&quot; col=&quot;2&quot;&gt;&lt;linesCount val=&quot;0&quot;/&gt;&lt;/TableIndex&gt;&lt;TableIndex row=&quot;8&quot; col=&quot;3&quot;&gt;&lt;linesCount val=&quot;0&quot;/&gt;&lt;/TableIndex&gt;&lt;TableIndex row=&quot;8&quot; col=&quot;4&quot;&gt;&lt;linesCount val=&quot;0&quot;/&gt;&lt;/TableIndex&gt;&lt;TableIndex row=&quot;8&quot; col=&quot;5&quot;&gt;&lt;linesCount val=&quot;0&quot;/&gt;&lt;/TableIndex&gt;&lt;TableIndex row=&quot;8&quot; col=&quot;6&quot;&gt;&lt;linesCount val=&quot;0&quot;/&gt;&lt;/TableIndex&gt;&lt;TableIndex row=&quot;8&quot; col=&quot;7&quot;&gt;&lt;linesCount val=&quot;0&quot;/&gt;&lt;/TableIndex&gt;&lt;TableIndex row=&quot;8&quot; col=&quot;8&quot;&gt;&lt;linesCount val=&quot;0&quot;/&gt;&lt;/TableIndex&gt;&lt;TableIndex row=&quot;8&quot; col=&quot;9&quot;&gt;&lt;linesCount val=&quot;0&quot;/&gt;&lt;/TableIndex&gt;&lt;TableIndex row=&quot;8&quot; col=&quot;10&quot;&gt;&lt;linesCount val=&quot;0&quot;/&gt;&lt;/TableIndex&gt;&lt;TableIndex row=&quot;8&quot; col=&quot;11&quot;&gt;&lt;linesCount val=&quot;0&quot;/&gt;&lt;/TableIndex&gt;&lt;TableIndex row=&quot;8&quot; col=&quot;12&quot;&gt;&lt;linesCount val=&quot;0&quot;/&gt;&lt;/TableIndex&gt;&lt;TableIndex row=&quot;8&quot; col=&quot;13&quot;&gt;&lt;linesCount val=&quot;0&quot;/&gt;&lt;/TableIndex&gt;&lt;TableIndex row=&quot;8&quot; col=&quot;14&quot;&gt;&lt;linesCount val=&quot;0&quot;/&gt;&lt;/TableIndex&gt;&lt;TableIndex row=&quot;8&quot; col=&quot;15&quot;&gt;&lt;linesCount val=&quot;0&quot;/&gt;&lt;/TableIndex&gt;&lt;TableIndex row=&quot;8&quot; col=&quot;16&quot;&gt;&lt;linesCount val=&quot;0&quot;/&gt;&lt;/TableIndex&gt;&lt;TableIndex row=&quot;8&quot; col=&quot;17&quot;&gt;&lt;linesCount val=&quot;0&quot;/&gt;&lt;/TableIndex&gt;&lt;TableIndex row=&quot;8&quot; col=&quot;18&quot;&gt;&lt;linesCount val=&quot;0&quot;/&gt;&lt;/TableIndex&gt;&lt;TableIndex row=&quot;9&quot; col=&quot;1&quot;&gt;&lt;linesCount val=&quot;1&quot;/&gt;&lt;lineCharCount val=&quot;1&quot;/&gt;&lt;/TableIndex&gt;&lt;TableIndex row=&quot;9&quot; col=&quot;2&quot;&gt;&lt;linesCount val=&quot;0&quot;/&gt;&lt;/TableIndex&gt;&lt;TableIndex row=&quot;9&quot; col=&quot;3&quot;&gt;&lt;linesCount val=&quot;0&quot;/&gt;&lt;/TableIndex&gt;&lt;TableIndex row=&quot;9&quot; col=&quot;4&quot;&gt;&lt;linesCount val=&quot;0&quot;/&gt;&lt;/TableIndex&gt;&lt;TableIndex row=&quot;9&quot; col=&quot;5&quot;&gt;&lt;linesCount val=&quot;0&quot;/&gt;&lt;/TableIndex&gt;&lt;TableIndex row=&quot;9&quot; col=&quot;6&quot;&gt;&lt;linesCount val=&quot;0&quot;/&gt;&lt;/TableIndex&gt;&lt;TableIndex row=&quot;9&quot; col=&quot;7&quot;&gt;&lt;linesCount val=&quot;0&quot;/&gt;&lt;/TableIndex&gt;&lt;TableIndex row=&quot;9&quot; col=&quot;8&quot;&gt;&lt;linesCount val=&quot;0&quot;/&gt;&lt;/TableIndex&gt;&lt;TableIndex row=&quot;9&quot; col=&quot;9&quot;&gt;&lt;linesCount val=&quot;0&quot;/&gt;&lt;/TableIndex&gt;&lt;TableIndex row=&quot;9&quot; col=&quot;10&quot;&gt;&lt;linesCount val=&quot;0&quot;/&gt;&lt;/TableIndex&gt;&lt;TableIndex row=&quot;9&quot; col=&quot;11&quot;&gt;&lt;linesCount val=&quot;0&quot;/&gt;&lt;/TableIndex&gt;&lt;TableIndex row=&quot;9&quot; col=&quot;12&quot;&gt;&lt;linesCount val=&quot;0&quot;/&gt;&lt;/TableIndex&gt;&lt;TableIndex row=&quot;9&quot; col=&quot;13&quot;&gt;&lt;linesCount val=&quot;0&quot;/&gt;&lt;/TableIndex&gt;&lt;TableIndex row=&quot;9&quot; col=&quot;14&quot;&gt;&lt;linesCount val=&quot;0&quot;/&gt;&lt;/TableIndex&gt;&lt;TableIndex row=&quot;9&quot; col=&quot;15&quot;&gt;&lt;linesCount val=&quot;0&quot;/&gt;&lt;/TableIndex&gt;&lt;TableIndex row=&quot;9&quot; col=&quot;16&quot;&gt;&lt;linesCount val=&quot;0&quot;/&gt;&lt;/TableIndex&gt;&lt;TableIndex row=&quot;9&quot; col=&quot;17&quot;&gt;&lt;linesCount val=&quot;0&quot;/&gt;&lt;/TableIndex&gt;&lt;TableIndex row=&quot;9&quot; col=&quot;18&quot;&gt;&lt;linesCount val=&quot;0&quot;/&gt;&lt;/TableIndex&gt;&lt;/ShapeTextInfo&gt;"/>
  <p:tag name="HTML_SHAPEINFO" val="&lt;ThreeDShapeInfo&gt;&lt;uuid val=&quot;&quot;/&gt;&lt;isInvalidForFieldText val=&quot;0&quot;/&gt;&lt;Image&gt;&lt;filename val=&quot;C:\Users\sanmi\Documents\My Adobe Presentations\ece552-MIPSR10K\data\asimages\{F347115A-3F6C-4FFE-96A1-02C06D609F40}_32.png&quot;/&gt;&lt;left val=&quot;46&quot;/&gt;&lt;top val=&quot;88&quot;/&gt;&lt;width val=&quot;627&quot;/&gt;&lt;height val=&quot;196&quot;/&gt;&lt;hasText val=&quot;1&quot;/&gt;&lt;/Image&gt;&lt;/ThreeDShapeInfo&gt;"/>
</p:tagLst>
</file>

<file path=ppt/tags/tag4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11&quot;/&gt;&lt;lineCharCount val=&quot;30&quot;/&gt;&lt;lineCharCount val=&quot;29&quot;/&gt;&lt;lineCharCount val=&quot;53&quot;/&gt;&lt;lineCharCount val=&quot;52&quot;/&gt;&lt;/TableIndex&gt;&lt;/ShapeTextInfo&gt;"/>
  <p:tag name="HTML_SHAPEINFO" val="&lt;ThreeDShapeInfo&gt;&lt;uuid val=&quot;&quot;/&gt;&lt;isInvalidForFieldText val=&quot;0&quot;/&gt;&lt;Image&gt;&lt;filename val=&quot;C:\Users\sanmi\Documents\My Adobe Presentations\ece552-MIPSR10K\data\asimages\{DA2E3D3D-143F-4DAD-902D-EE102269D8F1}_32.png&quot;/&gt;&lt;left val=&quot;44&quot;/&gt;&lt;top val=&quot;300&quot;/&gt;&lt;width val=&quot;663&quot;/&gt;&lt;height val=&quot;180&quot;/&gt;&lt;hasText val=&quot;1&quot;/&gt;&lt;/Image&gt;&lt;/ThreeDShapeInfo&gt;"/>
</p:tagLst>
</file>

<file path=ppt/tags/tag402.xml><?xml version="1.0" encoding="utf-8"?>
<p:tagLst xmlns:a="http://schemas.openxmlformats.org/drawingml/2006/main" xmlns:r="http://schemas.openxmlformats.org/officeDocument/2006/relationships" xmlns:p="http://schemas.openxmlformats.org/presentationml/2006/main">
  <p:tag name="HTML_SHAPEINFO" val="&lt;SlideThumbPath val=&quot;Slide33.PNG&quot;/&gt;"/>
  <p:tag name="PPSNARRATION" val="33,690117316,C:\Users\sanmi\GoogleDrive\UWMdrive\Courses\ECE552\ece552-lec16_MIPSR10K_pptx\Media.ppcx"/>
</p:tagLst>
</file>

<file path=ppt/tags/tag4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quot;/&gt;&lt;isInvalidForFieldText val=&quot;0&quot;/&gt;&lt;Image&gt;&lt;filename val=&quot;C:\Users\sanmi\Documents\My Adobe Presentations\ece552-MIPSR10K\data\asimages\{BF4E17CE-DC50-46B2-B489-70E1FF482C79}_33.png&quot;/&gt;&lt;left val=&quot;35&quot;/&gt;&lt;top val=&quot;21&quot;/&gt;&lt;width val=&quot;588&quot;/&gt;&lt;height val=&quot;98&quot;/&gt;&lt;hasText val=&quot;1&quot;/&gt;&lt;/Image&gt;&lt;/ThreeDShapeInfo&gt;"/>
</p:tagLst>
</file>

<file path=ppt/tags/tag4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21&quot;/&gt;&lt;lineCharCount val=&quot;12&quot;/&gt;&lt;lineCharCount val=&quot;46&quot;/&gt;&lt;lineCharCount val=&quot;56&quot;/&gt;&lt;lineCharCount val=&quot;61&quot;/&gt;&lt;lineCharCount val=&quot;54&quot;/&gt;&lt;lineCharCount val=&quot;34&quot;/&gt;&lt;lineCharCount val=&quot;11&quot;/&gt;&lt;lineCharCount val=&quot;50&quot;/&gt;&lt;lineCharCount val=&quot;54&quot;/&gt;&lt;lineCharCount val=&quot;52&quot;/&gt;&lt;lineCharCount val=&quot;58&quot;/&gt;&lt;/TableIndex&gt;&lt;/ShapeTextInfo&gt;"/>
  <p:tag name="HTML_SHAPEINFO" val="&lt;ThreeDShapeInfo&gt;&lt;uuid val=&quot;&quot;/&gt;&lt;isInvalidForFieldText val=&quot;0&quot;/&gt;&lt;Image&gt;&lt;filename val=&quot;C:\Users\sanmi\Documents\My Adobe Presentations\ece552-MIPSR10K\data\asimages\{E73436F9-1925-4EBE-BCF8-9AE9F2336773}_33.png&quot;/&gt;&lt;left val=&quot;23&quot;/&gt;&lt;top val=&quot;112&quot;/&gt;&lt;width val=&quot;660&quot;/&gt;&lt;height val=&quot;366&quot;/&gt;&lt;hasText val=&quot;1&quot;/&gt;&lt;/Image&gt;&lt;/ThreeDShapeInfo&gt;"/>
</p:tagLst>
</file>

<file path=ppt/tags/tag4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6FC4EE0D-E16F-49CB-9125-A4FF6643F038}_33.png&quot;/&gt;&lt;left val=&quot;599&quot;/&gt;&lt;top val=&quot;500&quot;/&gt;&lt;width val=&quot;86&quot;/&gt;&lt;height val=&quot;32&quot;/&gt;&lt;hasText val=&quot;1&quot;/&gt;&lt;/Image&gt;&lt;/ThreeDShapeInfo&gt;"/>
</p:tagLst>
</file>

<file path=ppt/tags/tag406.xml><?xml version="1.0" encoding="utf-8"?>
<p:tagLst xmlns:a="http://schemas.openxmlformats.org/drawingml/2006/main" xmlns:r="http://schemas.openxmlformats.org/officeDocument/2006/relationships" xmlns:p="http://schemas.openxmlformats.org/presentationml/2006/main">
  <p:tag name="HTML_SHAPEINFO" val="&lt;SlideThumbPath val=&quot;Slide34.PNG&quot;/&gt;"/>
  <p:tag name="PPSNARRATION" val="34,690117316,C:\Users\sanmi\GoogleDrive\UWMdrive\Courses\ECE552\ece552-lec16_MIPSR10K_pptx\Media.ppcx"/>
  <p:tag name="TIMING" val="|25.6|19.4|8.5|10.9"/>
</p:tagLst>
</file>

<file path=ppt/tags/tag4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MIPSR10K\data\asimages\{69B4800A-B47B-46FB-A10A-3BA58F31F6D1}_34.png&quot;/&gt;&lt;left val=&quot;35&quot;/&gt;&lt;top val=&quot;21&quot;/&gt;&lt;width val=&quot;588&quot;/&gt;&lt;height val=&quot;98&quot;/&gt;&lt;hasText val=&quot;1&quot;/&gt;&lt;/Image&gt;&lt;/ThreeDShapeInfo&gt;"/>
</p:tagLst>
</file>

<file path=ppt/tags/tag4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3&quot;/&gt;&lt;lineCharCount val=&quot;28&quot;/&gt;&lt;lineCharCount val=&quot;28&quot;/&gt;&lt;lineCharCount val=&quot;28&quot;/&gt;&lt;lineCharCount val=&quot;27&quot;/&gt;&lt;/TableIndex&gt;&lt;/ShapeTextInfo&gt;"/>
  <p:tag name="HTML_SHAPEINFO" val="&lt;ThreeDShapeInfo&gt;&lt;uuid val=&quot;&quot;/&gt;&lt;isInvalidForFieldText val=&quot;0&quot;/&gt;&lt;Image&gt;&lt;filename val=&quot;C:\Users\sanmi\Documents\My Adobe Presentations\ece552-MIPSR10K\data\asimages\{559DEFBF-DCE4-4828-80D0-9963A9D15BBA}_34.png&quot;/&gt;&lt;left val=&quot;44&quot;/&gt;&lt;top val=&quot;300&quot;/&gt;&lt;width val=&quot;663&quot;/&gt;&lt;height val=&quot;210&quot;/&gt;&lt;hasText val=&quot;1&quot;/&gt;&lt;/Image&gt;&lt;/ThreeDShapeInfo&gt;"/>
</p:tagLst>
</file>

<file path=ppt/tags/tag4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B7D4A81E-2C6A-48C8-BD64-DD0B0F090F87}_34.png&quot;/&gt;&lt;left val=&quot;599&quot;/&gt;&lt;top val=&quot;500&quot;/&gt;&lt;width val=&quot;84&quot;/&gt;&lt;height val=&quot;29&quot;/&gt;&lt;hasText val=&quot;1&quot;/&gt;&lt;/Image&gt;&lt;/ThreeDShapeInfo&gt;"/>
</p:tagLst>
</file>

<file path=ppt/tags/tag4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1&quot; col=&quot;2&quot;&gt;&lt;linesCount val=&quot;1&quot;/&gt;&lt;lineCharCount val=&quot;8&quot;/&gt;&lt;/TableIndex&gt;&lt;TableIndex row=&quot;1&quot; col=&quot;3&quot;&gt;&lt;linesCount val=&quot;1&quot;/&gt;&lt;lineCharCount val=&quot;8&quot;/&gt;&lt;/TableIndex&gt;&lt;TableIndex row=&quot;1&quot; col=&quot;4&quot;&gt;&lt;linesCount val=&quot;1&quot;/&gt;&lt;lineCharCount val=&quot;8&quot;/&gt;&lt;/TableIndex&gt;&lt;TableIndex row=&quot;1&quot; col=&quot;5&quot;&gt;&lt;linesCount val=&quot;0&quot;/&gt;&lt;/TableIndex&gt;&lt;TableIndex row=&quot;1&quot; col=&quot;6&quot;&gt;&lt;linesCount val=&quot;1&quot;/&gt;&lt;lineCharCount val=&quot;8&quot;/&gt;&lt;/TableIndex&gt;&lt;TableIndex row=&quot;1&quot; col=&quot;7&quot;&gt;&lt;linesCount val=&quot;0&quot;/&gt;&lt;/TableIndex&gt;&lt;TableIndex row=&quot;1&quot; col=&quot;8&quot;&gt;&lt;linesCount val=&quot;1&quot;/&gt;&lt;lineCharCount val=&quot;9&quot;/&gt;&lt;/TableIndex&gt;&lt;TableIndex row=&quot;1&quot; col=&quot;9&quot;&gt;&lt;linesCount val=&quot;0&quot;/&gt;&lt;/TableIndex&gt;&lt;TableIndex row=&quot;1&quot; col=&quot;10&quot;&gt;&lt;linesCount val=&quot;1&quot;/&gt;&lt;lineCharCount val=&quot;13&quot;/&gt;&lt;/TableIndex&gt;&lt;TableIndex row=&quot;2&quot; col=&quot;1&quot;&gt;&lt;linesCount val=&quot;0&quot;/&gt;&lt;/TableIndex&gt;&lt;TableIndex row=&quot;2&quot; col=&quot;2&quot;&gt;&lt;linesCount val=&quot;1&quot;/&gt;&lt;lineCharCount val=&quot;3&quot;/&gt;&lt;/TableIndex&gt;&lt;TableIndex row=&quot;2&quot; col=&quot;3&quot;&gt;&lt;linesCount val=&quot;1&quot;/&gt;&lt;lineCharCount val=&quot;3&quot;/&gt;&lt;/TableIndex&gt;&lt;TableIndex row=&quot;2&quot; col=&quot;4&quot;&gt;&lt;linesCount val=&quot;1&quot;/&gt;&lt;lineCharCount val=&quot;3&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3&quot; col=&quot;1&quot;&gt;&lt;linesCount val=&quot;0&quot;/&gt;&lt;/TableIndex&gt;&lt;TableIndex row=&quot;3&quot; col=&quot;2&quot;&gt;&lt;linesCount val=&quot;1&quot;/&gt;&lt;lineCharCount val=&quot;2&quot;/&gt;&lt;/TableIndex&gt;&lt;TableIndex row=&quot;3&quot; col=&quot;3&quot;&gt;&lt;linesCount val=&quot;1&quot;/&gt;&lt;lineCharCount val=&quot;2&quot;/&gt;&lt;/TableIndex&gt;&lt;TableIndex row=&quot;3&quot; col=&quot;4&quot;&gt;&lt;linesCount val=&quot;1&quot;/&gt;&lt;lineCharCount val=&quot;2&quot;/&gt;&lt;/TableIndex&gt;&lt;TableIndex row=&quot;3&quot; col=&quot;5&quot;&gt;&lt;linesCount val=&quot;0&quot;/&gt;&lt;/TableIndex&gt;&lt;TableIndex row=&quot;3&quot; col=&quot;6&quot;&gt;&lt;linesCount val=&quot;1&quot;/&gt;&lt;lineCharCount val=&quot;11&quot;/&gt;&lt;/TableIndex&gt;&lt;TableIndex row=&quot;3&quot; col=&quot;7&quot;&gt;&lt;linesCount val=&quot;0&quot;/&gt;&lt;/TableIndex&gt;&lt;TableIndex row=&quot;3&quot; col=&quot;8&quot;&gt;&lt;linesCount val=&quot;1&quot;/&gt;&lt;lineCharCount val=&quot;15&quot;/&gt;&lt;/TableIndex&gt;&lt;TableIndex row=&quot;3&quot; col=&quot;9&quot;&gt;&lt;linesCount val=&quot;0&quot;/&gt;&lt;/TableIndex&gt;&lt;TableIndex row=&quot;3&quot; col=&quot;10&quot;&gt;&lt;linesCount val=&quot;1&quot;/&gt;&lt;lineCharCount val=&quot;12&quot;/&gt;&lt;/TableIndex&gt;&lt;TableIndex row=&quot;4&quot; col=&quot;1&quot;&gt;&lt;linesCount val=&quot;0&quot;/&gt;&lt;/TableIndex&gt;&lt;TableIndex row=&quot;4&quot; col=&quot;2&quot;&gt;&lt;linesCount val=&quot;1&quot;/&gt;&lt;lineCharCount val=&quot;2&quot;/&gt;&lt;/TableIndex&gt;&lt;TableIndex row=&quot;4&quot; col=&quot;3&quot;&gt;&lt;linesCount val=&quot;1&quot;/&gt;&lt;lineCharCount val=&quot;2&quot;/&gt;&lt;/TableIndex&gt;&lt;TableIndex row=&quot;4&quot; col=&quot;4&quot;&gt;&lt;linesCount val=&quot;1&quot;/&gt;&lt;lineCharCount val=&quot;2&quot;/&gt;&lt;/TableIndex&gt;&lt;TableIndex row=&quot;4&quot; col=&quot;5&quot;&gt;&lt;linesCount val=&quot;0&quot;/&gt;&lt;/TableIndex&gt;&lt;TableIndex row=&quot;4&quot; col=&quot;6&quot;&gt;&lt;linesCount val=&quot;1&quot;/&gt;&lt;lineCharCount val=&quot;8&quot;/&gt;&lt;/TableIndex&gt;&lt;TableIndex row=&quot;4&quot; col=&quot;7&quot;&gt;&lt;linesCount val=&quot;0&quot;/&gt;&lt;/TableIndex&gt;&lt;TableIndex row=&quot;4&quot; col=&quot;8&quot;&gt;&lt;linesCount val=&quot;1&quot;/&gt;&lt;lineCharCount val=&quot;15&quot;/&gt;&lt;/TableIndex&gt;&lt;TableIndex row=&quot;4&quot; col=&quot;9&quot;&gt;&lt;linesCount val=&quot;0&quot;/&gt;&lt;/TableIndex&gt;&lt;TableIndex row=&quot;4&quot; col=&quot;10&quot;&gt;&lt;linesCount val=&quot;1&quot;/&gt;&lt;lineCharCount val=&quot;12&quot;/&gt;&lt;/TableIndex&gt;&lt;TableIndex row=&quot;5&quot; col=&quot;1&quot;&gt;&lt;linesCount val=&quot;0&quot;/&gt;&lt;/TableIndex&gt;&lt;TableIndex row=&quot;5&quot; col=&quot;2&quot;&gt;&lt;linesCount val=&quot;1&quot;/&gt;&lt;lineCharCount val=&quot;2&quot;/&gt;&lt;/TableIndex&gt;&lt;TableIndex row=&quot;5&quot; col=&quot;3&quot;&gt;&lt;linesCount val=&quot;1&quot;/&gt;&lt;lineCharCount val=&quot;2&quot;/&gt;&lt;/TableIndex&gt;&lt;TableIndex row=&quot;5&quot; col=&quot;4&quot;&gt;&lt;linesCount val=&quot;1&quot;/&gt;&lt;lineCharCount val=&quot;2&quot;/&gt;&lt;/TableIndex&gt;&lt;TableIndex row=&quot;5&quot; col=&quot;5&quot;&gt;&lt;linesCount val=&quot;0&quot;/&gt;&lt;/TableIndex&gt;&lt;TableIndex row=&quot;5&quot; col=&quot;6&quot;&gt;&lt;linesCount val=&quot;1&quot;/&gt;&lt;lineCharCount val=&quot;5&quot;/&gt;&lt;/TableIndex&gt;&lt;TableIndex row=&quot;5&quot; col=&quot;7&quot;&gt;&lt;linesCount val=&quot;0&quot;/&gt;&lt;/TableIndex&gt;&lt;TableIndex row=&quot;5&quot; col=&quot;8&quot;&gt;&lt;linesCount val=&quot;1&quot;/&gt;&lt;lineCharCount val=&quot;15&quot;/&gt;&lt;/TableIndex&gt;&lt;TableIndex row=&quot;5&quot; col=&quot;9&quot;&gt;&lt;linesCount val=&quot;0&quot;/&gt;&lt;/TableIndex&gt;&lt;TableIndex row=&quot;5&quot; col=&quot;10&quot;&gt;&lt;linesCount val=&quot;1&quot;/&gt;&lt;lineCharCount val=&quot;12&quot;/&gt;&lt;/TableIndex&gt;&lt;TableIndex row=&quot;6&quot; col=&quot;1&quot;&gt;&lt;linesCount val=&quot;0&quot;/&gt;&lt;/TableIndex&gt;&lt;TableIndex row=&quot;6&quot; col=&quot;2&quot;&gt;&lt;linesCount val=&quot;1&quot;/&gt;&lt;lineCharCount val=&quot;2&quot;/&gt;&lt;/TableIndex&gt;&lt;TableIndex row=&quot;6&quot; col=&quot;3&quot;&gt;&lt;linesCount val=&quot;1&quot;/&gt;&lt;lineCharCount val=&quot;2&quot;/&gt;&lt;/TableIndex&gt;&lt;TableIndex row=&quot;6&quot; col=&quot;4&quot;&gt;&lt;linesCount val=&quot;1&quot;/&gt;&lt;lineCharCount val=&quot;2&quot;/&gt;&lt;/TableIndex&gt;&lt;TableIndex row=&quot;6&quot; col=&quot;5&quot;&gt;&lt;linesCount val=&quot;0&quot;/&gt;&lt;/TableIndex&gt;&lt;TableIndex row=&quot;6&quot; col=&quot;6&quot;&gt;&lt;linesCount val=&quot;1&quot;/&gt;&lt;lineCharCount val=&quot;2&quot;/&gt;&lt;/TableIndex&gt;&lt;TableIndex row=&quot;6&quot; col=&quot;7&quot;&gt;&lt;linesCount val=&quot;0&quot;/&gt;&lt;/TableIndex&gt;&lt;TableIndex row=&quot;6&quot; col=&quot;8&quot;&gt;&lt;linesCount val=&quot;1&quot;/&gt;&lt;lineCharCount val=&quot;13&quot;/&gt;&lt;/TableIndex&gt;&lt;TableIndex row=&quot;6&quot; col=&quot;9&quot;&gt;&lt;linesCount val=&quot;0&quot;/&gt;&lt;/TableIndex&gt;&lt;TableIndex row=&quot;6&quot; col=&quot;10&quot;&gt;&lt;linesCount val=&quot;1&quot;/&gt;&lt;lineCharCount val=&quot;11&quot;/&gt;&lt;/TableIndex&gt;&lt;/ShapeTextInfo&gt;"/>
  <p:tag name="HTML_SHAPEINFO" val="&lt;ThreeDShapeInfo&gt;&lt;uuid val=&quot;&quot;/&gt;&lt;isInvalidForFieldText val=&quot;0&quot;/&gt;&lt;Image&gt;&lt;filename val=&quot;C:\Users\sanmi\Documents\My Adobe Presentations\ece552-MIPSR10K\data\asimages\{48115AB2-15D0-47D4-86C5-2B52952CDBDB}_34.png&quot;/&gt;&lt;left val=&quot;31&quot;/&gt;&lt;top val=&quot;125&quot;/&gt;&lt;width val=&quot;660&quot;/&gt;&lt;height val=&quot;126&quot;/&gt;&lt;hasText val=&quot;1&quot;/&gt;&lt;/Image&gt;&lt;/ThreeDShapeInfo&gt;"/>
</p:tagLst>
</file>

<file path=ppt/tags/tag4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1A428A52-D6CA-41C6-A327-8203AB7D1A57}_34.png&quot;/&gt;&lt;left val=&quot;161&quot;/&gt;&lt;top val=&quot;337&quot;/&gt;&lt;width val=&quot;48&quot;/&gt;&lt;height val=&quot;42&quot;/&gt;&lt;hasText val=&quot;1&quot;/&gt;&lt;/Image&gt;&lt;/ThreeDShapeInfo&gt;"/>
</p:tagLst>
</file>

<file path=ppt/tags/tag4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2C9026BC-16D1-484D-A2F1-462796F08048}_34.png&quot;/&gt;&lt;left val=&quot;161&quot;/&gt;&lt;top val=&quot;361&quot;/&gt;&lt;width val=&quot;48&quot;/&gt;&lt;height val=&quot;42&quot;/&gt;&lt;hasText val=&quot;1&quot;/&gt;&lt;/Image&gt;&lt;/ThreeDShapeInfo&gt;"/>
</p:tagLst>
</file>

<file path=ppt/tags/tag4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77B432E5-81EA-4DD9-9305-26A9555E6D6D}_34.png&quot;/&gt;&lt;left val=&quot;161&quot;/&gt;&lt;top val=&quot;385&quot;/&gt;&lt;width val=&quot;48&quot;/&gt;&lt;height val=&quot;42&quot;/&gt;&lt;hasText val=&quot;1&quot;/&gt;&lt;/Image&gt;&lt;/ThreeDShapeInfo&gt;"/>
</p:tagLst>
</file>

<file path=ppt/tags/tag4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MIPSR10K\data\asimages\{87CEE843-F27C-4904-8297-6C76BC5A522A}_34.png&quot;/&gt;&lt;left val=&quot;161&quot;/&gt;&lt;top val=&quot;409&quot;/&gt;&lt;width val=&quot;48&quot;/&gt;&lt;height val=&quot;42&quot;/&gt;&lt;hasText val=&quot;1&quot;/&gt;&lt;/Image&gt;&lt;/ThreeDShapeInfo&gt;"/>
</p:tagLst>
</file>

<file path=ppt/tags/tag4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MIPSR10K\data\asimages\{8A72FEDB-4422-450D-BD6E-6E43504C70AD}_34.png&quot;/&gt;&lt;left val=&quot;25&quot;/&gt;&lt;top val=&quot;173&quot;/&gt;&lt;width val=&quot;48&quot;/&gt;&lt;height val=&quot;32&quot;/&gt;&lt;hasText val=&quot;1&quot;/&gt;&lt;/Image&gt;&lt;/ThreeDShape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419</TotalTime>
  <Words>5311</Words>
  <Application>Microsoft Macintosh PowerPoint</Application>
  <PresentationFormat>On-screen Show (4:3)</PresentationFormat>
  <Paragraphs>2333</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Courier New</vt:lpstr>
      <vt:lpstr>Tahoma</vt:lpstr>
      <vt:lpstr>Times New Roman</vt:lpstr>
      <vt:lpstr>Wingdings</vt:lpstr>
      <vt:lpstr>Lecture Notes 552</vt:lpstr>
      <vt:lpstr>ECE/CS 552: MIPS R10K</vt:lpstr>
      <vt:lpstr>Superscalar Processors</vt:lpstr>
      <vt:lpstr>Scoreboard</vt:lpstr>
      <vt:lpstr>MIPS R10K</vt:lpstr>
      <vt:lpstr>MIPS R10K</vt:lpstr>
      <vt:lpstr>MIPS R10K</vt:lpstr>
      <vt:lpstr>MIPS R10K – Pipeline</vt:lpstr>
      <vt:lpstr>MIPS R10K – Pipeline</vt:lpstr>
      <vt:lpstr>MIPS R10K – Pipeline</vt:lpstr>
      <vt:lpstr>MIPS R10K – Pipeline</vt:lpstr>
      <vt:lpstr>MIPS R10K – Pipeline</vt:lpstr>
      <vt:lpstr>MIPS R10K – Pipeline</vt:lpstr>
      <vt:lpstr>MIPS R10K – Pipeline</vt:lpstr>
      <vt:lpstr>MIPS R10K – Pipeline</vt:lpstr>
      <vt:lpstr>MIPS R10K – Example</vt:lpstr>
      <vt:lpstr>MIPS R10K – Example</vt:lpstr>
      <vt:lpstr>MIPS R10K – Example</vt:lpstr>
      <vt:lpstr>MIPS R10K – Example</vt:lpstr>
      <vt:lpstr>MIPS R10K – Example</vt:lpstr>
      <vt:lpstr>MIPS R10K – Example</vt:lpstr>
      <vt:lpstr>MIPS R10K – Example</vt:lpstr>
      <vt:lpstr>MIPS R10K – Example</vt:lpstr>
      <vt:lpstr>MIPS R10K – Example</vt:lpstr>
      <vt:lpstr>MIPS R10K – Example</vt:lpstr>
      <vt:lpstr>MIPS R10K – Example</vt:lpstr>
      <vt:lpstr>MIPS R10K – Example</vt:lpstr>
      <vt:lpstr>MIPS R10K – Speculation</vt:lpstr>
      <vt:lpstr>MIPS R10K – Speculation</vt:lpstr>
      <vt:lpstr>MIPS R10K – Speculation</vt:lpstr>
      <vt:lpstr>MIPS R10K – Speculation</vt:lpstr>
      <vt:lpstr>MIPS R10K – Speculation</vt:lpstr>
      <vt:lpstr>MIPS R10K – Takeaways</vt:lpstr>
      <vt:lpstr>Superscalar Processors</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MIPS R10K</dc:title>
  <dc:creator/>
  <cp:lastModifiedBy>Boone Severson</cp:lastModifiedBy>
  <cp:revision>657</cp:revision>
  <cp:lastPrinted>1601-01-01T00:00:00Z</cp:lastPrinted>
  <dcterms:created xsi:type="dcterms:W3CDTF">1601-01-01T00:00:00Z</dcterms:created>
  <dcterms:modified xsi:type="dcterms:W3CDTF">2024-08-29T04:28:37Z</dcterms:modified>
</cp:coreProperties>
</file>