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notesSlides/notesSlide1.xml" ContentType="application/vnd.openxmlformats-officedocument.presentationml.notesSlide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notesSlides/notesSlide2.xml" ContentType="application/vnd.openxmlformats-officedocument.presentationml.notesSlide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notesSlides/notesSlide3.xml" ContentType="application/vnd.openxmlformats-officedocument.presentationml.notesSlide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notesSlides/notesSlide4.xml" ContentType="application/vnd.openxmlformats-officedocument.presentationml.notesSlide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notesSlides/notesSlide5.xml" ContentType="application/vnd.openxmlformats-officedocument.presentationml.notesSlide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notesSlides/notesSlide6.xml" ContentType="application/vnd.openxmlformats-officedocument.presentationml.notesSlide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notesSlides/notesSlide7.xml" ContentType="application/vnd.openxmlformats-officedocument.presentationml.notesSlide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notesSlides/notesSlide8.xml" ContentType="application/vnd.openxmlformats-officedocument.presentationml.notesSlide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notesSlides/notesSlide9.xml" ContentType="application/vnd.openxmlformats-officedocument.presentationml.notesSlide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notesSlides/notesSlide10.xml" ContentType="application/vnd.openxmlformats-officedocument.presentationml.notesSlide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notesSlides/notesSlide11.xml" ContentType="application/vnd.openxmlformats-officedocument.presentationml.notesSlide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notesSlides/notesSlide12.xml" ContentType="application/vnd.openxmlformats-officedocument.presentationml.notesSlide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notesSlides/notesSlide13.xml" ContentType="application/vnd.openxmlformats-officedocument.presentationml.notesSlide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notesSlides/notesSlide14.xml" ContentType="application/vnd.openxmlformats-officedocument.presentationml.notesSlide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notesSlides/notesSlide15.xml" ContentType="application/vnd.openxmlformats-officedocument.presentationml.notesSlide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notesSlides/notesSlide16.xml" ContentType="application/vnd.openxmlformats-officedocument.presentationml.notesSlide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notesSlides/notesSlide17.xml" ContentType="application/vnd.openxmlformats-officedocument.presentationml.notesSlide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notesSlides/notesSlide18.xml" ContentType="application/vnd.openxmlformats-officedocument.presentationml.notesSlide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notesSlides/notesSlide19.xml" ContentType="application/vnd.openxmlformats-officedocument.presentationml.notesSlide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notesSlides/notesSlide20.xml" ContentType="application/vnd.openxmlformats-officedocument.presentationml.notesSlide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notesSlides/notesSlide21.xml" ContentType="application/vnd.openxmlformats-officedocument.presentationml.notesSlide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notesSlides/notesSlide22.xml" ContentType="application/vnd.openxmlformats-officedocument.presentationml.notesSlide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notesSlides/notesSlide23.xml" ContentType="application/vnd.openxmlformats-officedocument.presentationml.notesSlide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notesSlides/notesSlide24.xml" ContentType="application/vnd.openxmlformats-officedocument.presentationml.notesSlide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notesSlides/notesSlide25.xml" ContentType="application/vnd.openxmlformats-officedocument.presentationml.notesSlide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notesSlides/notesSlide26.xml" ContentType="application/vnd.openxmlformats-officedocument.presentationml.notesSlide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notesSlides/notesSlide27.xml" ContentType="application/vnd.openxmlformats-officedocument.presentationml.notesSlide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notesSlides/notesSlide28.xml" ContentType="application/vnd.openxmlformats-officedocument.presentationml.notesSlide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notesSlides/notesSlide2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28" r:id="rId1"/>
  </p:sldMasterIdLst>
  <p:notesMasterIdLst>
    <p:notesMasterId r:id="rId31"/>
  </p:notesMasterIdLst>
  <p:handoutMasterIdLst>
    <p:handoutMasterId r:id="rId32"/>
  </p:handoutMasterIdLst>
  <p:sldIdLst>
    <p:sldId id="302" r:id="rId2"/>
    <p:sldId id="258" r:id="rId3"/>
    <p:sldId id="303" r:id="rId4"/>
    <p:sldId id="260" r:id="rId5"/>
    <p:sldId id="372" r:id="rId6"/>
    <p:sldId id="261" r:id="rId7"/>
    <p:sldId id="264" r:id="rId8"/>
    <p:sldId id="265" r:id="rId9"/>
    <p:sldId id="266" r:id="rId10"/>
    <p:sldId id="267" r:id="rId11"/>
    <p:sldId id="271" r:id="rId12"/>
    <p:sldId id="269" r:id="rId13"/>
    <p:sldId id="369" r:id="rId14"/>
    <p:sldId id="371" r:id="rId15"/>
    <p:sldId id="370" r:id="rId16"/>
    <p:sldId id="276" r:id="rId17"/>
    <p:sldId id="277" r:id="rId18"/>
    <p:sldId id="323" r:id="rId19"/>
    <p:sldId id="368" r:id="rId20"/>
    <p:sldId id="337" r:id="rId21"/>
    <p:sldId id="336" r:id="rId22"/>
    <p:sldId id="335" r:id="rId23"/>
    <p:sldId id="341" r:id="rId24"/>
    <p:sldId id="348" r:id="rId25"/>
    <p:sldId id="347" r:id="rId26"/>
    <p:sldId id="345" r:id="rId27"/>
    <p:sldId id="352" r:id="rId28"/>
    <p:sldId id="353" r:id="rId29"/>
    <p:sldId id="354" r:id="rId30"/>
  </p:sldIdLst>
  <p:sldSz cx="9144000" cy="6858000" type="screen4x3"/>
  <p:notesSz cx="6845300" cy="9396413"/>
  <p:custDataLst>
    <p:tags r:id="rId33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59">
          <p15:clr>
            <a:srgbClr val="A4A3A4"/>
          </p15:clr>
        </p15:guide>
        <p15:guide id="2" pos="215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000000"/>
    <a:srgbClr val="006600"/>
    <a:srgbClr val="FFFF66"/>
    <a:srgbClr val="FFCC00"/>
    <a:srgbClr val="00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E4B3A88-610D-647A-F0E3-627A1DD67278}" v="736" dt="2024-08-11T23:08:14.12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 autoAdjust="0"/>
    <p:restoredTop sz="94694"/>
  </p:normalViewPr>
  <p:slideViewPr>
    <p:cSldViewPr>
      <p:cViewPr varScale="1">
        <p:scale>
          <a:sx n="121" d="100"/>
          <a:sy n="121" d="100"/>
        </p:scale>
        <p:origin x="1904" y="17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5" d="100"/>
          <a:sy n="85" d="100"/>
        </p:scale>
        <p:origin x="-2358" y="-96"/>
      </p:cViewPr>
      <p:guideLst>
        <p:guide orient="horz" pos="2959"/>
        <p:guide pos="2156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5/10/relationships/revisionInfo" Target="revisionInfo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gs" Target="tags/tag1.xml"/><Relationship Id="rId38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handoutMaster" Target="handoutMasters/handoutMaster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oone Severson" userId="S::bseverson3@wisc.edu::1d942a2b-e0b5-491a-b49e-d500fa0ad426" providerId="AD" clId="Web-{9E4B3A88-610D-647A-F0E3-627A1DD67278}"/>
    <pc:docChg chg="addSld delSld modSld">
      <pc:chgData name="Boone Severson" userId="S::bseverson3@wisc.edu::1d942a2b-e0b5-491a-b49e-d500fa0ad426" providerId="AD" clId="Web-{9E4B3A88-610D-647A-F0E3-627A1DD67278}" dt="2024-08-11T22:16:55.981" v="692" actId="20577"/>
      <pc:docMkLst>
        <pc:docMk/>
      </pc:docMkLst>
      <pc:sldChg chg="addSp delSp modSp">
        <pc:chgData name="Boone Severson" userId="S::bseverson3@wisc.edu::1d942a2b-e0b5-491a-b49e-d500fa0ad426" providerId="AD" clId="Web-{9E4B3A88-610D-647A-F0E3-627A1DD67278}" dt="2024-08-11T21:35:34.986" v="626" actId="1076"/>
        <pc:sldMkLst>
          <pc:docMk/>
          <pc:sldMk cId="0" sldId="265"/>
        </pc:sldMkLst>
        <pc:spChg chg="add del mod">
          <ac:chgData name="Boone Severson" userId="S::bseverson3@wisc.edu::1d942a2b-e0b5-491a-b49e-d500fa0ad426" providerId="AD" clId="Web-{9E4B3A88-610D-647A-F0E3-627A1DD67278}" dt="2024-08-11T21:33:43.888" v="615"/>
          <ac:spMkLst>
            <pc:docMk/>
            <pc:sldMk cId="0" sldId="265"/>
            <ac:spMk id="4" creationId="{640E2BDA-6EF1-753B-05A1-6848CDFA6F4B}"/>
          </ac:spMkLst>
        </pc:spChg>
        <pc:spChg chg="add del mod">
          <ac:chgData name="Boone Severson" userId="S::bseverson3@wisc.edu::1d942a2b-e0b5-491a-b49e-d500fa0ad426" providerId="AD" clId="Web-{9E4B3A88-610D-647A-F0E3-627A1DD67278}" dt="2024-08-11T21:34:14.717" v="618"/>
          <ac:spMkLst>
            <pc:docMk/>
            <pc:sldMk cId="0" sldId="265"/>
            <ac:spMk id="5" creationId="{D34EACC0-CFB1-3720-B3BE-83BE0E06263D}"/>
          </ac:spMkLst>
        </pc:spChg>
        <pc:spChg chg="add del mod">
          <ac:chgData name="Boone Severson" userId="S::bseverson3@wisc.edu::1d942a2b-e0b5-491a-b49e-d500fa0ad426" providerId="AD" clId="Web-{9E4B3A88-610D-647A-F0E3-627A1DD67278}" dt="2024-08-11T21:34:50.734" v="621"/>
          <ac:spMkLst>
            <pc:docMk/>
            <pc:sldMk cId="0" sldId="265"/>
            <ac:spMk id="6" creationId="{1EEA037E-604E-D6B8-35F2-95481D5CE1F6}"/>
          </ac:spMkLst>
        </pc:spChg>
        <pc:spChg chg="add del">
          <ac:chgData name="Boone Severson" userId="S::bseverson3@wisc.edu::1d942a2b-e0b5-491a-b49e-d500fa0ad426" providerId="AD" clId="Web-{9E4B3A88-610D-647A-F0E3-627A1DD67278}" dt="2024-08-11T21:35:17.532" v="623"/>
          <ac:spMkLst>
            <pc:docMk/>
            <pc:sldMk cId="0" sldId="265"/>
            <ac:spMk id="7" creationId="{F1440A21-ED1D-DF0B-BD63-0E1B00E8A144}"/>
          </ac:spMkLst>
        </pc:spChg>
        <pc:spChg chg="del">
          <ac:chgData name="Boone Severson" userId="S::bseverson3@wisc.edu::1d942a2b-e0b5-491a-b49e-d500fa0ad426" providerId="AD" clId="Web-{9E4B3A88-610D-647A-F0E3-627A1DD67278}" dt="2024-08-11T21:30:09.006" v="608"/>
          <ac:spMkLst>
            <pc:docMk/>
            <pc:sldMk cId="0" sldId="265"/>
            <ac:spMk id="11267" creationId="{8EA38776-8036-4179-B983-123CEB93ACE3}"/>
          </ac:spMkLst>
        </pc:spChg>
        <pc:spChg chg="del">
          <ac:chgData name="Boone Severson" userId="S::bseverson3@wisc.edu::1d942a2b-e0b5-491a-b49e-d500fa0ad426" providerId="AD" clId="Web-{9E4B3A88-610D-647A-F0E3-627A1DD67278}" dt="2024-08-11T21:30:09.006" v="607"/>
          <ac:spMkLst>
            <pc:docMk/>
            <pc:sldMk cId="0" sldId="265"/>
            <ac:spMk id="11268" creationId="{68ED01AB-E72D-412F-B31F-A8AF52774194}"/>
          </ac:spMkLst>
        </pc:spChg>
        <pc:spChg chg="del">
          <ac:chgData name="Boone Severson" userId="S::bseverson3@wisc.edu::1d942a2b-e0b5-491a-b49e-d500fa0ad426" providerId="AD" clId="Web-{9E4B3A88-610D-647A-F0E3-627A1DD67278}" dt="2024-08-11T21:30:09.006" v="606"/>
          <ac:spMkLst>
            <pc:docMk/>
            <pc:sldMk cId="0" sldId="265"/>
            <ac:spMk id="11269" creationId="{9FCB2297-A490-4A5D-89F1-E085350A58BF}"/>
          </ac:spMkLst>
        </pc:spChg>
        <pc:spChg chg="del">
          <ac:chgData name="Boone Severson" userId="S::bseverson3@wisc.edu::1d942a2b-e0b5-491a-b49e-d500fa0ad426" providerId="AD" clId="Web-{9E4B3A88-610D-647A-F0E3-627A1DD67278}" dt="2024-08-11T21:30:09.006" v="605"/>
          <ac:spMkLst>
            <pc:docMk/>
            <pc:sldMk cId="0" sldId="265"/>
            <ac:spMk id="11270" creationId="{A1E8C1DB-1167-42FF-AE78-93EC22F93E50}"/>
          </ac:spMkLst>
        </pc:spChg>
        <pc:spChg chg="del">
          <ac:chgData name="Boone Severson" userId="S::bseverson3@wisc.edu::1d942a2b-e0b5-491a-b49e-d500fa0ad426" providerId="AD" clId="Web-{9E4B3A88-610D-647A-F0E3-627A1DD67278}" dt="2024-08-11T21:30:09.006" v="604"/>
          <ac:spMkLst>
            <pc:docMk/>
            <pc:sldMk cId="0" sldId="265"/>
            <ac:spMk id="11271" creationId="{50D2A167-44C4-4BC5-A1C0-AC3975FE4696}"/>
          </ac:spMkLst>
        </pc:spChg>
        <pc:spChg chg="del">
          <ac:chgData name="Boone Severson" userId="S::bseverson3@wisc.edu::1d942a2b-e0b5-491a-b49e-d500fa0ad426" providerId="AD" clId="Web-{9E4B3A88-610D-647A-F0E3-627A1DD67278}" dt="2024-08-11T21:30:09.006" v="603"/>
          <ac:spMkLst>
            <pc:docMk/>
            <pc:sldMk cId="0" sldId="265"/>
            <ac:spMk id="11272" creationId="{4BBB4095-0801-469A-AD84-A96E97FC4450}"/>
          </ac:spMkLst>
        </pc:spChg>
        <pc:spChg chg="del">
          <ac:chgData name="Boone Severson" userId="S::bseverson3@wisc.edu::1d942a2b-e0b5-491a-b49e-d500fa0ad426" providerId="AD" clId="Web-{9E4B3A88-610D-647A-F0E3-627A1DD67278}" dt="2024-08-11T21:30:09.006" v="602"/>
          <ac:spMkLst>
            <pc:docMk/>
            <pc:sldMk cId="0" sldId="265"/>
            <ac:spMk id="11273" creationId="{741AA3D8-DAA8-4598-9D9A-36F55E2D8652}"/>
          </ac:spMkLst>
        </pc:spChg>
        <pc:spChg chg="del">
          <ac:chgData name="Boone Severson" userId="S::bseverson3@wisc.edu::1d942a2b-e0b5-491a-b49e-d500fa0ad426" providerId="AD" clId="Web-{9E4B3A88-610D-647A-F0E3-627A1DD67278}" dt="2024-08-11T21:30:09.006" v="601"/>
          <ac:spMkLst>
            <pc:docMk/>
            <pc:sldMk cId="0" sldId="265"/>
            <ac:spMk id="11274" creationId="{A80AF2DA-813D-420A-A171-913789586A1C}"/>
          </ac:spMkLst>
        </pc:spChg>
        <pc:spChg chg="del">
          <ac:chgData name="Boone Severson" userId="S::bseverson3@wisc.edu::1d942a2b-e0b5-491a-b49e-d500fa0ad426" providerId="AD" clId="Web-{9E4B3A88-610D-647A-F0E3-627A1DD67278}" dt="2024-08-11T21:30:09.006" v="600"/>
          <ac:spMkLst>
            <pc:docMk/>
            <pc:sldMk cId="0" sldId="265"/>
            <ac:spMk id="11276" creationId="{878B8517-C9C6-4E6E-8F7B-05ED194310E8}"/>
          </ac:spMkLst>
        </pc:spChg>
        <pc:spChg chg="del">
          <ac:chgData name="Boone Severson" userId="S::bseverson3@wisc.edu::1d942a2b-e0b5-491a-b49e-d500fa0ad426" providerId="AD" clId="Web-{9E4B3A88-610D-647A-F0E3-627A1DD67278}" dt="2024-08-11T21:30:09.006" v="599"/>
          <ac:spMkLst>
            <pc:docMk/>
            <pc:sldMk cId="0" sldId="265"/>
            <ac:spMk id="11277" creationId="{827BDBA8-5D5F-47C8-A4CD-5C30B251C089}"/>
          </ac:spMkLst>
        </pc:spChg>
        <pc:spChg chg="del mod">
          <ac:chgData name="Boone Severson" userId="S::bseverson3@wisc.edu::1d942a2b-e0b5-491a-b49e-d500fa0ad426" providerId="AD" clId="Web-{9E4B3A88-610D-647A-F0E3-627A1DD67278}" dt="2024-08-11T21:30:03.709" v="597"/>
          <ac:spMkLst>
            <pc:docMk/>
            <pc:sldMk cId="0" sldId="265"/>
            <ac:spMk id="11282" creationId="{00BE76A3-9CB9-4D18-BA9B-6916BA9BED62}"/>
          </ac:spMkLst>
        </pc:spChg>
        <pc:spChg chg="mod">
          <ac:chgData name="Boone Severson" userId="S::bseverson3@wisc.edu::1d942a2b-e0b5-491a-b49e-d500fa0ad426" providerId="AD" clId="Web-{9E4B3A88-610D-647A-F0E3-627A1DD67278}" dt="2024-08-11T21:28:42.862" v="595"/>
          <ac:spMkLst>
            <pc:docMk/>
            <pc:sldMk cId="0" sldId="265"/>
            <ac:spMk id="11283" creationId="{85444093-0D3B-43A7-BCE5-3FB6C6FFFF17}"/>
          </ac:spMkLst>
        </pc:spChg>
        <pc:spChg chg="mod">
          <ac:chgData name="Boone Severson" userId="S::bseverson3@wisc.edu::1d942a2b-e0b5-491a-b49e-d500fa0ad426" providerId="AD" clId="Web-{9E4B3A88-610D-647A-F0E3-627A1DD67278}" dt="2024-08-11T21:28:42.862" v="594"/>
          <ac:spMkLst>
            <pc:docMk/>
            <pc:sldMk cId="0" sldId="265"/>
            <ac:spMk id="11284" creationId="{84CC3B9A-B92C-45EE-BE56-0493B9257682}"/>
          </ac:spMkLst>
        </pc:spChg>
        <pc:spChg chg="mod">
          <ac:chgData name="Boone Severson" userId="S::bseverson3@wisc.edu::1d942a2b-e0b5-491a-b49e-d500fa0ad426" providerId="AD" clId="Web-{9E4B3A88-610D-647A-F0E3-627A1DD67278}" dt="2024-08-11T21:28:42.862" v="593"/>
          <ac:spMkLst>
            <pc:docMk/>
            <pc:sldMk cId="0" sldId="265"/>
            <ac:spMk id="11285" creationId="{6BF904B2-9939-4EBE-ABA1-D8BB0DD64535}"/>
          </ac:spMkLst>
        </pc:spChg>
        <pc:spChg chg="mod">
          <ac:chgData name="Boone Severson" userId="S::bseverson3@wisc.edu::1d942a2b-e0b5-491a-b49e-d500fa0ad426" providerId="AD" clId="Web-{9E4B3A88-610D-647A-F0E3-627A1DD67278}" dt="2024-08-11T21:28:42.862" v="592"/>
          <ac:spMkLst>
            <pc:docMk/>
            <pc:sldMk cId="0" sldId="265"/>
            <ac:spMk id="11286" creationId="{D64FFCB1-597C-474E-9A1F-C5716480CABC}"/>
          </ac:spMkLst>
        </pc:spChg>
        <pc:spChg chg="mod">
          <ac:chgData name="Boone Severson" userId="S::bseverson3@wisc.edu::1d942a2b-e0b5-491a-b49e-d500fa0ad426" providerId="AD" clId="Web-{9E4B3A88-610D-647A-F0E3-627A1DD67278}" dt="2024-08-11T21:28:42.862" v="591"/>
          <ac:spMkLst>
            <pc:docMk/>
            <pc:sldMk cId="0" sldId="265"/>
            <ac:spMk id="11287" creationId="{F517DB74-D910-43A2-BA73-FDE394D4EE06}"/>
          </ac:spMkLst>
        </pc:spChg>
        <pc:spChg chg="mod">
          <ac:chgData name="Boone Severson" userId="S::bseverson3@wisc.edu::1d942a2b-e0b5-491a-b49e-d500fa0ad426" providerId="AD" clId="Web-{9E4B3A88-610D-647A-F0E3-627A1DD67278}" dt="2024-08-11T21:28:42.862" v="590"/>
          <ac:spMkLst>
            <pc:docMk/>
            <pc:sldMk cId="0" sldId="265"/>
            <ac:spMk id="11288" creationId="{60397937-7F72-4BFD-A536-4E3A139D75B7}"/>
          </ac:spMkLst>
        </pc:spChg>
        <pc:spChg chg="mod">
          <ac:chgData name="Boone Severson" userId="S::bseverson3@wisc.edu::1d942a2b-e0b5-491a-b49e-d500fa0ad426" providerId="AD" clId="Web-{9E4B3A88-610D-647A-F0E3-627A1DD67278}" dt="2024-08-11T21:28:42.862" v="589"/>
          <ac:spMkLst>
            <pc:docMk/>
            <pc:sldMk cId="0" sldId="265"/>
            <ac:spMk id="11289" creationId="{F7DB1602-7C49-4765-B1BC-AD5AD3C1802E}"/>
          </ac:spMkLst>
        </pc:spChg>
        <pc:spChg chg="mod">
          <ac:chgData name="Boone Severson" userId="S::bseverson3@wisc.edu::1d942a2b-e0b5-491a-b49e-d500fa0ad426" providerId="AD" clId="Web-{9E4B3A88-610D-647A-F0E3-627A1DD67278}" dt="2024-08-11T21:28:42.862" v="588"/>
          <ac:spMkLst>
            <pc:docMk/>
            <pc:sldMk cId="0" sldId="265"/>
            <ac:spMk id="11290" creationId="{4551B3DE-8B48-403D-9345-4102C5E3F923}"/>
          </ac:spMkLst>
        </pc:spChg>
        <pc:spChg chg="mod">
          <ac:chgData name="Boone Severson" userId="S::bseverson3@wisc.edu::1d942a2b-e0b5-491a-b49e-d500fa0ad426" providerId="AD" clId="Web-{9E4B3A88-610D-647A-F0E3-627A1DD67278}" dt="2024-08-11T21:28:42.862" v="587"/>
          <ac:spMkLst>
            <pc:docMk/>
            <pc:sldMk cId="0" sldId="265"/>
            <ac:spMk id="11291" creationId="{1DD5AD49-A2D8-4769-B95B-0E1C5634183A}"/>
          </ac:spMkLst>
        </pc:spChg>
        <pc:spChg chg="mod">
          <ac:chgData name="Boone Severson" userId="S::bseverson3@wisc.edu::1d942a2b-e0b5-491a-b49e-d500fa0ad426" providerId="AD" clId="Web-{9E4B3A88-610D-647A-F0E3-627A1DD67278}" dt="2024-08-11T21:28:42.862" v="586"/>
          <ac:spMkLst>
            <pc:docMk/>
            <pc:sldMk cId="0" sldId="265"/>
            <ac:spMk id="11292" creationId="{FDF90B22-C64E-4065-9F12-7312723352C8}"/>
          </ac:spMkLst>
        </pc:spChg>
        <pc:spChg chg="mod">
          <ac:chgData name="Boone Severson" userId="S::bseverson3@wisc.edu::1d942a2b-e0b5-491a-b49e-d500fa0ad426" providerId="AD" clId="Web-{9E4B3A88-610D-647A-F0E3-627A1DD67278}" dt="2024-08-11T21:28:42.862" v="585"/>
          <ac:spMkLst>
            <pc:docMk/>
            <pc:sldMk cId="0" sldId="265"/>
            <ac:spMk id="11293" creationId="{8E72DBD2-930F-438E-88ED-77BC09BB069F}"/>
          </ac:spMkLst>
        </pc:spChg>
        <pc:spChg chg="mod">
          <ac:chgData name="Boone Severson" userId="S::bseverson3@wisc.edu::1d942a2b-e0b5-491a-b49e-d500fa0ad426" providerId="AD" clId="Web-{9E4B3A88-610D-647A-F0E3-627A1DD67278}" dt="2024-08-11T21:28:42.862" v="584"/>
          <ac:spMkLst>
            <pc:docMk/>
            <pc:sldMk cId="0" sldId="265"/>
            <ac:spMk id="11294" creationId="{4C9EE416-72A0-4253-BA26-C49A23A4E0C7}"/>
          </ac:spMkLst>
        </pc:spChg>
        <pc:spChg chg="mod">
          <ac:chgData name="Boone Severson" userId="S::bseverson3@wisc.edu::1d942a2b-e0b5-491a-b49e-d500fa0ad426" providerId="AD" clId="Web-{9E4B3A88-610D-647A-F0E3-627A1DD67278}" dt="2024-08-11T21:28:42.862" v="583"/>
          <ac:spMkLst>
            <pc:docMk/>
            <pc:sldMk cId="0" sldId="265"/>
            <ac:spMk id="11295" creationId="{CF25990B-B5CB-4EB9-87C2-2FCD9BA3488B}"/>
          </ac:spMkLst>
        </pc:spChg>
        <pc:spChg chg="mod">
          <ac:chgData name="Boone Severson" userId="S::bseverson3@wisc.edu::1d942a2b-e0b5-491a-b49e-d500fa0ad426" providerId="AD" clId="Web-{9E4B3A88-610D-647A-F0E3-627A1DD67278}" dt="2024-08-11T21:28:42.862" v="582"/>
          <ac:spMkLst>
            <pc:docMk/>
            <pc:sldMk cId="0" sldId="265"/>
            <ac:spMk id="11296" creationId="{434E90E7-9322-42B9-8167-0FED7F2D6A64}"/>
          </ac:spMkLst>
        </pc:spChg>
        <pc:spChg chg="mod">
          <ac:chgData name="Boone Severson" userId="S::bseverson3@wisc.edu::1d942a2b-e0b5-491a-b49e-d500fa0ad426" providerId="AD" clId="Web-{9E4B3A88-610D-647A-F0E3-627A1DD67278}" dt="2024-08-11T21:28:42.862" v="581"/>
          <ac:spMkLst>
            <pc:docMk/>
            <pc:sldMk cId="0" sldId="265"/>
            <ac:spMk id="11297" creationId="{06939A4F-99C4-4292-A0C8-F4A918D7DA07}"/>
          </ac:spMkLst>
        </pc:spChg>
        <pc:spChg chg="mod">
          <ac:chgData name="Boone Severson" userId="S::bseverson3@wisc.edu::1d942a2b-e0b5-491a-b49e-d500fa0ad426" providerId="AD" clId="Web-{9E4B3A88-610D-647A-F0E3-627A1DD67278}" dt="2024-08-11T21:28:42.862" v="580"/>
          <ac:spMkLst>
            <pc:docMk/>
            <pc:sldMk cId="0" sldId="265"/>
            <ac:spMk id="11298" creationId="{1D717830-47FA-4279-90F7-D134A31C0C33}"/>
          </ac:spMkLst>
        </pc:spChg>
        <pc:spChg chg="mod">
          <ac:chgData name="Boone Severson" userId="S::bseverson3@wisc.edu::1d942a2b-e0b5-491a-b49e-d500fa0ad426" providerId="AD" clId="Web-{9E4B3A88-610D-647A-F0E3-627A1DD67278}" dt="2024-08-11T21:28:42.862" v="579"/>
          <ac:spMkLst>
            <pc:docMk/>
            <pc:sldMk cId="0" sldId="265"/>
            <ac:spMk id="11299" creationId="{EFE50263-71CD-4CF5-B009-1BA8A060C594}"/>
          </ac:spMkLst>
        </pc:spChg>
        <pc:spChg chg="mod">
          <ac:chgData name="Boone Severson" userId="S::bseverson3@wisc.edu::1d942a2b-e0b5-491a-b49e-d500fa0ad426" providerId="AD" clId="Web-{9E4B3A88-610D-647A-F0E3-627A1DD67278}" dt="2024-08-11T21:28:42.862" v="578"/>
          <ac:spMkLst>
            <pc:docMk/>
            <pc:sldMk cId="0" sldId="265"/>
            <ac:spMk id="11300" creationId="{54DC71EF-3527-47BD-801E-5DC9779B5C5D}"/>
          </ac:spMkLst>
        </pc:spChg>
        <pc:spChg chg="mod">
          <ac:chgData name="Boone Severson" userId="S::bseverson3@wisc.edu::1d942a2b-e0b5-491a-b49e-d500fa0ad426" providerId="AD" clId="Web-{9E4B3A88-610D-647A-F0E3-627A1DD67278}" dt="2024-08-11T21:28:42.862" v="577"/>
          <ac:spMkLst>
            <pc:docMk/>
            <pc:sldMk cId="0" sldId="265"/>
            <ac:spMk id="11301" creationId="{86B5DF71-30C3-4514-BECC-1D1D4A546C6E}"/>
          </ac:spMkLst>
        </pc:spChg>
        <pc:spChg chg="mod">
          <ac:chgData name="Boone Severson" userId="S::bseverson3@wisc.edu::1d942a2b-e0b5-491a-b49e-d500fa0ad426" providerId="AD" clId="Web-{9E4B3A88-610D-647A-F0E3-627A1DD67278}" dt="2024-08-11T21:28:42.862" v="576"/>
          <ac:spMkLst>
            <pc:docMk/>
            <pc:sldMk cId="0" sldId="265"/>
            <ac:spMk id="11302" creationId="{55317A4D-33A7-40F9-B174-D3F0323A06E8}"/>
          </ac:spMkLst>
        </pc:spChg>
        <pc:spChg chg="mod">
          <ac:chgData name="Boone Severson" userId="S::bseverson3@wisc.edu::1d942a2b-e0b5-491a-b49e-d500fa0ad426" providerId="AD" clId="Web-{9E4B3A88-610D-647A-F0E3-627A1DD67278}" dt="2024-08-11T21:28:42.862" v="575"/>
          <ac:spMkLst>
            <pc:docMk/>
            <pc:sldMk cId="0" sldId="265"/>
            <ac:spMk id="11303" creationId="{A1B83826-20B1-4828-98AD-A21A03C7767E}"/>
          </ac:spMkLst>
        </pc:spChg>
        <pc:spChg chg="mod">
          <ac:chgData name="Boone Severson" userId="S::bseverson3@wisc.edu::1d942a2b-e0b5-491a-b49e-d500fa0ad426" providerId="AD" clId="Web-{9E4B3A88-610D-647A-F0E3-627A1DD67278}" dt="2024-08-11T21:28:42.862" v="574"/>
          <ac:spMkLst>
            <pc:docMk/>
            <pc:sldMk cId="0" sldId="265"/>
            <ac:spMk id="11304" creationId="{9F469638-5962-4C64-8906-975BC6A9401E}"/>
          </ac:spMkLst>
        </pc:spChg>
        <pc:spChg chg="mod">
          <ac:chgData name="Boone Severson" userId="S::bseverson3@wisc.edu::1d942a2b-e0b5-491a-b49e-d500fa0ad426" providerId="AD" clId="Web-{9E4B3A88-610D-647A-F0E3-627A1DD67278}" dt="2024-08-11T21:28:42.862" v="573"/>
          <ac:spMkLst>
            <pc:docMk/>
            <pc:sldMk cId="0" sldId="265"/>
            <ac:spMk id="11305" creationId="{DC7B3D81-02A7-4A1F-86F6-6493B6F5C04A}"/>
          </ac:spMkLst>
        </pc:spChg>
        <pc:spChg chg="mod">
          <ac:chgData name="Boone Severson" userId="S::bseverson3@wisc.edu::1d942a2b-e0b5-491a-b49e-d500fa0ad426" providerId="AD" clId="Web-{9E4B3A88-610D-647A-F0E3-627A1DD67278}" dt="2024-08-11T21:28:42.862" v="572"/>
          <ac:spMkLst>
            <pc:docMk/>
            <pc:sldMk cId="0" sldId="265"/>
            <ac:spMk id="11306" creationId="{3E214191-D712-455A-B980-57CF9711CBB7}"/>
          </ac:spMkLst>
        </pc:spChg>
        <pc:spChg chg="mod">
          <ac:chgData name="Boone Severson" userId="S::bseverson3@wisc.edu::1d942a2b-e0b5-491a-b49e-d500fa0ad426" providerId="AD" clId="Web-{9E4B3A88-610D-647A-F0E3-627A1DD67278}" dt="2024-08-11T21:28:42.862" v="571"/>
          <ac:spMkLst>
            <pc:docMk/>
            <pc:sldMk cId="0" sldId="265"/>
            <ac:spMk id="11307" creationId="{E68820DA-C039-455E-BFD6-D257E10C0287}"/>
          </ac:spMkLst>
        </pc:spChg>
        <pc:spChg chg="mod">
          <ac:chgData name="Boone Severson" userId="S::bseverson3@wisc.edu::1d942a2b-e0b5-491a-b49e-d500fa0ad426" providerId="AD" clId="Web-{9E4B3A88-610D-647A-F0E3-627A1DD67278}" dt="2024-08-11T21:28:42.862" v="570"/>
          <ac:spMkLst>
            <pc:docMk/>
            <pc:sldMk cId="0" sldId="265"/>
            <ac:spMk id="11308" creationId="{6D22F58B-8502-4817-9718-91306FAD9850}"/>
          </ac:spMkLst>
        </pc:spChg>
        <pc:spChg chg="mod">
          <ac:chgData name="Boone Severson" userId="S::bseverson3@wisc.edu::1d942a2b-e0b5-491a-b49e-d500fa0ad426" providerId="AD" clId="Web-{9E4B3A88-610D-647A-F0E3-627A1DD67278}" dt="2024-08-11T21:28:42.846" v="569"/>
          <ac:spMkLst>
            <pc:docMk/>
            <pc:sldMk cId="0" sldId="265"/>
            <ac:spMk id="11309" creationId="{CE970511-769D-497A-89FD-0E8E472100B6}"/>
          </ac:spMkLst>
        </pc:spChg>
        <pc:spChg chg="mod">
          <ac:chgData name="Boone Severson" userId="S::bseverson3@wisc.edu::1d942a2b-e0b5-491a-b49e-d500fa0ad426" providerId="AD" clId="Web-{9E4B3A88-610D-647A-F0E3-627A1DD67278}" dt="2024-08-11T21:28:42.846" v="568"/>
          <ac:spMkLst>
            <pc:docMk/>
            <pc:sldMk cId="0" sldId="265"/>
            <ac:spMk id="11310" creationId="{0418B3AD-FC5E-4112-B1E4-13B484CF9D6A}"/>
          </ac:spMkLst>
        </pc:spChg>
        <pc:spChg chg="mod">
          <ac:chgData name="Boone Severson" userId="S::bseverson3@wisc.edu::1d942a2b-e0b5-491a-b49e-d500fa0ad426" providerId="AD" clId="Web-{9E4B3A88-610D-647A-F0E3-627A1DD67278}" dt="2024-08-11T21:28:42.846" v="567"/>
          <ac:spMkLst>
            <pc:docMk/>
            <pc:sldMk cId="0" sldId="265"/>
            <ac:spMk id="11311" creationId="{B011E571-313C-4E3D-988D-A574C32C5747}"/>
          </ac:spMkLst>
        </pc:spChg>
        <pc:spChg chg="mod">
          <ac:chgData name="Boone Severson" userId="S::bseverson3@wisc.edu::1d942a2b-e0b5-491a-b49e-d500fa0ad426" providerId="AD" clId="Web-{9E4B3A88-610D-647A-F0E3-627A1DD67278}" dt="2024-08-11T21:28:42.846" v="566"/>
          <ac:spMkLst>
            <pc:docMk/>
            <pc:sldMk cId="0" sldId="265"/>
            <ac:spMk id="11312" creationId="{EC29BDAD-1BC4-4D62-A01B-061B1CABE6D4}"/>
          </ac:spMkLst>
        </pc:spChg>
        <pc:spChg chg="mod">
          <ac:chgData name="Boone Severson" userId="S::bseverson3@wisc.edu::1d942a2b-e0b5-491a-b49e-d500fa0ad426" providerId="AD" clId="Web-{9E4B3A88-610D-647A-F0E3-627A1DD67278}" dt="2024-08-11T21:28:42.846" v="565"/>
          <ac:spMkLst>
            <pc:docMk/>
            <pc:sldMk cId="0" sldId="265"/>
            <ac:spMk id="11313" creationId="{7208C1CD-4EAF-48FC-9225-D2794918C5A7}"/>
          </ac:spMkLst>
        </pc:spChg>
        <pc:spChg chg="mod">
          <ac:chgData name="Boone Severson" userId="S::bseverson3@wisc.edu::1d942a2b-e0b5-491a-b49e-d500fa0ad426" providerId="AD" clId="Web-{9E4B3A88-610D-647A-F0E3-627A1DD67278}" dt="2024-08-11T21:28:42.846" v="564"/>
          <ac:spMkLst>
            <pc:docMk/>
            <pc:sldMk cId="0" sldId="265"/>
            <ac:spMk id="11314" creationId="{D725E418-C1A0-4F7C-B859-36F0E3ED088B}"/>
          </ac:spMkLst>
        </pc:spChg>
        <pc:spChg chg="mod">
          <ac:chgData name="Boone Severson" userId="S::bseverson3@wisc.edu::1d942a2b-e0b5-491a-b49e-d500fa0ad426" providerId="AD" clId="Web-{9E4B3A88-610D-647A-F0E3-627A1DD67278}" dt="2024-08-11T21:28:42.846" v="563"/>
          <ac:spMkLst>
            <pc:docMk/>
            <pc:sldMk cId="0" sldId="265"/>
            <ac:spMk id="11315" creationId="{18F13911-2481-4267-9812-5F09030E9853}"/>
          </ac:spMkLst>
        </pc:spChg>
        <pc:spChg chg="mod">
          <ac:chgData name="Boone Severson" userId="S::bseverson3@wisc.edu::1d942a2b-e0b5-491a-b49e-d500fa0ad426" providerId="AD" clId="Web-{9E4B3A88-610D-647A-F0E3-627A1DD67278}" dt="2024-08-11T21:28:42.846" v="562"/>
          <ac:spMkLst>
            <pc:docMk/>
            <pc:sldMk cId="0" sldId="265"/>
            <ac:spMk id="11316" creationId="{5A043F41-F380-4598-8BC3-F135248FBEBD}"/>
          </ac:spMkLst>
        </pc:spChg>
        <pc:spChg chg="mod">
          <ac:chgData name="Boone Severson" userId="S::bseverson3@wisc.edu::1d942a2b-e0b5-491a-b49e-d500fa0ad426" providerId="AD" clId="Web-{9E4B3A88-610D-647A-F0E3-627A1DD67278}" dt="2024-08-11T21:28:42.846" v="561"/>
          <ac:spMkLst>
            <pc:docMk/>
            <pc:sldMk cId="0" sldId="265"/>
            <ac:spMk id="11317" creationId="{B854B393-397C-4CBA-8A9A-CC7C036FA32B}"/>
          </ac:spMkLst>
        </pc:spChg>
        <pc:spChg chg="mod">
          <ac:chgData name="Boone Severson" userId="S::bseverson3@wisc.edu::1d942a2b-e0b5-491a-b49e-d500fa0ad426" providerId="AD" clId="Web-{9E4B3A88-610D-647A-F0E3-627A1DD67278}" dt="2024-08-11T21:28:42.846" v="560"/>
          <ac:spMkLst>
            <pc:docMk/>
            <pc:sldMk cId="0" sldId="265"/>
            <ac:spMk id="11318" creationId="{51D0BD1A-A6FA-4C26-88D5-02EF7C14386D}"/>
          </ac:spMkLst>
        </pc:spChg>
        <pc:spChg chg="mod">
          <ac:chgData name="Boone Severson" userId="S::bseverson3@wisc.edu::1d942a2b-e0b5-491a-b49e-d500fa0ad426" providerId="AD" clId="Web-{9E4B3A88-610D-647A-F0E3-627A1DD67278}" dt="2024-08-11T21:28:42.846" v="559"/>
          <ac:spMkLst>
            <pc:docMk/>
            <pc:sldMk cId="0" sldId="265"/>
            <ac:spMk id="11319" creationId="{2FEA0862-0A8B-4D5D-AC7A-5FF056519E44}"/>
          </ac:spMkLst>
        </pc:spChg>
        <pc:spChg chg="mod">
          <ac:chgData name="Boone Severson" userId="S::bseverson3@wisc.edu::1d942a2b-e0b5-491a-b49e-d500fa0ad426" providerId="AD" clId="Web-{9E4B3A88-610D-647A-F0E3-627A1DD67278}" dt="2024-08-11T21:28:42.846" v="558"/>
          <ac:spMkLst>
            <pc:docMk/>
            <pc:sldMk cId="0" sldId="265"/>
            <ac:spMk id="11320" creationId="{B689B6F6-8D23-49EF-9BC0-20DFBEA21050}"/>
          </ac:spMkLst>
        </pc:spChg>
        <pc:spChg chg="mod">
          <ac:chgData name="Boone Severson" userId="S::bseverson3@wisc.edu::1d942a2b-e0b5-491a-b49e-d500fa0ad426" providerId="AD" clId="Web-{9E4B3A88-610D-647A-F0E3-627A1DD67278}" dt="2024-08-11T21:28:42.846" v="557"/>
          <ac:spMkLst>
            <pc:docMk/>
            <pc:sldMk cId="0" sldId="265"/>
            <ac:spMk id="11321" creationId="{ED002D1B-E9BF-490A-8E52-3AE626EA1C9C}"/>
          </ac:spMkLst>
        </pc:spChg>
        <pc:spChg chg="mod">
          <ac:chgData name="Boone Severson" userId="S::bseverson3@wisc.edu::1d942a2b-e0b5-491a-b49e-d500fa0ad426" providerId="AD" clId="Web-{9E4B3A88-610D-647A-F0E3-627A1DD67278}" dt="2024-08-11T21:28:42.846" v="556"/>
          <ac:spMkLst>
            <pc:docMk/>
            <pc:sldMk cId="0" sldId="265"/>
            <ac:spMk id="11322" creationId="{D74248C2-09BB-4EF1-8CA0-AC7D887C479C}"/>
          </ac:spMkLst>
        </pc:spChg>
        <pc:spChg chg="mod">
          <ac:chgData name="Boone Severson" userId="S::bseverson3@wisc.edu::1d942a2b-e0b5-491a-b49e-d500fa0ad426" providerId="AD" clId="Web-{9E4B3A88-610D-647A-F0E3-627A1DD67278}" dt="2024-08-11T21:28:42.846" v="555"/>
          <ac:spMkLst>
            <pc:docMk/>
            <pc:sldMk cId="0" sldId="265"/>
            <ac:spMk id="11323" creationId="{ED0623B0-66F4-40F4-B8BD-3D5E77591D2B}"/>
          </ac:spMkLst>
        </pc:spChg>
        <pc:spChg chg="mod">
          <ac:chgData name="Boone Severson" userId="S::bseverson3@wisc.edu::1d942a2b-e0b5-491a-b49e-d500fa0ad426" providerId="AD" clId="Web-{9E4B3A88-610D-647A-F0E3-627A1DD67278}" dt="2024-08-11T21:28:42.846" v="554"/>
          <ac:spMkLst>
            <pc:docMk/>
            <pc:sldMk cId="0" sldId="265"/>
            <ac:spMk id="11324" creationId="{614B98D5-E22B-4F34-BB15-571FD5A2BA46}"/>
          </ac:spMkLst>
        </pc:spChg>
        <pc:spChg chg="mod">
          <ac:chgData name="Boone Severson" userId="S::bseverson3@wisc.edu::1d942a2b-e0b5-491a-b49e-d500fa0ad426" providerId="AD" clId="Web-{9E4B3A88-610D-647A-F0E3-627A1DD67278}" dt="2024-08-11T21:28:42.846" v="553"/>
          <ac:spMkLst>
            <pc:docMk/>
            <pc:sldMk cId="0" sldId="265"/>
            <ac:spMk id="11325" creationId="{2CC6E171-AE58-4348-B376-63C0200C1A48}"/>
          </ac:spMkLst>
        </pc:spChg>
        <pc:spChg chg="mod">
          <ac:chgData name="Boone Severson" userId="S::bseverson3@wisc.edu::1d942a2b-e0b5-491a-b49e-d500fa0ad426" providerId="AD" clId="Web-{9E4B3A88-610D-647A-F0E3-627A1DD67278}" dt="2024-08-11T21:28:42.846" v="552"/>
          <ac:spMkLst>
            <pc:docMk/>
            <pc:sldMk cId="0" sldId="265"/>
            <ac:spMk id="11326" creationId="{97006A90-A5ED-427E-811C-569903C6992C}"/>
          </ac:spMkLst>
        </pc:spChg>
        <pc:spChg chg="mod">
          <ac:chgData name="Boone Severson" userId="S::bseverson3@wisc.edu::1d942a2b-e0b5-491a-b49e-d500fa0ad426" providerId="AD" clId="Web-{9E4B3A88-610D-647A-F0E3-627A1DD67278}" dt="2024-08-11T21:28:42.846" v="551"/>
          <ac:spMkLst>
            <pc:docMk/>
            <pc:sldMk cId="0" sldId="265"/>
            <ac:spMk id="11327" creationId="{89A2B1E0-6D38-48CE-903D-F6DDE056433B}"/>
          </ac:spMkLst>
        </pc:spChg>
        <pc:spChg chg="mod">
          <ac:chgData name="Boone Severson" userId="S::bseverson3@wisc.edu::1d942a2b-e0b5-491a-b49e-d500fa0ad426" providerId="AD" clId="Web-{9E4B3A88-610D-647A-F0E3-627A1DD67278}" dt="2024-08-11T21:28:42.846" v="550"/>
          <ac:spMkLst>
            <pc:docMk/>
            <pc:sldMk cId="0" sldId="265"/>
            <ac:spMk id="11328" creationId="{BC6D80BB-EFDA-4F24-A99A-94EA222EE97C}"/>
          </ac:spMkLst>
        </pc:spChg>
        <pc:spChg chg="mod">
          <ac:chgData name="Boone Severson" userId="S::bseverson3@wisc.edu::1d942a2b-e0b5-491a-b49e-d500fa0ad426" providerId="AD" clId="Web-{9E4B3A88-610D-647A-F0E3-627A1DD67278}" dt="2024-08-11T21:28:42.846" v="549"/>
          <ac:spMkLst>
            <pc:docMk/>
            <pc:sldMk cId="0" sldId="265"/>
            <ac:spMk id="11329" creationId="{8839979A-7F84-4990-9446-04FDC0A47B23}"/>
          </ac:spMkLst>
        </pc:spChg>
        <pc:spChg chg="mod">
          <ac:chgData name="Boone Severson" userId="S::bseverson3@wisc.edu::1d942a2b-e0b5-491a-b49e-d500fa0ad426" providerId="AD" clId="Web-{9E4B3A88-610D-647A-F0E3-627A1DD67278}" dt="2024-08-11T21:28:42.846" v="548"/>
          <ac:spMkLst>
            <pc:docMk/>
            <pc:sldMk cId="0" sldId="265"/>
            <ac:spMk id="11330" creationId="{239582C0-4A6A-4983-8665-A4B3427F53D1}"/>
          </ac:spMkLst>
        </pc:spChg>
        <pc:spChg chg="mod">
          <ac:chgData name="Boone Severson" userId="S::bseverson3@wisc.edu::1d942a2b-e0b5-491a-b49e-d500fa0ad426" providerId="AD" clId="Web-{9E4B3A88-610D-647A-F0E3-627A1DD67278}" dt="2024-08-11T21:28:42.846" v="547"/>
          <ac:spMkLst>
            <pc:docMk/>
            <pc:sldMk cId="0" sldId="265"/>
            <ac:spMk id="11331" creationId="{F6239DF3-CA29-47DD-BD81-7432BD94BE00}"/>
          </ac:spMkLst>
        </pc:spChg>
        <pc:spChg chg="mod">
          <ac:chgData name="Boone Severson" userId="S::bseverson3@wisc.edu::1d942a2b-e0b5-491a-b49e-d500fa0ad426" providerId="AD" clId="Web-{9E4B3A88-610D-647A-F0E3-627A1DD67278}" dt="2024-08-11T21:28:42.846" v="546"/>
          <ac:spMkLst>
            <pc:docMk/>
            <pc:sldMk cId="0" sldId="265"/>
            <ac:spMk id="11332" creationId="{45CA019E-8657-411E-9CC9-F502FF26D734}"/>
          </ac:spMkLst>
        </pc:spChg>
        <pc:spChg chg="mod">
          <ac:chgData name="Boone Severson" userId="S::bseverson3@wisc.edu::1d942a2b-e0b5-491a-b49e-d500fa0ad426" providerId="AD" clId="Web-{9E4B3A88-610D-647A-F0E3-627A1DD67278}" dt="2024-08-11T21:28:42.846" v="545"/>
          <ac:spMkLst>
            <pc:docMk/>
            <pc:sldMk cId="0" sldId="265"/>
            <ac:spMk id="11333" creationId="{B6DF7E74-20E6-467E-A4F3-77C7E99FF1A9}"/>
          </ac:spMkLst>
        </pc:spChg>
        <pc:spChg chg="mod">
          <ac:chgData name="Boone Severson" userId="S::bseverson3@wisc.edu::1d942a2b-e0b5-491a-b49e-d500fa0ad426" providerId="AD" clId="Web-{9E4B3A88-610D-647A-F0E3-627A1DD67278}" dt="2024-08-11T21:28:42.846" v="544"/>
          <ac:spMkLst>
            <pc:docMk/>
            <pc:sldMk cId="0" sldId="265"/>
            <ac:spMk id="11334" creationId="{17A7206F-00C9-402F-8A53-82D6306AE5DC}"/>
          </ac:spMkLst>
        </pc:spChg>
        <pc:spChg chg="mod">
          <ac:chgData name="Boone Severson" userId="S::bseverson3@wisc.edu::1d942a2b-e0b5-491a-b49e-d500fa0ad426" providerId="AD" clId="Web-{9E4B3A88-610D-647A-F0E3-627A1DD67278}" dt="2024-08-11T21:28:42.846" v="543"/>
          <ac:spMkLst>
            <pc:docMk/>
            <pc:sldMk cId="0" sldId="265"/>
            <ac:spMk id="11335" creationId="{A17DB9D1-09FA-4A17-AB4A-2F18FDC41FC2}"/>
          </ac:spMkLst>
        </pc:spChg>
        <pc:spChg chg="mod">
          <ac:chgData name="Boone Severson" userId="S::bseverson3@wisc.edu::1d942a2b-e0b5-491a-b49e-d500fa0ad426" providerId="AD" clId="Web-{9E4B3A88-610D-647A-F0E3-627A1DD67278}" dt="2024-08-11T21:28:42.846" v="542"/>
          <ac:spMkLst>
            <pc:docMk/>
            <pc:sldMk cId="0" sldId="265"/>
            <ac:spMk id="11336" creationId="{A9AD86F7-ACDD-4FE3-ADCA-8AA5C4298963}"/>
          </ac:spMkLst>
        </pc:spChg>
        <pc:spChg chg="mod">
          <ac:chgData name="Boone Severson" userId="S::bseverson3@wisc.edu::1d942a2b-e0b5-491a-b49e-d500fa0ad426" providerId="AD" clId="Web-{9E4B3A88-610D-647A-F0E3-627A1DD67278}" dt="2024-08-11T21:28:42.846" v="541"/>
          <ac:spMkLst>
            <pc:docMk/>
            <pc:sldMk cId="0" sldId="265"/>
            <ac:spMk id="11337" creationId="{1D984308-FF3C-4F52-B95F-70932F5B138E}"/>
          </ac:spMkLst>
        </pc:spChg>
        <pc:spChg chg="mod">
          <ac:chgData name="Boone Severson" userId="S::bseverson3@wisc.edu::1d942a2b-e0b5-491a-b49e-d500fa0ad426" providerId="AD" clId="Web-{9E4B3A88-610D-647A-F0E3-627A1DD67278}" dt="2024-08-11T21:28:42.846" v="540"/>
          <ac:spMkLst>
            <pc:docMk/>
            <pc:sldMk cId="0" sldId="265"/>
            <ac:spMk id="11338" creationId="{775105FA-46E2-4F04-9B42-C0CAA306D254}"/>
          </ac:spMkLst>
        </pc:spChg>
        <pc:spChg chg="mod">
          <ac:chgData name="Boone Severson" userId="S::bseverson3@wisc.edu::1d942a2b-e0b5-491a-b49e-d500fa0ad426" providerId="AD" clId="Web-{9E4B3A88-610D-647A-F0E3-627A1DD67278}" dt="2024-08-11T21:28:42.846" v="539"/>
          <ac:spMkLst>
            <pc:docMk/>
            <pc:sldMk cId="0" sldId="265"/>
            <ac:spMk id="11339" creationId="{51795C95-2FF6-4116-B228-19796A5F000F}"/>
          </ac:spMkLst>
        </pc:spChg>
        <pc:spChg chg="mod">
          <ac:chgData name="Boone Severson" userId="S::bseverson3@wisc.edu::1d942a2b-e0b5-491a-b49e-d500fa0ad426" providerId="AD" clId="Web-{9E4B3A88-610D-647A-F0E3-627A1DD67278}" dt="2024-08-11T21:28:42.846" v="538"/>
          <ac:spMkLst>
            <pc:docMk/>
            <pc:sldMk cId="0" sldId="265"/>
            <ac:spMk id="11340" creationId="{944C1A46-F02B-420D-85C4-72C7D27ECE76}"/>
          </ac:spMkLst>
        </pc:spChg>
        <pc:spChg chg="mod">
          <ac:chgData name="Boone Severson" userId="S::bseverson3@wisc.edu::1d942a2b-e0b5-491a-b49e-d500fa0ad426" providerId="AD" clId="Web-{9E4B3A88-610D-647A-F0E3-627A1DD67278}" dt="2024-08-11T21:28:42.846" v="537"/>
          <ac:spMkLst>
            <pc:docMk/>
            <pc:sldMk cId="0" sldId="265"/>
            <ac:spMk id="11341" creationId="{E5A6A1F5-F904-4AED-B5D1-A2BA0D42D7B8}"/>
          </ac:spMkLst>
        </pc:spChg>
        <pc:spChg chg="mod">
          <ac:chgData name="Boone Severson" userId="S::bseverson3@wisc.edu::1d942a2b-e0b5-491a-b49e-d500fa0ad426" providerId="AD" clId="Web-{9E4B3A88-610D-647A-F0E3-627A1DD67278}" dt="2024-08-11T21:28:42.846" v="536"/>
          <ac:spMkLst>
            <pc:docMk/>
            <pc:sldMk cId="0" sldId="265"/>
            <ac:spMk id="11342" creationId="{888D08F7-3934-476E-96E6-9811EF550B14}"/>
          </ac:spMkLst>
        </pc:spChg>
        <pc:spChg chg="mod">
          <ac:chgData name="Boone Severson" userId="S::bseverson3@wisc.edu::1d942a2b-e0b5-491a-b49e-d500fa0ad426" providerId="AD" clId="Web-{9E4B3A88-610D-647A-F0E3-627A1DD67278}" dt="2024-08-11T21:28:42.846" v="535"/>
          <ac:spMkLst>
            <pc:docMk/>
            <pc:sldMk cId="0" sldId="265"/>
            <ac:spMk id="11343" creationId="{911044D5-3CF6-4833-83F5-ECEAA5CA9C57}"/>
          </ac:spMkLst>
        </pc:spChg>
        <pc:spChg chg="mod">
          <ac:chgData name="Boone Severson" userId="S::bseverson3@wisc.edu::1d942a2b-e0b5-491a-b49e-d500fa0ad426" providerId="AD" clId="Web-{9E4B3A88-610D-647A-F0E3-627A1DD67278}" dt="2024-08-11T21:28:42.846" v="534"/>
          <ac:spMkLst>
            <pc:docMk/>
            <pc:sldMk cId="0" sldId="265"/>
            <ac:spMk id="11344" creationId="{95760641-BE50-4F0C-A216-19E631A43C2F}"/>
          </ac:spMkLst>
        </pc:spChg>
        <pc:spChg chg="mod">
          <ac:chgData name="Boone Severson" userId="S::bseverson3@wisc.edu::1d942a2b-e0b5-491a-b49e-d500fa0ad426" providerId="AD" clId="Web-{9E4B3A88-610D-647A-F0E3-627A1DD67278}" dt="2024-08-11T21:28:42.846" v="533"/>
          <ac:spMkLst>
            <pc:docMk/>
            <pc:sldMk cId="0" sldId="265"/>
            <ac:spMk id="11345" creationId="{8351DE8E-BE84-427D-8607-8E99323F7056}"/>
          </ac:spMkLst>
        </pc:spChg>
        <pc:spChg chg="mod">
          <ac:chgData name="Boone Severson" userId="S::bseverson3@wisc.edu::1d942a2b-e0b5-491a-b49e-d500fa0ad426" providerId="AD" clId="Web-{9E4B3A88-610D-647A-F0E3-627A1DD67278}" dt="2024-08-11T21:28:42.846" v="532"/>
          <ac:spMkLst>
            <pc:docMk/>
            <pc:sldMk cId="0" sldId="265"/>
            <ac:spMk id="11346" creationId="{E0A12924-800E-442D-BF82-5C2653F92E1F}"/>
          </ac:spMkLst>
        </pc:spChg>
        <pc:grpChg chg="del mod">
          <ac:chgData name="Boone Severson" userId="S::bseverson3@wisc.edu::1d942a2b-e0b5-491a-b49e-d500fa0ad426" providerId="AD" clId="Web-{9E4B3A88-610D-647A-F0E3-627A1DD67278}" dt="2024-08-11T21:30:06.006" v="598"/>
          <ac:grpSpMkLst>
            <pc:docMk/>
            <pc:sldMk cId="0" sldId="265"/>
            <ac:grpSpMk id="11280" creationId="{E6D1CACD-4B7B-4851-BD19-78B3F64E3DA6}"/>
          </ac:grpSpMkLst>
        </pc:grpChg>
        <pc:picChg chg="add del mod">
          <ac:chgData name="Boone Severson" userId="S::bseverson3@wisc.edu::1d942a2b-e0b5-491a-b49e-d500fa0ad426" providerId="AD" clId="Web-{9E4B3A88-610D-647A-F0E3-627A1DD67278}" dt="2024-08-11T21:33:06.074" v="612"/>
          <ac:picMkLst>
            <pc:docMk/>
            <pc:sldMk cId="0" sldId="265"/>
            <ac:picMk id="3" creationId="{D14A9D3C-3967-2FF5-7BC3-C5449BB44F65}"/>
          </ac:picMkLst>
        </pc:picChg>
        <pc:picChg chg="add mod">
          <ac:chgData name="Boone Severson" userId="S::bseverson3@wisc.edu::1d942a2b-e0b5-491a-b49e-d500fa0ad426" providerId="AD" clId="Web-{9E4B3A88-610D-647A-F0E3-627A1DD67278}" dt="2024-08-11T21:35:34.986" v="626" actId="1076"/>
          <ac:picMkLst>
            <pc:docMk/>
            <pc:sldMk cId="0" sldId="265"/>
            <ac:picMk id="9" creationId="{895C6F57-58BB-35F1-1E41-06A481AB83AC}"/>
          </ac:picMkLst>
        </pc:picChg>
      </pc:sldChg>
      <pc:sldChg chg="modSp">
        <pc:chgData name="Boone Severson" userId="S::bseverson3@wisc.edu::1d942a2b-e0b5-491a-b49e-d500fa0ad426" providerId="AD" clId="Web-{9E4B3A88-610D-647A-F0E3-627A1DD67278}" dt="2024-08-11T22:13:35.083" v="653" actId="20577"/>
        <pc:sldMkLst>
          <pc:docMk/>
          <pc:sldMk cId="0" sldId="269"/>
        </pc:sldMkLst>
        <pc:spChg chg="mod">
          <ac:chgData name="Boone Severson" userId="S::bseverson3@wisc.edu::1d942a2b-e0b5-491a-b49e-d500fa0ad426" providerId="AD" clId="Web-{9E4B3A88-610D-647A-F0E3-627A1DD67278}" dt="2024-08-11T22:13:35.083" v="653" actId="20577"/>
          <ac:spMkLst>
            <pc:docMk/>
            <pc:sldMk cId="0" sldId="269"/>
            <ac:spMk id="15363" creationId="{BA59F24B-7323-4929-96D9-050F99AC0D78}"/>
          </ac:spMkLst>
        </pc:spChg>
      </pc:sldChg>
      <pc:sldChg chg="addSp delSp modSp">
        <pc:chgData name="Boone Severson" userId="S::bseverson3@wisc.edu::1d942a2b-e0b5-491a-b49e-d500fa0ad426" providerId="AD" clId="Web-{9E4B3A88-610D-647A-F0E3-627A1DD67278}" dt="2024-08-11T21:51:39.599" v="642"/>
        <pc:sldMkLst>
          <pc:docMk/>
          <pc:sldMk cId="0" sldId="271"/>
        </pc:sldMkLst>
        <pc:spChg chg="ord">
          <ac:chgData name="Boone Severson" userId="S::bseverson3@wisc.edu::1d942a2b-e0b5-491a-b49e-d500fa0ad426" providerId="AD" clId="Web-{9E4B3A88-610D-647A-F0E3-627A1DD67278}" dt="2024-08-11T21:48:59.719" v="628"/>
          <ac:spMkLst>
            <pc:docMk/>
            <pc:sldMk cId="0" sldId="271"/>
            <ac:spMk id="16467" creationId="{00000000-0000-0000-0000-000000000000}"/>
          </ac:spMkLst>
        </pc:spChg>
        <pc:grpChg chg="add del mod">
          <ac:chgData name="Boone Severson" userId="S::bseverson3@wisc.edu::1d942a2b-e0b5-491a-b49e-d500fa0ad426" providerId="AD" clId="Web-{9E4B3A88-610D-647A-F0E3-627A1DD67278}" dt="2024-08-11T21:50:05.346" v="632"/>
          <ac:grpSpMkLst>
            <pc:docMk/>
            <pc:sldMk cId="0" sldId="271"/>
            <ac:grpSpMk id="16387" creationId="{00000000-0000-0000-0000-000000000000}"/>
          </ac:grpSpMkLst>
        </pc:grpChg>
        <pc:picChg chg="add mod modCrop">
          <ac:chgData name="Boone Severson" userId="S::bseverson3@wisc.edu::1d942a2b-e0b5-491a-b49e-d500fa0ad426" providerId="AD" clId="Web-{9E4B3A88-610D-647A-F0E3-627A1DD67278}" dt="2024-08-11T21:51:39.599" v="642"/>
          <ac:picMkLst>
            <pc:docMk/>
            <pc:sldMk cId="0" sldId="271"/>
            <ac:picMk id="3" creationId="{36DA9413-C2C4-E414-A5D5-272689DE8E17}"/>
          </ac:picMkLst>
        </pc:picChg>
      </pc:sldChg>
      <pc:sldChg chg="modSp">
        <pc:chgData name="Boone Severson" userId="S::bseverson3@wisc.edu::1d942a2b-e0b5-491a-b49e-d500fa0ad426" providerId="AD" clId="Web-{9E4B3A88-610D-647A-F0E3-627A1DD67278}" dt="2024-08-11T22:16:28.277" v="690" actId="20577"/>
        <pc:sldMkLst>
          <pc:docMk/>
          <pc:sldMk cId="0" sldId="276"/>
        </pc:sldMkLst>
        <pc:spChg chg="mod">
          <ac:chgData name="Boone Severson" userId="S::bseverson3@wisc.edu::1d942a2b-e0b5-491a-b49e-d500fa0ad426" providerId="AD" clId="Web-{9E4B3A88-610D-647A-F0E3-627A1DD67278}" dt="2024-08-11T22:16:28.277" v="690" actId="20577"/>
          <ac:spMkLst>
            <pc:docMk/>
            <pc:sldMk cId="0" sldId="276"/>
            <ac:spMk id="18435" creationId="{309B43AB-DE78-4DCF-B6EC-EAA979210675}"/>
          </ac:spMkLst>
        </pc:spChg>
      </pc:sldChg>
      <pc:sldChg chg="modSp">
        <pc:chgData name="Boone Severson" userId="S::bseverson3@wisc.edu::1d942a2b-e0b5-491a-b49e-d500fa0ad426" providerId="AD" clId="Web-{9E4B3A88-610D-647A-F0E3-627A1DD67278}" dt="2024-08-11T20:26:42.186" v="20" actId="20577"/>
        <pc:sldMkLst>
          <pc:docMk/>
          <pc:sldMk cId="0" sldId="302"/>
        </pc:sldMkLst>
        <pc:spChg chg="mod">
          <ac:chgData name="Boone Severson" userId="S::bseverson3@wisc.edu::1d942a2b-e0b5-491a-b49e-d500fa0ad426" providerId="AD" clId="Web-{9E4B3A88-610D-647A-F0E3-627A1DD67278}" dt="2024-08-11T20:26:42.186" v="20" actId="20577"/>
          <ac:spMkLst>
            <pc:docMk/>
            <pc:sldMk cId="0" sldId="302"/>
            <ac:spMk id="3" creationId="{00000000-0000-0000-0000-000000000000}"/>
          </ac:spMkLst>
        </pc:spChg>
      </pc:sldChg>
      <pc:sldChg chg="modSp">
        <pc:chgData name="Boone Severson" userId="S::bseverson3@wisc.edu::1d942a2b-e0b5-491a-b49e-d500fa0ad426" providerId="AD" clId="Web-{9E4B3A88-610D-647A-F0E3-627A1DD67278}" dt="2024-08-11T20:56:07.619" v="72" actId="20577"/>
        <pc:sldMkLst>
          <pc:docMk/>
          <pc:sldMk cId="0" sldId="303"/>
        </pc:sldMkLst>
        <pc:spChg chg="mod">
          <ac:chgData name="Boone Severson" userId="S::bseverson3@wisc.edu::1d942a2b-e0b5-491a-b49e-d500fa0ad426" providerId="AD" clId="Web-{9E4B3A88-610D-647A-F0E3-627A1DD67278}" dt="2024-08-11T20:56:07.619" v="72" actId="20577"/>
          <ac:spMkLst>
            <pc:docMk/>
            <pc:sldMk cId="0" sldId="303"/>
            <ac:spMk id="6147" creationId="{00000000-0000-0000-0000-000000000000}"/>
          </ac:spMkLst>
        </pc:spChg>
      </pc:sldChg>
      <pc:sldChg chg="modSp">
        <pc:chgData name="Boone Severson" userId="S::bseverson3@wisc.edu::1d942a2b-e0b5-491a-b49e-d500fa0ad426" providerId="AD" clId="Web-{9E4B3A88-610D-647A-F0E3-627A1DD67278}" dt="2024-08-11T22:16:55.981" v="692" actId="20577"/>
        <pc:sldMkLst>
          <pc:docMk/>
          <pc:sldMk cId="837164250" sldId="323"/>
        </pc:sldMkLst>
        <pc:spChg chg="mod">
          <ac:chgData name="Boone Severson" userId="S::bseverson3@wisc.edu::1d942a2b-e0b5-491a-b49e-d500fa0ad426" providerId="AD" clId="Web-{9E4B3A88-610D-647A-F0E3-627A1DD67278}" dt="2024-08-11T22:16:55.981" v="692" actId="20577"/>
          <ac:spMkLst>
            <pc:docMk/>
            <pc:sldMk cId="837164250" sldId="323"/>
            <ac:spMk id="3" creationId="{00000000-0000-0000-0000-000000000000}"/>
          </ac:spMkLst>
        </pc:spChg>
      </pc:sldChg>
      <pc:sldChg chg="modSp">
        <pc:chgData name="Boone Severson" userId="S::bseverson3@wisc.edu::1d942a2b-e0b5-491a-b49e-d500fa0ad426" providerId="AD" clId="Web-{9E4B3A88-610D-647A-F0E3-627A1DD67278}" dt="2024-08-11T22:14:41.164" v="678" actId="20577"/>
        <pc:sldMkLst>
          <pc:docMk/>
          <pc:sldMk cId="2864685508" sldId="369"/>
        </pc:sldMkLst>
        <pc:spChg chg="mod">
          <ac:chgData name="Boone Severson" userId="S::bseverson3@wisc.edu::1d942a2b-e0b5-491a-b49e-d500fa0ad426" providerId="AD" clId="Web-{9E4B3A88-610D-647A-F0E3-627A1DD67278}" dt="2024-08-11T22:14:41.164" v="678" actId="20577"/>
          <ac:spMkLst>
            <pc:docMk/>
            <pc:sldMk cId="2864685508" sldId="369"/>
            <ac:spMk id="17411" creationId="{00000000-0000-0000-0000-000000000000}"/>
          </ac:spMkLst>
        </pc:spChg>
      </pc:sldChg>
      <pc:sldChg chg="modSp">
        <pc:chgData name="Boone Severson" userId="S::bseverson3@wisc.edu::1d942a2b-e0b5-491a-b49e-d500fa0ad426" providerId="AD" clId="Web-{9E4B3A88-610D-647A-F0E3-627A1DD67278}" dt="2024-08-11T22:14:53.711" v="687" actId="20577"/>
        <pc:sldMkLst>
          <pc:docMk/>
          <pc:sldMk cId="1375676265" sldId="370"/>
        </pc:sldMkLst>
        <pc:spChg chg="mod">
          <ac:chgData name="Boone Severson" userId="S::bseverson3@wisc.edu::1d942a2b-e0b5-491a-b49e-d500fa0ad426" providerId="AD" clId="Web-{9E4B3A88-610D-647A-F0E3-627A1DD67278}" dt="2024-08-11T22:14:53.711" v="687" actId="20577"/>
          <ac:spMkLst>
            <pc:docMk/>
            <pc:sldMk cId="1375676265" sldId="370"/>
            <ac:spMk id="17411" creationId="{00000000-0000-0000-0000-000000000000}"/>
          </ac:spMkLst>
        </pc:spChg>
        <pc:spChg chg="mod">
          <ac:chgData name="Boone Severson" userId="S::bseverson3@wisc.edu::1d942a2b-e0b5-491a-b49e-d500fa0ad426" providerId="AD" clId="Web-{9E4B3A88-610D-647A-F0E3-627A1DD67278}" dt="2024-08-11T22:12:59.707" v="645" actId="14100"/>
          <ac:spMkLst>
            <pc:docMk/>
            <pc:sldMk cId="1375676265" sldId="370"/>
            <ac:spMk id="18436" creationId="{00000000-0000-0000-0000-000000000000}"/>
          </ac:spMkLst>
        </pc:spChg>
      </pc:sldChg>
      <pc:sldChg chg="modSp">
        <pc:chgData name="Boone Severson" userId="S::bseverson3@wisc.edu::1d942a2b-e0b5-491a-b49e-d500fa0ad426" providerId="AD" clId="Web-{9E4B3A88-610D-647A-F0E3-627A1DD67278}" dt="2024-08-11T22:14:34.773" v="675" actId="20577"/>
        <pc:sldMkLst>
          <pc:docMk/>
          <pc:sldMk cId="3358401384" sldId="371"/>
        </pc:sldMkLst>
        <pc:spChg chg="mod">
          <ac:chgData name="Boone Severson" userId="S::bseverson3@wisc.edu::1d942a2b-e0b5-491a-b49e-d500fa0ad426" providerId="AD" clId="Web-{9E4B3A88-610D-647A-F0E3-627A1DD67278}" dt="2024-08-11T22:14:34.773" v="675" actId="20577"/>
          <ac:spMkLst>
            <pc:docMk/>
            <pc:sldMk cId="3358401384" sldId="371"/>
            <ac:spMk id="17411" creationId="{00000000-0000-0000-0000-000000000000}"/>
          </ac:spMkLst>
        </pc:spChg>
        <pc:spChg chg="mod">
          <ac:chgData name="Boone Severson" userId="S::bseverson3@wisc.edu::1d942a2b-e0b5-491a-b49e-d500fa0ad426" providerId="AD" clId="Web-{9E4B3A88-610D-647A-F0E3-627A1DD67278}" dt="2024-08-11T22:13:12.082" v="647" actId="20577"/>
          <ac:spMkLst>
            <pc:docMk/>
            <pc:sldMk cId="3358401384" sldId="371"/>
            <ac:spMk id="18436" creationId="{00000000-0000-0000-0000-000000000000}"/>
          </ac:spMkLst>
        </pc:spChg>
      </pc:sldChg>
      <pc:sldChg chg="modSp add del replId">
        <pc:chgData name="Boone Severson" userId="S::bseverson3@wisc.edu::1d942a2b-e0b5-491a-b49e-d500fa0ad426" providerId="AD" clId="Web-{9E4B3A88-610D-647A-F0E3-627A1DD67278}" dt="2024-08-11T21:35:36.345" v="627"/>
        <pc:sldMkLst>
          <pc:docMk/>
          <pc:sldMk cId="3300009432" sldId="373"/>
        </pc:sldMkLst>
        <pc:picChg chg="mod">
          <ac:chgData name="Boone Severson" userId="S::bseverson3@wisc.edu::1d942a2b-e0b5-491a-b49e-d500fa0ad426" providerId="AD" clId="Web-{9E4B3A88-610D-647A-F0E3-627A1DD67278}" dt="2024-08-11T21:35:23.860" v="624" actId="1076"/>
          <ac:picMkLst>
            <pc:docMk/>
            <pc:sldMk cId="3300009432" sldId="373"/>
            <ac:picMk id="3" creationId="{D14A9D3C-3967-2FF5-7BC3-C5449BB44F65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67038" cy="4699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defTabSz="931863" eaLnBrk="0" hangingPunct="0">
              <a:defRPr sz="12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78263" y="0"/>
            <a:ext cx="2967037" cy="4699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algn="r" defTabSz="931863" eaLnBrk="0" hangingPunct="0">
              <a:defRPr sz="12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926513"/>
            <a:ext cx="3498850" cy="4699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defTabSz="931863" eaLnBrk="0" hangingPunct="0">
              <a:defRPr sz="1200">
                <a:cs typeface="+mn-cs"/>
              </a:defRPr>
            </a:lvl1pPr>
          </a:lstStyle>
          <a:p>
            <a:pPr>
              <a:defRPr/>
            </a:pPr>
            <a:r>
              <a:rPr lang="en-US"/>
              <a:t>ECE/CS 552: Introduction To Computer Architecture</a:t>
            </a:r>
          </a:p>
        </p:txBody>
      </p:sp>
      <p:sp>
        <p:nvSpPr>
          <p:cNvPr id="1536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78263" y="8926513"/>
            <a:ext cx="2967037" cy="4699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algn="r" defTabSz="931863" eaLnBrk="0" hangingPunct="0">
              <a:defRPr sz="1200"/>
            </a:lvl1pPr>
          </a:lstStyle>
          <a:p>
            <a:fld id="{49E94325-7BE7-428D-AE55-308395C004B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7123282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67038" cy="4699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defTabSz="931863" eaLnBrk="0" hangingPunct="0">
              <a:defRPr sz="12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78263" y="0"/>
            <a:ext cx="2967037" cy="4699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algn="r" defTabSz="931863" eaLnBrk="0" hangingPunct="0">
              <a:defRPr sz="12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482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073150" y="704850"/>
            <a:ext cx="4699000" cy="352266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2813" y="4464050"/>
            <a:ext cx="5019675" cy="42275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741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926513"/>
            <a:ext cx="2967038" cy="4699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defTabSz="931863" eaLnBrk="0" hangingPunct="0">
              <a:defRPr sz="12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41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78263" y="8926513"/>
            <a:ext cx="2967037" cy="4699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algn="r" defTabSz="931863" eaLnBrk="0" hangingPunct="0">
              <a:defRPr sz="1200"/>
            </a:lvl1pPr>
          </a:lstStyle>
          <a:p>
            <a:fld id="{4FFE8B02-4736-417B-B842-A69D1065430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4066658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074738" y="704850"/>
            <a:ext cx="4695825" cy="35226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FE8B02-4736-417B-B842-A69D10654308}" type="slidenum">
              <a:rPr lang="en-US" altLang="en-US" smtClean="0"/>
              <a:pPr/>
              <a:t>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205092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074738" y="704850"/>
            <a:ext cx="4695825" cy="35226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FE8B02-4736-417B-B842-A69D10654308}" type="slidenum">
              <a:rPr lang="en-US" altLang="en-US" smtClean="0"/>
              <a:pPr/>
              <a:t>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827867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074738" y="704850"/>
            <a:ext cx="4695825" cy="35226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FE8B02-4736-417B-B842-A69D10654308}" type="slidenum">
              <a:rPr lang="en-US" altLang="en-US" smtClean="0"/>
              <a:pPr/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696934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074738" y="704850"/>
            <a:ext cx="4695825" cy="35226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FE8B02-4736-417B-B842-A69D10654308}" type="slidenum">
              <a:rPr lang="en-US" altLang="en-US" smtClean="0"/>
              <a:pPr/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100989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074738" y="704850"/>
            <a:ext cx="4695825" cy="35226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FE8B02-4736-417B-B842-A69D10654308}" type="slidenum">
              <a:rPr lang="en-US" altLang="en-US" smtClean="0"/>
              <a:pPr/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288799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074738" y="704850"/>
            <a:ext cx="4695825" cy="35226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FE8B02-4736-417B-B842-A69D10654308}" type="slidenum">
              <a:rPr lang="en-US" altLang="en-US" smtClean="0"/>
              <a:pPr/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895705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074738" y="704850"/>
            <a:ext cx="4695825" cy="35226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FE8B02-4736-417B-B842-A69D10654308}" type="slidenum">
              <a:rPr lang="en-US" altLang="en-US" smtClean="0"/>
              <a:pPr/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7249609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074738" y="704850"/>
            <a:ext cx="4695825" cy="35226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FE8B02-4736-417B-B842-A69D10654308}" type="slidenum">
              <a:rPr lang="en-US" altLang="en-US" smtClean="0"/>
              <a:pPr/>
              <a:t>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0932648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074738" y="704850"/>
            <a:ext cx="4695825" cy="35226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FE8B02-4736-417B-B842-A69D10654308}" type="slidenum">
              <a:rPr lang="en-US" altLang="en-US" smtClean="0"/>
              <a:pPr/>
              <a:t>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6372357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074738" y="704850"/>
            <a:ext cx="4695825" cy="35226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FE8B02-4736-417B-B842-A69D10654308}" type="slidenum">
              <a:rPr lang="en-US" altLang="en-US" smtClean="0"/>
              <a:pPr/>
              <a:t>10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5008971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074738" y="704850"/>
            <a:ext cx="4695825" cy="35226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FE8B02-4736-417B-B842-A69D10654308}" type="slidenum">
              <a:rPr lang="en-US" altLang="en-US" smtClean="0"/>
              <a:pPr/>
              <a:t>11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7004894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074738" y="704850"/>
            <a:ext cx="4695825" cy="35226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FE8B02-4736-417B-B842-A69D10654308}" type="slidenum">
              <a:rPr lang="en-US" altLang="en-US" smtClean="0"/>
              <a:pPr/>
              <a:t>12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4338248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074738" y="704850"/>
            <a:ext cx="4695825" cy="35226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FE8B02-4736-417B-B842-A69D10654308}" type="slidenum">
              <a:rPr lang="en-US" altLang="en-US" smtClean="0"/>
              <a:pPr/>
              <a:t>13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0407161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074738" y="704850"/>
            <a:ext cx="4695825" cy="35226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FE8B02-4736-417B-B842-A69D10654308}" type="slidenum">
              <a:rPr lang="en-US" altLang="en-US" smtClean="0"/>
              <a:pPr/>
              <a:t>14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7740696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074738" y="704850"/>
            <a:ext cx="4695825" cy="35226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FE8B02-4736-417B-B842-A69D10654308}" type="slidenum">
              <a:rPr lang="en-US" altLang="en-US" smtClean="0"/>
              <a:pPr/>
              <a:t>15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8662553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074738" y="704850"/>
            <a:ext cx="4695825" cy="35226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FE8B02-4736-417B-B842-A69D10654308}" type="slidenum">
              <a:rPr lang="en-US" altLang="en-US" smtClean="0"/>
              <a:pPr/>
              <a:t>16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359495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074738" y="704850"/>
            <a:ext cx="4695825" cy="35226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FE8B02-4736-417B-B842-A69D10654308}" type="slidenum">
              <a:rPr lang="en-US" altLang="en-US" smtClean="0"/>
              <a:pPr/>
              <a:t>17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3886344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074738" y="704850"/>
            <a:ext cx="4695825" cy="35226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FE8B02-4736-417B-B842-A69D10654308}" type="slidenum">
              <a:rPr lang="en-US" altLang="en-US" smtClean="0"/>
              <a:pPr/>
              <a:t>18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2447597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074738" y="704850"/>
            <a:ext cx="4695825" cy="35226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FE8B02-4736-417B-B842-A69D10654308}" type="slidenum">
              <a:rPr lang="en-US" altLang="en-US" smtClean="0"/>
              <a:pPr/>
              <a:t>19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8913595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074738" y="704850"/>
            <a:ext cx="4695825" cy="35226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FE8B02-4736-417B-B842-A69D10654308}" type="slidenum">
              <a:rPr lang="en-US" altLang="en-US" smtClean="0"/>
              <a:pPr/>
              <a:t>20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4384760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074738" y="704850"/>
            <a:ext cx="4695825" cy="35226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FE8B02-4736-417B-B842-A69D10654308}" type="slidenum">
              <a:rPr lang="en-US" altLang="en-US" smtClean="0"/>
              <a:pPr/>
              <a:t>21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8903907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074738" y="704850"/>
            <a:ext cx="4695825" cy="35226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FE8B02-4736-417B-B842-A69D10654308}" type="slidenum">
              <a:rPr lang="en-US" altLang="en-US" smtClean="0"/>
              <a:pPr/>
              <a:t>22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4145480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074738" y="704850"/>
            <a:ext cx="4695825" cy="35226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FE8B02-4736-417B-B842-A69D10654308}" type="slidenum">
              <a:rPr lang="en-US" altLang="en-US" smtClean="0"/>
              <a:pPr/>
              <a:t>23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0952617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074738" y="704850"/>
            <a:ext cx="4695825" cy="35226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FE8B02-4736-417B-B842-A69D10654308}" type="slidenum">
              <a:rPr lang="en-US" altLang="en-US" smtClean="0"/>
              <a:pPr/>
              <a:t>24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5557483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074738" y="704850"/>
            <a:ext cx="4695825" cy="35226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FE8B02-4736-417B-B842-A69D10654308}" type="slidenum">
              <a:rPr lang="en-US" altLang="en-US" smtClean="0"/>
              <a:pPr/>
              <a:t>25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2479952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074738" y="704850"/>
            <a:ext cx="4695825" cy="35226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FE8B02-4736-417B-B842-A69D10654308}" type="slidenum">
              <a:rPr lang="en-US" altLang="en-US" smtClean="0"/>
              <a:pPr/>
              <a:t>26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5557301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074738" y="704850"/>
            <a:ext cx="4695825" cy="35226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FE8B02-4736-417B-B842-A69D10654308}" type="slidenum">
              <a:rPr lang="en-US" altLang="en-US" smtClean="0"/>
              <a:pPr/>
              <a:t>27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2208048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074738" y="704850"/>
            <a:ext cx="4695825" cy="35226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FE8B02-4736-417B-B842-A69D10654308}" type="slidenum">
              <a:rPr lang="en-US" altLang="en-US" smtClean="0"/>
              <a:pPr/>
              <a:t>28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8469132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074738" y="704850"/>
            <a:ext cx="4695825" cy="35226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FE8B02-4736-417B-B842-A69D10654308}" type="slidenum">
              <a:rPr lang="en-US" altLang="en-US" smtClean="0"/>
              <a:pPr/>
              <a:t>29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232161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9.xml"/><Relationship Id="rId7" Type="http://schemas.openxmlformats.org/officeDocument/2006/relationships/image" Target="../media/image1.png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1.xml"/><Relationship Id="rId4" Type="http://schemas.openxmlformats.org/officeDocument/2006/relationships/tags" Target="../tags/tag10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6.xml"/><Relationship Id="rId4" Type="http://schemas.openxmlformats.org/officeDocument/2006/relationships/tags" Target="../tags/tag1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LOGO_200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6600" y="228600"/>
            <a:ext cx="2286000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7" descr="LOGO_200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6600" y="228600"/>
            <a:ext cx="2286000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685800" y="2362200"/>
            <a:ext cx="7772400" cy="123825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2000 Mark Hill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>
            <a:lvl2pPr lvl="1">
              <a:defRPr/>
            </a:lvl2pPr>
          </a:lstStyle>
          <a:p>
            <a:pPr lvl="1"/>
            <a:fld id="{C5951701-B0B4-4939-BB63-0F357124220B}" type="slidenum">
              <a:rPr lang="en-US" altLang="en-US"/>
              <a:pPr lvl="1"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14951023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2000 Mark Hill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>
            <a:lvl2pPr lvl="1">
              <a:defRPr/>
            </a:lvl2pPr>
          </a:lstStyle>
          <a:p>
            <a:pPr lvl="1"/>
            <a:fld id="{217407CB-AE38-450A-8258-626CEFFEE7BF}" type="slidenum">
              <a:rPr lang="en-US" altLang="en-US"/>
              <a:pPr lvl="1"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01611087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6.xml"/><Relationship Id="rId3" Type="http://schemas.openxmlformats.org/officeDocument/2006/relationships/theme" Target="../theme/theme1.xml"/><Relationship Id="rId7" Type="http://schemas.openxmlformats.org/officeDocument/2006/relationships/tags" Target="../tags/tag5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 bwMode="auto">
          <a:xfrm>
            <a:off x="457200" y="274638"/>
            <a:ext cx="7467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  <p:custDataLst>
              <p:tags r:id="rId5"/>
            </p:custDataLst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  <p:custDataLst>
              <p:tags r:id="rId6"/>
            </p:custDataLst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  <p:custDataLst>
              <p:tags r:id="rId7"/>
            </p:custDataLst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r>
              <a:rPr lang="en-US"/>
              <a:t>© 2000 Mark Hill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  <p:custDataLst>
              <p:tags r:id="rId8"/>
            </p:custDataLst>
          </p:nvPr>
        </p:nvSpPr>
        <p:spPr>
          <a:xfrm>
            <a:off x="7620000" y="6356350"/>
            <a:ext cx="1066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2pPr lvl="1" algn="r">
              <a:defRPr>
                <a:latin typeface="Calibri" panose="020F0502020204030204" pitchFamily="34" charset="0"/>
              </a:defRPr>
            </a:lvl2pPr>
          </a:lstStyle>
          <a:p>
            <a:pPr lvl="1"/>
            <a:fld id="{84E426E2-4AE0-4571-B460-6460009BCFCE}" type="slidenum">
              <a:rPr lang="en-US" altLang="en-US"/>
              <a:pPr lvl="1"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9" r:id="rId1"/>
    <p:sldLayoutId id="2147483750" r:id="rId2"/>
  </p:sldLayoutIdLst>
  <p:transition/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0" i="0" u="none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b="0" i="0" u="none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tags" Target="../tags/tag22.xml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2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tags" Target="../tags/tag26.xml"/><Relationship Id="rId2" Type="http://schemas.openxmlformats.org/officeDocument/2006/relationships/tags" Target="../tags/tag25.xml"/><Relationship Id="rId1" Type="http://schemas.openxmlformats.org/officeDocument/2006/relationships/tags" Target="../tags/tag24.xml"/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2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" Type="http://schemas.openxmlformats.org/officeDocument/2006/relationships/tags" Target="../tags/tag28.xml"/><Relationship Id="rId6" Type="http://schemas.openxmlformats.org/officeDocument/2006/relationships/notesSlide" Target="../notesSlides/notesSlide4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3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5.xml"/><Relationship Id="rId3" Type="http://schemas.openxmlformats.org/officeDocument/2006/relationships/tags" Target="../tags/tag34.xml"/><Relationship Id="rId7" Type="http://schemas.openxmlformats.org/officeDocument/2006/relationships/slideLayout" Target="../slideLayouts/slideLayout2.xml"/><Relationship Id="rId2" Type="http://schemas.openxmlformats.org/officeDocument/2006/relationships/tags" Target="../tags/tag33.xml"/><Relationship Id="rId1" Type="http://schemas.openxmlformats.org/officeDocument/2006/relationships/tags" Target="../tags/tag32.xml"/><Relationship Id="rId6" Type="http://schemas.openxmlformats.org/officeDocument/2006/relationships/tags" Target="../tags/tag37.xml"/><Relationship Id="rId5" Type="http://schemas.openxmlformats.org/officeDocument/2006/relationships/tags" Target="../tags/tag36.xml"/><Relationship Id="rId4" Type="http://schemas.openxmlformats.org/officeDocument/2006/relationships/tags" Target="../tags/tag35.xml"/><Relationship Id="rId9" Type="http://schemas.openxmlformats.org/officeDocument/2006/relationships/image" Target="../media/image2.e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tags" Target="../tags/tag45.xml"/><Relationship Id="rId3" Type="http://schemas.openxmlformats.org/officeDocument/2006/relationships/tags" Target="../tags/tag40.xml"/><Relationship Id="rId7" Type="http://schemas.openxmlformats.org/officeDocument/2006/relationships/tags" Target="../tags/tag44.xml"/><Relationship Id="rId12" Type="http://schemas.openxmlformats.org/officeDocument/2006/relationships/notesSlide" Target="../notesSlides/notesSlide6.xml"/><Relationship Id="rId2" Type="http://schemas.openxmlformats.org/officeDocument/2006/relationships/tags" Target="../tags/tag39.xml"/><Relationship Id="rId1" Type="http://schemas.openxmlformats.org/officeDocument/2006/relationships/tags" Target="../tags/tag38.xml"/><Relationship Id="rId6" Type="http://schemas.openxmlformats.org/officeDocument/2006/relationships/tags" Target="../tags/tag43.xml"/><Relationship Id="rId11" Type="http://schemas.openxmlformats.org/officeDocument/2006/relationships/slideLayout" Target="../slideLayouts/slideLayout2.xml"/><Relationship Id="rId5" Type="http://schemas.openxmlformats.org/officeDocument/2006/relationships/tags" Target="../tags/tag42.xml"/><Relationship Id="rId10" Type="http://schemas.openxmlformats.org/officeDocument/2006/relationships/tags" Target="../tags/tag47.xml"/><Relationship Id="rId4" Type="http://schemas.openxmlformats.org/officeDocument/2006/relationships/tags" Target="../tags/tag41.xml"/><Relationship Id="rId9" Type="http://schemas.openxmlformats.org/officeDocument/2006/relationships/tags" Target="../tags/tag4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tags" Target="../tags/tag50.xml"/><Relationship Id="rId2" Type="http://schemas.openxmlformats.org/officeDocument/2006/relationships/tags" Target="../tags/tag49.xml"/><Relationship Id="rId1" Type="http://schemas.openxmlformats.org/officeDocument/2006/relationships/tags" Target="../tags/tag48.xml"/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5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8.xml"/><Relationship Id="rId3" Type="http://schemas.openxmlformats.org/officeDocument/2006/relationships/tags" Target="../tags/tag54.xml"/><Relationship Id="rId7" Type="http://schemas.openxmlformats.org/officeDocument/2006/relationships/slideLayout" Target="../slideLayouts/slideLayout2.xml"/><Relationship Id="rId2" Type="http://schemas.openxmlformats.org/officeDocument/2006/relationships/tags" Target="../tags/tag53.xml"/><Relationship Id="rId1" Type="http://schemas.openxmlformats.org/officeDocument/2006/relationships/tags" Target="../tags/tag52.xml"/><Relationship Id="rId6" Type="http://schemas.openxmlformats.org/officeDocument/2006/relationships/tags" Target="../tags/tag57.xml"/><Relationship Id="rId5" Type="http://schemas.openxmlformats.org/officeDocument/2006/relationships/tags" Target="../tags/tag56.xml"/><Relationship Id="rId10" Type="http://schemas.openxmlformats.org/officeDocument/2006/relationships/image" Target="../media/image4.png"/><Relationship Id="rId4" Type="http://schemas.openxmlformats.org/officeDocument/2006/relationships/tags" Target="../tags/tag55.xml"/><Relationship Id="rId9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tags" Target="../tags/tag60.xml"/><Relationship Id="rId2" Type="http://schemas.openxmlformats.org/officeDocument/2006/relationships/tags" Target="../tags/tag59.xml"/><Relationship Id="rId1" Type="http://schemas.openxmlformats.org/officeDocument/2006/relationships/tags" Target="../tags/tag58.xml"/><Relationship Id="rId6" Type="http://schemas.openxmlformats.org/officeDocument/2006/relationships/notesSlide" Target="../notesSlides/notesSlide9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6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" Type="http://schemas.openxmlformats.org/officeDocument/2006/relationships/tags" Target="../tags/tag62.xml"/><Relationship Id="rId6" Type="http://schemas.openxmlformats.org/officeDocument/2006/relationships/notesSlide" Target="../notesSlides/notesSlide10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6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tags" Target="../tags/tag68.xml"/><Relationship Id="rId2" Type="http://schemas.openxmlformats.org/officeDocument/2006/relationships/tags" Target="../tags/tag67.xml"/><Relationship Id="rId1" Type="http://schemas.openxmlformats.org/officeDocument/2006/relationships/tags" Target="../tags/tag66.xml"/><Relationship Id="rId6" Type="http://schemas.openxmlformats.org/officeDocument/2006/relationships/image" Target="../media/image5.png"/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tags" Target="../tags/tag71.xml"/><Relationship Id="rId2" Type="http://schemas.openxmlformats.org/officeDocument/2006/relationships/tags" Target="../tags/tag70.xml"/><Relationship Id="rId1" Type="http://schemas.openxmlformats.org/officeDocument/2006/relationships/tags" Target="../tags/tag69.xml"/><Relationship Id="rId6" Type="http://schemas.openxmlformats.org/officeDocument/2006/relationships/notesSlide" Target="../notesSlides/notesSlide12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7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tags" Target="../tags/tag75.xml"/><Relationship Id="rId2" Type="http://schemas.openxmlformats.org/officeDocument/2006/relationships/tags" Target="../tags/tag74.xml"/><Relationship Id="rId1" Type="http://schemas.openxmlformats.org/officeDocument/2006/relationships/tags" Target="../tags/tag73.xml"/><Relationship Id="rId6" Type="http://schemas.openxmlformats.org/officeDocument/2006/relationships/notesSlide" Target="../notesSlides/notesSlide13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7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tags" Target="../tags/tag79.xml"/><Relationship Id="rId7" Type="http://schemas.openxmlformats.org/officeDocument/2006/relationships/notesSlide" Target="../notesSlides/notesSlide14.xml"/><Relationship Id="rId2" Type="http://schemas.openxmlformats.org/officeDocument/2006/relationships/tags" Target="../tags/tag78.xml"/><Relationship Id="rId1" Type="http://schemas.openxmlformats.org/officeDocument/2006/relationships/tags" Target="../tags/tag77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81.xml"/><Relationship Id="rId4" Type="http://schemas.openxmlformats.org/officeDocument/2006/relationships/tags" Target="../tags/tag80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5.xml"/><Relationship Id="rId3" Type="http://schemas.openxmlformats.org/officeDocument/2006/relationships/tags" Target="../tags/tag84.xml"/><Relationship Id="rId7" Type="http://schemas.openxmlformats.org/officeDocument/2006/relationships/slideLayout" Target="../slideLayouts/slideLayout2.xml"/><Relationship Id="rId2" Type="http://schemas.openxmlformats.org/officeDocument/2006/relationships/tags" Target="../tags/tag83.xml"/><Relationship Id="rId1" Type="http://schemas.openxmlformats.org/officeDocument/2006/relationships/tags" Target="../tags/tag82.xml"/><Relationship Id="rId6" Type="http://schemas.openxmlformats.org/officeDocument/2006/relationships/tags" Target="../tags/tag87.xml"/><Relationship Id="rId5" Type="http://schemas.openxmlformats.org/officeDocument/2006/relationships/tags" Target="../tags/tag86.xml"/><Relationship Id="rId4" Type="http://schemas.openxmlformats.org/officeDocument/2006/relationships/tags" Target="../tags/tag8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tags" Target="../tags/tag90.xml"/><Relationship Id="rId2" Type="http://schemas.openxmlformats.org/officeDocument/2006/relationships/tags" Target="../tags/tag89.xml"/><Relationship Id="rId1" Type="http://schemas.openxmlformats.org/officeDocument/2006/relationships/tags" Target="../tags/tag88.xml"/><Relationship Id="rId6" Type="http://schemas.openxmlformats.org/officeDocument/2006/relationships/notesSlide" Target="../notesSlides/notesSlide16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9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tags" Target="../tags/tag94.xml"/><Relationship Id="rId2" Type="http://schemas.openxmlformats.org/officeDocument/2006/relationships/tags" Target="../tags/tag93.xml"/><Relationship Id="rId1" Type="http://schemas.openxmlformats.org/officeDocument/2006/relationships/tags" Target="../tags/tag92.xml"/><Relationship Id="rId6" Type="http://schemas.openxmlformats.org/officeDocument/2006/relationships/notesSlide" Target="../notesSlides/notesSlide17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95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8.xml"/><Relationship Id="rId3" Type="http://schemas.openxmlformats.org/officeDocument/2006/relationships/tags" Target="../tags/tag98.xml"/><Relationship Id="rId7" Type="http://schemas.openxmlformats.org/officeDocument/2006/relationships/slideLayout" Target="../slideLayouts/slideLayout2.xml"/><Relationship Id="rId2" Type="http://schemas.openxmlformats.org/officeDocument/2006/relationships/tags" Target="../tags/tag97.xml"/><Relationship Id="rId1" Type="http://schemas.openxmlformats.org/officeDocument/2006/relationships/tags" Target="../tags/tag96.xml"/><Relationship Id="rId6" Type="http://schemas.openxmlformats.org/officeDocument/2006/relationships/tags" Target="../tags/tag101.xml"/><Relationship Id="rId5" Type="http://schemas.openxmlformats.org/officeDocument/2006/relationships/tags" Target="../tags/tag100.xml"/><Relationship Id="rId4" Type="http://schemas.openxmlformats.org/officeDocument/2006/relationships/tags" Target="../tags/tag99.xml"/><Relationship Id="rId9" Type="http://schemas.openxmlformats.org/officeDocument/2006/relationships/image" Target="../media/image2.emf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9.xml"/><Relationship Id="rId3" Type="http://schemas.openxmlformats.org/officeDocument/2006/relationships/tags" Target="../tags/tag104.xml"/><Relationship Id="rId7" Type="http://schemas.openxmlformats.org/officeDocument/2006/relationships/slideLayout" Target="../slideLayouts/slideLayout2.xml"/><Relationship Id="rId2" Type="http://schemas.openxmlformats.org/officeDocument/2006/relationships/tags" Target="../tags/tag103.xml"/><Relationship Id="rId1" Type="http://schemas.openxmlformats.org/officeDocument/2006/relationships/tags" Target="../tags/tag102.xml"/><Relationship Id="rId6" Type="http://schemas.openxmlformats.org/officeDocument/2006/relationships/tags" Target="../tags/tag107.xml"/><Relationship Id="rId5" Type="http://schemas.openxmlformats.org/officeDocument/2006/relationships/tags" Target="../tags/tag106.xml"/><Relationship Id="rId4" Type="http://schemas.openxmlformats.org/officeDocument/2006/relationships/tags" Target="../tags/tag105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0.xml"/><Relationship Id="rId3" Type="http://schemas.openxmlformats.org/officeDocument/2006/relationships/tags" Target="../tags/tag110.xml"/><Relationship Id="rId7" Type="http://schemas.openxmlformats.org/officeDocument/2006/relationships/slideLayout" Target="../slideLayouts/slideLayout2.xml"/><Relationship Id="rId2" Type="http://schemas.openxmlformats.org/officeDocument/2006/relationships/tags" Target="../tags/tag109.xml"/><Relationship Id="rId1" Type="http://schemas.openxmlformats.org/officeDocument/2006/relationships/tags" Target="../tags/tag108.xml"/><Relationship Id="rId6" Type="http://schemas.openxmlformats.org/officeDocument/2006/relationships/tags" Target="../tags/tag113.xml"/><Relationship Id="rId5" Type="http://schemas.openxmlformats.org/officeDocument/2006/relationships/tags" Target="../tags/tag112.xml"/><Relationship Id="rId4" Type="http://schemas.openxmlformats.org/officeDocument/2006/relationships/tags" Target="../tags/tag111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1.xml"/><Relationship Id="rId3" Type="http://schemas.openxmlformats.org/officeDocument/2006/relationships/tags" Target="../tags/tag116.xml"/><Relationship Id="rId7" Type="http://schemas.openxmlformats.org/officeDocument/2006/relationships/slideLayout" Target="../slideLayouts/slideLayout2.xml"/><Relationship Id="rId2" Type="http://schemas.openxmlformats.org/officeDocument/2006/relationships/tags" Target="../tags/tag115.xml"/><Relationship Id="rId1" Type="http://schemas.openxmlformats.org/officeDocument/2006/relationships/tags" Target="../tags/tag114.xml"/><Relationship Id="rId6" Type="http://schemas.openxmlformats.org/officeDocument/2006/relationships/tags" Target="../tags/tag119.xml"/><Relationship Id="rId5" Type="http://schemas.openxmlformats.org/officeDocument/2006/relationships/tags" Target="../tags/tag118.xml"/><Relationship Id="rId4" Type="http://schemas.openxmlformats.org/officeDocument/2006/relationships/tags" Target="../tags/tag117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2.xml"/><Relationship Id="rId3" Type="http://schemas.openxmlformats.org/officeDocument/2006/relationships/tags" Target="../tags/tag122.xml"/><Relationship Id="rId7" Type="http://schemas.openxmlformats.org/officeDocument/2006/relationships/slideLayout" Target="../slideLayouts/slideLayout2.xml"/><Relationship Id="rId2" Type="http://schemas.openxmlformats.org/officeDocument/2006/relationships/tags" Target="../tags/tag121.xml"/><Relationship Id="rId1" Type="http://schemas.openxmlformats.org/officeDocument/2006/relationships/tags" Target="../tags/tag120.xml"/><Relationship Id="rId6" Type="http://schemas.openxmlformats.org/officeDocument/2006/relationships/tags" Target="../tags/tag125.xml"/><Relationship Id="rId5" Type="http://schemas.openxmlformats.org/officeDocument/2006/relationships/tags" Target="../tags/tag124.xml"/><Relationship Id="rId4" Type="http://schemas.openxmlformats.org/officeDocument/2006/relationships/tags" Target="../tags/tag123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3.xml"/><Relationship Id="rId3" Type="http://schemas.openxmlformats.org/officeDocument/2006/relationships/tags" Target="../tags/tag128.xml"/><Relationship Id="rId7" Type="http://schemas.openxmlformats.org/officeDocument/2006/relationships/slideLayout" Target="../slideLayouts/slideLayout2.xml"/><Relationship Id="rId2" Type="http://schemas.openxmlformats.org/officeDocument/2006/relationships/tags" Target="../tags/tag127.xml"/><Relationship Id="rId1" Type="http://schemas.openxmlformats.org/officeDocument/2006/relationships/tags" Target="../tags/tag126.xml"/><Relationship Id="rId6" Type="http://schemas.openxmlformats.org/officeDocument/2006/relationships/tags" Target="../tags/tag131.xml"/><Relationship Id="rId5" Type="http://schemas.openxmlformats.org/officeDocument/2006/relationships/tags" Target="../tags/tag130.xml"/><Relationship Id="rId4" Type="http://schemas.openxmlformats.org/officeDocument/2006/relationships/tags" Target="../tags/tag129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4.xml"/><Relationship Id="rId3" Type="http://schemas.openxmlformats.org/officeDocument/2006/relationships/tags" Target="../tags/tag134.xml"/><Relationship Id="rId7" Type="http://schemas.openxmlformats.org/officeDocument/2006/relationships/slideLayout" Target="../slideLayouts/slideLayout2.xml"/><Relationship Id="rId2" Type="http://schemas.openxmlformats.org/officeDocument/2006/relationships/tags" Target="../tags/tag133.xml"/><Relationship Id="rId1" Type="http://schemas.openxmlformats.org/officeDocument/2006/relationships/tags" Target="../tags/tag132.xml"/><Relationship Id="rId6" Type="http://schemas.openxmlformats.org/officeDocument/2006/relationships/tags" Target="../tags/tag137.xml"/><Relationship Id="rId5" Type="http://schemas.openxmlformats.org/officeDocument/2006/relationships/tags" Target="../tags/tag136.xml"/><Relationship Id="rId4" Type="http://schemas.openxmlformats.org/officeDocument/2006/relationships/tags" Target="../tags/tag135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5.xml"/><Relationship Id="rId3" Type="http://schemas.openxmlformats.org/officeDocument/2006/relationships/tags" Target="../tags/tag140.xml"/><Relationship Id="rId7" Type="http://schemas.openxmlformats.org/officeDocument/2006/relationships/slideLayout" Target="../slideLayouts/slideLayout2.xml"/><Relationship Id="rId2" Type="http://schemas.openxmlformats.org/officeDocument/2006/relationships/tags" Target="../tags/tag139.xml"/><Relationship Id="rId1" Type="http://schemas.openxmlformats.org/officeDocument/2006/relationships/tags" Target="../tags/tag138.xml"/><Relationship Id="rId6" Type="http://schemas.openxmlformats.org/officeDocument/2006/relationships/tags" Target="../tags/tag143.xml"/><Relationship Id="rId5" Type="http://schemas.openxmlformats.org/officeDocument/2006/relationships/tags" Target="../tags/tag142.xml"/><Relationship Id="rId4" Type="http://schemas.openxmlformats.org/officeDocument/2006/relationships/tags" Target="../tags/tag141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6.xml"/><Relationship Id="rId3" Type="http://schemas.openxmlformats.org/officeDocument/2006/relationships/tags" Target="../tags/tag146.xml"/><Relationship Id="rId7" Type="http://schemas.openxmlformats.org/officeDocument/2006/relationships/slideLayout" Target="../slideLayouts/slideLayout2.xml"/><Relationship Id="rId2" Type="http://schemas.openxmlformats.org/officeDocument/2006/relationships/tags" Target="../tags/tag145.xml"/><Relationship Id="rId1" Type="http://schemas.openxmlformats.org/officeDocument/2006/relationships/tags" Target="../tags/tag144.xml"/><Relationship Id="rId6" Type="http://schemas.openxmlformats.org/officeDocument/2006/relationships/tags" Target="../tags/tag149.xml"/><Relationship Id="rId5" Type="http://schemas.openxmlformats.org/officeDocument/2006/relationships/tags" Target="../tags/tag148.xml"/><Relationship Id="rId4" Type="http://schemas.openxmlformats.org/officeDocument/2006/relationships/tags" Target="../tags/tag147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7.xml"/><Relationship Id="rId3" Type="http://schemas.openxmlformats.org/officeDocument/2006/relationships/tags" Target="../tags/tag152.xml"/><Relationship Id="rId7" Type="http://schemas.openxmlformats.org/officeDocument/2006/relationships/slideLayout" Target="../slideLayouts/slideLayout2.xml"/><Relationship Id="rId2" Type="http://schemas.openxmlformats.org/officeDocument/2006/relationships/tags" Target="../tags/tag151.xml"/><Relationship Id="rId1" Type="http://schemas.openxmlformats.org/officeDocument/2006/relationships/tags" Target="../tags/tag150.xml"/><Relationship Id="rId6" Type="http://schemas.openxmlformats.org/officeDocument/2006/relationships/tags" Target="../tags/tag155.xml"/><Relationship Id="rId5" Type="http://schemas.openxmlformats.org/officeDocument/2006/relationships/tags" Target="../tags/tag154.xml"/><Relationship Id="rId4" Type="http://schemas.openxmlformats.org/officeDocument/2006/relationships/tags" Target="../tags/tag153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8.xml"/><Relationship Id="rId3" Type="http://schemas.openxmlformats.org/officeDocument/2006/relationships/tags" Target="../tags/tag158.xml"/><Relationship Id="rId7" Type="http://schemas.openxmlformats.org/officeDocument/2006/relationships/slideLayout" Target="../slideLayouts/slideLayout2.xml"/><Relationship Id="rId2" Type="http://schemas.openxmlformats.org/officeDocument/2006/relationships/tags" Target="../tags/tag157.xml"/><Relationship Id="rId1" Type="http://schemas.openxmlformats.org/officeDocument/2006/relationships/tags" Target="../tags/tag156.xml"/><Relationship Id="rId6" Type="http://schemas.openxmlformats.org/officeDocument/2006/relationships/tags" Target="../tags/tag161.xml"/><Relationship Id="rId5" Type="http://schemas.openxmlformats.org/officeDocument/2006/relationships/tags" Target="../tags/tag160.xml"/><Relationship Id="rId4" Type="http://schemas.openxmlformats.org/officeDocument/2006/relationships/tags" Target="../tags/tag159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9.xml"/><Relationship Id="rId3" Type="http://schemas.openxmlformats.org/officeDocument/2006/relationships/tags" Target="../tags/tag164.xml"/><Relationship Id="rId7" Type="http://schemas.openxmlformats.org/officeDocument/2006/relationships/slideLayout" Target="../slideLayouts/slideLayout2.xml"/><Relationship Id="rId2" Type="http://schemas.openxmlformats.org/officeDocument/2006/relationships/tags" Target="../tags/tag163.xml"/><Relationship Id="rId1" Type="http://schemas.openxmlformats.org/officeDocument/2006/relationships/tags" Target="../tags/tag162.xml"/><Relationship Id="rId6" Type="http://schemas.openxmlformats.org/officeDocument/2006/relationships/tags" Target="../tags/tag167.xml"/><Relationship Id="rId5" Type="http://schemas.openxmlformats.org/officeDocument/2006/relationships/tags" Target="../tags/tag166.xml"/><Relationship Id="rId4" Type="http://schemas.openxmlformats.org/officeDocument/2006/relationships/tags" Target="../tags/tag16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381000" y="2362200"/>
            <a:ext cx="8382000" cy="1238250"/>
          </a:xfrm>
        </p:spPr>
        <p:txBody>
          <a:bodyPr/>
          <a:lstStyle/>
          <a:p>
            <a:pPr eaLnBrk="1" hangingPunct="1"/>
            <a:r>
              <a:rPr lang="en-US" altLang="en-US" dirty="0"/>
              <a:t>ECE/CS 552: ISA Basics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371600" y="3886200"/>
            <a:ext cx="6400800" cy="1752600"/>
          </a:xfrm>
        </p:spPr>
        <p:txBody>
          <a:bodyPr>
            <a:noAutofit/>
          </a:bodyPr>
          <a:lstStyle/>
          <a:p>
            <a:pPr eaLnBrk="1" hangingPunct="1">
              <a:defRPr/>
            </a:pPr>
            <a:r>
              <a:rPr lang="en-US" sz="2200" dirty="0"/>
              <a:t>Boone Severson</a:t>
            </a:r>
            <a:endParaRPr lang="en-US" sz="2200" dirty="0">
              <a:cs typeface="Calibri"/>
            </a:endParaRPr>
          </a:p>
          <a:p>
            <a:pPr eaLnBrk="1" hangingPunct="1">
              <a:buFont typeface="Arial" charset="0"/>
              <a:buNone/>
              <a:defRPr/>
            </a:pPr>
            <a:endParaRPr lang="en-US" sz="2200" dirty="0"/>
          </a:p>
          <a:p>
            <a:pPr eaLnBrk="1" hangingPunct="1">
              <a:buFont typeface="Arial" charset="0"/>
              <a:defRPr/>
            </a:pPr>
            <a:r>
              <a:rPr lang="en-US" sz="2200" dirty="0"/>
              <a:t>Lecture notes based in part on slides created by </a:t>
            </a:r>
            <a:r>
              <a:rPr lang="en-US" sz="2200" dirty="0">
                <a:ea typeface="+mn-lt"/>
                <a:cs typeface="+mn-lt"/>
              </a:rPr>
              <a:t>Joshua San Miguel, </a:t>
            </a:r>
            <a:r>
              <a:rPr lang="en-US" sz="2200" dirty="0"/>
              <a:t>Mikko </a:t>
            </a:r>
            <a:r>
              <a:rPr lang="en-US" sz="2200" dirty="0" err="1"/>
              <a:t>Lipasti</a:t>
            </a:r>
            <a:r>
              <a:rPr lang="en-US" sz="2200" dirty="0"/>
              <a:t>, Mark Hill, David Wood, Guri Sohi, John Shen and Jim Smith</a:t>
            </a:r>
            <a:endParaRPr lang="en-US" sz="2200" dirty="0">
              <a:cs typeface="Calibri"/>
            </a:endParaRPr>
          </a:p>
          <a:p>
            <a:pPr eaLnBrk="1" hangingPunct="1">
              <a:buFont typeface="Arial" charset="0"/>
              <a:buNone/>
              <a:defRPr/>
            </a:pPr>
            <a:r>
              <a:rPr lang="en-US" sz="2200" dirty="0"/>
              <a:t>  </a:t>
            </a:r>
          </a:p>
          <a:p>
            <a:pPr eaLnBrk="1" hangingPunct="1">
              <a:buFont typeface="Arial" charset="0"/>
              <a:buNone/>
              <a:defRPr/>
            </a:pPr>
            <a:endParaRPr lang="en-US" sz="2200" dirty="0"/>
          </a:p>
        </p:txBody>
      </p:sp>
    </p:spTree>
    <p:custDataLst>
      <p:tags r:id="rId1"/>
    </p:custData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AAF06344-854A-4075-910B-8B9E2DB13858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altLang="en-US"/>
              <a:t>Instructions (252/354 Review)</a:t>
            </a:r>
          </a:p>
        </p:txBody>
      </p:sp>
      <p:sp>
        <p:nvSpPr>
          <p:cNvPr id="14339" name="Rectangle 6">
            <a:extLst>
              <a:ext uri="{FF2B5EF4-FFF2-40B4-BE49-F238E27FC236}">
                <a16:creationId xmlns:a16="http://schemas.microsoft.com/office/drawing/2014/main" id="{7A723935-DEBE-4D34-83FB-C9CC58000EAF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685800" y="1676400"/>
            <a:ext cx="8305800" cy="396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2562" tIns="46038" rIns="182562" bIns="46038"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0" indent="0" eaLnBrk="1" hangingPunct="1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75000"/>
              <a:defRPr/>
            </a:pPr>
            <a:r>
              <a:rPr lang="en-US" altLang="en-US" sz="2800" dirty="0">
                <a:latin typeface="+mj-lt"/>
                <a:cs typeface="+mn-cs"/>
              </a:rPr>
              <a:t>Instructions are the “words” of a computer</a:t>
            </a:r>
          </a:p>
          <a:p>
            <a:pPr marL="0" indent="0" eaLnBrk="1" hangingPunct="1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75000"/>
              <a:defRPr/>
            </a:pPr>
            <a:r>
              <a:rPr lang="en-US" altLang="en-US" sz="2800" dirty="0">
                <a:latin typeface="+mj-lt"/>
                <a:cs typeface="+mn-cs"/>
              </a:rPr>
              <a:t>Instruction set architecture (ISA) is its vocabulary</a:t>
            </a:r>
          </a:p>
          <a:p>
            <a:pPr marL="0" indent="0" eaLnBrk="1" hangingPunct="1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75000"/>
              <a:defRPr/>
            </a:pPr>
            <a:r>
              <a:rPr lang="en-US" altLang="en-US" sz="2800" dirty="0">
                <a:latin typeface="+mj-lt"/>
                <a:cs typeface="+mn-cs"/>
              </a:rPr>
              <a:t>This defines most of the interface to the processor (not quite everything)</a:t>
            </a:r>
          </a:p>
          <a:p>
            <a:pPr marL="0" indent="0" eaLnBrk="1" hangingPunct="1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75000"/>
              <a:defRPr/>
            </a:pPr>
            <a:r>
              <a:rPr lang="en-US" altLang="en-US" sz="2800" dirty="0">
                <a:latin typeface="+mj-lt"/>
                <a:cs typeface="+mn-cs"/>
              </a:rPr>
              <a:t>Implementations can and do vary</a:t>
            </a:r>
          </a:p>
          <a:p>
            <a:pPr marL="457200" lvl="1" indent="0" eaLnBrk="1" hangingPunct="1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75000"/>
              <a:defRPr/>
            </a:pPr>
            <a:r>
              <a:rPr lang="en-US" altLang="en-US" sz="2800" dirty="0">
                <a:latin typeface="+mj-lt"/>
                <a:cs typeface="+mn-cs"/>
              </a:rPr>
              <a:t>e.g., Intel 486-&gt;Pentium-&gt;P6-&gt;Core Duo-&gt;Core i7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0371198-E9AF-4A7A-819F-9DF04261DAF8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7620000" y="6356350"/>
            <a:ext cx="1066800" cy="365125"/>
          </a:xfrm>
        </p:spPr>
        <p:txBody>
          <a:bodyPr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lvl="1" eaLnBrk="1" hangingPunct="1"/>
            <a:fld id="{A90DC708-B923-452B-9ABD-CD14E95AA4C3}" type="slidenum">
              <a:rPr lang="en-US" altLang="en-US">
                <a:latin typeface="Calibri" panose="020F0502020204030204" pitchFamily="34" charset="0"/>
              </a:rPr>
              <a:pPr lvl="1" eaLnBrk="1" hangingPunct="1"/>
              <a:t>2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custDataLst>
      <p:tags r:id="rId1"/>
    </p:custData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altLang="en-US"/>
              <a:t>Instruction Sets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1"/>
            <p:custDataLst>
              <p:tags r:id="rId3"/>
            </p:custDataLst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marL="0" indent="0" eaLnBrk="1" hangingPunct="1">
              <a:buFont typeface="Arial" panose="020B0604020202020204" pitchFamily="34" charset="0"/>
              <a:buNone/>
            </a:pPr>
            <a:r>
              <a:rPr lang="en-US" altLang="en-US" sz="2800" dirty="0"/>
              <a:t>MIPS/MIPS-like ISA used in 552</a:t>
            </a:r>
          </a:p>
          <a:p>
            <a:pPr marL="457200" lvl="1" indent="0" eaLnBrk="1" hangingPunct="1">
              <a:lnSpc>
                <a:spcPct val="90000"/>
              </a:lnSpc>
              <a:buClr>
                <a:schemeClr val="tx2"/>
              </a:buClr>
              <a:buSzPct val="75000"/>
              <a:buFont typeface="Arial" panose="020B0604020202020204" pitchFamily="34" charset="0"/>
              <a:buNone/>
            </a:pPr>
            <a:r>
              <a:rPr lang="en-US" altLang="en-US" sz="2400" dirty="0"/>
              <a:t>Simple, sensible, regular, easy to design CPU</a:t>
            </a:r>
          </a:p>
          <a:p>
            <a:pPr marL="0" indent="0" eaLnBrk="1" hangingPunct="1">
              <a:buFont typeface="Arial" panose="020B0604020202020204" pitchFamily="34" charset="0"/>
              <a:buNone/>
            </a:pPr>
            <a:r>
              <a:rPr lang="en-US" altLang="en-US" sz="2800" dirty="0"/>
              <a:t>Most common: x86 and ARM</a:t>
            </a:r>
            <a:endParaRPr lang="en-US" altLang="en-US" sz="2800" dirty="0">
              <a:cs typeface="Calibri"/>
            </a:endParaRPr>
          </a:p>
          <a:p>
            <a:pPr marL="457200" lvl="1" indent="0" eaLnBrk="1" hangingPunct="1">
              <a:lnSpc>
                <a:spcPct val="90000"/>
              </a:lnSpc>
              <a:buClr>
                <a:schemeClr val="tx2"/>
              </a:buClr>
              <a:buSzPct val="75000"/>
              <a:buFont typeface="Arial" panose="020B0604020202020204" pitchFamily="34" charset="0"/>
              <a:buNone/>
            </a:pPr>
            <a:r>
              <a:rPr lang="en-US" altLang="en-US" sz="2400" dirty="0"/>
              <a:t>x86: Intel Core i7, AMD Ryzen, etc.</a:t>
            </a:r>
            <a:endParaRPr lang="en-US" altLang="en-US" sz="2400" dirty="0">
              <a:cs typeface="Calibri"/>
            </a:endParaRPr>
          </a:p>
          <a:p>
            <a:pPr marL="457200" lvl="1" indent="0" eaLnBrk="1" hangingPunct="1">
              <a:lnSpc>
                <a:spcPct val="90000"/>
              </a:lnSpc>
              <a:buClr>
                <a:schemeClr val="tx2"/>
              </a:buClr>
              <a:buSzPct val="75000"/>
              <a:buNone/>
            </a:pPr>
            <a:r>
              <a:rPr lang="en-US" altLang="en-US" sz="2400" dirty="0"/>
              <a:t>ARM: cell phones, embedded systems, and even datacenter</a:t>
            </a:r>
            <a:endParaRPr lang="en-US" altLang="en-US" sz="2400" dirty="0">
              <a:cs typeface="Calibri"/>
            </a:endParaRPr>
          </a:p>
          <a:p>
            <a:pPr marL="0" indent="0" eaLnBrk="1" hangingPunct="1">
              <a:buFont typeface="Arial" panose="020B0604020202020204" pitchFamily="34" charset="0"/>
              <a:buNone/>
            </a:pPr>
            <a:r>
              <a:rPr lang="en-US" altLang="en-US" sz="2800" dirty="0"/>
              <a:t>Others:</a:t>
            </a:r>
          </a:p>
          <a:p>
            <a:pPr marL="457200" lvl="1" indent="0" eaLnBrk="1" hangingPunct="1">
              <a:lnSpc>
                <a:spcPct val="90000"/>
              </a:lnSpc>
              <a:buClr>
                <a:schemeClr val="tx2"/>
              </a:buClr>
              <a:buSzPct val="75000"/>
              <a:buNone/>
            </a:pPr>
            <a:r>
              <a:rPr lang="en-US" altLang="en-US" sz="2400" dirty="0">
                <a:cs typeface="Calibri"/>
              </a:rPr>
              <a:t>RISC-V (open source ISA w/reference implementation)</a:t>
            </a:r>
            <a:endParaRPr lang="en-US" altLang="en-US" sz="2400" dirty="0"/>
          </a:p>
          <a:p>
            <a:pPr marL="457200" lvl="1" indent="0">
              <a:lnSpc>
                <a:spcPct val="90000"/>
              </a:lnSpc>
              <a:buNone/>
            </a:pPr>
            <a:r>
              <a:rPr lang="en-US" altLang="en-US" sz="2400" dirty="0"/>
              <a:t>IBM Power (mainframe servers)</a:t>
            </a:r>
            <a:endParaRPr lang="en-US" dirty="0"/>
          </a:p>
          <a:p>
            <a:pPr marL="457200" lvl="1" indent="0" eaLnBrk="1" hangingPunct="1">
              <a:lnSpc>
                <a:spcPct val="90000"/>
              </a:lnSpc>
              <a:buClr>
                <a:schemeClr val="tx2"/>
              </a:buClr>
              <a:buSzPct val="75000"/>
              <a:buFont typeface="Arial" panose="020B0604020202020204" pitchFamily="34" charset="0"/>
              <a:buNone/>
            </a:pPr>
            <a:r>
              <a:rPr lang="en-US" altLang="en-US" sz="2400" dirty="0"/>
              <a:t>SPARC (Sun)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7620000" y="6356350"/>
            <a:ext cx="1066800" cy="365125"/>
          </a:xfrm>
        </p:spPr>
        <p:txBody>
          <a:bodyPr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lvl="1" eaLnBrk="1" hangingPunct="1"/>
            <a:fld id="{BC060C92-02E7-4387-A89A-A2DB34737B36}" type="slidenum">
              <a:rPr lang="en-US" altLang="en-US">
                <a:latin typeface="Calibri" panose="020F0502020204030204" pitchFamily="34" charset="0"/>
              </a:rPr>
              <a:pPr lvl="1" eaLnBrk="1" hangingPunct="1"/>
              <a:t>3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custDataLst>
      <p:tags r:id="rId1"/>
    </p:custData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A530450E-20E8-4C0C-955E-6863953455C8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altLang="en-US"/>
              <a:t>Forecast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58A2ECFD-344C-42D9-9285-A29FF09EC1FB}"/>
              </a:ext>
            </a:extLst>
          </p:cNvPr>
          <p:cNvSpPr>
            <a:spLocks noGrp="1" noChangeArrowheads="1"/>
          </p:cNvSpPr>
          <p:nvPr>
            <p:ph idx="1"/>
            <p:custDataLst>
              <p:tags r:id="rId3"/>
            </p:custDataLst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eaLnBrk="1" hangingPunct="1"/>
            <a:r>
              <a:rPr lang="en-US" altLang="en-US" dirty="0"/>
              <a:t>Basics</a:t>
            </a:r>
          </a:p>
          <a:p>
            <a:pPr eaLnBrk="1" hangingPunct="1"/>
            <a:r>
              <a:rPr lang="en-US" altLang="en-US" dirty="0"/>
              <a:t>Registers and ALU ops</a:t>
            </a:r>
          </a:p>
          <a:p>
            <a:pPr eaLnBrk="1" hangingPunct="1"/>
            <a:r>
              <a:rPr lang="en-US" altLang="en-US" dirty="0"/>
              <a:t>Memory and load/store</a:t>
            </a:r>
          </a:p>
          <a:p>
            <a:pPr eaLnBrk="1" hangingPunct="1"/>
            <a:r>
              <a:rPr lang="en-US" altLang="en-US" dirty="0"/>
              <a:t>Branches and jumps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3238989-B4E0-477E-8DDA-C3963026EA9E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7620000" y="6356350"/>
            <a:ext cx="1066800" cy="365125"/>
          </a:xfrm>
        </p:spPr>
        <p:txBody>
          <a:bodyPr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lvl="1" eaLnBrk="1" hangingPunct="1"/>
            <a:fld id="{375BBFA9-8887-48B4-8E63-48FBC9A826CC}" type="slidenum">
              <a:rPr lang="en-US" altLang="en-US">
                <a:latin typeface="Calibri" panose="020F0502020204030204" pitchFamily="34" charset="0"/>
              </a:rPr>
              <a:pPr lvl="1" eaLnBrk="1" hangingPunct="1"/>
              <a:t>4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custDataLst>
      <p:tags r:id="rId1"/>
    </p:custData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990840"/>
          </a:xfrm>
        </p:spPr>
        <p:txBody>
          <a:bodyPr/>
          <a:lstStyle/>
          <a:p>
            <a:r>
              <a:rPr lang="en-US" dirty="0"/>
              <a:t>MIPS Green Card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437961" y="1371600"/>
            <a:ext cx="8229600" cy="83820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Familiarize yourself with the MIPS green card from the textbook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7620000" y="6356350"/>
            <a:ext cx="1066800" cy="365125"/>
          </a:xfrm>
        </p:spPr>
        <p:txBody>
          <a:bodyPr/>
          <a:lstStyle/>
          <a:p>
            <a:pPr lvl="1"/>
            <a:fld id="{217407CB-AE38-450A-8258-626CEFFEE7BF}" type="slidenum">
              <a:rPr lang="en-US" altLang="en-US" smtClean="0"/>
              <a:pPr lvl="1"/>
              <a:t>5</a:t>
            </a:fld>
            <a:endParaRPr lang="en-US" alt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E4FE739B-C4BE-4EFC-8777-E976064D612E}"/>
              </a:ext>
            </a:extLst>
          </p:cNvPr>
          <p:cNvSpPr txBox="1">
            <a:spLocks/>
          </p:cNvSpPr>
          <p:nvPr>
            <p:custDataLst>
              <p:tags r:id="rId5"/>
            </p:custDataLst>
          </p:nvPr>
        </p:nvSpPr>
        <p:spPr bwMode="auto">
          <a:xfrm>
            <a:off x="437961" y="4495800"/>
            <a:ext cx="8229600" cy="186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b="0" i="0" u="none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sz="1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E067980-B78A-40EE-A631-2AAF4E5F50D1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2929894" y="2667000"/>
            <a:ext cx="3284211" cy="367738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208931587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altLang="en-US"/>
              <a:t>Basics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idx="1"/>
            <p:custDataLst>
              <p:tags r:id="rId3"/>
            </p:custDataLst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eaLnBrk="1" hangingPunct="1"/>
            <a:r>
              <a:rPr lang="en-US" altLang="en-US" dirty="0"/>
              <a:t>C statement</a:t>
            </a:r>
          </a:p>
          <a:p>
            <a:pPr lvl="1" eaLnBrk="1" hangingPunct="1">
              <a:buFontTx/>
              <a:buNone/>
            </a:pPr>
            <a:r>
              <a:rPr lang="en-US" altLang="en-US" dirty="0">
                <a:solidFill>
                  <a:srgbClr val="FF0000"/>
                </a:solidFill>
              </a:rPr>
              <a:t>f = (g + h) – (</a:t>
            </a:r>
            <a:r>
              <a:rPr lang="en-US" altLang="en-US" dirty="0" err="1">
                <a:solidFill>
                  <a:srgbClr val="FF0000"/>
                </a:solidFill>
              </a:rPr>
              <a:t>i</a:t>
            </a:r>
            <a:r>
              <a:rPr lang="en-US" altLang="en-US" dirty="0">
                <a:solidFill>
                  <a:srgbClr val="FF0000"/>
                </a:solidFill>
              </a:rPr>
              <a:t> + j)</a:t>
            </a:r>
          </a:p>
          <a:p>
            <a:pPr eaLnBrk="1" hangingPunct="1"/>
            <a:r>
              <a:rPr lang="en-US" altLang="en-US" dirty="0"/>
              <a:t>MIPS instructions</a:t>
            </a:r>
          </a:p>
          <a:p>
            <a:pPr lvl="1" eaLnBrk="1" hangingPunct="1">
              <a:buFontTx/>
              <a:buNone/>
            </a:pPr>
            <a:r>
              <a:rPr lang="en-US" altLang="en-US" dirty="0">
                <a:solidFill>
                  <a:srgbClr val="FF0000"/>
                </a:solidFill>
              </a:rPr>
              <a:t>add t0, g, h</a:t>
            </a:r>
          </a:p>
          <a:p>
            <a:pPr lvl="1" eaLnBrk="1" hangingPunct="1">
              <a:buFontTx/>
              <a:buNone/>
            </a:pPr>
            <a:r>
              <a:rPr lang="en-US" altLang="en-US" dirty="0">
                <a:solidFill>
                  <a:srgbClr val="FF0000"/>
                </a:solidFill>
              </a:rPr>
              <a:t>add t1, </a:t>
            </a:r>
            <a:r>
              <a:rPr lang="en-US" altLang="en-US" dirty="0" err="1">
                <a:solidFill>
                  <a:srgbClr val="FF0000"/>
                </a:solidFill>
              </a:rPr>
              <a:t>i</a:t>
            </a:r>
            <a:r>
              <a:rPr lang="en-US" altLang="en-US" dirty="0">
                <a:solidFill>
                  <a:srgbClr val="FF0000"/>
                </a:solidFill>
              </a:rPr>
              <a:t>, j</a:t>
            </a:r>
          </a:p>
          <a:p>
            <a:pPr lvl="1" eaLnBrk="1" hangingPunct="1">
              <a:buFontTx/>
              <a:buNone/>
            </a:pPr>
            <a:r>
              <a:rPr lang="en-US" altLang="en-US" dirty="0">
                <a:solidFill>
                  <a:srgbClr val="FF0000"/>
                </a:solidFill>
              </a:rPr>
              <a:t>sub f, t0, t1</a:t>
            </a:r>
          </a:p>
          <a:p>
            <a:pPr eaLnBrk="1" hangingPunct="1"/>
            <a:r>
              <a:rPr lang="en-US" altLang="en-US" dirty="0"/>
              <a:t>Multiple instructions for one C statement</a:t>
            </a:r>
          </a:p>
          <a:p>
            <a:pPr lvl="1" eaLnBrk="1" hangingPunct="1">
              <a:buFontTx/>
              <a:buNone/>
            </a:pPr>
            <a:endParaRPr lang="en-US" alt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7620000" y="6356350"/>
            <a:ext cx="1066800" cy="365125"/>
          </a:xfrm>
        </p:spPr>
        <p:txBody>
          <a:bodyPr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lvl="1" eaLnBrk="1" hangingPunct="1"/>
            <a:fld id="{C4A0FC72-7CC7-4EA4-A2E9-EFD05A458C23}" type="slidenum">
              <a:rPr lang="en-US" altLang="en-US">
                <a:latin typeface="Calibri" panose="020F0502020204030204" pitchFamily="34" charset="0"/>
              </a:rPr>
              <a:pPr lvl="1" eaLnBrk="1" hangingPunct="1"/>
              <a:t>6</a:t>
            </a:fld>
            <a:endParaRPr lang="en-US" altLang="en-US">
              <a:latin typeface="Calibri" panose="020F0502020204030204" pitchFamily="34" charset="0"/>
            </a:endParaRPr>
          </a:p>
        </p:txBody>
      </p:sp>
      <p:sp>
        <p:nvSpPr>
          <p:cNvPr id="3" name="Line Callout 1 2"/>
          <p:cNvSpPr/>
          <p:nvPr>
            <p:custDataLst>
              <p:tags r:id="rId5"/>
            </p:custDataLst>
          </p:nvPr>
        </p:nvSpPr>
        <p:spPr>
          <a:xfrm>
            <a:off x="5791200" y="1230313"/>
            <a:ext cx="2895600" cy="903287"/>
          </a:xfrm>
          <a:prstGeom prst="borderCallout1">
            <a:avLst>
              <a:gd name="adj1" fmla="val 18750"/>
              <a:gd name="adj2" fmla="val -8333"/>
              <a:gd name="adj3" fmla="val 233188"/>
              <a:gd name="adj4" fmla="val -147035"/>
            </a:avLst>
          </a:prstGeom>
          <a:solidFill>
            <a:schemeClr val="accent1"/>
          </a:solidFill>
          <a:ln w="25400" cap="flat" cmpd="sng" algn="ctr">
            <a:solidFill>
              <a:schemeClr val="accent1">
                <a:shade val="50000"/>
              </a:schemeClr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 err="1"/>
              <a:t>Opcode</a:t>
            </a:r>
            <a:r>
              <a:rPr lang="en-US" dirty="0"/>
              <a:t>/Mnemonic: Specifies operation</a:t>
            </a:r>
          </a:p>
        </p:txBody>
      </p:sp>
      <p:sp>
        <p:nvSpPr>
          <p:cNvPr id="6" name="Line Callout 1 5"/>
          <p:cNvSpPr/>
          <p:nvPr>
            <p:custDataLst>
              <p:tags r:id="rId6"/>
            </p:custDataLst>
          </p:nvPr>
        </p:nvSpPr>
        <p:spPr>
          <a:xfrm>
            <a:off x="5791200" y="2286000"/>
            <a:ext cx="2895600" cy="903288"/>
          </a:xfrm>
          <a:prstGeom prst="borderCallout1">
            <a:avLst>
              <a:gd name="adj1" fmla="val 18750"/>
              <a:gd name="adj2" fmla="val -8333"/>
              <a:gd name="adj3" fmla="val 132015"/>
              <a:gd name="adj4" fmla="val -106198"/>
            </a:avLst>
          </a:prstGeom>
          <a:solidFill>
            <a:schemeClr val="accent1"/>
          </a:solidFill>
          <a:ln w="25400" cap="flat" cmpd="sng" algn="ctr">
            <a:solidFill>
              <a:schemeClr val="accent1">
                <a:shade val="50000"/>
              </a:schemeClr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/>
              <a:t>Operands: Input and </a:t>
            </a:r>
          </a:p>
          <a:p>
            <a:pPr algn="ctr">
              <a:defRPr/>
            </a:pPr>
            <a:r>
              <a:rPr lang="en-US" dirty="0"/>
              <a:t>output data</a:t>
            </a:r>
          </a:p>
        </p:txBody>
      </p:sp>
      <p:grpSp>
        <p:nvGrpSpPr>
          <p:cNvPr id="8" name="Group 7"/>
          <p:cNvGrpSpPr>
            <a:grpSpLocks/>
          </p:cNvGrpSpPr>
          <p:nvPr>
            <p:custDataLst>
              <p:tags r:id="rId7"/>
            </p:custDataLst>
          </p:nvPr>
        </p:nvGrpSpPr>
        <p:grpSpPr bwMode="auto">
          <a:xfrm>
            <a:off x="2079625" y="3363913"/>
            <a:ext cx="6607175" cy="450850"/>
            <a:chOff x="2080067" y="3363410"/>
            <a:chExt cx="6606733" cy="451895"/>
          </a:xfrm>
        </p:grpSpPr>
        <p:cxnSp>
          <p:nvCxnSpPr>
            <p:cNvPr id="5" name="Straight Connector 4"/>
            <p:cNvCxnSpPr/>
            <p:nvPr/>
          </p:nvCxnSpPr>
          <p:spPr>
            <a:xfrm>
              <a:off x="2080067" y="3810531"/>
              <a:ext cx="533364" cy="0"/>
            </a:xfrm>
            <a:prstGeom prst="line">
              <a:avLst/>
            </a:prstGeom>
            <a:noFill/>
            <a:ln w="38100" cap="flat" cmpd="sng" algn="ctr">
              <a:solidFill>
                <a:srgbClr val="FF0000"/>
              </a:solidFill>
              <a:prstDash val="solid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Line Callout 1 10"/>
            <p:cNvSpPr/>
            <p:nvPr>
              <p:custDataLst>
                <p:tags r:id="rId10"/>
              </p:custDataLst>
            </p:nvPr>
          </p:nvSpPr>
          <p:spPr>
            <a:xfrm>
              <a:off x="7010512" y="3363410"/>
              <a:ext cx="1676288" cy="451895"/>
            </a:xfrm>
            <a:prstGeom prst="borderCallout1">
              <a:avLst>
                <a:gd name="adj1" fmla="val 18750"/>
                <a:gd name="adj2" fmla="val -8333"/>
                <a:gd name="adj3" fmla="val 98717"/>
                <a:gd name="adj4" fmla="val -253264"/>
              </a:avLst>
            </a:prstGeom>
            <a:solidFill>
              <a:srgbClr val="BBE0E3"/>
            </a:solidFill>
            <a:ln w="25400" cap="flat" cmpd="sng" algn="ctr">
              <a:solidFill>
                <a:schemeClr val="accent1">
                  <a:shade val="50000"/>
                </a:schemeClr>
              </a:solidFill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dirty="0"/>
                <a:t>Source</a:t>
              </a:r>
            </a:p>
          </p:txBody>
        </p:sp>
      </p:grpSp>
      <p:grpSp>
        <p:nvGrpSpPr>
          <p:cNvPr id="10" name="Group 9"/>
          <p:cNvGrpSpPr>
            <a:grpSpLocks/>
          </p:cNvGrpSpPr>
          <p:nvPr>
            <p:custDataLst>
              <p:tags r:id="rId8"/>
            </p:custDataLst>
          </p:nvPr>
        </p:nvGrpSpPr>
        <p:grpSpPr bwMode="auto">
          <a:xfrm>
            <a:off x="1638300" y="3810000"/>
            <a:ext cx="7048500" cy="609600"/>
            <a:chOff x="1638300" y="3810000"/>
            <a:chExt cx="7048500" cy="609600"/>
          </a:xfrm>
        </p:grpSpPr>
        <p:cxnSp>
          <p:nvCxnSpPr>
            <p:cNvPr id="9" name="Straight Connector 8"/>
            <p:cNvCxnSpPr/>
            <p:nvPr/>
          </p:nvCxnSpPr>
          <p:spPr>
            <a:xfrm>
              <a:off x="1638300" y="3810000"/>
              <a:ext cx="266700" cy="0"/>
            </a:xfrm>
            <a:prstGeom prst="line">
              <a:avLst/>
            </a:prstGeom>
            <a:noFill/>
            <a:ln w="38100" cap="flat" cmpd="sng" algn="ctr">
              <a:solidFill>
                <a:srgbClr val="FF0000"/>
              </a:solidFill>
              <a:prstDash val="solid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Line Callout 1 11"/>
            <p:cNvSpPr/>
            <p:nvPr>
              <p:custDataLst>
                <p:tags r:id="rId9"/>
              </p:custDataLst>
            </p:nvPr>
          </p:nvSpPr>
          <p:spPr>
            <a:xfrm>
              <a:off x="7010400" y="3967163"/>
              <a:ext cx="1676400" cy="452437"/>
            </a:xfrm>
            <a:prstGeom prst="borderCallout1">
              <a:avLst>
                <a:gd name="adj1" fmla="val 18750"/>
                <a:gd name="adj2" fmla="val -8333"/>
                <a:gd name="adj3" fmla="val -24229"/>
                <a:gd name="adj4" fmla="val -309190"/>
              </a:avLst>
            </a:prstGeom>
            <a:solidFill>
              <a:srgbClr val="BBE0E3"/>
            </a:solidFill>
            <a:ln w="25400" cap="flat" cmpd="sng" algn="ctr">
              <a:solidFill>
                <a:schemeClr val="accent1">
                  <a:shade val="50000"/>
                </a:schemeClr>
              </a:solidFill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dirty="0"/>
                <a:t>Destination</a:t>
              </a:r>
            </a:p>
          </p:txBody>
        </p:sp>
      </p:grp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F37B9A83-1D7F-4C71-B52C-7540E92FEB2B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Registers</a:t>
            </a: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2AC7C696-9C66-4E93-B712-9C386B1C2EF0}"/>
              </a:ext>
            </a:extLst>
          </p:cNvPr>
          <p:cNvSpPr>
            <a:spLocks noGrp="1" noChangeArrowheads="1"/>
          </p:cNvSpPr>
          <p:nvPr>
            <p:ph idx="1"/>
            <p:custDataLst>
              <p:tags r:id="rId3"/>
            </p:custDataLst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sz="2800" dirty="0"/>
              <a:t>MIPS: Operands are registers, not variables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dirty="0">
                <a:solidFill>
                  <a:srgbClr val="FF0000"/>
                </a:solidFill>
              </a:rPr>
              <a:t>add $t0, $s1, $s2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dirty="0">
                <a:solidFill>
                  <a:srgbClr val="FF0000"/>
                </a:solidFill>
              </a:rPr>
              <a:t>add $t1, $s3, $s4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dirty="0">
                <a:solidFill>
                  <a:srgbClr val="FF0000"/>
                </a:solidFill>
              </a:rPr>
              <a:t>sub $s0, $t0, $t1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800" dirty="0"/>
              <a:t>MIPS has 32 word-size registers </a:t>
            </a:r>
            <a:r>
              <a:rPr lang="en-US" altLang="en-US" sz="2800" dirty="0">
                <a:solidFill>
                  <a:srgbClr val="FF0000"/>
                </a:solidFill>
              </a:rPr>
              <a:t>$0-$31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400" dirty="0"/>
              <a:t>1 word is 4 bytes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400" dirty="0">
                <a:solidFill>
                  <a:srgbClr val="FF0000"/>
                </a:solidFill>
              </a:rPr>
              <a:t>$t0 ($8)</a:t>
            </a:r>
            <a:r>
              <a:rPr lang="en-US" altLang="en-US" sz="2400" dirty="0"/>
              <a:t> and </a:t>
            </a:r>
            <a:r>
              <a:rPr lang="en-US" altLang="en-US" sz="2400" dirty="0">
                <a:solidFill>
                  <a:srgbClr val="FF0000"/>
                </a:solidFill>
              </a:rPr>
              <a:t>$t1 ($9)</a:t>
            </a:r>
            <a:r>
              <a:rPr lang="en-US" altLang="en-US" sz="2400" dirty="0"/>
              <a:t> are temporaries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400" dirty="0"/>
              <a:t>e.g.,</a:t>
            </a:r>
            <a:r>
              <a:rPr lang="en-US" altLang="en-US" sz="2400" dirty="0">
                <a:solidFill>
                  <a:srgbClr val="FF0000"/>
                </a:solidFill>
              </a:rPr>
              <a:t> $s0 ($16)</a:t>
            </a:r>
            <a:r>
              <a:rPr lang="en-US" altLang="en-US" sz="2400" dirty="0"/>
              <a:t> is </a:t>
            </a:r>
            <a:r>
              <a:rPr lang="en-US" altLang="en-US" sz="2400" dirty="0">
                <a:solidFill>
                  <a:srgbClr val="FF0000"/>
                </a:solidFill>
              </a:rPr>
              <a:t>f</a:t>
            </a:r>
            <a:r>
              <a:rPr lang="en-US" altLang="en-US" sz="2400" dirty="0"/>
              <a:t>, </a:t>
            </a:r>
            <a:r>
              <a:rPr lang="en-US" altLang="en-US" sz="2400" dirty="0">
                <a:solidFill>
                  <a:srgbClr val="FF0000"/>
                </a:solidFill>
              </a:rPr>
              <a:t>$s1 ($17)</a:t>
            </a:r>
            <a:r>
              <a:rPr lang="en-US" altLang="en-US" sz="2400" dirty="0"/>
              <a:t> is </a:t>
            </a:r>
            <a:r>
              <a:rPr lang="en-US" altLang="en-US" sz="2400" dirty="0">
                <a:solidFill>
                  <a:srgbClr val="FF0000"/>
                </a:solidFill>
              </a:rPr>
              <a:t>g</a:t>
            </a:r>
            <a:r>
              <a:rPr lang="en-US" altLang="en-US" sz="2400" dirty="0"/>
              <a:t>, </a:t>
            </a:r>
            <a:r>
              <a:rPr lang="en-US" altLang="en-US" sz="2400" dirty="0">
                <a:solidFill>
                  <a:srgbClr val="FF0000"/>
                </a:solidFill>
              </a:rPr>
              <a:t>$s2 ($18)</a:t>
            </a:r>
            <a:r>
              <a:rPr lang="en-US" altLang="en-US" sz="2400" dirty="0"/>
              <a:t> is </a:t>
            </a:r>
            <a:r>
              <a:rPr lang="en-US" altLang="en-US" sz="2400" dirty="0">
                <a:solidFill>
                  <a:srgbClr val="FF0000"/>
                </a:solidFill>
              </a:rPr>
              <a:t>h</a:t>
            </a:r>
            <a:r>
              <a:rPr lang="en-US" altLang="en-US" sz="2400" dirty="0"/>
              <a:t>, </a:t>
            </a:r>
            <a:r>
              <a:rPr lang="en-US" altLang="en-US" sz="2400" dirty="0">
                <a:solidFill>
                  <a:srgbClr val="FF0000"/>
                </a:solidFill>
              </a:rPr>
              <a:t>$s3 ($19)</a:t>
            </a:r>
            <a:r>
              <a:rPr lang="en-US" altLang="en-US" sz="2400" dirty="0"/>
              <a:t> is </a:t>
            </a:r>
            <a:r>
              <a:rPr lang="en-US" altLang="en-US" sz="2400" dirty="0" err="1">
                <a:solidFill>
                  <a:srgbClr val="FF0000"/>
                </a:solidFill>
              </a:rPr>
              <a:t>i</a:t>
            </a:r>
            <a:r>
              <a:rPr lang="en-US" altLang="en-US" sz="2400" dirty="0"/>
              <a:t> and </a:t>
            </a:r>
            <a:r>
              <a:rPr lang="en-US" altLang="en-US" sz="2400" dirty="0">
                <a:solidFill>
                  <a:srgbClr val="FF0000"/>
                </a:solidFill>
              </a:rPr>
              <a:t>$s4 ($20)</a:t>
            </a:r>
            <a:r>
              <a:rPr lang="en-US" altLang="en-US" sz="2400" dirty="0"/>
              <a:t> is </a:t>
            </a:r>
            <a:r>
              <a:rPr lang="en-US" altLang="en-US" sz="2400" dirty="0">
                <a:solidFill>
                  <a:srgbClr val="FF0000"/>
                </a:solidFill>
              </a:rPr>
              <a:t>j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800" dirty="0"/>
              <a:t>MIPS also allows one constant-value operand called an “immediate”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dirty="0"/>
              <a:t>Later we will see immediate is restricted to 16 bits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037A978-36DC-4956-8F56-E2F0B9B9E84F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7620000" y="6356350"/>
            <a:ext cx="1066800" cy="365125"/>
          </a:xfrm>
        </p:spPr>
        <p:txBody>
          <a:bodyPr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lvl="1" eaLnBrk="1" hangingPunct="1"/>
            <a:fld id="{10C0015E-BB96-4BB3-8528-F1A72088D9E8}" type="slidenum">
              <a:rPr lang="en-US" altLang="en-US">
                <a:latin typeface="Calibri" panose="020F0502020204030204" pitchFamily="34" charset="0"/>
              </a:rPr>
              <a:pPr lvl="1" eaLnBrk="1" hangingPunct="1"/>
              <a:t>7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custDataLst>
      <p:tags r:id="rId1"/>
    </p:custData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ED9D9512-AD70-43CF-93BE-96A47505B87C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Registers and ALU</a:t>
            </a:r>
          </a:p>
        </p:txBody>
      </p:sp>
      <p:sp>
        <p:nvSpPr>
          <p:cNvPr id="11275" name="Rectangle 52">
            <a:extLst>
              <a:ext uri="{FF2B5EF4-FFF2-40B4-BE49-F238E27FC236}">
                <a16:creationId xmlns:a16="http://schemas.microsoft.com/office/drawing/2014/main" id="{EAC2839E-86F1-4F67-9778-C5DF358AB098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3505200" y="5918200"/>
            <a:ext cx="12700" cy="1588"/>
          </a:xfrm>
          <a:prstGeom prst="rect">
            <a:avLst/>
          </a:prstGeom>
          <a:blipFill dpi="0" rotWithShape="0">
            <a:blip r:embed="rId9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1278" name="Rectangle 69">
            <a:extLst>
              <a:ext uri="{FF2B5EF4-FFF2-40B4-BE49-F238E27FC236}">
                <a16:creationId xmlns:a16="http://schemas.microsoft.com/office/drawing/2014/main" id="{7A6A2551-3B2A-49F3-8834-E39A80F6541F}"/>
              </a:ext>
            </a:extLst>
          </p:cNvPr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2705100" y="6070600"/>
            <a:ext cx="12700" cy="1588"/>
          </a:xfrm>
          <a:prstGeom prst="rect">
            <a:avLst/>
          </a:prstGeom>
          <a:blipFill dpi="0" rotWithShape="0">
            <a:blip r:embed="rId9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1279" name="Rectangle 70">
            <a:extLst>
              <a:ext uri="{FF2B5EF4-FFF2-40B4-BE49-F238E27FC236}">
                <a16:creationId xmlns:a16="http://schemas.microsoft.com/office/drawing/2014/main" id="{0D11DA02-692D-4864-AAC8-65206F23B62A}"/>
              </a:ext>
            </a:extLst>
          </p:cNvPr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2705100" y="6121400"/>
            <a:ext cx="12700" cy="1588"/>
          </a:xfrm>
          <a:prstGeom prst="rect">
            <a:avLst/>
          </a:prstGeom>
          <a:blipFill dpi="0" rotWithShape="0">
            <a:blip r:embed="rId9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62C58CA-A519-402D-9EBD-632CD9D7AFE8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7620000" y="6356350"/>
            <a:ext cx="1066800" cy="365125"/>
          </a:xfrm>
        </p:spPr>
        <p:txBody>
          <a:bodyPr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lvl="1" eaLnBrk="1" hangingPunct="1"/>
            <a:fld id="{1EB7EECB-E83E-4323-9CC4-2961762A7391}" type="slidenum">
              <a:rPr lang="en-US" altLang="en-US">
                <a:latin typeface="Calibri" panose="020F0502020204030204" pitchFamily="34" charset="0"/>
              </a:rPr>
              <a:pPr lvl="1" eaLnBrk="1" hangingPunct="1"/>
              <a:t>8</a:t>
            </a:fld>
            <a:endParaRPr lang="en-US" altLang="en-US">
              <a:latin typeface="Calibri" panose="020F0502020204030204" pitchFamily="34" charset="0"/>
            </a:endParaRPr>
          </a:p>
        </p:txBody>
      </p:sp>
      <p:pic>
        <p:nvPicPr>
          <p:cNvPr id="9" name="Picture 8" descr="A yellow sign with blue text&#10;&#10;Description automatically generated">
            <a:extLst>
              <a:ext uri="{FF2B5EF4-FFF2-40B4-BE49-F238E27FC236}">
                <a16:creationId xmlns:a16="http://schemas.microsoft.com/office/drawing/2014/main" id="{895C6F57-58BB-35F1-1E41-06A481AB83A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051438" y="1501815"/>
            <a:ext cx="4288771" cy="41148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Arithmetic Logic Unit Ops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idx="1"/>
            <p:custDataLst>
              <p:tags r:id="rId3"/>
            </p:custDataLst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sz="2800" dirty="0"/>
              <a:t>Some ALU ops: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dirty="0">
                <a:solidFill>
                  <a:srgbClr val="FF0000"/>
                </a:solidFill>
              </a:rPr>
              <a:t>add, </a:t>
            </a:r>
            <a:r>
              <a:rPr lang="en-US" altLang="en-US" sz="2400" dirty="0" err="1">
                <a:solidFill>
                  <a:srgbClr val="FF0000"/>
                </a:solidFill>
              </a:rPr>
              <a:t>addi</a:t>
            </a:r>
            <a:r>
              <a:rPr lang="en-US" altLang="en-US" sz="2400" dirty="0">
                <a:solidFill>
                  <a:srgbClr val="FF0000"/>
                </a:solidFill>
              </a:rPr>
              <a:t>, </a:t>
            </a:r>
            <a:r>
              <a:rPr lang="en-US" altLang="en-US" sz="2400" dirty="0" err="1">
                <a:solidFill>
                  <a:srgbClr val="FF0000"/>
                </a:solidFill>
              </a:rPr>
              <a:t>addu</a:t>
            </a:r>
            <a:r>
              <a:rPr lang="en-US" altLang="en-US" sz="2400" dirty="0">
                <a:solidFill>
                  <a:srgbClr val="FF0000"/>
                </a:solidFill>
              </a:rPr>
              <a:t>, </a:t>
            </a:r>
            <a:r>
              <a:rPr lang="en-US" altLang="en-US" sz="2400" dirty="0" err="1">
                <a:solidFill>
                  <a:srgbClr val="FF0000"/>
                </a:solidFill>
              </a:rPr>
              <a:t>addiu</a:t>
            </a:r>
            <a:r>
              <a:rPr lang="en-US" altLang="en-US" sz="2400" dirty="0"/>
              <a:t> (immediate, unsigned)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dirty="0">
                <a:solidFill>
                  <a:srgbClr val="FF0000"/>
                </a:solidFill>
              </a:rPr>
              <a:t>sub …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dirty="0" err="1">
                <a:solidFill>
                  <a:srgbClr val="FF0000"/>
                </a:solidFill>
              </a:rPr>
              <a:t>mul</a:t>
            </a:r>
            <a:r>
              <a:rPr lang="en-US" altLang="en-US" sz="2400" dirty="0">
                <a:solidFill>
                  <a:srgbClr val="FF0000"/>
                </a:solidFill>
              </a:rPr>
              <a:t>, div</a:t>
            </a:r>
            <a:r>
              <a:rPr lang="en-US" altLang="en-US" sz="2400" dirty="0"/>
              <a:t> – wider result 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sz="2000" dirty="0"/>
              <a:t>32b x 32b = 64b product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sz="2000" dirty="0"/>
              <a:t>32b / 32b = 32b quotient and 32b remainder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dirty="0">
                <a:solidFill>
                  <a:srgbClr val="FF0000"/>
                </a:solidFill>
              </a:rPr>
              <a:t>and, </a:t>
            </a:r>
            <a:r>
              <a:rPr lang="en-US" altLang="en-US" sz="2400" dirty="0" err="1">
                <a:solidFill>
                  <a:srgbClr val="FF0000"/>
                </a:solidFill>
              </a:rPr>
              <a:t>andi</a:t>
            </a:r>
            <a:endParaRPr lang="en-US" altLang="en-US" sz="2400" dirty="0">
              <a:solidFill>
                <a:srgbClr val="FF0000"/>
              </a:solidFill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dirty="0">
                <a:solidFill>
                  <a:srgbClr val="FF0000"/>
                </a:solidFill>
              </a:rPr>
              <a:t>or, </a:t>
            </a:r>
            <a:r>
              <a:rPr lang="en-US" altLang="en-US" sz="2400" dirty="0" err="1">
                <a:solidFill>
                  <a:srgbClr val="FF0000"/>
                </a:solidFill>
              </a:rPr>
              <a:t>ori</a:t>
            </a:r>
            <a:endParaRPr lang="en-US" altLang="en-US" sz="2400" dirty="0">
              <a:solidFill>
                <a:srgbClr val="FF0000"/>
              </a:solidFill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dirty="0" err="1">
                <a:solidFill>
                  <a:srgbClr val="FF0000"/>
                </a:solidFill>
              </a:rPr>
              <a:t>sll</a:t>
            </a:r>
            <a:r>
              <a:rPr lang="en-US" altLang="en-US" sz="2400" dirty="0">
                <a:solidFill>
                  <a:srgbClr val="FF0000"/>
                </a:solidFill>
              </a:rPr>
              <a:t>, </a:t>
            </a:r>
            <a:r>
              <a:rPr lang="en-US" altLang="en-US" sz="2400" dirty="0" err="1">
                <a:solidFill>
                  <a:srgbClr val="FF0000"/>
                </a:solidFill>
              </a:rPr>
              <a:t>srl</a:t>
            </a:r>
            <a:endParaRPr lang="en-US" altLang="en-US" sz="2400" dirty="0">
              <a:solidFill>
                <a:srgbClr val="FF0000"/>
              </a:solidFill>
            </a:endParaRPr>
          </a:p>
          <a:p>
            <a:pPr eaLnBrk="1" hangingPunct="1">
              <a:lnSpc>
                <a:spcPct val="80000"/>
              </a:lnSpc>
            </a:pPr>
            <a:r>
              <a:rPr lang="en-US" altLang="en-US" sz="2800" dirty="0"/>
              <a:t>Why a small set of (32) registers?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dirty="0"/>
              <a:t>Unique identifiers of registers are short: log</a:t>
            </a:r>
            <a:r>
              <a:rPr lang="en-US" altLang="en-US" sz="2400" baseline="-25000" dirty="0"/>
              <a:t>2</a:t>
            </a:r>
            <a:r>
              <a:rPr lang="en-US" altLang="en-US" sz="2400" dirty="0"/>
              <a:t>(32) = 5 bits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800" dirty="0"/>
              <a:t>But are registers enough?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7620000" y="6356350"/>
            <a:ext cx="1066800" cy="365125"/>
          </a:xfrm>
        </p:spPr>
        <p:txBody>
          <a:bodyPr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lvl="1" eaLnBrk="1" hangingPunct="1"/>
            <a:fld id="{AB9C25FF-0483-4294-A905-015D1102A289}" type="slidenum">
              <a:rPr lang="en-US" altLang="en-US">
                <a:latin typeface="Calibri" panose="020F0502020204030204" pitchFamily="34" charset="0"/>
              </a:rPr>
              <a:pPr lvl="1" eaLnBrk="1" hangingPunct="1"/>
              <a:t>9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custDataLst>
      <p:tags r:id="rId1"/>
    </p:custData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altLang="en-US"/>
              <a:t>Memory and Load/Store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idx="1"/>
            <p:custDataLst>
              <p:tags r:id="rId3"/>
            </p:custDataLst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eaLnBrk="1" hangingPunct="1"/>
            <a:r>
              <a:rPr lang="en-US" altLang="en-US" dirty="0"/>
              <a:t>Need more than 32 words of storage</a:t>
            </a:r>
          </a:p>
          <a:p>
            <a:pPr eaLnBrk="1" hangingPunct="1"/>
            <a:r>
              <a:rPr lang="en-US" altLang="en-US" dirty="0"/>
              <a:t>e.g., array A[</a:t>
            </a:r>
            <a:r>
              <a:rPr lang="en-US" altLang="en-US" dirty="0" err="1"/>
              <a:t>i</a:t>
            </a:r>
            <a:r>
              <a:rPr lang="en-US" altLang="en-US" dirty="0"/>
              <a:t>]</a:t>
            </a:r>
          </a:p>
          <a:p>
            <a:pPr eaLnBrk="1" hangingPunct="1"/>
            <a:r>
              <a:rPr lang="en-US" altLang="en-US" dirty="0"/>
              <a:t>Instructions for data movement:</a:t>
            </a:r>
          </a:p>
          <a:p>
            <a:pPr lvl="1" eaLnBrk="1" hangingPunct="1"/>
            <a:r>
              <a:rPr lang="en-US" altLang="en-US" dirty="0"/>
              <a:t>Load word to register from memory</a:t>
            </a:r>
          </a:p>
          <a:p>
            <a:pPr lvl="1" eaLnBrk="1" hangingPunct="1">
              <a:buFontTx/>
              <a:buNone/>
            </a:pPr>
            <a:r>
              <a:rPr lang="en-US" altLang="en-US" dirty="0">
                <a:solidFill>
                  <a:srgbClr val="FF0000"/>
                </a:solidFill>
              </a:rPr>
              <a:t>	</a:t>
            </a:r>
            <a:r>
              <a:rPr lang="en-US" altLang="en-US" dirty="0" err="1">
                <a:solidFill>
                  <a:srgbClr val="FF0000"/>
                </a:solidFill>
              </a:rPr>
              <a:t>lw</a:t>
            </a:r>
            <a:r>
              <a:rPr lang="en-US" altLang="en-US" dirty="0">
                <a:solidFill>
                  <a:srgbClr val="FF0000"/>
                </a:solidFill>
              </a:rPr>
              <a:t> $t1, 0($s1) # where [$s1]=4008; get input g</a:t>
            </a:r>
          </a:p>
          <a:p>
            <a:pPr lvl="1" eaLnBrk="1" hangingPunct="1"/>
            <a:r>
              <a:rPr lang="en-US" altLang="en-US" dirty="0"/>
              <a:t>Store word from register to memory</a:t>
            </a:r>
          </a:p>
          <a:p>
            <a:pPr lvl="1" eaLnBrk="1" hangingPunct="1">
              <a:buFontTx/>
              <a:buNone/>
            </a:pPr>
            <a:r>
              <a:rPr lang="en-US" altLang="en-US" dirty="0">
                <a:solidFill>
                  <a:srgbClr val="FF0000"/>
                </a:solidFill>
              </a:rPr>
              <a:t>	</a:t>
            </a:r>
            <a:r>
              <a:rPr lang="en-US" altLang="en-US" dirty="0" err="1">
                <a:solidFill>
                  <a:srgbClr val="FF0000"/>
                </a:solidFill>
              </a:rPr>
              <a:t>sw</a:t>
            </a:r>
            <a:r>
              <a:rPr lang="en-US" altLang="en-US" dirty="0">
                <a:solidFill>
                  <a:srgbClr val="FF0000"/>
                </a:solidFill>
              </a:rPr>
              <a:t> $t1, 0($s0) # where [$s0]=4004; save output f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7620000" y="6356350"/>
            <a:ext cx="1066800" cy="365125"/>
          </a:xfrm>
        </p:spPr>
        <p:txBody>
          <a:bodyPr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lvl="1" eaLnBrk="1" hangingPunct="1"/>
            <a:fld id="{E0AC69B8-6616-4FB8-B7F1-5BBA4E2C113E}" type="slidenum">
              <a:rPr lang="en-US" altLang="en-US">
                <a:latin typeface="Calibri" panose="020F0502020204030204" pitchFamily="34" charset="0"/>
              </a:rPr>
              <a:pPr lvl="1" eaLnBrk="1" hangingPunct="1"/>
              <a:t>10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custDataLst>
      <p:tags r:id="rId1"/>
    </p:custData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Memory and Load/Store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xfrm>
            <a:off x="7620000" y="6356350"/>
            <a:ext cx="1066800" cy="365125"/>
          </a:xfrm>
        </p:spPr>
        <p:txBody>
          <a:bodyPr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lvl="1" eaLnBrk="1" hangingPunct="1"/>
            <a:fld id="{6EF2328A-A97E-4D51-834B-3F224C3083DC}" type="slidenum">
              <a:rPr lang="en-US" altLang="en-US">
                <a:latin typeface="Calibri" panose="020F0502020204030204" pitchFamily="34" charset="0"/>
              </a:rPr>
              <a:pPr lvl="1" eaLnBrk="1" hangingPunct="1"/>
              <a:t>11</a:t>
            </a:fld>
            <a:endParaRPr lang="en-US" altLang="en-US">
              <a:latin typeface="Calibri" panose="020F0502020204030204" pitchFamily="34" charset="0"/>
            </a:endParaRPr>
          </a:p>
        </p:txBody>
      </p:sp>
      <p:pic>
        <p:nvPicPr>
          <p:cNvPr id="3" name="Picture 2" descr="A yellow and blue chart with black text&#10;&#10;Description automatically generated">
            <a:extLst>
              <a:ext uri="{FF2B5EF4-FFF2-40B4-BE49-F238E27FC236}">
                <a16:creationId xmlns:a16="http://schemas.microsoft.com/office/drawing/2014/main" id="{36DA9413-C2C4-E414-A5D5-272689DE8E17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1303" r="-95" b="1629"/>
          <a:stretch/>
        </p:blipFill>
        <p:spPr>
          <a:xfrm>
            <a:off x="766823" y="1474967"/>
            <a:ext cx="7617598" cy="4306115"/>
          </a:xfrm>
          <a:prstGeom prst="rect">
            <a:avLst/>
          </a:prstGeom>
          <a:ln>
            <a:noFill/>
          </a:ln>
        </p:spPr>
      </p:pic>
    </p:spTree>
    <p:custDataLst>
      <p:tags r:id="rId1"/>
    </p:custData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B4F8FCBC-7AE4-44B9-AC65-B6579843BA9B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Memory and Load/Store</a:t>
            </a: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BA59F24B-7323-4929-96D9-050F99AC0D78}"/>
              </a:ext>
            </a:extLst>
          </p:cNvPr>
          <p:cNvSpPr>
            <a:spLocks noGrp="1" noChangeArrowheads="1"/>
          </p:cNvSpPr>
          <p:nvPr>
            <p:ph idx="1"/>
            <p:custDataLst>
              <p:tags r:id="rId3"/>
            </p:custDataLst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Important for arrays</a:t>
            </a:r>
          </a:p>
          <a:p>
            <a:pPr lvl="1" eaLnBrk="1" hangingPunct="1">
              <a:buFontTx/>
              <a:buNone/>
            </a:pPr>
            <a:r>
              <a:rPr lang="en-US" altLang="en-US" sz="2400" dirty="0">
                <a:latin typeface="Consolas"/>
              </a:rPr>
              <a:t>A[</a:t>
            </a:r>
            <a:r>
              <a:rPr lang="en-US" altLang="en-US" sz="2400" err="1">
                <a:latin typeface="Consolas"/>
              </a:rPr>
              <a:t>i</a:t>
            </a:r>
            <a:r>
              <a:rPr lang="en-US" altLang="en-US" sz="2400" dirty="0">
                <a:latin typeface="Consolas"/>
              </a:rPr>
              <a:t>] = A[</a:t>
            </a:r>
            <a:r>
              <a:rPr lang="en-US" altLang="en-US" sz="2400" err="1">
                <a:latin typeface="Consolas"/>
              </a:rPr>
              <a:t>i</a:t>
            </a:r>
            <a:r>
              <a:rPr lang="en-US" altLang="en-US" sz="2400" dirty="0">
                <a:latin typeface="Consolas"/>
              </a:rPr>
              <a:t>] + h</a:t>
            </a:r>
          </a:p>
          <a:p>
            <a:pPr lvl="1" eaLnBrk="1" hangingPunct="1">
              <a:buFontTx/>
              <a:buNone/>
            </a:pPr>
            <a:r>
              <a:rPr lang="en-US" altLang="en-US" sz="2400" dirty="0">
                <a:latin typeface="Consolas"/>
              </a:rPr>
              <a:t># $t0 is temp, $s2 is h, $s5 is (</a:t>
            </a:r>
            <a:r>
              <a:rPr lang="en-US" altLang="en-US" sz="2400" err="1">
                <a:latin typeface="Consolas"/>
              </a:rPr>
              <a:t>i</a:t>
            </a:r>
            <a:r>
              <a:rPr lang="en-US" altLang="en-US" sz="2400" dirty="0">
                <a:latin typeface="Consolas"/>
              </a:rPr>
              <a:t> x 4)</a:t>
            </a:r>
          </a:p>
          <a:p>
            <a:pPr lvl="1" eaLnBrk="1" hangingPunct="1">
              <a:buFontTx/>
              <a:buNone/>
            </a:pPr>
            <a:r>
              <a:rPr lang="en-US" altLang="en-US" sz="2400">
                <a:latin typeface="Consolas"/>
              </a:rPr>
              <a:t># A[] is integer array, and &amp;A[0] = 8000</a:t>
            </a:r>
            <a:endParaRPr lang="en-US" altLang="en-US" sz="2400">
              <a:latin typeface="Consolas"/>
              <a:cs typeface="Calibri"/>
            </a:endParaRPr>
          </a:p>
          <a:p>
            <a:pPr lvl="1" eaLnBrk="1" hangingPunct="1">
              <a:buFontTx/>
              <a:buNone/>
            </a:pPr>
            <a:r>
              <a:rPr lang="en-US" altLang="en-US" sz="2400" err="1">
                <a:solidFill>
                  <a:srgbClr val="FF0000"/>
                </a:solidFill>
                <a:latin typeface="Consolas"/>
              </a:rPr>
              <a:t>lw</a:t>
            </a:r>
            <a:r>
              <a:rPr lang="en-US" altLang="en-US" sz="2400" dirty="0">
                <a:solidFill>
                  <a:srgbClr val="FF0000"/>
                </a:solidFill>
                <a:latin typeface="Consolas"/>
              </a:rPr>
              <a:t> $t0, 8000($s5)</a:t>
            </a:r>
          </a:p>
          <a:p>
            <a:pPr lvl="1" eaLnBrk="1" hangingPunct="1">
              <a:buFontTx/>
              <a:buNone/>
            </a:pPr>
            <a:r>
              <a:rPr lang="en-US" altLang="en-US" sz="2400" dirty="0">
                <a:solidFill>
                  <a:srgbClr val="FF0000"/>
                </a:solidFill>
                <a:latin typeface="Consolas"/>
              </a:rPr>
              <a:t>add $t0, $s2, $t0</a:t>
            </a:r>
            <a:endParaRPr lang="en-US" altLang="en-US" sz="2400">
              <a:solidFill>
                <a:srgbClr val="FF0000"/>
              </a:solidFill>
              <a:latin typeface="Consolas"/>
              <a:cs typeface="Calibri"/>
            </a:endParaRPr>
          </a:p>
          <a:p>
            <a:pPr lvl="1" eaLnBrk="1" hangingPunct="1">
              <a:buFontTx/>
              <a:buNone/>
            </a:pPr>
            <a:r>
              <a:rPr lang="en-US" altLang="en-US" sz="2400" err="1">
                <a:solidFill>
                  <a:srgbClr val="FF0000"/>
                </a:solidFill>
                <a:latin typeface="Consolas"/>
              </a:rPr>
              <a:t>sw</a:t>
            </a:r>
            <a:r>
              <a:rPr lang="en-US" altLang="en-US" sz="2400" dirty="0">
                <a:solidFill>
                  <a:srgbClr val="FF0000"/>
                </a:solidFill>
                <a:latin typeface="Consolas"/>
              </a:rPr>
              <a:t> $t0, 8000($s5)</a:t>
            </a:r>
          </a:p>
          <a:p>
            <a:pPr eaLnBrk="1" hangingPunct="1"/>
            <a:r>
              <a:rPr lang="en-US" altLang="en-US" sz="2800" dirty="0"/>
              <a:t>MIPS has other load/store for bytes and halfwords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05B7CCB-6337-4C88-8B22-F587CE360C15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7620000" y="6356350"/>
            <a:ext cx="1066800" cy="365125"/>
          </a:xfrm>
        </p:spPr>
        <p:txBody>
          <a:bodyPr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lvl="1" eaLnBrk="1" hangingPunct="1"/>
            <a:fld id="{94A3B7FD-241E-4EB5-B2CA-9800EE219E1E}" type="slidenum">
              <a:rPr lang="en-US" altLang="en-US">
                <a:latin typeface="Calibri" panose="020F0502020204030204" pitchFamily="34" charset="0"/>
              </a:rPr>
              <a:pPr lvl="1" eaLnBrk="1" hangingPunct="1"/>
              <a:t>12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custDataLst>
      <p:tags r:id="rId1"/>
    </p:custData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altLang="en-US"/>
              <a:t>Branches and Jumps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idx="1"/>
            <p:custDataLst>
              <p:tags r:id="rId3"/>
            </p:custDataLst>
          </p:nvPr>
        </p:nvSpPr>
        <p:spPr>
          <a:xfrm>
            <a:off x="685800" y="1524000"/>
            <a:ext cx="3048000" cy="2057400"/>
          </a:xfrm>
        </p:spPr>
        <p:txBody>
          <a:bodyPr/>
          <a:lstStyle/>
          <a:p>
            <a:pPr eaLnBrk="1" hangingPunct="1">
              <a:lnSpc>
                <a:spcPct val="80000"/>
              </a:lnSpc>
              <a:spcBef>
                <a:spcPts val="2400"/>
              </a:spcBef>
              <a:spcAft>
                <a:spcPts val="1400"/>
              </a:spcAft>
              <a:buFont typeface="Wingdings" panose="05000000000000000000" pitchFamily="2" charset="2"/>
              <a:buNone/>
            </a:pPr>
            <a:r>
              <a:rPr lang="en-US" altLang="en-US" sz="1800" dirty="0">
                <a:latin typeface="Consolas"/>
              </a:rPr>
              <a:t>while ( </a:t>
            </a:r>
            <a:r>
              <a:rPr lang="en-US" altLang="en-US" sz="1800" err="1">
                <a:latin typeface="Consolas"/>
              </a:rPr>
              <a:t>i</a:t>
            </a:r>
            <a:r>
              <a:rPr lang="en-US" altLang="en-US" sz="1800" dirty="0">
                <a:latin typeface="Consolas"/>
              </a:rPr>
              <a:t> != j) {</a:t>
            </a:r>
            <a:endParaRPr lang="en-US" altLang="en-US" sz="1800">
              <a:latin typeface="Consolas"/>
            </a:endParaRPr>
          </a:p>
          <a:p>
            <a:pPr eaLnBrk="1" hangingPunct="1">
              <a:lnSpc>
                <a:spcPct val="80000"/>
              </a:lnSpc>
              <a:spcAft>
                <a:spcPts val="1700"/>
              </a:spcAft>
              <a:buNone/>
            </a:pPr>
            <a:r>
              <a:rPr lang="en-US" altLang="en-US" sz="1800" dirty="0">
                <a:latin typeface="Consolas"/>
                <a:ea typeface="Inconsolata"/>
              </a:rPr>
              <a:t>    j = j + </a:t>
            </a:r>
            <a:r>
              <a:rPr lang="en-US" altLang="en-US" sz="1800" dirty="0" err="1">
                <a:latin typeface="Consolas"/>
                <a:ea typeface="Inconsolata"/>
              </a:rPr>
              <a:t>i</a:t>
            </a:r>
            <a:r>
              <a:rPr lang="en-US" altLang="en-US" sz="1800" dirty="0">
                <a:latin typeface="Consolas"/>
                <a:ea typeface="Inconsolata"/>
              </a:rPr>
              <a:t>;</a:t>
            </a:r>
            <a:endParaRPr lang="en-US" altLang="en-US" sz="1800">
              <a:latin typeface="Consolas"/>
              <a:ea typeface="Inconsolata"/>
            </a:endParaRPr>
          </a:p>
          <a:p>
            <a:pPr eaLnBrk="1" hangingPunct="1">
              <a:lnSpc>
                <a:spcPct val="80000"/>
              </a:lnSpc>
              <a:spcAft>
                <a:spcPts val="1700"/>
              </a:spcAft>
              <a:buNone/>
            </a:pPr>
            <a:r>
              <a:rPr lang="en-US" altLang="en-US" sz="1800" dirty="0">
                <a:latin typeface="Consolas"/>
              </a:rPr>
              <a:t>    </a:t>
            </a:r>
            <a:r>
              <a:rPr lang="en-US" altLang="en-US" sz="1800" dirty="0" err="1">
                <a:latin typeface="Consolas"/>
              </a:rPr>
              <a:t>i</a:t>
            </a:r>
            <a:r>
              <a:rPr lang="en-US" altLang="en-US" sz="1800" dirty="0">
                <a:latin typeface="Consolas"/>
              </a:rPr>
              <a:t> = </a:t>
            </a:r>
            <a:r>
              <a:rPr lang="en-US" altLang="en-US" sz="1800" dirty="0" err="1">
                <a:latin typeface="Consolas"/>
              </a:rPr>
              <a:t>i</a:t>
            </a:r>
            <a:r>
              <a:rPr lang="en-US" altLang="en-US" sz="1800" dirty="0">
                <a:latin typeface="Consolas"/>
              </a:rPr>
              <a:t> + 1;</a:t>
            </a:r>
            <a:endParaRPr lang="en-US" altLang="en-US" sz="1800">
              <a:latin typeface="Consolas"/>
            </a:endParaRPr>
          </a:p>
          <a:p>
            <a:pPr eaLnBrk="1" hangingPunct="1">
              <a:lnSpc>
                <a:spcPct val="80000"/>
              </a:lnSpc>
              <a:spcBef>
                <a:spcPts val="700"/>
              </a:spcBef>
              <a:spcAft>
                <a:spcPts val="1400"/>
              </a:spcAft>
              <a:buFont typeface="Wingdings" panose="05000000000000000000" pitchFamily="2" charset="2"/>
              <a:buNone/>
            </a:pPr>
            <a:r>
              <a:rPr lang="en-US" altLang="en-US" sz="1800" dirty="0">
                <a:latin typeface="Consolas"/>
              </a:rPr>
              <a:t>}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en-US" sz="1800" dirty="0">
              <a:latin typeface="Consolas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7620000" y="6356350"/>
            <a:ext cx="1066800" cy="365125"/>
          </a:xfrm>
        </p:spPr>
        <p:txBody>
          <a:bodyPr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lvl="1" eaLnBrk="1" hangingPunct="1"/>
            <a:fld id="{66400EEC-D38D-470A-8D54-83ABDAEC32C9}" type="slidenum">
              <a:rPr lang="en-US" altLang="en-US">
                <a:latin typeface="Calibri" panose="020F0502020204030204" pitchFamily="34" charset="0"/>
              </a:rPr>
              <a:pPr lvl="1" eaLnBrk="1" hangingPunct="1"/>
              <a:t>13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64685508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altLang="en-US"/>
              <a:t>Branches and Jumps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idx="1"/>
            <p:custDataLst>
              <p:tags r:id="rId3"/>
            </p:custDataLst>
          </p:nvPr>
        </p:nvSpPr>
        <p:spPr>
          <a:xfrm>
            <a:off x="685800" y="1524000"/>
            <a:ext cx="3048000" cy="2057400"/>
          </a:xfrm>
        </p:spPr>
        <p:txBody>
          <a:bodyPr/>
          <a:lstStyle/>
          <a:p>
            <a:pPr>
              <a:lnSpc>
                <a:spcPct val="80000"/>
              </a:lnSpc>
              <a:spcBef>
                <a:spcPts val="2400"/>
              </a:spcBef>
              <a:spcAft>
                <a:spcPts val="1400"/>
              </a:spcAft>
              <a:buNone/>
            </a:pPr>
            <a:r>
              <a:rPr lang="en-US" sz="1800" dirty="0">
                <a:latin typeface="Consolas"/>
                <a:ea typeface="Inconsolata"/>
              </a:rPr>
              <a:t>while ( </a:t>
            </a:r>
            <a:r>
              <a:rPr lang="en-US" sz="1800" dirty="0" err="1">
                <a:latin typeface="Consolas"/>
                <a:ea typeface="Inconsolata"/>
              </a:rPr>
              <a:t>i</a:t>
            </a:r>
            <a:r>
              <a:rPr lang="en-US" sz="1800" dirty="0">
                <a:latin typeface="Consolas"/>
                <a:ea typeface="Inconsolata"/>
              </a:rPr>
              <a:t> != j) {</a:t>
            </a:r>
          </a:p>
          <a:p>
            <a:pPr>
              <a:lnSpc>
                <a:spcPct val="80000"/>
              </a:lnSpc>
              <a:spcAft>
                <a:spcPts val="1700"/>
              </a:spcAft>
              <a:buNone/>
            </a:pPr>
            <a:r>
              <a:rPr lang="en-US" sz="1800" dirty="0">
                <a:latin typeface="Consolas"/>
                <a:ea typeface="Inconsolata"/>
              </a:rPr>
              <a:t>    j = j + </a:t>
            </a:r>
            <a:r>
              <a:rPr lang="en-US" sz="1800" dirty="0" err="1">
                <a:latin typeface="Consolas"/>
                <a:ea typeface="Inconsolata"/>
              </a:rPr>
              <a:t>i</a:t>
            </a:r>
            <a:r>
              <a:rPr lang="en-US" sz="1800" dirty="0">
                <a:latin typeface="Consolas"/>
                <a:ea typeface="Inconsolata"/>
              </a:rPr>
              <a:t>;</a:t>
            </a:r>
          </a:p>
          <a:p>
            <a:pPr>
              <a:lnSpc>
                <a:spcPct val="80000"/>
              </a:lnSpc>
              <a:spcAft>
                <a:spcPts val="1700"/>
              </a:spcAft>
              <a:buNone/>
            </a:pPr>
            <a:r>
              <a:rPr lang="en-US" sz="1800" dirty="0">
                <a:latin typeface="Consolas"/>
                <a:ea typeface="Inconsolata"/>
              </a:rPr>
              <a:t>    </a:t>
            </a:r>
            <a:r>
              <a:rPr lang="en-US" sz="1800" dirty="0" err="1">
                <a:latin typeface="Consolas"/>
                <a:ea typeface="Inconsolata"/>
              </a:rPr>
              <a:t>i</a:t>
            </a:r>
            <a:r>
              <a:rPr lang="en-US" sz="1800" dirty="0">
                <a:latin typeface="Consolas"/>
                <a:ea typeface="Inconsolata"/>
              </a:rPr>
              <a:t> = </a:t>
            </a:r>
            <a:r>
              <a:rPr lang="en-US" sz="1800" dirty="0" err="1">
                <a:latin typeface="Consolas"/>
                <a:ea typeface="Inconsolata"/>
              </a:rPr>
              <a:t>i</a:t>
            </a:r>
            <a:r>
              <a:rPr lang="en-US" sz="1800" dirty="0">
                <a:latin typeface="Consolas"/>
                <a:ea typeface="Inconsolata"/>
              </a:rPr>
              <a:t> + 1;</a:t>
            </a:r>
          </a:p>
          <a:p>
            <a:pPr>
              <a:lnSpc>
                <a:spcPct val="80000"/>
              </a:lnSpc>
              <a:spcBef>
                <a:spcPts val="700"/>
              </a:spcBef>
              <a:spcAft>
                <a:spcPts val="1400"/>
              </a:spcAft>
              <a:buNone/>
            </a:pPr>
            <a:r>
              <a:rPr lang="en-US" sz="1800" dirty="0">
                <a:latin typeface="Consolas"/>
                <a:ea typeface="Inconsolata"/>
              </a:rPr>
              <a:t>}</a:t>
            </a:r>
          </a:p>
          <a:p>
            <a:pPr>
              <a:lnSpc>
                <a:spcPct val="80000"/>
              </a:lnSpc>
              <a:buNone/>
            </a:pPr>
            <a:endParaRPr lang="en-US" sz="1800" dirty="0">
              <a:latin typeface="Consolas"/>
              <a:ea typeface="Inconsolata"/>
            </a:endParaRPr>
          </a:p>
          <a:p>
            <a:pPr>
              <a:lnSpc>
                <a:spcPct val="80000"/>
              </a:lnSpc>
              <a:spcBef>
                <a:spcPts val="2400"/>
              </a:spcBef>
              <a:spcAft>
                <a:spcPts val="1400"/>
              </a:spcAft>
              <a:buFont typeface="Wingdings" panose="05000000000000000000" pitchFamily="2" charset="2"/>
              <a:buNone/>
            </a:pPr>
            <a:endParaRPr lang="en-US" altLang="en-US" sz="1800" b="1" dirty="0">
              <a:latin typeface="Inconsolata" panose="00000509000000000000" pitchFamily="49" charset="0"/>
              <a:ea typeface="Inconsolata"/>
            </a:endParaRPr>
          </a:p>
        </p:txBody>
      </p:sp>
      <p:sp>
        <p:nvSpPr>
          <p:cNvPr id="18436" name="Text Box 7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3657600" y="1524000"/>
            <a:ext cx="4200525" cy="32932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lIns="91440" tIns="45720" rIns="91440" bIns="45720" anchor="t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ts val="700"/>
              </a:spcBef>
              <a:spcAft>
                <a:spcPts val="140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en-US" sz="2000" dirty="0">
                <a:solidFill>
                  <a:srgbClr val="FF0000"/>
                </a:solidFill>
                <a:latin typeface="Consolas"/>
                <a:cs typeface="Arial"/>
              </a:rPr>
              <a:t># [$s1] is </a:t>
            </a:r>
            <a:r>
              <a:rPr lang="en-US" altLang="en-US" sz="2000" err="1">
                <a:solidFill>
                  <a:srgbClr val="FF0000"/>
                </a:solidFill>
                <a:latin typeface="Consolas"/>
                <a:cs typeface="Arial"/>
              </a:rPr>
              <a:t>i</a:t>
            </a:r>
            <a:r>
              <a:rPr lang="en-US" altLang="en-US" sz="2000" dirty="0">
                <a:solidFill>
                  <a:srgbClr val="FF0000"/>
                </a:solidFill>
                <a:latin typeface="Consolas"/>
                <a:cs typeface="Arial"/>
              </a:rPr>
              <a:t>, [$s2] is j</a:t>
            </a:r>
            <a:endParaRPr lang="en-US" altLang="en-US" sz="2000">
              <a:solidFill>
                <a:srgbClr val="FF0000"/>
              </a:solidFill>
              <a:latin typeface="Consolas"/>
              <a:cs typeface="Arial"/>
            </a:endParaRPr>
          </a:p>
          <a:p>
            <a:pPr eaLnBrk="1" hangingPunct="1">
              <a:lnSpc>
                <a:spcPct val="90000"/>
              </a:lnSpc>
              <a:spcBef>
                <a:spcPts val="1000"/>
              </a:spcBef>
              <a:spcAft>
                <a:spcPts val="140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en-US" sz="2000" dirty="0">
                <a:solidFill>
                  <a:srgbClr val="FF0000"/>
                </a:solidFill>
                <a:latin typeface="Consolas"/>
                <a:cs typeface="Arial"/>
              </a:rPr>
              <a:t>LOOP:	</a:t>
            </a:r>
            <a:endParaRPr lang="en-US" altLang="en-US" sz="2000">
              <a:solidFill>
                <a:srgbClr val="FF0000"/>
              </a:solidFill>
              <a:latin typeface="Consolas"/>
              <a:cs typeface="Arial"/>
            </a:endParaRPr>
          </a:p>
          <a:p>
            <a:pPr eaLnBrk="1" hangingPunct="1">
              <a:lnSpc>
                <a:spcPct val="90000"/>
              </a:lnSpc>
              <a:spcBef>
                <a:spcPts val="1000"/>
              </a:spcBef>
              <a:spcAft>
                <a:spcPts val="140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en-US" sz="2000" dirty="0">
                <a:solidFill>
                  <a:srgbClr val="FF0000"/>
                </a:solidFill>
                <a:latin typeface="Consolas"/>
                <a:cs typeface="Arial"/>
              </a:rPr>
              <a:t>	</a:t>
            </a:r>
            <a:endParaRPr lang="en-US" altLang="en-US" sz="2000">
              <a:solidFill>
                <a:srgbClr val="FF0000"/>
              </a:solidFill>
              <a:latin typeface="Consolas"/>
              <a:cs typeface="Arial"/>
            </a:endParaRPr>
          </a:p>
          <a:p>
            <a:pPr eaLnBrk="1" hangingPunct="1">
              <a:lnSpc>
                <a:spcPct val="90000"/>
              </a:lnSpc>
              <a:spcBef>
                <a:spcPts val="1000"/>
              </a:spcBef>
              <a:spcAft>
                <a:spcPts val="140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en-US" sz="2000" dirty="0">
                <a:solidFill>
                  <a:srgbClr val="FF0000"/>
                </a:solidFill>
                <a:latin typeface="Consolas"/>
                <a:cs typeface="Arial"/>
              </a:rPr>
              <a:t>	</a:t>
            </a:r>
            <a:endParaRPr lang="en-US" altLang="en-US" sz="2000">
              <a:solidFill>
                <a:srgbClr val="FF0000"/>
              </a:solidFill>
              <a:latin typeface="Consolas"/>
              <a:cs typeface="Arial"/>
            </a:endParaRPr>
          </a:p>
          <a:p>
            <a:pPr eaLnBrk="1" hangingPunct="1">
              <a:lnSpc>
                <a:spcPct val="90000"/>
              </a:lnSpc>
              <a:spcBef>
                <a:spcPts val="1000"/>
              </a:spcBef>
              <a:spcAft>
                <a:spcPts val="140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en-US" sz="2000" dirty="0">
                <a:solidFill>
                  <a:srgbClr val="FF0000"/>
                </a:solidFill>
                <a:latin typeface="Consolas"/>
                <a:cs typeface="Arial"/>
              </a:rPr>
              <a:t>	</a:t>
            </a:r>
            <a:endParaRPr lang="en-US" altLang="en-US" sz="2000">
              <a:solidFill>
                <a:srgbClr val="FF0000"/>
              </a:solidFill>
              <a:latin typeface="Consolas"/>
              <a:cs typeface="Arial"/>
            </a:endParaRPr>
          </a:p>
          <a:p>
            <a:pPr eaLnBrk="1" hangingPunct="1">
              <a:lnSpc>
                <a:spcPct val="90000"/>
              </a:lnSpc>
              <a:spcBef>
                <a:spcPts val="1000"/>
              </a:spcBef>
              <a:spcAft>
                <a:spcPts val="140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en-US" sz="2000" dirty="0">
                <a:solidFill>
                  <a:srgbClr val="FF0000"/>
                </a:solidFill>
                <a:latin typeface="Consolas"/>
                <a:cs typeface="Arial"/>
              </a:rPr>
              <a:t>EXIT:</a:t>
            </a:r>
            <a:endParaRPr lang="en-US" altLang="en-US" sz="2000">
              <a:solidFill>
                <a:srgbClr val="FF0000"/>
              </a:solidFill>
              <a:latin typeface="Consolas"/>
              <a:cs typeface="Arial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7620000" y="6356350"/>
            <a:ext cx="1066800" cy="365125"/>
          </a:xfrm>
        </p:spPr>
        <p:txBody>
          <a:bodyPr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lvl="1" eaLnBrk="1" hangingPunct="1"/>
            <a:fld id="{66400EEC-D38D-470A-8D54-83ABDAEC32C9}" type="slidenum">
              <a:rPr lang="en-US" altLang="en-US">
                <a:latin typeface="Calibri" panose="020F0502020204030204" pitchFamily="34" charset="0"/>
              </a:rPr>
              <a:pPr lvl="1" eaLnBrk="1" hangingPunct="1"/>
              <a:t>14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58401384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altLang="en-US"/>
              <a:t>Branches and Jumps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idx="1"/>
            <p:custDataLst>
              <p:tags r:id="rId3"/>
            </p:custDataLst>
          </p:nvPr>
        </p:nvSpPr>
        <p:spPr>
          <a:xfrm>
            <a:off x="685800" y="1524000"/>
            <a:ext cx="3048000" cy="2057400"/>
          </a:xfrm>
        </p:spPr>
        <p:txBody>
          <a:bodyPr/>
          <a:lstStyle/>
          <a:p>
            <a:pPr>
              <a:lnSpc>
                <a:spcPct val="80000"/>
              </a:lnSpc>
              <a:spcBef>
                <a:spcPts val="2400"/>
              </a:spcBef>
              <a:spcAft>
                <a:spcPts val="1400"/>
              </a:spcAft>
              <a:buNone/>
            </a:pPr>
            <a:r>
              <a:rPr lang="en-US" sz="1800" dirty="0">
                <a:latin typeface="Consolas"/>
              </a:rPr>
              <a:t>while ( </a:t>
            </a:r>
            <a:r>
              <a:rPr lang="en-US" sz="1800" dirty="0" err="1">
                <a:latin typeface="Consolas"/>
              </a:rPr>
              <a:t>i</a:t>
            </a:r>
            <a:r>
              <a:rPr lang="en-US" sz="1800" dirty="0">
                <a:latin typeface="Consolas"/>
              </a:rPr>
              <a:t> != j) {</a:t>
            </a:r>
          </a:p>
          <a:p>
            <a:pPr>
              <a:lnSpc>
                <a:spcPct val="80000"/>
              </a:lnSpc>
              <a:spcAft>
                <a:spcPts val="1700"/>
              </a:spcAft>
              <a:buNone/>
            </a:pPr>
            <a:r>
              <a:rPr lang="en-US" sz="1800" dirty="0">
                <a:latin typeface="Consolas"/>
              </a:rPr>
              <a:t>    j = j + </a:t>
            </a:r>
            <a:r>
              <a:rPr lang="en-US" sz="1800" dirty="0" err="1">
                <a:latin typeface="Consolas"/>
              </a:rPr>
              <a:t>i</a:t>
            </a:r>
            <a:r>
              <a:rPr lang="en-US" sz="1800" dirty="0">
                <a:latin typeface="Consolas"/>
              </a:rPr>
              <a:t>;</a:t>
            </a:r>
          </a:p>
          <a:p>
            <a:pPr>
              <a:lnSpc>
                <a:spcPct val="80000"/>
              </a:lnSpc>
              <a:spcAft>
                <a:spcPts val="1700"/>
              </a:spcAft>
              <a:buNone/>
            </a:pPr>
            <a:r>
              <a:rPr lang="en-US" sz="1800" dirty="0">
                <a:latin typeface="Consolas"/>
              </a:rPr>
              <a:t>    </a:t>
            </a:r>
            <a:r>
              <a:rPr lang="en-US" sz="1800" dirty="0" err="1">
                <a:latin typeface="Consolas"/>
              </a:rPr>
              <a:t>i</a:t>
            </a:r>
            <a:r>
              <a:rPr lang="en-US" sz="1800" dirty="0">
                <a:latin typeface="Consolas"/>
              </a:rPr>
              <a:t> = </a:t>
            </a:r>
            <a:r>
              <a:rPr lang="en-US" sz="1800" dirty="0" err="1">
                <a:latin typeface="Consolas"/>
              </a:rPr>
              <a:t>i</a:t>
            </a:r>
            <a:r>
              <a:rPr lang="en-US" sz="1800" dirty="0">
                <a:latin typeface="Consolas"/>
              </a:rPr>
              <a:t> + 1;</a:t>
            </a:r>
          </a:p>
          <a:p>
            <a:pPr>
              <a:lnSpc>
                <a:spcPct val="80000"/>
              </a:lnSpc>
              <a:spcBef>
                <a:spcPts val="700"/>
              </a:spcBef>
              <a:spcAft>
                <a:spcPts val="1400"/>
              </a:spcAft>
              <a:buNone/>
            </a:pPr>
            <a:r>
              <a:rPr lang="en-US" sz="1800" dirty="0">
                <a:latin typeface="Consolas"/>
              </a:rPr>
              <a:t>}</a:t>
            </a:r>
          </a:p>
          <a:p>
            <a:pPr>
              <a:lnSpc>
                <a:spcPct val="80000"/>
              </a:lnSpc>
              <a:buNone/>
            </a:pPr>
            <a:endParaRPr lang="en-US" sz="1800" dirty="0">
              <a:latin typeface="Consolas"/>
            </a:endParaRPr>
          </a:p>
          <a:p>
            <a:pPr>
              <a:lnSpc>
                <a:spcPct val="80000"/>
              </a:lnSpc>
              <a:spcBef>
                <a:spcPts val="2400"/>
              </a:spcBef>
              <a:spcAft>
                <a:spcPts val="1400"/>
              </a:spcAft>
              <a:buFont typeface="Wingdings" panose="05000000000000000000" pitchFamily="2" charset="2"/>
              <a:buNone/>
            </a:pPr>
            <a:endParaRPr lang="en-US" altLang="en-US" sz="1800" b="1" dirty="0">
              <a:latin typeface="Inconsolata" panose="00000509000000000000" pitchFamily="49" charset="0"/>
              <a:ea typeface="Inconsolata"/>
            </a:endParaRPr>
          </a:p>
        </p:txBody>
      </p:sp>
      <p:sp>
        <p:nvSpPr>
          <p:cNvPr id="18436" name="Text Box 7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3657600" y="1524000"/>
            <a:ext cx="4917701" cy="32932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 lIns="91440" tIns="45720" rIns="91440" bIns="45720" anchor="t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ts val="700"/>
              </a:spcBef>
              <a:spcAft>
                <a:spcPts val="140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en-US" sz="2000" dirty="0">
                <a:solidFill>
                  <a:srgbClr val="FF0000"/>
                </a:solidFill>
                <a:latin typeface="Consolas"/>
                <a:cs typeface="Arial"/>
              </a:rPr>
              <a:t># [$s1] is </a:t>
            </a:r>
            <a:r>
              <a:rPr lang="en-US" altLang="en-US" sz="2000" err="1">
                <a:solidFill>
                  <a:srgbClr val="FF0000"/>
                </a:solidFill>
                <a:latin typeface="Consolas"/>
                <a:cs typeface="Arial"/>
              </a:rPr>
              <a:t>i</a:t>
            </a:r>
            <a:r>
              <a:rPr lang="en-US" altLang="en-US" sz="2000" dirty="0">
                <a:solidFill>
                  <a:srgbClr val="FF0000"/>
                </a:solidFill>
                <a:latin typeface="Consolas"/>
                <a:cs typeface="Arial"/>
              </a:rPr>
              <a:t>, [$s2] is j</a:t>
            </a:r>
            <a:endParaRPr lang="en-US" altLang="en-US" sz="2000">
              <a:solidFill>
                <a:srgbClr val="FF0000"/>
              </a:solidFill>
              <a:latin typeface="Consolas"/>
              <a:cs typeface="Arial"/>
            </a:endParaRPr>
          </a:p>
          <a:p>
            <a:pPr eaLnBrk="1" hangingPunct="1">
              <a:lnSpc>
                <a:spcPct val="90000"/>
              </a:lnSpc>
              <a:spcBef>
                <a:spcPts val="1000"/>
              </a:spcBef>
              <a:spcAft>
                <a:spcPts val="140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en-US" sz="2000" dirty="0">
                <a:solidFill>
                  <a:srgbClr val="FF0000"/>
                </a:solidFill>
                <a:latin typeface="Consolas"/>
                <a:cs typeface="Arial"/>
              </a:rPr>
              <a:t>LOOP:	</a:t>
            </a:r>
            <a:r>
              <a:rPr lang="en-US" altLang="en-US" sz="2000" err="1">
                <a:solidFill>
                  <a:srgbClr val="FF0000"/>
                </a:solidFill>
                <a:latin typeface="Consolas"/>
                <a:cs typeface="Arial"/>
              </a:rPr>
              <a:t>beq</a:t>
            </a:r>
            <a:r>
              <a:rPr lang="en-US" altLang="en-US" sz="2000" dirty="0">
                <a:solidFill>
                  <a:srgbClr val="FF0000"/>
                </a:solidFill>
                <a:latin typeface="Consolas"/>
                <a:cs typeface="Arial"/>
              </a:rPr>
              <a:t> $s1, $s2, EXIT</a:t>
            </a:r>
            <a:endParaRPr lang="en-US" altLang="en-US" sz="2000">
              <a:solidFill>
                <a:srgbClr val="FF0000"/>
              </a:solidFill>
              <a:latin typeface="Consolas"/>
              <a:cs typeface="Arial"/>
            </a:endParaRPr>
          </a:p>
          <a:p>
            <a:pPr eaLnBrk="1" hangingPunct="1">
              <a:lnSpc>
                <a:spcPct val="90000"/>
              </a:lnSpc>
              <a:spcBef>
                <a:spcPts val="1000"/>
              </a:spcBef>
              <a:spcAft>
                <a:spcPts val="140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en-US" sz="2000" dirty="0">
                <a:solidFill>
                  <a:srgbClr val="FF0000"/>
                </a:solidFill>
                <a:latin typeface="Consolas"/>
                <a:cs typeface="Arial"/>
              </a:rPr>
              <a:t>	add $s2, $s2, $s1</a:t>
            </a:r>
            <a:endParaRPr lang="en-US" altLang="en-US" sz="2000">
              <a:solidFill>
                <a:srgbClr val="FF0000"/>
              </a:solidFill>
              <a:latin typeface="Consolas"/>
              <a:cs typeface="Arial"/>
            </a:endParaRPr>
          </a:p>
          <a:p>
            <a:pPr eaLnBrk="1" hangingPunct="1">
              <a:lnSpc>
                <a:spcPct val="90000"/>
              </a:lnSpc>
              <a:spcBef>
                <a:spcPts val="1000"/>
              </a:spcBef>
              <a:spcAft>
                <a:spcPts val="140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en-US" sz="2000" dirty="0">
                <a:solidFill>
                  <a:srgbClr val="FF0000"/>
                </a:solidFill>
                <a:latin typeface="Consolas"/>
                <a:cs typeface="Arial"/>
              </a:rPr>
              <a:t>	</a:t>
            </a:r>
            <a:r>
              <a:rPr lang="en-US" altLang="en-US" sz="2000" err="1">
                <a:solidFill>
                  <a:srgbClr val="FF0000"/>
                </a:solidFill>
                <a:latin typeface="Consolas"/>
                <a:cs typeface="Arial"/>
              </a:rPr>
              <a:t>addi</a:t>
            </a:r>
            <a:r>
              <a:rPr lang="en-US" altLang="en-US" sz="2000" dirty="0">
                <a:solidFill>
                  <a:srgbClr val="FF0000"/>
                </a:solidFill>
                <a:latin typeface="Consolas"/>
                <a:cs typeface="Arial"/>
              </a:rPr>
              <a:t> $s1, $s1 , 1</a:t>
            </a:r>
            <a:endParaRPr lang="en-US" altLang="en-US" sz="2000">
              <a:solidFill>
                <a:srgbClr val="FF0000"/>
              </a:solidFill>
              <a:latin typeface="Consolas"/>
              <a:cs typeface="Arial"/>
            </a:endParaRPr>
          </a:p>
          <a:p>
            <a:pPr eaLnBrk="1" hangingPunct="1">
              <a:lnSpc>
                <a:spcPct val="90000"/>
              </a:lnSpc>
              <a:spcBef>
                <a:spcPts val="1000"/>
              </a:spcBef>
              <a:spcAft>
                <a:spcPts val="140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en-US" sz="2000" dirty="0">
                <a:solidFill>
                  <a:srgbClr val="FF0000"/>
                </a:solidFill>
                <a:latin typeface="Consolas"/>
                <a:cs typeface="Arial"/>
              </a:rPr>
              <a:t>	j     LOOP</a:t>
            </a:r>
            <a:endParaRPr lang="en-US" altLang="en-US" sz="2000">
              <a:solidFill>
                <a:srgbClr val="FF0000"/>
              </a:solidFill>
              <a:latin typeface="Consolas"/>
              <a:cs typeface="Arial"/>
            </a:endParaRPr>
          </a:p>
          <a:p>
            <a:pPr eaLnBrk="1" hangingPunct="1">
              <a:lnSpc>
                <a:spcPct val="90000"/>
              </a:lnSpc>
              <a:spcBef>
                <a:spcPts val="1000"/>
              </a:spcBef>
              <a:spcAft>
                <a:spcPts val="140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en-US" sz="2000" dirty="0">
                <a:solidFill>
                  <a:srgbClr val="FF0000"/>
                </a:solidFill>
                <a:latin typeface="Consolas"/>
                <a:cs typeface="Arial"/>
              </a:rPr>
              <a:t>EXIT:</a:t>
            </a:r>
            <a:endParaRPr lang="en-US" altLang="en-US" sz="2000">
              <a:solidFill>
                <a:srgbClr val="FF0000"/>
              </a:solidFill>
              <a:latin typeface="Consolas"/>
              <a:cs typeface="Arial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7620000" y="6356350"/>
            <a:ext cx="1066800" cy="365125"/>
          </a:xfrm>
        </p:spPr>
        <p:txBody>
          <a:bodyPr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lvl="1" eaLnBrk="1" hangingPunct="1"/>
            <a:fld id="{66400EEC-D38D-470A-8D54-83ABDAEC32C9}" type="slidenum">
              <a:rPr lang="en-US" altLang="en-US">
                <a:latin typeface="Calibri" panose="020F0502020204030204" pitchFamily="34" charset="0"/>
              </a:rPr>
              <a:pPr lvl="1" eaLnBrk="1" hangingPunct="1"/>
              <a:t>15</a:t>
            </a:fld>
            <a:endParaRPr lang="en-US" altLang="en-US">
              <a:latin typeface="Calibri" panose="020F0502020204030204" pitchFamily="34" charset="0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D7272102-C936-4A9A-842C-F941D6AD7373}"/>
              </a:ext>
            </a:extLst>
          </p:cNvPr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457200" y="5029200"/>
            <a:ext cx="8229600" cy="144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b="0" i="0" u="none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r>
              <a:rPr lang="en-US" altLang="en-US" sz="2800" dirty="0"/>
              <a:t>Branch on equal (</a:t>
            </a:r>
            <a:r>
              <a:rPr lang="en-US" altLang="en-US" sz="2800" dirty="0" err="1"/>
              <a:t>beq</a:t>
            </a:r>
            <a:r>
              <a:rPr lang="en-US" altLang="en-US" sz="2800" dirty="0"/>
              <a:t>):</a:t>
            </a:r>
          </a:p>
          <a:p>
            <a:pPr lvl="1" eaLnBrk="1" hangingPunct="1"/>
            <a:r>
              <a:rPr lang="en-US" altLang="en-US" sz="2400" dirty="0"/>
              <a:t>Go to EXIT if $s1 == $s2</a:t>
            </a:r>
          </a:p>
          <a:p>
            <a:pPr lvl="1" eaLnBrk="1" hangingPunct="1"/>
            <a:r>
              <a:rPr lang="en-US" altLang="en-US" sz="2400" dirty="0"/>
              <a:t>Go to next instruction otherwise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75676265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EE5A4CEE-1A63-45B4-8CF9-32E2A83B0785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altLang="en-US"/>
              <a:t>Branches and Jumps</a:t>
            </a:r>
          </a:p>
        </p:txBody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309B43AB-DE78-4DCF-B6EC-EAA979210675}"/>
              </a:ext>
            </a:extLst>
          </p:cNvPr>
          <p:cNvSpPr>
            <a:spLocks noGrp="1" noChangeArrowheads="1"/>
          </p:cNvSpPr>
          <p:nvPr>
            <p:ph idx="1"/>
            <p:custDataLst>
              <p:tags r:id="rId3"/>
            </p:custDataLst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What does </a:t>
            </a:r>
            <a:r>
              <a:rPr lang="en-US" altLang="en-US" sz="2800" err="1"/>
              <a:t>beq</a:t>
            </a:r>
            <a:r>
              <a:rPr lang="en-US" altLang="en-US" sz="2800" dirty="0"/>
              <a:t> really do?</a:t>
            </a:r>
            <a:endParaRPr lang="en-US" altLang="en-US" sz="2800">
              <a:cs typeface="Calibri"/>
            </a:endParaRPr>
          </a:p>
          <a:p>
            <a:pPr lvl="1" eaLnBrk="1" hangingPunct="1"/>
            <a:r>
              <a:rPr lang="en-US" altLang="en-US" sz="2400" dirty="0"/>
              <a:t>Read $s1, read $s2, compare</a:t>
            </a:r>
            <a:endParaRPr lang="en-US" altLang="en-US" sz="2400">
              <a:cs typeface="Calibri"/>
            </a:endParaRPr>
          </a:p>
          <a:p>
            <a:pPr lvl="1" eaLnBrk="1" hangingPunct="1"/>
            <a:r>
              <a:rPr lang="en-US" altLang="en-US" sz="2400" dirty="0"/>
              <a:t>Set PC = PC + 4 or PC = Target</a:t>
            </a:r>
            <a:endParaRPr lang="en-US" altLang="en-US" sz="2400">
              <a:cs typeface="Calibri"/>
            </a:endParaRPr>
          </a:p>
          <a:p>
            <a:pPr lvl="1" eaLnBrk="1" hangingPunct="1"/>
            <a:r>
              <a:rPr lang="en-US" altLang="en-US" sz="2400" dirty="0"/>
              <a:t>Program counter (PC) specifies the address of the currently executing instruction</a:t>
            </a:r>
            <a:endParaRPr lang="en-US" altLang="en-US" sz="2400">
              <a:cs typeface="Calibri"/>
            </a:endParaRPr>
          </a:p>
          <a:p>
            <a:pPr eaLnBrk="1" hangingPunct="1"/>
            <a:r>
              <a:rPr lang="en-US" altLang="en-US" sz="2800" dirty="0"/>
              <a:t>To do comparisons other than == or !=</a:t>
            </a:r>
            <a:endParaRPr lang="en-US" altLang="en-US" sz="2800">
              <a:cs typeface="Calibri"/>
            </a:endParaRPr>
          </a:p>
          <a:p>
            <a:pPr lvl="1" eaLnBrk="1" hangingPunct="1"/>
            <a:r>
              <a:rPr lang="en-US" altLang="en-US" sz="2400" dirty="0"/>
              <a:t>E.g. </a:t>
            </a:r>
            <a:endParaRPr lang="en-US" altLang="en-US" sz="2400">
              <a:cs typeface="Calibri"/>
            </a:endParaRPr>
          </a:p>
          <a:p>
            <a:pPr lvl="1" eaLnBrk="1" hangingPunct="1">
              <a:buFontTx/>
              <a:buNone/>
            </a:pPr>
            <a:r>
              <a:rPr lang="en-US" altLang="en-US" sz="2400" dirty="0">
                <a:solidFill>
                  <a:srgbClr val="FF0000"/>
                </a:solidFill>
              </a:rPr>
              <a:t>	</a:t>
            </a:r>
            <a:r>
              <a:rPr lang="en-US" altLang="en-US" sz="2400" err="1">
                <a:solidFill>
                  <a:srgbClr val="FF0000"/>
                </a:solidFill>
              </a:rPr>
              <a:t>blt</a:t>
            </a:r>
            <a:r>
              <a:rPr lang="en-US" altLang="en-US" sz="2400" dirty="0">
                <a:solidFill>
                  <a:srgbClr val="FF0000"/>
                </a:solidFill>
              </a:rPr>
              <a:t> $s1, $s2, TARGET # pseudo-instruction</a:t>
            </a:r>
            <a:endParaRPr lang="en-US" altLang="en-US" sz="2400">
              <a:solidFill>
                <a:srgbClr val="FF0000"/>
              </a:solidFill>
              <a:cs typeface="Calibri"/>
            </a:endParaRPr>
          </a:p>
          <a:p>
            <a:pPr lvl="1" eaLnBrk="1" hangingPunct="1"/>
            <a:r>
              <a:rPr lang="en-US" altLang="en-US" sz="2400" dirty="0"/>
              <a:t>Expands to:</a:t>
            </a:r>
            <a:endParaRPr lang="en-US" altLang="en-US" sz="2400">
              <a:cs typeface="Calibri"/>
            </a:endParaRPr>
          </a:p>
          <a:p>
            <a:pPr lvl="1" eaLnBrk="1" hangingPunct="1">
              <a:buFontTx/>
              <a:buNone/>
            </a:pPr>
            <a:r>
              <a:rPr lang="en-US" altLang="en-US" sz="2400" dirty="0">
                <a:solidFill>
                  <a:schemeClr val="hlink"/>
                </a:solidFill>
              </a:rPr>
              <a:t>	</a:t>
            </a:r>
            <a:r>
              <a:rPr lang="en-US" altLang="en-US" sz="2400" err="1">
                <a:solidFill>
                  <a:srgbClr val="FF0000"/>
                </a:solidFill>
              </a:rPr>
              <a:t>slt</a:t>
            </a:r>
            <a:r>
              <a:rPr lang="en-US" altLang="en-US" sz="2400" dirty="0">
                <a:solidFill>
                  <a:srgbClr val="FF0000"/>
                </a:solidFill>
              </a:rPr>
              <a:t> $t0, $s1, $s2  # set $t0 = ($s1 &lt; $s2)</a:t>
            </a:r>
            <a:endParaRPr lang="en-US" altLang="en-US" sz="2400">
              <a:solidFill>
                <a:srgbClr val="FF0000"/>
              </a:solidFill>
              <a:cs typeface="Calibri"/>
            </a:endParaRPr>
          </a:p>
          <a:p>
            <a:pPr lvl="1" eaLnBrk="1" hangingPunct="1">
              <a:buFontTx/>
              <a:buNone/>
            </a:pPr>
            <a:r>
              <a:rPr lang="en-US" altLang="en-US" sz="2400" dirty="0">
                <a:solidFill>
                  <a:srgbClr val="FF0000"/>
                </a:solidFill>
              </a:rPr>
              <a:t>	</a:t>
            </a:r>
            <a:r>
              <a:rPr lang="en-US" altLang="en-US" sz="2400" err="1">
                <a:solidFill>
                  <a:srgbClr val="FF0000"/>
                </a:solidFill>
              </a:rPr>
              <a:t>bne</a:t>
            </a:r>
            <a:r>
              <a:rPr lang="en-US" altLang="en-US" sz="2400" dirty="0">
                <a:solidFill>
                  <a:srgbClr val="FF0000"/>
                </a:solidFill>
              </a:rPr>
              <a:t> $t0, $zero, TARGET  # $zero ($0) is always 0</a:t>
            </a:r>
            <a:endParaRPr lang="en-US" altLang="en-US" sz="2400">
              <a:solidFill>
                <a:srgbClr val="FF0000"/>
              </a:solidFill>
              <a:cs typeface="Calibri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1108A56-1253-4870-A74B-CDC050070091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7620000" y="6356350"/>
            <a:ext cx="1066800" cy="365125"/>
          </a:xfrm>
        </p:spPr>
        <p:txBody>
          <a:bodyPr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lvl="1" eaLnBrk="1" hangingPunct="1"/>
            <a:fld id="{E77282BA-D5BF-44F2-9496-0575FBA567A1}" type="slidenum">
              <a:rPr lang="en-US" altLang="en-US">
                <a:latin typeface="Calibri" panose="020F0502020204030204" pitchFamily="34" charset="0"/>
              </a:rPr>
              <a:pPr lvl="1" eaLnBrk="1" hangingPunct="1"/>
              <a:t>16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custDataLst>
      <p:tags r:id="rId1"/>
    </p:custData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altLang="en-US"/>
              <a:t>Branches and Jumps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idx="1"/>
            <p:custDataLst>
              <p:tags r:id="rId3"/>
            </p:custDataLst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dirty="0"/>
              <a:t>MIPS branches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en-US" dirty="0" err="1">
                <a:solidFill>
                  <a:srgbClr val="FF0000"/>
                </a:solidFill>
              </a:rPr>
              <a:t>beq</a:t>
            </a:r>
            <a:r>
              <a:rPr lang="en-US" altLang="en-US" dirty="0">
                <a:solidFill>
                  <a:srgbClr val="FF0000"/>
                </a:solidFill>
              </a:rPr>
              <a:t> $s1, $s2, </a:t>
            </a:r>
            <a:r>
              <a:rPr lang="en-US" altLang="en-US" dirty="0" err="1">
                <a:solidFill>
                  <a:srgbClr val="FF0000"/>
                </a:solidFill>
              </a:rPr>
              <a:t>imm</a:t>
            </a:r>
            <a:r>
              <a:rPr lang="en-US" altLang="en-US" dirty="0">
                <a:solidFill>
                  <a:srgbClr val="FF0000"/>
                </a:solidFill>
              </a:rPr>
              <a:t> </a:t>
            </a:r>
            <a:r>
              <a:rPr lang="en-US" altLang="en-US" sz="1800" dirty="0">
                <a:solidFill>
                  <a:srgbClr val="FF0000"/>
                </a:solidFill>
              </a:rPr>
              <a:t># if ($s1==$s2) PC = PC + 4 + </a:t>
            </a:r>
            <a:r>
              <a:rPr lang="en-US" altLang="en-US" sz="1800" dirty="0" err="1">
                <a:solidFill>
                  <a:srgbClr val="FF0000"/>
                </a:solidFill>
              </a:rPr>
              <a:t>imm</a:t>
            </a:r>
            <a:r>
              <a:rPr lang="en-US" altLang="en-US" sz="1800" dirty="0">
                <a:solidFill>
                  <a:srgbClr val="FF0000"/>
                </a:solidFill>
              </a:rPr>
              <a:t>&lt;&lt; 2; else PC += 4;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en-US" dirty="0" err="1">
                <a:solidFill>
                  <a:srgbClr val="FF0000"/>
                </a:solidFill>
              </a:rPr>
              <a:t>bne</a:t>
            </a:r>
            <a:r>
              <a:rPr lang="en-US" altLang="en-US" dirty="0">
                <a:solidFill>
                  <a:srgbClr val="FF0000"/>
                </a:solidFill>
              </a:rPr>
              <a:t> …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en-US" dirty="0" err="1">
                <a:solidFill>
                  <a:srgbClr val="FF0000"/>
                </a:solidFill>
              </a:rPr>
              <a:t>slt</a:t>
            </a:r>
            <a:r>
              <a:rPr lang="en-US" altLang="en-US" dirty="0">
                <a:solidFill>
                  <a:srgbClr val="FF0000"/>
                </a:solidFill>
              </a:rPr>
              <a:t>, </a:t>
            </a:r>
            <a:r>
              <a:rPr lang="en-US" altLang="en-US" dirty="0" err="1">
                <a:solidFill>
                  <a:srgbClr val="FF0000"/>
                </a:solidFill>
              </a:rPr>
              <a:t>sle</a:t>
            </a:r>
            <a:r>
              <a:rPr lang="en-US" altLang="en-US" dirty="0">
                <a:solidFill>
                  <a:srgbClr val="FF0000"/>
                </a:solidFill>
              </a:rPr>
              <a:t>, </a:t>
            </a:r>
            <a:r>
              <a:rPr lang="en-US" altLang="en-US" dirty="0" err="1">
                <a:solidFill>
                  <a:srgbClr val="FF0000"/>
                </a:solidFill>
              </a:rPr>
              <a:t>sgt</a:t>
            </a:r>
            <a:r>
              <a:rPr lang="en-US" altLang="en-US" dirty="0">
                <a:solidFill>
                  <a:srgbClr val="FF0000"/>
                </a:solidFill>
              </a:rPr>
              <a:t>, </a:t>
            </a:r>
            <a:r>
              <a:rPr lang="en-US" altLang="en-US" dirty="0" err="1">
                <a:solidFill>
                  <a:srgbClr val="FF0000"/>
                </a:solidFill>
              </a:rPr>
              <a:t>sge</a:t>
            </a:r>
            <a:endParaRPr lang="en-US" altLang="en-US" dirty="0">
              <a:solidFill>
                <a:srgbClr val="FF0000"/>
              </a:solidFill>
            </a:endParaRPr>
          </a:p>
          <a:p>
            <a:pPr eaLnBrk="1" hangingPunct="1">
              <a:lnSpc>
                <a:spcPct val="80000"/>
              </a:lnSpc>
            </a:pPr>
            <a:r>
              <a:rPr lang="en-US" altLang="en-US" dirty="0"/>
              <a:t>Unconditional jumps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en-US" dirty="0">
                <a:solidFill>
                  <a:srgbClr val="FF0000"/>
                </a:solidFill>
              </a:rPr>
              <a:t>j </a:t>
            </a:r>
            <a:r>
              <a:rPr lang="en-US" altLang="en-US" dirty="0" err="1">
                <a:solidFill>
                  <a:srgbClr val="FF0000"/>
                </a:solidFill>
              </a:rPr>
              <a:t>addr</a:t>
            </a:r>
            <a:r>
              <a:rPr lang="en-US" altLang="en-US" dirty="0">
                <a:solidFill>
                  <a:srgbClr val="FF0000"/>
                </a:solidFill>
              </a:rPr>
              <a:t> 	# PC = </a:t>
            </a:r>
            <a:r>
              <a:rPr lang="en-US" altLang="en-US" dirty="0" err="1">
                <a:solidFill>
                  <a:srgbClr val="FF0000"/>
                </a:solidFill>
              </a:rPr>
              <a:t>addr</a:t>
            </a:r>
            <a:endParaRPr lang="en-US" altLang="en-US" dirty="0">
              <a:solidFill>
                <a:srgbClr val="FF0000"/>
              </a:solidFill>
            </a:endParaRP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en-US" dirty="0" err="1">
                <a:solidFill>
                  <a:srgbClr val="FF0000"/>
                </a:solidFill>
              </a:rPr>
              <a:t>jr</a:t>
            </a:r>
            <a:r>
              <a:rPr lang="en-US" altLang="en-US" dirty="0">
                <a:solidFill>
                  <a:srgbClr val="FF0000"/>
                </a:solidFill>
              </a:rPr>
              <a:t> $s3 	# PC = $s3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en-US" dirty="0" err="1">
                <a:solidFill>
                  <a:srgbClr val="FF0000"/>
                </a:solidFill>
              </a:rPr>
              <a:t>jal</a:t>
            </a:r>
            <a:r>
              <a:rPr lang="en-US" altLang="en-US" dirty="0">
                <a:solidFill>
                  <a:srgbClr val="FF0000"/>
                </a:solidFill>
              </a:rPr>
              <a:t> </a:t>
            </a:r>
            <a:r>
              <a:rPr lang="en-US" altLang="en-US" dirty="0" err="1">
                <a:solidFill>
                  <a:srgbClr val="FF0000"/>
                </a:solidFill>
              </a:rPr>
              <a:t>addr</a:t>
            </a:r>
            <a:r>
              <a:rPr lang="en-US" altLang="en-US" dirty="0">
                <a:solidFill>
                  <a:srgbClr val="FF0000"/>
                </a:solidFill>
              </a:rPr>
              <a:t> 	# $</a:t>
            </a:r>
            <a:r>
              <a:rPr lang="en-US" altLang="en-US" dirty="0" err="1">
                <a:solidFill>
                  <a:srgbClr val="FF0000"/>
                </a:solidFill>
              </a:rPr>
              <a:t>ra</a:t>
            </a:r>
            <a:r>
              <a:rPr lang="en-US" altLang="en-US" dirty="0">
                <a:solidFill>
                  <a:srgbClr val="FF0000"/>
                </a:solidFill>
              </a:rPr>
              <a:t> = PC + 8; PC = </a:t>
            </a:r>
            <a:r>
              <a:rPr lang="en-US" altLang="en-US" dirty="0" err="1">
                <a:solidFill>
                  <a:srgbClr val="FF0000"/>
                </a:solidFill>
              </a:rPr>
              <a:t>addr</a:t>
            </a:r>
            <a:r>
              <a:rPr lang="en-US" altLang="en-US" dirty="0">
                <a:solidFill>
                  <a:srgbClr val="FF0000"/>
                </a:solidFill>
              </a:rPr>
              <a:t>;</a:t>
            </a:r>
            <a:r>
              <a:rPr lang="en-US" altLang="en-US" dirty="0"/>
              <a:t> 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en-US" dirty="0"/>
              <a:t>	(used for function calls; ret = </a:t>
            </a:r>
            <a:r>
              <a:rPr lang="en-US" altLang="en-US" dirty="0" err="1"/>
              <a:t>jr</a:t>
            </a:r>
            <a:r>
              <a:rPr lang="en-US" altLang="en-US" dirty="0"/>
              <a:t> $</a:t>
            </a:r>
            <a:r>
              <a:rPr lang="en-US" altLang="en-US" dirty="0" err="1"/>
              <a:t>ra</a:t>
            </a:r>
            <a:r>
              <a:rPr lang="en-US" altLang="en-US" dirty="0"/>
              <a:t>)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7620000" y="6356350"/>
            <a:ext cx="1066800" cy="365125"/>
          </a:xfrm>
        </p:spPr>
        <p:txBody>
          <a:bodyPr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lvl="1" eaLnBrk="1" hangingPunct="1"/>
            <a:fld id="{7DE6DCF6-2962-4CCD-8642-F81CCD2064DE}" type="slidenum">
              <a:rPr lang="en-US" altLang="en-US">
                <a:latin typeface="Calibri" panose="020F0502020204030204" pitchFamily="34" charset="0"/>
              </a:rPr>
              <a:pPr lvl="1" eaLnBrk="1" hangingPunct="1"/>
              <a:t>17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custDataLst>
      <p:tags r:id="rId1"/>
    </p:custData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990840"/>
          </a:xfrm>
        </p:spPr>
        <p:txBody>
          <a:bodyPr/>
          <a:lstStyle/>
          <a:p>
            <a:r>
              <a:rPr lang="en-US" dirty="0"/>
              <a:t>MIPS Green Card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437961" y="1371600"/>
            <a:ext cx="8229600" cy="83820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Hint: Familiarize yourself with the MIPS green card from the textbook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7620000" y="6356350"/>
            <a:ext cx="1066800" cy="365125"/>
          </a:xfrm>
        </p:spPr>
        <p:txBody>
          <a:bodyPr/>
          <a:lstStyle/>
          <a:p>
            <a:pPr lvl="1"/>
            <a:fld id="{217407CB-AE38-450A-8258-626CEFFEE7BF}" type="slidenum">
              <a:rPr lang="en-US" altLang="en-US" smtClean="0"/>
              <a:pPr lvl="1"/>
              <a:t>18</a:t>
            </a:fld>
            <a:endParaRPr lang="en-US" alt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E4FE739B-C4BE-4EFC-8777-E976064D612E}"/>
              </a:ext>
            </a:extLst>
          </p:cNvPr>
          <p:cNvSpPr txBox="1">
            <a:spLocks/>
          </p:cNvSpPr>
          <p:nvPr>
            <p:custDataLst>
              <p:tags r:id="rId5"/>
            </p:custDataLst>
          </p:nvPr>
        </p:nvSpPr>
        <p:spPr bwMode="auto">
          <a:xfrm>
            <a:off x="437961" y="4495800"/>
            <a:ext cx="8229600" cy="186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b="0" i="0" u="none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sz="1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E067980-B78A-40EE-A631-2AAF4E5F50D1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2929894" y="2667000"/>
            <a:ext cx="3284211" cy="367738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837164250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990840"/>
          </a:xfrm>
        </p:spPr>
        <p:txBody>
          <a:bodyPr/>
          <a:lstStyle/>
          <a:p>
            <a:r>
              <a:rPr lang="en-US" dirty="0"/>
              <a:t>Exercise – MIPS Assembly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437961" y="1371600"/>
            <a:ext cx="8229600" cy="83820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What does this assembly code do?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7620000" y="6356350"/>
            <a:ext cx="1066800" cy="365125"/>
          </a:xfrm>
        </p:spPr>
        <p:txBody>
          <a:bodyPr/>
          <a:lstStyle/>
          <a:p>
            <a:pPr lvl="1"/>
            <a:fld id="{217407CB-AE38-450A-8258-626CEFFEE7BF}" type="slidenum">
              <a:rPr lang="en-US" altLang="en-US" smtClean="0"/>
              <a:pPr lvl="1"/>
              <a:t>19</a:t>
            </a:fld>
            <a:endParaRPr lang="en-US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02C8DE9-1244-4D3B-8455-07FFC050A3F0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560556" y="2221992"/>
            <a:ext cx="3665747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lvl="1">
              <a:tabLst>
                <a:tab pos="463550" algn="l"/>
                <a:tab pos="914400" algn="l"/>
                <a:tab pos="1657350" algn="l"/>
                <a:tab pos="2292350" algn="l"/>
              </a:tabLst>
            </a:pPr>
            <a:r>
              <a:rPr lang="en-US" dirty="0">
                <a:latin typeface="+mn-lt"/>
              </a:rPr>
              <a:t>		</a:t>
            </a:r>
            <a:r>
              <a:rPr lang="en-US" dirty="0" err="1">
                <a:latin typeface="+mn-lt"/>
              </a:rPr>
              <a:t>lw</a:t>
            </a:r>
            <a:r>
              <a:rPr lang="en-US" dirty="0">
                <a:latin typeface="+mn-lt"/>
              </a:rPr>
              <a:t>	$t0, 0($s0)</a:t>
            </a:r>
            <a:endParaRPr lang="en-US" b="1" u="sng" dirty="0">
              <a:latin typeface="+mn-lt"/>
            </a:endParaRPr>
          </a:p>
          <a:p>
            <a:pPr marL="0" lvl="1">
              <a:tabLst>
                <a:tab pos="463550" algn="l"/>
                <a:tab pos="914400" algn="l"/>
                <a:tab pos="1657350" algn="l"/>
                <a:tab pos="2292350" algn="l"/>
              </a:tabLst>
            </a:pPr>
            <a:r>
              <a:rPr lang="en-US" dirty="0">
                <a:latin typeface="+mn-lt"/>
              </a:rPr>
              <a:t>		nor	$t0, $t0, $zero</a:t>
            </a:r>
          </a:p>
          <a:p>
            <a:pPr marL="0" lvl="1">
              <a:tabLst>
                <a:tab pos="463550" algn="l"/>
                <a:tab pos="914400" algn="l"/>
                <a:tab pos="1657350" algn="l"/>
                <a:tab pos="2292350" algn="l"/>
              </a:tabLst>
            </a:pPr>
            <a:r>
              <a:rPr lang="en-US" dirty="0">
                <a:latin typeface="+mn-lt"/>
              </a:rPr>
              <a:t>		</a:t>
            </a:r>
            <a:r>
              <a:rPr lang="en-US" dirty="0" err="1">
                <a:latin typeface="+mn-lt"/>
              </a:rPr>
              <a:t>addi</a:t>
            </a:r>
            <a:r>
              <a:rPr lang="en-US" dirty="0">
                <a:latin typeface="+mn-lt"/>
              </a:rPr>
              <a:t>	$t0, $t0, 1</a:t>
            </a:r>
          </a:p>
          <a:p>
            <a:pPr marL="0" lvl="1">
              <a:tabLst>
                <a:tab pos="463550" algn="l"/>
                <a:tab pos="914400" algn="l"/>
                <a:tab pos="1657350" algn="l"/>
                <a:tab pos="2292350" algn="l"/>
              </a:tabLst>
            </a:pPr>
            <a:r>
              <a:rPr lang="en-US" dirty="0">
                <a:latin typeface="+mn-lt"/>
              </a:rPr>
              <a:t>		</a:t>
            </a:r>
            <a:r>
              <a:rPr lang="en-US" dirty="0" err="1">
                <a:latin typeface="+mn-lt"/>
              </a:rPr>
              <a:t>sw</a:t>
            </a:r>
            <a:r>
              <a:rPr lang="en-US" dirty="0">
                <a:latin typeface="+mn-lt"/>
              </a:rPr>
              <a:t>	$t0, 0($s0)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E4FE739B-C4BE-4EFC-8777-E976064D612E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 bwMode="auto">
          <a:xfrm>
            <a:off x="437961" y="4495800"/>
            <a:ext cx="8229600" cy="186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b="0" i="0" u="none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sz="18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91409844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990840"/>
          </a:xfrm>
        </p:spPr>
        <p:txBody>
          <a:bodyPr/>
          <a:lstStyle/>
          <a:p>
            <a:r>
              <a:rPr lang="en-US" dirty="0"/>
              <a:t>Exercise – MIPS Assembly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437961" y="1371600"/>
            <a:ext cx="8229600" cy="83820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What does this assembly code do?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7620000" y="6356350"/>
            <a:ext cx="1066800" cy="365125"/>
          </a:xfrm>
        </p:spPr>
        <p:txBody>
          <a:bodyPr/>
          <a:lstStyle/>
          <a:p>
            <a:pPr lvl="1"/>
            <a:fld id="{217407CB-AE38-450A-8258-626CEFFEE7BF}" type="slidenum">
              <a:rPr lang="en-US" altLang="en-US" smtClean="0"/>
              <a:pPr lvl="1"/>
              <a:t>20</a:t>
            </a:fld>
            <a:endParaRPr lang="en-US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02C8DE9-1244-4D3B-8455-07FFC050A3F0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560556" y="2221992"/>
            <a:ext cx="3665747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lvl="1">
              <a:tabLst>
                <a:tab pos="463550" algn="l"/>
                <a:tab pos="914400" algn="l"/>
                <a:tab pos="1657350" algn="l"/>
                <a:tab pos="2292350" algn="l"/>
              </a:tabLst>
            </a:pPr>
            <a:r>
              <a:rPr lang="en-US" dirty="0">
                <a:latin typeface="+mn-lt"/>
              </a:rPr>
              <a:t>		</a:t>
            </a:r>
            <a:r>
              <a:rPr lang="en-US" dirty="0" err="1">
                <a:latin typeface="+mn-lt"/>
              </a:rPr>
              <a:t>lw</a:t>
            </a:r>
            <a:r>
              <a:rPr lang="en-US" dirty="0">
                <a:latin typeface="+mn-lt"/>
              </a:rPr>
              <a:t>	$t0, 0($s0)</a:t>
            </a:r>
            <a:endParaRPr lang="en-US" b="1" u="sng" dirty="0">
              <a:latin typeface="+mn-lt"/>
            </a:endParaRPr>
          </a:p>
          <a:p>
            <a:pPr marL="0" lvl="1">
              <a:tabLst>
                <a:tab pos="463550" algn="l"/>
                <a:tab pos="914400" algn="l"/>
                <a:tab pos="1657350" algn="l"/>
                <a:tab pos="2292350" algn="l"/>
              </a:tabLst>
            </a:pPr>
            <a:r>
              <a:rPr lang="en-US" dirty="0">
                <a:latin typeface="+mn-lt"/>
              </a:rPr>
              <a:t>		nor	$t0, $t0, $zero</a:t>
            </a:r>
          </a:p>
          <a:p>
            <a:pPr marL="0" lvl="1">
              <a:tabLst>
                <a:tab pos="463550" algn="l"/>
                <a:tab pos="914400" algn="l"/>
                <a:tab pos="1657350" algn="l"/>
                <a:tab pos="2292350" algn="l"/>
              </a:tabLst>
            </a:pPr>
            <a:r>
              <a:rPr lang="en-US" dirty="0">
                <a:latin typeface="+mn-lt"/>
              </a:rPr>
              <a:t>		</a:t>
            </a:r>
            <a:r>
              <a:rPr lang="en-US" dirty="0" err="1">
                <a:latin typeface="+mn-lt"/>
              </a:rPr>
              <a:t>addi</a:t>
            </a:r>
            <a:r>
              <a:rPr lang="en-US" dirty="0">
                <a:latin typeface="+mn-lt"/>
              </a:rPr>
              <a:t>	$t0, $t0, 1</a:t>
            </a:r>
          </a:p>
          <a:p>
            <a:pPr marL="0" lvl="1">
              <a:tabLst>
                <a:tab pos="463550" algn="l"/>
                <a:tab pos="914400" algn="l"/>
                <a:tab pos="1657350" algn="l"/>
                <a:tab pos="2292350" algn="l"/>
              </a:tabLst>
            </a:pPr>
            <a:r>
              <a:rPr lang="en-US" dirty="0">
                <a:latin typeface="+mn-lt"/>
              </a:rPr>
              <a:t>		</a:t>
            </a:r>
            <a:r>
              <a:rPr lang="en-US" dirty="0" err="1">
                <a:latin typeface="+mn-lt"/>
              </a:rPr>
              <a:t>sw</a:t>
            </a:r>
            <a:r>
              <a:rPr lang="en-US" dirty="0">
                <a:latin typeface="+mn-lt"/>
              </a:rPr>
              <a:t>	$t0, 0($s0)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E4FE739B-C4BE-4EFC-8777-E976064D612E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 bwMode="auto">
          <a:xfrm>
            <a:off x="437961" y="4495800"/>
            <a:ext cx="8229600" cy="186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b="0" i="0" u="none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Computes two’s complement of integer at ($s0).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8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04833436"/>
      </p:ext>
    </p:extLst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990840"/>
          </a:xfrm>
        </p:spPr>
        <p:txBody>
          <a:bodyPr/>
          <a:lstStyle/>
          <a:p>
            <a:r>
              <a:rPr lang="en-US" dirty="0"/>
              <a:t>Exercise – MIPS Assembly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437961" y="1371600"/>
            <a:ext cx="8229600" cy="83820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What does this assembly code do?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7620000" y="6356350"/>
            <a:ext cx="1066800" cy="365125"/>
          </a:xfrm>
        </p:spPr>
        <p:txBody>
          <a:bodyPr/>
          <a:lstStyle/>
          <a:p>
            <a:pPr lvl="1"/>
            <a:fld id="{217407CB-AE38-450A-8258-626CEFFEE7BF}" type="slidenum">
              <a:rPr lang="en-US" altLang="en-US" smtClean="0"/>
              <a:pPr lvl="1"/>
              <a:t>21</a:t>
            </a:fld>
            <a:endParaRPr lang="en-US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02C8DE9-1244-4D3B-8455-07FFC050A3F0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560556" y="2221992"/>
            <a:ext cx="3665747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lvl="1">
              <a:tabLst>
                <a:tab pos="463550" algn="l"/>
                <a:tab pos="914400" algn="l"/>
                <a:tab pos="1657350" algn="l"/>
                <a:tab pos="2292350" algn="l"/>
              </a:tabLst>
            </a:pPr>
            <a:r>
              <a:rPr lang="en-US" dirty="0">
                <a:latin typeface="+mn-lt"/>
              </a:rPr>
              <a:t>		</a:t>
            </a:r>
            <a:r>
              <a:rPr lang="en-US" dirty="0" err="1">
                <a:latin typeface="+mn-lt"/>
              </a:rPr>
              <a:t>lw</a:t>
            </a:r>
            <a:r>
              <a:rPr lang="en-US" dirty="0">
                <a:latin typeface="+mn-lt"/>
              </a:rPr>
              <a:t>	$t0, 0($s0)</a:t>
            </a:r>
            <a:endParaRPr lang="en-US" b="1" u="sng" dirty="0">
              <a:latin typeface="+mn-lt"/>
            </a:endParaRPr>
          </a:p>
          <a:p>
            <a:pPr marL="0" lvl="1">
              <a:tabLst>
                <a:tab pos="463550" algn="l"/>
                <a:tab pos="914400" algn="l"/>
                <a:tab pos="1657350" algn="l"/>
                <a:tab pos="2292350" algn="l"/>
              </a:tabLst>
            </a:pPr>
            <a:r>
              <a:rPr lang="en-US" dirty="0">
                <a:latin typeface="+mn-lt"/>
              </a:rPr>
              <a:t>		nor	$t0, $t0, $zero</a:t>
            </a:r>
          </a:p>
          <a:p>
            <a:pPr marL="0" lvl="1">
              <a:tabLst>
                <a:tab pos="463550" algn="l"/>
                <a:tab pos="914400" algn="l"/>
                <a:tab pos="1657350" algn="l"/>
                <a:tab pos="2292350" algn="l"/>
              </a:tabLst>
            </a:pPr>
            <a:r>
              <a:rPr lang="en-US" dirty="0">
                <a:latin typeface="+mn-lt"/>
              </a:rPr>
              <a:t>		</a:t>
            </a:r>
            <a:r>
              <a:rPr lang="en-US" dirty="0" err="1">
                <a:latin typeface="+mn-lt"/>
              </a:rPr>
              <a:t>addi</a:t>
            </a:r>
            <a:r>
              <a:rPr lang="en-US" dirty="0">
                <a:latin typeface="+mn-lt"/>
              </a:rPr>
              <a:t>	$t0, $t0, 1</a:t>
            </a:r>
          </a:p>
          <a:p>
            <a:pPr marL="0" lvl="1">
              <a:tabLst>
                <a:tab pos="463550" algn="l"/>
                <a:tab pos="914400" algn="l"/>
                <a:tab pos="1657350" algn="l"/>
                <a:tab pos="2292350" algn="l"/>
              </a:tabLst>
            </a:pPr>
            <a:r>
              <a:rPr lang="en-US" dirty="0">
                <a:latin typeface="+mn-lt"/>
              </a:rPr>
              <a:t>		</a:t>
            </a:r>
            <a:r>
              <a:rPr lang="en-US" dirty="0" err="1">
                <a:latin typeface="+mn-lt"/>
              </a:rPr>
              <a:t>sw</a:t>
            </a:r>
            <a:r>
              <a:rPr lang="en-US" dirty="0">
                <a:latin typeface="+mn-lt"/>
              </a:rPr>
              <a:t>	$t0, 0($s0)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E4FE739B-C4BE-4EFC-8777-E976064D612E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 bwMode="auto">
          <a:xfrm>
            <a:off x="437961" y="4495800"/>
            <a:ext cx="8229600" cy="186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b="0" i="0" u="none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Computes two’s complement of integer at ($s0).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8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Reduce the number of instructions executed?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77109024"/>
      </p:ext>
    </p:extLst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990840"/>
          </a:xfrm>
        </p:spPr>
        <p:txBody>
          <a:bodyPr/>
          <a:lstStyle/>
          <a:p>
            <a:r>
              <a:rPr lang="en-US" dirty="0"/>
              <a:t>Exercise – MIPS Assembly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437961" y="1371600"/>
            <a:ext cx="8229600" cy="83820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What does this assembly code do?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7620000" y="6356350"/>
            <a:ext cx="1066800" cy="365125"/>
          </a:xfrm>
        </p:spPr>
        <p:txBody>
          <a:bodyPr/>
          <a:lstStyle/>
          <a:p>
            <a:pPr lvl="1"/>
            <a:fld id="{217407CB-AE38-450A-8258-626CEFFEE7BF}" type="slidenum">
              <a:rPr lang="en-US" altLang="en-US" smtClean="0"/>
              <a:pPr lvl="1"/>
              <a:t>22</a:t>
            </a:fld>
            <a:endParaRPr lang="en-US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02C8DE9-1244-4D3B-8455-07FFC050A3F0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560556" y="2221992"/>
            <a:ext cx="366016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lvl="1">
              <a:tabLst>
                <a:tab pos="463550" algn="l"/>
                <a:tab pos="914400" algn="l"/>
                <a:tab pos="1657350" algn="l"/>
                <a:tab pos="2292350" algn="l"/>
              </a:tabLst>
            </a:pPr>
            <a:r>
              <a:rPr lang="en-US" dirty="0">
                <a:latin typeface="+mn-lt"/>
              </a:rPr>
              <a:t>		</a:t>
            </a:r>
            <a:r>
              <a:rPr lang="en-US" dirty="0" err="1">
                <a:latin typeface="+mn-lt"/>
              </a:rPr>
              <a:t>lw</a:t>
            </a:r>
            <a:r>
              <a:rPr lang="en-US" dirty="0">
                <a:latin typeface="+mn-lt"/>
              </a:rPr>
              <a:t>	$t0, 0($s0)</a:t>
            </a:r>
            <a:endParaRPr lang="en-US" b="1" u="sng" dirty="0">
              <a:latin typeface="+mn-lt"/>
            </a:endParaRPr>
          </a:p>
          <a:p>
            <a:pPr marL="0" lvl="1">
              <a:tabLst>
                <a:tab pos="463550" algn="l"/>
                <a:tab pos="914400" algn="l"/>
                <a:tab pos="1657350" algn="l"/>
                <a:tab pos="2292350" algn="l"/>
              </a:tabLst>
            </a:pPr>
            <a:r>
              <a:rPr lang="en-US" dirty="0">
                <a:latin typeface="+mn-lt"/>
              </a:rPr>
              <a:t>		</a:t>
            </a:r>
            <a:r>
              <a:rPr lang="en-US" b="1" dirty="0">
                <a:latin typeface="+mn-lt"/>
              </a:rPr>
              <a:t>sub	$t0, $zero, $t0</a:t>
            </a:r>
          </a:p>
          <a:p>
            <a:pPr marL="0" lvl="1">
              <a:tabLst>
                <a:tab pos="463550" algn="l"/>
                <a:tab pos="914400" algn="l"/>
                <a:tab pos="1657350" algn="l"/>
                <a:tab pos="2292350" algn="l"/>
              </a:tabLst>
            </a:pPr>
            <a:r>
              <a:rPr lang="en-US" dirty="0">
                <a:latin typeface="+mn-lt"/>
              </a:rPr>
              <a:t>		</a:t>
            </a:r>
            <a:r>
              <a:rPr lang="en-US" dirty="0" err="1">
                <a:latin typeface="+mn-lt"/>
              </a:rPr>
              <a:t>sw</a:t>
            </a:r>
            <a:r>
              <a:rPr lang="en-US" dirty="0">
                <a:latin typeface="+mn-lt"/>
              </a:rPr>
              <a:t>	$t0, 0($s0)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E4FE739B-C4BE-4EFC-8777-E976064D612E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 bwMode="auto">
          <a:xfrm>
            <a:off x="437961" y="4495800"/>
            <a:ext cx="8229600" cy="186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b="0" i="0" u="none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Computes two’s complement of integer at ($s0).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8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Reduce the number of instructions executed?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65217072"/>
      </p:ext>
    </p:extLst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990840"/>
          </a:xfrm>
        </p:spPr>
        <p:txBody>
          <a:bodyPr/>
          <a:lstStyle/>
          <a:p>
            <a:r>
              <a:rPr lang="en-US" dirty="0"/>
              <a:t>Exercise – MIPS Assembly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437961" y="1371600"/>
            <a:ext cx="8229600" cy="83820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What does this assembly code do?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7620000" y="6356350"/>
            <a:ext cx="1066800" cy="365125"/>
          </a:xfrm>
        </p:spPr>
        <p:txBody>
          <a:bodyPr/>
          <a:lstStyle/>
          <a:p>
            <a:pPr lvl="1"/>
            <a:fld id="{217407CB-AE38-450A-8258-626CEFFEE7BF}" type="slidenum">
              <a:rPr lang="en-US" altLang="en-US" smtClean="0"/>
              <a:pPr lvl="1"/>
              <a:t>23</a:t>
            </a:fld>
            <a:endParaRPr lang="en-US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02C8DE9-1244-4D3B-8455-07FFC050A3F0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560556" y="2057400"/>
            <a:ext cx="4210320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lvl="1">
              <a:tabLst>
                <a:tab pos="463550" algn="l"/>
                <a:tab pos="914400" algn="l"/>
                <a:tab pos="1657350" algn="l"/>
                <a:tab pos="2292350" algn="l"/>
              </a:tabLst>
            </a:pPr>
            <a:r>
              <a:rPr lang="en-US" dirty="0">
                <a:latin typeface="+mn-lt"/>
              </a:rPr>
              <a:t>		</a:t>
            </a:r>
            <a:r>
              <a:rPr lang="en-US" dirty="0" err="1">
                <a:latin typeface="+mn-lt"/>
              </a:rPr>
              <a:t>addi</a:t>
            </a:r>
            <a:r>
              <a:rPr lang="en-US" dirty="0">
                <a:latin typeface="+mn-lt"/>
              </a:rPr>
              <a:t>	$t0, $zero, 4096</a:t>
            </a:r>
          </a:p>
          <a:p>
            <a:pPr marL="0" lvl="1">
              <a:tabLst>
                <a:tab pos="463550" algn="l"/>
                <a:tab pos="914400" algn="l"/>
                <a:tab pos="1657350" algn="l"/>
                <a:tab pos="2292350" algn="l"/>
              </a:tabLst>
            </a:pPr>
            <a:r>
              <a:rPr lang="en-US" dirty="0">
                <a:latin typeface="+mn-lt"/>
              </a:rPr>
              <a:t>		</a:t>
            </a:r>
            <a:r>
              <a:rPr lang="en-US" dirty="0" err="1">
                <a:latin typeface="+mn-lt"/>
              </a:rPr>
              <a:t>lw</a:t>
            </a:r>
            <a:r>
              <a:rPr lang="en-US" dirty="0">
                <a:latin typeface="+mn-lt"/>
              </a:rPr>
              <a:t>	$t1, 0($s0)</a:t>
            </a:r>
          </a:p>
          <a:p>
            <a:pPr marL="0" lvl="1">
              <a:tabLst>
                <a:tab pos="463550" algn="l"/>
                <a:tab pos="914400" algn="l"/>
                <a:tab pos="1657350" algn="l"/>
                <a:tab pos="2292350" algn="l"/>
              </a:tabLst>
            </a:pPr>
            <a:r>
              <a:rPr lang="en-US" dirty="0">
                <a:latin typeface="+mn-lt"/>
              </a:rPr>
              <a:t>		</a:t>
            </a:r>
            <a:r>
              <a:rPr lang="en-US" dirty="0" err="1">
                <a:latin typeface="+mn-lt"/>
              </a:rPr>
              <a:t>slt</a:t>
            </a:r>
            <a:r>
              <a:rPr lang="en-US" dirty="0">
                <a:latin typeface="+mn-lt"/>
              </a:rPr>
              <a:t>	$t2, $t1, $zero</a:t>
            </a:r>
          </a:p>
          <a:p>
            <a:pPr marL="0" lvl="1">
              <a:tabLst>
                <a:tab pos="463550" algn="l"/>
                <a:tab pos="914400" algn="l"/>
                <a:tab pos="1657350" algn="l"/>
                <a:tab pos="2292350" algn="l"/>
              </a:tabLst>
            </a:pPr>
            <a:r>
              <a:rPr lang="en-US" dirty="0">
                <a:latin typeface="+mn-lt"/>
              </a:rPr>
              <a:t>		nor	$t2, $zero, $t2</a:t>
            </a:r>
          </a:p>
          <a:p>
            <a:pPr marL="0" lvl="1">
              <a:tabLst>
                <a:tab pos="463550" algn="l"/>
                <a:tab pos="914400" algn="l"/>
                <a:tab pos="1657350" algn="l"/>
                <a:tab pos="2292350" algn="l"/>
              </a:tabLst>
            </a:pPr>
            <a:r>
              <a:rPr lang="en-US" dirty="0">
                <a:latin typeface="+mn-lt"/>
              </a:rPr>
              <a:t>		</a:t>
            </a:r>
            <a:r>
              <a:rPr lang="en-US" dirty="0" err="1">
                <a:latin typeface="+mn-lt"/>
              </a:rPr>
              <a:t>slt</a:t>
            </a:r>
            <a:r>
              <a:rPr lang="en-US" dirty="0">
                <a:latin typeface="+mn-lt"/>
              </a:rPr>
              <a:t>	$t3, $t1, $t0</a:t>
            </a:r>
          </a:p>
          <a:p>
            <a:pPr marL="0" lvl="1">
              <a:tabLst>
                <a:tab pos="463550" algn="l"/>
                <a:tab pos="914400" algn="l"/>
                <a:tab pos="1657350" algn="l"/>
                <a:tab pos="2292350" algn="l"/>
              </a:tabLst>
            </a:pPr>
            <a:r>
              <a:rPr lang="en-US" dirty="0">
                <a:latin typeface="+mn-lt"/>
              </a:rPr>
              <a:t>		and	$t4, $t2, $t3</a:t>
            </a:r>
          </a:p>
          <a:p>
            <a:pPr marL="0" lvl="1">
              <a:tabLst>
                <a:tab pos="463550" algn="l"/>
                <a:tab pos="914400" algn="l"/>
                <a:tab pos="1657350" algn="l"/>
                <a:tab pos="2292350" algn="l"/>
              </a:tabLst>
            </a:pPr>
            <a:r>
              <a:rPr lang="en-US" dirty="0">
                <a:latin typeface="+mn-lt"/>
              </a:rPr>
              <a:t>		</a:t>
            </a:r>
            <a:r>
              <a:rPr lang="en-US" dirty="0" err="1">
                <a:latin typeface="+mn-lt"/>
              </a:rPr>
              <a:t>bne</a:t>
            </a:r>
            <a:r>
              <a:rPr lang="en-US" dirty="0">
                <a:latin typeface="+mn-lt"/>
              </a:rPr>
              <a:t>	$t4, $zero, TARGET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E4FE739B-C4BE-4EFC-8777-E976064D612E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 bwMode="auto">
          <a:xfrm>
            <a:off x="437961" y="4768850"/>
            <a:ext cx="8229600" cy="186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b="0" i="0" u="none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sz="18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96844575"/>
      </p:ext>
    </p:extLst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990840"/>
          </a:xfrm>
        </p:spPr>
        <p:txBody>
          <a:bodyPr/>
          <a:lstStyle/>
          <a:p>
            <a:r>
              <a:rPr lang="en-US" dirty="0"/>
              <a:t>Exercise – MIPS Assembly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437961" y="1371600"/>
            <a:ext cx="8229600" cy="83820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What does this assembly code do?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7620000" y="6356350"/>
            <a:ext cx="1066800" cy="365125"/>
          </a:xfrm>
        </p:spPr>
        <p:txBody>
          <a:bodyPr/>
          <a:lstStyle/>
          <a:p>
            <a:pPr lvl="1"/>
            <a:fld id="{217407CB-AE38-450A-8258-626CEFFEE7BF}" type="slidenum">
              <a:rPr lang="en-US" altLang="en-US" smtClean="0"/>
              <a:pPr lvl="1"/>
              <a:t>24</a:t>
            </a:fld>
            <a:endParaRPr lang="en-US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02C8DE9-1244-4D3B-8455-07FFC050A3F0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560556" y="2057400"/>
            <a:ext cx="4210320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lvl="1">
              <a:tabLst>
                <a:tab pos="463550" algn="l"/>
                <a:tab pos="914400" algn="l"/>
                <a:tab pos="1657350" algn="l"/>
                <a:tab pos="2292350" algn="l"/>
              </a:tabLst>
            </a:pPr>
            <a:r>
              <a:rPr lang="en-US" dirty="0">
                <a:latin typeface="+mn-lt"/>
              </a:rPr>
              <a:t>		</a:t>
            </a:r>
            <a:r>
              <a:rPr lang="en-US" dirty="0" err="1">
                <a:latin typeface="+mn-lt"/>
              </a:rPr>
              <a:t>addi</a:t>
            </a:r>
            <a:r>
              <a:rPr lang="en-US" dirty="0">
                <a:latin typeface="+mn-lt"/>
              </a:rPr>
              <a:t>	$t0, $zero, 4096</a:t>
            </a:r>
          </a:p>
          <a:p>
            <a:pPr marL="0" lvl="1">
              <a:tabLst>
                <a:tab pos="463550" algn="l"/>
                <a:tab pos="914400" algn="l"/>
                <a:tab pos="1657350" algn="l"/>
                <a:tab pos="2292350" algn="l"/>
              </a:tabLst>
            </a:pPr>
            <a:r>
              <a:rPr lang="en-US" dirty="0">
                <a:latin typeface="+mn-lt"/>
              </a:rPr>
              <a:t>		</a:t>
            </a:r>
            <a:r>
              <a:rPr lang="en-US" dirty="0" err="1">
                <a:latin typeface="+mn-lt"/>
              </a:rPr>
              <a:t>lw</a:t>
            </a:r>
            <a:r>
              <a:rPr lang="en-US" dirty="0">
                <a:latin typeface="+mn-lt"/>
              </a:rPr>
              <a:t>	$t1, 0($s0)</a:t>
            </a:r>
          </a:p>
          <a:p>
            <a:pPr marL="0" lvl="1">
              <a:tabLst>
                <a:tab pos="463550" algn="l"/>
                <a:tab pos="914400" algn="l"/>
                <a:tab pos="1657350" algn="l"/>
                <a:tab pos="2292350" algn="l"/>
              </a:tabLst>
            </a:pPr>
            <a:r>
              <a:rPr lang="en-US" dirty="0">
                <a:latin typeface="+mn-lt"/>
              </a:rPr>
              <a:t>		</a:t>
            </a:r>
            <a:r>
              <a:rPr lang="en-US" dirty="0" err="1">
                <a:latin typeface="+mn-lt"/>
              </a:rPr>
              <a:t>slt</a:t>
            </a:r>
            <a:r>
              <a:rPr lang="en-US" dirty="0">
                <a:latin typeface="+mn-lt"/>
              </a:rPr>
              <a:t>	$t2, $t1, $zero</a:t>
            </a:r>
          </a:p>
          <a:p>
            <a:pPr marL="0" lvl="1">
              <a:tabLst>
                <a:tab pos="463550" algn="l"/>
                <a:tab pos="914400" algn="l"/>
                <a:tab pos="1657350" algn="l"/>
                <a:tab pos="2292350" algn="l"/>
              </a:tabLst>
            </a:pPr>
            <a:r>
              <a:rPr lang="en-US" dirty="0">
                <a:latin typeface="+mn-lt"/>
              </a:rPr>
              <a:t>		nor	$t2, $zero, $t2</a:t>
            </a:r>
          </a:p>
          <a:p>
            <a:pPr marL="0" lvl="1">
              <a:tabLst>
                <a:tab pos="463550" algn="l"/>
                <a:tab pos="914400" algn="l"/>
                <a:tab pos="1657350" algn="l"/>
                <a:tab pos="2292350" algn="l"/>
              </a:tabLst>
            </a:pPr>
            <a:r>
              <a:rPr lang="en-US" dirty="0">
                <a:latin typeface="+mn-lt"/>
              </a:rPr>
              <a:t>		</a:t>
            </a:r>
            <a:r>
              <a:rPr lang="en-US" dirty="0" err="1">
                <a:latin typeface="+mn-lt"/>
              </a:rPr>
              <a:t>slt</a:t>
            </a:r>
            <a:r>
              <a:rPr lang="en-US" dirty="0">
                <a:latin typeface="+mn-lt"/>
              </a:rPr>
              <a:t>	$t3, $t1, $t0</a:t>
            </a:r>
          </a:p>
          <a:p>
            <a:pPr marL="0" lvl="1">
              <a:tabLst>
                <a:tab pos="463550" algn="l"/>
                <a:tab pos="914400" algn="l"/>
                <a:tab pos="1657350" algn="l"/>
                <a:tab pos="2292350" algn="l"/>
              </a:tabLst>
            </a:pPr>
            <a:r>
              <a:rPr lang="en-US" dirty="0">
                <a:latin typeface="+mn-lt"/>
              </a:rPr>
              <a:t>		and	$t4, $t2, $t3</a:t>
            </a:r>
          </a:p>
          <a:p>
            <a:pPr marL="0" lvl="1">
              <a:tabLst>
                <a:tab pos="463550" algn="l"/>
                <a:tab pos="914400" algn="l"/>
                <a:tab pos="1657350" algn="l"/>
                <a:tab pos="2292350" algn="l"/>
              </a:tabLst>
            </a:pPr>
            <a:r>
              <a:rPr lang="en-US" dirty="0">
                <a:latin typeface="+mn-lt"/>
              </a:rPr>
              <a:t>		</a:t>
            </a:r>
            <a:r>
              <a:rPr lang="en-US" dirty="0" err="1">
                <a:latin typeface="+mn-lt"/>
              </a:rPr>
              <a:t>bne</a:t>
            </a:r>
            <a:r>
              <a:rPr lang="en-US" dirty="0">
                <a:latin typeface="+mn-lt"/>
              </a:rPr>
              <a:t>	$t4, $zero, TARGET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E4FE739B-C4BE-4EFC-8777-E976064D612E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 bwMode="auto">
          <a:xfrm>
            <a:off x="437961" y="4768850"/>
            <a:ext cx="8229600" cy="186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b="0" i="0" u="none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Branches to TARGET if 0 ≤ ($s0) &lt; 4096.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8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42216660"/>
      </p:ext>
    </p:extLst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990840"/>
          </a:xfrm>
        </p:spPr>
        <p:txBody>
          <a:bodyPr/>
          <a:lstStyle/>
          <a:p>
            <a:r>
              <a:rPr lang="en-US" dirty="0"/>
              <a:t>Exercise – MIPS Assembly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437961" y="1371600"/>
            <a:ext cx="8229600" cy="83820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What does this assembly code do?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7620000" y="6356350"/>
            <a:ext cx="1066800" cy="365125"/>
          </a:xfrm>
        </p:spPr>
        <p:txBody>
          <a:bodyPr/>
          <a:lstStyle/>
          <a:p>
            <a:pPr lvl="1"/>
            <a:fld id="{217407CB-AE38-450A-8258-626CEFFEE7BF}" type="slidenum">
              <a:rPr lang="en-US" altLang="en-US" smtClean="0"/>
              <a:pPr lvl="1"/>
              <a:t>25</a:t>
            </a:fld>
            <a:endParaRPr lang="en-US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02C8DE9-1244-4D3B-8455-07FFC050A3F0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560556" y="2057400"/>
            <a:ext cx="4210320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lvl="1">
              <a:tabLst>
                <a:tab pos="463550" algn="l"/>
                <a:tab pos="914400" algn="l"/>
                <a:tab pos="1657350" algn="l"/>
                <a:tab pos="2292350" algn="l"/>
              </a:tabLst>
            </a:pPr>
            <a:r>
              <a:rPr lang="en-US" dirty="0">
                <a:latin typeface="+mn-lt"/>
              </a:rPr>
              <a:t>		</a:t>
            </a:r>
            <a:r>
              <a:rPr lang="en-US" dirty="0" err="1">
                <a:latin typeface="+mn-lt"/>
              </a:rPr>
              <a:t>addi</a:t>
            </a:r>
            <a:r>
              <a:rPr lang="en-US" dirty="0">
                <a:latin typeface="+mn-lt"/>
              </a:rPr>
              <a:t>	$t0, $zero, 4096</a:t>
            </a:r>
          </a:p>
          <a:p>
            <a:pPr marL="0" lvl="1">
              <a:tabLst>
                <a:tab pos="463550" algn="l"/>
                <a:tab pos="914400" algn="l"/>
                <a:tab pos="1657350" algn="l"/>
                <a:tab pos="2292350" algn="l"/>
              </a:tabLst>
            </a:pPr>
            <a:r>
              <a:rPr lang="en-US" dirty="0">
                <a:latin typeface="+mn-lt"/>
              </a:rPr>
              <a:t>		</a:t>
            </a:r>
            <a:r>
              <a:rPr lang="en-US" dirty="0" err="1">
                <a:latin typeface="+mn-lt"/>
              </a:rPr>
              <a:t>lw</a:t>
            </a:r>
            <a:r>
              <a:rPr lang="en-US" dirty="0">
                <a:latin typeface="+mn-lt"/>
              </a:rPr>
              <a:t>	$t1, 0($s0)</a:t>
            </a:r>
          </a:p>
          <a:p>
            <a:pPr marL="0" lvl="1">
              <a:tabLst>
                <a:tab pos="463550" algn="l"/>
                <a:tab pos="914400" algn="l"/>
                <a:tab pos="1657350" algn="l"/>
                <a:tab pos="2292350" algn="l"/>
              </a:tabLst>
            </a:pPr>
            <a:r>
              <a:rPr lang="en-US" dirty="0">
                <a:latin typeface="+mn-lt"/>
              </a:rPr>
              <a:t>		</a:t>
            </a:r>
            <a:r>
              <a:rPr lang="en-US" dirty="0" err="1">
                <a:latin typeface="+mn-lt"/>
              </a:rPr>
              <a:t>slt</a:t>
            </a:r>
            <a:r>
              <a:rPr lang="en-US" dirty="0">
                <a:latin typeface="+mn-lt"/>
              </a:rPr>
              <a:t>	$t2, $t1, $zero</a:t>
            </a:r>
          </a:p>
          <a:p>
            <a:pPr marL="0" lvl="1">
              <a:tabLst>
                <a:tab pos="463550" algn="l"/>
                <a:tab pos="914400" algn="l"/>
                <a:tab pos="1657350" algn="l"/>
                <a:tab pos="2292350" algn="l"/>
              </a:tabLst>
            </a:pPr>
            <a:r>
              <a:rPr lang="en-US" dirty="0">
                <a:latin typeface="+mn-lt"/>
              </a:rPr>
              <a:t>		nor	$t2, $zero, $t2</a:t>
            </a:r>
          </a:p>
          <a:p>
            <a:pPr marL="0" lvl="1">
              <a:tabLst>
                <a:tab pos="463550" algn="l"/>
                <a:tab pos="914400" algn="l"/>
                <a:tab pos="1657350" algn="l"/>
                <a:tab pos="2292350" algn="l"/>
              </a:tabLst>
            </a:pPr>
            <a:r>
              <a:rPr lang="en-US" dirty="0">
                <a:latin typeface="+mn-lt"/>
              </a:rPr>
              <a:t>		</a:t>
            </a:r>
            <a:r>
              <a:rPr lang="en-US" dirty="0" err="1">
                <a:latin typeface="+mn-lt"/>
              </a:rPr>
              <a:t>slt</a:t>
            </a:r>
            <a:r>
              <a:rPr lang="en-US" dirty="0">
                <a:latin typeface="+mn-lt"/>
              </a:rPr>
              <a:t>	$t3, $t1, $t0</a:t>
            </a:r>
          </a:p>
          <a:p>
            <a:pPr marL="0" lvl="1">
              <a:tabLst>
                <a:tab pos="463550" algn="l"/>
                <a:tab pos="914400" algn="l"/>
                <a:tab pos="1657350" algn="l"/>
                <a:tab pos="2292350" algn="l"/>
              </a:tabLst>
            </a:pPr>
            <a:r>
              <a:rPr lang="en-US" dirty="0">
                <a:latin typeface="+mn-lt"/>
              </a:rPr>
              <a:t>		and	$t4, $t2, $t3</a:t>
            </a:r>
          </a:p>
          <a:p>
            <a:pPr marL="0" lvl="1">
              <a:tabLst>
                <a:tab pos="463550" algn="l"/>
                <a:tab pos="914400" algn="l"/>
                <a:tab pos="1657350" algn="l"/>
                <a:tab pos="2292350" algn="l"/>
              </a:tabLst>
            </a:pPr>
            <a:r>
              <a:rPr lang="en-US" dirty="0">
                <a:latin typeface="+mn-lt"/>
              </a:rPr>
              <a:t>		</a:t>
            </a:r>
            <a:r>
              <a:rPr lang="en-US" dirty="0" err="1">
                <a:latin typeface="+mn-lt"/>
              </a:rPr>
              <a:t>bne</a:t>
            </a:r>
            <a:r>
              <a:rPr lang="en-US" dirty="0">
                <a:latin typeface="+mn-lt"/>
              </a:rPr>
              <a:t>	$t4, $zero, TARGET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E4FE739B-C4BE-4EFC-8777-E976064D612E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 bwMode="auto">
          <a:xfrm>
            <a:off x="437961" y="4768850"/>
            <a:ext cx="8229600" cy="186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b="0" i="0" u="none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Branches to TARGET if 0 ≤ ($s0) &lt; 4096.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8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Reduce the number of instructions executed?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81341247"/>
      </p:ext>
    </p:extLst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990840"/>
          </a:xfrm>
        </p:spPr>
        <p:txBody>
          <a:bodyPr/>
          <a:lstStyle/>
          <a:p>
            <a:r>
              <a:rPr lang="en-US" dirty="0"/>
              <a:t>Exercise – MIPS Assembly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437961" y="1371600"/>
            <a:ext cx="8229600" cy="83820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What does this assembly code do?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7620000" y="6356350"/>
            <a:ext cx="1066800" cy="365125"/>
          </a:xfrm>
        </p:spPr>
        <p:txBody>
          <a:bodyPr/>
          <a:lstStyle/>
          <a:p>
            <a:pPr lvl="1"/>
            <a:fld id="{217407CB-AE38-450A-8258-626CEFFEE7BF}" type="slidenum">
              <a:rPr lang="en-US" altLang="en-US" smtClean="0"/>
              <a:pPr lvl="1"/>
              <a:t>26</a:t>
            </a:fld>
            <a:endParaRPr lang="en-US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02C8DE9-1244-4D3B-8455-07FFC050A3F0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560556" y="2057400"/>
            <a:ext cx="8354844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>
              <a:tabLst>
                <a:tab pos="463550" algn="l"/>
                <a:tab pos="914400" algn="l"/>
                <a:tab pos="1657350" algn="l"/>
                <a:tab pos="2292350" algn="l"/>
              </a:tabLst>
            </a:pPr>
            <a:r>
              <a:rPr lang="en-US" dirty="0">
                <a:latin typeface="+mn-lt"/>
              </a:rPr>
              <a:t>		</a:t>
            </a:r>
            <a:r>
              <a:rPr lang="en-US" dirty="0" err="1">
                <a:latin typeface="+mn-lt"/>
              </a:rPr>
              <a:t>addi</a:t>
            </a:r>
            <a:r>
              <a:rPr lang="en-US" dirty="0">
                <a:latin typeface="+mn-lt"/>
              </a:rPr>
              <a:t>	$t0, $zero, </a:t>
            </a:r>
            <a:r>
              <a:rPr lang="en-US" b="1" dirty="0">
                <a:latin typeface="+mn-lt"/>
              </a:rPr>
              <a:t>-4096	# binary: 1…1000000000000</a:t>
            </a:r>
          </a:p>
          <a:p>
            <a:pPr marL="0" lvl="1">
              <a:tabLst>
                <a:tab pos="463550" algn="l"/>
                <a:tab pos="914400" algn="l"/>
                <a:tab pos="1657350" algn="l"/>
                <a:tab pos="2292350" algn="l"/>
              </a:tabLst>
            </a:pPr>
            <a:r>
              <a:rPr lang="en-US" dirty="0">
                <a:latin typeface="+mn-lt"/>
              </a:rPr>
              <a:t>		</a:t>
            </a:r>
            <a:r>
              <a:rPr lang="en-US" dirty="0" err="1">
                <a:latin typeface="+mn-lt"/>
              </a:rPr>
              <a:t>lw</a:t>
            </a:r>
            <a:r>
              <a:rPr lang="en-US" dirty="0">
                <a:latin typeface="+mn-lt"/>
              </a:rPr>
              <a:t>	$t1, 0($s0)</a:t>
            </a:r>
          </a:p>
          <a:p>
            <a:pPr marL="0" lvl="1">
              <a:tabLst>
                <a:tab pos="463550" algn="l"/>
                <a:tab pos="914400" algn="l"/>
                <a:tab pos="1657350" algn="l"/>
                <a:tab pos="2292350" algn="l"/>
              </a:tabLst>
            </a:pPr>
            <a:r>
              <a:rPr lang="en-US" dirty="0">
                <a:latin typeface="+mn-lt"/>
              </a:rPr>
              <a:t>		</a:t>
            </a:r>
            <a:r>
              <a:rPr lang="en-US" strike="sngStrike" dirty="0" err="1">
                <a:latin typeface="+mn-lt"/>
              </a:rPr>
              <a:t>slt</a:t>
            </a:r>
            <a:r>
              <a:rPr lang="en-US" strike="sngStrike" dirty="0">
                <a:latin typeface="+mn-lt"/>
              </a:rPr>
              <a:t>	$t2, $t1, $zero</a:t>
            </a:r>
          </a:p>
          <a:p>
            <a:pPr marL="0" lvl="1">
              <a:tabLst>
                <a:tab pos="463550" algn="l"/>
                <a:tab pos="914400" algn="l"/>
                <a:tab pos="1657350" algn="l"/>
                <a:tab pos="2292350" algn="l"/>
              </a:tabLst>
            </a:pPr>
            <a:r>
              <a:rPr lang="en-US" dirty="0">
                <a:latin typeface="+mn-lt"/>
              </a:rPr>
              <a:t>		</a:t>
            </a:r>
            <a:r>
              <a:rPr lang="en-US" strike="sngStrike" dirty="0">
                <a:latin typeface="+mn-lt"/>
              </a:rPr>
              <a:t>nor	$t2, $zero, $t2</a:t>
            </a:r>
          </a:p>
          <a:p>
            <a:pPr marL="0" lvl="1">
              <a:tabLst>
                <a:tab pos="463550" algn="l"/>
                <a:tab pos="914400" algn="l"/>
                <a:tab pos="1657350" algn="l"/>
                <a:tab pos="2292350" algn="l"/>
              </a:tabLst>
            </a:pPr>
            <a:r>
              <a:rPr lang="en-US" dirty="0">
                <a:latin typeface="+mn-lt"/>
              </a:rPr>
              <a:t>		</a:t>
            </a:r>
            <a:r>
              <a:rPr lang="en-US" strike="sngStrike" dirty="0" err="1">
                <a:latin typeface="+mn-lt"/>
              </a:rPr>
              <a:t>slt</a:t>
            </a:r>
            <a:r>
              <a:rPr lang="en-US" strike="sngStrike" dirty="0">
                <a:latin typeface="+mn-lt"/>
              </a:rPr>
              <a:t>	$t3, $t1, $t0</a:t>
            </a:r>
          </a:p>
          <a:p>
            <a:pPr marL="0" lvl="1">
              <a:tabLst>
                <a:tab pos="463550" algn="l"/>
                <a:tab pos="914400" algn="l"/>
                <a:tab pos="1657350" algn="l"/>
                <a:tab pos="2292350" algn="l"/>
              </a:tabLst>
            </a:pPr>
            <a:r>
              <a:rPr lang="en-US" dirty="0">
                <a:latin typeface="+mn-lt"/>
              </a:rPr>
              <a:t>		and	$t4, </a:t>
            </a:r>
            <a:r>
              <a:rPr lang="en-US" b="1" dirty="0">
                <a:latin typeface="+mn-lt"/>
              </a:rPr>
              <a:t>$t0</a:t>
            </a:r>
            <a:r>
              <a:rPr lang="en-US" dirty="0">
                <a:latin typeface="+mn-lt"/>
              </a:rPr>
              <a:t>, </a:t>
            </a:r>
            <a:r>
              <a:rPr lang="en-US" b="1" dirty="0">
                <a:latin typeface="+mn-lt"/>
              </a:rPr>
              <a:t>$t1</a:t>
            </a:r>
          </a:p>
          <a:p>
            <a:pPr marL="0" lvl="1">
              <a:tabLst>
                <a:tab pos="463550" algn="l"/>
                <a:tab pos="914400" algn="l"/>
                <a:tab pos="1657350" algn="l"/>
                <a:tab pos="2292350" algn="l"/>
              </a:tabLst>
            </a:pPr>
            <a:r>
              <a:rPr lang="en-US" dirty="0">
                <a:latin typeface="+mn-lt"/>
              </a:rPr>
              <a:t>		</a:t>
            </a:r>
            <a:r>
              <a:rPr lang="en-US" b="1" dirty="0" err="1">
                <a:latin typeface="+mn-lt"/>
              </a:rPr>
              <a:t>beq</a:t>
            </a:r>
            <a:r>
              <a:rPr lang="en-US" dirty="0">
                <a:latin typeface="+mn-lt"/>
              </a:rPr>
              <a:t>	$t4, $zero, TARGET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E4FE739B-C4BE-4EFC-8777-E976064D612E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 bwMode="auto">
          <a:xfrm>
            <a:off x="437961" y="4768850"/>
            <a:ext cx="8229600" cy="186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b="0" i="0" u="none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Branches to TARGET if 0 ≤ ($s0) &lt; 4096.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8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Reduce the number of instructions executed?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6685179"/>
      </p:ext>
    </p:extLst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990840"/>
          </a:xfrm>
        </p:spPr>
        <p:txBody>
          <a:bodyPr/>
          <a:lstStyle/>
          <a:p>
            <a:r>
              <a:rPr lang="en-US" dirty="0"/>
              <a:t>Exercise – MIPS Assembly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437961" y="1371600"/>
            <a:ext cx="8229600" cy="83820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What does this assembly code do?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7620000" y="6356350"/>
            <a:ext cx="1066800" cy="365125"/>
          </a:xfrm>
        </p:spPr>
        <p:txBody>
          <a:bodyPr/>
          <a:lstStyle/>
          <a:p>
            <a:pPr lvl="1"/>
            <a:fld id="{217407CB-AE38-450A-8258-626CEFFEE7BF}" type="slidenum">
              <a:rPr lang="en-US" altLang="en-US" smtClean="0"/>
              <a:pPr lvl="1"/>
              <a:t>27</a:t>
            </a:fld>
            <a:endParaRPr lang="en-US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02C8DE9-1244-4D3B-8455-07FFC050A3F0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560556" y="2057400"/>
            <a:ext cx="4210320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lvl="1">
              <a:tabLst>
                <a:tab pos="463550" algn="l"/>
                <a:tab pos="914400" algn="l"/>
                <a:tab pos="1657350" algn="l"/>
                <a:tab pos="2292350" algn="l"/>
              </a:tabLst>
            </a:pPr>
            <a:r>
              <a:rPr lang="en-US" dirty="0">
                <a:latin typeface="+mn-lt"/>
              </a:rPr>
              <a:t>		</a:t>
            </a:r>
            <a:r>
              <a:rPr lang="en-US" dirty="0" err="1">
                <a:latin typeface="+mn-lt"/>
              </a:rPr>
              <a:t>addi</a:t>
            </a:r>
            <a:r>
              <a:rPr lang="en-US" dirty="0">
                <a:latin typeface="+mn-lt"/>
              </a:rPr>
              <a:t>	$t0, $zero, -4096</a:t>
            </a:r>
          </a:p>
          <a:p>
            <a:pPr marL="0" lvl="1">
              <a:tabLst>
                <a:tab pos="463550" algn="l"/>
                <a:tab pos="914400" algn="l"/>
                <a:tab pos="1657350" algn="l"/>
                <a:tab pos="2292350" algn="l"/>
              </a:tabLst>
            </a:pPr>
            <a:r>
              <a:rPr lang="en-US" dirty="0">
                <a:latin typeface="+mn-lt"/>
              </a:rPr>
              <a:t>		</a:t>
            </a:r>
            <a:r>
              <a:rPr lang="en-US" dirty="0" err="1">
                <a:latin typeface="+mn-lt"/>
              </a:rPr>
              <a:t>lw</a:t>
            </a:r>
            <a:r>
              <a:rPr lang="en-US" dirty="0">
                <a:latin typeface="+mn-lt"/>
              </a:rPr>
              <a:t>	$t1, 0($s0)</a:t>
            </a:r>
          </a:p>
          <a:p>
            <a:pPr marL="0" lvl="1">
              <a:tabLst>
                <a:tab pos="463550" algn="l"/>
                <a:tab pos="914400" algn="l"/>
                <a:tab pos="1657350" algn="l"/>
                <a:tab pos="2292350" algn="l"/>
              </a:tabLst>
            </a:pPr>
            <a:r>
              <a:rPr lang="en-US" dirty="0">
                <a:latin typeface="+mn-lt"/>
              </a:rPr>
              <a:t>		and	$t4, $t0, $t1</a:t>
            </a:r>
          </a:p>
          <a:p>
            <a:pPr marL="0" lvl="1">
              <a:tabLst>
                <a:tab pos="463550" algn="l"/>
                <a:tab pos="914400" algn="l"/>
                <a:tab pos="1657350" algn="l"/>
                <a:tab pos="2292350" algn="l"/>
              </a:tabLst>
            </a:pPr>
            <a:r>
              <a:rPr lang="en-US" dirty="0">
                <a:latin typeface="+mn-lt"/>
              </a:rPr>
              <a:t>		</a:t>
            </a:r>
            <a:r>
              <a:rPr lang="en-US" dirty="0" err="1">
                <a:latin typeface="+mn-lt"/>
              </a:rPr>
              <a:t>beq</a:t>
            </a:r>
            <a:r>
              <a:rPr lang="en-US" dirty="0">
                <a:latin typeface="+mn-lt"/>
              </a:rPr>
              <a:t>	$t4, $zero, TARGET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E4FE739B-C4BE-4EFC-8777-E976064D612E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 bwMode="auto">
          <a:xfrm>
            <a:off x="437961" y="4768850"/>
            <a:ext cx="8229600" cy="186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b="0" i="0" u="none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Branches to TARGET if 0 ≤ ($s0) &lt; 4096.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8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Can reduce even more?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1668245"/>
      </p:ext>
    </p:extLst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990840"/>
          </a:xfrm>
        </p:spPr>
        <p:txBody>
          <a:bodyPr/>
          <a:lstStyle/>
          <a:p>
            <a:r>
              <a:rPr lang="en-US" dirty="0"/>
              <a:t>Exercise – MIPS Assembly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437961" y="1371600"/>
            <a:ext cx="8229600" cy="83820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What does this assembly code do?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7620000" y="6356350"/>
            <a:ext cx="1066800" cy="365125"/>
          </a:xfrm>
        </p:spPr>
        <p:txBody>
          <a:bodyPr/>
          <a:lstStyle/>
          <a:p>
            <a:pPr lvl="1"/>
            <a:fld id="{217407CB-AE38-450A-8258-626CEFFEE7BF}" type="slidenum">
              <a:rPr lang="en-US" altLang="en-US" smtClean="0"/>
              <a:pPr lvl="1"/>
              <a:t>28</a:t>
            </a:fld>
            <a:endParaRPr lang="en-US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02C8DE9-1244-4D3B-8455-07FFC050A3F0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560556" y="2057400"/>
            <a:ext cx="4210320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lvl="1">
              <a:tabLst>
                <a:tab pos="463550" algn="l"/>
                <a:tab pos="914400" algn="l"/>
                <a:tab pos="1657350" algn="l"/>
                <a:tab pos="2292350" algn="l"/>
              </a:tabLst>
            </a:pPr>
            <a:r>
              <a:rPr lang="en-US" dirty="0">
                <a:latin typeface="+mn-lt"/>
              </a:rPr>
              <a:t>		</a:t>
            </a:r>
            <a:r>
              <a:rPr lang="en-US" strike="sngStrike" dirty="0" err="1">
                <a:latin typeface="+mn-lt"/>
              </a:rPr>
              <a:t>addi</a:t>
            </a:r>
            <a:r>
              <a:rPr lang="en-US" strike="sngStrike" dirty="0">
                <a:latin typeface="+mn-lt"/>
              </a:rPr>
              <a:t>	$t0, $zero, -4096</a:t>
            </a:r>
          </a:p>
          <a:p>
            <a:pPr marL="0" lvl="1">
              <a:tabLst>
                <a:tab pos="463550" algn="l"/>
                <a:tab pos="914400" algn="l"/>
                <a:tab pos="1657350" algn="l"/>
                <a:tab pos="2292350" algn="l"/>
              </a:tabLst>
            </a:pPr>
            <a:r>
              <a:rPr lang="en-US" dirty="0">
                <a:latin typeface="+mn-lt"/>
              </a:rPr>
              <a:t>		</a:t>
            </a:r>
            <a:r>
              <a:rPr lang="en-US" dirty="0" err="1">
                <a:latin typeface="+mn-lt"/>
              </a:rPr>
              <a:t>lw</a:t>
            </a:r>
            <a:r>
              <a:rPr lang="en-US" dirty="0">
                <a:latin typeface="+mn-lt"/>
              </a:rPr>
              <a:t>	$t1, 0($s0)</a:t>
            </a:r>
          </a:p>
          <a:p>
            <a:pPr marL="0" lvl="1">
              <a:tabLst>
                <a:tab pos="463550" algn="l"/>
                <a:tab pos="914400" algn="l"/>
                <a:tab pos="1657350" algn="l"/>
                <a:tab pos="2292350" algn="l"/>
              </a:tabLst>
            </a:pPr>
            <a:r>
              <a:rPr lang="en-US" dirty="0">
                <a:latin typeface="+mn-lt"/>
              </a:rPr>
              <a:t>		</a:t>
            </a:r>
            <a:r>
              <a:rPr lang="en-US" b="1" dirty="0" err="1">
                <a:latin typeface="+mn-lt"/>
              </a:rPr>
              <a:t>sltiu</a:t>
            </a:r>
            <a:r>
              <a:rPr lang="en-US" dirty="0">
                <a:latin typeface="+mn-lt"/>
              </a:rPr>
              <a:t>	$t4, </a:t>
            </a:r>
            <a:r>
              <a:rPr lang="en-US" b="1" dirty="0">
                <a:latin typeface="+mn-lt"/>
              </a:rPr>
              <a:t>$t1</a:t>
            </a:r>
            <a:r>
              <a:rPr lang="en-US" dirty="0">
                <a:latin typeface="+mn-lt"/>
              </a:rPr>
              <a:t>, </a:t>
            </a:r>
            <a:r>
              <a:rPr lang="en-US" b="1" dirty="0">
                <a:latin typeface="+mn-lt"/>
              </a:rPr>
              <a:t>4096</a:t>
            </a:r>
          </a:p>
          <a:p>
            <a:pPr marL="0" lvl="1">
              <a:tabLst>
                <a:tab pos="463550" algn="l"/>
                <a:tab pos="914400" algn="l"/>
                <a:tab pos="1657350" algn="l"/>
                <a:tab pos="2292350" algn="l"/>
              </a:tabLst>
            </a:pPr>
            <a:r>
              <a:rPr lang="en-US" dirty="0">
                <a:latin typeface="+mn-lt"/>
              </a:rPr>
              <a:t>		</a:t>
            </a:r>
            <a:r>
              <a:rPr lang="en-US" b="1" dirty="0" err="1">
                <a:latin typeface="+mn-lt"/>
              </a:rPr>
              <a:t>bne</a:t>
            </a:r>
            <a:r>
              <a:rPr lang="en-US" dirty="0">
                <a:latin typeface="+mn-lt"/>
              </a:rPr>
              <a:t>	$t4, $zero, TARGET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E4FE739B-C4BE-4EFC-8777-E976064D612E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 bwMode="auto">
          <a:xfrm>
            <a:off x="437961" y="4768850"/>
            <a:ext cx="8229600" cy="186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b="0" i="0" u="none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Branches to TARGET if 0 ≤ ($s0) &lt; 4096.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8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Can reduce even more?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20923789"/>
      </p:ext>
    </p:extLst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990840"/>
          </a:xfrm>
        </p:spPr>
        <p:txBody>
          <a:bodyPr/>
          <a:lstStyle/>
          <a:p>
            <a:r>
              <a:rPr lang="en-US" dirty="0"/>
              <a:t>Exercise – MIPS Assembly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437961" y="1371600"/>
            <a:ext cx="8229600" cy="83820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What does this assembly code do?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7620000" y="6356350"/>
            <a:ext cx="1066800" cy="365125"/>
          </a:xfrm>
        </p:spPr>
        <p:txBody>
          <a:bodyPr/>
          <a:lstStyle/>
          <a:p>
            <a:pPr lvl="1"/>
            <a:fld id="{217407CB-AE38-450A-8258-626CEFFEE7BF}" type="slidenum">
              <a:rPr lang="en-US" altLang="en-US" smtClean="0"/>
              <a:pPr lvl="1"/>
              <a:t>29</a:t>
            </a:fld>
            <a:endParaRPr lang="en-US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02C8DE9-1244-4D3B-8455-07FFC050A3F0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560556" y="2057400"/>
            <a:ext cx="421032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lvl="1">
              <a:tabLst>
                <a:tab pos="463550" algn="l"/>
                <a:tab pos="914400" algn="l"/>
                <a:tab pos="1657350" algn="l"/>
                <a:tab pos="2292350" algn="l"/>
              </a:tabLst>
            </a:pPr>
            <a:r>
              <a:rPr lang="en-US" dirty="0">
                <a:latin typeface="+mn-lt"/>
              </a:rPr>
              <a:t>		</a:t>
            </a:r>
            <a:r>
              <a:rPr lang="en-US" dirty="0" err="1">
                <a:latin typeface="+mn-lt"/>
              </a:rPr>
              <a:t>lw</a:t>
            </a:r>
            <a:r>
              <a:rPr lang="en-US" dirty="0">
                <a:latin typeface="+mn-lt"/>
              </a:rPr>
              <a:t>	$t1, 0($s0)</a:t>
            </a:r>
          </a:p>
          <a:p>
            <a:pPr marL="0" lvl="1">
              <a:tabLst>
                <a:tab pos="463550" algn="l"/>
                <a:tab pos="914400" algn="l"/>
                <a:tab pos="1657350" algn="l"/>
                <a:tab pos="2292350" algn="l"/>
              </a:tabLst>
            </a:pPr>
            <a:r>
              <a:rPr lang="en-US" dirty="0">
                <a:latin typeface="+mn-lt"/>
              </a:rPr>
              <a:t>		</a:t>
            </a:r>
            <a:r>
              <a:rPr lang="en-US" dirty="0" err="1">
                <a:latin typeface="+mn-lt"/>
              </a:rPr>
              <a:t>sltiu</a:t>
            </a:r>
            <a:r>
              <a:rPr lang="en-US" dirty="0">
                <a:latin typeface="+mn-lt"/>
              </a:rPr>
              <a:t>	$t4, $t1, 4096</a:t>
            </a:r>
          </a:p>
          <a:p>
            <a:pPr marL="0" lvl="1">
              <a:tabLst>
                <a:tab pos="463550" algn="l"/>
                <a:tab pos="914400" algn="l"/>
                <a:tab pos="1657350" algn="l"/>
                <a:tab pos="2292350" algn="l"/>
              </a:tabLst>
            </a:pPr>
            <a:r>
              <a:rPr lang="en-US" dirty="0">
                <a:latin typeface="+mn-lt"/>
              </a:rPr>
              <a:t>		</a:t>
            </a:r>
            <a:r>
              <a:rPr lang="en-US" dirty="0" err="1">
                <a:latin typeface="+mn-lt"/>
              </a:rPr>
              <a:t>bne</a:t>
            </a:r>
            <a:r>
              <a:rPr lang="en-US" dirty="0">
                <a:latin typeface="+mn-lt"/>
              </a:rPr>
              <a:t>	$t4, $zero, TARGET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E4FE739B-C4BE-4EFC-8777-E976064D612E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 bwMode="auto">
          <a:xfrm>
            <a:off x="437961" y="4768850"/>
            <a:ext cx="8229600" cy="186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b="0" i="0" u="none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Branches to TARGET if 0 ≤ ($s0) &lt; 4096.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8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Can reduce even more?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00070191"/>
      </p:ext>
    </p:extLst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11"/>
  <p:tag name="MMPROD_UIPERSISTENCEDATA" val="MMPROD_UIPERSISTENCEDATA"/>
  <p:tag name="MMPROD_UIDATA" val="&lt;database version=&quot;11.0&quot;&gt;&lt;object type=&quot;1&quot; unique_id=&quot;10001&quot;&gt;&lt;property id=&quot;20141&quot; value=&quot;ECE/CS 552 - ISA Basics&quot;/&gt;&lt;property id=&quot;20144&quot; value=&quot;0&quot;/&gt;&lt;property id=&quot;20146&quot; value=&quot;0&quot;/&gt;&lt;property id=&quot;20147&quot; value=&quot;0&quot;/&gt;&lt;property id=&quot;20148&quot; value=&quot;5&quot;/&gt;&lt;property id=&quot;20180&quot; value=&quot;0&quot;/&gt;&lt;property id=&quot;20181&quot; value=&quot;1&quot;/&gt;&lt;property id=&quot;20183&quot; value=&quot;1&quot;/&gt;&lt;property id=&quot;20184&quot; value=&quot;7&quot;/&gt;&lt;property id=&quot;20193&quot; value=&quot;-1&quot;/&gt;&lt;property id=&quot;20224&quot; value=&quot;C:\Users\sanmi\Documents\My Adobe Presentations\ece552f2019-ISABasics&quot;/&gt;&lt;property id=&quot;20250&quot; value=&quot;0&quot;/&gt;&lt;property id=&quot;20251&quot; value=&quot;0&quot;/&gt;&lt;property id=&quot;20259&quot; value=&quot;0&quot;/&gt;&lt;property id=&quot;20263&quot; value=&quot;2&quot;/&gt;&lt;property id=&quot;20264&quot; value=&quot;1&quot;/&gt;&lt;property id=&quot;20519&quot; value=&quot;0&quot;/&gt;&lt;property id=&quot;20700&quot; value=&quot;0&quot;/&gt;&lt;object type=&quot;8&quot; unique_id=&quot;10221&quot;&gt;&lt;/object&gt;&lt;object type=&quot;2&quot; unique_id=&quot;10222&quot;&gt;&lt;object type=&quot;3&quot; unique_id=&quot;10227&quot;&gt;&lt;property id=&quot;20148&quot; value=&quot;5&quot;/&gt;&lt;property id=&quot;20300&quot; value=&quot;Slide 6 - &amp;quot;Basics&amp;quot;&quot;/&gt;&lt;property id=&quot;20307&quot; value=&quot;261&quot;/&gt;&lt;property id=&quot;20309&quot; value=&quot;-1&quot;/&gt;&lt;/object&gt;&lt;object type=&quot;3&quot; unique_id=&quot;10232&quot;&gt;&lt;property id=&quot;20148&quot; value=&quot;5&quot;/&gt;&lt;property id=&quot;20300&quot; value=&quot;Slide 9 - &amp;quot;Arithmetic Logic Unit Ops&amp;quot;&quot;/&gt;&lt;property id=&quot;20307&quot; value=&quot;266&quot;/&gt;&lt;property id=&quot;20309&quot; value=&quot;-1&quot;/&gt;&lt;/object&gt;&lt;object type=&quot;3&quot; unique_id=&quot;10233&quot;&gt;&lt;property id=&quot;20148&quot; value=&quot;5&quot;/&gt;&lt;property id=&quot;20300&quot; value=&quot;Slide 10 - &amp;quot;Memory and Load/Store&amp;quot;&quot;/&gt;&lt;property id=&quot;20307&quot; value=&quot;267&quot;/&gt;&lt;property id=&quot;20309&quot; value=&quot;-1&quot;/&gt;&lt;/object&gt;&lt;object type=&quot;3&quot; unique_id=&quot;10236&quot;&gt;&lt;property id=&quot;20148&quot; value=&quot;5&quot;/&gt;&lt;property id=&quot;20300&quot; value=&quot;Slide 11 - &amp;quot;Memory and Load/Store&amp;quot;&quot;/&gt;&lt;property id=&quot;20307&quot; value=&quot;271&quot;/&gt;&lt;property id=&quot;20309&quot; value=&quot;-1&quot;/&gt;&lt;/object&gt;&lt;object type=&quot;3&quot; unique_id=&quot;10241&quot;&gt;&lt;property id=&quot;20148&quot; value=&quot;5&quot;/&gt;&lt;property id=&quot;20300&quot; value=&quot;Slide 17 - &amp;quot;Branches and Jumps&amp;quot;&quot;/&gt;&lt;property id=&quot;20307&quot; value=&quot;277&quot;/&gt;&lt;property id=&quot;20309&quot; value=&quot;-1&quot;/&gt;&lt;/object&gt;&lt;object type=&quot;3&quot; unique_id=&quot;10492&quot;&gt;&lt;property id=&quot;20148&quot; value=&quot;5&quot;/&gt;&lt;property id=&quot;20300&quot; value=&quot;Slide 1 - &amp;quot;ECE/CS 552: ISA Basics&amp;quot;&quot;/&gt;&lt;property id=&quot;20307&quot; value=&quot;302&quot;/&gt;&lt;property id=&quot;20309&quot; value=&quot;-1&quot;/&gt;&lt;/object&gt;&lt;object type=&quot;3&quot; unique_id=&quot;15923&quot;&gt;&lt;property id=&quot;20148&quot; value=&quot;5&quot;/&gt;&lt;property id=&quot;20300&quot; value=&quot;Slide 3 - &amp;quot;Instruction Sets&amp;quot;&quot;/&gt;&lt;property id=&quot;20307&quot; value=&quot;303&quot;/&gt;&lt;property id=&quot;20309&quot; value=&quot;-1&quot;/&gt;&lt;/object&gt;&lt;object type=&quot;3&quot; unique_id=&quot;144875&quot;&gt;&lt;property id=&quot;20148&quot; value=&quot;5&quot;/&gt;&lt;property id=&quot;20300&quot; value=&quot;Slide 18 - &amp;quot;MIPS Green Card&amp;quot;&quot;/&gt;&lt;property id=&quot;20307&quot; value=&quot;323&quot;/&gt;&lt;property id=&quot;20309&quot; value=&quot;-1&quot;/&gt;&lt;/object&gt;&lt;object type=&quot;3&quot; unique_id=&quot;144876&quot;&gt;&lt;property id=&quot;20148&quot; value=&quot;5&quot;/&gt;&lt;property id=&quot;20300&quot; value=&quot;Slide 20 - &amp;quot;Exercise – MIPS Assembly&amp;quot;&quot;/&gt;&lt;property id=&quot;20307&quot; value=&quot;337&quot;/&gt;&lt;property id=&quot;20309&quot; value=&quot;-1&quot;/&gt;&lt;/object&gt;&lt;object type=&quot;3&quot; unique_id=&quot;144877&quot;&gt;&lt;property id=&quot;20148&quot; value=&quot;5&quot;/&gt;&lt;property id=&quot;20300&quot; value=&quot;Slide 21 - &amp;quot;Exercise – MIPS Assembly&amp;quot;&quot;/&gt;&lt;property id=&quot;20307&quot; value=&quot;336&quot;/&gt;&lt;property id=&quot;20309&quot; value=&quot;-1&quot;/&gt;&lt;/object&gt;&lt;object type=&quot;3&quot; unique_id=&quot;144878&quot;&gt;&lt;property id=&quot;20148&quot; value=&quot;5&quot;/&gt;&lt;property id=&quot;20300&quot; value=&quot;Slide 22 - &amp;quot;Exercise – MIPS Assembly&amp;quot;&quot;/&gt;&lt;property id=&quot;20307&quot; value=&quot;335&quot;/&gt;&lt;property id=&quot;20309&quot; value=&quot;-1&quot;/&gt;&lt;/object&gt;&lt;object type=&quot;3&quot; unique_id=&quot;144879&quot;&gt;&lt;property id=&quot;20148&quot; value=&quot;5&quot;/&gt;&lt;property id=&quot;20300&quot; value=&quot;Slide 23 - &amp;quot;Exercise – MIPS Assembly&amp;quot;&quot;/&gt;&lt;property id=&quot;20307&quot; value=&quot;341&quot;/&gt;&lt;property id=&quot;20309&quot; value=&quot;-1&quot;/&gt;&lt;/object&gt;&lt;object type=&quot;3&quot; unique_id=&quot;144880&quot;&gt;&lt;property id=&quot;20148&quot; value=&quot;5&quot;/&gt;&lt;property id=&quot;20300&quot; value=&quot;Slide 24 - &amp;quot;Exercise – MIPS Assembly&amp;quot;&quot;/&gt;&lt;property id=&quot;20307&quot; value=&quot;348&quot;/&gt;&lt;property id=&quot;20309&quot; value=&quot;-1&quot;/&gt;&lt;/object&gt;&lt;object type=&quot;3&quot; unique_id=&quot;144881&quot;&gt;&lt;property id=&quot;20148&quot; value=&quot;5&quot;/&gt;&lt;property id=&quot;20300&quot; value=&quot;Slide 25 - &amp;quot;Exercise – MIPS Assembly&amp;quot;&quot;/&gt;&lt;property id=&quot;20307&quot; value=&quot;347&quot;/&gt;&lt;property id=&quot;20309&quot; value=&quot;-1&quot;/&gt;&lt;/object&gt;&lt;object type=&quot;3&quot; unique_id=&quot;144882&quot;&gt;&lt;property id=&quot;20148&quot; value=&quot;5&quot;/&gt;&lt;property id=&quot;20300&quot; value=&quot;Slide 26 - &amp;quot;Exercise – MIPS Assembly&amp;quot;&quot;/&gt;&lt;property id=&quot;20307&quot; value=&quot;345&quot;/&gt;&lt;property id=&quot;20309&quot; value=&quot;-1&quot;/&gt;&lt;/object&gt;&lt;object type=&quot;3&quot; unique_id=&quot;144884&quot;&gt;&lt;property id=&quot;20148&quot; value=&quot;5&quot;/&gt;&lt;property id=&quot;20300&quot; value=&quot;Slide 27 - &amp;quot;Exercise – MIPS Assembly&amp;quot;&quot;/&gt;&lt;property id=&quot;20307&quot; value=&quot;352&quot;/&gt;&lt;property id=&quot;20309&quot; value=&quot;-1&quot;/&gt;&lt;/object&gt;&lt;object type=&quot;3&quot; unique_id=&quot;144885&quot;&gt;&lt;property id=&quot;20148&quot; value=&quot;5&quot;/&gt;&lt;property id=&quot;20300&quot; value=&quot;Slide 28 - &amp;quot;Exercise – MIPS Assembly&amp;quot;&quot;/&gt;&lt;property id=&quot;20307&quot; value=&quot;353&quot;/&gt;&lt;property id=&quot;20309&quot; value=&quot;-1&quot;/&gt;&lt;/object&gt;&lt;object type=&quot;3&quot; unique_id=&quot;144886&quot;&gt;&lt;property id=&quot;20148&quot; value=&quot;5&quot;/&gt;&lt;property id=&quot;20300&quot; value=&quot;Slide 29 - &amp;quot;Exercise – MIPS Assembly&amp;quot;&quot;/&gt;&lt;property id=&quot;20307&quot; value=&quot;354&quot;/&gt;&lt;property id=&quot;20309&quot; value=&quot;-1&quot;/&gt;&lt;/object&gt;&lt;object type=&quot;3&quot; unique_id=&quot;145295&quot;&gt;&lt;property id=&quot;20148&quot; value=&quot;5&quot;/&gt;&lt;property id=&quot;20300&quot; value=&quot;Slide 2 - &amp;quot;Instructions (252/354 Review)&amp;quot;&quot;/&gt;&lt;property id=&quot;20307&quot; value=&quot;258&quot;/&gt;&lt;property id=&quot;20309&quot; value=&quot;-1&quot;/&gt;&lt;/object&gt;&lt;object type=&quot;3&quot; unique_id=&quot;145958&quot;&gt;&lt;property id=&quot;20148&quot; value=&quot;5&quot;/&gt;&lt;property id=&quot;20300&quot; value=&quot;Slide 4 - &amp;quot;Forecast&amp;quot;&quot;/&gt;&lt;property id=&quot;20307&quot; value=&quot;260&quot;/&gt;&lt;property id=&quot;20309&quot; value=&quot;-1&quot;/&gt;&lt;/object&gt;&lt;object type=&quot;3&quot; unique_id=&quot;145959&quot;&gt;&lt;property id=&quot;20148&quot; value=&quot;5&quot;/&gt;&lt;property id=&quot;20300&quot; value=&quot;Slide 7 - &amp;quot;Registers&amp;quot;&quot;/&gt;&lt;property id=&quot;20307&quot; value=&quot;264&quot;/&gt;&lt;property id=&quot;20309&quot; value=&quot;-1&quot;/&gt;&lt;/object&gt;&lt;object type=&quot;3&quot; unique_id=&quot;145960&quot;&gt;&lt;property id=&quot;20148&quot; value=&quot;5&quot;/&gt;&lt;property id=&quot;20300&quot; value=&quot;Slide 8 - &amp;quot;Registers and ALU&amp;quot;&quot;/&gt;&lt;property id=&quot;20307&quot; value=&quot;265&quot;/&gt;&lt;property id=&quot;20309&quot; value=&quot;-1&quot;/&gt;&lt;/object&gt;&lt;object type=&quot;3&quot; unique_id=&quot;146276&quot;&gt;&lt;property id=&quot;20148&quot; value=&quot;5&quot;/&gt;&lt;property id=&quot;20300&quot; value=&quot;Slide 12 - &amp;quot;Memory and Load/Store&amp;quot;&quot;/&gt;&lt;property id=&quot;20307&quot; value=&quot;269&quot;/&gt;&lt;property id=&quot;20309&quot; value=&quot;-1&quot;/&gt;&lt;/object&gt;&lt;object type=&quot;3&quot; unique_id=&quot;147059&quot;&gt;&lt;property id=&quot;20148&quot; value=&quot;5&quot;/&gt;&lt;property id=&quot;20300&quot; value=&quot;Slide 16 - &amp;quot;Branches and Jumps&amp;quot;&quot;/&gt;&lt;property id=&quot;20307&quot; value=&quot;276&quot;/&gt;&lt;property id=&quot;20309&quot; value=&quot;-1&quot;/&gt;&lt;/object&gt;&lt;object type=&quot;3&quot; unique_id=&quot;147322&quot;&gt;&lt;property id=&quot;20148&quot; value=&quot;5&quot;/&gt;&lt;property id=&quot;20300&quot; value=&quot;Slide 19 - &amp;quot;Exercise – MIPS Assembly&amp;quot;&quot;/&gt;&lt;property id=&quot;20307&quot; value=&quot;368&quot;/&gt;&lt;property id=&quot;20309&quot; value=&quot;-1&quot;/&gt;&lt;/object&gt;&lt;object type=&quot;3&quot; unique_id=&quot;148511&quot;&gt;&lt;property id=&quot;20148&quot; value=&quot;5&quot;/&gt;&lt;property id=&quot;20300&quot; value=&quot;Slide 13 - &amp;quot;Branches and Jumps&amp;quot;&quot;/&gt;&lt;property id=&quot;20307&quot; value=&quot;369&quot;/&gt;&lt;property id=&quot;20309&quot; value=&quot;-1&quot;/&gt;&lt;/object&gt;&lt;object type=&quot;3&quot; unique_id=&quot;148882&quot;&gt;&lt;property id=&quot;20148&quot; value=&quot;5&quot;/&gt;&lt;property id=&quot;20300&quot; value=&quot;Slide 14 - &amp;quot;Branches and Jumps&amp;quot;&quot;/&gt;&lt;property id=&quot;20307&quot; value=&quot;371&quot;/&gt;&lt;property id=&quot;20309&quot; value=&quot;-1&quot;/&gt;&lt;/object&gt;&lt;object type=&quot;3&quot; unique_id=&quot;148883&quot;&gt;&lt;property id=&quot;20148&quot; value=&quot;5&quot;/&gt;&lt;property id=&quot;20300&quot; value=&quot;Slide 15 - &amp;quot;Branches and Jumps&amp;quot;&quot;/&gt;&lt;property id=&quot;20307&quot; value=&quot;370&quot;/&gt;&lt;property id=&quot;20309&quot; value=&quot;-1&quot;/&gt;&lt;/object&gt;&lt;object type=&quot;3&quot; unique_id=&quot;150723&quot;&gt;&lt;property id=&quot;20148&quot; value=&quot;5&quot;/&gt;&lt;property id=&quot;20300&quot; value=&quot;Slide 5 - &amp;quot;MIPS Green Card&amp;quot;&quot;/&gt;&lt;property id=&quot;20307&quot; value=&quot;372&quot;/&gt;&lt;property id=&quot;20309&quot; value=&quot;-1&quot;/&gt;&lt;/object&gt;&lt;/object&gt;&lt;object type=&quot;10&quot; unique_id=&quot;17072&quot;&gt;&lt;object type=&quot;11&quot; unique_id=&quot;17073&quot;&gt;&lt;property id=&quot;20180&quot; value=&quot;0&quot;/&gt;&lt;property id=&quot;20181&quot; value=&quot;1&quot;/&gt;&lt;property id=&quot;20183&quot; value=&quot;1&quot;/&gt;&lt;/object&gt;&lt;object type=&quot;12&quot; unique_id=&quot;147501&quot;&gt;&lt;/object&gt;&lt;/object&gt;&lt;object type=&quot;4&quot; unique_id=&quot;17074&quot;&gt;&lt;/object&gt;&lt;/object&gt;&lt;/database&gt;"/>
  <p:tag name="MMPROD_THEME_BG_IMAGE" val=""/>
  <p:tag name="MMPROD_TAG_VCONFIG" val="PD94bWwgdmVyc2lvbj0iMS4wIj8+DQo8Y29uZmlndXJhdGlvbj4NCgk8YnJhbmRpbmc+DQoJCTx1aWZvbnQgbmFtZT0iRk9OVF9OT1RFU19URVhUIiB2YWx1ZT0iVmVyZGFuYSw5LGZhbHNlLGZhbHNlLGZhbHNlIi8+DQoJPC9icmFuZGluZz4NCgk8Y29sb3JzPg0KCQk8dWljb2xvciBuYW1lPSJwcmltYXJ5IiB2YWx1ZT0iMHg2Rjg0ODgiLz4NCgkJPHVpY29sb3IgbmFtZT0iZ2xvdyIgdmFsdWU9IjB4NjA5NzczIi8+DQoJCTx1aWNvbG9yIG5hbWU9InRleHQiIHZhbHVlPSIweEZGRkZGRiIvPg0KCQk8dWljb2xvciBuYW1lPSJsaWdodCIgdmFsdWU9IjB4NEU1RDYwIi8+DQoJCTx1aWNvbG9yIG5hbWU9InNoYWRvdyIgdmFsdWU9IjB4MDAwMDAwIi8+DQoJCTx1aWNvbG9yIG5hbWU9ImJhY2tncm91bmQiIHZhbHVlPSIweDcyNzk3MSIvPg0KCTwvY29sb3JzPg0KCTxsYXlvdXQ+DQoJCTx1aXNob3cgbmFtZT0icHJlc2VudGF0aW9udGl0bGUiIHZhbHVlPSJ0cnVlIi8+PHVpc2hvdyBuYW1lPSJwcmVzZW50ZXJwaG90byIgdmFsdWU9InRydWUiLz48dWlzaG93IG5hbWU9InByZXNlbnRlcm5hbWUiIHZhbHVlPSJ0cnVlIi8+PHVpc2hvdyBuYW1lPSJwcmVzZW50ZXJ0aXRsZSIgdmFsdWU9InRydWUiLz48dWlzaG93IG5hbWU9InByZXNlbnRlcmVtYWlsIiB2YWx1ZT0idHJ1ZSIvPjx1aXNob3cgbmFtZT0icHJlc2VudGVyYmlvIiB2YWx1ZT0idHJ1ZSIvPjx1aXNob3cgbmFtZT0iY29tcGFueWxvZ28iIHZhbHVlPSJ0cnVlIi8+PHVpc2hvdyBuYW1lPSJzaWRlYmFyIiB2YWx1ZT0idHJ1ZSIvPjx1aXNob3cgbmFtZT0ib3V0bGluZSIgdmFsdWU9InRydWUiLz48dWlzaG93IG5hbWU9InRodW1ibmFpbCIgdmFsdWU9InRydWUiLz4NCgkJPHVpc2hvdyBuYW1lPSJub3RlcyIgdmFsdWU9InRydWUiLz48dWlzaG93IG5hbWU9InNlYXJjaCIgdmFsdWU9InRydWUiLz48dWlzaG93IG5hbWU9InF1aXoiIHZhbHVlPSJ0cnVlIi8+PHVpc2hvdyBuYW1lPSJhdHRhY2htZW50cyIgdmFsdWU9InRydWUiLz48dWlzaG93IG5hbWU9InV0aWxzIiB2YWx1ZT0idHJ1ZSIvPjx1aXNob3cgbmFtZT0idm9sdW1lIiB2YWx1ZT0idHJ1ZSIvPjx1aXNob3cgbmFtZT0icGxheWJhciIgdmFsdWU9InRydWUiLz48dWlzaG93IG5hbWU9InRhbGtpbmdoZWFkIiB2YWx1ZT0idHJ1ZSIvPjx1aXNob3cgbmFtZT0ic2lkZWJhcm9ucmlnaHQiIHZhbHVlPSJ0cnVlIi8+PHVpc2hvdyBuYW1lPSJ2aWV3Y2hhbmdlIiB2YWx1ZT0idHJ1ZSIvPjx1aXNob3cgbmFtZT0iYWx3YXlzU2NydW5jaCIgdmFsdWU9ImZhbHNlIi8+PHVpc2hvdyBuYW1lPSJpbml0aWFsZGlzcGxheW1vZGVpc25vcm1hbCIgdmFsdWU9InRydWUiLz48dWlyZXBsYWNlIG5hbWU9ImxvZ28iIHZhbHVlPSIiLz48dWlyZXBsYWNlIG5hbWU9ImJnaW1hZ2UiIHZhbHVlPSIiLz48dWlyZXBsYWNlIG5hbWU9ImluaXRpYWx0YWIiIHZhbHVlPSJvdXRsaW5lIi8+PHVpc2hvdyBuYW1lPSJjY3RleHRoaWdobGlnaHRpbmciIHZhbHVlPSJ0cnVlIi8+DQoJPC9sYXlvdXQ+DQoJPHByZWxvYWRlcj48c2V0Qm9vbCBuYW1lPSJkaXNhYmxlQXNzZXRQcmVsb2FkZXIiIHZhbHVlPSJ0cnVlIi8+PC9wcmVsb2FkZXI+PGxhbmd1YWdlIGlkPSJlbiI+DQoJCTwhLS0gZm9ybWF0IGZvciB1aWZvbnQgdmFsdWUgaXMgImZvbnQsc2l6ZSxpc2JvbGQsaXNpdGFsaWMsaXNzaGFkb3dlZCIgLS0+DQoJCTx1aWZvbnQgbmFtZT0iRk9OVF9RVUlaWklORyIgdmFsdWU9IlZlcmRhbmEsOSxmYWxzZSxmYWxzZSxmYWxzZSIvPg0KCQk8dWlmb250IG5hbWU9IkZPTlRfU0NSVUJTVEFUVVMiIHZhbHVlPSJWZXJkYW5hLDksdHJ1ZSxmYWxzZSx0cnVlIi8+DQoJCTx1aWZvbnQgbmFtZT0iRk9OVF9TQ1JVQlRJTUUiIHZhbHVlPSJWZXJkYW5hLDksZmFsc2UsZmFsc2UsdHJ1ZSIvPg0KCQk8dWlmb250IG5hbWU9IkZPTlRfRUxBUFNFRFRJTUUiIHZhbHVlPSJWZXJkYW5hLDksdHJ1ZSxmYWxzZSx0cnVlIi8+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+DQoJCTx1aWZvbnQgbmFtZT0iRk9OVF9PVVRMSU5FIiB2YWx1ZT0iVmVyZGFuYSwxMSxmYWxzZSxmYWxzZSx0cnVlIi8+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+DQoJCTx1aWZvbnQgbmFtZT0iRk9OVF9XSU5USVRMRSIgdmFsdWU9IlZlcmRhbmEsOSxmYWxzZSxmYWxzZSx0cnVlIi8+DQoJCTx1aWZvbnQgbmFtZT0iRk9OVF9BVFRBQ0hNRU5UUyIgdmFsdWU9IlZlcmRhbmEsMTEsZmFsc2UsZmFsc2UsdHJ1ZSIvPg0KCQk8IS0tcXVpeiBwb2QgYW5kIG1lc3NhZ2UgYm94IHRleHQgZm9udHMtLT4NCgkJPHVpZm9udCBuYW1lPSJGT05UX01TR0JPWF9XSU5USVRMRSIgdmFsdWU9IlZlcmRhbmEsMTEsdHJ1ZSxmYWxzZSx0cnVlIi8+DQoJCTx1aWZvbnQgbmFtZT0iRk9OVF9NU0dCT1hfTVNHIiB2YWx1ZT0iVmVyZGFuYSwxMSxmYWxzZSxmYWxzZSx0cnVlIi8+DQoJCTx1aWZvbnQgbmFtZT0iRk9OVF9NU0dCT1hfT1BUSU9OUyIgdmFsdWU9IlZlcmRhbmEsOSx0cnVlLGZhbHNlLHRydWUiLz4NCgkJPHVpZm9udCBuYW1lPSJGT05UX1FVSVpQT0RfUVVJWl9USVRMRSIgdmFsdWU9IlZlcmRhbmEsMTEsdHJ1ZSxmYWxzZSx0cnVlIi8+DQoJCTx1aWZvbnQgbmFtZT0iRk9OVF9RVUlaUE9EX1FVSVpfQVRURU1QVCIgdmFsdWU9IlZlcmRhbmEsOSxmYWxzZSxmYWxzZSx0cnVlIi8+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+DQoJCTx1aWZvbnQgbmFtZT0iRk9OVF9RVUlaUE9EX1FVRVNUSU9OX0FUVEVNUFRfVkFMVUUiIHZhbHVlPSJWZXJkYW5hLDksdHJ1ZSxmYWxzZSx0cnVlIi8+DQoJCTx1aWZvbnQgbmFtZT0iRk9OVF9RVUlaUE9EX1FVRVNUSU9OX1RBRyIgdmFsdWU9IlZlcmRhbmEsMTEsdHJ1ZSxmYWxzZSx0cnVlIi8+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+DQoJCTx1aWZvbnQgbmFtZT0iRk9OVF9RVUlaUE9EX1FVSVpfUVVFU1RJT05fQVRURU1QVEVEX1ZBTFVFIiB2YWx1ZT0iVmVyZGFuYSw5LHRydWUsZmFsc2UsdHJ1ZSIvPg0KCQk8dWlmb250IG5hbWU9IkZPTlRfUVVJWlBPRF9RVUlaX1NDT1JFX1RBRyIgdmFsdWU9IlZlcmRhbmEsMTEsdHJ1ZSxmYWxzZSx0cnVlIi8+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+DQoJCTwhLS0gc3Vic3RpdHV0aW9uOiAlbiA9PSBzbGlkZSBudW1iZXIgLS0+DQoJCTx1aXRleHQgbmFtZT0iVU5OQU1FRFNMSURFVElUTEUiIHZhbHVlPSJTbGlkZSAlbiIvPg0KCQk8dWl0ZXh0IG5hbWU9IkFUVEFDSE1FTlRfUFJFVklFV19XQVJOSU5HTVNHX1RJVExFU1RSSU5HIiB2YWx1ZT0iQXR0YWNobWVudCBXYXJuaW5nIi8+DQoJCTx1aXRleHQgbmFtZT0iQVRUQUNITUVOVF9QUkVWSUVXX1dBUk5JTkdNU0ciIHZhbHVlPSJBdHRhY2htZW50cyBkbyBub3Qgb3BlbiBpbiBQcmV2aWV3IG1vZGUuIFBsZWFzZSB1c2UgcHVibGlzaCB0byBzZWUgdGhlIHJlc3VsdHMiLz4NCgkJPHVpdGV4dCBuYW1lPSJDT0xMQUJfTE9DQUxfUExBWUJBQ0tfTVNHIiB2YWx1ZT0iQ29udGVudCBpcyBiZWluZyBwbGF5ZWQgbG9jYWxseS4gQ29sbGFib3JhdGlvbiBkb2VzIG5vdCB3b3JrIGluIHRoaXMgbW9kZSIvPg0KCQk8dWl0ZXh0IG5hbWU9IkNPTExBQl9MT0NBTF9QTEFZQkFDS19USVRMRSIgdmFsdWU9IkxvY2FsIFBsYXliYWNrIi8+DQoJCTx1aXRleHQgbmFtZT0iQ09MTEFCX0xPQ0FMX1BMQVlCQUNLQlROIiB2YWx1ZT0iT2siLz4NCgkJPCEtLSBzdWJzdGl0dXRpb246ICVuID09IHNsaWRlIG51bWJlciAtLT4NCgkJPCEtLSBzdWJzdGl0dXRpb246ICV0ID09IHRvdGFsIHNsaWRlIGNvdW50IC0tPg0KCQk8dWl0ZXh0IG5hbWU9IlNDUlVCQkFSU1RBVFVTX1NMSURFSU5GTyIgdmFsdWU9IlNsaWRlICVuIC8gJXQgfCAiLz4NCgkJPHVpdGV4dCBuYW1lPSJTQ1JVQkJBUlNUQVRVU19TVE9QUEVEIiB2YWx1ZT0iU3RvcHBlZCIvPg0KCQk8dWl0ZXh0IG5hbWU9IlNDUlVCQkFSU1RBVFVTX1BMQVlJTkciIHZhbHVlPSJQbGF5aW5nIi8+DQoJCTx1aXRleHQgbmFtZT0iU0NSVUJCQVJTVEFUVVNfTk9BVURJTyIgdmFsdWU9Ik5vIEF1ZGlvIi8+DQoJCTx1aXRleHQgbmFtZT0iU0NSVUJCQVJTVEFUVVNfVklEUExBWUlORyIgdmFsdWU9IlZpZGVvIFBsYXlpbmciLz4NCgkJPHVpdGV4dCBuYW1lPSJTQ1JVQkJBUlNUQVRVU19MT0FESU5HIiB2YWx1ZT0iTG9hZGluZyIvPg0KCQk8dWl0ZXh0IG5hbWU9IlNDUlVCQkFSU1RBVFVTX0JVRkZFUklORyIgdmFsdWU9IkJ1ZmZlcmluZyIvPg0KCQk8dWl0ZXh0IG5hbWU9IlNDUlVCQkFSU1RBVFVTX1FVRVNUSU9OIiB2YWx1ZT0iQW5zd2VyIFF1ZXN0aW9uIi8+DQoJCTx1aXRleHQgbmFtZT0iU0NSVUJCQVJTVEFUVVNfUkVWSUVXUVVJWiIgdmFsdWU9IlJldmlld2luZyBRdWl6Ii8+DQoJCTwhLS0gc3Vic3RpdHV0aW9uOiAlbSA9PSBtaW51dGVzIHJlbWFpbmluZyAtLT4NCgkJPCEtLSBzdWJzdGl0dXRpb246ICVzID09IHNlY29uZHMgcmVtYWluaW5nIC0tPg0KCQk8dWl0ZXh0IG5hbWU9IkVMQVBTRUQiIHZhbHVlPSIlbSBNaW51dGVzICVzIFNlY29uZHMgUmVtYWluaW5nIi8+DQoJCTx1aXRleHQgbmFtZT0iTk9URk9VTkQiIHZhbHVlPSJOb3RoaW5nIEZvdW5kIi8+DQoJCTx1aXRleHQgbmFtZT0iQVRUQUNITUVOVFMiIHZhbHVlPSJBdHRhY2htZW50cyIvPg0KCQk8IS0tIHN1YnN0aXR1dGlvbjogJXAgPT0gY3VycmVudCBzcGVha2VyJ3MgdGl0bGUgLS0+DQoJCTx1aXRleHQgbmFtZT0iQklPV0lOX1RJVExFIiB2YWx1ZT0iQmlvOiAlcCIvPg0KCQk8dWl0ZXh0IG5hbWU9IkJJT0JUTl9USVRMRSIgdmFsdWU9IkJpbyIvPg0KCQk8dWl0ZXh0IG5hbWU9IkRJVklERVJCVE5fVElUTEUiIHZhbHVlPSJ8Ii8+DQoJCTx1aXRleHQgbmFtZT0iQ09OVEFDVEJUTl9USVRMRSIgdmFsdWU9IkNvbnRhY3QiLz4NCgkJPHVpdGV4dCBuYW1lPSJUQUJfUVVJWiIgdmFsdWU9IlF1aXoiLz4NCgkJPHVpdGV4dCBuYW1lPSJUQUJfT1VUTElORSIgdmFsdWU9Ik91dGxpbmUiLz4NCgkJPHVpdGV4dCBuYW1lPSJUQUJfVEhVTUIiIHZhbHVlPSJUaHVtYiIvPg0KCQk8dWl0ZXh0IG5hbWU9IlRBQl9OT1RFUyIgdmFsdWU9Ik5vdGVzIi8+DQoJCTx1aXRleHQgbmFtZT0iVEFCX1NFQVJDSCIgdmFsdWU9IlNlYXJjaCIvPg0KCQk8dWl0ZXh0IG5hbWU9IlNMSURFX0hFQURJTkciIHZhbHVlPSJTbGlkZSBUaXRsZSIvPg0KCQk8dWl0ZXh0IG5hbWU9IkRVUkFUSU9OX0hFQURJTkciIHZhbHVlPSJEdXJhdGlvbiIvPg0KCQk8dWl0ZXh0IG5hbWU9IlNFQVJDSF9IRUFESU5HIiB2YWx1ZT0iU2VhcmNoIGZvciB0ZXh0OiIvPg0KCQk8dWl0ZXh0IG5hbWU9IlRIVU1CX0hFQURJTkciIHZhbHVlPSJTbGlkZSIvPg0KCQk8dWl0ZXh0IG5hbWU9IlRIVU1CX0lORk8iIHZhbHVlPSJTbGlkZSBUaXRsZS9EdXJhdGlvbiIvPg0KCQk8dWl0ZXh0IG5hbWU9IkFUVEFDSE5BTUVfSEVBRElORyIgdmFsdWU9IkZpbGUgTmFtZSIvPg0KCQk8dWl0ZXh0IG5hbWU9IkFUVEFDSFNJWkVfSEVBRElORyIgdmFsdWU9IlNpemUiLz4NCgkJPHVpdGV4dCBuYW1lPSJTTElERV9OT1RFUyIgdmFsdWU9IlNsaWRlIE5vdGVzIi8+DQoJCTx1aXRleHQgbmFtZT0iQ09VUlNFX1NUQVRVUyIgdmFsdWU9Ik1vZHVsZSBTdGF0dXMiLz4NCgkJPHVpdGV4dCBuYW1lPSJQQVNTRURfU1RSSU5HIiB2YWx1ZT0iUGFzc2VkIi8+DQoJCTx1aXRleHQgbmFtZT0iRkFJTEVEX1NUUklORyIgdmFsdWU9IkZhaWxlZCIvPg0KCQk8IS0tcXVpeiBwb2QgYW5kIG1lc3NhZ2UgYm94IHRleHRzLS0+DQoJCTx1aXRleHQgbmFtZT0iQVRUQUNITUVOVF9QUkVWSUVXX1dBUk5JTkdNU0dfVElUTEVTVFJJTkciIHZhbHVlPSJBdHRhY2htZW50IFdhcm5pbmciLz4NCgkJPHVpdGV4dCBuYW1lPSJBVFRBQ0hNRU5UX1BSRVZJRVdfV0FSTklOR01TRyIgdmFsdWU9IkF0dGFjaG1lbnRzIGRvIG5vdCBvcGVuIGluIFByZXZpZXcgbW9kZS4gUGxlYXNlIHVzZSBwdWJsaXNoIHRvIHNlZSB0aGUgcmVzdWx0cyIvPg0KCQk8dWl0ZXh0IG5hbWU9IlFVSVpQT0RfUVVJWl9BVFRFTVBUIiB2YWx1ZT0iUXVpeiBBdHRlbXB0OiIvPg0KCQk8dWl0ZXh0IG5hbWU9IlFVSVpQT0RfUVVJWl9BVFRFTVBUX1ZBTFVFIiB2YWx1ZT0iJW4gb2YgJXQiLz4NCgkJPHVpdGV4dCBuYW1lPSJRVUlaUE9EX1FVSVpfU0NPUkUiIHZhbHVlPSJTY29yZWQ6Ii8+DQoJCTx1aXRleHQgbmFtZT0iUVVJWlBPRF9RVUlaX1BBU1NTQ09SRSIgdmFsdWU9IlBhc3NpbmcgU2NvcmU6Ii8+DQoJCTx1aXRleHQgbmFtZT0iUVVJWlBPRF9RVUlaX01BWFNDT1JFIiB2YWx1ZT0iTWF4IFNjb3JlOiIvPg0KCQk8dWl0ZXh0IG5hbWU9IlFVSVpQT0RfUVVFU0FUTVBUX1NUUiIgdmFsdWU9IkF0dGVtcHQ6ICVuIG9mICV0Ii8+DQoJCTx1aXRleHQgbmFtZT0iUVVJWlBPRF9RVUVTVFlQRV9TVFIiIHZhbHVlPSJUeXBlOiAlcyIvPg0KCQk8dWl0ZXh0IG5hbWU9IlFVSVpQT0RfUVVFU1RZUEVfR1JEIiB2YWx1ZT0iR3JhZGVkIi8+DQoJCTx1aXRleHQgbmFtZT0iUVVJWlBPRF9RVUVTVFlQRV9TVlkiIHZhbHVlPSJTdXJ2ZXkiLz4NCgkJPHVpdGV4dCBuYW1lPSJRVUlaUE9EX1FVSVpBVE1QVF9JTkYiIHZhbHVlPSJJbmZpbml0ZSIvPg0KCQk8dWl0ZXh0IG5hbWU9IlFVSVpQT0RfUVVFU0FUTVBUX0lORiIgdmFsdWU9IkluZmluaXRlIi8+DQoJCTx1aXRleHQgbmFtZT0iV0FSTklOR01TR19ZRVNTVFJJTkciIHZhbHVlPSJZZXMiLz4NCgkJPHVpdGV4dCBuYW1lPSJXQVJOSU5HTVNHX05PU1RSSU5HIiB2YWx1ZT0iTm8iLz4NCgkJPHVpdGV4dCBuYW1lPSJXQVJOSU5HTVNHX1RJVExFU1RSSU5HIiB2YWx1ZT0iUXVpeiBOYXZpZ2F0aW9uIFdhcm5pbmciLz4NCgkJPHVpdGV4dCBuYW1lPSJXQVJOSU5HTVNHX01TR1NUUklORyIgdmFsdWU9IlRoZXJlIGFyZSB1bi1hdHRlbXB0ZWQgcXVlc3Rpb25zIGluIHRoaXMgUXVpei4mI3hBOyYjeEE7Q2xpY2tpbmcgWWVzIHdpbGwgdGFrZSB5b3Ugb3V0IG9mIHRoZSBRdWl6LiBDbGljayBObyB0byBjb250aW51ZSB0aGUgUXVpei4iLz4NCgkJPHVpdGV4dCBuYW1lPSJJTkZPUk1BVElPTl9IMjY0X0ZMQVNIUExBWUVSIiB2YWx1ZT0iVGhlIGN1cnJlbnQgdmVyc2lvbiBvZiBGbGFzaCBQbGF5ZXIgaW5zdGFsbGVkIG9uIHlvdXIgbWFjaGluZSBkb2VzIG5vdCBzdXBwb3J0IHRoaXMgdmlkZW8uIENsaWNrIG9uIHRoZSB2aWRlbyBhcmVhIHRvIGRvd25sb2FkIHRoZSBsYXRlc3QgRmxhc2ggUGxheWVyLiIvPg0KCQk8IS0tIHN1YnN0aXR1dGlvbjogJXAgPT0gcHJlc2VudGF0aW9uIHRpdGxlIC0tPg0KCQk8IS0tIHN1YnN0aXR1dGlvbjogJXMgPT0gc2xpZGUgdGl0bGUgLS0+DQoJCTwhLS0gc3Vic3RpdHV0aW9uOiAlbiA9PSBzbGlkZSBudW1iZXIgLS0+DQoJCTx1aXRleHQgbmFtZT0iQk9PS01BUksiIHZhbHVlPSJBZG9iZSBQcmVzZW50ZXIgLSAlcCIvPg0KCQk8IS0tIHN1YnN0aXR1dGlvbjogJXAgPT0gcHJlc2VudGF0aW9uIHRpdGxlIC0tPg0KCQk8IS0tIHN1YnN0aXR1dGlvbjogJXMgPT0gc2xpZGUgdGl0bGUgLS0+DQoJCTwhLS0gc3Vic3RpdHV0aW9uOiAlbiA9PSBzbGlkZSBudW1iZXIgLS0+DQoJCTx1aXRleHQgbmFtZT0iQk9PS01BUktTTElERSIgdmFsdWU9IkFkb2JlIFByZXNlbnRlciAtICVwICVzIi8+DQoJCTx1aXRleHQgbmFtZT0iU0hPV1NJREVCQVIiIHZhbHVlPSJTaG93IHNpZGViYXIgdG8gcGFydGljaXBhbnRzIi8+DQoJCTx1aXRleHQgbmFtZT0iTVVURSIgdmFsdWU9Ik11dGUiLz4NCgkJPHVpdGV4dCBuYW1lPSJET0NXUkFQX1RJVExFIiB2YWx1ZT0iUHJlc2VudGVyIEZpbGUgQXR0YWNobWVudCIvPg0KCQk8dWl0ZXh0IG5hbWU9IkRPQ1dSQVBfTVNHIiB2YWx1ZT0iU2F2ZSB0byBNeSBDb21wdXRlciIvPg0KCQk8dWl0ZXh0IG5hbWU9IkRPQ1dSQVBfUFJPTVBUIiB2YWx1ZT0iQ2xpY2sgdG8gRG93bmxvYWQiLz4NCgk8L2xhbmd1YWdlPg0KCTxsYW5ndWFnZSBpZD0iYXIiPg0KCQk8IS0tIGZvcm1hdCBmb3IgdWlmb250IHZhbHVlIGlzICJmb250LHNpemUsaXNib2xkLGlzaXRhbGljLGlzc2hhZG93ZWQiIC0tPg0KCQk8dWlmb250IG5hbWU9IkZPTlRfUVVJWlpJTkciIHZhbHVlPSJWZXJkYW5hLDksZmFsc2UsZmFsc2UsZmFsc2UiLz4NCgkJPHVpZm9udCBuYW1lPSJGT05UX1NDUlVCU1RBVFVTIiB2YWx1ZT0iVmVyZGFuYSw5LHRydWUsZmFsc2UsdHJ1ZSIvPg0KCQk8dWlmb250IG5hbWU9IkZPTlRfU0NSVUJUSU1FIiB2YWx1ZT0iVmVyZGFuYSw5LGZhbHNlLGZhbHNlLHRydWUiLz4NCgkJPHVpZm9udCBuYW1lPSJGT05UX0VMQVBTRURUSU1FIiB2YWx1ZT0iVmVyZGFuYSw5LHRydWUsZmFsc2UsdHJ1ZSIvPg0KCQk8dWlmb250IG5hbWU9IkZPTlRfVVRJTFNNRU5VIiB2YWx1ZT0iVmVyZGFuYSw5LHRydWUsZmFsc2UsZmFsc2UiLz4NCgkJPHVpZm9udCBuYW1lPSJGT05UX1RBQlMiIHZhbHVlPSJWZXJkYW5hLDksdHJ1ZSxmYWxzZSx0cnVlIi8+DQoJCTx1aWZvbnQgbmFtZT0iRk9OVF9QUkVTRU5UQVRJT05OQU1FIiB2YWx1ZT0iVmVyZGFuYSwxNCxmYWxzZSxmYWxzZSx0cnVlIi8+DQoJCTx1aWZvbnQgbmFtZT0iRk9OVF9QUkVTRU5URVJOQU1FIiB2YWx1ZT0iVmVyZGFuYSwxMCx0cnVlLGZhbHNlLHRydWUiLz4NCgkJPHVpZm9udCBuYW1lPSJGT05UX1BSRVNFTlRFUlRJVExFIiB2YWx1ZT0iVmVyZGFuYSwxMCxmYWxzZSxmYWxzZSx0cnVlIi8+DQoJCTx1aWZvbnQgbmFtZT0iRk9OVF9CSU9CVE4iIHZhbHVlPSJWZXJkYW5hLDEwLGZhbHNlLGZhbHNlLHRydWUiLz4NCgkJPHVpZm9udCBuYW1lPSJGT05UX05PVEVTIiB2YWx1ZT0iVmVyZGFuYSwxMSxmYWxzZSxmYWxzZSxmYWxzZSIvPg0KCQk8dWlmb250IG5hbWU9IkZPTlRfT1VUTElORSIgdmFsdWU9IlZlcmRhbmEsMTEsZmFsc2UsZmFsc2UsdHJ1ZSIvPg0KCQk8dWlmb250IG5hbWU9IkZPTlRfU0VBUkNIIiB2YWx1ZT0iVmVyZGFuYSwxMSxmYWxzZSxmYWxzZSx0cnVlIi8+DQoJCTx1aWZvbnQgbmFtZT0iRk9OVF9USFVNQiIgdmFsdWU9IlZlcmRhbmEsOSxmYWxzZSxmYWxzZSx0cnVlIi8+DQoJCTx1aWZvbnQgbmFtZT0iRk9OVF9CSU9XSU4iIHZhbHVlPSJWZXJkYW5hLDExLGZhbHNlLGZhbHNlLGZhbHNlIi8+DQoJCTx1aWZvbnQgbmFtZT0iRk9OVF9MSVNUSEVBRElORyIgdmFsdWU9IlZlcmRhbmEsOSxmYWxzZSxmYWxzZSxmYWxzZSIvPg0KCQk8dWlmb250IG5hbWU9IkZPTlRfV0lOVElUTEUiIHZhbHVlPSJWZXJkYW5hLDksZmFsc2UsZmFsc2UsdHJ1ZSIvPg0KCQk8dWlmb250IG5hbWU9IkZPTlRfQVRUQUNITUVOVFMiIHZhbHVlPSJWZXJkYW5hLDExLGZhbHNlLGZhbHNlLHRydWUiLz4NCgkJPCEtLXF1aXogcG9kIGFuZCBtZXNzYWdlIGJveCB0ZXh0IGZvbnRzLS0+DQoJCTx1aWZvbnQgbmFtZT0iRk9OVF9NU0dCT1hfV0lOVElUTEUiIHZhbHVlPSJWZXJkYW5hLDExLHRydWUsZmFsc2UsdHJ1ZSIvPg0KCQk8dWlmb250IG5hbWU9IkZPTlRfTVNHQk9YX01TRyIgdmFsdWU9IlZlcmRhbmEsMTEsZmFsc2UsZmFsc2UsdHJ1ZSIvPg0KCQk8dWlmb250IG5hbWU9IkZPTlRfTVNHQk9YX09QVElPTlMiIHZhbHVlPSJWZXJkYW5hLDksdHJ1ZSxmYWxzZSx0cnVlIi8+DQoJCTx1aWZvbnQgbmFtZT0iRk9OVF9RVUlaUE9EX1FVSVpfVElUTEUiIHZhbHVlPSJWZXJkYW5hLDExLHRydWUsZmFsc2UsdHJ1ZSIvPg0KCQk8dWlmb250IG5hbWU9IkZPTlRfUVVJWlBPRF9RVUlaX0FUVEVNUFQiIHZhbHVlPSJWZXJkYW5hLDksZmFsc2UsZmFsc2UsdHJ1ZSIvPg0KCQk8dWlmb250IG5hbWU9IkZPTlRfUVVJWlBPRF9RVUlaX0FUVEVNUFRfVkFMVUUiIHZhbHVlPSJWZXJkYW5hLDksdHJ1ZSxmYWxzZSx0cnVlIi8+DQoJCTx1aWZvbnQgbmFtZT0iRk9OVF9RVUlaUE9EX1FVRVNUSU9OX1NDT1JFIiB2YWx1ZT0iVmVyZGFuYSw5LGZhbHNlLGZhbHNlLHRydWUiLz4NCgkJPHVpZm9udCBuYW1lPSJGT05UX1FVSVpQT0RfUVVFU1RJT05fU0NPUkVfVkFMVUUiIHZhbHVlPSJWZXJkYW5hLDksdHJ1ZSxmYWxzZSx0cnVlIi8+DQoJCTx1aWZvbnQgbmFtZT0iRk9OVF9RVUlaUE9EX1FVRVNUSU9OX0FUVEVNUFQiIHZhbHVlPSJWZXJkYW5hLDksZmFsc2UsZmFsc2UsdHJ1ZSIvPg0KCQk8dWlmb250IG5hbWU9IkZPTlRfUVVJWlBPRF9RVUVTVElPTl9BVFRFTVBUX1ZBTFVFIiB2YWx1ZT0iVmVyZGFuYSw5LHRydWUsZmFsc2UsdHJ1ZSIvPg0KCQk8dWlmb250IG5hbWU9IkZPTlRfUVVJWlBPRF9RVUVTVElPTl9UQUciIHZhbHVlPSJWZXJkYW5hLDExLHRydWUsZmFsc2UsdHJ1ZSIvPg0KCQk8dWlmb250IG5hbWU9IkZPTlRfUVVJWlBPRF9RVUlaX1FVRVNUSU9OX0NPVU5UIiB2YWx1ZT0iVmVyZGFuYSw5LGZhbHNlLGZhbHNlLHRydWUiLz4NCgkJPHVpZm9udCBuYW1lPSJGT05UX1FVSVpQT0RfUVVJWl9RVUVTVElPTl9DT1VOVF9WQUxVRSIgdmFsdWU9IlZlcmRhbmEsOSx0cnVlLGZhbHNlLHRydWUiLz4NCgkJPHVpZm9udCBuYW1lPSJGT05UX1FVSVpQT0RfUVVJWl9RVUVTVElPTl9BVFRFTVBURUQiIHZhbHVlPSJWZXJkYW5hLDksZmFsc2UsZmFsc2UsdHJ1ZSIvPg0KCQk8dWlmb250IG5hbWU9IkZPTlRfUVVJWlBPRF9RVUlaX1FVRVNUSU9OX0FUVEVNUFRFRF9WQUxVRSIgdmFsdWU9IlZlcmRhbmEsOSx0cnVlLGZhbHNlLHRydWUiLz4NCgkJPHVpZm9udCBuYW1lPSJGT05UX1FVSVpQT0RfUVVJWl9TQ09SRV9UQUciIHZhbHVlPSJWZXJkYW5hLDExLHRydWUsZmFsc2UsdHJ1ZSIvPg0KCQk8dWlmb250IG5hbWU9IkZPTlRfUVVJWlBPRF9RVUlaX1NDT1JFIiB2YWx1ZT0iVmVyZGFuYSw5LGZhbHNlLGZhbHNlLHRydWUiLz4NCgkJPHVpZm9udCBuYW1lPSJGT05UX1FVSVpQT0RfUVVJWl9TQ09SRV9WQUxVRSIgdmFsdWU9IlZlcmRhbmEsOSx0cnVlLGZhbHNlLHRydWUiLz4NCgkJPHVpZm9udCBuYW1lPSJGT05UX1FVSVpQT0RfUVVJWl9NQVhTQ09SRSIgdmFsdWU9IlZlcmRhbmEsOSxmYWxzZSxmYWxzZSx0cnVlIi8+DQoJCTx1aWZvbnQgbmFtZT0iRk9OVF9RVUlaUE9EX1FVSVpfTUFYU0NPUkVfVkFMVUUiIHZhbHVlPSJWZXJkYW5hLDksdHJ1ZSxmYWxzZSx0cnVlIi8+DQoJCTx1aWZvbnQgbmFtZT0iRk9OVF9RVUlaUE9EX1FVSVpfUEFTU1NDT1JFIiB2YWx1ZT0iVmVyZGFuYSw5LGZhbHNlLGZhbHNlLHRydWUiLz4NCgkJPHVpZm9udCBuYW1lPSJGT05UX1FVSVpQT0RfUVVJWl9QQVNTU0NPUkVfVkFMVUUiIHZhbHVlPSJWZXJkYW5hLDksdHJ1ZSxmYWxzZSx0cnVlIi8+DQoJCTwhLS0gdWl0ZXh0IC0tPg0KCQk8IS0tIHN1YnN0aXR1dGlvbjogJW4gPT0gc2xpZGUgbnVtYmVyIC0tPg0KCQk8dWl0ZXh0IG5hbWU9IkFUVEFDSE1FTlRfUFJFVklFV19XQVJOSU5HTVNHX1RJVExFU1RSSU5HIiB2YWx1ZT0i2KrYrdiw2YrYsSDYudmGINin2YTZhdix2YHZgtin2KoiLz4NCgkJPHVpdGV4dCBuYW1lPSJBVFRBQ0hNRU5UX1BSRVZJRVdfV0FSTklOR01TRyIgdmFsdWU9ItmE2Kcg2YrZhdmD2YYg2YHYqtitINin2YTZhdix2YHZgtin2Kog2YHZiiDZhtmF2Lcg2KfZhNmF2LnYp9mK2YbYqS4g2KfZhNix2KzYp9ihINin2LPYqtiu2K/Yp9mFINmG2LTYsSDZhNix2KTZitipINin2YTZhtiq2KfYptisLiIvPg0KCQk8dWl0ZXh0IG5hbWU9IlVOTkFNRURTTElERVRJVExFIiB2YWx1ZT0i2LTYsdmK2K3YqSAlbiIvPg0KCQk8dWl0ZXh0IG5hbWU9IkNPTExBQl9MT0NBTF9QTEFZQkFDS19NU0ciIHZhbHVlPSLZitis2LHZiiDYrdin2YTZitin2Ysg2KrYtNi62YrZhCDYp9mE2YXYrdiq2YjZiSDZhdit2YTZitin2YsuINin2YTYqti52KfZiNmGINmE2Kcg2YrYudmF2YQg2YHZiiDZh9iw2Kcg2KfZhNmI2LbYuS4iLz4NCgkJPHVpdGV4dCBuYW1lPSJDT0xMQUJfTE9DQUxfUExBWUJBQ0tfVElUTEUiIHZhbHVlPSLYqti02LrZitmEINmF2K3ZhNmKIi8+DQoJCTx1aXRleHQgbmFtZT0iQ09MTEFCX0xPQ0FMX1BMQVlCQUNLQlROIiB2YWx1ZT0i2YXZiNin2YHZgiIvPg0KCQk8IS0tIHN1YnN0aXR1dGlvbjogJW4gPT0gc2xpZGUgbnVtYmVyIC0tPg0KCQk8IS0tIHN1YnN0aXR1dGlvbjogJXQgPT0gdG90YWwgc2xpZGUgY291bnQgLS0+DQoJCTx1aXRleHQgbmFtZT0iU0NSVUJCQVJTVEFUVVNfU0xJREVJTkZPIiB2YWx1ZT0i2LTYsdmK2K3YqSAlbiAvICV0IHwgIi8+DQoJCTx1aXRleHQgbmFtZT0iU0NSVUJCQVJTVEFUVVNfU1RPUFBFRCIgdmFsdWU9ItmF2KrZiNmC2YEiLz4NCgkJPHVpdGV4dCBuYW1lPSJTQ1JVQkJBUlNUQVRVU19QTEFZSU5HIiB2YWx1ZT0i2YLZitivINin2YTYqti02LrZitmEIi8+DQoJCTx1aXRleHQgbmFtZT0iU0NSVUJCQVJTVEFUVVNfTk9BVURJTyIgdmFsdWU9ItmE2Kcg2YrZiNis2K8g2LXZiNiqIi8+DQoJCTx1aXRleHQgbmFtZT0iU0NSVUJCQVJTVEFUVVNfVklEUExBWUlORyIgdmFsdWU9Itin2YTZgdmK2K/ZitmIINmC2YrYryDYp9mE2KrYtNi62YrZhCIvPg0KCQk8dWl0ZXh0IG5hbWU9IlNDUlVCQkFSU1RBVFVTX0xPQURJTkciIHZhbHVlPSLZitis2LHZiiDYp9mE2KLZhiDYp9mE2KrYrdmF2YrZhC4uLiIvPg0KCQk8dWl0ZXh0IG5hbWU9IlNDUlVCQkFSU1RBVFVTX0JVRkZFUklORyIgdmFsdWU9ItmK2KzYsdmKINin2YTYotmGINin2YTYqtiu2LLZitmGINin2YTZhdik2YLYqiIvPg0KCQk8dWl0ZXh0IG5hbWU9IlNDUlVCQkFSU1RBVFVTX1FVRVNUSU9OIiB2YWx1ZT0i2KfZhNil2KzYp9io2Kkg2LnZhNmJINin2YTYs9ik2KfZhCIvPg0KCQk8dWl0ZXh0IG5hbWU9IlNDUlVCQkFSU1RBVFVTX1JFVklFV1FVSVoiIHZhbHVlPSLZhdix2KfYrNi52Kkg2KfZhNmF2LPYp9io2YLYqSIvPg0KCQk8IS0tIHN1YnN0aXR1dGlvbjogJW0gPT0gbWludXRlcyByZW1haW5pbmcgLS0+DQoJCTwhLS0gc3Vic3RpdHV0aW9uOiAlcyA9PSBzZWNvbmRzIHJlbWFpbmluZyAtLT4NCgkJPHVpdGV4dCBuYW1lPSJFTEFQU0VEIiB2YWx1ZT0iJW0g2K/Zgtin2KbZgiVzINir2YjYp9mGINmF2KrYqNmC2YrYqSIvPg0KCQk8dWl0ZXh0IG5hbWU9Ik5PVEZPVU5EIiB2YWx1ZT0i2YTZhSDZitmP2LnYq9ixINi52YTZiSDYtNmK2KEiLz4NCgkJPHVpdGV4dCBuYW1lPSJBVFRBQ0hNRU5UUyIgdmFsdWU9Itin2YTZhdix2YHZgtin2KoiLz4NCgkJPCEtLSBzdWJzdGl0dXRpb246ICVwID09IGN1cnJlbnQgc3BlYWtlcidzIHRpdGxlIC0tPg0KCQk8dWl0ZXh0IG5hbWU9IkJJT1dJTl9USVRMRSIgdmFsdWU9Itin2YTYs9mK2LHYqSDYp9mE2LDYp9iq2YrYqTogJXAiLz4NCgkJPHVpdGV4dCBuYW1lPSJCSU9CVE5fVElUTEUiIHZhbHVlPSLYp9mE2LPZitix2Kkg2KfZhNiw2KfYqtmK2KkiLz4NCgkJPHVpdGV4dCBuYW1lPSJESVZJREVSQlROX1RJVExFIiB2YWx1ZT0ifCIvPg0KCQk8dWl0ZXh0IG5hbWU9IkNPTlRBQ1RCVE5fVElUTEUiIHZhbHVlPSLYp9iq2LXYp9mEIi8+DQoJCTx1aXRleHQgbmFtZT0iVEFCX1FVSVoiIHZhbHVlPSLZhdiz2KfYqNmC2KkiLz4NCgkJPHVpdGV4dCBuYW1lPSJUQUJfT1VUTElORSIgdmFsdWU9ItmF2K7Yt9i3Ii8+DQoJCTx1aXRleHQgbmFtZT0iVEFCX1RIVU1CIiB2YWx1ZT0i2YXYtdi62ZHYsdipIi8+DQoJCTx1aXRleHQgbmFtZT0iVEFCX05PVEVTIiB2YWx1ZT0i2YXZhNin2K3YuNin2KoiLz4NCgkJPHVpdGV4dCBuYW1lPSJUQUJfU0VBUkNIIiB2YWx1ZT0i2KjYrdirIi8+DQoJCTx1aXRleHQgbmFtZT0iU0xJREVfSEVBRElORyIgdmFsdWU9Iti52YbZiNin2YYg2KfZhNi02LHZitit2KkgIi8+DQoJCTx1aXRleHQgbmFtZT0iRFVSQVRJT05fSEVBRElORyIgdmFsdWU9ItmF2K/YqSIvPg0KCQk8dWl0ZXh0IG5hbWU9IlNFQVJDSF9IRUFESU5HIiB2YWx1ZT0iOtin2YTYqNit2Ksg2LnZhiDZhti1Ii8+DQoJCTx1aXRleHQgbmFtZT0iVEhVTUJfSEVBRElORyIgdmFsdWU9Iti02LHZitit2KkiLz4NCgkJPHVpdGV4dCBuYW1lPSJUSFVNQl9JTkZPIiB2YWx1ZT0i2LnZhtmI2KfZhi/Zhdiv2Kkg2KfZhNi02LHZitit2KkiLz4NCgkJPHVpdGV4dCBuYW1lPSJBVFRBQ0hOQU1FX0hFQURJTkciIHZhbHVlPSLYp9iz2YUg2KfZhNmF2YTZgSIvPg0KCQk8dWl0ZXh0IG5hbWU9IkFUVEFDSFNJWkVfSEVBRElORyIgdmFsdWU9Itin2YTYrdis2YUiLz4NCgkJPHVpdGV4dCBuYW1lPSJTTElERV9OT1RFUyIgdmFsdWU9ItmF2YTYp9it2LjYp9iqINin2YTYtNix2YrYrdipIi8+DQoJCTx1aXRleHQgbmFtZT0iQ09VUlNFX1NUQVRVUyIgdmFsdWU9Itit2KfZhNipINin2YTZiNit2K/YqSIvPg0KCQk8dWl0ZXh0IG5hbWU9IlBBU1NFRF9TVFJJTkciIHZhbHVlPSLZhtis2KfYrSIvPg0KCQk8dWl0ZXh0IG5hbWU9IkZBSUxFRF9TVFJJTkciIHZhbHVlPSLZgdi02YQiLz4NCgkJPCEtLXF1aXogcG9kIGFuZCBtZXNzYWdlIGJveCB0ZXh0cy0tPg0KCQk8dWl0ZXh0IG5hbWU9IlFVSVpQT0RfUVVJWl9BVFRFTVBUIiB2YWx1ZT0i2LHZgtmFINin2YTZhdit2KfZiNmE2Kkg2YHZiiDYp9mE2YXYs9in2KjZgtipOiIvPg0KCQk8dWl0ZXh0IG5hbWU9IlFVSVpQT0RfUVVJWl9BVFRFTVBUX1ZBTFVFIiB2YWx1ZT0iJW4g2YXZhiAldCIvPg0KCQk8dWl0ZXh0IG5hbWU9IlFVSVpQT0RfUVVJWl9TQ09SRSIgdmFsdWU9IjrYp9mE2K/Ysdis2Kkg2KfZhNmF2LPYrNmE2KkiLz4NCgkJPHVpdGV4dCBuYW1lPSJRVUlaUE9EX1FVSVpfUEFTU1NDT1JFIiB2YWx1ZT0iOtiv2LHYrNipINin2YTZhtis2KfYrSIvPg0KCQk8dWl0ZXh0IG5hbWU9IlFVSVpQT0RfUVVJWl9NQVhTQ09SRSIgdmFsdWU9IjrYp9mE2K/Ysdis2Kkg2KfZhNmC2LXZiNmJIi8+DQoJCTx1aXRleHQgbmFtZT0iUVVJWlBPRF9RVUVTQVRNUFRfU1RSIiB2YWx1ZT0i2KfZhNmF2K3Yp9mI2YTYqSAlbiDZhdmGICV0Ii8+DQoJCTx1aXRleHQgbmFtZT0iUVVJWlBPRF9RVUVTVFlQRV9TVFIiIHZhbHVlPSLYp9mE2YbZiNi5OiAlcyIvPg0KCQk8dWl0ZXh0IG5hbWU9IlFVSVpQT0RfUVVFU1RZUEVfR1JEIiB2YWx1ZT0i2KrZhSDYqti12K3Zitit2YciLz4NCgkJPHVpdGV4dCBuYW1lPSJRVUlaUE9EX1FVRVNUWVBFX1NWWSIgdmFsdWU9Itin2LPYqti32YTYp9i5Ii8+DQoJCTx1aXRleHQgbmFtZT0iUVVJWlBPRF9RVUlaQVRNUFRfSU5GIiB2YWx1ZT0i2YTYpyDZhtmH2KfYptmKIi8+DQoJCTx1aXRleHQgbmFtZT0iUVVJWlBPRF9RVUVTQVRNUFRfSU5GIiB2YWx1ZT0i2YTYpyDZhtmH2KfYptmKIi8+DQoJCTx1aXRleHQgbmFtZT0iV0FSTklOR01TR19ZRVNTVFJJTkciIHZhbHVlPSLZhti52YUiLz4NCgkJPHVpdGV4dCBuYW1lPSJXQVJOSU5HTVNHX05PU1RSSU5HIiB2YWx1ZT0i2YTYpyIvPg0KCQk8dWl0ZXh0IG5hbWU9IldBUk5JTkdNU0dfVElUTEVTVFJJTkciIHZhbHVlPSLYqtit2LDZitixINi52YYg2KfZhNiq2YbZgtmEINmB2Yog2KfZhNmF2LPYp9io2YLYqSIvPg0KCQk8dWl0ZXh0IG5hbWU9IldBUk5JTkdNU0dfTVNHU1RSSU5HIiB2YWx1ZT0i2YfZhtin2YMg2KPYs9im2YTYqSDZhNmFINiq2KrZhSDYp9mE2KXYrNin2KjYqSDYudmE2YrZh9inINmB2Yog2KfZhNmF2LPYp9io2YLYqS4g2KfZhNmG2YLYsSDYudmE2Ykg2YbYudmFINiz2YrYrtix2KzZgyDZhdmGINin2YTZhdiz2KfYqNmC2KkuINin2YbZgtixINmE2Kcg2YTZhdiq2KfYqNi52Kkg2KfZhNmF2LPYp9io2YLYqS4iLz4NCgkJPHVpdGV4dCBuYW1lPSJJTkZPUk1BVElPTl9IMjY0X0ZMQVNIUExBWUVSIiB2YWx1ZT0i2YbYs9iu2KkgRmxhc2ggUGxheWVyICDYp9mE2YXYq9io2KrYqSDYrdin2YTZitin2Ysg2LnZhNmJINis2YfYp9iy2YMg2YTYpyDYqtiv2LnZhSDZh9iw2Kcg2KfZhNmB2YrYr9mK2YguINin2YbZgtixINi52YTZiSDZhdmG2LfZgtipINin2YTZgdmK2K/ZitmIINmE2KrZhtiy2YrZhCDYo9it2K/YqyDZhtiz2K7YqSDZhdmGIEZsYXNoIFBsYXllci4iLz4NCgkJPCEtLSBzdWJzdGl0dXRpb246ICVwID09IHByZXNlbnRhdGlvbiB0aXRsZSAtLT4NCgkJPCEtLSBzdWJzdGl0dXRpb246ICVzID09IHNsaWRlIHRpdGxlIC0tPg0KCQk8IS0tIHN1YnN0aXR1dGlvbjogJW4gPT0gc2xpZGUgbnVtYmVyIC0tPg0KCQk8dWl0ZXh0IG5hbWU9IkJPT0tNQVJLIiB2YWx1ZT0iQWRvYmUgUHJlc2VudGVyIC0gJXAiLz4NCgkJPCEtLSBzdWJzdGl0dXRpb246ICVwID09IHByZXNlbnRhdGlvbiB0aXRsZSAtLT4NCgkJPCEtLSBzdWJzdGl0dXRpb246ICVzID09IHNsaWRlIHRpdGxlIC0tPg0KCQk8IS0tIHN1YnN0aXR1dGlvbjogJW4gPT0gc2xpZGUgbnVtYmVyIC0tPg0KCQk8dWl0ZXh0IG5hbWU9IkJPT0tNQVJLU0xJREUiIHZhbHVlPSJBZG9iZSBQcmVzZW50ZXIgLSAlcCAlcyIvPg0KCQk8dWl0ZXh0IG5hbWU9IlNIT1dTSURFQkFSIiB2YWx1ZT0i2KXYuNmH2KfYsSDYp9mE2LTYsdmK2Lcg2KfZhNis2KfZhtio2Yog2YTZhNmF2LTYp9ix2YPZitmGIi8+DQoJCTx1aXRleHQgbmFtZT0iTVVURSIgdmFsdWU9Iti12KfZhdiqIi8+DQoJCTx1aXRleHQgbmFtZT0iRE9DV1JBUF9USVRMRSIgdmFsdWU9Itin2YTZhdmE2YHYp9iqINin2YTZhdix2YHZgtipINmB2YogUHJlc2VudGVyIi8+DQoJCTx1aXRleHQgbmFtZT0iRE9DV1JBUF9NU0ciIHZhbHVlPSLYp9mE2K3Zgdi4INmB2Yog2KzZh9in2LIg2KfZhNmD2YXYqNmK2YjYqtixIi8+DQoJCTx1aXRleHQgbmFtZT0iRE9DV1JBUF9QUk9NUFQiIHZhbHVlPSLYp9mG2YLYsSDZh9mG2Kcg2YTZhNiq2YbYstmK2YQiLz4NCgk8L2xhbmd1YWdlPg0KCTxsYW5ndWFnZSBpZD0iZGUiPg0KCQk8IS0tIGZvcm1hdCBmb3IgdWlmb250IHZhbHVlIGlzICJmb250LHNpemUsaXNib2xkLGlzaXRhbGljLGlzc2hhZG93ZWQiIC0tPg0KCQk8dWlmb250IG5hbWU9IkZPTlRfUVVJWlpJTkciIHZhbHVlPSJWZXJkYW5hLDksZmFsc2UsZmFsc2UsZmFsc2UiLz4NCgkJPHVpZm9udCBuYW1lPSJGT05UX1NDUlVCU1RBVFVTIiB2YWx1ZT0iVmVyZGFuYSw5LHRydWUsZmFsc2UsdHJ1ZSIvPg0KCQk8dWlmb250IG5hbWU9IkZPTlRfU0NSVUJUSU1FIiB2YWx1ZT0iVmVyZGFuYSw5LGZhbHNlLGZhbHNlLHRydWUiLz4NCgkJPHVpZm9udCBuYW1lPSJGT05UX0VMQVBTRURUSU1FIiB2YWx1ZT0iVmVyZGFuYSw5LHRydWUsZmFsc2UsdHJ1ZSIvPg0KCQk8dWlmb250IG5hbWU9IkZPTlRfVVRJTFNNRU5VIiB2YWx1ZT0iVmVyZGFuYSw5LHRydWUsZmFsc2UsZmFsc2UiLz4NCgkJPHVpZm9udCBuYW1lPSJGT05UX1RBQlMiIHZhbHVlPSJWZXJkYW5hLDksdHJ1ZSxmYWxzZSx0cnVlIi8+DQoJCTx1aWZvbnQgbmFtZT0iRk9OVF9QUkVTRU5UQVRJT05OQU1FIiB2YWx1ZT0iVmVyZGFuYSwxNCxmYWxzZSxmYWxzZSx0cnVlIi8+DQoJCTx1aWZvbnQgbmFtZT0iRk9OVF9QUkVTRU5URVJOQU1FIiB2YWx1ZT0iVmVyZGFuYSwxMCx0cnVlLGZhbHNlLHRydWUiLz4NCgkJPHVpZm9udCBuYW1lPSJGT05UX1BSRVNFTlRFUlRJVExFIiB2YWx1ZT0iVmVyZGFuYSwxMCxmYWxzZSxmYWxzZSx0cnVlIi8+DQoJCTx1aWZvbnQgbmFtZT0iRk9OVF9CSU9CVE4iIHZhbHVlPSJWZXJkYW5hLDEwLGZhbHNlLGZhbHNlLHRydWUiLz4NCgkJPHVpZm9udCBuYW1lPSJGT05UX05PVEVTIiB2YWx1ZT0iVmVyZGFuYSwxMSxmYWxzZSxmYWxzZSxmYWxzZSIvPg0KCQk8dWlmb250IG5hbWU9IkZPTlRfT1VUTElORSIgdmFsdWU9IlZlcmRhbmEsMTEsZmFsc2UsZmFsc2UsdHJ1ZSIvPg0KCQk8dWlmb250IG5hbWU9IkZPTlRfU0VBUkNIIiB2YWx1ZT0iVmVyZGFuYSwxMSxmYWxzZSxmYWxzZSx0cnVlIi8+DQoJCTx1aWZvbnQgbmFtZT0iRk9OVF9USFVNQiIgdmFsdWU9IlZlcmRhbmEsOSxmYWxzZSxmYWxzZSx0cnVlIi8+DQoJCTx1aWZvbnQgbmFtZT0iRk9OVF9CSU9XSU4iIHZhbHVlPSJWZXJkYW5hLDExLGZhbHNlLGZhbHNlLGZhbHNlIi8+DQoJCTx1aWZvbnQgbmFtZT0iRk9OVF9MSVNUSEVBRElORyIgdmFsdWU9IlZlcmRhbmEsOSxmYWxzZSxmYWxzZSxmYWxzZSIvPg0KCQk8dWlmb250IG5hbWU9IkZPTlRfV0lOVElUTEUiIHZhbHVlPSJWZXJkYW5hLDksZmFsc2UsZmFsc2UsdHJ1ZSIvPg0KCQk8dWlmb250IG5hbWU9IkZPTlRfQVRUQUNITUVOVFMiIHZhbHVlPSJWZXJkYW5hLDExLGZhbHNlLGZhbHNlLHRydWUiLz4NCgkJPCEtLXF1aXogcG9kIGFuZCBtZXNzYWdlIGJveCB0ZXh0IGZvbnRzLS0+DQoJCTx1aWZvbnQgbmFtZT0iRk9OVF9NU0dCT1hfV0lOVElUTEUiIHZhbHVlPSJWZXJkYW5hLDExLHRydWUsZmFsc2UsdHJ1ZSIvPg0KCQk8dWlmb250IG5hbWU9IkZPTlRfTVNHQk9YX01TRyIgdmFsdWU9IlZlcmRhbmEsMTEsZmFsc2UsZmFsc2UsdHJ1ZSIvPg0KCQk8dWlmb250IG5hbWU9IkZPTlRfTVNHQk9YX09QVElPTlMiIHZhbHVlPSJWZXJkYW5hLDksdHJ1ZSxmYWxzZSx0cnVlIi8+DQoJCTx1aWZvbnQgbmFtZT0iRk9OVF9RVUlaUE9EX1FVSVpfVElUTEUiIHZhbHVlPSJWZXJkYW5hLDExLHRydWUsZmFsc2UsdHJ1ZSIvPg0KCQk8dWlmb250IG5hbWU9IkZPTlRfUVVJWlBPRF9RVUlaX0FUVEVNUFQiIHZhbHVlPSJWZXJkYW5hLDksZmFsc2UsZmFsc2UsdHJ1ZSIvPg0KCQk8dWlmb250IG5hbWU9IkZPTlRfUVVJWlBPRF9RVUlaX0FUVEVNUFRfVkFMVUUiIHZhbHVlPSJWZXJkYW5hLDksdHJ1ZSxmYWxzZSx0cnVlIi8+DQoJCTx1aWZvbnQgbmFtZT0iRk9OVF9RVUlaUE9EX1FVRVNUSU9OX1NDT1JFIiB2YWx1ZT0iVmVyZGFuYSw5LGZhbHNlLGZhbHNlLHRydWUiLz4NCgkJPHVpZm9udCBuYW1lPSJGT05UX1FVSVpQT0RfUVVFU1RJT05fU0NPUkVfVkFMVUUiIHZhbHVlPSJWZXJkYW5hLDksdHJ1ZSxmYWxzZSx0cnVlIi8+DQoJCTx1aWZvbnQgbmFtZT0iRk9OVF9RVUlaUE9EX1FVRVNUSU9OX0FUVEVNUFQiIHZhbHVlPSJWZXJkYW5hLDksZmFsc2UsZmFsc2UsdHJ1ZSIvPg0KCQk8dWlmb250IG5hbWU9IkZPTlRfUVVJWlBPRF9RVUVTVElPTl9BVFRFTVBUX1ZBTFVFIiB2YWx1ZT0iVmVyZGFuYSw5LHRydWUsZmFsc2UsdHJ1ZSIvPg0KCQk8dWlmb250IG5hbWU9IkZPTlRfUVVJWlBPRF9RVUVTVElPTl9UQUciIHZhbHVlPSJWZXJkYW5hLDExLHRydWUsZmFsc2UsdHJ1ZSIvPg0KCQk8dWlmb250IG5hbWU9IkZPTlRfUVVJWlBPRF9RVUlaX1FVRVNUSU9OX0NPVU5UIiB2YWx1ZT0iVmVyZGFuYSw5LGZhbHNlLGZhbHNlLHRydWUiLz4NCgkJPHVpZm9udCBuYW1lPSJGT05UX1FVSVpQT0RfUVVJWl9RVUVTVElPTl9DT1VOVF9WQUxVRSIgdmFsdWU9IlZlcmRhbmEsOSx0cnVlLGZhbHNlLHRydWUiLz4NCgkJPHVpZm9udCBuYW1lPSJGT05UX1FVSVpQT0RfUVVJWl9RVUVTVElPTl9BVFRFTVBURUQiIHZhbHVlPSJWZXJkYW5hLDksZmFsc2UsZmFsc2UsdHJ1ZSIvPg0KCQk8dWlmb250IG5hbWU9IkZPTlRfUVVJWlBPRF9RVUlaX1FVRVNUSU9OX0FUVEVNUFRFRF9WQUxVRSIgdmFsdWU9IlZlcmRhbmEsOSx0cnVlLGZhbHNlLHRydWUiLz4NCgkJPHVpZm9udCBuYW1lPSJGT05UX1FVSVpQT0RfUVVJWl9TQ09SRV9UQUciIHZhbHVlPSJWZXJkYW5hLDExLHRydWUsZmFsc2UsdHJ1ZSIvPg0KCQk8dWlmb250IG5hbWU9IkZPTlRfUVVJWlBPRF9RVUlaX1NDT1JFIiB2YWx1ZT0iVmVyZGFuYSw5LGZhbHNlLGZhbHNlLHRydWUiLz4NCgkJPHVpZm9udCBuYW1lPSJGT05UX1FVSVpQT0RfUVVJWl9TQ09SRV9WQUxVRSIgdmFsdWU9IlZlcmRhbmEsOSx0cnVlLGZhbHNlLHRydWUiLz4NCgkJPHVpZm9udCBuYW1lPSJGT05UX1FVSVpQT0RfUVVJWl9NQVhTQ09SRSIgdmFsdWU9IlZlcmRhbmEsOSxmYWxzZSxmYWxzZSx0cnVlIi8+DQoJCTx1aWZvbnQgbmFtZT0iRk9OVF9RVUlaUE9EX1FVSVpfTUFYU0NPUkVfVkFMVUUiIHZhbHVlPSJWZXJkYW5hLDksdHJ1ZSxmYWxzZSx0cnVlIi8+DQoJCTx1aWZvbnQgbmFtZT0iRk9OVF9RVUlaUE9EX1FVSVpfUEFTU1NDT1JFIiB2YWx1ZT0iVmVyZGFuYSw5LGZhbHNlLGZhbHNlLHRydWUiLz4NCgkJPHVpZm9udCBuYW1lPSJGT05UX1FVSVpQT0RfUVVJWl9QQVNTU0NPUkVfVkFMVUUiIHZhbHVlPSJWZXJkYW5hLDksdHJ1ZSxmYWxzZSx0cnVlIi8+DQoJCTwhLS0gdWl0ZXh0IC0tPg0KCQk8IS0tIHN1YnN0aXR1dGlvbjogJW4gPT0gc2xpZGUgbnVtYmVyIC0tPg0KCQk8dWl0ZXh0IG5hbWU9IkFUVEFDSE1FTlRfUFJFVklFV19XQVJOSU5HTVNHX1RJVExFU1RSSU5HIiB2YWx1ZT0iV2FybnVuZyBiZWltIMOWZmZuZW4gdm9uIEFubGFnZW4iLz4NCgkJPHVpdGV4dCBuYW1lPSJBVFRBQ0hNRU5UX1BSRVZJRVdfV0FSTklOR01TRyIgdmFsdWU9IkFuaMOkbmdlIGvDtm5uZW4gbmljaHQgaW0gVm9yc2NoYXUtTW9kdXMgZ2XDtmZmbmV0IHdlcmRlbi4gVmVyd2VuZGVuIFNpZSDigJ5WZXLDtmZmZW50bGljaGVu4oCcLCB1bSBkaWUgRXJnZWJuaXNzZSBhbnp1emVpZ2VuLiIvPg0KCQk8dWl0ZXh0IG5hbWU9IkNPTExBQl9MT0NBTF9QTEFZQkFDS19NU0ciIHZhbHVlPSJJbmhhbHQgd2lyZCBsb2thbCBnZXNwaWVsdC4gWnVzYW1tZW5hcmJlaXQgZnVua3Rpb25pZXJ0IGluIGRpZXNlbSBNb2R1cyBuaWNodC4iLz4NCgkJPHVpdGV4dCBuYW1lPSJDT0xMQUJfTE9DQUxfUExBWUJBQ0tfVElUTEUiIHZhbHVlPSJMb2thbGUgV2llZGVyZ2FiZSIvPg0KCQk8dWl0ZXh0IG5hbWU9IkNPTExBQl9MT0NBTF9QTEFZQkFDS0JUTiIgdmFsdWU9Ik9LIi8+DQoJCTx1aXRleHQgbmFtZT0iVU5OQU1FRFNMSURFVElUTEUiIHZhbHVlPSJGb2xpZSAlbiIvPg0KCQk8IS0tIHN1YnN0aXR1dGlvbjogJW4gPT0gc2xpZGUgbnVtYmVyIC0tPg0KCQk8IS0tIHN1YnN0aXR1dGlvbjogJXQgPT0gdG90YWwgc2xpZGUgY291bnQgLS0+DQoJCTx1aXRleHQgbmFtZT0iU0NSVUJCQVJTVEFUVVNfU0xJREVJTkZPIiB2YWx1ZT0iRm9saWUgJW4gLyAldCB8ICIvPg0KCQk8dWl0ZXh0IG5hbWU9IlNDUlVCQkFSU1RBVFVTX1NUT1BQRUQiIHZhbHVlPSJCZWVuZGV0Ii8+DQoJCTx1aXRleHQgbmFtZT0iU0NSVUJCQVJTVEFUVVNfUExBWUlORyIgdmFsdWU9IldpZWRlcmdhYmUiLz4NCgkJPHVpdGV4dCBuYW1lPSJTQ1JVQkJBUlNUQVRVU19OT0FVRElPIiB2YWx1ZT0iS2VpbiBBdWRpbyIvPg0KCQk8dWl0ZXh0IG5hbWU9IlNDUlVCQkFSU1RBVFVTX1ZJRFBMQVlJTkciIHZhbHVlPSJWaWRlbyB3aXJkIGFiZ2VzcGllbHQiLz4NCgkJPHVpdGV4dCBuYW1lPSJTQ1JVQkJBUlNUQVRVU19MT0FESU5HIiB2YWx1ZT0iTGFkZW4iLz4NCgkJPHVpdGV4dCBuYW1lPSJTQ1JVQkJBUlNUQVRVU19CVUZGRVJJTkciIHZhbHVlPSJQdWZmZXJuIi8+DQoJCTx1aXRleHQgbmFtZT0iU0NSVUJCQVJTVEFUVVNfUVVFU1RJT04iIHZhbHVlPSJGcmFnZSBiZWFudHdvcnRlbiIvPg0KCQk8dWl0ZXh0IG5hbWU9IlNDUlVCQkFSU1RBVFVTX1JFVklFV1FVSVoiIHZhbHVlPSJOb2NobWFscyBkdXJjaHNlaGVuIi8+DQoJCTwhLS0gc3Vic3RpdHV0aW9uOiAlbSA9PSBtaW51dGVzIHJlbWFpbmluZyAtLT4NCgkJPCEtLSBzdWJzdGl0dXRpb246ICVzID09IHNlY29uZHMgcmVtYWluaW5nIC0tPg0KCQk8dWl0ZXh0IG5hbWU9IkVMQVBTRUQiIHZhbHVlPSJSZXN0ZGF1ZXI6ICVtIE1pbnV0ZW4gJXMgU2VrdW5kZW4iLz4NCgkJPHVpdGV4dCBuYW1lPSJOT1RGT1VORCIgdmFsdWU9Ik5pY2h0cyBnZWZ1bmRlbiIvPg0KCQk8dWl0ZXh0IG5hbWU9IkFUVEFDSE1FTlRTIiB2YWx1ZT0iQW5sYWdlbiIvPg0KCQk8IS0tIHN1YnN0aXR1dGlvbjogJXAgPT0gY3VycmVudCBzcGVha2VyJ3MgdGl0bGUgLS0+DQoJCTx1aXRleHQgbmFtZT0iQklPV0lOX1RJVExFIiB2YWx1ZT0iU3ByZWNoZXI6ICVwIi8+DQoJCTx1aXRleHQgbmFtZT0iQklPQlROX1RJVExFIiB2YWx1ZT0iU3ByZWNoZXIiLz4NCgkJPHVpdGV4dCBuYW1lPSJESVZJREVSQlROX1RJVExFIiB2YWx1ZT0ifCIvPg0KCQk8dWl0ZXh0IG5hbWU9IkNPTlRBQ1RCVE5fVElUTEUiIHZhbHVlPSJLb250YWt0Ii8+DQoJCTx1aXRleHQgbmFtZT0iVEFCX1FVSVoiIHZhbHVlPSJRdWl6Ii8+DQoJCTx1aXRleHQgbmFtZT0iVEFCX09VVExJTkUiIHZhbHVlPSJTdHJ1a3R1ciIvPg0KCQk8dWl0ZXh0IG5hbWU9IlRBQl9USFVNQiIgdmFsdWU9Ik1pbmlhdHVyIi8+DQoJCTx1aXRleHQgbmFtZT0iVEFCX05PVEVTIiB2YWx1ZT0iTm90aXplbiIvPg0KCQk8dWl0ZXh0IG5hbWU9IlRBQl9TRUFSQ0giIHZhbHVlPSJTdWNoZW4iLz4NCgkJPHVpdGV4dCBuYW1lPSJTTElERV9IRUFESU5HIiB2YWx1ZT0iRm9saWVudGl0ZWwiLz4NCgkJPHVpdGV4dCBuYW1lPSJEVVJBVElPTl9IRUFESU5HIiB2YWx1ZT0iRGF1ZXIiLz4NCgkJPHVpdGV4dCBuYW1lPSJTRUFSQ0hfSEVBRElORyIgdmFsdWU9IlRleHQgc3VjaGVuOiIvPg0KCQk8dWl0ZXh0IG5hbWU9IlRIVU1CX0hFQURJTkciIHZhbHVlPSJGb2xpZSIvPg0KCQk8dWl0ZXh0IG5hbWU9IlRIVU1CX0lORk8iIHZhbHVlPSJGb2xpZW50aXRlbC9EYXVlciIvPg0KCQk8dWl0ZXh0IG5hbWU9IkFUVEFDSE5BTUVfSEVBRElORyIgdmFsdWU9IkRhdGVpbmFtZSIvPg0KCQk8dWl0ZXh0IG5hbWU9IkFUVEFDSFNJWkVfSEVBRElORyIgdmFsdWU9Ikdyw7bDn2UiLz4NCgkJPHVpdGV4dCBuYW1lPSJTTElERV9OT1RFUyIgdmFsdWU9IkZvbGllbm5vdGl6ZW4iLz4NCgkJPHVpdGV4dCBuYW1lPSJDT1VSU0VfU1RBVFVTIiB2YWx1ZT0iTW9kdWxzdGF0dXMiLz4NCgkJPHVpdGV4dCBuYW1lPSJQQVNTRURfU1RSSU5HIiB2YWx1ZT0iRXJmb2xncmVpY2giLz4NCgkJPHVpdGV4dCBuYW1lPSJGQUlMRURfU1RSSU5HIiB2YWx1ZT0iRmVobGdlc2NobGFnZW4iLz4NCgkJPCEtLXF1aXogcG9kIGFuZCBtZXNzYWdlIGJveCB0ZXh0cy0tPg0KCQk8dWl0ZXh0IG5hbWU9IlFVSVpQT0RfUVVJWl9BVFRFTVBUIiB2YWx1ZT0iUXVpenZlcnN1Y2g6Ii8+DQoJCTx1aXRleHQgbmFtZT0iUVVJWlBPRF9RVUlaX0FUVEVNUFRfVkFMVUUiIHZhbHVlPSIlbiB2b24gJXQiLz4NCgkJPHVpdGV4dCBuYW1lPSJRVUlaUE9EX1FVSVpfU0NPUkUiIHZhbHVlPSJFcnJlaWNodDoiLz4NCgkJPHVpdGV4dCBuYW1lPSJRVUlaUE9EX1FVSVpfUEFTU1NDT1JFIiB2YWx1ZT0iTWluZGVzdHB1bmt0emFobDoiLz4NCgkJPHVpdGV4dCBuYW1lPSJRVUlaUE9EX1FVSVpfTUFYU0NPUkUiIHZhbHVlPSJNYXhpbWFsZSBQdW5rdHphaGw6Ii8+DQoJCTx1aXRleHQgbmFtZT0iUVVJWlBPRF9RVUVTQVRNUFRfU1RSIiB2YWx1ZT0iVmVyc3VjaDogJW4gdm9uICV0Ii8+DQoJCTx1aXRleHQgbmFtZT0iUVVJWlBPRF9RVUVTVFlQRV9TVFIiIHZhbHVlPSJUeXA6ICVzIi8+DQoJCTx1aXRleHQgbmFtZT0iUVVJWlBPRF9RVUVTVFlQRV9HUkQiIHZhbHVlPSJCZXdlcnRldCIvPg0KCQk8dWl0ZXh0IG5hbWU9IlFVSVpQT0RfUVVFU1RZUEVfU1ZZIiB2YWx1ZT0iVW1mcmFnZSIvPg0KCQk8dWl0ZXh0IG5hbWU9IlFVSVpQT0RfUVVJWkFUTVBUX0lORiIgdmFsdWU9IlVuZW5kbGljaCIvPg0KCQk8dWl0ZXh0IG5hbWU9IlFVSVpQT0RfUVVFU0FUTVBUX0lORiIgdmFsdWU9IlVuZW5kbGljaCIvPg0KCQk8dWl0ZXh0IG5hbWU9IldBUk5JTkdNU0dfWUVTU1RSSU5HIiB2YWx1ZT0iSmEiLz4NCgkJPHVpdGV4dCBuYW1lPSJXQVJOSU5HTVNHX05PU1RSSU5HIiB2YWx1ZT0iTmVpbiIvPg0KCQk8dWl0ZXh0IG5hbWU9IldBUk5JTkdNU0dfVElUTEVTVFJJTkciIHZhbHVlPSJRdWl6bmF2aWdhdGlvbnN3YXJudW5nIi8+DQoJCTx1aXRleHQgbmFtZT0iV0FSTklOR01TR19NU0dTVFJJTkciIHZhbHVlPSJJbiBkaWVzZW0gUXVpeiBnaWJ0IGVzIHVuYmVhbnR3b3J0ZXRlIEZyYWdlbi4mI3hBOyYjeEE7V2VubiBTaWUgYXVmICZxdW90O0phJnF1b3Q7IGtsaWNrZW4sIHdpcmQgZGFzIFF1aXogYmVlbmRldC4gS2xpY2tlbiBTaWUgYXVmICZxdW90O05laW4mcXVvdDssIHVtIG1pdCBkZW0gUXVpeiBmb3J0enVmYWhyZW4uIi8+DQoJCTx1aXRleHQgbmFtZT0iSU5GT1JNQVRJT05fSDI2NF9GTEFTSFBMQVlFUiIgdmFsdWU9IkRhcyBWaWRlbyB3aXJkIHZvbiBkZXIgbW9tZW50YW4gYXVmIGRpZXNlbSBDb21wdXRlciBpbnN0YWxsaWVydGVuIFZlcnNpb24gdm9uIEZsYXNoIFBsYXllciBuaWNodCB1bnRlcnN0w7x0enQuIEtsaWNrZW4gU2llIGF1ZiBkZW4gVmlkZW9iZXJlaWNoLCB1bSBkaWUgYWt0dWVsbGUgVmVyc2lvbiB2b24gRmxhc2ggUGxheWVyIGhlcnVudGVyenVsYWRlbi4iLz4NCgkJPCEtLSBzdWJzdGl0dXRpb246ICVwID09IHByZXNlbnRhdGlvbiB0aXRsZSAtLT4NCgkJPCEtLSBzdWJzdGl0dXRpb246ICVzID09IHNsaWRlIHRpdGxlIC0tPg0KCQk8IS0tIHN1YnN0aXR1dGlvbjogJW4gPT0gc2xpZGUgbnVtYmVyIC0tPg0KCQk8dWl0ZXh0IG5hbWU9IkJPT0tNQVJLIiB2YWx1ZT0iQWRvYmUgUHJlc2VudGVyIC0gJXAiLz4NCgkJPCEtLSBzdWJzdGl0dXRpb246ICVwID09IHByZXNlbnRhdGlvbiB0aXRsZSAtLT4NCgkJPCEtLSBzdWJzdGl0dXRpb246ICVzID09IHNsaWRlIHRpdGxlIC0tPg0KCQk8IS0tIHN1YnN0aXR1dGlvbjogJW4gPT0gc2xpZGUgbnVtYmVyIC0tPg0KCQk8dWl0ZXh0IG5hbWU9IkJPT0tNQVJLU0xJREUiIHZhbHVlPSJBZG9iZSBQcmVzZW50ZXIgLSAlcCAlcyIvPg0KCQk8dWl0ZXh0IG5hbWU9IlNIT1dTSURFQkFSIiB2YWx1ZT0iRGVuIFRlaWxuZWhtZXJuIGRpZSBTZWl0ZW5sZWlzdGUgYW56ZWlnZW4iLz4NCgkJPHVpdGV4dCBuYW1lPSJNVVRFIiB2YWx1ZT0iQXVzIi8+DQoJCTx1aXRleHQgbmFtZT0iRE9DV1JBUF9USVRMRSIgdmFsdWU9IlByZXNlbnRlci1BbmhhbmciLz4NCgkJPHVpdGV4dCBuYW1lPSJET0NXUkFQX01TRyIgdmFsdWU9IkF1ZiBtZWluZW0gQXJiZWl0c3BsYXR6IHNwZWljaGVybiIvPg0KCQk8dWl0ZXh0IG5hbWU9IkRPQ1dSQVBfUFJPTVBUIiB2YWx1ZT0iWnVtIEhlcnVudGVybGFkZW4ga2xpY2tlbiIvPg0KCTwvbGFuZ3VhZ2U+DQoJPGxhbmd1YWdlIGlkPSJmciI+DQoJCTwhLS0gZm9ybWF0IGZvciB1aWZvbnQgdmFsdWUgaXMgImZvbnQsc2l6ZSxpc2JvbGQsaXNpdGFsaWMsaXNzaGFkb3dlZCIgLS0+DQoJCTx1aWZvbnQgbmFtZT0iRk9OVF9RVUlaWklORyIgdmFsdWU9IlZlcmRhbmEsOSxmYWxzZSxmYWxzZSxmYWxzZSIvPg0KCQk8dWlmb250IG5hbWU9IkZPTlRfU0NSVUJTVEFUVVMiIHZhbHVlPSJWZXJkYW5hLDksdHJ1ZSxmYWxzZSx0cnVlIi8+DQoJCTx1aWZvbnQgbmFtZT0iRk9OVF9TQ1JVQlRJTUUiIHZhbHVlPSJWZXJkYW5hLDksZmFsc2UsZmFsc2UsdHJ1ZSIvPg0KCQk8dWlmb250IG5hbWU9IkZPTlRfRUxBUFNFRFRJTUUiIHZhbHVlPSJWZXJkYW5hLDksdHJ1ZSxmYWxzZSx0cnVlIi8+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+DQoJCTx1aWZvbnQgbmFtZT0iRk9OVF9PVVRMSU5FIiB2YWx1ZT0iVmVyZGFuYSwxMSxmYWxzZSxmYWxzZSx0cnVlIi8+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+DQoJCTx1aWZvbnQgbmFtZT0iRk9OVF9XSU5USVRMRSIgdmFsdWU9IlZlcmRhbmEsOSxmYWxzZSxmYWxzZSx0cnVlIi8+DQoJCTx1aWZvbnQgbmFtZT0iRk9OVF9BVFRBQ0hNRU5UUyIgdmFsdWU9IlZlcmRhbmEsMTEsZmFsc2UsZmFsc2UsdHJ1ZSIvPg0KCQk8IS0tcXVpeiBwb2QgYW5kIG1lc3NhZ2UgYm94IHRleHQgZm9udHMtLT4NCgkJPHVpZm9udCBuYW1lPSJGT05UX01TR0JPWF9XSU5USVRMRSIgdmFsdWU9IlZlcmRhbmEsMTEsdHJ1ZSxmYWxzZSx0cnVlIi8+DQoJCTx1aWZvbnQgbmFtZT0iRk9OVF9NU0dCT1hfTVNHIiB2YWx1ZT0iVmVyZGFuYSwxMSxmYWxzZSxmYWxzZSx0cnVlIi8+DQoJCTx1aWZvbnQgbmFtZT0iRk9OVF9NU0dCT1hfT1BUSU9OUyIgdmFsdWU9IlZlcmRhbmEsOSx0cnVlLGZhbHNlLHRydWUiLz4NCgkJPHVpZm9udCBuYW1lPSJGT05UX1FVSVpQT0RfUVVJWl9USVRMRSIgdmFsdWU9IlZlcmRhbmEsMTEsdHJ1ZSxmYWxzZSx0cnVlIi8+DQoJCTx1aWZvbnQgbmFtZT0iRk9OVF9RVUlaUE9EX1FVSVpfQVRURU1QVCIgdmFsdWU9IlZlcmRhbmEsOSxmYWxzZSxmYWxzZSx0cnVlIi8+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+DQoJCTx1aWZvbnQgbmFtZT0iRk9OVF9RVUlaUE9EX1FVRVNUSU9OX0FUVEVNUFRfVkFMVUUiIHZhbHVlPSJWZXJkYW5hLDksdHJ1ZSxmYWxzZSx0cnVlIi8+DQoJCTx1aWZvbnQgbmFtZT0iRk9OVF9RVUlaUE9EX1FVRVNUSU9OX1RBRyIgdmFsdWU9IlZlcmRhbmEsMTEsdHJ1ZSxmYWxzZSx0cnVlIi8+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+DQoJCTx1aWZvbnQgbmFtZT0iRk9OVF9RVUlaUE9EX1FVSVpfUVVFU1RJT05fQVRURU1QVEVEX1ZBTFVFIiB2YWx1ZT0iVmVyZGFuYSw5LHRydWUsZmFsc2UsdHJ1ZSIvPg0KCQk8dWlmb250IG5hbWU9IkZPTlRfUVVJWlBPRF9RVUlaX1NDT1JFX1RBRyIgdmFsdWU9IlZlcmRhbmEsMTEsdHJ1ZSxmYWxzZSx0cnVlIi8+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+DQoJCTwhLS0gc3Vic3RpdHV0aW9uOiAlbiA9PSBzbGlkZSBudW1iZXIgLS0+DQoJCTx1aXRleHQgbmFtZT0iQVRUQUNITUVOVF9QUkVWSUVXX1dBUk5JTkdNU0dfVElUTEVTVFJJTkciIHZhbHVlPSJBdmVydGlzc2VtZW50IGNvbmNlcm5hbnQgbGEgcGnDqGNlIGpvaW50ZSIvPg0KCQk8dWl0ZXh0IG5hbWU9IkFUVEFDSE1FTlRfUFJFVklFV19XQVJOSU5HTVNHIiB2YWx1ZT0iTGVzIHBpw6hjZXMgam9pbnRlcyBuZSBwZXV2ZW50IHBhcyDDqnRyZSBvdXZlcnRlcyBlbiBtb2RlIEFwZXLDp3UuIFV0aWxpc2V6IGxhIHB1YmxpY2F0aW9uIHBvdXIgYWZmaWNoZXIgbGVzIHLDqXN1bHRhdHMuIi8+DQoJCTx1aXRleHQgbmFtZT0iQ09MTEFCX0xPQ0FMX1BMQVlCQUNLX01TRyIgdmFsdWU9IkxlIGNvbnRlbnUgZXN0IGx1IGxvY2FsZW1lbnQuIExhIGNvbGxhYm9yYXRpb24gbuKAmWVzdCBwYXMgcHJpc2UgZW4gY2hhcmdlIHBvdXIgY2UgbW9kZS4iLz4NCgkJPHVpdGV4dCBuYW1lPSJDT0xMQUJfTE9DQUxfUExBWUJBQ0tfVElUTEUiIHZhbHVlPSJMZWN0dXJlIGxvY2FsZSIvPg0KCQk8dWl0ZXh0IG5hbWU9IkNPTExBQl9MT0NBTF9QTEFZQkFDS0JUTiIgdmFsdWU9Ik9rIi8+DQoJCTx1aXRleHQgbmFtZT0iVU5OQU1FRFNMSURFVElUTEUiIHZhbHVlPSJEaWFwb3NpdGl2ZSAlbiIvPg0KCQk8IS0tIHN1YnN0aXR1dGlvbjogJW4gPT0gc2xpZGUgbnVtYmVyIC0tPg0KCQk8IS0tIHN1YnN0aXR1dGlvbjogJXQgPT0gdG90YWwgc2xpZGUgY291bnQgLS0+DQoJCTx1aXRleHQgbmFtZT0iU0NSVUJCQVJTVEFUVVNfU0xJREVJTkZPIiB2YWx1ZT0iRGlhcG9zaXRpdmUgJW4gLyAldCB8ICIvPg0KCQk8dWl0ZXh0IG5hbWU9IlNDUlVCQkFSU1RBVFVTX1NUT1BQRUQiIHZhbHVlPSJBcnLDqnTDqWUiLz4NCgkJPHVpdGV4dCBuYW1lPSJTQ1JVQkJBUlNUQVRVU19QTEFZSU5HIiB2YWx1ZT0iTGVjdHVyZSIvPg0KCQk8dWl0ZXh0IG5hbWU9IlNDUlVCQkFSU1RBVFVTX05PQVVESU8iIHZhbHVlPSJQYXMgZGUgc29uIi8+DQoJCTx1aXRleHQgbmFtZT0iU0NSVUJCQVJTVEFUVVNfVklEUExBWUlORyIgdmFsdWU9IkxlY3R1cmUgdmlkw6lvIGVuIGNvdXJzIi8+DQoJCTx1aXRleHQgbmFtZT0iU0NSVUJCQVJTVEFUVVNfTE9BRElORyIgdmFsdWU9IkNoYXJnZW1lbnQgZW4gY291cnMiLz4NCgkJPHVpdGV4dCBuYW1lPSJTQ1JVQkJBUlNUQVRVU19CVUZGRVJJTkciIHZhbHVlPSJNaXNlIGVuIG3DqW1vaXJlIi8+DQoJCTx1aXRleHQgbmFtZT0iU0NSVUJCQVJTVEFUVVNfUVVFU1RJT04iIHZhbHVlPSJSw6lwb25kcmUgw6AgbGEgcXVlc3Rpb24iLz4NCgkJPHVpdGV4dCBuYW1lPSJTQ1JVQkJBUlNUQVRVU19SRVZJRVdRVUlaIiB2YWx1ZT0iUsOpdmlzaW9uIGR1IHF1ZXN0aW9ubmFpcmUiLz4NCgkJPCEtLSBzdWJzdGl0dXRpb246ICVtID09IG1pbnV0ZXMgcmVtYWluaW5nIC0tPg0KCQk8IS0tIHN1YnN0aXR1dGlvbjogJXMgPT0gc2Vjb25kcyByZW1haW5pbmcgLS0+DQoJCTx1aXRleHQgbmFtZT0iRUxBUFNFRCIgdmFsdWU9IiVtIG1pbnV0ZXMgJXMgc2Vjb25kZXMgcmVzdGFudGVzIi8+DQoJCTx1aXRleHQgbmFtZT0iTk9URk9VTkQiIHZhbHVlPSJSaWVuIHRyb3V2w6kiLz4NCgkJPHVpdGV4dCBuYW1lPSJBVFRBQ0hNRU5UUyIgdmFsdWU9IlBpw6hjZXMgam9pbnRlcyIvPg0KCQk8IS0tIHN1YnN0aXR1dGlvbjogJXAgPT0gY3VycmVudCBzcGVha2VyJ3MgdGl0bGUgLS0+DQoJCTx1aXRleHQgbmFtZT0iQklPV0lOX1RJVExFIiB2YWx1ZT0iQmlvIDogJXAiLz4NCgkJPHVpdGV4dCBuYW1lPSJCSU9CVE5fVElUTEUiIHZhbHVlPSJCaW8gOiIvPg0KCQk8dWl0ZXh0IG5hbWU9IkRJVklERVJCVE5fVElUTEUiIHZhbHVlPSJ8Ii8+DQoJCTx1aXRleHQgbmFtZT0iQ09OVEFDVEJUTl9USVRMRSIgdmFsdWU9IkNvbnRhY3QiLz4NCgkJPHVpdGV4dCBuYW1lPSJUQUJfUVVJWiIgdmFsdWU9IlF1aXoiLz4NCgkJPHVpdGV4dCBuYW1lPSJUQUJfT1VUTElORSIgdmFsdWU9IlBsYW4iLz4NCgkJPHVpdGV4dCBuYW1lPSJUQUJfVEhVTUIiIHZhbHVlPSJEaWFwb3MiLz4NCgkJPHVpdGV4dCBuYW1lPSJUQUJfTk9URVMiIHZhbHVlPSJOb3RlcyIvPg0KCQk8dWl0ZXh0IG5hbWU9IlRBQl9TRUFSQ0giIHZhbHVlPSJSZWNoZXJjaGUiLz4NCgkJPHVpdGV4dCBuYW1lPSJTTElERV9IRUFESU5HIiB2YWx1ZT0iVGl0cmUgZGUgbGEgZGlhcG9zaXRpdmUiLz4NCgkJPHVpdGV4dCBuYW1lPSJEVVJBVElPTl9IRUFESU5HIiB2YWx1ZT0iRHVyw6llIi8+DQoJCTx1aXRleHQgbmFtZT0iU0VBUkNIX0hFQURJTkciIHZhbHVlPSJSZWNoZXJjaGUgZGUgdGV4dGUgOiIvPg0KCQk8dWl0ZXh0IG5hbWU9IlRIVU1CX0hFQURJTkciIHZhbHVlPSJEaWFwb3NpdGl2ZSIvPg0KCQk8dWl0ZXh0IG5hbWU9IlRIVU1CX0lORk8iIHZhbHVlPSJUaXRyZS9kdXLDqWUiLz4NCgkJPHVpdGV4dCBuYW1lPSJBVFRBQ0hOQU1FX0hFQURJTkciIHZhbHVlPSJOb20gZGUgZmljaGllciIvPg0KCQk8dWl0ZXh0IG5hbWU9IkFUVEFDSFNJWkVfSEVBRElORyIgdmFsdWU9IlRhaWxsZSIvPg0KCQk8dWl0ZXh0IG5hbWU9IlNMSURFX05PVEVTIiB2YWx1ZT0iQ29tbWVudGFpcmVzIGRlcyBkaWFwb3NpdGl2ZXMiLz4NCgkJPHVpdGV4dCBuYW1lPSJDT1VSU0VfU1RBVFVTIiB2YWx1ZT0iU3RhdHV0IGR1IG1vZHVsZSIvPg0KCQk8dWl0ZXh0IG5hbWU9IlBBU1NFRF9TVFJJTkciIHZhbHVlPSJSw6l1c3NpIi8+DQoJCTx1aXRleHQgbmFtZT0iRkFJTEVEX1NUUklORyIgdmFsdWU9IkVjaG91w6kiLz4NCgkJPCEtLXF1aXogcG9kIGFuZCBtZXNzYWdlIGJveCB0ZXh0cy0tPg0KCQk8dWl0ZXh0IG5hbWU9IlFVSVpQT0RfUVVJWl9BVFRFTVBUIiB2YWx1ZT0iVGVudGF0aXZlIGRlIHF1ZXN0aW9ubmFpcmUgOiIvPg0KCQk8dWl0ZXh0IG5hbWU9IlFVSVpQT0RfUVVJWl9BVFRFTVBUX1ZBTFVFIiB2YWx1ZT0iJW4gc3VyICV0Ii8+DQoJCTx1aXRleHQgbmFtZT0iUVVJWlBPRF9RVUlaX1NDT1JFIiB2YWx1ZT0iTm90ZSBvYnRlbnVlIDoiLz4NCgkJPHVpdGV4dCBuYW1lPSJRVUlaUE9EX1FVSVpfUEFTU1NDT1JFIiB2YWx1ZT0iTm90ZSBkJ2FkbWlzc2liaWxpdMOpwqA6Ii8+DQoJCTx1aXRleHQgbmFtZT0iUVVJWlBPRF9RVUlaX01BWFNDT1JFIiB2YWx1ZT0iTm90ZSBtYXhpbWFsZSA6Ii8+DQoJCTx1aXRleHQgbmFtZT0iUVVJWlBPRF9RVUVTQVRNUFRfU1RSIiB2YWx1ZT0iVGVudGF0aXZlIDogJW4gc3VyICV0Ii8+DQoJCTx1aXRleHQgbmFtZT0iUVVJWlBPRF9RVUVTVFlQRV9TVFIiIHZhbHVlPSJUeXBlOiAlcyIvPg0KCQk8dWl0ZXh0IG5hbWU9IlFVSVpQT0RfUVVFU1RZUEVfR1JEIiB2YWx1ZT0iTm90w6kiLz4NCgkJPHVpdGV4dCBuYW1lPSJRVUlaUE9EX1FVRVNUWVBFX1NWWSIgdmFsdWU9IkVucXXDqnRlIi8+DQoJCTx1aXRleHQgbmFtZT0iUVVJWlBPRF9RVUlaQVRNUFRfSU5GIiB2YWx1ZT0iSWxsaW1pdMOpIi8+DQoJCTx1aXRleHQgbmFtZT0iUVVJWlBPRF9RVUVTQVRNUFRfSU5GIiB2YWx1ZT0iSWxsaW1pdMOpIi8+DQoJCTx1aXRleHQgbmFtZT0iV0FSTklOR01TR19ZRVNTVFJJTkciIHZhbHVlPSJPdWkiLz4NCgkJPHVpdGV4dCBuYW1lPSJXQVJOSU5HTVNHX05PU1RSSU5HIiB2YWx1ZT0iTm9uIi8+DQoJCTx1aXRleHQgbmFtZT0iV0FSTklOR01TR19USVRMRVNUUklORyIgdmFsdWU9IkF2ZXJ0aXNzZW1lbnQgZGUgbmF2aWdhdGlvbiBkdSBxdWVzdGlvbm5haXJlIi8+DQoJCTx1aXRleHQgbmFtZT0iV0FSTklOR01TR19NU0dTVFJJTkciIHZhbHVlPSJWb3VzIG4nYXZleiBwYXMgcsOpcG9uZHUgw6AgY2VydGFpbmVzIHF1ZXN0aW9ucyBkZSBjZSBxdWVzdGlvbm5haXJlLiYjeEE7JiN4QTtTaSB2b3VzIGNsaXF1ZXogc3VyIE91aSwgdm91cyBxdWl0dGVyZXogbGUgcXVlc3Rpb25uYWlyZS4gQ2xpcXVleiBzdXIgTm9uIHBvdXIgY29udGludWVyIGxlIHF1ZXN0aW9ubmFpcmUuIi8+DQoJCTx1aXRleHQgbmFtZT0iSU5GT1JNQVRJT05fSDI2NF9GTEFTSFBMQVlFUiIgdmFsdWU9IkxhIHZlcnNpb24gZGUgRmxhc2ggUGxheWVyIGFjdHVlbGxlbWVudCBpbnN0YWxsw6llIHN1ciB2b3RyZSBtYWNoaW5lIG5lIHByZW5kIHBhcyBlbiBjaGFyZ2UgY2UgdHlwZSBkZSB2aWTDqW8uIENsaXF1ZXogc3VyIGxhIHpvbmUgdmlkw6lvIHBvdXIgdMOpbMOpY2hhcmdlciBsYSBkZXJuacOocmUgdmVyc2lvbiBkZSBGbGFzaCBQbGF5ZXIuIi8+DQoJCTwhLS0gc3Vic3RpdHV0aW9uOiAlcCA9PSBwcmVzZW50YXRpb24gdGl0bGUgLS0+DQoJCTwhLS0gc3Vic3RpdHV0aW9uOiAlcyA9PSBzbGlkZSB0aXRsZSAtLT4NCgkJPCEtLSBzdWJzdGl0dXRpb246ICVuID09IHNsaWRlIG51bWJlciAtLT4NCgkJPHVpdGV4dCBuYW1lPSJCT09LTUFSSyIgdmFsdWU9IkFkb2JlIFByZXNlbnRlciAtICVwIi8+DQoJCTwhLS0gc3Vic3RpdHV0aW9uOiAlcCA9PSBwcmVzZW50YXRpb24gdGl0bGUgLS0+DQoJCTwhLS0gc3Vic3RpdHV0aW9uOiAlcyA9PSBzbGlkZSB0aXRsZSAtLT4NCgkJPCEtLSBzdWJzdGl0dXRpb246ICVuID09IHNsaWRlIG51bWJlciAtLT4NCgkJPHVpdGV4dCBuYW1lPSJCT09LTUFSS1NMSURFIiB2YWx1ZT0iQWRvYmUgUHJlc2VudGVyIC0gJXAgJXMiLz4NCgkJPHVpdGV4dCBuYW1lPSJTSE9XU0lERUJBUiIgdmFsdWU9Ik1vbnRyZXIgbCdlbmNhZHLDqSBhdXggcGFydGljaXBhbnRzIi8+DQoJCTx1aXRleHQgbmFtZT0iTVVURSIgdmFsdWU9Ik11ZXQiLz4NCgkJPHVpdGV4dCBuYW1lPSJET0NXUkFQX1RJVExFIiB2YWx1ZT0iUGnDqGNlIGpvaW50ZSBQcmVzZW50ZXIiLz4NCgkJPHVpdGV4dCBuYW1lPSJET0NXUkFQX01TRyIgdmFsdWU9IkVucmVnaXN0cmVyIHN1ciBtb24gb3JkaW5hdGV1ciIvPg0KCQk8dWl0ZXh0IG5hbWU9IkRPQ1dSQVBfUFJPTVBUIiB2YWx1ZT0iQ2xpcXVlciBwb3VyIHTDqWzDqWNoYXJnZXIiLz4NCgk8L2xhbmd1YWdlPg0KCTxsYW5ndWFnZSBpZD0iamEiPg0KCQk8IS0tIGZvcm1hdCBmb3IgdWlmb250IHZhbHVlIGlzICJmb250LHNpemUsaXNib2xkLGlzaXRhbGljLGlzc2hhZG93ZWQiIC0tPg0KCQk8dWlmb250IG5hbWU9IkZPTlRfUVVJWlpJTkciIHZhbHVlPSJWZXJkYW5hLDksZmFsc2UsZmFsc2UsZmFsc2UiLz4NCgkJPHVpZm9udCBuYW1lPSJGT05UX1NDUlVCU1RBVFVTIiB2YWx1ZT0iVmVyZGFuYSwxMSxmYWxzZSxmYWxzZSx0cnVlIi8+DQoJCTx1aWZvbnQgbmFtZT0iRk9OVF9TQ1JVQlRJTUUiIHZhbHVlPSJWZXJkYW5hLDksZmFsc2UsZmFsc2UsdHJ1ZSIvPg0KCQk8dWlmb250IG5hbWU9IkZPTlRfRUxBUFNFRFRJTUUiIHZhbHVlPSJWZXJkYW5hLDExLHRydWUsZmFsc2UsZmFsc2UiLz4NCgkJPHVpZm9udCBuYW1lPSJGT05UX1VUSUxTTUVOVSIgdmFsdWU9IlZlcmRhbmEsOSx0cnVlLGZhbHNlLGZhbHNlIi8+DQoJCTx1aWZvbnQgbmFtZT0iRk9OVF9UQUJTIiB2YWx1ZT0iVmVyZGFuYSwxMCxmYWxzZSxmYWxzZSxmYWxzZSIvPg0KCQk8dWlmb250IG5hbWU9IkZPTlRfUFJFU0VOVEFUSU9OTkFNRSIgdmFsdWU9IlZlcmRhbmEsMTUsZmFsc2UsZmFsc2UsdHJ1ZSIvPg0KCQk8dWlmb250IG5hbWU9IkZPTlRfUFJFU0VOVEVSTkFNRSIgdmFsdWU9IlZlcmRhbmEsMTUsdHJ1ZSxmYWxzZSx0cnVlIi8+DQoJCTx1aWZvbnQgbmFtZT0iRk9OVF9QUkVTRU5URVJUSVRMRSIgdmFsdWU9IlZlcmRhbmEsMTEsZmFsc2UsZmFsc2UsdHJ1ZSIvPg0KCQk8dWlmb250IG5hbWU9IkZPTlRfQklPQlROIiB2YWx1ZT0iVmVyZGFuYSwxMCxmYWxzZSxmYWxzZSx0cnVlIi8+DQoJCTx1aWZvbnQgbmFtZT0iRk9OVF9OT1RFUyIgdmFsdWU9IlZlcmRhbmEsMTEsZmFsc2UsZmFsc2UsZmFsc2UiLz4NCgkJPHVpZm9udCBuYW1lPSJGT05UX09VVExJTkUiIHZhbHVlPSJWZXJkYW5hLDExLGZhbHNlLGZhbHNlLHRydWUiLz4NCgkJPHVpZm9udCBuYW1lPSJGT05UX1NFQVJDSCIgdmFsdWU9IlZlcmRhbmEsMTEsZmFsc2UsZmFsc2UsdHJ1ZSIvPg0KCQk8dWlmb250IG5hbWU9IkZPTlRfVEhVTUIiIHZhbHVlPSJWZXJkYW5hLDExLGZhbHNlLGZhbHNlLHRydWUiLz4NCgkJPHVpZm9udCBuYW1lPSJGT05UX0JJT1dJTiIgdmFsdWU9IlZlcmRhbmEsMTEsZmFsc2UsZmFsc2UsZmFsc2UiLz4NCgkJPHVpZm9udCBuYW1lPSJGT05UX0xJU1RIRUFESU5HIiB2YWx1ZT0iVmVyZGFuYSwxMSxmYWxzZSxmYWxzZSxmYWxzZSIvPg0KCQk8dWlmb250IG5hbWU9IkZPTlRfV0lOVElUTEUiIHZhbHVlPSJWZXJkYW5hLDExLGZhbHNlLGZhbHNlLHRydWUiLz4NCgkJPHVpZm9udCBuYW1lPSJGT05UX0FUVEFDSE1FTlRTIiB2YWx1ZT0iVmVyZGFuYSwxMSxmYWxzZSxmYWxzZSx0cnVlIi8+DQoJCTwhLS1xdWl6IHBvZCBhbmQgbWVzc2FnZSBib3ggdGV4dCBmb250cy0tPg0KCQk8dWlmb250IG5hbWU9IkZPTlRfTVNHQk9YX1dJTlRJVExFIiB2YWx1ZT0iVmVyZGFuYSwxMSx0cnVlLGZhbHNlLHRydWUiLz4NCgkJPHVpZm9udCBuYW1lPSJGT05UX01TR0JPWF9NU0ciIHZhbHVlPSJWZXJkYW5hLDExLGZhbHNlLGZhbHNlLHRydWUiLz4NCgkJPHVpZm9udCBuYW1lPSJGT05UX01TR0JPWF9PUFRJT05TIiB2YWx1ZT0iVmVyZGFuYSw5LHRydWUsZmFsc2UsdHJ1ZSIvPg0KCQk8dWlmb250IG5hbWU9IkZPTlRfUVVJWlBPRF9RVUlaX1RJVExFIiB2YWx1ZT0iVmVyZGFuYSwxMSx0cnVlLGZhbHNlLHRydWUiLz4NCgkJPHVpZm9udCBuYW1lPSJGT05UX1FVSVpQT0RfUVVJWl9BVFRFTVBUIiB2YWx1ZT0iVmVyZGFuYSw5LGZhbHNlLGZhbHNlLHRydWUiLz4NCgkJPHVpZm9udCBuYW1lPSJGT05UX1FVSVpQT0RfUVVJWl9BVFRFTVBUX1ZBTFVFIiB2YWx1ZT0iVmVyZGFuYSw5LHRydWUsZmFsc2UsdHJ1ZSIvPg0KCQk8dWlmb250IG5hbWU9IkZPTlRfUVVJWlBPRF9RVUVTVElPTl9TQ09SRSIgdmFsdWU9IlZlcmRhbmEsOSxmYWxzZSxmYWxzZSx0cnVlIi8+DQoJCTx1aWZvbnQgbmFtZT0iRk9OVF9RVUlaUE9EX1FVRVNUSU9OX1NDT1JFX1ZBTFVFIiB2YWx1ZT0iVmVyZGFuYSw5LHRydWUsZmFsc2UsdHJ1ZSIvPg0KCQk8dWlmb250IG5hbWU9IkZPTlRfUVVJWlBPRF9RVUVTVElPTl9BVFRFTVBUIiB2YWx1ZT0iVmVyZGFuYSw5LGZhbHNlLGZhbHNlLHRydWUiLz4NCgkJPHVpZm9udCBuYW1lPSJGT05UX1FVSVpQT0RfUVVFU1RJT05fQVRURU1QVF9WQUxVRSIgdmFsdWU9IlZlcmRhbmEsOSx0cnVlLGZhbHNlLHRydWUiLz4NCgkJPHVpZm9udCBuYW1lPSJGT05UX1FVSVpQT0RfUVVFU1RJT05fVEFHIiB2YWx1ZT0iVmVyZGFuYSwxMSx0cnVlLGZhbHNlLHRydWUiLz4NCgkJPHVpZm9udCBuYW1lPSJGT05UX1FVSVpQT0RfUVVJWl9RVUVTVElPTl9DT1VOVCIgdmFsdWU9IlZlcmRhbmEsOSxmYWxzZSxmYWxzZSx0cnVlIi8+DQoJCTx1aWZvbnQgbmFtZT0iRk9OVF9RVUlaUE9EX1FVSVpfUVVFU1RJT05fQ09VTlRfVkFMVUUiIHZhbHVlPSJWZXJkYW5hLDksdHJ1ZSxmYWxzZSx0cnVlIi8+DQoJCTx1aWZvbnQgbmFtZT0iRk9OVF9RVUlaUE9EX1FVSVpfUVVFU1RJT05fQVRURU1QVEVEIiB2YWx1ZT0iVmVyZGFuYSw5LGZhbHNlLGZhbHNlLHRydWUiLz4NCgkJPHVpZm9udCBuYW1lPSJGT05UX1FVSVpQT0RfUVVJWl9RVUVTVElPTl9BVFRFTVBURURfVkFMVUUiIHZhbHVlPSJWZXJkYW5hLDksdHJ1ZSxmYWxzZSx0cnVlIi8+DQoJCTx1aWZvbnQgbmFtZT0iRk9OVF9RVUlaUE9EX1FVSVpfU0NPUkVfVEFHIiB2YWx1ZT0iVmVyZGFuYSwxMSx0cnVlLGZhbHNlLHRydWUiLz4NCgkJPHVpZm9udCBuYW1lPSJGT05UX1FVSVpQT0RfUVVJWl9TQ09SRSIgdmFsdWU9IlZlcmRhbmEsOSxmYWxzZSxmYWxzZSx0cnVlIi8+DQoJCTx1aWZvbnQgbmFtZT0iRk9OVF9RVUlaUE9EX1FVSVpfU0NPUkVfVkFMVUUiIHZhbHVlPSJWZXJkYW5hLDksdHJ1ZSxmYWxzZSx0cnVlIi8+DQoJCTx1aWZvbnQgbmFtZT0iRk9OVF9RVUlaUE9EX1FVSVpfTUFYU0NPUkUiIHZhbHVlPSJWZXJkYW5hLDksZmFsc2UsZmFsc2UsdHJ1ZSIvPg0KCQk8dWlmb250IG5hbWU9IkZPTlRfUVVJWlBPRF9RVUlaX01BWFNDT1JFX1ZBTFVFIiB2YWx1ZT0iVmVyZGFuYSw5LHRydWUsZmFsc2UsdHJ1ZSIvPg0KCQk8dWlmb250IG5hbWU9IkZPTlRfUVVJWlBPRF9RVUlaX1BBU1NTQ09SRSIgdmFsdWU9IlZlcmRhbmEsOSxmYWxzZSxmYWxzZSx0cnVlIi8+DQoJCTx1aWZvbnQgbmFtZT0iRk9OVF9RVUlaUE9EX1FVSVpfUEFTU1NDT1JFX1ZBTFVFIiB2YWx1ZT0iVmVyZGFuYSw5LHRydWUsZmFsc2UsdHJ1ZSIvPg0KCQk8IS0tIHVpdGV4dCAtLT4NCgkJPCEtLSBzdWJzdGl0dXRpb246ICVuID09IHNsaWRlIG51bWJlciAtLT4NCgkJPHVpdGV4dCBuYW1lPSJBVFRBQ0hNRU5UX1BSRVZJRVdfV0FSTklOR01TR19USVRMRVNUUklORyIgdmFsdWU9Iua3u+S7mOODleOCoeOCpOODq+itpuWRiiIvPg0KCQk8dWl0ZXh0IG5hbWU9IkFUVEFDSE1FTlRfUFJFVklFV19XQVJOSU5HTVNHIiB2YWx1ZT0i5re75LuY44OV44Kh44Kk44Or44Gv44OX44Os44OT44Ol44O844Oi44O844OJ44Gn44Gv6ZaL44GN44G+44Gb44KT44CC44OR44OW44Oq44OD44K344Ol44KS5L2/55So44GX44Gm57WQ5p6c44KS6KGo56S644GX44Gm44GP44Gg44GV44GE44CCIi8+DQoJCTx1aXRleHQgbmFtZT0iQ09MTEFCX0xPQ0FMX1BMQVlCQUNLX01TRyIgdmFsdWU9IuOCs+ODs+ODhuODs+ODhOOBr+ODreODvOOCq+ODq+OBp+WGjeeUn+OBleOCjOOBpuOBhOOBvuOBmeOAguOBk+OBruODouODvOODieOBp+OBr+WFseWQjOS9nOalreOBp+OBjeOBvuOBm+OCk+OAgiIvPg0KCQk8dWl0ZXh0IG5hbWU9IkNPTExBQl9MT0NBTF9QTEFZQkFDS19USVRMRSIgdmFsdWU9IuODreODvOOCq+ODq+WGjeeUnyIvPg0KCQk8dWl0ZXh0IG5hbWU9IkNPTExBQl9MT0NBTF9QTEFZQkFDS0JUTiIgdmFsdWU9Ik9LIi8+DQoJCTx1aXRleHQgbmFtZT0iVU5OQU1FRFNMSURFVElUTEUiIHZhbHVlPSLjgrnjg6njgqTjg4kgOiAlbiIvPg0KCQk8IS0tIHN1YnN0aXR1dGlvbjogJW4gPT0gc2xpZGUgbnVtYmVyIC0tPg0KCQk8IS0tIHN1YnN0aXR1dGlvbjogJXQgPT0gdG90YWwgc2xpZGUgY291bnQgLS0+DQoJCTx1aXRleHQgbmFtZT0iU0NSVUJCQVJTVEFUVVNfU0xJREVJTkZPIiB2YWx1ZT0i44K544Op44Kk44OJIDogJW4gLyAldCB8ICIvPg0KCQk8dWl0ZXh0IG5hbWU9IlNDUlVCQkFSU1RBVFVTX1NUT1BQRUQiIHZhbHVlPSLlgZzmraIiLz4NCgkJPHVpdGV4dCBuYW1lPSJTQ1JVQkJBUlNUQVRVU19QTEFZSU5HIiB2YWx1ZT0i5YaN55Sf5LitIi8+DQoJCTx1aXRleHQgbmFtZT0iU0NSVUJCQVJTVEFUVVNfTk9BVURJTyIgdmFsdWU9Iumfs+WjsOOBquOBlyIvPg0KCQk8dWl0ZXh0IG5hbWU9IlNDUlVCQkFSU1RBVFVTX1ZJRFBMQVlJTkciIHZhbHVlPSLjg5Pjg4fjgqrlho3nlJ/kuK0iLz4NCgkJPHVpdGV4dCBuYW1lPSJTQ1JVQkJBUlNUQVRVU19MT0FESU5HIiB2YWx1ZT0i44Ot44O844OJ5LitIi8+DQoJCTx1aXRleHQgbmFtZT0iU0NSVUJCQVJTVEFUVVNfQlVGRkVSSU5HIiB2YWx1ZT0i44OQ44OD44OV44Kh5LitIi8+DQoJCTx1aXRleHQgbmFtZT0iU0NSVUJCQVJTVEFUVVNfUVVFU1RJT04iIHZhbHVlPSLos6rllY/jgavnrZTjgYjjgabkuIvjgZXjgYQiLz4NCgkJPHVpdGV4dCBuYW1lPSJTQ1JVQkJBUlNUQVRVU19SRVZJRVdRVUlaIiB2YWx1ZT0i44Kv44Kk44K644KS44Os44OT44Ol44O844GX44Gm44GE44G+44GZIi8+DQoJCTwhLS0gc3Vic3RpdHV0aW9uOiAlbSA9PSBtaW51dGVzIHJlbWFpbmluZyAtLT4NCgkJPCEtLSBzdWJzdGl0dXRpb246ICVzID09IHNlY29uZHMgcmVtYWluaW5nIC0tPg0KCQk8dWl0ZXh0IG5hbWU9IkVMQVBTRUQiIHZhbHVlPSLmrovjgoogOiAlbSDliIYgJXMg56eSIi8+DQoJCTx1aXRleHQgbmFtZT0iTk9URk9VTkQiIHZhbHVlPSLkvZXjgoLopovjgaTjgYvjgorjgb7jgZvjgpMiLz4NCgkJPHVpdGV4dCBuYW1lPSJBVFRBQ0hNRU5UUyIgdmFsdWU9Iua3u+S7mCIvPg0KCQk8IS0tIHN1YnN0aXR1dGlvbjogJXAgPT0gY3VycmVudCBzcGVha2VyJ3MgdGl0bGUgLS0+DQoJCTx1aXRleHQgbmFtZT0iQklPV0lOX1RJVExFIiB2YWx1ZT0i57WM5q20IDogJXAiLz4NCgkJPHVpdGV4dCBuYW1lPSJCSU9CVE5fVElUTEUiIHZhbHVlPSLntYzmrbQiLz4NCgkJPHVpdGV4dCBuYW1lPSJESVZJREVSQlROX1RJVExFIiB2YWx1ZT0ifCIvPg0KCQk8dWl0ZXh0IG5hbWU9IkNPTlRBQ1RCVE5fVElUTEUiIHZhbHVlPSLjgYrllY/jgYTlkIjjgo/jgZsiLz4NCgkJPHVpdGV4dCBuYW1lPSJUQUJfUVVJWiIgdmFsdWU9IuOCr+OCpOOCuiIvPg0KCQk8dWl0ZXh0IG5hbWU9IlRBQl9PVVRMSU5FIiB2YWx1ZT0i44Ki44Km44OI44Op44Kk44OzIi8+DQoJCTx1aXRleHQgbmFtZT0iVEFCX1RIVU1CIiB2YWx1ZT0i44K144Og44ON44O844OrIi8+DQoJCTx1aXRleHQgbmFtZT0iVEFCX05PVEVTIiB2YWx1ZT0i44OO44O844OIIi8+DQoJCTx1aXRleHQgbmFtZT0iVEFCX1NFQVJDSCIgdmFsdWU9IuaknOe0oiIvPg0KCQk8dWl0ZXh0IG5hbWU9IlNMSURFX0hFQURJTkciIHZhbHVlPSLjgrnjg6njgqTjg4njgr/jgqTjg4jjg6siLz4NCgkJPHVpdGV4dCBuYW1lPSJEVVJBVElPTl9IRUFESU5HIiB2YWx1ZT0i6ZW344GVIi8+DQoJCTx1aXRleHQgbmFtZT0iU0VBUkNIX0hFQURJTkciIHZhbHVlPSLmpJzntKLjgZnjgovjg4bjgq3jgrnjg4ggOiAiLz4NCgkJPHVpdGV4dCBuYW1lPSJUSFVNQl9IRUFESU5HIiB2YWx1ZT0i44K544Op44Kk44OJIi8+DQoJCTx1aXRleHQgbmFtZT0iVEhVTUJfSU5GTyIgdmFsdWU9IuOCueODqeOCpOODieOCv+OCpOODiOODqyAvIOmVt+OBlSIvPg0KCQk8dWl0ZXh0IG5hbWU9IkFUVEFDSE5BTUVfSEVBRElORyIgdmFsdWU9IuODleOCoeOCpOODq+WQjSIvPg0KCQk8dWl0ZXh0IG5hbWU9IkFUVEFDSFNJWkVfSEVBRElORyIgdmFsdWU9IuOCteOCpOOCuiIvPg0KCQk8dWl0ZXh0IG5hbWU9IlNMSURFX05PVEVTIiB2YWx1ZT0i44K544Op44Kk44OJ44OO44O844OIIi8+DQoJCTx1aXRleHQgbmFtZT0iQ09VUlNFX1NUQVRVUyIgdmFsdWU9IuODouOCuOODpeODvOODq+OCueODhuODvOOCv+OCuSIvPg0KCQk8dWl0ZXh0IG5hbWU9IlBBU1NFRF9TVFJJTkciIHZhbHVlPSLlkIjmoLwiLz4NCgkJPHVpdGV4dCBuYW1lPSJGQUlMRURfU1RSSU5HIiB2YWx1ZT0i5LiN5ZCI5qC8Ii8+DQoJCTwhLS1xdWl6IHBvZCBhbmQgbWVzc2FnZSBib3ggdGV4dHMtLT4NCgkJPHVpdGV4dCBuYW1lPSJRVUlaUE9EX1FVSVpfQVRURU1QVCIgdmFsdWU9IuOCr+OCpOOCuuippuihjOWbnuaVsCA6ICIvPg0KCQk8dWl0ZXh0IG5hbWU9IlFVSVpQT0RfUVVJWl9BVFRFTVBUX1ZBTFVFIiB2YWx1ZT0iJW4gLyAldCIvPg0KCQk8dWl0ZXh0IG5hbWU9IlFVSVpQT0RfUVVJWl9TQ09SRSIgdmFsdWU9IuOCueOCs+OCoiA6ICIvPg0KCQk8dWl0ZXh0IG5hbWU9IlFVSVpQT0RfUVVJWl9QQVNTU0NPUkUiIHZhbHVlPSLlkIjmoLzngrkgOiIvPg0KCQk8dWl0ZXh0IG5hbWU9IlFVSVpQT0RfUVVJWl9NQVhTQ09SRSIgdmFsdWU9IuacgOmrmOW+l+eCuSA6ICIvPg0KCQk8dWl0ZXh0IG5hbWU9IlFVSVpQT0RfUVVFU0FUTVBUX1NUUiIgdmFsdWU9IuippuihjOWbnuaVsCA6ICVuIC8gJXQiLz4NCgkJPHVpdGV4dCBuYW1lPSJRVUlaUE9EX1FVRVNUWVBFX1NUUiIgdmFsdWU9IuOCv+OCpOODlyA6ICVzIi8+DQoJCTx1aXRleHQgbmFtZT0iUVVJWlBPRF9RVUVTVFlQRV9HUkQiIHZhbHVlPSLoqZXkvqEiLz4NCgkJPHVpdGV4dCBuYW1lPSJRVUlaUE9EX1FVRVNUWVBFX1NWWSIgdmFsdWU9IuOCouODs+OCseODvOODiCIvPg0KCQk8dWl0ZXh0IG5hbWU9IlFVSVpQT0RfUVVJWkFUTVBUX0lORiIgdmFsdWU9IueEoeWItumZkCIvPg0KCQk8dWl0ZXh0IG5hbWU9IlFVSVpQT0RfUVVFU0FUTVBUX0lORiIgdmFsdWU9IueEoeWItumZkCIvPg0KCQk8dWl0ZXh0IG5hbWU9IldBUk5JTkdNU0dfWUVTU1RSSU5HIiB2YWx1ZT0i44Gv44GEIi8+DQoJCTx1aXRleHQgbmFtZT0iV0FSTklOR01TR19OT1NUUklORyIgdmFsdWU9IuOBhOOBhOOBiCIvPg0KCQk8dWl0ZXh0IG5hbWU9IldBUk5JTkdNU0dfVElUTEVTVFJJTkciIHZhbHVlPSLjgq/jgqTjgrrjga7jg4rjg5PjgrLjg7zjgrfjg6fjg7PjgavplqLjgZnjgovorablkYoiLz4NCgkJPHVpdGV4dCBuYW1lPSJXQVJOSU5HTVNHX01TR1NUUklORyIgdmFsdWU9IuOBk+OBruOCr+OCpOOCuuOBq+OBr+OAgeOBvuOBoOino+etlOOBl+OBpuOBhOOBquOBhOizquWVj+OBjOOBguOCiuOBvuOBmeOAgiYjeEE7JiN4QTsg44Kv44Kk44K644KS57WC5LqG44GZ44KL44Gr44Gv44CB44CM44Gv44GE44CN44KS44Kv44Oq44OD44Kv44GX44G+44GZ44CC44Kv44Kk44K644KS57aa6KGM44GZ44KL44Gr44Gv44CB44CM44GE44GE44GI44CN44KS44Kv44Oq44OD44Kv44GX44G+44GZ44CCIi8+DQoJCTx1aXRleHQgbmFtZT0iSU5GT1JNQVRJT05fSDI2NF9GTEFTSFBMQVlFUiIgdmFsdWU9IuOBiuS9v+OBhOOBruOCs+ODs+ODlOODpeODvOOCv+OBq+ePvuWcqOOCpOODs+OCueODiOODvOODq+OBleOCjOOBpuOBhOOCiyBGbGFzaCBQbGF5ZXIg44Gu44OQ44O844K444On44Oz44Gv44CB44GT44Gu44OT44OH44Kq44KS44K144Od44O844OI44GX44Gm44GE44G+44Gb44KT44CC5pyA5paw44GuIEZsYXNoIFBsYXllciDjgpLjg4Djgqbjg7Pjg63jg7zjg4njgZnjgovjgavjga/jgIHjg5Pjg4fjgqrpoJjln5/jgpLjgq/jg6rjg4Pjgq/jgZfjgabjgY/jgaDjgZXjgYTjgIIiLz4NCgkJPCEtLSBzdWJzdGl0dXRpb246ICVwID09IHByZXNlbnRhdGlvbiB0aXRsZSAtLT4NCgkJPCEtLSBzdWJzdGl0dXRpb246ICVzID09IHNsaWRlIHRpdGxlIC0tPg0KCQk8IS0tIHN1YnN0aXR1dGlvbjogJW4gPT0gc2xpZGUgbnVtYmVyIC0tPg0KCQk8dWl0ZXh0IG5hbWU9IkJPT0tNQVJLIiB2YWx1ZT0iQWRvYmUgUHJlc2VudGVyIC0gJXAiLz4NCgkJPCEtLSBzdWJzdGl0dXRpb246ICVwID09IHByZXNlbnRhdGlvbiB0aXRsZSAtLT4NCgkJPCEtLSBzdWJzdGl0dXRpb246ICVzID09IHNsaWRlIHRpdGxlIC0tPg0KCQk8IS0tIHN1YnN0aXR1dGlvbjogJW4gPT0gc2xpZGUgbnVtYmVyIC0tPg0KCQk8dWl0ZXh0IG5hbWU9IkJPT0tNQVJLU0xJREUiIHZhbHVlPSJBZG9iZSBQcmVzZW50ZXIgLSAlcCAlcyIvPg0KCQk8dWl0ZXh0IG5hbWU9IlNIT1dTSURFQkFSIiB2YWx1ZT0i44K144Kk44OJ44OQ44O844KS5Y+C5Yqg6ICF44Gr6KaL44Gb44KLIi8+DQoJCTx1aXRleHQgbmFtZT0iTVVURSIgdmFsdWU9IuODn+ODpeODvOODiCIvPg0KCQk8dWl0ZXh0IG5hbWU9IkRPQ1dSQVBfVElUTEUiIHZhbHVlPSJQcmVzZW50ZXIg5re75LuY44OV44Kh44Kk44OrIi8+DQoJCTx1aXRleHQgbmFtZT0iRE9DV1JBUF9NU0ciIHZhbHVlPSLjg57jgqTjgrPjg7Pjg5Tjg6Xjg7zjgr/jgavkv53lrZgiLz4NCgkJPHVpdGV4dCBuYW1lPSJET0NXUkFQX1BST01QVCIgdmFsdWU9IuOCr+ODquODg+OCr+OBl+OBpuODgOOCpuODs+ODreODvOODiSIvPg0KCTwvbGFuZ3VhZ2U+DQoJPGxhbmd1YWdlIGlkPSJrbyI+DQoJCTwhLS0gZm9ybWF0IGZvciB1aWZvbnQgdmFsdWUgaXMgImZvbnQsc2l6ZSxpc2JvbGQsaXNpdGFsaWMsaXNzaGFkb3dlZCIgLS0+DQoJCTx1aWZvbnQgbmFtZT0iRk9OVF9RVUlaWklORyIgdmFsdWU9IlZlcmRhbmEsOSxmYWxzZSxmYWxzZSxmYWxzZSIvPg0KCQk8dWlmb250IG5hbWU9IkZPTlRfU0NSVUJTVEFUVVMiIHZhbHVlPSJWZXJkYW5hLDExLGZhbHNlLGZhbHNlLHRydWUiLz4NCgkJPHVpZm9udCBuYW1lPSJGT05UX1NDUlVCVElNRSIgdmFsdWU9IlZlcmRhbmEsOSxmYWxzZSxmYWxzZSx0cnVlIi8+DQoJCTx1aWZvbnQgbmFtZT0iRk9OVF9FTEFQU0VEVElNRSIgdmFsdWU9IlZlcmRhbmEsMTEsdHJ1ZSxmYWxzZSxmYWxzZSIvPg0KCQk8dWlmb250IG5hbWU9IkZPTlRfVVRJTFNNRU5VIiB2YWx1ZT0iVmVyZGFuYSw5LHRydWUsZmFsc2UsZmFsc2UiLz4NCgkJPHVpZm9udCBuYW1lPSJGT05UX1RBQlMiIHZhbHVlPSJWZXJkYW5hLDExLGZhbHNlLGZhbHNlLGZhbHNlIi8+DQoJCTx1aWZvbnQgbmFtZT0iRk9OVF9QUkVTRU5UQVRJT05OQU1FIiB2YWx1ZT0iVmVyZGFuYSwxNSxmYWxzZSxmYWxzZSx0cnVlIi8+DQoJCTx1aWZvbnQgbmFtZT0iRk9OVF9QUkVTRU5URVJOQU1FIiB2YWx1ZT0iVmVyZGFuYSwxNSx0cnVlLGZhbHNlLHRydWUiLz4NCgkJPHVpZm9udCBuYW1lPSJGT05UX1BSRVNFTlRFUlRJVExFIiB2YWx1ZT0iVmVyZGFuYSwxMSxmYWxzZSxmYWxzZSx0cnVlIi8+DQoJCTx1aWZvbnQgbmFtZT0iRk9OVF9CSU9CVE4iIHZhbHVlPSJWZXJkYW5hLDExLGZhbHNlLGZhbHNlLHRydWUiLz4NCgkJPHVpZm9udCBuYW1lPSJGT05UX05PVEVTIiB2YWx1ZT0iVmVyZGFuYSwxMSxmYWxzZSxmYWxzZSxmYWxzZSIvPg0KCQk8dWlmb250IG5hbWU9IkZPTlRfT1VUTElORSIgdmFsdWU9IlZlcmRhbmEsMTEsZmFsc2UsZmFsc2UsdHJ1ZSIvPg0KCQk8dWlmb250IG5hbWU9IkZPTlRfU0VBUkNIIiB2YWx1ZT0iVmVyZGFuYSwxMSxmYWxzZSxmYWxzZSx0cnVlIi8+DQoJCTx1aWZvbnQgbmFtZT0iRk9OVF9USFVNQiIgdmFsdWU9IlZlcmRhbmEsMTEsZmFsc2UsZmFsc2UsdHJ1ZSIvPg0KCQk8dWlmb250IG5hbWU9IkZPTlRfQklPV0lOIiB2YWx1ZT0iVmVyZGFuYSwxMSxmYWxzZSxmYWxzZSxmYWxzZSIvPg0KCQk8dWlmb250IG5hbWU9IkZPTlRfTElTVEhFQURJTkciIHZhbHVlPSJWZXJkYW5hLDExLGZhbHNlLGZhbHNlLGZhbHNlIi8+DQoJCTx1aWZvbnQgbmFtZT0iRk9OVF9XSU5USVRMRSIgdmFsdWU9IlZlcmRhbmEsMTEsZmFsc2UsZmFsc2UsdHJ1ZSIvPg0KCQk8dWlmb250IG5hbWU9IkZPTlRfQVRUQUNITUVOVFMiIHZhbHVlPSJWZXJkYW5hLDExLGZhbHNlLGZhbHNlLHRydWUiLz4NCgkJPCEtLXF1aXogcG9kIGFuZCBtZXNzYWdlIGJveCB0ZXh0IGZvbnRzLS0+DQoJCTx1aWZvbnQgbmFtZT0iRk9OVF9NU0dCT1hfV0lOVElUTEUiIHZhbHVlPSJWZXJkYW5hLDExLHRydWUsZmFsc2UsdHJ1ZSIvPg0KCQk8dWlmb250IG5hbWU9IkZPTlRfTVNHQk9YX01TRyIgdmFsdWU9IlZlcmRhbmEsMTEsZmFsc2UsZmFsc2UsdHJ1ZSIvPg0KCQk8dWlmb250IG5hbWU9IkZPTlRfTVNHQk9YX09QVElPTlMiIHZhbHVlPSJWZXJkYW5hLDksdHJ1ZSxmYWxzZSx0cnVlIi8+DQoJCTx1aWZvbnQgbmFtZT0iRk9OVF9RVUlaUE9EX1FVSVpfVElUTEUiIHZhbHVlPSJWZXJkYW5hLDExLHRydWUsZmFsc2UsdHJ1ZSIvPg0KCQk8dWlmb250IG5hbWU9IkZPTlRfUVVJWlBPRF9RVUlaX0FUVEVNUFQiIHZhbHVlPSJWZXJkYW5hLDksZmFsc2UsZmFsc2UsdHJ1ZSIvPg0KCQk8dWlmb250IG5hbWU9IkZPTlRfUVVJWlBPRF9RVUlaX0FUVEVNUFRfVkFMVUUiIHZhbHVlPSJWZXJkYW5hLDksdHJ1ZSxmYWxzZSx0cnVlIi8+DQoJCTx1aWZvbnQgbmFtZT0iRk9OVF9RVUlaUE9EX1FVRVNUSU9OX1NDT1JFIiB2YWx1ZT0iVmVyZGFuYSw5LGZhbHNlLGZhbHNlLHRydWUiLz4NCgkJPHVpZm9udCBuYW1lPSJGT05UX1FVSVpQT0RfUVVFU1RJT05fU0NPUkVfVkFMVUUiIHZhbHVlPSJWZXJkYW5hLDksdHJ1ZSxmYWxzZSx0cnVlIi8+DQoJCTx1aWZvbnQgbmFtZT0iRk9OVF9RVUlaUE9EX1FVRVNUSU9OX0FUVEVNUFQiIHZhbHVlPSJWZXJkYW5hLDksZmFsc2UsZmFsc2UsdHJ1ZSIvPg0KCQk8dWlmb250IG5hbWU9IkZPTlRfUVVJWlBPRF9RVUVTVElPTl9BVFRFTVBUX1ZBTFVFIiB2YWx1ZT0iVmVyZGFuYSw5LHRydWUsZmFsc2UsdHJ1ZSIvPg0KCQk8dWlmb250IG5hbWU9IkZPTlRfUVVJWlBPRF9RVUVTVElPTl9UQUciIHZhbHVlPSJWZXJkYW5hLDExLHRydWUsZmFsc2UsdHJ1ZSIvPg0KCQk8dWlmb250IG5hbWU9IkZPTlRfUVVJWlBPRF9RVUlaX1FVRVNUSU9OX0NPVU5UIiB2YWx1ZT0iVmVyZGFuYSw5LGZhbHNlLGZhbHNlLHRydWUiLz4NCgkJPHVpZm9udCBuYW1lPSJGT05UX1FVSVpQT0RfUVVJWl9RVUVTVElPTl9DT1VOVF9WQUxVRSIgdmFsdWU9IlZlcmRhbmEsOSx0cnVlLGZhbHNlLHRydWUiLz4NCgkJPHVpZm9udCBuYW1lPSJGT05UX1FVSVpQT0RfUVVJWl9RVUVTVElPTl9BVFRFTVBURUQiIHZhbHVlPSJWZXJkYW5hLDksZmFsc2UsZmFsc2UsdHJ1ZSIvPg0KCQk8dWlmb250IG5hbWU9IkZPTlRfUVVJWlBPRF9RVUlaX1FVRVNUSU9OX0FUVEVNUFRFRF9WQUxVRSIgdmFsdWU9IlZlcmRhbmEsOSx0cnVlLGZhbHNlLHRydWUiLz4NCgkJPHVpZm9udCBuYW1lPSJGT05UX1FVSVpQT0RfUVVJWl9TQ09SRV9UQUciIHZhbHVlPSJWZXJkYW5hLDExLHRydWUsZmFsc2UsdHJ1ZSIvPg0KCQk8dWlmb250IG5hbWU9IkZPTlRfUVVJWlBPRF9RVUlaX1NDT1JFIiB2YWx1ZT0iVmVyZGFuYSw5LGZhbHNlLGZhbHNlLHRydWUiLz4NCgkJPHVpZm9udCBuYW1lPSJGT05UX1FVSVpQT0RfUVVJWl9TQ09SRV9WQUxVRSIgdmFsdWU9IlZlcmRhbmEsOSx0cnVlLGZhbHNlLHRydWUiLz4NCgkJPHVpZm9udCBuYW1lPSJGT05UX1FVSVpQT0RfUVVJWl9NQVhTQ09SRSIgdmFsdWU9IlZlcmRhbmEsOSxmYWxzZSxmYWxzZSx0cnVlIi8+DQoJCTx1aWZvbnQgbmFtZT0iRk9OVF9RVUlaUE9EX1FVSVpfTUFYU0NPUkVfVkFMVUUiIHZhbHVlPSJWZXJkYW5hLDksdHJ1ZSxmYWxzZSx0cnVlIi8+DQoJCTx1aWZvbnQgbmFtZT0iRk9OVF9RVUlaUE9EX1FVSVpfUEFTU1NDT1JFIiB2YWx1ZT0iVmVyZGFuYSw5LGZhbHNlLGZhbHNlLHRydWUiLz4NCgkJPHVpZm9udCBuYW1lPSJGT05UX1FVSVpQT0RfUVVJWl9QQVNTU0NPUkVfVkFMVUUiIHZhbHVlPSJWZXJkYW5hLDksdHJ1ZSxmYWxzZSx0cnVlIi8+DQoJCTwhLS0gdWl0ZXh0IC0tPg0KCQk8IS0tIHN1YnN0aXR1dGlvbjogJW4gPT0gc2xpZGUgbnVtYmVyIC0tPg0KCQk8dWl0ZXh0IG5hbWU9IkFUVEFDSE1FTlRfUFJFVklFV19XQVJOSU5HTVNHX1RJVExFU1RSSU5HIiB2YWx1ZT0i7LKo67aAIO2MjOydvCDqsr3qs6AiLz4NCgkJPHVpdGV4dCBuYW1lPSJBVFRBQ0hNRU5UX1BSRVZJRVdfV0FSTklOR01TRyIgdmFsdWU9IuuvuOumrOuztOq4sCDrqqjrk5zsl5DshJzripQg7LKo67aAIO2MjOydvOydtCDsl7Trpqzsp4Ag7JWK7Iq164uI64ukLiDqsrDqs7zrpbwg67O066Ck66m0IOqyjOyLnCDquLDriqXsnYQg7IKs7Jqp7ZWY7Iut7Iuc7JikLiIvPg0KCQk8dWl0ZXh0IG5hbWU9IkNPTExBQl9MT0NBTF9QTEFZQkFDS19NU0ciIHZhbHVlPSLsvZjthZDtirjqsIAg66Gc7Lus7JeQ7IScIOyerOyDnSDspJHsnoXri4jri6QuIOydtCDrqqjrk5zsl5DshJzripQg6rO164+ZIOyekeyXheydhCDsiJjtlontlaAg7IiYIOyXhuyKteuLiOuLpC4iLz4NCgkJPHVpdGV4dCBuYW1lPSJDT0xMQUJfTE9DQUxfUExBWUJBQ0tfVElUTEUiIHZhbHVlPSLroZzsu6wg7J6s7IOdIi8+DQoJCTx1aXRleHQgbmFtZT0iQ09MTEFCX0xPQ0FMX1BMQVlCQUNLQlROIiB2YWx1ZT0i7ZmV7J24Ii8+DQoJCTx1aXRleHQgbmFtZT0iVU5OQU1FRFNMSURFVElUTEUiIHZhbHVlPSLsiqzrnbzsnbTrk5wgJW4iLz4NCgkJPCEtLSBzdWJzdGl0dXRpb246ICVuID09IHNsaWRlIG51bWJlciAtLT4NCgkJPCEtLSBzdWJzdGl0dXRpb246ICV0ID09IHRvdGFsIHNsaWRlIGNvdW50IC0tPg0KCQk8dWl0ZXh0IG5hbWU9IlNDUlVCQkFSU1RBVFVTX1NMSURFSU5GTyIgdmFsdWU9IuyKrOudvOydtOuTnCAlbiAvICV0IHwgIi8+DQoJCTx1aXRleHQgbmFtZT0iU0NSVUJCQVJTVEFUVVNfU1RPUFBFRCIgdmFsdWU9IuykkeyngOuQqCIvPg0KCQk8dWl0ZXh0IG5hbWU9IlNDUlVCQkFSU1RBVFVTX1BMQVlJTkciIHZhbHVlPSLsnqzsg50iLz4NCgkJPHVpdGV4dCBuYW1lPSJTQ1JVQkJBUlNUQVRVU19OT0FVRElPIiB2YWx1ZT0i7Jik65SU7JikIOyXhuydjCIvPg0KCQk8dWl0ZXh0IG5hbWU9IlNDUlVCQkFSU1RBVFVTX1ZJRFBMQVlJTkciIHZhbHVlPSLruYTrlJTsmKQg7J6s7IOdIOykkSIvPg0KCQk8dWl0ZXh0IG5hbWU9IlNDUlVCQkFSU1RBVFVTX0xPQURJTkciIHZhbHVlPSLroZzrlKkiLz4NCgkJPHVpdGV4dCBuYW1lPSJTQ1JVQkJBUlNUQVRVU19CVUZGRVJJTkciIHZhbHVlPSLrsoTtjbzrp4EiLz4NCgkJPHVpdGV4dCBuYW1lPSJTQ1JVQkJBUlNUQVRVU19RVUVTVElPTiIgdmFsdWU9IuyniOusuOyXkCDri7XtlZjquLAiLz4NCgkJPHVpdGV4dCBuYW1lPSJTQ1JVQkJBUlNUQVRVU19SRVZJRVdRVUlaIiB2YWx1ZT0i7KeI66y4IOuLpOyLnOuztOq4sCIvPg0KCQk8IS0tIHN1YnN0aXR1dGlvbjogJW0gPT0gbWludXRlcyByZW1haW5pbmcgLS0+DQoJCTwhLS0gc3Vic3RpdHV0aW9uOiAlcyA9PSBzZWNvbmRzIHJlbWFpbmluZyAtLT4NCgkJPHVpdGV4dCBuYW1lPSJFTEFQU0VEIiB2YWx1ZT0iJW3rtoQgJXPstIgg64Ko7J2MIi8+DQoJCTx1aXRleHQgbmFtZT0iTk9URk9VTkQiIHZhbHVlPSLsl4bsnYwiLz4NCgkJPHVpdGV4dCBuYW1lPSJBVFRBQ0hNRU5UUyIgdmFsdWU9IuyyqOu2gCDtjIzsnbwiLz4NCgkJPCEtLSBzdWJzdGl0dXRpb246ICVwID09IGN1cnJlbnQgc3BlYWtlcidzIHRpdGxlIC0tPg0KCQk8dWl0ZXh0IG5hbWU9IkJJT1dJTl9USVRMRSIgdmFsdWU9IuqyveugpSDshozqsJw6ICVwIi8+DQoJCTx1aXRleHQgbmFtZT0iQklPQlROX1RJVExFIiB2YWx1ZT0i6rK966ClIOyGjOqwnCIvPg0KCQk8dWl0ZXh0IG5hbWU9IkRJVklERVJCVE5fVElUTEUiIHZhbHVlPSJ8Ii8+DQoJCTx1aXRleHQgbmFtZT0iQ09OVEFDVEJUTl9USVRMRSIgdmFsdWU9IuyXsOudveyymCIvPg0KCQk8dWl0ZXh0IG5hbWU9IlRBQl9RVUlaIiB2YWx1ZT0i7YC07KaIIi8+DQoJCTx1aXRleHQgbmFtZT0iVEFCX09VVExJTkUiIHZhbHVlPSLqsJzsmpQiLz4NCgkJPHVpdGV4dCBuYW1lPSJUQUJfVEhVTUIiIHZhbHVlPSLstpXshoztjJAiLz4NCgkJPHVpdGV4dCBuYW1lPSJUQUJfTk9URVMiIHZhbHVlPSLrhbjtirgiLz4NCgkJPHVpdGV4dCBuYW1lPSJUQUJfU0VBUkNIIiB2YWx1ZT0i6rKA7IOJIi8+DQoJCTx1aXRleHQgbmFtZT0iU0xJREVfSEVBRElORyIgdmFsdWU9IuyKrOudvOydtOuTnCDsoJzrqqkiLz4NCgkJPHVpdGV4dCBuYW1lPSJEVVJBVElPTl9IRUFESU5HIiB2YWx1ZT0i7J6s7IOd7Iuc6rCEIi8+DQoJCTx1aXRleHQgbmFtZT0iU0VBUkNIX0hFQURJTkciIHZhbHVlPSLthY3siqTtirgg6rKA7IOJOiIvPg0KCQk8dWl0ZXh0IG5hbWU9IlRIVU1CX0hFQURJTkciIHZhbHVlPSLsiqzrnbzsnbTrk5wiLz4NCgkJPHVpdGV4dCBuYW1lPSJUSFVNQl9JTkZPIiB2YWx1ZT0i7KCc66qpL+yerOyDneyLnOqwhCIvPg0KCQk8dWl0ZXh0IG5hbWU9IkFUVEFDSE5BTUVfSEVBRElORyIgdmFsdWU9Iu2MjOydvCDsnbTrpoQiLz4NCgkJPHVpdGV4dCBuYW1lPSJBVFRBQ0hTSVpFX0hFQURJTkciIHZhbHVlPSLtgazquLAiLz4NCgkJPHVpdGV4dCBuYW1lPSJTTElERV9OT1RFUyIgdmFsdWU9IuyKrOudvOydtOuTnCDrhbjtirgiLz4NCgkJPHVpdGV4dCBuYW1lPSJDT1VSU0VfU1RBVFVTIiB2YWx1ZT0i66qo65OIIOyDge2DnCIvPg0KCQk8dWl0ZXh0IG5hbWU9IlBBU1NFRF9TVFJJTkciIHZhbHVlPSLtlanqsqkiLz4NCgkJPHVpdGV4dCBuYW1lPSJGQUlMRURfU1RSSU5HIiB2YWx1ZT0i67aI7ZWp6rKpIi8+DQoJCTwhLS1xdWl6IHBvZCBhbmQgbWVzc2FnZSBib3ggdGV4dHMtLT4NCgkJPHVpdGV4dCBuYW1lPSJRVUlaUE9EX1FVSVpfQVRURU1QVCIgdmFsdWU9Iu2AtOymiCDsi5zrj4Qg7Zqf7IiYOiIvPg0KCQk8dWl0ZXh0IG5hbWU9IlFVSVpQT0RfUVVJWl9BVFRFTVBUX1ZBTFVFIiB2YWx1ZT0iJW4vJXQiLz4NCgkJPHVpdGV4dCBuYW1lPSJRVUlaUE9EX1FVSVpfU0NPUkUiIHZhbHVlPSLrk53soJA6Ii8+DQoJCTx1aXRleHQgbmFtZT0iUVVJWlBPRF9RVUlaX1BBU1NTQ09SRSIgdmFsdWU9Iu2GteqzvCDsoJDsiJg6Ii8+DQoJCTx1aXRleHQgbmFtZT0iUVVJWlBPRF9RVUlaX01BWFNDT1JFIiB2YWx1ZT0i7LWc6rOgIOygkOyImDoiLz4NCgkJPHVpdGV4dCBuYW1lPSJRVUlaUE9EX1FVRVNBVE1QVF9TVFIiIHZhbHVlPSLsi5zrj4Qg7Zqf7IiYOiAlbi8ldCIvPg0KCQk8dWl0ZXh0IG5hbWU9IlFVSVpQT0RfUVVFU1RZUEVfU1RSIiB2YWx1ZT0i7Jyg7ZiVOiAlcyIvPg0KCQk8dWl0ZXh0IG5hbWU9IlFVSVpQT0RfUVVFU1RZUEVfR1JEIiB2YWx1ZT0i7KCQ7IiYIOunpOq4sOq4sCDsmYTro4wiLz4NCgkJPHVpdGV4dCBuYW1lPSJRVUlaUE9EX1FVRVNUWVBFX1NWWSIgdmFsdWU9IuyEpOusuCDsobDsgqwiLz4NCgkJPHVpdGV4dCBuYW1lPSJRVUlaUE9EX1FVSVpBVE1QVF9JTkYiIHZhbHVlPSLrrLTtlZwiLz4NCgkJPHVpdGV4dCBuYW1lPSJRVUlaUE9EX1FVRVNBVE1QVF9JTkYiIHZhbHVlPSLrrLTtlZwiLz4NCgkJPHVpdGV4dCBuYW1lPSJXQVJOSU5HTVNHX1lFU1NUUklORyIgdmFsdWU9IuyYiCIvPg0KCQk8dWl0ZXh0IG5hbWU9IldBUk5JTkdNU0dfTk9TVFJJTkciIHZhbHVlPSLslYTri4jsmKQiLz4NCgkJPHVpdGV4dCBuYW1lPSJXQVJOSU5HTVNHX1RJVExFU1RSSU5HIiB2YWx1ZT0i7YC07KaIIOuCtOu5hOqyjOydtOyFmCDqsr3qs6AiLz4NCgkJPHVpdGV4dCBuYW1lPSJXQVJOSU5HTVNHX01TR1NUUklORyIgdmFsdWU9IuydtCDtgLTspojsl5DshJwg7Iuc64+E7ZWY7KeAIOyViuydgCDsp4jrrLjsnbQg7J6I7Iq164uI64ukLiYjeEE7JiN4QTvtgLTspojrpbwg7KKF66OM7ZWY66Ck66m0IFvsmIhd66W8IO2BtOumre2VmOqzoCwg7YC07KaI66W8IOqzhOyGje2VmOugpOuptCBb7JWE64uI7JikXeulvCDtgbTrpq3tlZjsi63si5zsmKQuIi8+DQoJCTx1aXRleHQgbmFtZT0iSU5GT1JNQVRJT05fSDI2NF9GTEFTSFBMQVlFUiIgdmFsdWU9IuyLnOyKpO2FnOyXkCDshKTsuZjrkJjslrQg7J6I64qUIO2YhOyerCDrsoTsoITsnZggRmxhc2ggUGxheWVy64qUIOydtCDruYTrlJTsmKTrpbwg7KeA7JuQ7ZWY7KeAIOyViuyKteuLiOuLpC4g7LWc7IugIEZsYXNoIFBsYXllcuulvCDri6TsmrTroZzrk5ztlZjroKTrqbQg67mE65SU7JikIOyYgeyXreydhCDtgbTrpq3tlZjsi63si5zsmKQuIi8+DQoJCTwhLS0gc3Vic3RpdHV0aW9uOiAlcCA9PSBwcmVzZW50YXRpb24gdGl0bGUgLS0+DQoJCTwhLS0gc3Vic3RpdHV0aW9uOiAlcyA9PSBzbGlkZSB0aXRsZSAtLT4NCgkJPCEtLSBzdWJzdGl0dXRpb246ICVuID09IHNsaWRlIG51bWJlciAtLT4NCgkJPHVpdGV4dCBuYW1lPSJCT09LTUFSSyIgdmFsdWU9IkFkb2JlIFByZXNlbnRlciAtICVwIi8+DQoJCTwhLS0gc3Vic3RpdHV0aW9uOiAlcCA9PSBwcmVzZW50YXRpb24gdGl0bGUgLS0+DQoJCTwhLS0gc3Vic3RpdHV0aW9uOiAlcyA9PSBzbGlkZSB0aXRsZSAtLT4NCgkJPCEtLSBzdWJzdGl0dXRpb246ICVuID09IHNsaWRlIG51bWJlciAtLT4NCgkJPHVpdGV4dCBuYW1lPSJCT09LTUFSS1NMSURFIiB2YWx1ZT0iQWRvYmUgUHJlc2VudGVyIC0gJXAgJXMiLz4NCgkJPHVpdGV4dCBuYW1lPSJTSE9XU0lERUJBUiIgdmFsdWU9IuywuOyXrOyekOyXkOqyjCDshLjroZwg66eJ64yAIOuztOydtOq4sCIvPg0KCQk8dWl0ZXh0IG5hbWU9Ik1VVEUiIHZhbHVlPSLsnYzshozqsbAiLz4NCgkJPHVpdGV4dCBuYW1lPSJET0NXUkFQX1RJVExFIiB2YWx1ZT0iUHJlc2VudGVyIO2MjOydvCDssqjrtoAiLz4NCgkJPHVpdGV4dCBuYW1lPSJET0NXUkFQX01TRyIgdmFsdWU9IuuCtCDsu7Ttk6jthLDsl5Ag7KCA7J6lIi8+DQoJCTx1aXRleHQgbmFtZT0iRE9DV1JBUF9QUk9NUFQiIHZhbHVlPSLtgbTrpq3tlZjsl6wg64uk7Jq066Gc65OcIi8+DQoJPC9sYW5ndWFnZT4NCgk8bGFuZ3VhZ2UgaWQ9ImVzIj4NCgkJPCEtLSBmb3JtYXQgZm9yIHVpZm9udCB2YWx1ZSBpcyAiZm9udCxzaXplLGlzYm9sZCxpc2l0YWxpYyxpc3NoYWRvd2VkIiAtLT4NCgkJPHVpZm9udCBuYW1lPSJGT05UX1FVSVpaSU5HIiB2YWx1ZT0iVmVyZGFuYSw5LGZhbHNlLGZhbHNlLGZhbHNlIi8+DQoJCTx1aWZvbnQgbmFtZT0iRk9OVF9TQ1JVQlNUQVRVUyIgdmFsdWU9IlZlcmRhbmEsOSx0cnVlLGZhbHNlLHRydWUiLz4NCgkJPHVpZm9udCBuYW1lPSJGT05UX1NDUlVCVElNRSIgdmFsdWU9IlZlcmRhbmEsOSxmYWxzZSxmYWxzZSx0cnVlIi8+DQoJCTx1aWZvbnQgbmFtZT0iRk9OVF9FTEFQU0VEVElNRSIgdmFsdWU9IlZlcmRhbmEsOSx0cnVlLGZhbHNlLHRydWUiLz4NCgkJPHVpZm9udCBuYW1lPSJGT05UX1VUSUxTTUVOVSIgdmFsdWU9IlZlcmRhbmEsOSx0cnVlLGZhbHNlLGZhbHNlIi8+DQoJCTx1aWZvbnQgbmFtZT0iRk9OVF9UQUJTIiB2YWx1ZT0iVmVyZGFuYSw5LHRydWUsZmFsc2UsdHJ1ZSIvPg0KCQk8dWlmb250IG5hbWU9IkZPTlRfUFJFU0VOVEFUSU9OTkFNRSIgdmFsdWU9IlZlcmRhbmEsMTQsZmFsc2UsZmFsc2UsdHJ1ZSIvPg0KCQk8dWlmb250IG5hbWU9IkZPTlRfUFJFU0VOVEVSTkFNRSIgdmFsdWU9IlZlcmRhbmEsMTAsdHJ1ZSxmYWxzZSx0cnVlIi8+DQoJCTx1aWZvbnQgbmFtZT0iRk9OVF9QUkVTRU5URVJUSVRMRSIgdmFsdWU9IlZlcmRhbmEsMTAsZmFsc2UsZmFsc2UsdHJ1ZSIvPg0KCQk8dWlmb250IG5hbWU9IkZPTlRfQklPQlROIiB2YWx1ZT0iVmVyZGFuYSwxMCxmYWxzZSxmYWxzZSx0cnVlIi8+DQoJCTx1aWZvbnQgbmFtZT0iRk9OVF9OT1RFUyIgdmFsdWU9IlZlcmRhbmEsMTEsZmFsc2UsZmFsc2UsZmFsc2UiLz4NCgkJPHVpZm9udCBuYW1lPSJGT05UX09VVExJTkUiIHZhbHVlPSJWZXJkYW5hLDExLGZhbHNlLGZhbHNlLHRydWUiLz4NCgkJPHVpZm9udCBuYW1lPSJGT05UX1NFQVJDSCIgdmFsdWU9IlZlcmRhbmEsMTEsZmFsc2UsZmFsc2UsdHJ1ZSIvPg0KCQk8dWlmb250IG5hbWU9IkZPTlRfVEhVTUIiIHZhbHVlPSJWZXJkYW5hLDksZmFsc2UsZmFsc2UsdHJ1ZSIvPg0KCQk8dWlmb250IG5hbWU9IkZPTlRfQklPV0lOIiB2YWx1ZT0iVmVyZGFuYSwxMSxmYWxzZSxmYWxzZSxmYWxzZSIvPg0KCQk8dWlmb250IG5hbWU9IkZPTlRfTElTVEhFQURJTkciIHZhbHVlPSJWZXJkYW5hLDksZmFsc2UsZmFsc2UsZmFsc2UiLz4NCgkJPHVpZm9udCBuYW1lPSJGT05UX1dJTlRJVExFIiB2YWx1ZT0iVmVyZGFuYSw5LGZhbHNlLGZhbHNlLHRydWUiLz4NCgkJPHVpZm9udCBuYW1lPSJGT05UX0FUVEFDSE1FTlRTIiB2YWx1ZT0iVmVyZGFuYSwxMSxmYWxzZSxmYWxzZSx0cnVlIi8+DQoJCTwhLS1xdWl6IHBvZCBhbmQgbWVzc2FnZSBib3ggdGV4dCBmb250cy0tPg0KCQk8dWlmb250IG5hbWU9IkZPTlRfTVNHQk9YX1dJTlRJVExFIiB2YWx1ZT0iVmVyZGFuYSwxMSx0cnVlLGZhbHNlLHRydWUiLz4NCgkJPHVpZm9udCBuYW1lPSJGT05UX01TR0JPWF9NU0ciIHZhbHVlPSJWZXJkYW5hLDExLGZhbHNlLGZhbHNlLHRydWUiLz4NCgkJPHVpZm9udCBuYW1lPSJGT05UX01TR0JPWF9PUFRJT05TIiB2YWx1ZT0iVmVyZGFuYSw5LHRydWUsZmFsc2UsdHJ1ZSIvPg0KCQk8dWlmb250IG5hbWU9IkZPTlRfUVVJWlBPRF9RVUlaX1RJVExFIiB2YWx1ZT0iVmVyZGFuYSwxMSx0cnVlLGZhbHNlLHRydWUiLz4NCgkJPHVpZm9udCBuYW1lPSJGT05UX1FVSVpQT0RfUVVJWl9BVFRFTVBUIiB2YWx1ZT0iVmVyZGFuYSw5LGZhbHNlLGZhbHNlLHRydWUiLz4NCgkJPHVpZm9udCBuYW1lPSJGT05UX1FVSVpQT0RfUVVJWl9BVFRFTVBUX1ZBTFVFIiB2YWx1ZT0iVmVyZGFuYSw5LHRydWUsZmFsc2UsdHJ1ZSIvPg0KCQk8dWlmb250IG5hbWU9IkZPTlRfUVVJWlBPRF9RVUVTVElPTl9TQ09SRSIgdmFsdWU9IlZlcmRhbmEsOSxmYWxzZSxmYWxzZSx0cnVlIi8+DQoJCTx1aWZvbnQgbmFtZT0iRk9OVF9RVUlaUE9EX1FVRVNUSU9OX1NDT1JFX1ZBTFVFIiB2YWx1ZT0iVmVyZGFuYSw5LHRydWUsZmFsc2UsdHJ1ZSIvPg0KCQk8dWlmb250IG5hbWU9IkZPTlRfUVVJWlBPRF9RVUVTVElPTl9BVFRFTVBUIiB2YWx1ZT0iVmVyZGFuYSw5LGZhbHNlLGZhbHNlLHRydWUiLz4NCgkJPHVpZm9udCBuYW1lPSJGT05UX1FVSVpQT0RfUVVFU1RJT05fQVRURU1QVF9WQUxVRSIgdmFsdWU9IlZlcmRhbmEsOSx0cnVlLGZhbHNlLHRydWUiLz4NCgkJPHVpZm9udCBuYW1lPSJGT05UX1FVSVpQT0RfUVVFU1RJT05fVEFHIiB2YWx1ZT0iVmVyZGFuYSwxMSx0cnVlLGZhbHNlLHRydWUiLz4NCgkJPHVpZm9udCBuYW1lPSJGT05UX1FVSVpQT0RfUVVJWl9RVUVTVElPTl9DT1VOVCIgdmFsdWU9IlZlcmRhbmEsOSxmYWxzZSxmYWxzZSx0cnVlIi8+DQoJCTx1aWZvbnQgbmFtZT0iRk9OVF9RVUlaUE9EX1FVSVpfUVVFU1RJT05fQ09VTlRfVkFMVUUiIHZhbHVlPSJWZXJkYW5hLDksdHJ1ZSxmYWxzZSx0cnVlIi8+DQoJCTx1aWZvbnQgbmFtZT0iRk9OVF9RVUlaUE9EX1FVSVpfUVVFU1RJT05fQVRURU1QVEVEIiB2YWx1ZT0iVmVyZGFuYSw5LGZhbHNlLGZhbHNlLHRydWUiLz4NCgkJPHVpZm9udCBuYW1lPSJGT05UX1FVSVpQT0RfUVVJWl9RVUVTVElPTl9BVFRFTVBURURfVkFMVUUiIHZhbHVlPSJWZXJkYW5hLDksdHJ1ZSxmYWxzZSx0cnVlIi8+DQoJCTx1aWZvbnQgbmFtZT0iRk9OVF9RVUlaUE9EX1FVSVpfU0NPUkVfVEFHIiB2YWx1ZT0iVmVyZGFuYSwxMSx0cnVlLGZhbHNlLHRydWUiLz4NCgkJPHVpZm9udCBuYW1lPSJGT05UX1FVSVpQT0RfUVVJWl9TQ09SRSIgdmFsdWU9IlZlcmRhbmEsOSxmYWxzZSxmYWxzZSx0cnVlIi8+DQoJCTx1aWZvbnQgbmFtZT0iRk9OVF9RVUlaUE9EX1FVSVpfU0NPUkVfVkFMVUUiIHZhbHVlPSJWZXJkYW5hLDksdHJ1ZSxmYWxzZSx0cnVlIi8+DQoJCTx1aWZvbnQgbmFtZT0iRk9OVF9RVUlaUE9EX1FVSVpfTUFYU0NPUkUiIHZhbHVlPSJWZXJkYW5hLDksZmFsc2UsZmFsc2UsdHJ1ZSIvPg0KCQk8dWlmb250IG5hbWU9IkZPTlRfUVVJWlBPRF9RVUlaX01BWFNDT1JFX1ZBTFVFIiB2YWx1ZT0iVmVyZGFuYSw5LHRydWUsZmFsc2UsdHJ1ZSIvPg0KCQk8dWlmb250IG5hbWU9IkZPTlRfUVVJWlBPRF9RVUlaX1BBU1NTQ09SRSIgdmFsdWU9IlZlcmRhbmEsOSxmYWxzZSxmYWxzZSx0cnVlIi8+DQoJCTx1aWZvbnQgbmFtZT0iRk9OVF9RVUlaUE9EX1FVSVpfUEFTU1NDT1JFX1ZBTFVFIiB2YWx1ZT0iVmVyZGFuYSw5LHRydWUsZmFsc2UsdHJ1ZSIvPg0KCQk8IS0tIHVpdGV4dCAtLT4NCgkJPCEtLSBzdWJzdGl0dXRpb246ICVuID09IHNsaWRlIG51bWJlciAtLT4NCgkJPHVpdGV4dCBuYW1lPSJBVFRBQ0hNRU5UX1BSRVZJRVdfV0FSTklOR01TR19USVRMRVNUUklORyIgdmFsdWU9IkF2aXNvIGRlIGFyY2hpdm8gYWRqdW50byIvPg0KCQk8dWl0ZXh0IG5hbWU9IkFUVEFDSE1FTlRfUFJFVklFV19XQVJOSU5HTVNHIiB2YWx1ZT0iTm8gZXMgcG9zaWJsZSBhYnJpciBsb3MgYXJjaGl2b3MgYWRqdW50b3MgZW4gZWwgbW9kbyBkZSBwcmV2aXN1YWxpemFjacOzbi4gVXNlIFB1YmxpY2FyIHBhcmEgdmVyIGxvcyByZXN1bHRhZG9zLiIvPg0KCQk8dWl0ZXh0IG5hbWU9IkNPTExBQl9MT0NBTF9QTEFZQkFDS19NU0ciIHZhbHVlPSJFbCBjb250ZW5pZG8gc2UgZXN0w6EgcmVwcm9kdWNpZW5kbyBsb2NhbG1lbnRlLiBMYSBjb2xhYm9yYWNpw7NuIG5vIGZ1bmNpb25hIGVuIGVzdGUgbW9kby4iLz4NCgkJPHVpdGV4dCBuYW1lPSJDT0xMQUJfTE9DQUxfUExBWUJBQ0tfVElUTEUiIHZhbHVlPSJSZXByb2R1Y2Npw7NuIGxvY2FsIi8+DQoJCTx1aXRleHQgbmFtZT0iQ09MTEFCX0xPQ0FMX1BMQVlCQUNLQlROIiB2YWx1ZT0iT2siLz4NCgkJPHVpdGV4dCBuYW1lPSJVTk5BTUVEU0xJREVUSVRMRSIgdmFsdWU9IkRpYXBvc2l0aXZhICVuIi8+DQoJCTwhLS0gc3Vic3RpdHV0aW9uOiAlbiA9PSBzbGlkZSBudW1iZXIgLS0+DQoJCTwhLS0gc3Vic3RpdHV0aW9uOiAldCA9PSB0b3RhbCBzbGlkZSBjb3VudCAtLT4NCgkJPHVpdGV4dCBuYW1lPSJTQ1JVQkJBUlNUQVRVU19TTElERUlORk8iIHZhbHVlPSJEaWFwb3NpdGl2YSAlbiAvICV0IHwgIi8+DQoJCTx1aXRleHQgbmFtZT0iU0NSVUJCQVJTVEFUVVNfU1RPUFBFRCIgdmFsdWU9IkRldGVuaWRhIi8+DQoJCTx1aXRleHQgbmFtZT0iU0NSVUJCQVJTVEFUVVNfUExBWUlORyIgdmFsdWU9IlJlcHJvZHVjaWVuZG8iLz4NCgkJPHVpdGV4dCBuYW1lPSJTQ1JVQkJBUlNUQVRVU19OT0FVRElPIiB2YWx1ZT0iU2luIHNvbmlkbyIvPg0KCQk8dWl0ZXh0IG5hbWU9IlNDUlVCQkFSU1RBVFVTX1ZJRFBMQVlJTkciIHZhbHVlPSJWw61kZW8gZW4gcmVwcm9kLiIvPg0KCQk8dWl0ZXh0IG5hbWU9IlNDUlVCQkFSU1RBVFVTX0xPQURJTkciIHZhbHVlPSJDYXJnYW5kbyIvPg0KCQk8dWl0ZXh0IG5hbWU9IlNDUlVCQkFSU1RBVFVTX0JVRkZFUklORyIgdmFsdWU9IkFsbWFjZW5hbmRvIGVuIGLDumZlciIvPg0KCQk8dWl0ZXh0IG5hbWU9IlNDUlVCQkFSU1RBVFVTX1FVRVNUSU9OIiB2YWx1ZT0iQ29udGVzdGFyIHByZWd1bnRhIi8+DQoJCTx1aXRleHQgbmFtZT0iU0NSVUJCQVJTVEFUVVNfUkVWSUVXUVVJWiIgdmFsdWU9IlJldmlzYW5kbyBwcnVlYmEiLz4NCgkJPCEtLSBzdWJzdGl0dXRpb246ICVtID09IG1pbnV0ZXMgcmVtYWluaW5nIC0tPg0KCQk8IS0tIHN1YnN0aXR1dGlvbjogJXMgPT0gc2Vjb25kcyByZW1haW5pbmcgLS0+DQoJCTx1aXRleHQgbmFtZT0iRUxBUFNFRCIgdmFsdWU9IiVtIG1pbnV0b3MgJXMgc2VndW5kb3MgcmVzdGFudGVzIi8+DQoJCTx1aXRleHQgbmFtZT0iTk9URk9VTkQiIHZhbHVlPSJObyBzZSBoYSBlbmNvbnRyYWRvIG5hZGEiLz4NCgkJPHVpdGV4dCBuYW1lPSJBVFRBQ0hNRU5UUyIgdmFsdWU9IkFyY2hpdm9zIGFkanVudG9zIi8+DQoJCTwhLS0gc3Vic3RpdHV0aW9uOiAlcCA9PSBjdXJyZW50IHNwZWFrZXIncyB0aXRsZSAtLT4NCgkJPHVpdGV4dCBuYW1lPSJCSU9XSU5fVElUTEUiIHZhbHVlPSJCaW9ncmFmw61hOiAlcCIvPg0KCQk8dWl0ZXh0IG5hbWU9IkJJT0JUTl9USVRMRSIgdmFsdWU9IkJpb2dyYWbDrWEiLz4NCgkJPHVpdGV4dCBuYW1lPSJESVZJREVSQlROX1RJVExFIiB2YWx1ZT0ifCIvPg0KCQk8dWl0ZXh0IG5hbWU9IkNPTlRBQ1RCVE5fVElUTEUiIHZhbHVlPSJDb250YWN0byIvPg0KCQk8dWl0ZXh0IG5hbWU9IlRBQl9RVUlaIiB2YWx1ZT0iUHJ1ZWJhIi8+DQoJCTx1aXRleHQgbmFtZT0iVEFCX09VVExJTkUiIHZhbHVlPSJDb250b3JubyIvPg0KCQk8dWl0ZXh0IG5hbWU9IlRBQl9USFVNQiIgdmFsdWU9Ik1pbmlhdC4iLz4NCgkJPHVpdGV4dCBuYW1lPSJUQUJfTk9URVMiIHZhbHVlPSJOb3RhcyIvPg0KCQk8dWl0ZXh0IG5hbWU9IlRBQl9TRUFSQ0giIHZhbHVlPSJCdXNjYXIiLz4NCgkJPHVpdGV4dCBuYW1lPSJTTElERV9IRUFESU5HIiB2YWx1ZT0iVMOtdHVsbyBkZSBkaWFwb3NpdGl2YSIvPg0KCQk8dWl0ZXh0IG5hbWU9IkRVUkFUSU9OX0hFQURJTkciIHZhbHVlPSJEdXJhYy4iLz4NCgkJPHVpdGV4dCBuYW1lPSJTRUFSQ0hfSEVBRElORyIgdmFsdWU9IkJ1c2NhciB0ZXh0bzoiLz4NCgkJPHVpdGV4dCBuYW1lPSJUSFVNQl9IRUFESU5HIiB2YWx1ZT0iRGlhcG9zaXRpdmEiLz4NCgkJPHVpdGV4dCBuYW1lPSJUSFVNQl9JTkZPIiB2YWx1ZT0iRHVyLi9Uw610LiBkaWFwLiIvPg0KCQk8dWl0ZXh0IG5hbWU9IkFUVEFDSE5BTUVfSEVBRElORyIgdmFsdWU9Ik5vbWJyZSBkZSBhcmNoaXZvIi8+DQoJCTx1aXRleHQgbmFtZT0iQVRUQUNIU0laRV9IRUFESU5HIiB2YWx1ZT0iVGFtYcOxbyIvPg0KCQk8dWl0ZXh0IG5hbWU9IlNMSURFX05PVEVTIiB2YWx1ZT0iTm90YXMgZGUgZGlhcG9zaXRpdmEiLz4NCgkJPHVpdGV4dCBuYW1lPSJDT1VSU0VfU1RBVFVTIiB2YWx1ZT0iRXN0YWRvIGRlIG1vZHVsbyIvPg0KCQk8dWl0ZXh0IG5hbWU9IlBBU1NFRF9TVFJJTkciIHZhbHVlPSJBcHJvYmFkbyIvPg0KCQk8dWl0ZXh0IG5hbWU9IkZBSUxFRF9TVFJJTkciIHZhbHVlPSJTdXNwZW5zbyIvPg0KCQk8IS0tcXVpeiBwb2QgYW5kIG1lc3NhZ2UgYm94IHRleHRzLS0+DQoJCTx1aXRleHQgbmFtZT0iUVVJWlBPRF9RVUlaX0FUVEVNUFQiIHZhbHVlPSJJbnRlbnRvIGRlIHBydWViYToiLz4NCgkJPHVpdGV4dCBuYW1lPSJRVUlaUE9EX1FVSVpfQVRURU1QVF9WQUxVRSIgdmFsdWU9IiVuIGRlICV0Ii8+DQoJCTx1aXRleHQgbmFtZT0iUVVJWlBPRF9RVUlaX1NDT1JFIiB2YWx1ZT0iUHVudHVhY2nDs246Ii8+DQoJCTx1aXRleHQgbmFtZT0iUVVJWlBPRF9RVUlaX1BBU1NTQ09SRSIgdmFsdWU9IlB1bnR1YWNpw7NuIHBhcmEgYXByb2JhcjoiLz4NCgkJPHVpdGV4dCBuYW1lPSJRVUlaUE9EX1FVSVpfTUFYU0NPUkUiIHZhbHVlPSJQdW50dWFjacOzbiBtw6F4aW1hOiIvPg0KCQk8dWl0ZXh0IG5hbWU9IlFVSVpQT0RfUVVFU0FUTVBUX1NUUiIgdmFsdWU9IkludGVudG9zOiAlbiBkZSAldCIvPg0KCQk8dWl0ZXh0IG5hbWU9IlFVSVpQT0RfUVVFU1RZUEVfU1RSIiB2YWx1ZT0iVGlwbzogJXMiLz4NCgkJPHVpdGV4dCBuYW1lPSJRVUlaUE9EX1FVRVNUWVBFX0dSRCIgdmFsdWU9IkNvbiBwdW50dWFjacOzbiIvPg0KCQk8dWl0ZXh0IG5hbWU9IlFVSVpQT0RfUVVFU1RZUEVfU1ZZIiB2YWx1ZT0iRW5jdWVzdGEiLz4NCgkJPHVpdGV4dCBuYW1lPSJRVUlaUE9EX1FVSVpBVE1QVF9JTkYiIHZhbHVlPSJJbmZpbml0byIvPg0KCQk8dWl0ZXh0IG5hbWU9IlFVSVpQT0RfUVVFU0FUTVBUX0lORiIgdmFsdWU9IkluZmluaXRvIi8+DQoJCTx1aXRleHQgbmFtZT0iV0FSTklOR01TR19ZRVNTVFJJTkciIHZhbHVlPSJTw60iLz4NCgkJPHVpdGV4dCBuYW1lPSJXQVJOSU5HTVNHX05PU1RSSU5HIiB2YWx1ZT0iTm8iLz4NCgkJPHVpdGV4dCBuYW1lPSJXQVJOSU5HTVNHX1RJVExFU1RSSU5HIiB2YWx1ZT0iQXZpc28gZGUgbmF2ZWdhY2nDs24gZGUgcHJ1ZWJhIi8+DQoJCTx1aXRleHQgbmFtZT0iV0FSTklOR01TR19NU0dTVFJJTkciIHZhbHVlPSJIYXkgcHJlZ3VudGFzIHNpbiBpbnRlbnRvcyBlbiBlc3RhIHBydWViYS4mI3hBOyYjeEE7UGFyYSBzYWxpciBkZSBsYSBwcnVlYmEsIGhhZ2EgY2xpYyBlbiBTw60uIFBhcmEgY29udGludWFyLCBoYWdhIGNsaWMgZW4gTm8uIi8+DQoJCTx1aXRleHQgbmFtZT0iSU5GT1JNQVRJT05fSDI2NF9GTEFTSFBMQVlFUiIgdmFsdWU9IkxhIHZlcnNpw7NuIGFjdHVhbCBkZSBGbGFzaCBQbGF5ZXIgaW5zdGFsYWRhIGVuIGVsIG9yZGVuYWRvciBubyBlcyBjb21wYXRpYmxlIGNvbiBlc3RlIHbDrWRlby4gSGFnYSBjbGljIGVuIGVsIMOhcmVhIGRlIHbDrWRlbyBwYXJhIGRlc2NhcmdhciBsYSDDumx0aW1hIHZlcnNpw7NuIGRlIEZsYXNoIFBsYXllci4iLz4NCgkJPCEtLSBzdWJzdGl0dXRpb246ICVwID09IHByZXNlbnRhdGlvbiB0aXRsZSAtLT4NCgkJPCEtLSBzdWJzdGl0dXRpb246ICVzID09IHNsaWRlIHRpdGxlIC0tPg0KCQk8IS0tIHN1YnN0aXR1dGlvbjogJW4gPT0gc2xpZGUgbnVtYmVyIC0tPg0KCQk8dWl0ZXh0IG5hbWU9IkJPT0tNQVJLIiB2YWx1ZT0iQWRvYmUgUHJlc2VudGVyOiAlcCIvPg0KCQk8IS0tIHN1YnN0aXR1dGlvbjogJXAgPT0gcHJlc2VudGF0aW9uIHRpdGxlIC0tPg0KCQk8IS0tIHN1YnN0aXR1dGlvbjogJXMgPT0gc2xpZGUgdGl0bGUgLS0+DQoJCTwhLS0gc3Vic3RpdHV0aW9uOiAlbiA9PSBzbGlkZSBudW1iZXIgLS0+DQoJCTx1aXRleHQgbmFtZT0iQk9PS01BUktTTElERSIgdmFsdWU9IkFkb2JlIFByZXNlbnRlcjogJXAgJXMiLz4NCgkJPHVpdGV4dCBuYW1lPSJTSE9XU0lERUJBUiIgdmFsdWU9Ik1vc3RyYXIgYmFycmEgbGF0ZXJhbCBhIGxvcyBwYXJ0aWNpcGFudGVzIi8+DQoJCTx1aXRleHQgbmFtZT0iTVVURSIgdmFsdWU9Ik11ZG8iLz4NCgkJPHVpdGV4dCBuYW1lPSJET0NXUkFQX1RJVExFIiB2YWx1ZT0iQXJjaGl2byBhZGp1bnRvIGRlIFByZXNlbnRlciIvPg0KCQk8dWl0ZXh0IG5hbWU9IkRPQ1dSQVBfTVNHIiB2YWx1ZT0iR3VhcmRhciBlbiBNaSBQQyIvPg0KCQk8dWl0ZXh0IG5hbWU9IkRPQ1dSQVBfUFJPTVBUIiB2YWx1ZT0iSGFnYSBjbGljIGVuIERlc2NhcmdhciIvPg0KCTwvbGFuZ3VhZ2U+DQoJPGxhbmd1YWdlIGlkPSJwdCI+DQoJCTwhLS0gZm9ybWF0IGZvciB1aWZvbnQgdmFsdWUgaXMgImZvbnQsc2l6ZSxpc2JvbGQsaXNpdGFsaWMsaXNzaGFkb3dlZCIgLS0+DQoJCTx1aWZvbnQgbmFtZT0iRk9OVF9RVUlaWklORyIgdmFsdWU9IlZlcmRhbmEsOSxmYWxzZSxmYWxzZSxmYWxzZSIvPg0KCQk8dWlmb250IG5hbWU9IkZPTlRfU0NSVUJTVEFUVVMiIHZhbHVlPSJWZXJkYW5hLDksdHJ1ZSxmYWxzZSx0cnVlIi8+DQoJCTx1aWZvbnQgbmFtZT0iRk9OVF9TQ1JVQlRJTUUiIHZhbHVlPSJWZXJkYW5hLDksZmFsc2UsZmFsc2UsdHJ1ZSIvPg0KCQk8dWlmb250IG5hbWU9IkZPTlRfRUxBUFNFRFRJTUUiIHZhbHVlPSJWZXJkYW5hLDksdHJ1ZSxmYWxzZSx0cnVlIi8+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+DQoJCTx1aWZvbnQgbmFtZT0iRk9OVF9PVVRMSU5FIiB2YWx1ZT0iVmVyZGFuYSwxMSxmYWxzZSxmYWxzZSx0cnVlIi8+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+DQoJCTx1aWZvbnQgbmFtZT0iRk9OVF9XSU5USVRMRSIgdmFsdWU9IlZlcmRhbmEsOSxmYWxzZSxmYWxzZSx0cnVlIi8+DQoJCTx1aWZvbnQgbmFtZT0iRk9OVF9BVFRBQ0hNRU5UUyIgdmFsdWU9IlZlcmRhbmEsMTEsZmFsc2UsZmFsc2UsdHJ1ZSIvPg0KCQk8IS0tcXVpeiBwb2QgYW5kIG1lc3NhZ2UgYm94IHRleHQgZm9udHMtLT4NCgkJPHVpZm9udCBuYW1lPSJGT05UX01TR0JPWF9XSU5USVRMRSIgdmFsdWU9IlZlcmRhbmEsMTEsdHJ1ZSxmYWxzZSx0cnVlIi8+DQoJCTx1aWZvbnQgbmFtZT0iRk9OVF9NU0dCT1hfTVNHIiB2YWx1ZT0iVmVyZGFuYSwxMSxmYWxzZSxmYWxzZSx0cnVlIi8+DQoJCTx1aWZvbnQgbmFtZT0iRk9OVF9NU0dCT1hfT1BUSU9OUyIgdmFsdWU9IlZlcmRhbmEsOSx0cnVlLGZhbHNlLHRydWUiLz4NCgkJPHVpZm9udCBuYW1lPSJGT05UX1FVSVpQT0RfUVVJWl9USVRMRSIgdmFsdWU9IlZlcmRhbmEsMTEsdHJ1ZSxmYWxzZSx0cnVlIi8+DQoJCTx1aWZvbnQgbmFtZT0iRk9OVF9RVUlaUE9EX1FVSVpfQVRURU1QVCIgdmFsdWU9IlZlcmRhbmEsOSxmYWxzZSxmYWxzZSx0cnVlIi8+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+DQoJCTx1aWZvbnQgbmFtZT0iRk9OVF9RVUlaUE9EX1FVRVNUSU9OX0FUVEVNUFRfVkFMVUUiIHZhbHVlPSJWZXJkYW5hLDksdHJ1ZSxmYWxzZSx0cnVlIi8+DQoJCTx1aWZvbnQgbmFtZT0iRk9OVF9RVUlaUE9EX1FVRVNUSU9OX1RBRyIgdmFsdWU9IlZlcmRhbmEsMTEsdHJ1ZSxmYWxzZSx0cnVlIi8+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+DQoJCTx1aWZvbnQgbmFtZT0iRk9OVF9RVUlaUE9EX1FVSVpfUVVFU1RJT05fQVRURU1QVEVEX1ZBTFVFIiB2YWx1ZT0iVmVyZGFuYSw5LHRydWUsZmFsc2UsdHJ1ZSIvPg0KCQk8dWlmb250IG5hbWU9IkZPTlRfUVVJWlBPRF9RVUlaX1NDT1JFX1RBRyIgdmFsdWU9IlZlcmRhbmEsMTEsdHJ1ZSxmYWxzZSx0cnVlIi8+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+DQoJCTwhLS0gc3Vic3RpdHV0aW9uOiAlbiA9PSBzbGlkZSBudW1iZXIgLS0+DQoJCTx1aXRleHQgbmFtZT0iQVRUQUNITUVOVF9QUkVWSUVXX1dBUk5JTkdNU0dfVElUTEVTVFJJTkciIHZhbHVlPSJBdmlzbyBkZSBhbmV4byIvPg0KCQk8dWl0ZXh0IG5hbWU9IkFUVEFDSE1FTlRfUFJFVklFV19XQVJOSU5HTVNHIiB2YWx1ZT0iT3MgYW5leG9zIG7Do28gc8OjbyBhYmVydG9zIG5vIG1vZG8gZGUgVmlzdWFsaXphw6fDo28uIFVzZSBvIGNvbWFuZG8gZGUgcHVibGljYcOnw6NvIHBhcmEgdmVyIG9zIHJlc3VsdGFkb3MuIi8+DQoJCTx1aXRleHQgbmFtZT0iQ09MTEFCX0xPQ0FMX1BMQVlCQUNLX01TRyIgdmFsdWU9Ik8gY29udGXDumRvIGVzdMOhIHNlbmRvIHJlcHJvZHV6aWRvIGxvY2FsbWVudGUuQSBjb2xhYm9yYcOnw6NvIG7Do28gZnVuY2lvbmEgbmVzdGUgbW9kby4iLz4NCgkJPHVpdGV4dCBuYW1lPSJDT0xMQUJfTE9DQUxfUExBWUJBQ0tfVElUTEUiIHZhbHVlPSJSZXByb2R1w6fDo28gbG9jYWwiLz4NCgkJPHVpdGV4dCBuYW1lPSJDT0xMQUJfTE9DQUxfUExBWUJBQ0tCVE4iIHZhbHVlPSJPayIvPg0KCQk8dWl0ZXh0IG5hbWU9IlVOTkFNRURTTElERVRJVExFIiB2YWx1ZT0iU2xpZGUgJW4iLz4NCgkJPCEtLSBzdWJzdGl0dXRpb246ICVuID09IHNsaWRlIG51bWJlciAtLT4NCgkJPCEtLSBzdWJzdGl0dXRpb246ICV0ID09IHRvdGFsIHNsaWRlIGNvdW50IC0tPg0KCQk8dWl0ZXh0IG5hbWU9IlNDUlVCQkFSU1RBVFVTX1NMSURFSU5GTyIgdmFsdWU9IlNsaWRlICVuIC8gJXQgfCAiLz4NCgkJPHVpdGV4dCBuYW1lPSJTQ1JVQkJBUlNUQVRVU19TVE9QUEVEIiB2YWx1ZT0iUGFyYWRvIi8+DQoJCTx1aXRleHQgbmFtZT0iU0NSVUJCQVJTVEFUVVNfUExBWUlORyIgdmFsdWU9IlJlcHJvZHV6aW5kbyIvPg0KCQk8dWl0ZXh0IG5hbWU9IlNDUlVCQkFSU1RBVFVTX05PQVVESU8iIHZhbHVlPSJTZW0gw6F1ZGlvIi8+DQoJCTx1aXRleHQgbmFtZT0iU0NSVUJCQVJTVEFUVVNfVklEUExBWUlORyIgdmFsdWU9IlbDrWRlbyBlbSByZXByb2R1w6fDo28iLz4NCgkJPHVpdGV4dCBuYW1lPSJTQ1JVQkJBUlNUQVRVU19MT0FESU5HIiB2YWx1ZT0iQ2FycmVnYW5kbyIvPg0KCQk8dWl0ZXh0IG5hbWU9IlNDUlVCQkFSU1RBVFVTX0JVRkZFUklORyIgdmFsdWU9IkFybWF6ZW5hbmRvIGVtIGJ1ZmZlciIvPg0KCQk8dWl0ZXh0IG5hbWU9IlNDUlVCQkFSU1RBVFVTX1FVRVNUSU9OIiB2YWx1ZT0iUmVzcG9uZGVyIHBlcmd1bnRhIi8+DQoJCTx1aXRleHQgbmFtZT0iU0NSVUJCQVJTVEFUVVNfUkVWSUVXUVVJWiIgdmFsdWU9IlJldmlzYW5kbyBxdWVzdGlvbsOhcmlvIi8+DQoJCTwhLS0gc3Vic3RpdHV0aW9uOiAlbSA9PSBtaW51dGVzIHJlbWFpbmluZyAtLT4NCgkJPCEtLSBzdWJzdGl0dXRpb246ICVzID09IHNlY29uZHMgcmVtYWluaW5nIC0tPg0KCQk8dWl0ZXh0IG5hbWU9IkVMQVBTRUQiIHZhbHVlPSIlbSBtaW51dG9zICVzIHNlZ3VuZG9zIHJlc3RhbnRlcyIvPg0KCQk8dWl0ZXh0IG5hbWU9Ik5PVEZPVU5EIiB2YWx1ZT0iTmFkYSBlbmNvbnRyYWRvIi8+DQoJCTx1aXRleHQgbmFtZT0iQVRUQUNITUVOVFMiIHZhbHVlPSJBbmV4b3MiLz4NCgkJPCEtLSBzdWJzdGl0dXRpb246ICVwID09IGN1cnJlbnQgc3BlYWtlcidzIHRpdGxlIC0tPg0KCQk8dWl0ZXh0IG5hbWU9IkJJT1dJTl9USVRMRSIgdmFsdWU9IkJpbzogJXAiLz4NCgkJPHVpdGV4dCBuYW1lPSJCSU9CVE5fVElUTEUiIHZhbHVlPSJCaW8iLz4NCgkJPHVpdGV4dCBuYW1lPSJESVZJREVSQlROX1RJVExFIiB2YWx1ZT0ifCIvPg0KCQk8dWl0ZXh0IG5hbWU9IkNPTlRBQ1RCVE5fVElUTEUiIHZhbHVlPSJDb250YXRvIi8+DQoJCTx1aXRleHQgbmFtZT0iVEFCX1FVSVoiIHZhbHVlPSJRdWVzdC4iLz4NCgkJPHVpdGV4dCBuYW1lPSJUQUJfT1VUTElORSIgdmFsdWU9IkVzcXVlbWEiLz4NCgkJPHVpdGV4dCBuYW1lPSJUQUJfVEhVTUIiIHZhbHVlPSJNaW5pIi8+DQoJCTx1aXRleHQgbmFtZT0iVEFCX05PVEVTIiB2YWx1ZT0iTm90YXMiLz4NCgkJPHVpdGV4dCBuYW1lPSJUQUJfU0VBUkNIIiB2YWx1ZT0iQnVzY2EiLz4NCgkJPHVpdGV4dCBuYW1lPSJTTElERV9IRUFESU5HIiB2YWx1ZT0iVMOtdHVsbyBkbyBzbGlkZSIvPg0KCQk8dWl0ZXh0IG5hbWU9IkRVUkFUSU9OX0hFQURJTkciIHZhbHVlPSJEdXJhw6fDo28iLz4NCgkJPHVpdGV4dCBuYW1lPSJTRUFSQ0hfSEVBRElORyIgdmFsdWU9IlByb2N1cmFyIHRleHRvOiIvPg0KCQk8dWl0ZXh0IG5hbWU9IlRIVU1CX0hFQURJTkciIHZhbHVlPSJTbGlkZSIvPg0KCQk8dWl0ZXh0IG5hbWU9IlRIVU1CX0lORk8iIHZhbHVlPSJUw610dWxvL0R1cmHDp8OjbyBkbyBzbGlkZSIvPg0KCQk8dWl0ZXh0IG5hbWU9IkFUVEFDSE5BTUVfSEVBRElORyIgdmFsdWU9Ik5vbWUgZG8gYXJxdWl2byIvPg0KCQk8dWl0ZXh0IG5hbWU9IkFUVEFDSFNJWkVfSEVBRElORyIgdmFsdWU9IlRhbWFuaG8iLz4NCgkJPHVpdGV4dCBuYW1lPSJTTElERV9OT1RFUyIgdmFsdWU9IkFub3Rhw6fDtWVzIGRvIHNsaWRlIi8+DQoJCTx1aXRleHQgbmFtZT0iQ09VUlNFX1NUQVRVUyIgdmFsdWU9IlN0YXR1cyBkbyBtw7NkdWxvIi8+DQoJCTx1aXRleHQgbmFtZT0iUEFTU0VEX1NUUklORyIgdmFsdWU9IkFwcm92YWRvIi8+DQoJCTx1aXRleHQgbmFtZT0iRkFJTEVEX1NUUklORyIgdmFsdWU9IlJlcHJvdmFkbyIvPg0KCQk8IS0tcXVpeiBwb2QgYW5kIG1lc3NhZ2UgYm94IHRleHRzLS0+DQoJCTx1aXRleHQgbmFtZT0iUVVJWlBPRF9RVUlaX0FUVEVNUFQiIHZhbHVlPSJUZW50YXRpdmEgbm8gcXVlc3Rpb27DoXJpbzoiLz4NCgkJPHVpdGV4dCBuYW1lPSJRVUlaUE9EX1FVSVpfQVRURU1QVF9WQUxVRSIgdmFsdWU9IiVuIGRlICV0Ii8+DQoJCTx1aXRleHQgbmFtZT0iUVVJWlBPRF9RVUlaX1NDT1JFIiB2YWx1ZT0iUG9udHVhw6fDo286Ii8+DQoJCTx1aXRleHQgbmFtZT0iUVVJWlBPRF9RVUlaX1BBU1NTQ09SRSIgdmFsdWU9IlBvbnR1YcOnw6NvIGRlIGFwcm92YcOnw6NvOiIvPg0KCQk8dWl0ZXh0IG5hbWU9IlFVSVpQT0RfUVVJWl9NQVhTQ09SRSIgdmFsdWU9IlBvbnR1YcOnw6NvIG3DoXhpbWE6Ii8+DQoJCTx1aXRleHQgbmFtZT0iUVVJWlBPRF9RVUVTQVRNUFRfU1RSIiB2YWx1ZT0iVGVudGF0aXZhOiAlbiBkZSAldCIvPg0KCQk8dWl0ZXh0IG5hbWU9IlFVSVpQT0RfUVVFU1RZUEVfU1RSIiB2YWx1ZT0iVGlwbzogJXMiLz4NCgkJPHVpdGV4dCBuYW1lPSJRVUlaUE9EX1FVRVNUWVBFX0dSRCIgdmFsdWU9IkNsYXNzaWZpY2F0w7NyaWEiLz4NCgkJPHVpdGV4dCBuYW1lPSJRVUlaUE9EX1FVRVNUWVBFX1NWWSIgdmFsdWU9IlBlc3F1aXNhIi8+DQoJCTx1aXRleHQgbmFtZT0iUVVJWlBPRF9RVUlaQVRNUFRfSU5GIiB2YWx1ZT0iSW5maW5pdG8iLz4NCgkJPHVpdGV4dCBuYW1lPSJRVUlaUE9EX1FVRVNBVE1QVF9JTkYiIHZhbHVlPSJJbmZpbml0byIvPg0KCQk8dWl0ZXh0IG5hbWU9IldBUk5JTkdNU0dfWUVTU1RSSU5HIiB2YWx1ZT0iU2ltIi8+DQoJCTx1aXRleHQgbmFtZT0iV0FSTklOR01TR19OT1NUUklORyIgdmFsdWU9Ik7Do28iLz4NCgkJPHVpdGV4dCBuYW1lPSJXQVJOSU5HTVNHX1RJVExFU1RSSU5HIiB2YWx1ZT0iQWxlcnRhIGRlIG5hdmVnYcOnw6NvIGRvIHF1ZXN0aW9uw6FyaW8iLz4NCgkJPHVpdGV4dCBuYW1lPSJXQVJOSU5HTVNHX01TR1NUUklORyIgdmFsdWU9IkV4aXN0ZW0gcGVyZ3VudGFzIHF1ZSBuw6NvIGZvcmFtIHJlc3BvbmRpZGFzIG5lc3RlIHF1ZXN0aW9uw6FyaW8uJiN4QTsmI3hBO0NsaXF1ZSBlbSBTaW0gcGFyYSBzYWlyIGRvIHF1ZXN0aW9uw6FyaW8gb3UgZW0gTsOjbyBzZSBxdWlzZXIgY29udGludWFyLiIvPg0KCQk8dWl0ZXh0IG5hbWU9IklORk9STUFUSU9OX0gyNjRfRkxBU0hQTEFZRVIiIHZhbHVlPSJBIHZlcnPDo28gYXR1YWwgZG8gRmxhc2ggUGxheWVyIGluc3RhbGFkYSBubyBjb21wdXRhZG9yIG7Do28gb2ZlcmVjZSBzdXBvcnRlIGEgZXNzZSB2w61kZW8uIENsaXF1ZSBuYSDDoXJlYSBkbyB2w61kZW8gcGFyYSBiYWl4YXIgYSB2ZXJzw6NvIG1haXMgcmVjZW50ZSBkbyBGbGFzaCBQbGF5ZXIuIi8+DQoJCTwhLS0gc3Vic3RpdHV0aW9uOiAlcCA9PSBwcmVzZW50YXRpb24gdGl0bGUgLS0+DQoJCTwhLS0gc3Vic3RpdHV0aW9uOiAlcyA9PSBzbGlkZSB0aXRsZSAtLT4NCgkJPCEtLSBzdWJzdGl0dXRpb246ICVuID09IHNsaWRlIG51bWJlciAtLT4NCgkJPHVpdGV4dCBuYW1lPSJCT09LTUFSSyIgdmFsdWU9IkFkb2JlIFByZXNlbnRlciAtICVwIi8+DQoJCTwhLS0gc3Vic3RpdHV0aW9uOiAlcCA9PSBwcmVzZW50YXRpb24gdGl0bGUgLS0+DQoJCTwhLS0gc3Vic3RpdHV0aW9uOiAlcyA9PSBzbGlkZSB0aXRsZSAtLT4NCgkJPCEtLSBzdWJzdGl0dXRpb246ICVuID09IHNsaWRlIG51bWJlciAtLT4NCgkJPHVpdGV4dCBuYW1lPSJCT09LTUFSS1NMSURFIiB2YWx1ZT0iQWRvYmUgUHJlc2VudGVyIC0gJXAgJXMiLz4NCgkJPHVpdGV4dCBuYW1lPSJTSE9XU0lERUJBUiIgdmFsdWU9Ik1vc3RyYXIgYmFycmEgbGF0ZXJhbCBhbyBwYXJ0aWNpcGFudGVzIi8+DQoJCTx1aXRleHQgbmFtZT0iTVVURSIgdmFsdWU9Ik11ZG8iLz4NCgkJPHVpdGV4dCBuYW1lPSJET0NXUkFQX1RJVExFIiB2YWx1ZT0iQW5leG8gZGUgYXJxdWl2byBkbyBQcmVzZW50ZXIiLz4NCgkJPHVpdGV4dCBuYW1lPSJET0NXUkFQX01TRyIgdmFsdWU9IlNhbHZhciBlbSBNZXUgY29tcHV0YWRvciIvPg0KCQk8dWl0ZXh0IG5hbWU9IkRPQ1dSQVBfUFJPTVBUIiB2YWx1ZT0iQ2xpcXVlIHBhcmEgYmFpeGFyIi8+DQoJPC9sYW5ndWFnZT4NCgk8bGFuZ3VhZ2UgaWQ9Iml0Ij4NCgkJPCEtLSBmb3JtYXQgZm9yIHVpZm9udCB2YWx1ZSBpcyAiZm9udCxzaXplLGlzYm9sZCxpc2l0YWxpYyxpc3NoYWRvd2VkIiAtLT4NCgkJPHVpZm9udCBuYW1lPSJGT05UX1FVSVpaSU5HIiB2YWx1ZT0iVmVyZGFuYSw5LGZhbHNlLGZhbHNlLGZhbHNlIi8+DQoJCTx1aWZvbnQgbmFtZT0iRk9OVF9TQ1JVQlNUQVRVUyIgdmFsdWU9IlZlcmRhbmEsOSx0cnVlLGZhbHNlLHRydWUiLz4NCgkJPHVpZm9udCBuYW1lPSJGT05UX1NDUlVCVElNRSIgdmFsdWU9IlZlcmRhbmEsOSxmYWxzZSxmYWxzZSx0cnVlIi8+DQoJCTx1aWZvbnQgbmFtZT0iRk9OVF9FTEFQU0VEVElNRSIgdmFsdWU9IlZlcmRhbmEsOSx0cnVlLGZhbHNlLHRydWUiLz4NCgkJPHVpZm9udCBuYW1lPSJGT05UX1VUSUxTTUVOVSIgdmFsdWU9IlZlcmRhbmEsOSx0cnVlLGZhbHNlLGZhbHNlIi8+DQoJCTx1aWZvbnQgbmFtZT0iRk9OVF9UQUJTIiB2YWx1ZT0iVmVyZGFuYSw5LHRydWUsZmFsc2UsdHJ1ZSIvPg0KCQk8dWlmb250IG5hbWU9IkZPTlRfUFJFU0VOVEFUSU9OTkFNRSIgdmFsdWU9IlZlcmRhbmEsMTQsZmFsc2UsZmFsc2UsdHJ1ZSIvPg0KCQk8dWlmb250IG5hbWU9IkZPTlRfUFJFU0VOVEVSTkFNRSIgdmFsdWU9IlZlcmRhbmEsMTAsdHJ1ZSxmYWxzZSx0cnVlIi8+DQoJCTx1aWZvbnQgbmFtZT0iRk9OVF9QUkVTRU5URVJUSVRMRSIgdmFsdWU9IlZlcmRhbmEsMTAsZmFsc2UsZmFsc2UsdHJ1ZSIvPg0KCQk8dWlmb250IG5hbWU9IkZPTlRfQklPQlROIiB2YWx1ZT0iVmVyZGFuYSwxMCxmYWxzZSxmYWxzZSx0cnVlIi8+DQoJCTx1aWZvbnQgbmFtZT0iRk9OVF9OT1RFUyIgdmFsdWU9IlZlcmRhbmEsMTEsZmFsc2UsZmFsc2UsZmFsc2UiLz4NCgkJPHVpZm9udCBuYW1lPSJGT05UX09VVExJTkUiIHZhbHVlPSJWZXJkYW5hLDExLGZhbHNlLGZhbHNlLHRydWUiLz4NCgkJPHVpZm9udCBuYW1lPSJGT05UX1NFQVJDSCIgdmFsdWU9IlZlcmRhbmEsMTEsZmFsc2UsZmFsc2UsdHJ1ZSIvPg0KCQk8dWlmb250IG5hbWU9IkZPTlRfVEhVTUIiIHZhbHVlPSJWZXJkYW5hLDksZmFsc2UsZmFsc2UsdHJ1ZSIvPg0KCQk8dWlmb250IG5hbWU9IkZPTlRfQklPV0lOIiB2YWx1ZT0iVmVyZGFuYSwxMSxmYWxzZSxmYWxzZSxmYWxzZSIvPg0KCQk8dWlmb250IG5hbWU9IkZPTlRfTElTVEhFQURJTkciIHZhbHVlPSJWZXJkYW5hLDksZmFsc2UsZmFsc2UsZmFsc2UiLz4NCgkJPHVpZm9udCBuYW1lPSJGT05UX1dJTlRJVExFIiB2YWx1ZT0iVmVyZGFuYSw5LGZhbHNlLGZhbHNlLHRydWUiLz4NCgkJPHVpZm9udCBuYW1lPSJGT05UX0FUVEFDSE1FTlRTIiB2YWx1ZT0iVmVyZGFuYSwxMSxmYWxzZSxmYWxzZSx0cnVlIi8+DQoJCTwhLS1xdWl6IHBvZCBhbmQgbWVzc2FnZSBib3ggdGV4dCBmb250cy0tPg0KCQk8dWlmb250IG5hbWU9IkZPTlRfTVNHQk9YX1dJTlRJVExFIiB2YWx1ZT0iVmVyZGFuYSwxMSx0cnVlLGZhbHNlLHRydWUiLz4NCgkJPHVpZm9udCBuYW1lPSJGT05UX01TR0JPWF9NU0ciIHZhbHVlPSJWZXJkYW5hLDExLGZhbHNlLGZhbHNlLHRydWUiLz4NCgkJPHVpZm9udCBuYW1lPSJGT05UX01TR0JPWF9PUFRJT05TIiB2YWx1ZT0iVmVyZGFuYSw5LHRydWUsZmFsc2UsdHJ1ZSIvPg0KCQk8dWlmb250IG5hbWU9IkZPTlRfUVVJWlBPRF9RVUlaX1RJVExFIiB2YWx1ZT0iVmVyZGFuYSwxMSx0cnVlLGZhbHNlLHRydWUiLz4NCgkJPHVpZm9udCBuYW1lPSJGT05UX1FVSVpQT0RfUVVJWl9BVFRFTVBUIiB2YWx1ZT0iVmVyZGFuYSw5LGZhbHNlLGZhbHNlLHRydWUiLz4NCgkJPHVpZm9udCBuYW1lPSJGT05UX1FVSVpQT0RfUVVJWl9BVFRFTVBUX1ZBTFVFIiB2YWx1ZT0iVmVyZGFuYSw5LHRydWUsZmFsc2UsdHJ1ZSIvPg0KCQk8dWlmb250IG5hbWU9IkZPTlRfUVVJWlBPRF9RVUVTVElPTl9TQ09SRSIgdmFsdWU9IlZlcmRhbmEsOSxmYWxzZSxmYWxzZSx0cnVlIi8+DQoJCTx1aWZvbnQgbmFtZT0iRk9OVF9RVUlaUE9EX1FVRVNUSU9OX1NDT1JFX1ZBTFVFIiB2YWx1ZT0iVmVyZGFuYSw5LHRydWUsZmFsc2UsdHJ1ZSIvPg0KCQk8dWlmb250IG5hbWU9IkZPTlRfUVVJWlBPRF9RVUVTVElPTl9BVFRFTVBUIiB2YWx1ZT0iVmVyZGFuYSw5LGZhbHNlLGZhbHNlLHRydWUiLz4NCgkJPHVpZm9udCBuYW1lPSJGT05UX1FVSVpQT0RfUVVFU1RJT05fQVRURU1QVF9WQUxVRSIgdmFsdWU9IlZlcmRhbmEsOSx0cnVlLGZhbHNlLHRydWUiLz4NCgkJPHVpZm9udCBuYW1lPSJGT05UX1FVSVpQT0RfUVVFU1RJT05fVEFHIiB2YWx1ZT0iVmVyZGFuYSwxMSx0cnVlLGZhbHNlLHRydWUiLz4NCgkJPHVpZm9udCBuYW1lPSJGT05UX1FVSVpQT0RfUVVJWl9RVUVTVElPTl9DT1VOVCIgdmFsdWU9IlZlcmRhbmEsOSxmYWxzZSxmYWxzZSx0cnVlIi8+DQoJCTx1aWZvbnQgbmFtZT0iRk9OVF9RVUlaUE9EX1FVSVpfUVVFU1RJT05fQ09VTlRfVkFMVUUiIHZhbHVlPSJWZXJkYW5hLDksdHJ1ZSxmYWxzZSx0cnVlIi8+DQoJCTx1aWZvbnQgbmFtZT0iRk9OVF9RVUlaUE9EX1FVSVpfUVVFU1RJT05fQVRURU1QVEVEIiB2YWx1ZT0iVmVyZGFuYSw5LGZhbHNlLGZhbHNlLHRydWUiLz4NCgkJPHVpZm9udCBuYW1lPSJGT05UX1FVSVpQT0RfUVVJWl9RVUVTVElPTl9BVFRFTVBURURfVkFMVUUiIHZhbHVlPSJWZXJkYW5hLDksdHJ1ZSxmYWxzZSx0cnVlIi8+DQoJCTx1aWZvbnQgbmFtZT0iRk9OVF9RVUlaUE9EX1FVSVpfU0NPUkVfVEFHIiB2YWx1ZT0iVmVyZGFuYSwxMSx0cnVlLGZhbHNlLHRydWUiLz4NCgkJPHVpZm9udCBuYW1lPSJGT05UX1FVSVpQT0RfUVVJWl9TQ09SRSIgdmFsdWU9IlZlcmRhbmEsOSxmYWxzZSxmYWxzZSx0cnVlIi8+DQoJCTx1aWZvbnQgbmFtZT0iRk9OVF9RVUlaUE9EX1FVSVpfU0NPUkVfVkFMVUUiIHZhbHVlPSJWZXJkYW5hLDksdHJ1ZSxmYWxzZSx0cnVlIi8+DQoJCTx1aWZvbnQgbmFtZT0iRk9OVF9RVUlaUE9EX1FVSVpfTUFYU0NPUkUiIHZhbHVlPSJWZXJkYW5hLDksZmFsc2UsZmFsc2UsdHJ1ZSIvPg0KCQk8dWlmb250IG5hbWU9IkZPTlRfUVVJWlBPRF9RVUlaX01BWFNDT1JFX1ZBTFVFIiB2YWx1ZT0iVmVyZGFuYSw5LHRydWUsZmFsc2UsdHJ1ZSIvPg0KCQk8dWlmb250IG5hbWU9IkZPTlRfUVVJWlBPRF9RVUlaX1BBU1NTQ09SRSIgdmFsdWU9IlZlcmRhbmEsOSxmYWxzZSxmYWxzZSx0cnVlIi8+DQoJCTx1aWZvbnQgbmFtZT0iRk9OVF9RVUlaUE9EX1FVSVpfUEFTU1NDT1JFX1ZBTFVFIiB2YWx1ZT0iVmVyZGFuYSw5LHRydWUsZmFsc2UsdHJ1ZSIvPg0KCQk8IS0tIHVpdGV4dCAtLT4NCgkJPCEtLSBzdWJzdGl0dXRpb246ICVuID09IHNsaWRlIG51bWJlciAtLT4NCgkJPHVpdGV4dCBuYW1lPSJBVFRBQ0hNRU5UX1BSRVZJRVdfV0FSTklOR01TR19USVRMRVNUUklORyIgdmFsdWU9IkF0dGFjaG1lbnQgV2FybmluZyIvPg0KCQk8dWl0ZXh0IG5hbWU9IkFUVEFDSE1FTlRfUFJFVklFV19XQVJOSU5HTVNHIiB2YWx1ZT0iQXR0YWNobWVudHMgZG8gbm90IG9wZW4gaW4gUHJldmlldyBtb2RlLiBQbGVhc2UgdXNlIHB1Ymxpc2ggdG8gc2VlIHRoZSByZXN1bHRzIi8+DQoJCTx1aXRleHQgbmFtZT0iVU5OQU1FRFNMSURFVElUTEUiIHZhbHVlPSJEaWFwb3NpdGl2YSAlbiIvPg0KCQk8dWl0ZXh0IG5hbWU9IkNPTExBQl9MT0NBTF9QTEFZQkFDS19NU0ciIHZhbHVlPSJDb250ZW50IGlzIGJlaW5nIHBsYXllZCBsb2NhbGx5LlxuIENvbGxhYm9yYXRpb24gZG9lcyBub3Qgd29yayBpbiB0aGlzIG1vZGUiLz4NCgkJPHVpdGV4dCBuYW1lPSJDT0xMQUJfTE9DQUxfUExBWUJBQ0tfVElUTEUiIHZhbHVlPSJMb2NhbCBQbGF5YmFjayIvPg0KCQk8dWl0ZXh0IG5hbWU9IkNPTExBQl9MT0NBTF9QTEFZQkFDS0JUTiIgdmFsdWU9Ik9rIi8+DQoJCTwhLS0gc3Vic3RpdHV0aW9uOiAlbiA9PSBzbGlkZSBudW1iZXIgLS0+DQoJCTwhLS0gc3Vic3RpdHV0aW9uOiAldCA9PSB0b3RhbCBzbGlkZSBjb3VudCAtLT4NCgkJPHVpdGV4dCBuYW1lPSJTQ1JVQkJBUlNUQVRVU19TTElERUlORk8iIHZhbHVlPSJEaWFwb3NpdGl2YSAlbiAvICV0IHwgIi8+DQoJCTx1aXRleHQgbmFtZT0iU0NSVUJCQVJTVEFUVVNfU1RPUFBFRCIgdmFsdWU9IkludGVycm90dG8iLz4NCgkJPHVpdGV4dCBuYW1lPSJTQ1JVQkJBUlNUQVRVU19QTEFZSU5HIiB2YWx1ZT0iUmlwcm9kdXppb25lIi8+DQoJCTx1aXRleHQgbmFtZT0iU0NSVUJCQVJTVEFUVVNfTk9BVURJTyIgdmFsdWU9IkF1ZGlvIGluYXR0LiIvPg0KCQk8dWl0ZXh0IG5hbWU9IlNDUlVCQkFSU1RBVFVTX1ZJRFBMQVlJTkciIHZhbHVlPSJWaWRlbyBpbiByaXByb2R1emlvbmUiLz4NCgkJPHVpdGV4dCBuYW1lPSJTQ1JVQkJBUlNUQVRVU19MT0FESU5HIiB2YWx1ZT0iQ2FyaWNhbWVudG8iLz4NCgkJPHVpdGV4dCBuYW1lPSJTQ1JVQkJBUlNUQVRVU19CVUZGRVJJTkciIHZhbHVlPSJCdWZmZXJpbmciLz4NCgkJPHVpdGV4dCBuYW1lPSJTQ1JVQkJBUlNUQVRVU19RVUVTVElPTiIgdmFsdWU9IlJpc3BvbmRpIGEgZG9tYW5kYSIvPg0KCQk8dWl0ZXh0IG5hbWU9IlNDUlVCQkFSU1RBVFVTX1JFVklFV1FVSVoiIHZhbHVlPSJSZXZpc2lvbmUgZGVsIHF1aXoiLz4NCgkJPCEtLSBzdWJzdGl0dXRpb246ICVtID09IG1pbnV0ZXMgcmVtYWluaW5nIC0tPg0KCQk8IS0tIHN1YnN0aXR1dGlvbjogJXMgPT0gc2Vjb25kcyByZW1haW5pbmcgLS0+DQoJCTx1aXRleHQgbmFtZT0iRUxBUFNFRCIgdmFsdWU9IiVtIE1pbnV0aSAlcyBTZWNvbmRpIHJpbWFuZW50aSIvPg0KCQk8dWl0ZXh0IG5hbWU9Ik5PVEZPVU5EIiB2YWx1ZT0iTmVzc3VuIGVsZW1lbnRvIHRyb3ZhdG8iLz4NCgkJPHVpdGV4dCBuYW1lPSJBVFRBQ0hNRU5UUyIgdmFsdWU9IkFsbGVnYXRpIi8+DQoJCTwhLS0gc3Vic3RpdHV0aW9uOiAlcCA9PSBjdXJyZW50IHNwZWFrZXIncyB0aXRsZSAtLT4NCgkJPHVpdGV4dCBuYW1lPSJCSU9XSU5fVElUTEUiIHZhbHVlPSJCaW86ICVwIi8+DQoJCTx1aXRleHQgbmFtZT0iQklPQlROX1RJVExFIiB2YWx1ZT0iQmlvIi8+DQoJCTx1aXRleHQgbmFtZT0iRElWSURFUkJUTl9USVRMRSIgdmFsdWU9InwiLz4NCgkJPHVpdGV4dCBuYW1lPSJDT05UQUNUQlROX1RJVExFIiB2YWx1ZT0iQ29udC4iLz4NCgkJPHVpdGV4dCBuYW1lPSJUQUJfUVVJWiIgdmFsdWU9IlF1aXoiLz4NCgkJPHVpdGV4dCBuYW1lPSJUQUJfT1VUTElORSIgdmFsdWU9IlN0cnV0dHVyYSIvPg0KCQk8dWl0ZXh0IG5hbWU9IlRBQl9USFVNQiIgdmFsdWU9Ik1pbmlhdHVyZSIvPg0KCQk8dWl0ZXh0IG5hbWU9IlRBQl9OT1RFUyIgdmFsdWU9Ik5vdGUiLz4NCgkJPHVpdGV4dCBuYW1lPSJUQUJfU0VBUkNIIiB2YWx1ZT0iQ2VyY2EiLz4NCgkJPHVpdGV4dCBuYW1lPSJTTElERV9IRUFESU5HIiB2YWx1ZT0iVGl0b2xvIGRpYXBvc2l0aXZhIi8+DQoJCTx1aXRleHQgbmFtZT0iRFVSQVRJT05fSEVBRElORyIgdmFsdWU9IkR1cmF0YSIvPg0KCQk8dWl0ZXh0IG5hbWU9IlNFQVJDSF9IRUFESU5HIiB2YWx1ZT0iQ2VyY2EgdGVzdG86Ii8+DQoJCTx1aXRleHQgbmFtZT0iVEhVTUJfSEVBRElORyIgdmFsdWU9IkRpYXBvc2l0aXZhIi8+DQoJCTx1aXRleHQgbmFtZT0iVEhVTUJfSU5GTyIgdmFsdWU9IlRpdG9sby9UZW1wbyIvPg0KCQk8dWl0ZXh0IG5hbWU9IkFUVEFDSE5BTUVfSEVBRElORyIgdmFsdWU9Ik5vbWUgZmlsZSIvPg0KCQk8dWl0ZXh0IG5hbWU9IkFUVEFDSFNJWkVfSEVBRElORyIgdmFsdWU9IkRpbWVuc2lvbmUiLz4NCgkJPHVpdGV4dCBuYW1lPSJTTElERV9OT1RFUyIgdmFsdWU9Ik5vdGUgZGlhcG9zaXRpdmEiLz4NCgkJPHVpdGV4dCBuYW1lPSJDT1VSU0VfU1RBVFVTIiB2YWx1ZT0iTW9kdWxlIFN0YXR1cyIvPg0KCQk8dWl0ZXh0IG5hbWU9IlBBU1NFRF9TVFJJTkciIHZhbHVlPSJQYXNzZWQiLz4NCgkJPHVpdGV4dCBuYW1lPSJGQUlMRURfU1RSSU5HIiB2YWx1ZT0iRmFpbGVkIi8+DQoJCTwhLS1xdWl6IHBvZCBhbmQgbWVzc2FnZSBib3ggdGV4dHMtLT4NCgkJPHVpdGV4dCBuYW1lPSJRVUlaUE9EX1FVSVpfQVRURU1QVCIgdmFsdWU9IlRlbnRhdGl2byBxdWl6OiIvPg0KCQk8dWl0ZXh0IG5hbWU9IlFVSVpQT0RfUVVJWl9BVFRFTVBUX1ZBTFVFIiB2YWx1ZT0iJW4gZGkgJXQiLz4NCgkJPHVpdGV4dCBuYW1lPSJRVUlaUE9EX1FVSVpfU0NPUkUiIHZhbHVlPSJQdW50ZWdnaW86Ii8+DQoJCTx1aXRleHQgbmFtZT0iUVVJWlBPRF9RVUlaX1BBU1NTQ09SRSIgdmFsdWU9IlB1bnRlZ2dpbyBtaW5pbW86Ii8+DQoJCTx1aXRleHQgbmFtZT0iUVVJWlBPRF9RVUlaX01BWFNDT1JFIiB2YWx1ZT0iUHVudGVnZ2lvIG1hc3NpbW86Ii8+DQoJCTx1aXRleHQgbmFtZT0iUVVJWlBPRF9RVUVTQVRNUFRfU1RSIiB2YWx1ZT0iVGVudGF0aXZvOiAlbiBkaSAldCIvPg0KCQk8dWl0ZXh0IG5hbWU9IlFVSVpQT0RfUVVFU1RZUEVfU1RSIiB2YWx1ZT0iVGlwbzogJXMiLz4NCgkJPHVpdGV4dCBuYW1lPSJRVUlaUE9EX1FVRVNUWVBFX0dSRCIgdmFsdWU9IkNvbiB2YWx1dGF6aW9uZSIvPg0KCQk8dWl0ZXh0IG5hbWU9IlFVSVpQT0RfUVVFU1RZUEVfU1ZZIiB2YWx1ZT0iSW5kYWdpbmUiLz4NCgkJPHVpdGV4dCBuYW1lPSJRVUlaUE9EX1FVSVpBVE1QVF9JTkYiIHZhbHVlPSJJbmZpbml0aSIvPg0KCQk8dWl0ZXh0IG5hbWU9IlFVSVpQT0RfUVVFU0FUTVBUX0lORiIgdmFsdWU9IkluZmluaXRpIi8+DQoJCTx1aXRleHQgbmFtZT0iV0FSTklOR01TR19ZRVNTVFJJTkciIHZhbHVlPSJTw6wiLz4NCgkJPHVpdGV4dCBuYW1lPSJXQVJOSU5HTVNHX05PU1RSSU5HIiB2YWx1ZT0iTm8iLz4NCgkJPHVpdGV4dCBuYW1lPSJXQVJOSU5HTVNHX1RJVExFU1RSSU5HIiB2YWx1ZT0iQXZ2ZXJ0ZW56YSBuYXZpZ2F6aW9uZSBxdWl6Ii8+DQoJCTx1aXRleHQgbmFtZT0iV0FSTklOR01TR19NU0dTVFJJTkciIHZhbHVlPSJPY2NvcnJlIGFuY29yYSByaXNwb25kZXJlIGFkIGFsY3VuZSBkb21hbmRlIGRlbCBxdWl6LiYjeEE7JiN4QTtTZSBmYXRlIGNsaWMgc3UgU8OsLCB1c2NpcmV0ZSBkYWwgcXVpei4gRmF0ZSBjbGljIHN1IE5vIHBlciBjb250aW51YXJlIGlsIHF1aXouIi8+DQoJCTx1aXRleHQgbmFtZT0iSU5GT1JNQVRJT05fSDI2NF9GTEFTSFBMQVlFUiIgdmFsdWU9IkxhIHZlcnNpb25lIGRpIEZsYXNoIFBsYXllciBhdHR1YWxtZW50ZSBpbnN0YWxsYXRhIG5vbiBzdXBwb3J0YSBxdWVzdG8gdmlkZW8uIEZhdGUgY2xpYyBzdWxsJ2FyZWEgZGVsIHZpZGVvIHBlciBzY2FyaWNhcmUgbCd1bHRpbWEgdmVyc2lvbmUgZGkgRmxhc2ggUGxheWVyLiIvPg0KCQk8IS0tIHN1YnN0aXR1dGlvbjogJXAgPT0gcHJlc2VudGF0aW9uIHRpdGxlIC0tPg0KCQk8IS0tIHN1YnN0aXR1dGlvbjogJXMgPT0gc2xpZGUgdGl0bGUgLS0+DQoJCTwhLS0gc3Vic3RpdHV0aW9uOiAlbiA9PSBzbGlkZSBudW1iZXIgLS0+DQoJCTx1aXRleHQgbmFtZT0iQk9PS01BUksiIHZhbHVlPSJBZG9iZSBQcmVzZW50ZXIgLSAlcCIvPg0KCQk8IS0tIHN1YnN0aXR1dGlvbjogJXAgPT0gcHJlc2VudGF0aW9uIHRpdGxlIC0tPg0KCQk8IS0tIHN1YnN0aXR1dGlvbjogJXMgPT0gc2xpZGUgdGl0bGUgLS0+DQoJCTwhLS0gc3Vic3RpdHV0aW9uOiAlbiA9PSBzbGlkZSBudW1iZXIgLS0+DQoJCTx1aXRleHQgbmFtZT0iQk9PS01BUktTTElERSIgdmFsdWU9IkFkb2JlIFByZXNlbnRlciAtICVwICVzIi8+DQoJCTx1aXRleHQgbmFtZT0iU0hPV1NJREVCQVIiIHZhbHVlPSJNb3N0cmEgYmFycmEgbGF0ZXJhbGUgYWkgcGFydGVjaXBhbnRpIi8+DQoJCTx1aXRleHQgbmFtZT0iTVVURSIgdmFsdWU9IkRpc2F0dGl2YSBhdWRpbyIvPg0KCQk8dWl0ZXh0IG5hbWU9IkRPQ1dSQVBfVElUTEUiIHZhbHVlPSJBbGxlZ2F0byBmaWxlIFByZXNlbnRlciIvPg0KCQk8dWl0ZXh0IG5hbWU9IkRPQ1dSQVBfTVNHIiB2YWx1ZT0iU2FsdmEgaW4gUmlzb3JzZSBkZWwgY29tcHV0ZXIiLz4NCgkJPHVpdGV4dCBuYW1lPSJET0NXUkFQX1BST01QVCIgdmFsdWU9IkNsaWMgcGVyIHNjYXJpY2FyZSIvPg0KCTwvbGFuZ3VhZ2U+DQoJPGxhbmd1YWdlIGlkPSJubCI+DQoJCTwhLS0gZm9ybWF0IGZvciB1aWZvbnQgdmFsdWUgaXMgImZvbnQsc2l6ZSxpc2JvbGQsaXNpdGFsaWMsaXNzaGFkb3dlZCIgLS0+DQoJCTx1aWZvbnQgbmFtZT0iRk9OVF9RVUlaWklORyIgdmFsdWU9IlZlcmRhbmEsOSxmYWxzZSxmYWxzZSxmYWxzZSIvPg0KCQk8dWlmb250IG5hbWU9IkZPTlRfU0NSVUJTVEFUVVMiIHZhbHVlPSJWZXJkYW5hLDksdHJ1ZSxmYWxzZSx0cnVlIi8+DQoJCTx1aWZvbnQgbmFtZT0iRk9OVF9TQ1JVQlRJTUUiIHZhbHVlPSJWZXJkYW5hLDksZmFsc2UsZmFsc2UsdHJ1ZSIvPg0KCQk8dWlmb250IG5hbWU9IkZPTlRfRUxBUFNFRFRJTUUiIHZhbHVlPSJWZXJkYW5hLDksdHJ1ZSxmYWxzZSx0cnVlIi8+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+DQoJCTx1aWZvbnQgbmFtZT0iRk9OVF9PVVRMSU5FIiB2YWx1ZT0iVmVyZGFuYSwxMSxmYWxzZSxmYWxzZSx0cnVlIi8+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+DQoJCTx1aWZvbnQgbmFtZT0iRk9OVF9XSU5USVRMRSIgdmFsdWU9IlZlcmRhbmEsOSxmYWxzZSxmYWxzZSx0cnVlIi8+DQoJCTx1aWZvbnQgbmFtZT0iRk9OVF9BVFRBQ0hNRU5UUyIgdmFsdWU9IlZlcmRhbmEsMTEsZmFsc2UsZmFsc2UsdHJ1ZSIvPg0KCQk8IS0tcXVpeiBwb2QgYW5kIG1lc3NhZ2UgYm94IHRleHQgZm9udHMtLT4NCgkJPHVpZm9udCBuYW1lPSJGT05UX01TR0JPWF9XSU5USVRMRSIgdmFsdWU9IlZlcmRhbmEsMTEsdHJ1ZSxmYWxzZSx0cnVlIi8+DQoJCTx1aWZvbnQgbmFtZT0iRk9OVF9NU0dCT1hfTVNHIiB2YWx1ZT0iVmVyZGFuYSwxMSxmYWxzZSxmYWxzZSx0cnVlIi8+DQoJCTx1aWZvbnQgbmFtZT0iRk9OVF9NU0dCT1hfT1BUSU9OUyIgdmFsdWU9IlZlcmRhbmEsOSx0cnVlLGZhbHNlLHRydWUiLz4NCgkJPHVpZm9udCBuYW1lPSJGT05UX1FVSVpQT0RfUVVJWl9USVRMRSIgdmFsdWU9IlZlcmRhbmEsMTEsdHJ1ZSxmYWxzZSx0cnVlIi8+DQoJCTx1aWZvbnQgbmFtZT0iRk9OVF9RVUlaUE9EX1FVSVpfQVRURU1QVCIgdmFsdWU9IlZlcmRhbmEsOSxmYWxzZSxmYWxzZSx0cnVlIi8+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+DQoJCTx1aWZvbnQgbmFtZT0iRk9OVF9RVUlaUE9EX1FVRVNUSU9OX0FUVEVNUFRfVkFMVUUiIHZhbHVlPSJWZXJkYW5hLDksdHJ1ZSxmYWxzZSx0cnVlIi8+DQoJCTx1aWZvbnQgbmFtZT0iRk9OVF9RVUlaUE9EX1FVRVNUSU9OX1RBRyIgdmFsdWU9IlZlcmRhbmEsMTEsdHJ1ZSxmYWxzZSx0cnVlIi8+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+DQoJCTx1aWZvbnQgbmFtZT0iRk9OVF9RVUlaUE9EX1FVSVpfUVVFU1RJT05fQVRURU1QVEVEX1ZBTFVFIiB2YWx1ZT0iVmVyZGFuYSw5LHRydWUsZmFsc2UsdHJ1ZSIvPg0KCQk8dWlmb250IG5hbWU9IkZPTlRfUVVJWlBPRF9RVUlaX1NDT1JFX1RBRyIgdmFsdWU9IlZlcmRhbmEsMTEsdHJ1ZSxmYWxzZSx0cnVlIi8+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+DQoJCTwhLS0gc3Vic3RpdHV0aW9uOiAlbiA9PSBzbGlkZSBudW1iZXIgLS0+DQoJCTx1aXRleHQgbmFtZT0iQVRUQUNITUVOVF9QUkVWSUVXX1dBUk5JTkdNU0dfVElUTEVTVFJJTkciIHZhbHVlPSJBdHRhY2htZW50IFdhcm5pbmciLz4NCgkJPHVpdGV4dCBuYW1lPSJBVFRBQ0hNRU5UX1BSRVZJRVdfV0FSTklOR01TRyIgdmFsdWU9IkF0dGFjaG1lbnRzIGRvIG5vdCBvcGVuIGluIFByZXZpZXcgbW9kZS4gUGxlYXNlIHVzZSBwdWJsaXNoIHRvIHNlZSB0aGUgcmVzdWx0cyIvPg0KCQk8dWl0ZXh0IG5hbWU9IlVOTkFNRURTTElERVRJVExFIiB2YWx1ZT0iRGlhICVuIi8+DQoJCTx1aXRleHQgbmFtZT0iQ09MTEFCX0xPQ0FMX1BMQVlCQUNLX01TRyIgdmFsdWU9IkNvbnRlbnQgaXMgYmVpbmcgcGxheWVkIGxvY2FsbHkuXG4gQ29sbGFib3JhdGlvbiBkb2VzIG5vdCB3b3JrIGluIHRoaXMgbW9kZSIvPg0KCQk8dWl0ZXh0IG5hbWU9IkNPTExBQl9MT0NBTF9QTEFZQkFDS19USVRMRSIgdmFsdWU9IkxvY2FsIFBsYXliYWNrIi8+DQoJCTx1aXRleHQgbmFtZT0iQ09MTEFCX0xPQ0FMX1BMQVlCQUNLQlROIiB2YWx1ZT0iT2siLz4NCgkJPCEtLSBzdWJzdGl0dXRpb246ICVuID09IHNsaWRlIG51bWJlciAtLT4NCgkJPCEtLSBzdWJzdGl0dXRpb246ICV0ID09IHRvdGFsIHNsaWRlIGNvdW50IC0tPg0KCQk8dWl0ZXh0IG5hbWU9IlNDUlVCQkFSU1RBVFVTX1NMSURFSU5GTyIgdmFsdWU9IkRpYSAlbiAvICV0IHwgIi8+DQoJCTx1aXRleHQgbmFtZT0iU0NSVUJCQVJTVEFUVVNfU1RPUFBFRCIgdmFsdWU9Ikdlc3RvcHQiLz4NCgkJPHVpdGV4dCBuYW1lPSJTQ1JVQkJBUlNUQVRVU19QTEFZSU5HIiB2YWx1ZT0iQWZzcGVsZW4iLz4NCgkJPHVpdGV4dCBuYW1lPSJTQ1JVQkJBUlNUQVRVU19OT0FVRElPIiB2YWx1ZT0iR2VlbiBhdWRpbyIvPg0KCQk8dWl0ZXh0IG5hbWU9IlNDUlVCQkFSU1RBVFVTX1ZJRFBMQVlJTkciIHZhbHVlPSJWaWRlbyBhZnNwZWxlbiIvPg0KCQk8dWl0ZXh0IG5hbWU9IlNDUlVCQkFSU1RBVFVTX0xPQURJTkciIHZhbHVlPSJMYWRlbiIvPg0KCQk8dWl0ZXh0IG5hbWU9IlNDUlVCQkFSU1RBVFVTX0JVRkZFUklORyIgdmFsdWU9IkJ1ZmZlcmVuIi8+DQoJCTx1aXRleHQgbmFtZT0iU0NSVUJCQVJTVEFUVVNfUVVFU1RJT04iIHZhbHVlPSJWcmFhZyBtZXQgYW50d29vcmQiLz4NCgkJPHVpdGV4dCBuYW1lPSJTQ1JVQkJBUlNUQVRVU19SRVZJRVdRVUlaIiB2YWx1ZT0iUXVpeiBjb250cm9sZXJlbiIvPg0KCQk8IS0tIHN1YnN0aXR1dGlvbjogJW0gPT0gbWludXRlcyByZW1haW5pbmcgLS0+DQoJCTwhLS0gc3Vic3RpdHV0aW9uOiAlcyA9PSBzZWNvbmRzIHJlbWFpbmluZyAtLT4NCgkJPHVpdGV4dCBuYW1lPSJFTEFQU0VEIiB2YWx1ZT0iRXIgcmVzdGVyZW4gJW0gbWludXRlbiAlcyBzZWNvbmRlbiIvPg0KCQk8dWl0ZXh0IG5hbWU9Ik5PVEZPVU5EIiB2YWx1ZT0iTmlldHMgZ2V2b25kZW4iLz4NCgkJPHVpdGV4dCBuYW1lPSJBVFRBQ0hNRU5UUyIgdmFsdWU9IkJpamxhZ2VuIi8+DQoJCTwhLS0gc3Vic3RpdHV0aW9uOiAlcCA9PSBjdXJyZW50IHNwZWFrZXIncyB0aXRsZSAtLT4NCgkJPHVpdGV4dCBuYW1lPSJCSU9XSU5fVElUTEUiIHZhbHVlPSJCaW9ncmFmaWU6ICVwIi8+DQoJCTx1aXRleHQgbmFtZT0iQklPQlROX1RJVExFIiB2YWx1ZT0iQmlvZ3JhZmllIi8+DQoJCTx1aXRleHQgbmFtZT0iRElWSURFUkJUTl9USVRMRSIgdmFsdWU9InwiLz4NCgkJPHVpdGV4dCBuYW1lPSJDT05UQUNUQlROX1RJVExFIiB2YWx1ZT0iQ29udGFjdCIvPg0KCQk8dWl0ZXh0IG5hbWU9IlRBQl9RVUlaIiB2YWx1ZT0iUXVpeiIvPg0KCQk8dWl0ZXh0IG5hbWU9IlRBQl9PVVRMSU5FIiB2YWx1ZT0iT3ZlcnppY2h0Ii8+DQoJCTx1aXRleHQgbmFtZT0iVEFCX1RIVU1CIiB2YWx1ZT0iTWluaWF0dXVyIi8+DQoJCTx1aXRleHQgbmFtZT0iVEFCX05PVEVTIiB2YWx1ZT0iTm90aXRpZXMiLz4NCgkJPHVpdGV4dCBuYW1lPSJUQUJfU0VBUkNIIiB2YWx1ZT0iWm9la2VuIi8+DQoJCTx1aXRleHQgbmFtZT0iU0xJREVfSEVBRElORyIgdmFsdWU9IlRpdGVsIHZhbiBkaWEiLz4NCgkJPHVpdGV4dCBuYW1lPSJEVVJBVElPTl9IRUFESU5HIiB2YWx1ZT0iRHV1ciIvPg0KCQk8dWl0ZXh0IG5hbWU9IlNFQVJDSF9IRUFESU5HIiB2YWx1ZT0iWm9la2VuIG5hYXIgdGVrc3Q6Ii8+DQoJCTx1aXRleHQgbmFtZT0iVEhVTUJfSEVBRElORyIgdmFsdWU9IkRpYSIvPg0KCQk8dWl0ZXh0IG5hbWU9IlRIVU1CX0lORk8iIHZhbHVlPSJUaXRlbC9kdXVyIHZhbiBkaWEiLz4NCgkJPHVpdGV4dCBuYW1lPSJBVFRBQ0hOQU1FX0hFQURJTkciIHZhbHVlPSJCZXN0YW5kc25hYW0iLz4NCgkJPHVpdGV4dCBuYW1lPSJBVFRBQ0hTSVpFX0hFQURJTkciIHZhbHVlPSJHcm9vdHRlIi8+DQoJCTx1aXRleHQgbmFtZT0iU0xJREVfTk9URVMiIHZhbHVlPSJEaWFub3RpdGllcyIvPg0KCQk8dWl0ZXh0IG5hbWU9IkNPVVJTRV9TVEFUVVMiIHZhbHVlPSJNb2R1bGUgU3RhdHVzIi8+DQoJCTx1aXRleHQgbmFtZT0iUEFTU0VEX1NUUklORyIgdmFsdWU9IlBhc3NlZCIvPg0KCQk8dWl0ZXh0IG5hbWU9IkZBSUxFRF9TVFJJTkciIHZhbHVlPSJGYWlsZWQiLz4NCgkJPCEtLXF1aXogcG9kIGFuZCBtZXNzYWdlIGJveCB0ZXh0cy0tPg0KCQk8dWl0ZXh0IG5hbWU9IlFVSVpQT0RfUVVJWl9BVFRFTVBUIiB2YWx1ZT0iUXVpenBvZ2luZzoiLz4NCgkJPHVpdGV4dCBuYW1lPSJRVUlaUE9EX1FVSVpfQVRURU1QVF9WQUxVRSIgdmFsdWU9IiVuIHZhbiAldCIvPg0KCQk8dWl0ZXh0IG5hbWU9IlFVSVpQT0RfUVVJWl9TQ09SRSIgdmFsdWU9IkJlaGFhbGRlIHNjb3JlOiIvPg0KCQk8dWl0ZXh0IG5hbWU9IlFVSVpQT0RfUVVJWl9QQVNTU0NPUkUiIHZhbHVlPSJWb2xkb2VuZGUgc2NvcmU6Ii8+DQoJCTx1aXRleHQgbmFtZT0iUVVJWlBPRF9RVUlaX01BWFNDT1JFIiB2YWx1ZT0iTWF4aW1hYWwgaGFhbGJhcmUgc2NvcmU6Ii8+DQoJCTx1aXRleHQgbmFtZT0iUVVJWlBPRF9RVUVTQVRNUFRfU1RSIiB2YWx1ZT0iUG9naW5nOiAlbiB2YW4gJXQiLz4NCgkJPHVpdGV4dCBuYW1lPSJRVUlaUE9EX1FVRVNUWVBFX1NUUiIgdmFsdWU9IlR5cGU6ICVzIi8+DQoJCTx1aXRleHQgbmFtZT0iUVVJWlBPRF9RVUVTVFlQRV9HUkQiIHZhbHVlPSJUZWx0IHZvb3Igc2NvcmUiLz4NCgkJPHVpdGV4dCBuYW1lPSJRVUlaUE9EX1FVRVNUWVBFX1NWWSIgdmFsdWU9IkVucXXDqnRlIi8+DQoJCTx1aXRleHQgbmFtZT0iUVVJWlBPRF9RVUlaQVRNUFRfSU5GIiB2YWx1ZT0iT25iZXBlcmt0Ii8+DQoJCTx1aXRleHQgbmFtZT0iUVVJWlBPRF9RVUVTQVRNUFRfSU5GIiB2YWx1ZT0iT25iZXBlcmt0Ii8+DQoJCTx1aXRleHQgbmFtZT0iV0FSTklOR01TR19ZRVNTVFJJTkciIHZhbHVlPSJKYSIvPg0KCQk8dWl0ZXh0IG5hbWU9IldBUk5JTkdNU0dfTk9TVFJJTkciIHZhbHVlPSJOZWUiLz4NCgkJPHVpdGV4dCBuYW1lPSJXQVJOSU5HTVNHX1RJVExFU1RSSU5HIiB2YWx1ZT0iV2FhcnNjaHV3aW5nIG1ldCBiZXRyZWtraW5nIHRvdCBxdWl6bmF2aWdhdGllIi8+DQoJCTx1aXRleHQgbmFtZT0iV0FSTklOR01TR19NU0dTVFJJTkciIHZhbHVlPSJVIGhlYnQgbmlldCBhbGxlIHZyYWdlbiBpbiBkZXplIHF1aXogYmVhbnR3b29yZC4mI3hBOyYjeEE7S2xpayBvcCBKYSBvbSBkZSBxdWl6IGFmIHRlIHNsdWl0ZW4uIEtsaWsgb3AgTmVlIG9tIGRlIHF1aXogdm9vcnQgdGUgemV0dGVuLiIvPg0KCQk8dWl0ZXh0IG5hbWU9IklORk9STUFUSU9OX0gyNjRfRkxBU0hQTEFZRVIiIHZhbHVlPSJEZXplIHZpZGVvIHdvcmR0IG5pZXQgb25kZXJzdGV1bmQgZG9vciBkZSB2ZXJzaWUgdmFuIEZsYXNoIFBsYXllciBkaWUgbW9tZW50ZWVsIG9wIHV3IGNvbXB1dGVyIGlzIGdlw69uc3RhbGxlZXJkLiBLbGlrIGluIGRlIHZpZGVvIG9tIGRlIG5pZXV3c3RlIEZsYXNoIFBsYXllciB0ZSBkb3dubG9hZGVuLiIvPg0KCQk8IS0tIHN1YnN0aXR1dGlvbjogJXAgPT0gcHJlc2VudGF0aW9uIHRpdGxlIC0tPg0KCQk8IS0tIHN1YnN0aXR1dGlvbjogJXMgPT0gc2xpZGUgdGl0bGUgLS0+DQoJCTwhLS0gc3Vic3RpdHV0aW9uOiAlbiA9PSBzbGlkZSBudW1iZXIgLS0+DQoJCTx1aXRleHQgbmFtZT0iQk9PS01BUksiIHZhbHVlPSJBZG9iZSBQcmVzZW50ZXIgLSAlcCIvPg0KCQk8IS0tIHN1YnN0aXR1dGlvbjogJXAgPT0gcHJlc2VudGF0aW9uIHRpdGxlIC0tPg0KCQk8IS0tIHN1YnN0aXR1dGlvbjogJXMgPT0gc2xpZGUgdGl0bGUgLS0+DQoJCTwhLS0gc3Vic3RpdHV0aW9uOiAlbiA9PSBzbGlkZSBudW1iZXIgLS0+DQoJCTx1aXRleHQgbmFtZT0iQk9PS01BUktTTElERSIgdmFsdWU9IkFkb2JlIFByZXNlbnRlciAtICVwICVzIi8+DQoJCTx1aXRleHQgbmFtZT0iU0hPV1NJREVCQVIiIHZhbHVlPSJaaWpwYW5lZWwgYWFuIGRlZWxuZW1lcnMgd2VlcmdldmVuIi8+DQoJCTx1aXRleHQgbmFtZT0iTVVURSIgdmFsdWU9IkRlbXBlbiIvPg0KCQk8dWl0ZXh0IG5hbWU9IkRPQ1dSQVBfVElUTEUiIHZhbHVlPSJQcmVzZW50ZXItYmVzdGFuZHNiaWpsYWdlIi8+DQoJCTx1aXRleHQgbmFtZT0iRE9DV1JBUF9NU0ciIHZhbHVlPSJPcHNsYWFuIGluIERlemUgY29tcHV0ZXIiLz4NCgkJPHVpdGV4dCBuYW1lPSJET0NXUkFQX1BST01QVCIgdmFsdWU9IktsaWsgb20gdGUgZG93bmxvYWRlbiIvPg0KCTwvbGFuZ3VhZ2U+DQoJPGxhbmd1YWdlIGlkPSJjbiI+DQoJCTwhLS0gZm9ybWF0IGZvciB1aWZvbnQgdmFsdWUgaXMgImZvbnQsc2l6ZSxpc2JvbGQsaXNpdGFsaWMsaXNzaGFkb3dlZCIgLS0+DQoJCTx1aWZvbnQgbmFtZT0iRk9OVF9RVUlaWklORyIgdmFsdWU9IuWui+S9ky0xODAzMCwxMCxmYWxzZSxmYWxzZSxmYWxzZSIvPg0KCQk8dWlmb250IG5hbWU9IkZPTlRfU0NSVUJTVEFUVVMiIHZhbHVlPSLlrovkvZMtMTgwMzAsMTAsdHJ1ZSxmYWxzZSx0cnVlIi8+DQoJCTx1aWZvbnQgbmFtZT0iRk9OVF9TQ1JVQlRJTUUiIHZhbHVlPSLlrovkvZMtMTgwMzAsMTAsZmFsc2UsZmFsc2UsdHJ1ZSIvPg0KCQk8dWlmb250IG5hbWU9IkZPTlRfRUxBUFNFRFRJTUUiIHZhbHVlPSLlrovkvZMtMTgwMzAsMTAsdHJ1ZSxmYWxzZSx0cnVlIi8+DQoJCTx1aWZvbnQgbmFtZT0iRk9OVF9VVElMU01FTlUiIHZhbHVlPSLlrovkvZMtMTgwMzAsMTAsdHJ1ZSxmYWxzZSxmYWxzZSIvPg0KCQk8dWlmb250IG5hbWU9IkZPTlRfVEFCUyIgdmFsdWU9IuWui+S9ky0xODAzMCwxNCx0cnVlLGZhbHNlLHRydWUiLz4NCgkJPHVpZm9udCBuYW1lPSJGT05UX1BSRVNFTlRBVElPTk5BTUUiIHZhbHVlPSLlrovkvZMtMTgwMzAsMTQsZmFsc2UsZmFsc2UsdHJ1ZSIvPg0KCQk8dWlmb250IG5hbWU9IkZPTlRfUFJFU0VOVEVSTkFNRSIgdmFsdWU9IuWui+S9ky0xODAzMCwxNCx0cnVlLGZhbHNlLHRydWUiLz4NCgkJPHVpZm9udCBuYW1lPSJGT05UX1BSRVNFTlRFUlRJVExFIiB2YWx1ZT0i5a6L5L2TLTE4MDMwLDEzLGZhbHNlLGZhbHNlLHRydWUiLz4NCgkJPHVpZm9udCBuYW1lPSJGT05UX0JJT0JUTiIgdmFsdWU9IuWui+S9ky0xODAzMCwxMCxmYWxzZSxmYWxzZSx0cnVlIi8+DQoJCTx1aWZvbnQgbmFtZT0iRk9OVF9OT1RFUyIgdmFsdWU9IuWui+S9ky0xODAzMCwxMixmYWxzZSxmYWxzZSxmYWxzZSIvPg0KCQk8dWlmb250IG5hbWU9IkZPTlRfT1VUTElORSIgdmFsdWU9IuWui+S9ky0xODAzMCwxMixmYWxzZSxmYWxzZSx0cnVlIi8+DQoJCTx1aWZvbnQgbmFtZT0iRk9OVF9TRUFSQ0giIHZhbHVlPSLlrovkvZMtMTgwMzAsMTIsZmFsc2UsZmFsc2UsdHJ1ZSIvPg0KCQk8dWlmb250IG5hbWU9IkZPTlRfVEhVTUIiIHZhbHVlPSLlrovkvZMtMTgwMzAsMTAsZmFsc2UsZmFsc2UsdHJ1ZSIvPg0KCQk8dWlmb250IG5hbWU9IkZPTlRfQklPV0lOIiB2YWx1ZT0i5a6L5L2TLTE4MDMwLDEyLGZhbHNlLGZhbHNlLGZhbHNlIi8+DQoJCTx1aWZvbnQgbmFtZT0iRk9OVF9MSVNUSEVBRElORyIgdmFsdWU9IuWui+S9ky0xODAzMCwxMCxmYWxzZSxmYWxzZSxmYWxzZSIvPg0KCQk8dWlmb250IG5hbWU9IkZPTlRfV0lOVElUTEUiIHZhbHVlPSLlrovkvZMtMTgwMzAsMTAsZmFsc2UsZmFsc2UsdHJ1ZSIvPg0KCQk8dWlmb250IG5hbWU9IkZPTlRfQVRUQUNITUVOVFMiIHZhbHVlPSLlrovkvZMtMTgwMzAsMTIsZmFsc2UsZmFsc2UsdHJ1ZSIvPg0KCQk8IS0tcXVpeiBwb2QgYW5kIG1lc3NhZ2UgYm94IHRleHQgZm9udHMtLT4NCgkJPHVpZm9udCBuYW1lPSJGT05UX01TR0JPWF9XSU5USVRMRSIgdmFsdWU9IuWui+S9ky0xODAzMCwxMix0cnVlLGZhbHNlLHRydWUiLz4NCgkJPHVpZm9udCBuYW1lPSJGT05UX01TR0JPWF9NU0ciIHZhbHVlPSLlrovkvZMtMTgwMzAsMTIsZmFsc2UsZmFsc2UsdHJ1ZSIvPg0KCQk8dWlmb250IG5hbWU9IkZPTlRfTVNHQk9YX09QVElPTlMiIHZhbHVlPSLlrovkvZMtMTgwMzAsMTAsdHJ1ZSxmYWxzZSx0cnVlIi8+DQoJCTx1aWZvbnQgbmFtZT0iRk9OVF9RVUlaUE9EX1FVSVpfVElUTEUiIHZhbHVlPSLlrovkvZMtMTgwMzAsMTIsdHJ1ZSxmYWxzZSx0cnVlIi8+DQoJCTx1aWZvbnQgbmFtZT0iRk9OVF9RVUlaUE9EX1FVSVpfQVRURU1QVCIgdmFsdWU9IuWui+S9ky0xODAzMCwxMCxmYWxzZSxmYWxzZSx0cnVlIi8+DQoJCTx1aWZvbnQgbmFtZT0iRk9OVF9RVUlaUE9EX1FVSVpfQVRURU1QVF9WQUxVRSIgdmFsdWU9IuWui+S9ky0xODAzMCwxMCx0cnVlLGZhbHNlLHRydWUiLz4NCgkJPHVpZm9udCBuYW1lPSJGT05UX1FVSVpQT0RfUVVFU1RJT05fU0NPUkUiIHZhbHVlPSLlrovkvZMtMTgwMzAsMTAsZmFsc2UsZmFsc2UsdHJ1ZSIvPg0KCQk8dWlmb250IG5hbWU9IkZPTlRfUVVJWlBPRF9RVUVTVElPTl9TQ09SRV9WQUxVRSIgdmFsdWU9IuWui+S9ky0xODAzMCwxMCx0cnVlLGZhbHNlLHRydWUiLz4NCgkJPHVpZm9udCBuYW1lPSJGT05UX1FVSVpQT0RfUVVFU1RJT05fQVRURU1QVCIgdmFsdWU9IuWui+S9ky0xODAzMCwxMCxmYWxzZSxmYWxzZSx0cnVlIi8+DQoJCTx1aWZvbnQgbmFtZT0iRk9OVF9RVUlaUE9EX1FVRVNUSU9OX0FUVEVNUFRfVkFMVUUiIHZhbHVlPSLlrovkvZMtMTgwMzAsMTAsdHJ1ZSxmYWxzZSx0cnVlIi8+DQoJCTx1aWZvbnQgbmFtZT0iRk9OVF9RVUlaUE9EX1FVRVNUSU9OX1RBRyIgdmFsdWU9IuWui+S9ky0xODAzMCwxMix0cnVlLGZhbHNlLHRydWUiLz4NCgkJPHVpZm9udCBuYW1lPSJGT05UX1FVSVpQT0RfUVVJWl9RVUVTVElPTl9DT1VOVCIgdmFsdWU9IuWui+S9ky0xODAzMCwxMCxmYWxzZSxmYWxzZSx0cnVlIi8+DQoJCTx1aWZvbnQgbmFtZT0iRk9OVF9RVUlaUE9EX1FVSVpfUVVFU1RJT05fQ09VTlRfVkFMVUUiIHZhbHVlPSLlrovkvZMtMTgwMzAsMTAsdHJ1ZSxmYWxzZSx0cnVlIi8+DQoJCTx1aWZvbnQgbmFtZT0iRk9OVF9RVUlaUE9EX1FVSVpfUVVFU1RJT05fQVRURU1QVEVEIiB2YWx1ZT0i5a6L5L2TLTE4MDMwLDEwLGZhbHNlLGZhbHNlLHRydWUiLz4NCgkJPHVpZm9udCBuYW1lPSJGT05UX1FVSVpQT0RfUVVJWl9RVUVTVElPTl9BVFRFTVBURURfVkFMVUUiIHZhbHVlPSLlrovkvZMtMTgwMzAsMTAsdHJ1ZSxmYWxzZSx0cnVlIi8+DQoJCTx1aWZvbnQgbmFtZT0iRk9OVF9RVUlaUE9EX1FVSVpfU0NPUkVfVEFHIiB2YWx1ZT0i5a6L5L2TLTE4MDMwLDEyLHRydWUsZmFsc2UsdHJ1ZSIvPg0KCQk8dWlmb250IG5hbWU9IkZPTlRfUVVJWlBPRF9RVUlaX1NDT1JFIiB2YWx1ZT0i5a6L5L2TLTE4MDMwLDEwLGZhbHNlLGZhbHNlLHRydWUiLz4NCgkJPHVpZm9udCBuYW1lPSJGT05UX1FVSVpQT0RfUVVJWl9TQ09SRV9WQUxVRSIgdmFsdWU9IuWui+S9ky0xODAzMCwxMCx0cnVlLGZhbHNlLHRydWUiLz4NCgkJPHVpZm9udCBuYW1lPSJGT05UX1FVSVpQT0RfUVVJWl9NQVhTQ09SRSIgdmFsdWU9IuWui+S9ky0xODAzMCwxMCxmYWxzZSxmYWxzZSx0cnVlIi8+DQoJCTx1aWZvbnQgbmFtZT0iRk9OVF9RVUlaUE9EX1FVSVpfTUFYU0NPUkVfVkFMVUUiIHZhbHVlPSLlrovkvZMtMTgwMzAsMTAsdHJ1ZSxmYWxzZSx0cnVlIi8+DQoJCTx1aWZvbnQgbmFtZT0iRk9OVF9RVUlaUE9EX1FVSVpfUEFTU1NDT1JFIiB2YWx1ZT0i5a6L5L2TLTE4MDMwLDEwLGZhbHNlLGZhbHNlLHRydWUiLz4NCgkJPHVpZm9udCBuYW1lPSJGT05UX1FVSVpQT0RfUVVJWl9QQVNTU0NPUkVfVkFMVUUiIHZhbHVlPSLlrovkvZMtMTgwMzAsMTAsdHJ1ZSxmYWxzZSx0cnVlIi8+DQoJCTwhLS0gdWl0ZXh0IC0tPg0KCQk8IS0tIHN1YnN0aXR1dGlvbjogJW4gPT0gc2xpZGUgbnVtYmVyIC0tPg0KCQk8dWl0ZXh0IG5hbWU9IkFUVEFDSE1FTlRfUFJFVklFV19XQVJOSU5HTVNHX1RJVExFU1RSSU5HIiB2YWx1ZT0iQXR0YWNobWVudCBXYXJuaW5nIi8+DQoJCTx1aXRleHQgbmFtZT0iQVRUQUNITUVOVF9QUkVWSUVXX1dBUk5JTkdNU0ciIHZhbHVlPSJBdHRhY2htZW50cyBkbyBub3Qgb3BlbiBpbiBQcmV2aWV3IG1vZGUuIFBsZWFzZSB1c2UgcHVibGlzaCB0byBzZWUgdGhlIHJlc3VsdHMiLz4NCgkJPHVpdGV4dCBuYW1lPSJDT0xMQUJfTE9DQUxfUExBWUJBQ0tfTVNHIiB2YWx1ZT0iQ29udGVudCBpcyBiZWluZyBwbGF5ZWQgbG9jYWxseS5cbiBDb2xsYWJvcmF0aW9uIGRvZXMgbm90IHdvcmsgaW4gdGhpcyBtb2RlIi8+DQoJCTx1aXRleHQgbmFtZT0iQ09MTEFCX0xPQ0FMX1BMQVlCQUNLX1RJVExFIiB2YWx1ZT0iTG9jYWwgUGxheWJhY2siLz4NCgkJPHVpdGV4dCBuYW1lPSJDT0xMQUJfTE9DQUxfUExBWUJBQ0tCVE4iIHZhbHVlPSJPayIvPg0KCQk8dWl0ZXh0IG5hbWU9IlVOTkFNRURTTElERVRJVExFIiB2YWx1ZT0i5bm754Gv54mHICVuIi8+DQoJCTwhLS0gc3Vic3RpdHV0aW9uOiAlbiA9PSBzbGlkZSBudW1iZXIgLS0+DQoJCTwhLS0gc3Vic3RpdHV0aW9uOiAldCA9PSB0b3RhbCBzbGlkZSBjb3VudCAtLT4NCgkJPHVpdGV4dCBuYW1lPSJTQ1JVQkJBUlNUQVRVU19TTElERUlORk8iIHZhbHVlPSLlubvnga/niYcgJW4gLyAldCB8ICIvPg0KCQk8dWl0ZXh0IG5hbWU9IlNDUlVCQkFSU1RBVFVTX1NUT1BQRUQiIHZhbHVlPSLlt7LlgZzmraIiLz4NCgkJPHVpdGV4dCBuYW1lPSJTQ1JVQkJBUlNUQVRVU19QTEFZSU5HIiB2YWx1ZT0i5q2j5Zyo5pKt5pS+Ii8+DQoJCTx1aXRleHQgbmFtZT0iU0NSVUJCQVJTVEFUVVNfTk9BVURJTyIgdmFsdWU9IuaXoOmfs+mikSIvPg0KCQk8dWl0ZXh0IG5hbWU9IlNDUlVCQkFSU1RBVFVTX1ZJRFBMQVlJTkciIHZhbHVlPSLop4bpopHmkq3mlL4iLz4NCgkJPHVpdGV4dCBuYW1lPSJTQ1JVQkJBUlNUQVRVU19MT0FESU5HIiB2YWx1ZT0i5q2j5Zyo6L295YWlIi8+DQoJCTx1aXRleHQgbmFtZT0iU0NSVUJCQVJTVEFUVVNfQlVGRkVSSU5HIiB2YWx1ZT0i5q2j5Zyo6L+b6KGM57yT5Yay5aSE55CGIi8+DQoJCTx1aXRleHQgbmFtZT0iU0NSVUJCQVJTVEFUVVNfUVVFU1RJT04iIHZhbHVlPSLlm57nrZTpl67popgiLz4NCgkJPHVpdGV4dCBuYW1lPSJTQ1JVQkJBUlNUQVRVU19SRVZJRVdRVUlaIiB2YWx1ZT0i5q2j5Zyo5a6h6ZiF5rWL6aqMIi8+DQoJCTwhLS0gc3Vic3RpdHV0aW9uOiAlbSA9PSBtaW51dGVzIHJlbWFpbmluZyAtLT4NCgkJPCEtLSBzdWJzdGl0dXRpb246ICVzID09IHNlY29uZHMgcmVtYWluaW5nIC0tPg0KCQk8dWl0ZXh0IG5hbWU9IkVMQVBTRUQiIHZhbHVlPSLliankvZkgJW0g5YiG6ZKfICVzIOenkiIvPg0KCQk8dWl0ZXh0IG5hbWU9Ik5PVEZPVU5EIiB2YWx1ZT0i5pyq5om+5Yiw5Lu75L2V5YaF5a65Ii8+DQoJCTx1aXRleHQgbmFtZT0iQVRUQUNITUVOVFMiIHZhbHVlPSLpmYTku7YiLz4NCgkJPCEtLSBzdWJzdGl0dXRpb246ICVwID09IGN1cnJlbnQgc3BlYWtlcidzIHRpdGxlIC0tPg0KCQk8dWl0ZXh0IG5hbWU9IkJJT1dJTl9USVRMRSIgdmFsdWU9IuS4quS6uueugOS7izogJXAiLz4NCgkJPHVpdGV4dCBuYW1lPSJCSU9CVE5fVElUTEUiIHZhbHVlPSLkuKrkurrnroDku4siLz4NCgkJPHVpdGV4dCBuYW1lPSJESVZJREVSQlROX1RJVExFIiB2YWx1ZT0ifCIvPg0KCQk8dWl0ZXh0IG5hbWU9IkNPTlRBQ1RCVE5fVElUTEUiIHZhbHVlPSLogZTns7vmlrnlvI8iLz4NCgkJPHVpdGV4dCBuYW1lPSJUQUJfUVVJWiIgdmFsdWU9Iua1i+mqjCIvPg0KCQk8dWl0ZXh0IG5hbWU9IlRBQl9PVVRMSU5FIiB2YWx1ZT0i5aSn57qyIi8+DQoJCTx1aXRleHQgbmFtZT0iVEFCX1RIVU1CIiB2YWx1ZT0i57yp55Wl5Zu+Ii8+DQoJCTx1aXRleHQgbmFtZT0iVEFCX05PVEVTIiB2YWx1ZT0i5aSH5rOoIi8+DQoJCTx1aXRleHQgbmFtZT0iVEFCX1NFQVJDSCIgdmFsdWU9IuaQnOe0oiIvPg0KCQk8dWl0ZXh0IG5hbWU9IlNMSURFX0hFQURJTkciIHZhbHVlPSLlubvnga/niYfmoIfpopgiLz4NCgkJPHVpdGV4dCBuYW1lPSJEVVJBVElPTl9IRUFESU5HIiB2YWx1ZT0i5oyB57ut5pe26Ze0Ii8+DQoJCTx1aXRleHQgbmFtZT0iU0VBUkNIX0hFQURJTkciIHZhbHVlPSLmkJzntKLmlofmnKw6Ii8+DQoJCTx1aXRleHQgbmFtZT0iVEhVTUJfSEVBRElORyIgdmFsdWU9IuW5u+eBr+eJhyIvPg0KCQk8dWl0ZXh0IG5hbWU9IlRIVU1CX0lORk8iIHZhbHVlPSLlubvnga/niYfmoIfpopgv5oyB57ut5pe26Ze0Ii8+DQoJCTx1aXRleHQgbmFtZT0iQVRUQUNITkFNRV9IRUFESU5HIiB2YWx1ZT0i5paH5Lu25ZCNIi8+DQoJCTx1aXRleHQgbmFtZT0iQVRUQUNIU0laRV9IRUFESU5HIiB2YWx1ZT0i5aSn5bCPIi8+DQoJCTx1aXRleHQgbmFtZT0iU0xJREVfTk9URVMiIHZhbHVlPSLlubvnga/niYflpIfms6giLz4NCgkJPHVpdGV4dCBuYW1lPSJDT1VSU0VfU1RBVFVTIiB2YWx1ZT0iTW9kdWxlIFN0YXR1cyIvPg0KCQk8dWl0ZXh0IG5hbWU9IlBBU1NFRF9TVFJJTkciIHZhbHVlPSJQYXNzZWQiLz4NCgkJPHVpdGV4dCBuYW1lPSJGQUlMRURfU1RSSU5HIiB2YWx1ZT0iRmFpbGVkIi8+DQoJCTwhLS1xdWl6IHBvZCBhbmQgbWVzc2FnZSBib3ggdGV4dHMtLT4NCgkJPHVpdGV4dCBuYW1lPSJRVUlaUE9EX1FVSVpfQVRURU1QVCIgdmFsdWU9Iua1i+mqjOWwneivleasoeaVsDoiLz4NCgkJPHVpdGV4dCBuYW1lPSJRVUlaUE9EX1FVSVpfQVRURU1QVF9WQUxVRSIgdmFsdWU9IuesrCAlbiDmrKHvvIzlhbEgJXQg5qyhIi8+DQoJCTx1aXRleHQgbmFtZT0iUVVJWlBPRF9RVUlaX1NDT1JFIiB2YWx1ZT0i5b6X5YiGOiIvPg0KCQk8dWl0ZXh0IG5hbWU9IlFVSVpQT0RfUVVJWl9QQVNTU0NPUkUiIHZhbHVlPSLlj4rmoLzliIbmlbA6Ii8+DQoJCTx1aXRleHQgbmFtZT0iUVVJWlBPRF9RVUlaX01BWFNDT1JFIiB2YWx1ZT0i5pyA6auY5YiG5pWwOiIvPg0KCQk8dWl0ZXh0IG5hbWU9IlFVSVpQT0RfUVVFU0FUTVBUX1NUUiIgdmFsdWU9IuWwneivleasoeaVsDog56ysICVuIOasoe+8jOWFsSAldCDmrKEiLz4NCgkJPHVpdGV4dCBuYW1lPSJRVUlaUE9EX1FVRVNUWVBFX1NUUiIgdmFsdWU9Iuexu+WeizogJXMiLz4NCgkJPHVpdGV4dCBuYW1lPSJRVUlaUE9EX1FVRVNUWVBFX0dSRCIgdmFsdWU9IuivhOe6pyIvPg0KCQk8dWl0ZXh0IG5hbWU9IlFVSVpQT0RfUVVFU1RZUEVfU1ZZIiB2YWx1ZT0i6LCD5p+lIi8+DQoJCTx1aXRleHQgbmFtZT0iUVVJWlBPRF9RVUlaQVRNUFRfSU5GIiB2YWx1ZT0i5peg6ZmQIi8+DQoJCTx1aXRleHQgbmFtZT0iUVVJWlBPRF9RVUVTQVRNUFRfSU5GIiB2YWx1ZT0i5peg6ZmQIi8+DQoJCTx1aXRleHQgbmFtZT0iV0FSTklOR01TR19ZRVNTVFJJTkciIHZhbHVlPSLmmK8iLz4NCgkJPHVpdGV4dCBuYW1lPSJXQVJOSU5HTVNHX05PU1RSSU5HIiB2YWx1ZT0i5ZCmIi8+DQoJCTx1aXRleHQgbmFtZT0iV0FSTklOR01TR19USVRMRVNUUklORyIgdmFsdWU9Iua1i+mqjOWvvOiIquitpuWRiiIvPg0KCQk8dWl0ZXh0IG5hbWU9IldBUk5JTkdNU0dfTVNHU1RSSU5HIiB2YWx1ZT0i5q2k5rWL6aqM5Lit5pyJ5pyq5bCd6K+V5L2c562U55qE6Zeu6aKY44CCJiN4QTsmI3hBO+WNleWHu+KAnOaYr+KAnemAgOWHuuatpOa1i+mqjOOAguWNleWHu+KAnOWQpuKAnee7p+e7rea1i+mqjOOAgiIvPg0KCQk8dWl0ZXh0IG5hbWU9IklORk9STUFUSU9OX0gyNjRfRkxBU0hQTEFZRVIiIHZhbHVlPSLlvZPliY3lronoo4XlnKjmgqjnmoTorqHnrpfmnLrkuIrnmoQgRmxhc2ggUGxheWVyIOeJiOacrOS4jeaUr+aMgeivpeinhumikeOAguWNleWHu+inhumikeWMuuWfn+S4i+i9veacgOaWsOeJiOacrOeahCBGbGFzaCBQbGF5ZXLjgIIiLz4NCgkJPCEtLSBzdWJzdGl0dXRpb246ICVwID09IHByZXNlbnRhdGlvbiB0aXRsZSAtLT4NCgkJPCEtLSBzdWJzdGl0dXRpb246ICVzID09IHNsaWRlIHRpdGxlIC0tPg0KCQk8IS0tIHN1YnN0aXR1dGlvbjogJW4gPT0gc2xpZGUgbnVtYmVyIC0tPg0KCQk8dWl0ZXh0IG5hbWU9IkJPT0tNQVJLIiB2YWx1ZT0iQWRvYmUgUHJlc2VudGVyIC0gJXAiLz4NCgkJPCEtLSBzdWJzdGl0dXRpb246ICVwID09IHByZXNlbnRhdGlvbiB0aXRsZSAtLT4NCgkJPCEtLSBzdWJzdGl0dXRpb246ICVzID09IHNsaWRlIHRpdGxlIC0tPg0KCQk8IS0tIHN1YnN0aXR1dGlvbjogJW4gPT0gc2xpZGUgbnVtYmVyIC0tPg0KCQk8dWl0ZXh0IG5hbWU9IkJPT0tNQVJLU0xJREUiIHZhbHVlPSJBZG9iZSBQcmVzZW50ZXIgLSAlcCAlcyIvPg0KCQk8dWl0ZXh0IG5hbWU9IlNIT1dTSURFQkFSIiB2YWx1ZT0i5ZCR5Y+C5Yqg6ICF5pi+56S65o+Q6KaB5qCPIi8+DQoJCTx1aXRleHQgbmFtZT0iTVVURSIgdmFsdWU9IumdmemfsyIvPg0KCQk8dWl0ZXh0IG5hbWU9IkRPQ1dSQVBfVElUTEUiIHZhbHVlPSJQcmVzZW50ZXIg5paH5Lu26ZmE5Lu2Ii8+DQoJCTx1aXRleHQgbmFtZT0iRE9DV1JBUF9NU0ciIHZhbHVlPSLkv53lrZjliLDmiJHnmoTorqHnrpfmnLoiLz4NCgkJPHVpdGV4dCBuYW1lPSJET0NXUkFQX1BST01QVCIgdmFsdWU9IuWNleWHu+S7peS4i+i9vSIvPg0KCTwvbGFuZ3VhZ2U+DQoJPGxhbmd1YWdlIGlkPSJ0ciI+DQoJCTwhLS0gZm9ybWF0IGZvciB1aWZvbnQgdmFsdWUgaXMgImZvbnQsc2l6ZSxpc2JvbGQsaXNpdGFsaWMsaXNzaGFkb3dlZCIgLS0+DQoJCTx1aWZvbnQgbmFtZT0iRk9OVF9RVUlaWklORyIgdmFsdWU9IlZlcmRhbmEsOSxmYWxzZSxmYWxzZSxmYWxzZSIvPg0KCQk8dWlmb250IG5hbWU9IkZPTlRfU0NSVUJTVEFUVVMiIHZhbHVlPSJWZXJkYW5hLDksdHJ1ZSxmYWxzZSx0cnVlIi8+DQoJCTx1aWZvbnQgbmFtZT0iRk9OVF9TQ1JVQlRJTUUiIHZhbHVlPSJWZXJkYW5hLDksZmFsc2UsZmFsc2UsdHJ1ZSIvPg0KCQk8dWlmb250IG5hbWU9IkZPTlRfRUxBUFNFRFRJTUUiIHZhbHVlPSJWZXJkYW5hLDksdHJ1ZSxmYWxzZSx0cnVlIi8+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+DQoJCTx1aWZvbnQgbmFtZT0iRk9OVF9PVVRMSU5FIiB2YWx1ZT0iVmVyZGFuYSwxMSxmYWxzZSxmYWxzZSx0cnVlIi8+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+DQoJCTx1aWZvbnQgbmFtZT0iRk9OVF9XSU5USVRMRSIgdmFsdWU9IlZlcmRhbmEsOSxmYWxzZSxmYWxzZSx0cnVlIi8+DQoJCTx1aWZvbnQgbmFtZT0iRk9OVF9BVFRBQ0hNRU5UUyIgdmFsdWU9IlZlcmRhbmEsMTEsZmFsc2UsZmFsc2UsdHJ1ZSIvPg0KCQk8IS0tcXVpeiBwb2QgYW5kIG1lc3NhZ2UgYm94IHRleHQgZm9udHMtLT4NCgkJPHVpZm9udCBuYW1lPSJGT05UX01TR0JPWF9XSU5USVRMRSIgdmFsdWU9IlZlcmRhbmEsMTEsdHJ1ZSxmYWxzZSx0cnVlIi8+DQoJCTx1aWZvbnQgbmFtZT0iRk9OVF9NU0dCT1hfTVNHIiB2YWx1ZT0iVmVyZGFuYSwxMSxmYWxzZSxmYWxzZSx0cnVlIi8+DQoJCTx1aWZvbnQgbmFtZT0iRk9OVF9NU0dCT1hfT1BUSU9OUyIgdmFsdWU9IlZlcmRhbmEsOSx0cnVlLGZhbHNlLHRydWUiLz4NCgkJPHVpZm9udCBuYW1lPSJGT05UX1FVSVpQT0RfUVVJWl9USVRMRSIgdmFsdWU9IlZlcmRhbmEsMTEsdHJ1ZSxmYWxzZSx0cnVlIi8+DQoJCTx1aWZvbnQgbmFtZT0iRk9OVF9RVUlaUE9EX1FVSVpfQVRURU1QVCIgdmFsdWU9IlZlcmRhbmEsOSxmYWxzZSxmYWxzZSx0cnVlIi8+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+DQoJCTx1aWZvbnQgbmFtZT0iRk9OVF9RVUlaUE9EX1FVRVNUSU9OX0FUVEVNUFRfVkFMVUUiIHZhbHVlPSJWZXJkYW5hLDksdHJ1ZSxmYWxzZSx0cnVlIi8+DQoJCTx1aWZvbnQgbmFtZT0iRk9OVF9RVUlaUE9EX1FVRVNUSU9OX1RBRyIgdmFsdWU9IlZlcmRhbmEsMTEsdHJ1ZSxmYWxzZSx0cnVlIi8+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+DQoJCTx1aWZvbnQgbmFtZT0iRk9OVF9RVUlaUE9EX1FVSVpfUVVFU1RJT05fQVRURU1QVEVEX1ZBTFVFIiB2YWx1ZT0iVmVyZGFuYSw5LHRydWUsZmFsc2UsdHJ1ZSIvPg0KCQk8dWlmb250IG5hbWU9IkZPTlRfUVVJWlBPRF9RVUlaX1NDT1JFX1RBRyIgdmFsdWU9IlZlcmRhbmEsMTEsdHJ1ZSxmYWxzZSx0cnVlIi8+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+DQoJCTwhLS0gc3Vic3RpdHV0aW9uOiAlbiA9PSBzbGlkZSBudW1iZXIgLS0+DQoJCTx1aXRleHQgbmFtZT0iQVRUQUNITUVOVF9QUkVWSUVXX1dBUk5JTkdNU0dfVElUTEVTVFJJTkciIHZhbHVlPSJBdHRhY2htZW50IFdhcm5pbmciLz4NCgkJPHVpdGV4dCBuYW1lPSJBVFRBQ0hNRU5UX1BSRVZJRVdfV0FSTklOR01TRyIgdmFsdWU9IkF0dGFjaG1lbnRzIGRvIG5vdCBvcGVuIGluIFByZXZpZXcgbW9kZS4gUGxlYXNlIHVzZSBwdWJsaXNoIHRvIHNlZSB0aGUgcmVzdWx0cyIvPg0KCQk8dWl0ZXh0IG5hbWU9IkNPTExBQl9MT0NBTF9QTEFZQkFDS19NU0ciIHZhbHVlPSJDb250ZW50IGlzIGJlaW5nIHBsYXllZCBsb2NhbGx5LlxuIENvbGxhYm9yYXRpb24gZG9lcyBub3Qgd29yayBpbiB0aGlzIG1vZGUiLz4NCgkJPHVpdGV4dCBuYW1lPSJDT0xMQUJfTE9DQUxfUExBWUJBQ0tfVElUTEUiIHZhbHVlPSJMb2NhbCBQbGF5YmFjayIvPg0KCQk8dWl0ZXh0IG5hbWU9IkNPTExBQl9MT0NBTF9QTEFZQkFDS0JUTiIgdmFsdWU9Ik9rIi8+DQoJCTx1aXRleHQgbmFtZT0iVU5OQU1FRFNMSURFVElUTEUiIHZhbHVlPSJTbGF5dCAlbiIvPg0KCQk8IS0tIHN1YnN0aXR1dGlvbjogJW4gPT0gc2xpZGUgbnVtYmVyIC0tPg0KCQk8IS0tIHN1YnN0aXR1dGlvbjogJXQgPT0gdG90YWwgc2xpZGUgY291bnQgLS0+DQoJCTx1aXRleHQgbmFtZT0iU0NSVUJCQVJTVEFUVVNfU0xJREVJTkZPIiB2YWx1ZT0iU2xheXQgJW4gLyAldCB8ICIvPg0KCQk8dWl0ZXh0IG5hbWU9IlNDUlVCQkFSU1RBVFVTX1NUT1BQRUQiIHZhbHVlPSJEdXJkdXJ1bGR1Ii8+DQoJCTx1aXRleHQgbmFtZT0iU0NSVUJCQVJTVEFUVVNfUExBWUlORyIgdmFsdWU9Ik95bmF0xLFsxLF5b3IiLz4NCgkJPHVpdGV4dCBuYW1lPSJTQ1JVQkJBUlNUQVRVU19OT0FVRElPIiB2YWx1ZT0iU2VzIFlvayIvPg0KCQk8dWl0ZXh0IG5hbWU9IlNDUlVCQkFSU1RBVFVTX1ZJRFBMQVlJTkciIHZhbHVlPSJWaWRlbyBPeW5hdMSxbMSxeW9yIi8+DQoJCTx1aXRleHQgbmFtZT0iU0NSVUJCQVJTVEFUVVNfTE9BRElORyIgdmFsdWU9IlnDvGtsZW5peW9yIi8+DQoJCTx1aXRleHQgbmFtZT0iU0NSVUJCQVJTVEFUVVNfQlVGRkVSSU5HIiB2YWx1ZT0iQXJhYmVsbGXEn2UgQWzEsW7EsXlvciIvPg0KCQk8dWl0ZXh0IG5hbWU9IlNDUlVCQkFSU1RBVFVTX1FVRVNUSU9OIiB2YWx1ZT0iU29ydXl1IFlhbsSxdGxhIi8+DQoJCTx1aXRleHQgbmFtZT0iU0NSVUJCQVJTVEFUVVNfUkVWSUVXUVVJWiIgdmFsdWU9IlPEsW5hdiDEsG5jZWxlbml5b3IiLz4NCgkJPCEtLSBzdWJzdGl0dXRpb246ICVtID09IG1pbnV0ZXMgcmVtYWluaW5nIC0tPg0KCQk8IS0tIHN1YnN0aXR1dGlvbjogJXMgPT0gc2Vjb25kcyByZW1haW5pbmcgLS0+DQoJCTx1aXRleHQgbmFtZT0iRUxBUFNFRCIgdmFsdWU9IiVtIERha2lrYSAlcyBTYW5peWUgS2FsZMSxIi8+DQoJCTx1aXRleHQgbmFtZT0iTk9URk9VTkQiIHZhbHVlPSJIZXJoYW5naSBCaXIgxZ5leSBCdWx1bm1hZMSxIi8+DQoJCTx1aXRleHQgbmFtZT0iQVRUQUNITUVOVFMiIHZhbHVlPSJFa2xlciIvPg0KCQk8IS0tIHN1YnN0aXR1dGlvbjogJXAgPT0gY3VycmVudCBzcGVha2VyJ3MgdGl0bGUgLS0+DQoJCTx1aXRleHQgbmFtZT0iQklPV0lOX1RJVExFIiB2YWx1ZT0iQmlvOiAlcCIvPg0KCQk8dWl0ZXh0IG5hbWU9IkJJT0JUTl9USVRMRSIgdmFsdWU9IkJpbyIvPg0KCQk8dWl0ZXh0IG5hbWU9IkRJVklERVJCVE5fVElUTEUiIHZhbHVlPSJ8Ii8+DQoJCTx1aXRleHQgbmFtZT0iQ09OVEFDVEJUTl9USVRMRSIgdmFsdWU9IsSwcnRpYmF0Ii8+DQoJCTx1aXRleHQgbmFtZT0iVEFCX1FVSVoiIHZhbHVlPSJTxLFuYXYiLz4NCgkJPHVpdGV4dCBuYW1lPSJUQUJfT1VUTElORSIgdmFsdWU9IkFuYSBIYXQiLz4NCgkJPHVpdGV4dCBuYW1lPSJUQUJfVEhVTUIiIHZhbHVlPSJSZXNpbSIvPg0KCQk8dWl0ZXh0IG5hbWU9IlRBQl9OT1RFUyIgdmFsdWU9Ik5vdGxhciIvPg0KCQk8dWl0ZXh0IG5hbWU9IlRBQl9TRUFSQ0giIHZhbHVlPSJBcmEiLz4NCgkJPHVpdGV4dCBuYW1lPSJTTElERV9IRUFESU5HIiB2YWx1ZT0iU2xheXQgQmHFn2zEscSfxLEiLz4NCgkJPHVpdGV4dCBuYW1lPSJEVVJBVElPTl9IRUFESU5HIiB2YWx1ZT0iU8O8cmUiLz4NCgkJPHVpdGV4dCBuYW1lPSJTRUFSQ0hfSEVBRElORyIgdmFsdWU9Ik1ldG5pIGFyYToiLz4NCgkJPHVpdGV4dCBuYW1lPSJUSFVNQl9IRUFESU5HIiB2YWx1ZT0iU2xheXQiLz4NCgkJPHVpdGV4dCBuYW1lPSJUSFVNQl9JTkZPIiB2YWx1ZT0iU2xheXQgQmHFn2zEscSfxLEvU8O8cmVzaSIvPg0KCQk8dWl0ZXh0IG5hbWU9IkFUVEFDSE5BTUVfSEVBRElORyIgdmFsdWU9IkRvc3lhIEFkxLEiLz4NCgkJPHVpdGV4dCBuYW1lPSJBVFRBQ0hTSVpFX0hFQURJTkciIHZhbHVlPSJCb3l1dCIvPg0KCQk8dWl0ZXh0IG5hbWU9IlNMSURFX05PVEVTIiB2YWx1ZT0iU2xheXQgTm90bGFyxLEiLz4NCgkJPHVpdGV4dCBuYW1lPSJDT1VSU0VfU1RBVFVTIiB2YWx1ZT0iTW9kdWxlIFN0YXR1cyIvPg0KCQk8dWl0ZXh0IG5hbWU9IlBBU1NFRF9TVFJJTkciIHZhbHVlPSJQYXNzZWQiLz4NCgkJPHVpdGV4dCBuYW1lPSJGQUlMRURfU1RSSU5HIiB2YWx1ZT0iRmFpbGVkIi8+DQoJCTwhLS1xdWl6IHBvZCBhbmQgbWVzc2FnZSBib3ggdGV4dHMtLT4NCgkJPHVpdGV4dCBuYW1lPSJRVUlaUE9EX1FVSVpfQVRURU1QVCIgdmFsdWU9IlPEsW5hdiBEZW5lbWVzaToiLz4NCgkJPHVpdGV4dCBuYW1lPSJRVUlaUE9EX1FVSVpfQVRURU1QVF9WQUxVRSIgdmFsdWU9IiVuLyV0Ii8+DQoJCTx1aXRleHQgbmFtZT0iUVVJWlBPRF9RVUlaX1NDT1JFIiB2YWx1ZT0iUHVhbjoiLz4NCgkJPHVpdGV4dCBuYW1lPSJRVUlaUE9EX1FVSVpfUEFTU1NDT1JFIiB2YWx1ZT0iR2XDp21lIFB1YW7EsToiLz4NCgkJPHVpdGV4dCBuYW1lPSJRVUlaUE9EX1FVSVpfTUFYU0NPUkUiIHZhbHVlPSJNYWtzaW11bSBQdWFuOiIvPg0KCQk8dWl0ZXh0IG5hbWU9IlFVSVpQT0RfUVVFU0FUTVBUX1NUUiIgdmFsdWU9IkRlbmVtZTogJW4vJXQiLz4NCgkJPHVpdGV4dCBuYW1lPSJRVUlaUE9EX1FVRVNUWVBFX1NUUiIgdmFsdWU9IlTDvHI6ICVzIi8+DQoJCTx1aXRleHQgbmFtZT0iUVVJWlBPRF9RVUVTVFlQRV9HUkQiIHZhbHVlPSJCYXNhbWFrbMSxIi8+DQoJCTx1aXRleHQgbmFtZT0iUVVJWlBPRF9RVUVTVFlQRV9TVlkiIHZhbHVlPSJBbmtldCIvPg0KCQk8dWl0ZXh0IG5hbWU9IlFVSVpQT0RfUVVJWkFUTVBUX0lORiIgdmFsdWU9IlPEsW7EsXJzxLF6Ii8+DQoJCTx1aXRleHQgbmFtZT0iUVVJWlBPRF9RVUVTQVRNUFRfSU5GIiB2YWx1ZT0iU8SxbsSxcnPEsXoiLz4NCgkJPHVpdGV4dCBuYW1lPSJXQVJOSU5HTVNHX1lFU1NUUklORyIgdmFsdWU9IkV2ZXQiLz4NCgkJPHVpdGV4dCBuYW1lPSJXQVJOSU5HTVNHX05PU1RSSU5HIiB2YWx1ZT0iSGF5xLFyIi8+DQoJCTx1aXRleHQgbmFtZT0iV0FSTklOR01TR19USVRMRVNUUklORyIgdmFsdWU9IlPEsW5hdiBHZXppbm1lIFV5YXLEsXPEsSIvPg0KCQk8dWl0ZXh0IG5hbWU9IldBUk5JTkdNU0dfTVNHU1RSSU5HIiB2YWx1ZT0iQnUgU8SxbmF2ZGEgZGVuZW5tZW1pxZ8gc29ydWxhciB2YXIuJiN4QTsmI3hBO0V2ZXQgc2XDp2VuZcSfaW5pIHTEsWtsYXTEsXJzYW7EsXogU8SxbmF2ZGFuIMOnxLFrYWNha3PEsW7EsXouIFPEsW5hdmEgZGV2YW0gZXRtZWsgacOnaW4gSGF5xLFyIHNlw6dlbmXEn2luaSB0xLFrbGF0xLFuLiIvPg0KCQk8dWl0ZXh0IG5hbWU9IklORk9STUFUSU9OX0gyNjRfRkxBU0hQTEFZRVIiIHZhbHVlPSJCaWxnaXNheWFyxLFuxLF6YSB5w7xrbMO8IG9sYW4gZ2XDp2VybGkgRmxhc2ggUGxheWVyIHPDvHLDvG3DvCBidSB2aWRlb3l1IGRlc3Rla2xlbWl5b3IuIEVuIHNvbiBGbGFzaCBQbGF5ZXIgc8O8csO8bcO8bsO8IGluZGlybWVrIGnDp2luIHZpZGVvIGFsYW7EsW7EsSB0xLFrbGF0xLFuLiIvPg0KCQk8IS0tIHN1YnN0aXR1dGlvbjogJXAgPT0gcHJlc2VudGF0aW9uIHRpdGxlIC0tPg0KCQk8IS0tIHN1YnN0aXR1dGlvbjogJXMgPT0gc2xpZGUgdGl0bGUgLS0+DQoJCTwhLS0gc3Vic3RpdHV0aW9uOiAlbiA9PSBzbGlkZSBudW1iZXIgLS0+DQoJCTx1aXRleHQgbmFtZT0iQk9PS01BUksiIHZhbHVlPSJBZG9iZSBQcmVzZW50ZXIgLSAlcCIvPg0KCQk8IS0tIHN1YnN0aXR1dGlvbjogJXAgPT0gcHJlc2VudGF0aW9uIHRpdGxlIC0tPg0KCQk8IS0tIHN1YnN0aXR1dGlvbjogJXMgPT0gc2xpZGUgdGl0bGUgLS0+DQoJCTwhLS0gc3Vic3RpdHV0aW9uOiAlbiA9PSBzbGlkZSBudW1iZXIgLS0+DQoJCTx1aXRleHQgbmFtZT0iQk9PS01BUktTTElERSIgdmFsdWU9IkFkb2JlIFByZXNlbnRlciAtICVwICVzIi8+DQoJCTx1aXRleHQgbmFtZT0iU0hPV1NJREVCQVIiIHZhbHVlPSJLYXTEsWzEsW1jxLFsYXJhIGtlbmFyIMOndWJ1xJ91bnUgZ8O2c3RlciIvPg0KCQk8dWl0ZXh0IG5hbWU9Ik1VVEUiIHZhbHVlPSJTZXNzaXoiLz4NCgkJPHVpdGV4dCBuYW1lPSJET0NXUkFQX1RJVExFIiB2YWx1ZT0iUHJlc2VudGVyIERvc3lhIEVraSIvPg0KCQk8dWl0ZXh0IG5hbWU9IkRPQ1dSQVBfTVNHIiB2YWx1ZT0iQmlsZ2lzYXlhcsSxbWEgS2F5ZGV0Ii8+DQoJCTx1aXRleHQgbmFtZT0iRE9DV1JBUF9QUk9NUFQiIHZhbHVlPSLEsG5kaXJtZWsgacOnaW4gVMSxa2xhdMSxbiIvPg0KCTwvbGFuZ3VhZ2U+DQoJPGxhbmd1YWdlIGlkPSJydSI+DQoJCTwhLS0gZm9ybWF0IGZvciB1aWZvbnQgdmFsdWUgaXMgImZvbnQsc2l6ZSxpc2JvbGQsaXNpdGFsaWMsaXNzaGFkb3dlZCIgLS0+DQoJCTx1aWZvbnQgbmFtZT0iRk9OVF9RVUlaWklORyIgdmFsdWU9IlZlcmRhbmEsOSxmYWxzZSxmYWxzZSxmYWxzZSIvPg0KCQk8dWlmb250IG5hbWU9IkZPTlRfU0NSVUJTVEFUVVMiIHZhbHVlPSJWZXJkYW5hLDksdHJ1ZSxmYWxzZSx0cnVlIi8+DQoJCTx1aWZvbnQgbmFtZT0iRk9OVF9TQ1JVQlRJTUUiIHZhbHVlPSJWZXJkYW5hLDksZmFsc2UsZmFsc2UsdHJ1ZSIvPg0KCQk8dWlmb250IG5hbWU9IkZPTlRfRUxBUFNFRFRJTUUiIHZhbHVlPSJWZXJkYW5hLDksdHJ1ZSxmYWxzZSx0cnVlIi8+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+DQoJCTx1aWZvbnQgbmFtZT0iRk9OVF9PVVRMSU5FIiB2YWx1ZT0iVmVyZGFuYSwxMSxmYWxzZSxmYWxzZSx0cnVlIi8+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+DQoJCTx1aWZvbnQgbmFtZT0iRk9OVF9XSU5USVRMRSIgdmFsdWU9IlZlcmRhbmEsOSxmYWxzZSxmYWxzZSx0cnVlIi8+DQoJCTx1aWZvbnQgbmFtZT0iRk9OVF9BVFRBQ0hNRU5UUyIgdmFsdWU9IlZlcmRhbmEsMTEsZmFsc2UsZmFsc2UsdHJ1ZSIvPg0KCQk8IS0tcXVpeiBwb2QgYW5kIG1lc3NhZ2UgYm94IHRleHQgZm9udHMtLT4NCgkJPHVpZm9udCBuYW1lPSJGT05UX01TR0JPWF9XSU5USVRMRSIgdmFsdWU9IlZlcmRhbmEsMTEsdHJ1ZSxmYWxzZSx0cnVlIi8+DQoJCTx1aWZvbnQgbmFtZT0iRk9OVF9NU0dCT1hfTVNHIiB2YWx1ZT0iVmVyZGFuYSwxMSxmYWxzZSxmYWxzZSx0cnVlIi8+DQoJCTx1aWZvbnQgbmFtZT0iRk9OVF9NU0dCT1hfT1BUSU9OUyIgdmFsdWU9IlZlcmRhbmEsOSx0cnVlLGZhbHNlLHRydWUiLz4NCgkJPHVpZm9udCBuYW1lPSJGT05UX1FVSVpQT0RfUVVJWl9USVRMRSIgdmFsdWU9IlZlcmRhbmEsMTEsdHJ1ZSxmYWxzZSx0cnVlIi8+DQoJCTx1aWZvbnQgbmFtZT0iRk9OVF9RVUlaUE9EX1FVSVpfQVRURU1QVCIgdmFsdWU9IlZlcmRhbmEsOSxmYWxzZSxmYWxzZSx0cnVlIi8+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+DQoJCTx1aWZvbnQgbmFtZT0iRk9OVF9RVUlaUE9EX1FVRVNUSU9OX0FUVEVNUFRfVkFMVUUiIHZhbHVlPSJWZXJkYW5hLDksdHJ1ZSxmYWxzZSx0cnVlIi8+DQoJCTx1aWZvbnQgbmFtZT0iRk9OVF9RVUlaUE9EX1FVRVNUSU9OX1RBRyIgdmFsdWU9IlZlcmRhbmEsMTEsdHJ1ZSxmYWxzZSx0cnVlIi8+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+DQoJCTx1aWZvbnQgbmFtZT0iRk9OVF9RVUlaUE9EX1FVSVpfUVVFU1RJT05fQVRURU1QVEVEX1ZBTFVFIiB2YWx1ZT0iVmVyZGFuYSw5LHRydWUsZmFsc2UsdHJ1ZSIvPg0KCQk8dWlmb250IG5hbWU9IkZPTlRfUVVJWlBPRF9RVUlaX1NDT1JFX1RBRyIgdmFsdWU9IlZlcmRhbmEsMTEsdHJ1ZSxmYWxzZSx0cnVlIi8+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+DQoJCTwhLS0gc3Vic3RpdHV0aW9uOiAlbiA9PSBzbGlkZSBudW1iZXIgLS0+DQoJCTx1aXRleHQgbmFtZT0iQVRUQUNITUVOVF9QUkVWSUVXX1dBUk5JTkdNU0dfVElUTEVTVFJJTkciIHZhbHVlPSJBdHRhY2htZW50IFdhcm5pbmciLz4NCgkJPHVpdGV4dCBuYW1lPSJBVFRBQ0hNRU5UX1BSRVZJRVdfV0FSTklOR01TRyIgdmFsdWU9IkF0dGFjaG1lbnRzIGRvIG5vdCBvcGVuIGluIFByZXZpZXcgbW9kZS4gUGxlYXNlIHVzZSBwdWJsaXNoIHRvIHNlZSB0aGUgcmVzdWx0cyIvPg0KCQk8dWl0ZXh0IG5hbWU9IlVOTkFNRURTTElERVRJVExFIiB2YWx1ZT0i0KHQu9Cw0LnQtCAlbiIvPg0KCQk8dWl0ZXh0IG5hbWU9IkNPTExBQl9MT0NBTF9QTEFZQkFDS19NU0ciIHZhbHVlPSJDb250ZW50IGlzIGJlaW5nIHBsYXllZCBsb2NhbGx5LlxuIENvbGxhYm9yYXRpb24gZG9lcyBub3Qgd29yayBpbiB0aGlzIG1vZGUiLz4NCgkJPHVpdGV4dCBuYW1lPSJDT0xMQUJfTE9DQUxfUExBWUJBQ0tfVElUTEUiIHZhbHVlPSJMb2NhbCBQbGF5YmFjayIvPg0KCQk8dWl0ZXh0IG5hbWU9IkNPTExBQl9MT0NBTF9QTEFZQkFDS0JUTiIgdmFsdWU9Ik9rIi8+DQoJCTwhLS0gc3Vic3RpdHV0aW9uOiAlbiA9PSBzbGlkZSBudW1iZXIgLS0+DQoJCTwhLS0gc3Vic3RpdHV0aW9uOiAldCA9PSB0b3RhbCBzbGlkZSBjb3VudCAtLT4NCgkJPHVpdGV4dCBuYW1lPSJTQ1JVQkJBUlNUQVRVU19TTElERUlORk8iIHZhbHVlPSLQodC70LDQudC0ICVuIC8gJXQgfCAiLz4NCgkJPHVpdGV4dCBuYW1lPSJTQ1JVQkJBUlNUQVRVU19TVE9QUEVEIiB2YWx1ZT0i0J7RgdGC0LDQvdC+0LLQu9C10L3QviIvPg0KCQk8dWl0ZXh0IG5hbWU9IlNDUlVCQkFSU1RBVFVTX1BMQVlJTkciIHZhbHVlPSLQktC+0YHQv9GA0L7QuNC30LLQtdC00LXQvdC40LUiLz4NCgkJPHVpdGV4dCBuYW1lPSJTQ1JVQkJBUlNUQVRVU19OT0FVRElPIiB2YWx1ZT0i0J3QtdGCINCw0YPQtNC40L4iLz4NCgkJPHVpdGV4dCBuYW1lPSJTQ1JVQkJBUlNUQVRVU19WSURQTEFZSU5HIiB2YWx1ZT0i0JLQvtGB0L/RgNC+0LjQt9Cy0LXQtNC10L3QuNC1INCy0LjQtNC10L4iLz4NCgkJPHVpdGV4dCBuYW1lPSJTQ1JVQkJBUlNUQVRVU19MT0FESU5HIiB2YWx1ZT0i0JfQsNCz0YDRg9C30LrQsCIvPg0KCQk8dWl0ZXh0IG5hbWU9IlNDUlVCQkFSU1RBVFVTX0JVRkZFUklORyIgdmFsdWU9ItCR0YPRhNC10YDQuNC30LDRhtC40Y8iLz4NCgkJPHVpdGV4dCBuYW1lPSJTQ1JVQkJBUlNUQVRVU19RVUVTVElPTiIgdmFsdWU9ItCe0YLQstC10YIg0L3QsCDQstC+0L/RgNC+0YEiLz4NCgkJPHVpdGV4dCBuYW1lPSJTQ1JVQkJBUlNUQVRVU19SRVZJRVdRVUlaIiB2YWx1ZT0i0J7QsdC30L7RgCDQvtC/0YDQvtGB0LAiLz4NCgkJPCEtLSBzdWJzdGl0dXRpb246ICVtID09IG1pbnV0ZXMgcmVtYWluaW5nIC0tPg0KCQk8IS0tIHN1YnN0aXR1dGlvbjogJXMgPT0gc2Vjb25kcyByZW1haW5pbmcgLS0+DQoJCTx1aXRleHQgbmFtZT0iRUxBUFNFRCIgdmFsdWU9ItCe0YHRgtCw0LvQvtGB0YwgJW0g0LzQuNC9LiAlcyDRgSIvPg0KCQk8dWl0ZXh0IG5hbWU9Ik5PVEZPVU5EIiB2YWx1ZT0i0J3QuNGH0LXQs9C+INC90LUg0L3QsNC50LTQtdC90L4iLz4NCgkJPHVpdGV4dCBuYW1lPSJBVFRBQ0hNRU5UUyIgdmFsdWU9ItCS0LvQvtC20LXQvdC40Y8iLz4NCgkJPCEtLSBzdWJzdGl0dXRpb246ICVwID09IGN1cnJlbnQgc3BlYWtlcidzIHRpdGxlIC0tPg0KCQk8dWl0ZXh0IG5hbWU9IkJJT1dJTl9USVRMRSIgdmFsdWU9ItCR0LjQvtCz0YDQsNGE0LjRjzogJXAiLz4NCgkJPHVpdGV4dCBuYW1lPSJCSU9CVE5fVElUTEUiIHZhbHVlPSLQkdC40L7Qs9GA0LDRhNC40Y8iLz4NCgkJPHVpdGV4dCBuYW1lPSJESVZJREVSQlROX1RJVExFIiB2YWx1ZT0ifCIvPg0KCQk8dWl0ZXh0IG5hbWU9IkNPTlRBQ1RCVE5fVElUTEUiIHZhbHVlPSLQmtC+0L3RgtCw0LrRgiIvPg0KCQk8dWl0ZXh0IG5hbWU9IlRBQl9RVUlaIiB2YWx1ZT0i0J7Qv9GA0L7RgSIvPg0KCQk8dWl0ZXh0IG5hbWU9IlRBQl9PVVRMSU5FIiB2YWx1ZT0i0KHRhdC10LzQsCIvPg0KCQk8dWl0ZXh0IG5hbWU9IlRBQl9USFVNQiIgdmFsdWU9ItCR0LXQs9GD0L3QvtC6Ii8+DQoJCTx1aXRleHQgbmFtZT0iVEFCX05PVEVTIiB2YWx1ZT0i0JfQsNC80LXRgtC60LgiLz4NCgkJPHVpdGV4dCBuYW1lPSJUQUJfU0VBUkNIIiB2YWx1ZT0i0J/QvtC40YHQuiIvPg0KCQk8dWl0ZXh0IG5hbWU9IlNMSURFX0hFQURJTkciIHZhbHVlPSLQl9Cw0LPQvtC70L7QstC+0Log0YHQu9Cw0LnQtNCwIi8+DQoJCTx1aXRleHQgbmFtZT0iRFVSQVRJT05fSEVBRElORyIgdmFsdWU9ItCU0LvQuNGCLdGB0YLRjCIvPg0KCQk8dWl0ZXh0IG5hbWU9IlNFQVJDSF9IRUFESU5HIiB2YWx1ZT0i0J/QvtC40YHQuiDRgtC10LrRgdGC0LA6Ii8+DQoJCTx1aXRleHQgbmFtZT0iVEhVTUJfSEVBRElORyIgdmFsdWU9ItCh0LvQsNC50LQiLz4NCgkJPHVpdGV4dCBuYW1lPSJUSFVNQl9JTkZPIiB2YWx1ZT0i0J3QsNC30LLQsNC90LjQtS/QtNC70LjRgi3QvdC+0YHRgtGMIi8+DQoJCTx1aXRleHQgbmFtZT0iQVRUQUNITkFNRV9IRUFESU5HIiB2YWx1ZT0i0JjQvNGPINGE0LDQudC70LAiLz4NCgkJPHVpdGV4dCBuYW1lPSJBVFRBQ0hTSVpFX0hFQURJTkciIHZhbHVlPSLQoNCw0LfQvNC10YAiLz4NCgkJPHVpdGV4dCBuYW1lPSJTTElERV9OT1RFUyIgdmFsdWU9ItCX0LDQvNC10YLQutC4INC6INGB0LvQsNC50LTRgyIvPg0KCQk8dWl0ZXh0IG5hbWU9IkNPVVJTRV9TVEFUVVMiIHZhbHVlPSJNb2R1bGUgU3RhdHVzIi8+DQoJCTx1aXRleHQgbmFtZT0iUEFTU0VEX1NUUklORyIgdmFsdWU9IlBhc3NlZCIvPg0KCQk8dWl0ZXh0IG5hbWU9IkZBSUxFRF9TVFJJTkciIHZhbHVlPSJGYWlsZWQiLz4NCgkJPCEtLXF1aXogcG9kIGFuZCBtZXNzYWdlIGJveCB0ZXh0cy0tPg0KCQk8dWl0ZXh0IG5hbWU9IlFVSVpQT0RfUVVJWl9BVFRFTVBUIiB2YWx1ZT0i0J/QvtC/0YvRgtC60LAg0L/RgNC+0LnRgtC4INC+0L/RgNC+0YE6Ii8+DQoJCTx1aXRleHQgbmFtZT0iUVVJWlBPRF9RVUlaX0FUVEVNUFRfVkFMVUUiIHZhbHVlPSIlbiDQuNC3ICV0Ii8+DQoJCTx1aXRleHQgbmFtZT0iUVVJWlBPRF9RVUlaX1NDT1JFIiB2YWx1ZT0i0J3QsNCx0YDQsNC90L4g0LHQsNC70LvQvtCyOiIvPg0KCQk8dWl0ZXh0IG5hbWU9IlFVSVpQT0RfUVVJWl9QQVNTU0NPUkUiIHZhbHVlPSLQn9GA0L7RhdC+0LTQvdC+0Lkg0YDQtdC30YPQu9GM0YLQsNGCOiIvPg0KCQk8dWl0ZXh0IG5hbWU9IlFVSVpQT0RfUVVJWl9NQVhTQ09SRSIgdmFsdWU9ItCc0LDQutGB0LjQvNCw0LvRjNC90YvQuSDRgNC10LfRg9C70YzRgtCw0YI6Ii8+DQoJCTx1aXRleHQgbmFtZT0iUVVJWlBPRF9RVUVTQVRNUFRfU1RSIiB2YWx1ZT0i0J/QvtC/0YvRgtC60LA6ICVuINC40LcgJXQiLz4NCgkJPHVpdGV4dCBuYW1lPSJRVUlaUE9EX1FVRVNUWVBFX1NUUiIgdmFsdWU9ItCi0LjQvzogJXMiLz4NCgkJPHVpdGV4dCBuYW1lPSJRVUlaUE9EX1FVRVNUWVBFX0dSRCIgdmFsdWU9ItChINC+0YbQtdC90LrQvtC5Ii8+DQoJCTx1aXRleHQgbmFtZT0iUVVJWlBPRF9RVUVTVFlQRV9TVlkiIHZhbHVlPSLQntCx0LfQvtGAIi8+DQoJCTx1aXRleHQgbmFtZT0iUVVJWlBPRF9RVUlaQVRNUFRfSU5GIiB2YWx1ZT0i0JHQvtC70YzRiNC+0LUg0YfQuNGB0LvQviIvPg0KCQk8dWl0ZXh0IG5hbWU9IlFVSVpQT0RfUVVFU0FUTVBUX0lORiIgdmFsdWU9ItCR0L7Qu9GM0YjQvtC1INGH0LjRgdC70L4iLz4NCgkJPHVpdGV4dCBuYW1lPSJXQVJOSU5HTVNHX1lFU1NUUklORyIgdmFsdWU9ItCU0LAiLz4NCgkJPHVpdGV4dCBuYW1lPSJXQVJOSU5HTVNHX05PU1RSSU5HIiB2YWx1ZT0i0J3QtdGCIi8+DQoJCTx1aXRleHQgbmFtZT0iV0FSTklOR01TR19USVRMRVNUUklORyIgdmFsdWU9ItCf0YDQtdC00YPQv9GA0LXQttC00LXQvdC40LUg0L4g0L3QsNCy0LjQs9Cw0YbQuNC4INCyINC+0L/RgNC+0YHQtSIvPg0KCQk8dWl0ZXh0IG5hbWU9IldBUk5JTkdNU0dfTVNHU1RSSU5HIiB2YWx1ZT0i0JIg0L7Qv9GA0L7RgdC1INC+0YHRgtCw0LvQuNGB0Ywg0L3QtdC+0YLQstC10YfQtdC90L3Ri9C1INCy0L7Qv9GA0L7RgdGLLtCd0LDQttCw0YLQuNC1INC60L3QvtC/0LrQuCAmcXVvdDvQlNCwJnF1b3Q7INC/0YDQuNCy0LXQtNC10YIg0Log0LfQsNC60YDRi9GC0LjRjiDQvtC/0YDQvtGB0LAuINCd0LDQttCw0YLQuNC1INC60L3QvtC/0LrQuCAmcXVvdDvQndC10YImcXVvdDsg0L/RgNC+0LTQvtC70LbQuNGCINC+0L/RgNC+0YEuIi8+DQoJCTx1aXRleHQgbmFtZT0iSU5GT1JNQVRJT05fSDI2NF9GTEFTSFBMQVlFUiIgdmFsdWU9ItCi0LXQutGD0YnQsNGPINCy0LXRgNGB0LjRjyDQv9GA0L7QuNCz0YDRi9Cy0LDRgtC10LvRjyBGbGFzaCBQbGF5ZXIsINGD0YHRgtCw0L3QvtCy0LvQtdC90L3QsNGPINC90LAg0Y3RgtC+0Lwg0LrQvtC80L/RjNGO0YLQtdGA0LUsINC90LUg0L/QvtC00LTQtdGA0LbQuNCy0LDQtdGCINGN0YLQviDQstC40LTQtdC+LiDQqdC10LvQutC90LjRgtC1INCyINC+0LHQu9Cw0YHRgtC4INCy0LjQtNC10L4sINGH0YLQvtCx0Ysg0LfQsNCz0YDRg9C30LjRgtGMINC/0L7RgdC70LXQtNC90Y7RjiDQstC10YDRgdC40Y4g0L/RgNC+0LjQs9GA0YvQstCw0YLQtdC70Y8gRmxhc2ggUGxheWVyLiIvPg0KCQk8IS0tIHN1YnN0aXR1dGlvbjogJXAgPT0gcHJlc2VudGF0aW9uIHRpdGxlIC0tPg0KCQk8IS0tIHN1YnN0aXR1dGlvbjogJXMgPT0gc2xpZGUgdGl0bGUgLS0+DQoJCTwhLS0gc3Vic3RpdHV0aW9uOiAlbiA9PSBzbGlkZSBudW1iZXIgLS0+DQoJCTx1aXRleHQgbmFtZT0iQk9PS01BUksiIHZhbHVlPSJBZG9iZSBQcmVzZW50ZXIgLSAlcCIvPg0KCQk8IS0tIHN1YnN0aXR1dGlvbjogJXAgPT0gcHJlc2VudGF0aW9uIHRpdGxlIC0tPg0KCQk8IS0tIHN1YnN0aXR1dGlvbjogJXMgPT0gc2xpZGUgdGl0bGUgLS0+DQoJCTwhLS0gc3Vic3RpdHV0aW9uOiAlbiA9PSBzbGlkZSBudW1iZXIgLS0+DQoJCTx1aXRleHQgbmFtZT0iQk9PS01BUktTTElERSIgdmFsdWU9IkFkb2JlIFByZXNlbnRlciAtICVwICVzIi8+DQoJCTx1aXRleHQgbmFtZT0iU0hPV1NJREVCQVIiIHZhbHVlPSLQn9C+0LrQsNC30YvQstCw0YLRjCDQstGA0LXQt9C60YMg0YPRh9Cw0YHRgtC90LjQutCw0LwiLz4NCgkJPHVpdGV4dCBuYW1lPSJNVVRFIiB2YWx1ZT0i0J7RgtC60LvRjtGH0LjRgtGMINC30LLRg9C6Ii8+DQoJCTx1aXRleHQgbmFtZT0iRE9DV1JBUF9USVRMRSIgdmFsdWU9ItCS0LvQvtC20LXQvdC40LUg0LIg0YTQsNC50LsgQWRvYmUgUHJlc2VudGVyIi8+DQoJCTx1aXRleHQgbmFtZT0iRE9DV1JBUF9NU0ciIHZhbHVlPSLQodC+0YXRgNCw0L3QuNGC0Ywg0LIg0L/QsNC/0LrRgyAmcXVvdDvQnNC+0Lkg0LrQvtC80L/RjNGO0YLQtdGAJnF1b3Q7Ii8+DQoJCTx1aXRleHQgbmFtZT0iRE9DV1JBUF9QUk9NUFQiIHZhbHVlPSLQqdC10LvQutC90YPRgtGMINC00LvRjyDQt9Cw0LPRgNGD0LfQutC4Ii8+DQoJPC9sYW5ndWFnZT4NCjwvY29uZmlndXJhdGlvbj4NCg=="/>
  <p:tag name="SECTOMILLISECCONVERTED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2&quot;/&gt;&lt;/TableIndex&gt;&lt;/ShapeTextInfo&gt;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5&quot;/&gt;&lt;lineCharCount val=&quot;33&quot;/&gt;&lt;lineCharCount val=&quot;13&quot;/&gt;&lt;lineCharCount val=&quot;12&quot;/&gt;&lt;lineCharCount val=&quot;13&quot;/&gt;&lt;lineCharCount val=&quot;11&quot;/&gt;&lt;/TableIndex&gt;&lt;/ShapeTextInfo&gt;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6&quot;/&gt;&lt;/TableIndex&gt;&lt;/ShapeTextInfo&gt;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&quot;/&gt;&lt;/TableIndex&gt;&lt;/ShapeTextInfo&gt;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2&quot;/&gt;&lt;/TableIndex&gt;&lt;/ShapeTextInfo&gt;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5&quot;/&gt;&lt;/TableIndex&gt;&lt;/ShapeTextInfo&gt;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6&quot;/&gt;&lt;/TableIndex&gt;&lt;/ShapeTextInfo&gt;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&quot;/&gt;&lt;/TableIndex&gt;&lt;/ShapeTextInfo&gt;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2&quot;/&gt;&lt;/TableIndex&gt;&lt;/ShapeTextInfo&gt;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5&quot;/&gt;&lt;lineCharCount val=&quot;33&quot;/&gt;&lt;lineCharCount val=&quot;13&quot;/&gt;&lt;lineCharCount val=&quot;12&quot;/&gt;&lt;lineCharCount val=&quot;13&quot;/&gt;&lt;lineCharCount val=&quot;11&quot;/&gt;&lt;/TableIndex&gt;&lt;/ShapeTextInfo&gt;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6&quot;/&gt;&lt;/TableIndex&gt;&lt;/ShapeTextInfo&gt;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&quot;/&gt;&lt;/TableIndex&gt;&lt;/ShapeTextInfo&gt;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NARRATION" val="1,1261135890,H:\My Drive\UWMdrive\Courses\ECE552\ece552-lec02_ISABasics_pptx\Media.ppcx"/>
  <p:tag name="HTML_SHAPEINFO" val="&lt;SlideThumbPath val=&quot;Slide1.PNG&quot;/&gt;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AppData\Local\Temp\~Ca2C99\data\asimages\{EB86E4A4-5348-4F84-8864-692C2C6B8BC8}_1.png&quot;/&gt;&lt;left val=&quot;29&quot;/&gt;&lt;top val=&quot;185&quot;/&gt;&lt;width val=&quot;660&quot;/&gt;&lt;height val=&quot;102&quot;/&gt;&lt;hasText val=&quot;1&quot;/&gt;&lt;/Image&gt;&lt;/ThreeDShapeInfo&gt;"/>
  <p:tag name="PRESENTER_SHAPETEXTINFO" val="&lt;ShapeTextInfo&gt;&lt;TableIndex row=&quot;-1&quot; col=&quot;-1&quot;&gt;&lt;linesCount val=&quot;1&quot;/&gt;&lt;lineCharCount val=&quot;22&quot;/&gt;&lt;/TableIndex&gt;&lt;/ShapeTextInfo&gt;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AppData\Local\Temp\~Ca2C99\data\asimages\{8F4FBAC5-7F17-4789-B977-AEB653EE2815}_1.png&quot;/&gt;&lt;left val=&quot;103&quot;/&gt;&lt;top val=&quot;302&quot;/&gt;&lt;width val=&quot;512&quot;/&gt;&lt;height val=&quot;163&quot;/&gt;&lt;hasText val=&quot;1&quot;/&gt;&lt;/Image&gt;&lt;/ThreeDShapeInfo&gt;"/>
  <p:tag name="PRESENTER_SHAPETEXTINFO" val="&lt;ShapeTextInfo&gt;&lt;TableIndex row=&quot;-1&quot; col=&quot;-1&quot;&gt;&lt;linesCount val=&quot;6&quot;/&gt;&lt;lineCharCount val=&quot;24&quot;/&gt;&lt;lineCharCount val=&quot;1&quot;/&gt;&lt;lineCharCount val=&quot;55&quot;/&gt;&lt;lineCharCount val=&quot;53&quot;/&gt;&lt;lineCharCount val=&quot;14&quot;/&gt;&lt;lineCharCount val=&quot;3&quot;/&gt;&lt;/TableIndex&gt;&lt;/ShapeTextInfo&gt;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NARRATION" val="2,1261135890,H:\My Drive\UWMdrive\Courses\ECE552\ece552-lec02_ISABasics_pptx\Media.ppcx"/>
  <p:tag name="HTML_SHAPEINFO" val="&lt;SlideThumbPath val=&quot;Slide2.PNG&quot;/&gt;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AppData\Local\Temp\~Ca2C99\data\asimages\{8E998901-CC66-4473-9887-9C88F2E4F1CE}_2.png&quot;/&gt;&lt;left val=&quot;34&quot;/&gt;&lt;top val=&quot;21&quot;/&gt;&lt;width val=&quot;590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29&quot;/&gt;&lt;/TableIndex&gt;&lt;/ShapeTextInfo&gt;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AppData\Local\Temp\~Ca2C99\data\asimages\{D2C58BBC-04C7-45B6-AC29-570204E64D61}_2.png&quot;/&gt;&lt;left val=&quot;51&quot;/&gt;&lt;top val=&quot;123&quot;/&gt;&lt;width val=&quot;657&quot;/&gt;&lt;height val=&quot;321&quot;/&gt;&lt;hasText val=&quot;1&quot;/&gt;&lt;/Image&gt;&lt;/ThreeDShapeInfo&gt;"/>
  <p:tag name="PRESENTER_SHAPETEXTINFO" val="&lt;ShapeTextInfo&gt;&lt;TableIndex row=&quot;-1&quot; col=&quot;-1&quot;&gt;&lt;linesCount val=&quot;6&quot;/&gt;&lt;lineCharCount val=&quot;43&quot;/&gt;&lt;lineCharCount val=&quot;53&quot;/&gt;&lt;lineCharCount val=&quot;52&quot;/&gt;&lt;lineCharCount val=&quot;23&quot;/&gt;&lt;lineCharCount val=&quot;32&quot;/&gt;&lt;lineCharCount val=&quot;47&quot;/&gt;&lt;/TableIndex&gt;&lt;/ShapeTextInfo&gt;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AppData\Local\Temp\~Ca2C99\data\asimages\{2F817A73-8B89-467C-A699-76DF207812E4}_2.png&quot;/&gt;&lt;left val=&quot;599&quot;/&gt;&lt;top val=&quot;492&quot;/&gt;&lt;width val=&quot;92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NARRATION" val="3,1261135890,H:\My Drive\UWMdrive\Courses\ECE552\ece552-lec02_ISABasics_pptx\Media.ppcx"/>
  <p:tag name="HTML_SHAPEINFO" val="&lt;SlideThumbPath val=&quot;Slide3.PNG&quot;/&gt;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AppData\Local\Temp\~Ca2C99\data\asimages\{6020EFA1-BC7C-49F7-A964-25340E9DE62C}_3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16&quot;/&gt;&lt;/TableIndex&gt;&lt;/ShapeTextInfo&gt;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AppData\Local\Temp\~Ca2C99\data\asimages\{0975B851-7B11-428C-A6B8-3137C96D67CD}_3.png&quot;/&gt;&lt;left val=&quot;25&quot;/&gt;&lt;top val=&quot;120&quot;/&gt;&lt;width val=&quot;658&quot;/&gt;&lt;height val=&quot;362&quot;/&gt;&lt;hasText val=&quot;1&quot;/&gt;&lt;/Image&gt;&lt;/ThreeDShapeInfo&gt;"/>
  <p:tag name="PRESENTER_SHAPETEXTINFO" val="&lt;ShapeTextInfo&gt;&lt;TableIndex row=&quot;-1&quot; col=&quot;-1&quot;&gt;&lt;linesCount val=&quot;8&quot;/&gt;&lt;lineCharCount val=&quot;31&quot;/&gt;&lt;lineCharCount val=&quot;46&quot;/&gt;&lt;lineCharCount val=&quot;33&quot;/&gt;&lt;lineCharCount val=&quot;45&quot;/&gt;&lt;lineCharCount val=&quot;35&quot;/&gt;&lt;lineCharCount val=&quot;8&quot;/&gt;&lt;lineCharCount val=&quot;22&quot;/&gt;&lt;lineCharCount val=&quot;11&quot;/&gt;&lt;/TableIndex&gt;&lt;/ShapeTextInfo&gt;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AppData\Local\Temp\~Ca2C99\data\asimages\{6F213A47-C62D-4CE6-BD1C-241F1A957707}_3.png&quot;/&gt;&lt;left val=&quot;599&quot;/&gt;&lt;top val=&quot;492&quot;/&gt;&lt;width val=&quot;92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NARRATION" val="4,1261135890,H:\My Drive\UWMdrive\Courses\ECE552\ece552-lec02_ISABasics_pptx\Media.ppcx"/>
  <p:tag name="HTML_SHAPEINFO" val="&lt;SlideThumbPath val=&quot;Slide4.PNG&quot;/&gt;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AppData\Local\Temp\~Ca2C99\data\asimages\{7D2F74C7-67FF-4295-90B2-6C52489F9F68}_4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8&quot;/&gt;&lt;/TableIndex&gt;&lt;/ShapeTextInfo&gt;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AppData\Local\Temp\~Ca2C99\data\asimages\{B5CB902D-999B-4545-B18E-911F5FEF46E5}_4.png&quot;/&gt;&lt;left val=&quot;24&quot;/&gt;&lt;top val=&quot;119&quot;/&gt;&lt;width val=&quot;659&quot;/&gt;&lt;height val=&quot;363&quot;/&gt;&lt;hasText val=&quot;1&quot;/&gt;&lt;/Image&gt;&lt;/ThreeDShapeInfo&gt;"/>
  <p:tag name="PRESENTER_SHAPETEXTINFO" val="&lt;ShapeTextInfo&gt;&lt;TableIndex row=&quot;-1&quot; col=&quot;-1&quot;&gt;&lt;linesCount val=&quot;4&quot;/&gt;&lt;lineCharCount val=&quot;7&quot;/&gt;&lt;lineCharCount val=&quot;22&quot;/&gt;&lt;lineCharCount val=&quot;22&quot;/&gt;&lt;lineCharCount val=&quot;18&quot;/&gt;&lt;/TableIndex&gt;&lt;/ShapeTextInfo&gt;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AppData\Local\Temp\~Ca2C99\data\asimages\{F7866D54-093A-4799-901B-795ACE16FC24}_4.png&quot;/&gt;&lt;left val=&quot;599&quot;/&gt;&lt;top val=&quot;492&quot;/&gt;&lt;width val=&quot;92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NARRATION" val="5,1261135890,H:\My Drive\UWMdrive\Courses\ECE552\ece552-lec02_ISABasics_pptx\Media.ppcx"/>
  <p:tag name="HTML_SHAPEINFO" val="&lt;SlideThumbPath val=&quot;Slide5.PNG&quot;/&gt;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AppData\Local\Temp\~Ca2C99\data\asimages\{78CF2C41-4ED0-44AE-891A-D8778A1FA87E}_5.png&quot;/&gt;&lt;left val=&quot;35&quot;/&gt;&lt;top val=&quot;20&quot;/&gt;&lt;width val=&quot;588&quot;/&gt;&lt;height val=&quot;93&quot;/&gt;&lt;hasText val=&quot;1&quot;/&gt;&lt;/Image&gt;&lt;/ThreeDShapeInfo&gt;"/>
  <p:tag name="PRESENTER_SHAPETEXTINFO" val="&lt;ShapeTextInfo&gt;&lt;TableIndex row=&quot;-1&quot; col=&quot;-1&quot;&gt;&lt;linesCount val=&quot;1&quot;/&gt;&lt;lineCharCount val=&quot;15&quot;/&gt;&lt;/TableIndex&gt;&lt;/ShapeTextInfo&gt;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AppData\Local\Temp\~Ca2C99\data\asimages\{7E0565F6-DF56-4308-889A-A8455C0026A9}_5.png&quot;/&gt;&lt;left val=&quot;21&quot;/&gt;&lt;top val=&quot;101&quot;/&gt;&lt;width val=&quot;661&quot;/&gt;&lt;height val=&quot;106&quot;/&gt;&lt;hasText val=&quot;1&quot;/&gt;&lt;/Image&gt;&lt;/ThreeDShapeInfo&gt;"/>
  <p:tag name="PRESENTER_SHAPETEXTINFO" val="&lt;ShapeTextInfo&gt;&lt;TableIndex row=&quot;-1&quot; col=&quot;-1&quot;&gt;&lt;linesCount val=&quot;2&quot;/&gt;&lt;lineCharCount val=&quot;46&quot;/&gt;&lt;lineCharCount val=&quot;17&quot;/&gt;&lt;/TableIndex&gt;&lt;/ShapeTextInfo&gt;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AppData\Local\Temp\~Ca2C99\data\asimages\{B6D7082D-6A59-42F8-895D-2EE8032C55F3}_5.png&quot;/&gt;&lt;left val=&quot;599&quot;/&gt;&lt;top val=&quot;492&quot;/&gt;&lt;width val=&quot;92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158BD3BC-6602-467B-A2CB-D3BDF956381F}&quot;/&gt;&lt;isInvalidForFieldText val=&quot;0&quot;/&gt;&lt;Image&gt;&lt;filename val=&quot;C:\Users\sanmi\AppData\Local\Temp\~Ca2C99\data\asimages\{158BD3BC-6602-467B-A2CB-D3BDF956381F}.png&quot;/&gt;&lt;left val=&quot;230&quot;/&gt;&lt;top val=&quot;209&quot;/&gt;&lt;width val=&quot;259&quot;/&gt;&lt;height val=&quot;290&quot;/&gt;&lt;hasText val=&quot;1&quot;/&gt;&lt;/Image&gt;&lt;/ThreeDShapeInfo&gt;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NARRATION" val="6,1261135890,H:\My Drive\UWMdrive\Courses\ECE552\ece552-lec02_ISABasics_pptx\Media.ppcx"/>
  <p:tag name="HTML_SHAPEINFO" val="&lt;SlideThumbPath val=&quot;Slide6.PNG&quot;/&gt;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AppData\Local\Temp\~Ca2C99\data\asimages\{C6F72A92-84F3-40C9-A7A0-B74A85EA3CCB}_6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6&quot;/&gt;&lt;/TableIndex&gt;&lt;/ShapeTextInfo&gt;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AppData\Local\Temp\~Ca2C99\data\asimages\{482F1330-9903-44E8-AE29-05C20E1BAA43}_6.png&quot;/&gt;&lt;left val=&quot;24&quot;/&gt;&lt;top val=&quot;119&quot;/&gt;&lt;width val=&quot;659&quot;/&gt;&lt;height val=&quot;363&quot;/&gt;&lt;hasText val=&quot;1&quot;/&gt;&lt;/Image&gt;&lt;/ThreeDShapeInfo&gt;"/>
  <p:tag name="PRESENTER_SHAPETEXTINFO" val="&lt;ShapeTextInfo&gt;&lt;TableIndex row=&quot;-1&quot; col=&quot;-1&quot;&gt;&lt;linesCount val=&quot;7&quot;/&gt;&lt;lineCharCount val=&quot;12&quot;/&gt;&lt;lineCharCount val=&quot;22&quot;/&gt;&lt;lineCharCount val=&quot;18&quot;/&gt;&lt;lineCharCount val=&quot;13&quot;/&gt;&lt;lineCharCount val=&quot;13&quot;/&gt;&lt;lineCharCount val=&quot;14&quot;/&gt;&lt;lineCharCount val=&quot;42&quot;/&gt;&lt;/TableIndex&gt;&lt;/ShapeTextInfo&gt;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AppData\Local\Temp\~Ca2C99\data\asimages\{DD12C9DC-4A44-4057-8C17-E2E2DEC22800}_6.png&quot;/&gt;&lt;left val=&quot;599&quot;/&gt;&lt;top val=&quot;492&quot;/&gt;&lt;width val=&quot;92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AppData\Local\Temp\~Ca2C99\data\asimages\{87E9C60E-44B4-4026-93C2-78F3F0F6A487}_6.png&quot;/&gt;&lt;left val=&quot;120&quot;/&gt;&lt;top val=&quot;96&quot;/&gt;&lt;width val=&quot;568&quot;/&gt;&lt;height val=&quot;167&quot;/&gt;&lt;hasText val=&quot;1&quot;/&gt;&lt;/Image&gt;&lt;/ThreeDShapeInfo&gt;"/>
  <p:tag name="PRESENTER_SHAPETEXTINFO" val="&lt;ShapeTextInfo&gt;&lt;TableIndex row=&quot;-1&quot; col=&quot;-1&quot;&gt;&lt;linesCount val=&quot;2&quot;/&gt;&lt;lineCharCount val=&quot;17&quot;/&gt;&lt;lineCharCount val=&quot;19&quot;/&gt;&lt;/TableIndex&gt;&lt;/ShapeTextInfo&gt;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AppData\Local\Temp\~Ca2C99\data\asimages\{65CA70BE-42DF-467D-AC05-278FF5B6A505}_6.png&quot;/&gt;&lt;left val=&quot;213&quot;/&gt;&lt;top val=&quot;179&quot;/&gt;&lt;width val=&quot;477&quot;/&gt;&lt;height val=&quot;95&quot;/&gt;&lt;hasText val=&quot;1&quot;/&gt;&lt;/Image&gt;&lt;/ThreeDShapeInfo&gt;"/>
  <p:tag name="PRESENTER_SHAPETEXTINFO" val="&lt;ShapeTextInfo&gt;&lt;TableIndex row=&quot;-1&quot; col=&quot;-1&quot;&gt;&lt;linesCount val=&quot;2&quot;/&gt;&lt;lineCharCount val=&quot;21&quot;/&gt;&lt;lineCharCount val=&quot;11&quot;/&gt;&lt;/TableIndex&gt;&lt;/ShapeTextInfo&gt;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AppData\Local\Temp\~Ca2C99\data\asimages\{299EAB63-5832-4555-A6E3-D3180CEF98B4}_6.png&quot;/&gt;&lt;left val=&quot;217&quot;/&gt;&lt;top val=&quot;260&quot;/&gt;&lt;width val=&quot;467&quot;/&gt;&lt;height val=&quot;51&quot;/&gt;&lt;hasText val=&quot;1&quot;/&gt;&lt;/Image&gt;&lt;/ThreeDShapeInfo&gt;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AppData\Local\Temp\~Ca2C99\data\asimages\{2F4B367F-419F-447E-AD61-4AE9028E25EC}_6.png&quot;/&gt;&lt;left val=&quot;143&quot;/&gt;&lt;top val=&quot;303&quot;/&gt;&lt;width val=&quot;545&quot;/&gt;&lt;height val=&quot;56&quot;/&gt;&lt;hasText val=&quot;1&quot;/&gt;&lt;/Image&gt;&lt;/ThreeDShapeInfo&gt;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1&quot;/&gt;&lt;/TableIndex&gt;&lt;/ShapeTextInfo&gt;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6&quot;/&gt;&lt;/TableIndex&gt;&lt;/ShapeTextInfo&gt;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NARRATION" val="7,1261135890,H:\My Drive\UWMdrive\Courses\ECE552\ece552-lec02_ISABasics_pptx\Media.ppcx"/>
  <p:tag name="HTML_SHAPEINFO" val="&lt;SlideThumbPath val=&quot;Slide7.PNG&quot;/&gt;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AppData\Local\Temp\~Ca2C99\data\asimages\{F763B83A-E822-4194-968A-8B224D1C8409}_7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9&quot;/&gt;&lt;/TableIndex&gt;&lt;/ShapeTextInfo&gt;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AppData\Local\Temp\~Ca2C99\data\asimages\{CC5435EF-9AC5-4709-960C-84EA44087BCA}_7.png&quot;/&gt;&lt;left val=&quot;27&quot;/&gt;&lt;top val=&quot;114&quot;/&gt;&lt;width val=&quot;662&quot;/&gt;&lt;height val=&quot;387&quot;/&gt;&lt;hasText val=&quot;1&quot;/&gt;&lt;/Image&gt;&lt;/ThreeDShapeInfo&gt;"/>
  <p:tag name="PRESENTER_SHAPETEXTINFO" val="&lt;ShapeTextInfo&gt;&lt;TableIndex row=&quot;-1&quot; col=&quot;-1&quot;&gt;&lt;linesCount val=&quot;12&quot;/&gt;&lt;lineCharCount val=&quot;44&quot;/&gt;&lt;lineCharCount val=&quot;18&quot;/&gt;&lt;lineCharCount val=&quot;18&quot;/&gt;&lt;lineCharCount val=&quot;18&quot;/&gt;&lt;lineCharCount val=&quot;39&quot;/&gt;&lt;lineCharCount val=&quot;18&quot;/&gt;&lt;lineCharCount val=&quot;38&quot;/&gt;&lt;lineCharCount val=&quot;67&quot;/&gt;&lt;lineCharCount val=&quot;21&quot;/&gt;&lt;lineCharCount val=&quot;51&quot;/&gt;&lt;lineCharCount val=&quot;15&quot;/&gt;&lt;lineCharCount val=&quot;52&quot;/&gt;&lt;/TableIndex&gt;&lt;/ShapeTextInfo&gt;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AppData\Local\Temp\~Ca2C99\data\asimages\{7A15D61F-E9AB-4ACA-B660-2DF067AF00AA}_7.png&quot;/&gt;&lt;left val=&quot;599&quot;/&gt;&lt;top val=&quot;492&quot;/&gt;&lt;width val=&quot;92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NARRATION" val="8,1261135890,H:\My Drive\UWMdrive\Courses\ECE552\ece552-lec02_ISABasics_pptx\Media.ppcx"/>
  <p:tag name="HTML_SHAPEINFO" val="&lt;SlideThumbPath val=&quot;Slide8.PNG&quot;/&gt;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AppData\Local\Temp\~Ca2C99\data\asimages\{3B76DBCC-1324-4A1F-85E6-7A193A41A69B}_8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17&quot;/&gt;&lt;/TableIndex&gt;&lt;/ShapeTextInfo&gt;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F6AFACAF-5981-42F8-BD8A-1F5E468F0433}&quot;/&gt;&lt;isInvalidForFieldText val=&quot;0&quot;/&gt;&lt;Image&gt;&lt;filename val=&quot;C:\Users\sanmi\AppData\Local\Temp\~Ca2C99\data\asimages\{F6AFACAF-5981-42F8-BD8A-1F5E468F0433}.png&quot;/&gt;&lt;left val=&quot;275&quot;/&gt;&lt;top val=&quot;465&quot;/&gt;&lt;width val=&quot;2&quot;/&gt;&lt;height val=&quot;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50B5C4C5-8D4F-4C3F-B4AA-DC72E6035156}&quot;/&gt;&lt;isInvalidForFieldText val=&quot;0&quot;/&gt;&lt;Image&gt;&lt;filename val=&quot;C:\Users\sanmi\AppData\Local\Temp\~Ca2C99\data\asimages\{50B5C4C5-8D4F-4C3F-B4AA-DC72E6035156}.png&quot;/&gt;&lt;left val=&quot;212&quot;/&gt;&lt;top val=&quot;477&quot;/&gt;&lt;width val=&quot;2&quot;/&gt;&lt;height val=&quot;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376EC177-9F28-49DC-8810-98CC26C3D535}&quot;/&gt;&lt;isInvalidForFieldText val=&quot;0&quot;/&gt;&lt;Image&gt;&lt;filename val=&quot;C:\Users\sanmi\AppData\Local\Temp\~Ca2C99\data\asimages\{376EC177-9F28-49DC-8810-98CC26C3D535}.png&quot;/&gt;&lt;left val=&quot;212&quot;/&gt;&lt;top val=&quot;481&quot;/&gt;&lt;width val=&quot;2&quot;/&gt;&lt;height val=&quot;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AppData\Local\Temp\~Ca2C99\data\asimages\{3CA051F5-4116-41F7-A0E4-3F3AA9066A46}_8.png&quot;/&gt;&lt;left val=&quot;599&quot;/&gt;&lt;top val=&quot;492&quot;/&gt;&lt;width val=&quot;92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NARRATION" val="9,1261135890,H:\My Drive\UWMdrive\Courses\ECE552\ece552-lec02_ISABasics_pptx\Media.ppcx"/>
  <p:tag name="HTML_SHAPEINFO" val="&lt;SlideThumbPath val=&quot;Slide9.PNG&quot;/&gt;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AppData\Local\Temp\~Ca2C99\data\asimages\{7FF1B249-6E59-43E6-B989-005552C1767A}_9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25&quot;/&gt;&lt;/TableIndex&gt;&lt;/ShapeTextInfo&gt;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AppData\Local\Temp\~Ca2C99\data\asimages\{88BE5B57-1EF1-4D39-91B8-32C578F2E236}_9.png&quot;/&gt;&lt;left val=&quot;27&quot;/&gt;&lt;top val=&quot;114&quot;/&gt;&lt;width val=&quot;657&quot;/&gt;&lt;height val=&quot;401&quot;/&gt;&lt;hasText val=&quot;1&quot;/&gt;&lt;/Image&gt;&lt;/ThreeDShapeInfo&gt;"/>
  <p:tag name="PRESENTER_SHAPETEXTINFO" val="&lt;ShapeTextInfo&gt;&lt;TableIndex row=&quot;-1&quot; col=&quot;-1&quot;&gt;&lt;linesCount val=&quot;12&quot;/&gt;&lt;lineCharCount val=&quot;14&quot;/&gt;&lt;lineCharCount val=&quot;45&quot;/&gt;&lt;lineCharCount val=&quot;6&quot;/&gt;&lt;lineCharCount val=&quot;25&quot;/&gt;&lt;lineCharCount val=&quot;24&quot;/&gt;&lt;lineCharCount val=&quot;43&quot;/&gt;&lt;lineCharCount val=&quot;10&quot;/&gt;&lt;lineCharCount val=&quot;8&quot;/&gt;&lt;lineCharCount val=&quot;9&quot;/&gt;&lt;lineCharCount val=&quot;35&quot;/&gt;&lt;lineCharCount val=&quot;61&quot;/&gt;&lt;lineCharCount val=&quot;25&quot;/&gt;&lt;/TableIndex&gt;&lt;/ShapeTextInfo&gt;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AppData\Local\Temp\~Ca2C99\data\asimages\{A8DACDD3-48CF-4FB5-A450-F29A08217B9B}_9.png&quot;/&gt;&lt;left val=&quot;599&quot;/&gt;&lt;top val=&quot;492&quot;/&gt;&lt;width val=&quot;92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NARRATION" val="10,1261135890,H:\My Drive\UWMdrive\Courses\ECE552\ece552-lec02_ISABasics_pptx\Media.ppcx"/>
  <p:tag name="HTML_SHAPEINFO" val="&lt;SlideThumbPath val=&quot;Slide10.PNG&quot;/&gt;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AppData\Local\Temp\~Ca2C99\data\asimages\{C54DD8CB-F106-419D-B804-29B5FEFC8761}_10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21&quot;/&gt;&lt;/TableIndex&gt;&lt;/ShapeTextInfo&gt;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AppData\Local\Temp\~Ca2C99\data\asimages\{E13D239B-4BC7-424B-8BF8-81CC0C3507F9}_10.png&quot;/&gt;&lt;left val=&quot;24&quot;/&gt;&lt;top val=&quot;119&quot;/&gt;&lt;width val=&quot;659&quot;/&gt;&lt;height val=&quot;363&quot;/&gt;&lt;hasText val=&quot;1&quot;/&gt;&lt;/Image&gt;&lt;/ThreeDShapeInfo&gt;"/>
  <p:tag name="PRESENTER_SHAPETEXTINFO" val="&lt;ShapeTextInfo&gt;&lt;TableIndex row=&quot;-1&quot; col=&quot;-1&quot;&gt;&lt;linesCount val=&quot;7&quot;/&gt;&lt;lineCharCount val=&quot;35&quot;/&gt;&lt;lineCharCount val=&quot;17&quot;/&gt;&lt;lineCharCount val=&quot;32&quot;/&gt;&lt;lineCharCount val=&quot;34&quot;/&gt;&lt;lineCharCount val=&quot;48&quot;/&gt;&lt;lineCharCount val=&quot;35&quot;/&gt;&lt;lineCharCount val=&quot;49&quot;/&gt;&lt;/TableIndex&gt;&lt;/ShapeTextInfo&gt;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AppData\Local\Temp\~Ca2C99\data\asimages\{BB8DF053-2059-4657-B2A3-77DFC58986FD}_10.png&quot;/&gt;&lt;left val=&quot;599&quot;/&gt;&lt;top val=&quot;492&quot;/&gt;&lt;width val=&quot;92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NARRATION" val="11,1261135890,H:\My Drive\UWMdrive\Courses\ECE552\ece552-lec02_ISABasics_pptx\Media.ppcx"/>
  <p:tag name="HTML_SHAPEINFO" val="&lt;SlideThumbPath val=&quot;Slide11.PNG&quot;/&gt;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AppData\Local\Temp\~Ca2C99\data\asimages\{50171410-919E-4929-BBC9-06AEFCE5635C}_11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21&quot;/&gt;&lt;/TableIndex&gt;&lt;/ShapeTextInfo&gt;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AppData\Local\Temp\~Ca2C99\data\asimages\{CBE7D6F2-5E6D-41B9-A96F-37D119C07720}_11.png&quot;/&gt;&lt;left val=&quot;599&quot;/&gt;&lt;top val=&quot;492&quot;/&gt;&lt;width val=&quot;92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NARRATION" val="12,1261135890,H:\My Drive\UWMdrive\Courses\ECE552\ece552-lec02_ISABasics_pptx\Media.ppcx"/>
  <p:tag name="HTML_SHAPEINFO" val="&lt;SlideThumbPath val=&quot;Slide12.PNG&quot;/&gt;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AppData\Local\Temp\~Ca2C99\data\asimages\{63B96732-8609-46F6-A92B-56DE0A1A835D}_12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21&quot;/&gt;&lt;/TableIndex&gt;&lt;/ShapeTextInfo&gt;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AppData\Local\Temp\~Ca2C99\data\asimages\{50665868-A367-4D5A-B8AD-2D67536B24B5}_12.png&quot;/&gt;&lt;left val=&quot;27&quot;/&gt;&lt;top val=&quot;120&quot;/&gt;&lt;width val=&quot;657&quot;/&gt;&lt;height val=&quot;362&quot;/&gt;&lt;hasText val=&quot;1&quot;/&gt;&lt;/Image&gt;&lt;/ThreeDShapeInfo&gt;"/>
  <p:tag name="PRESENTER_SHAPETEXTINFO" val="&lt;ShapeTextInfo&gt;&lt;TableIndex row=&quot;-1&quot; col=&quot;-1&quot;&gt;&lt;linesCount val=&quot;8&quot;/&gt;&lt;lineCharCount val=&quot;21&quot;/&gt;&lt;lineCharCount val=&quot;17&quot;/&gt;&lt;lineCharCount val=&quot;41&quot;/&gt;&lt;lineCharCount val=&quot;42&quot;/&gt;&lt;lineCharCount val=&quot;19&quot;/&gt;&lt;lineCharCount val=&quot;19&quot;/&gt;&lt;lineCharCount val=&quot;19&quot;/&gt;&lt;lineCharCount val=&quot;49&quot;/&gt;&lt;/TableIndex&gt;&lt;/ShapeTextInfo&gt;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AppData\Local\Temp\~Ca2C99\data\asimages\{4560B729-AD06-4115-BC67-3CED08F6DC62}_12.png&quot;/&gt;&lt;left val=&quot;599&quot;/&gt;&lt;top val=&quot;492&quot;/&gt;&lt;width val=&quot;92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NARRATION" val="13,1261135890,H:\My Drive\UWMdrive\Courses\ECE552\ece552-lec02_ISABasics_pptx\Media.ppcx"/>
  <p:tag name="HTML_SHAPEINFO" val="&lt;SlideThumbPath val=&quot;Slide13.PNG&quot;/&gt;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AppData\Local\Temp\~Ca2C99\data\asimages\{A08A54FE-5223-4561-A3EE-B1A72C583E8B}_13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18&quot;/&gt;&lt;/TableIndex&gt;&lt;/ShapeTextInfo&gt;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AppData\Local\Temp\~Ca2C99\data\asimages\{3E83DC76-6F76-4887-805A-4C68866B5F18}_13.png&quot;/&gt;&lt;left val=&quot;49&quot;/&gt;&lt;top val=&quot;113&quot;/&gt;&lt;width val=&quot;244&quot;/&gt;&lt;height val=&quot;168&quot;/&gt;&lt;hasText val=&quot;1&quot;/&gt;&lt;/Image&gt;&lt;/ThreeDShapeInfo&gt;"/>
  <p:tag name="PRESENTER_SHAPETEXTINFO" val="&lt;ShapeTextInfo&gt;&lt;TableIndex row=&quot;-1&quot; col=&quot;-1&quot;&gt;&lt;linesCount val=&quot;4&quot;/&gt;&lt;lineCharCount val=&quot;18&quot;/&gt;&lt;lineCharCount val=&quot;11&quot;/&gt;&lt;lineCharCount val=&quot;11&quot;/&gt;&lt;lineCharCount val=&quot;2&quot;/&gt;&lt;/TableIndex&gt;&lt;/ShapeTextInfo&gt;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AppData\Local\Temp\~Ca2C99\data\asimages\{837360C8-5824-47EA-ABAA-9704B3C87CBC}_13.png&quot;/&gt;&lt;left val=&quot;599&quot;/&gt;&lt;top val=&quot;492&quot;/&gt;&lt;width val=&quot;92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NARRATION" val="14,1261135890,H:\My Drive\UWMdrive\Courses\ECE552\ece552-lec02_ISABasics_pptx\Media.ppcx"/>
  <p:tag name="HTML_SHAPEINFO" val="&lt;SlideThumbPath val=&quot;Slide14.PNG&quot;/&gt;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AppData\Local\Temp\~Ca2C99\data\asimages\{05325B74-9039-4D87-887B-568F03384045}_14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18&quot;/&gt;&lt;/TableIndex&gt;&lt;/ShapeTextInfo&gt;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AppData\Local\Temp\~Ca2C99\data\asimages\{715E0F33-E938-4687-B49E-E1D60AB22A85}_14.png&quot;/&gt;&lt;left val=&quot;49&quot;/&gt;&lt;top val=&quot;113&quot;/&gt;&lt;width val=&quot;244&quot;/&gt;&lt;height val=&quot;168&quot;/&gt;&lt;hasText val=&quot;1&quot;/&gt;&lt;/Image&gt;&lt;/ThreeDShapeInfo&gt;"/>
  <p:tag name="PRESENTER_SHAPETEXTINFO" val="&lt;ShapeTextInfo&gt;&lt;TableIndex row=&quot;-1&quot; col=&quot;-1&quot;&gt;&lt;linesCount val=&quot;4&quot;/&gt;&lt;lineCharCount val=&quot;18&quot;/&gt;&lt;lineCharCount val=&quot;11&quot;/&gt;&lt;lineCharCount val=&quot;11&quot;/&gt;&lt;lineCharCount val=&quot;2&quot;/&gt;&lt;/TableIndex&gt;&lt;/ShapeTextInfo&gt;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AppData\Local\Temp\~Ca2C99\data\asimages\{012EFCC1-6FE1-4FCA-86D9-6EB61520CF13}_14.png&quot;/&gt;&lt;left val=&quot;282&quot;/&gt;&lt;top val=&quot;114&quot;/&gt;&lt;width val=&quot;336&quot;/&gt;&lt;height val=&quot;271&quot;/&gt;&lt;hasText val=&quot;1&quot;/&gt;&lt;/Image&gt;&lt;/ThreeDShapeInfo&gt;"/>
  <p:tag name="PRESENTER_SHAPETEXTINFO" val="&lt;ShapeTextInfo&gt;&lt;TableIndex row=&quot;-1&quot; col=&quot;-1&quot;&gt;&lt;linesCount val=&quot;6&quot;/&gt;&lt;lineCharCount val=&quot;25&quot;/&gt;&lt;lineCharCount val=&quot;7&quot;/&gt;&lt;lineCharCount val=&quot;2&quot;/&gt;&lt;lineCharCount val=&quot;2&quot;/&gt;&lt;lineCharCount val=&quot;2&quot;/&gt;&lt;lineCharCount val=&quot;5&quot;/&gt;&lt;/TableIndex&gt;&lt;/ShapeTextInfo&gt;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AppData\Local\Temp\~Ca2C99\data\asimages\{F82FD0A7-65DC-4615-9389-198E9CB56F4C}_14.png&quot;/&gt;&lt;left val=&quot;599&quot;/&gt;&lt;top val=&quot;492&quot;/&gt;&lt;width val=&quot;92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NARRATION" val="15,1261135890,H:\My Drive\UWMdrive\Courses\ECE552\ece552-lec02_ISABasics_pptx\Media.ppcx"/>
  <p:tag name="HTML_SHAPEINFO" val="&lt;SlideThumbPath val=&quot;Slide15.PNG&quot;/&gt;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AppData\Local\Temp\~Ca2C99\data\asimages\{D55B0863-7FE6-4DB2-8C56-2ECF41608E66}_15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18&quot;/&gt;&lt;/TableIndex&gt;&lt;/ShapeTextInfo&gt;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AppData\Local\Temp\~Ca2C99\data\asimages\{4797E488-D115-4AD1-8AAA-4D35C5CA6CC3}_15.png&quot;/&gt;&lt;left val=&quot;49&quot;/&gt;&lt;top val=&quot;113&quot;/&gt;&lt;width val=&quot;244&quot;/&gt;&lt;height val=&quot;168&quot;/&gt;&lt;hasText val=&quot;1&quot;/&gt;&lt;/Image&gt;&lt;/ThreeDShapeInfo&gt;"/>
  <p:tag name="PRESENTER_SHAPETEXTINFO" val="&lt;ShapeTextInfo&gt;&lt;TableIndex row=&quot;-1&quot; col=&quot;-1&quot;&gt;&lt;linesCount val=&quot;4&quot;/&gt;&lt;lineCharCount val=&quot;18&quot;/&gt;&lt;lineCharCount val=&quot;11&quot;/&gt;&lt;lineCharCount val=&quot;11&quot;/&gt;&lt;lineCharCount val=&quot;2&quot;/&gt;&lt;/TableIndex&gt;&lt;/ShapeTextInfo&gt;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AppData\Local\Temp\~Ca2C99\data\asimages\{36F318B6-409E-4A16-97E3-34414387005D}_15.png&quot;/&gt;&lt;left val=&quot;282&quot;/&gt;&lt;top val=&quot;114&quot;/&gt;&lt;width val=&quot;336&quot;/&gt;&lt;height val=&quot;271&quot;/&gt;&lt;hasText val=&quot;1&quot;/&gt;&lt;/Image&gt;&lt;/ThreeDShapeInfo&gt;"/>
  <p:tag name="PRESENTER_SHAPETEXTINFO" val="&lt;ShapeTextInfo&gt;&lt;TableIndex row=&quot;-1&quot; col=&quot;-1&quot;&gt;&lt;linesCount val=&quot;6&quot;/&gt;&lt;lineCharCount val=&quot;25&quot;/&gt;&lt;lineCharCount val=&quot;25&quot;/&gt;&lt;lineCharCount val=&quot;19&quot;/&gt;&lt;lineCharCount val=&quot;19&quot;/&gt;&lt;lineCharCount val=&quot;12&quot;/&gt;&lt;lineCharCount val=&quot;5&quot;/&gt;&lt;/TableIndex&gt;&lt;/ShapeTextInfo&gt;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AppData\Local\Temp\~Ca2C99\data\asimages\{AEFA3D08-1109-4DE2-9FA7-CD8B5E223A86}_15.png&quot;/&gt;&lt;left val=&quot;599&quot;/&gt;&lt;top val=&quot;492&quot;/&gt;&lt;width val=&quot;92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AppData\Local\Temp\~Ca2C99\data\asimages\{1178124E-F5FF-43CF-AB2E-C354C63DF7BF}_15.png&quot;/&gt;&lt;left val=&quot;27&quot;/&gt;&lt;top val=&quot;390&quot;/&gt;&lt;width val=&quot;657&quot;/&gt;&lt;height val=&quot;126&quot;/&gt;&lt;hasText val=&quot;1&quot;/&gt;&lt;/Image&gt;&lt;/ThreeDShapeInfo&gt;"/>
  <p:tag name="PRESENTER_SHAPETEXTINFO" val="&lt;ShapeTextInfo&gt;&lt;TableIndex row=&quot;-1&quot; col=&quot;-1&quot;&gt;&lt;linesCount val=&quot;3&quot;/&gt;&lt;lineCharCount val=&quot;23&quot;/&gt;&lt;lineCharCount val=&quot;25&quot;/&gt;&lt;lineCharCount val=&quot;32&quot;/&gt;&lt;/TableIndex&gt;&lt;/ShapeTextInfo&gt;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NARRATION" val="16,1261135890,H:\My Drive\UWMdrive\Courses\ECE552\ece552-lec02_ISABasics_pptx\Media.ppcx"/>
  <p:tag name="HTML_SHAPEINFO" val="&lt;SlideThumbPath val=&quot;Slide16.PNG&quot;/&gt;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AppData\Local\Temp\~Ca2C99\data\asimages\{EC409C60-BDFE-41BD-9318-C51191267599}_16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18&quot;/&gt;&lt;/TableIndex&gt;&lt;/ShapeTextInfo&gt;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AppData\Local\Temp\~Ca2C99\data\asimages\{10F353CE-4703-44A2-9728-5E8B73D64DDF}_16.png&quot;/&gt;&lt;left val=&quot;27&quot;/&gt;&lt;top val=&quot;120&quot;/&gt;&lt;width val=&quot;668&quot;/&gt;&lt;height val=&quot;403&quot;/&gt;&lt;hasText val=&quot;1&quot;/&gt;&lt;/Image&gt;&lt;/ThreeDShapeInfo&gt;"/>
  <p:tag name="PRESENTER_SHAPETEXTINFO" val="&lt;ShapeTextInfo&gt;&lt;TableIndex row=&quot;-1&quot; col=&quot;-1&quot;&gt;&lt;linesCount val=&quot;11&quot;/&gt;&lt;lineCharCount val=&quot;25&quot;/&gt;&lt;lineCharCount val=&quot;28&quot;/&gt;&lt;lineCharCount val=&quot;31&quot;/&gt;&lt;lineCharCount val=&quot;60&quot;/&gt;&lt;lineCharCount val=&quot;22&quot;/&gt;&lt;lineCharCount val=&quot;38&quot;/&gt;&lt;lineCharCount val=&quot;6&quot;/&gt;&lt;lineCharCount val=&quot;43&quot;/&gt;&lt;lineCharCount val=&quot;12&quot;/&gt;&lt;lineCharCount val=&quot;44&quot;/&gt;&lt;lineCharCount val=&quot;49&quot;/&gt;&lt;/TableIndex&gt;&lt;/ShapeTextInfo&gt;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AppData\Local\Temp\~Ca2C99\data\asimages\{FF25FD29-62ED-4CE3-9270-5C8257FDEA69}_16.png&quot;/&gt;&lt;left val=&quot;599&quot;/&gt;&lt;top val=&quot;492&quot;/&gt;&lt;width val=&quot;92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NARRATION" val="17,1261135890,H:\My Drive\UWMdrive\Courses\ECE552\ece552-lec02_ISABasics_pptx\Media.ppcx"/>
  <p:tag name="HTML_SHAPEINFO" val="&lt;SlideThumbPath val=&quot;Slide17.PNG&quot;/&gt;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AppData\Local\Temp\~Ca2C99\data\asimages\{54D1A5D2-BB14-40D1-9F03-82E49337B16D}_17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18&quot;/&gt;&lt;/TableIndex&gt;&lt;/ShapeTextInfo&gt;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AppData\Local\Temp\~Ca2C99\data\asimages\{697FA216-BF29-4E8E-95CE-BFF4C33EA543}_17.png&quot;/&gt;&lt;left val=&quot;24&quot;/&gt;&lt;top val=&quot;112&quot;/&gt;&lt;width val=&quot;659&quot;/&gt;&lt;height val=&quot;370&quot;/&gt;&lt;hasText val=&quot;1&quot;/&gt;&lt;/Image&gt;&lt;/ThreeDShapeInfo&gt;"/>
  <p:tag name="PRESENTER_SHAPETEXTINFO" val="&lt;ShapeTextInfo&gt;&lt;TableIndex row=&quot;-1&quot; col=&quot;-1&quot;&gt;&lt;linesCount val=&quot;9&quot;/&gt;&lt;lineCharCount val=&quot;14&quot;/&gt;&lt;lineCharCount val=&quot;71&quot;/&gt;&lt;lineCharCount val=&quot;6&quot;/&gt;&lt;lineCharCount val=&quot;19&quot;/&gt;&lt;lineCharCount val=&quot;20&quot;/&gt;&lt;lineCharCount val=&quot;20&quot;/&gt;&lt;lineCharCount val=&quot;19&quot;/&gt;&lt;lineCharCount val=&quot;38&quot;/&gt;&lt;lineCharCount val=&quot;41&quot;/&gt;&lt;/TableIndex&gt;&lt;/ShapeTextInfo&gt;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AppData\Local\Temp\~Ca2C99\data\asimages\{2E3BE7D8-4B14-43C1-8AEF-0F73550F8C04}_17.png&quot;/&gt;&lt;left val=&quot;599&quot;/&gt;&lt;top val=&quot;492&quot;/&gt;&lt;width val=&quot;92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NARRATION" val="18,1261135890,H:\My Drive\UWMdrive\Courses\ECE552\ece552-lec02_ISABasics_pptx\Media.ppcx"/>
  <p:tag name="HTML_SHAPEINFO" val="&lt;SlideThumbPath val=&quot;Slide18.PNG&quot;/&gt;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AppData\Local\Temp\~Ca2C99\data\asimages\{68CA5EC6-4830-43BF-8267-39331DE3E245}_18.png&quot;/&gt;&lt;left val=&quot;35&quot;/&gt;&lt;top val=&quot;20&quot;/&gt;&lt;width val=&quot;588&quot;/&gt;&lt;height val=&quot;93&quot;/&gt;&lt;hasText val=&quot;1&quot;/&gt;&lt;/Image&gt;&lt;/ThreeDShapeInfo&gt;"/>
  <p:tag name="PRESENTER_SHAPETEXTINFO" val="&lt;ShapeTextInfo&gt;&lt;TableIndex row=&quot;-1&quot; col=&quot;-1&quot;&gt;&lt;linesCount val=&quot;1&quot;/&gt;&lt;lineCharCount val=&quot;15&quot;/&gt;&lt;/TableIndex&gt;&lt;/ShapeTextInfo&gt;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AppData\Local\Temp\~Ca2C99\data\asimages\{D3083440-8642-4AD8-9E8C-D0DA30B59F22}_18.png&quot;/&gt;&lt;left val=&quot;21&quot;/&gt;&lt;top val=&quot;101&quot;/&gt;&lt;width val=&quot;661&quot;/&gt;&lt;height val=&quot;106&quot;/&gt;&lt;hasText val=&quot;1&quot;/&gt;&lt;/Image&gt;&lt;/ThreeDShapeInfo&gt;"/>
  <p:tag name="PRESENTER_SHAPETEXTINFO" val="&lt;ShapeTextInfo&gt;&lt;TableIndex row=&quot;-1&quot; col=&quot;-1&quot;&gt;&lt;linesCount val=&quot;2&quot;/&gt;&lt;lineCharCount val=&quot;46&quot;/&gt;&lt;lineCharCount val=&quot;17&quot;/&gt;&lt;/TableIndex&gt;&lt;/ShapeTextInfo&gt;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AppData\Local\Temp\~Ca2C99\data\asimages\{BDA8F36E-066D-45ED-89D0-BBD43B4A24EE}_18.png&quot;/&gt;&lt;left val=&quot;599&quot;/&gt;&lt;top val=&quot;492&quot;/&gt;&lt;width val=&quot;92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A339FDCB-A07C-49DE-8EEB-B6BD2DB4A81C}&quot;/&gt;&lt;isInvalidForFieldText val=&quot;0&quot;/&gt;&lt;Image&gt;&lt;filename val=&quot;C:\Users\sanmi\AppData\Local\Temp\~Ca2C99\data\asimages\{A339FDCB-A07C-49DE-8EEB-B6BD2DB4A81C}.png&quot;/&gt;&lt;left val=&quot;230&quot;/&gt;&lt;top val=&quot;209&quot;/&gt;&lt;width val=&quot;259&quot;/&gt;&lt;height val=&quot;290&quot;/&gt;&lt;hasText val=&quot;1&quot;/&gt;&lt;/Image&gt;&lt;/ThreeDShapeInfo&gt;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NARRATION" val="19,1261135890,H:\My Drive\UWMdrive\Courses\ECE552\ece552-lec02_ISABasics_pptx\Media.ppcx"/>
  <p:tag name="HTML_SHAPEINFO" val="&lt;SlideThumbPath val=&quot;Slide19.PNG&quot;/&gt;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AppData\Local\Temp\~Ca2C99\data\asimages\{0E5923D5-A8F5-46FC-82A5-FB35C34E28CD}_19.png&quot;/&gt;&lt;left val=&quot;35&quot;/&gt;&lt;top val=&quot;20&quot;/&gt;&lt;width val=&quot;588&quot;/&gt;&lt;height val=&quot;93&quot;/&gt;&lt;hasText val=&quot;1&quot;/&gt;&lt;/Image&gt;&lt;/ThreeDShapeInfo&gt;"/>
  <p:tag name="PRESENTER_SHAPETEXTINFO" val="&lt;ShapeTextInfo&gt;&lt;TableIndex row=&quot;-1&quot; col=&quot;-1&quot;&gt;&lt;linesCount val=&quot;1&quot;/&gt;&lt;lineCharCount val=&quot;24&quot;/&gt;&lt;/TableIndex&gt;&lt;/ShapeTextInfo&gt;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AppData\Local\Temp\~Ca2C99\data\asimages\{3D9C2620-7AEA-43E9-87BE-21DD69E325F3}_19.png&quot;/&gt;&lt;left val=&quot;21&quot;/&gt;&lt;top val=&quot;101&quot;/&gt;&lt;width val=&quot;661&quot;/&gt;&lt;height val=&quot;72&quot;/&gt;&lt;hasText val=&quot;1&quot;/&gt;&lt;/Image&gt;&lt;/ThreeDShapeInfo&gt;"/>
  <p:tag name="PRESENTER_SHAPETEXTINFO" val="&lt;ShapeTextInfo&gt;&lt;TableIndex row=&quot;-1&quot; col=&quot;-1&quot;&gt;&lt;linesCount val=&quot;1&quot;/&gt;&lt;lineCharCount val=&quot;32&quot;/&gt;&lt;/TableIndex&gt;&lt;/ShapeTextInfo&gt;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AppData\Local\Temp\~Ca2C99\data\asimages\{141A2AB5-B38C-4FFF-A143-585F4E65D193}_19.png&quot;/&gt;&lt;left val=&quot;599&quot;/&gt;&lt;top val=&quot;492&quot;/&gt;&lt;width val=&quot;92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AppData\Local\Temp\~Ca2C99\data\asimages\{AD5F3F27-ECB6-410D-8904-E2839D6A9F5E}_19.png&quot;/&gt;&lt;left val=&quot;43&quot;/&gt;&lt;top val=&quot;170&quot;/&gt;&lt;width val=&quot;294&quot;/&gt;&lt;height val=&quot;137&quot;/&gt;&lt;hasText val=&quot;1&quot;/&gt;&lt;/Image&gt;&lt;/ThreeDShapeInfo&gt;"/>
  <p:tag name="PRESENTER_SHAPETEXTINFO" val="&lt;ShapeTextInfo&gt;&lt;TableIndex row=&quot;-1&quot; col=&quot;-1&quot;&gt;&lt;linesCount val=&quot;4&quot;/&gt;&lt;lineCharCount val=&quot;17&quot;/&gt;&lt;lineCharCount val=&quot;22&quot;/&gt;&lt;lineCharCount val=&quot;19&quot;/&gt;&lt;lineCharCount val=&quot;16&quot;/&gt;&lt;/TableIndex&gt;&lt;/ShapeTextInfo&gt;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NARRATION" val="20,1261135890,H:\My Drive\UWMdrive\Courses\ECE552\ece552-lec02_ISABasics_pptx\Media.ppcx"/>
  <p:tag name="HTML_SHAPEINFO" val="&lt;SlideThumbPath val=&quot;Slide20.PNG&quot;/&gt;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AppData\Local\Temp\~Ca2C99\data\asimages\{F187C072-55C5-4A31-BC91-29B2EB9A81E0}_20.png&quot;/&gt;&lt;left val=&quot;35&quot;/&gt;&lt;top val=&quot;20&quot;/&gt;&lt;width val=&quot;588&quot;/&gt;&lt;height val=&quot;93&quot;/&gt;&lt;hasText val=&quot;1&quot;/&gt;&lt;/Image&gt;&lt;/ThreeDShapeInfo&gt;"/>
  <p:tag name="PRESENTER_SHAPETEXTINFO" val="&lt;ShapeTextInfo&gt;&lt;TableIndex row=&quot;-1&quot; col=&quot;-1&quot;&gt;&lt;linesCount val=&quot;1&quot;/&gt;&lt;lineCharCount val=&quot;24&quot;/&gt;&lt;/TableIndex&gt;&lt;/ShapeTextInfo&gt;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AppData\Local\Temp\~Ca2C99\data\asimages\{E970DA7F-4D5A-49A2-8078-69C38F86972A}_20.png&quot;/&gt;&lt;left val=&quot;21&quot;/&gt;&lt;top val=&quot;101&quot;/&gt;&lt;width val=&quot;661&quot;/&gt;&lt;height val=&quot;72&quot;/&gt;&lt;hasText val=&quot;1&quot;/&gt;&lt;/Image&gt;&lt;/ThreeDShapeInfo&gt;"/>
  <p:tag name="PRESENTER_SHAPETEXTINFO" val="&lt;ShapeTextInfo&gt;&lt;TableIndex row=&quot;-1&quot; col=&quot;-1&quot;&gt;&lt;linesCount val=&quot;1&quot;/&gt;&lt;lineCharCount val=&quot;32&quot;/&gt;&lt;/TableIndex&gt;&lt;/ShapeTextInfo&gt;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AppData\Local\Temp\~Ca2C99\data\asimages\{CDE9924F-4F97-404B-A282-A901F553E109}_20.png&quot;/&gt;&lt;left val=&quot;599&quot;/&gt;&lt;top val=&quot;492&quot;/&gt;&lt;width val=&quot;92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AppData\Local\Temp\~Ca2C99\data\asimages\{FA6D606E-F006-417E-8572-7626CEA547D4}_20.png&quot;/&gt;&lt;left val=&quot;43&quot;/&gt;&lt;top val=&quot;170&quot;/&gt;&lt;width val=&quot;294&quot;/&gt;&lt;height val=&quot;137&quot;/&gt;&lt;hasText val=&quot;1&quot;/&gt;&lt;/Image&gt;&lt;/ThreeDShapeInfo&gt;"/>
  <p:tag name="PRESENTER_SHAPETEXTINFO" val="&lt;ShapeTextInfo&gt;&lt;TableIndex row=&quot;-1&quot; col=&quot;-1&quot;&gt;&lt;linesCount val=&quot;4&quot;/&gt;&lt;lineCharCount val=&quot;17&quot;/&gt;&lt;lineCharCount val=&quot;22&quot;/&gt;&lt;lineCharCount val=&quot;19&quot;/&gt;&lt;lineCharCount val=&quot;16&quot;/&gt;&lt;/TableIndex&gt;&lt;/ShapeTextInfo&gt;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AppData\Local\Temp\~Ca2C99\data\asimages\{79870CD5-9CA4-4229-BB02-D35E3A18568D}_20.png&quot;/&gt;&lt;left val=&quot;21&quot;/&gt;&lt;top val=&quot;347&quot;/&gt;&lt;width val=&quot;665&quot;/&gt;&lt;height val=&quot;153&quot;/&gt;&lt;hasText val=&quot;1&quot;/&gt;&lt;/Image&gt;&lt;/ThreeDShapeInfo&gt;"/>
  <p:tag name="PRESENTER_SHAPETEXTINFO" val="&lt;ShapeTextInfo&gt;&lt;TableIndex row=&quot;-1&quot; col=&quot;-1&quot;&gt;&lt;linesCount val=&quot;1&quot;/&gt;&lt;lineCharCount val=&quot;47&quot;/&gt;&lt;/TableIndex&gt;&lt;/ShapeTextInfo&gt;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NARRATION" val="21,1261135890,H:\My Drive\UWMdrive\Courses\ECE552\ece552-lec02_ISABasics_pptx\Media.ppcx"/>
  <p:tag name="HTML_SHAPEINFO" val="&lt;SlideThumbPath val=&quot;Slide21.PNG&quot;/&gt;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AppData\Local\Temp\~Ca2C99\data\asimages\{2EEA7DE5-CC34-40AE-AD9B-513A9147ADE4}_21.png&quot;/&gt;&lt;left val=&quot;35&quot;/&gt;&lt;top val=&quot;20&quot;/&gt;&lt;width val=&quot;588&quot;/&gt;&lt;height val=&quot;93&quot;/&gt;&lt;hasText val=&quot;1&quot;/&gt;&lt;/Image&gt;&lt;/ThreeDShapeInfo&gt;"/>
  <p:tag name="PRESENTER_SHAPETEXTINFO" val="&lt;ShapeTextInfo&gt;&lt;TableIndex row=&quot;-1&quot; col=&quot;-1&quot;&gt;&lt;linesCount val=&quot;1&quot;/&gt;&lt;lineCharCount val=&quot;24&quot;/&gt;&lt;/TableIndex&gt;&lt;/ShapeTextInfo&gt;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AppData\Local\Temp\~Ca2C99\data\asimages\{BF5A5E22-95B3-44EE-9C8B-EEE0D4F1CE4C}_21.png&quot;/&gt;&lt;left val=&quot;21&quot;/&gt;&lt;top val=&quot;101&quot;/&gt;&lt;width val=&quot;661&quot;/&gt;&lt;height val=&quot;72&quot;/&gt;&lt;hasText val=&quot;1&quot;/&gt;&lt;/Image&gt;&lt;/ThreeDShapeInfo&gt;"/>
  <p:tag name="PRESENTER_SHAPETEXTINFO" val="&lt;ShapeTextInfo&gt;&lt;TableIndex row=&quot;-1&quot; col=&quot;-1&quot;&gt;&lt;linesCount val=&quot;1&quot;/&gt;&lt;lineCharCount val=&quot;32&quot;/&gt;&lt;/TableIndex&gt;&lt;/ShapeTextInfo&gt;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AppData\Local\Temp\~Ca2C99\data\asimages\{B04D337C-3B6A-49F6-985D-CEBCBB0A336B}_21.png&quot;/&gt;&lt;left val=&quot;599&quot;/&gt;&lt;top val=&quot;492&quot;/&gt;&lt;width val=&quot;92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AppData\Local\Temp\~Ca2C99\data\asimages\{C99ECFB5-E485-4168-A273-B60491EB4EC7}_21.png&quot;/&gt;&lt;left val=&quot;43&quot;/&gt;&lt;top val=&quot;170&quot;/&gt;&lt;width val=&quot;294&quot;/&gt;&lt;height val=&quot;137&quot;/&gt;&lt;hasText val=&quot;1&quot;/&gt;&lt;/Image&gt;&lt;/ThreeDShapeInfo&gt;"/>
  <p:tag name="PRESENTER_SHAPETEXTINFO" val="&lt;ShapeTextInfo&gt;&lt;TableIndex row=&quot;-1&quot; col=&quot;-1&quot;&gt;&lt;linesCount val=&quot;4&quot;/&gt;&lt;lineCharCount val=&quot;17&quot;/&gt;&lt;lineCharCount val=&quot;22&quot;/&gt;&lt;lineCharCount val=&quot;19&quot;/&gt;&lt;lineCharCount val=&quot;16&quot;/&gt;&lt;/TableIndex&gt;&lt;/ShapeTextInfo&gt;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AppData\Local\Temp\~Ca2C99\data\asimages\{CB79ADD0-9D4A-4AA1-B5F8-8A01DD6D6970}_21.png&quot;/&gt;&lt;left val=&quot;21&quot;/&gt;&lt;top val=&quot;347&quot;/&gt;&lt;width val=&quot;665&quot;/&gt;&lt;height val=&quot;153&quot;/&gt;&lt;hasText val=&quot;1&quot;/&gt;&lt;/Image&gt;&lt;/ThreeDShapeInfo&gt;"/>
  <p:tag name="PRESENTER_SHAPETEXTINFO" val="&lt;ShapeTextInfo&gt;&lt;TableIndex row=&quot;-1&quot; col=&quot;-1&quot;&gt;&lt;linesCount val=&quot;3&quot;/&gt;&lt;lineCharCount val=&quot;47&quot;/&gt;&lt;lineCharCount val=&quot;1&quot;/&gt;&lt;lineCharCount val=&quot;43&quot;/&gt;&lt;/TableIndex&gt;&lt;/ShapeTextInfo&gt;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NARRATION" val="22,1261135890,H:\My Drive\UWMdrive\Courses\ECE552\ece552-lec02_ISABasics_pptx\Media.ppcx"/>
  <p:tag name="HTML_SHAPEINFO" val="&lt;SlideThumbPath val=&quot;Slide22.PNG&quot;/&gt;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AppData\Local\Temp\~Ca2C99\data\asimages\{F9A36DBA-A8D4-4E7D-B5DF-2123C90955C1}_22.png&quot;/&gt;&lt;left val=&quot;35&quot;/&gt;&lt;top val=&quot;20&quot;/&gt;&lt;width val=&quot;588&quot;/&gt;&lt;height val=&quot;93&quot;/&gt;&lt;hasText val=&quot;1&quot;/&gt;&lt;/Image&gt;&lt;/ThreeDShapeInfo&gt;"/>
  <p:tag name="PRESENTER_SHAPETEXTINFO" val="&lt;ShapeTextInfo&gt;&lt;TableIndex row=&quot;-1&quot; col=&quot;-1&quot;&gt;&lt;linesCount val=&quot;1&quot;/&gt;&lt;lineCharCount val=&quot;24&quot;/&gt;&lt;/TableIndex&gt;&lt;/ShapeTextInfo&gt;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AppData\Local\Temp\~Ca2C99\data\asimages\{BFE0B422-E2A9-4E2F-B64F-FE59E76E9216}_22.png&quot;/&gt;&lt;left val=&quot;21&quot;/&gt;&lt;top val=&quot;101&quot;/&gt;&lt;width val=&quot;661&quot;/&gt;&lt;height val=&quot;72&quot;/&gt;&lt;hasText val=&quot;1&quot;/&gt;&lt;/Image&gt;&lt;/ThreeDShapeInfo&gt;"/>
  <p:tag name="PRESENTER_SHAPETEXTINFO" val="&lt;ShapeTextInfo&gt;&lt;TableIndex row=&quot;-1&quot; col=&quot;-1&quot;&gt;&lt;linesCount val=&quot;1&quot;/&gt;&lt;lineCharCount val=&quot;32&quot;/&gt;&lt;/TableIndex&gt;&lt;/ShapeTextInfo&gt;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AppData\Local\Temp\~Ca2C99\data\asimages\{4CAE1EFC-4FC0-433E-A3DB-76E35933A61F}_22.png&quot;/&gt;&lt;left val=&quot;599&quot;/&gt;&lt;top val=&quot;492&quot;/&gt;&lt;width val=&quot;92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AppData\Local\Temp\~Ca2C99\data\asimages\{3A73E91F-EC32-42A1-A1D3-A6F8343B8EF6}_22.png&quot;/&gt;&lt;left val=&quot;43&quot;/&gt;&lt;top val=&quot;170&quot;/&gt;&lt;width val=&quot;295&quot;/&gt;&lt;height val=&quot;109&quot;/&gt;&lt;hasText val=&quot;1&quot;/&gt;&lt;/Image&gt;&lt;/ThreeDShapeInfo&gt;"/>
  <p:tag name="PRESENTER_SHAPETEXTINFO" val="&lt;ShapeTextInfo&gt;&lt;TableIndex row=&quot;-1&quot; col=&quot;-1&quot;&gt;&lt;linesCount val=&quot;3&quot;/&gt;&lt;lineCharCount val=&quot;17&quot;/&gt;&lt;lineCharCount val=&quot;22&quot;/&gt;&lt;lineCharCount val=&quot;16&quot;/&gt;&lt;/TableIndex&gt;&lt;/ShapeTextInfo&gt;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AppData\Local\Temp\~Ca2C99\data\asimages\{CF439A60-B40C-47FF-8363-9D4E11F0AE67}_22.png&quot;/&gt;&lt;left val=&quot;21&quot;/&gt;&lt;top val=&quot;347&quot;/&gt;&lt;width val=&quot;665&quot;/&gt;&lt;height val=&quot;153&quot;/&gt;&lt;hasText val=&quot;1&quot;/&gt;&lt;/Image&gt;&lt;/ThreeDShapeInfo&gt;"/>
  <p:tag name="PRESENTER_SHAPETEXTINFO" val="&lt;ShapeTextInfo&gt;&lt;TableIndex row=&quot;-1&quot; col=&quot;-1&quot;&gt;&lt;linesCount val=&quot;3&quot;/&gt;&lt;lineCharCount val=&quot;47&quot;/&gt;&lt;lineCharCount val=&quot;1&quot;/&gt;&lt;lineCharCount val=&quot;43&quot;/&gt;&lt;/TableIndex&gt;&lt;/ShapeTextInfo&gt;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NARRATION" val="23,1261135890,H:\My Drive\UWMdrive\Courses\ECE552\ece552-lec02_ISABasics_pptx\Media.ppcx"/>
  <p:tag name="HTML_SHAPEINFO" val="&lt;SlideThumbPath val=&quot;Slide23.PNG&quot;/&gt;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AppData\Local\Temp\~Ca2C99\data\asimages\{EEEE8951-12EA-4862-8BED-2ED292B4EB63}_23.png&quot;/&gt;&lt;left val=&quot;35&quot;/&gt;&lt;top val=&quot;20&quot;/&gt;&lt;width val=&quot;588&quot;/&gt;&lt;height val=&quot;93&quot;/&gt;&lt;hasText val=&quot;1&quot;/&gt;&lt;/Image&gt;&lt;/ThreeDShapeInfo&gt;"/>
  <p:tag name="PRESENTER_SHAPETEXTINFO" val="&lt;ShapeTextInfo&gt;&lt;TableIndex row=&quot;-1&quot; col=&quot;-1&quot;&gt;&lt;linesCount val=&quot;1&quot;/&gt;&lt;lineCharCount val=&quot;24&quot;/&gt;&lt;/TableIndex&gt;&lt;/ShapeTextInfo&gt;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AppData\Local\Temp\~Ca2C99\data\asimages\{609F7D8D-D433-4D97-8680-8ED66997973F}_23.png&quot;/&gt;&lt;left val=&quot;21&quot;/&gt;&lt;top val=&quot;101&quot;/&gt;&lt;width val=&quot;661&quot;/&gt;&lt;height val=&quot;72&quot;/&gt;&lt;hasText val=&quot;1&quot;/&gt;&lt;/Image&gt;&lt;/ThreeDShapeInfo&gt;"/>
  <p:tag name="PRESENTER_SHAPETEXTINFO" val="&lt;ShapeTextInfo&gt;&lt;TableIndex row=&quot;-1&quot; col=&quot;-1&quot;&gt;&lt;linesCount val=&quot;1&quot;/&gt;&lt;lineCharCount val=&quot;32&quot;/&gt;&lt;/TableIndex&gt;&lt;/ShapeTextInfo&gt;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AppData\Local\Temp\~Ca2C99\data\asimages\{422D5FFC-1CC5-4BCE-B919-79FE879F7409}_23.png&quot;/&gt;&lt;left val=&quot;599&quot;/&gt;&lt;top val=&quot;492&quot;/&gt;&lt;width val=&quot;92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AppData\Local\Temp\~Ca2C99\data\asimages\{EF12198F-5AA1-40BC-BECA-D2FC3F1ABDD5}_23.png&quot;/&gt;&lt;left val=&quot;43&quot;/&gt;&lt;top val=&quot;158&quot;/&gt;&lt;width val=&quot;336&quot;/&gt;&lt;height val=&quot;224&quot;/&gt;&lt;hasText val=&quot;1&quot;/&gt;&lt;/Image&gt;&lt;/ThreeDShapeInfo&gt;"/>
  <p:tag name="PRESENTER_SHAPETEXTINFO" val="&lt;ShapeTextInfo&gt;&lt;TableIndex row=&quot;-1&quot; col=&quot;-1&quot;&gt;&lt;linesCount val=&quot;7&quot;/&gt;&lt;lineCharCount val=&quot;24&quot;/&gt;&lt;lineCharCount val=&quot;17&quot;/&gt;&lt;lineCharCount val=&quot;22&quot;/&gt;&lt;lineCharCount val=&quot;22&quot;/&gt;&lt;lineCharCount val=&quot;20&quot;/&gt;&lt;lineCharCount val=&quot;20&quot;/&gt;&lt;lineCharCount val=&quot;24&quot;/&gt;&lt;/TableIndex&gt;&lt;/ShapeTextInfo&gt;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NARRATION" val="24,1261135890,H:\My Drive\UWMdrive\Courses\ECE552\ece552-lec02_ISABasics_pptx\Media.ppcx"/>
  <p:tag name="HTML_SHAPEINFO" val="&lt;SlideThumbPath val=&quot;Slide24.PNG&quot;/&gt;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AppData\Local\Temp\~Ca2C99\data\asimages\{515C4E77-5FAF-4040-9F02-71E40DE41516}_24.png&quot;/&gt;&lt;left val=&quot;35&quot;/&gt;&lt;top val=&quot;20&quot;/&gt;&lt;width val=&quot;588&quot;/&gt;&lt;height val=&quot;93&quot;/&gt;&lt;hasText val=&quot;1&quot;/&gt;&lt;/Image&gt;&lt;/ThreeDShapeInfo&gt;"/>
  <p:tag name="PRESENTER_SHAPETEXTINFO" val="&lt;ShapeTextInfo&gt;&lt;TableIndex row=&quot;-1&quot; col=&quot;-1&quot;&gt;&lt;linesCount val=&quot;1&quot;/&gt;&lt;lineCharCount val=&quot;24&quot;/&gt;&lt;/TableIndex&gt;&lt;/ShapeTextInfo&gt;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AppData\Local\Temp\~Ca2C99\data\asimages\{4F4B9340-4546-47F8-B1BF-D132B22B0B0D}_24.png&quot;/&gt;&lt;left val=&quot;21&quot;/&gt;&lt;top val=&quot;101&quot;/&gt;&lt;width val=&quot;661&quot;/&gt;&lt;height val=&quot;72&quot;/&gt;&lt;hasText val=&quot;1&quot;/&gt;&lt;/Image&gt;&lt;/ThreeDShapeInfo&gt;"/>
  <p:tag name="PRESENTER_SHAPETEXTINFO" val="&lt;ShapeTextInfo&gt;&lt;TableIndex row=&quot;-1&quot; col=&quot;-1&quot;&gt;&lt;linesCount val=&quot;1&quot;/&gt;&lt;lineCharCount val=&quot;32&quot;/&gt;&lt;/TableIndex&gt;&lt;/ShapeTextInfo&gt;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AppData\Local\Temp\~Ca2C99\data\asimages\{F74C0D4A-3F17-47C5-9518-F2EF950BBBC6}_24.png&quot;/&gt;&lt;left val=&quot;599&quot;/&gt;&lt;top val=&quot;492&quot;/&gt;&lt;width val=&quot;92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AppData\Local\Temp\~Ca2C99\data\asimages\{C28C7661-0E9A-4B7A-A847-8BD511826D25}_24.png&quot;/&gt;&lt;left val=&quot;43&quot;/&gt;&lt;top val=&quot;158&quot;/&gt;&lt;width val=&quot;336&quot;/&gt;&lt;height val=&quot;224&quot;/&gt;&lt;hasText val=&quot;1&quot;/&gt;&lt;/Image&gt;&lt;/ThreeDShapeInfo&gt;"/>
  <p:tag name="PRESENTER_SHAPETEXTINFO" val="&lt;ShapeTextInfo&gt;&lt;TableIndex row=&quot;-1&quot; col=&quot;-1&quot;&gt;&lt;linesCount val=&quot;7&quot;/&gt;&lt;lineCharCount val=&quot;24&quot;/&gt;&lt;lineCharCount val=&quot;17&quot;/&gt;&lt;lineCharCount val=&quot;22&quot;/&gt;&lt;lineCharCount val=&quot;22&quot;/&gt;&lt;lineCharCount val=&quot;20&quot;/&gt;&lt;lineCharCount val=&quot;20&quot;/&gt;&lt;lineCharCount val=&quot;24&quot;/&gt;&lt;/TableIndex&gt;&lt;/ShapeTextInfo&gt;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AppData\Local\Temp\~Ca2C99\data\asimages\{5DAA728A-CCBD-4F0F-86C8-F1372C5C969C}_24.png&quot;/&gt;&lt;left val=&quot;21&quot;/&gt;&lt;top val=&quot;369&quot;/&gt;&lt;width val=&quot;661&quot;/&gt;&lt;height val=&quot;153&quot;/&gt;&lt;hasText val=&quot;1&quot;/&gt;&lt;/Image&gt;&lt;/ThreeDShapeInfo&gt;"/>
  <p:tag name="PRESENTER_SHAPETEXTINFO" val="&lt;ShapeTextInfo&gt;&lt;TableIndex row=&quot;-1&quot; col=&quot;-1&quot;&gt;&lt;linesCount val=&quot;1&quot;/&gt;&lt;lineCharCount val=&quot;40&quot;/&gt;&lt;/TableIndex&gt;&lt;/ShapeTextInfo&gt;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NARRATION" val="25,1261135890,H:\My Drive\UWMdrive\Courses\ECE552\ece552-lec02_ISABasics_pptx\Media.ppcx"/>
  <p:tag name="HTML_SHAPEINFO" val="&lt;SlideThumbPath val=&quot;Slide25.PNG&quot;/&gt;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AppData\Local\Temp\~Ca2C99\data\asimages\{AC2FE73D-F21B-4799-9C4F-A97075179349}_25.png&quot;/&gt;&lt;left val=&quot;35&quot;/&gt;&lt;top val=&quot;20&quot;/&gt;&lt;width val=&quot;588&quot;/&gt;&lt;height val=&quot;93&quot;/&gt;&lt;hasText val=&quot;1&quot;/&gt;&lt;/Image&gt;&lt;/ThreeDShapeInfo&gt;"/>
  <p:tag name="PRESENTER_SHAPETEXTINFO" val="&lt;ShapeTextInfo&gt;&lt;TableIndex row=&quot;-1&quot; col=&quot;-1&quot;&gt;&lt;linesCount val=&quot;1&quot;/&gt;&lt;lineCharCount val=&quot;24&quot;/&gt;&lt;/TableIndex&gt;&lt;/ShapeTextInfo&gt;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AppData\Local\Temp\~Ca2C99\data\asimages\{E2E14D3D-081C-49A9-9C39-CE3918C1FA21}_25.png&quot;/&gt;&lt;left val=&quot;21&quot;/&gt;&lt;top val=&quot;101&quot;/&gt;&lt;width val=&quot;661&quot;/&gt;&lt;height val=&quot;72&quot;/&gt;&lt;hasText val=&quot;1&quot;/&gt;&lt;/Image&gt;&lt;/ThreeDShapeInfo&gt;"/>
  <p:tag name="PRESENTER_SHAPETEXTINFO" val="&lt;ShapeTextInfo&gt;&lt;TableIndex row=&quot;-1&quot; col=&quot;-1&quot;&gt;&lt;linesCount val=&quot;1&quot;/&gt;&lt;lineCharCount val=&quot;32&quot;/&gt;&lt;/TableIndex&gt;&lt;/ShapeTextInfo&gt;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AppData\Local\Temp\~Ca2C99\data\asimages\{A1023C28-9AC5-4148-883C-C9F8BC2E9CDE}_25.png&quot;/&gt;&lt;left val=&quot;599&quot;/&gt;&lt;top val=&quot;492&quot;/&gt;&lt;width val=&quot;92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AppData\Local\Temp\~Ca2C99\data\asimages\{F218C2B0-E8B2-4A27-A7A3-B94251826EEB}_25.png&quot;/&gt;&lt;left val=&quot;43&quot;/&gt;&lt;top val=&quot;158&quot;/&gt;&lt;width val=&quot;336&quot;/&gt;&lt;height val=&quot;224&quot;/&gt;&lt;hasText val=&quot;1&quot;/&gt;&lt;/Image&gt;&lt;/ThreeDShapeInfo&gt;"/>
  <p:tag name="PRESENTER_SHAPETEXTINFO" val="&lt;ShapeTextInfo&gt;&lt;TableIndex row=&quot;-1&quot; col=&quot;-1&quot;&gt;&lt;linesCount val=&quot;7&quot;/&gt;&lt;lineCharCount val=&quot;24&quot;/&gt;&lt;lineCharCount val=&quot;17&quot;/&gt;&lt;lineCharCount val=&quot;22&quot;/&gt;&lt;lineCharCount val=&quot;22&quot;/&gt;&lt;lineCharCount val=&quot;20&quot;/&gt;&lt;lineCharCount val=&quot;20&quot;/&gt;&lt;lineCharCount val=&quot;24&quot;/&gt;&lt;/TableIndex&gt;&lt;/ShapeTextInfo&gt;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AppData\Local\Temp\~Ca2C99\data\asimages\{918CD1F0-E7D7-4B56-A824-BE4DAE96E21F}_25.png&quot;/&gt;&lt;left val=&quot;21&quot;/&gt;&lt;top val=&quot;369&quot;/&gt;&lt;width val=&quot;661&quot;/&gt;&lt;height val=&quot;153&quot;/&gt;&lt;hasText val=&quot;1&quot;/&gt;&lt;/Image&gt;&lt;/ThreeDShapeInfo&gt;"/>
  <p:tag name="PRESENTER_SHAPETEXTINFO" val="&lt;ShapeTextInfo&gt;&lt;TableIndex row=&quot;-1&quot; col=&quot;-1&quot;&gt;&lt;linesCount val=&quot;3&quot;/&gt;&lt;lineCharCount val=&quot;40&quot;/&gt;&lt;lineCharCount val=&quot;1&quot;/&gt;&lt;lineCharCount val=&quot;43&quot;/&gt;&lt;/TableIndex&gt;&lt;/ShapeTextInfo&gt;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NARRATION" val="26,1261135890,H:\My Drive\UWMdrive\Courses\ECE552\ece552-lec02_ISABasics_pptx\Media.ppcx"/>
  <p:tag name="HTML_SHAPEINFO" val="&lt;SlideThumbPath val=&quot;Slide26.PNG&quot;/&gt;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AppData\Local\Temp\~Ca2C99\data\asimages\{F49FB075-A8C0-423D-914F-EFBC2613A1BA}_26.png&quot;/&gt;&lt;left val=&quot;35&quot;/&gt;&lt;top val=&quot;20&quot;/&gt;&lt;width val=&quot;588&quot;/&gt;&lt;height val=&quot;93&quot;/&gt;&lt;hasText val=&quot;1&quot;/&gt;&lt;/Image&gt;&lt;/ThreeDShapeInfo&gt;"/>
  <p:tag name="PRESENTER_SHAPETEXTINFO" val="&lt;ShapeTextInfo&gt;&lt;TableIndex row=&quot;-1&quot; col=&quot;-1&quot;&gt;&lt;linesCount val=&quot;1&quot;/&gt;&lt;lineCharCount val=&quot;24&quot;/&gt;&lt;/TableIndex&gt;&lt;/ShapeTextInfo&gt;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AppData\Local\Temp\~Ca2C99\data\asimages\{F8C5C516-F41B-4F8E-BA8F-99314903C795}_26.png&quot;/&gt;&lt;left val=&quot;21&quot;/&gt;&lt;top val=&quot;101&quot;/&gt;&lt;width val=&quot;661&quot;/&gt;&lt;height val=&quot;72&quot;/&gt;&lt;hasText val=&quot;1&quot;/&gt;&lt;/Image&gt;&lt;/ThreeDShapeInfo&gt;"/>
  <p:tag name="PRESENTER_SHAPETEXTINFO" val="&lt;ShapeTextInfo&gt;&lt;TableIndex row=&quot;-1&quot; col=&quot;-1&quot;&gt;&lt;linesCount val=&quot;1&quot;/&gt;&lt;lineCharCount val=&quot;32&quot;/&gt;&lt;/TableIndex&gt;&lt;/ShapeTextInfo&gt;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AppData\Local\Temp\~Ca2C99\data\asimages\{9D50B035-2707-4B47-9FAC-6923FB193166}_26.png&quot;/&gt;&lt;left val=&quot;599&quot;/&gt;&lt;top val=&quot;492&quot;/&gt;&lt;width val=&quot;92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AppData\Local\Temp\~Ca2C99\data\asimages\{840ED863-C210-4157-8B47-8DCE0865DD71}_26.png&quot;/&gt;&lt;left val=&quot;43&quot;/&gt;&lt;top val=&quot;158&quot;/&gt;&lt;width val=&quot;662&quot;/&gt;&lt;height val=&quot;224&quot;/&gt;&lt;hasText val=&quot;1&quot;/&gt;&lt;/Image&gt;&lt;/ThreeDShapeInfo&gt;"/>
  <p:tag name="PRESENTER_SHAPETEXTINFO" val="&lt;ShapeTextInfo&gt;&lt;TableIndex row=&quot;-1&quot; col=&quot;-1&quot;&gt;&lt;linesCount val=&quot;7&quot;/&gt;&lt;lineCharCount val=&quot;51&quot;/&gt;&lt;lineCharCount val=&quot;17&quot;/&gt;&lt;lineCharCount val=&quot;22&quot;/&gt;&lt;lineCharCount val=&quot;22&quot;/&gt;&lt;lineCharCount val=&quot;20&quot;/&gt;&lt;lineCharCount val=&quot;20&quot;/&gt;&lt;lineCharCount val=&quot;24&quot;/&gt;&lt;/TableIndex&gt;&lt;/ShapeTextInfo&gt;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AppData\Local\Temp\~Ca2C99\data\asimages\{A99498CD-5CD4-48E1-8F8C-EBCF8F0147D5}_26.png&quot;/&gt;&lt;left val=&quot;21&quot;/&gt;&lt;top val=&quot;369&quot;/&gt;&lt;width val=&quot;661&quot;/&gt;&lt;height val=&quot;153&quot;/&gt;&lt;hasText val=&quot;1&quot;/&gt;&lt;/Image&gt;&lt;/ThreeDShapeInfo&gt;"/>
  <p:tag name="PRESENTER_SHAPETEXTINFO" val="&lt;ShapeTextInfo&gt;&lt;TableIndex row=&quot;-1&quot; col=&quot;-1&quot;&gt;&lt;linesCount val=&quot;3&quot;/&gt;&lt;lineCharCount val=&quot;40&quot;/&gt;&lt;lineCharCount val=&quot;1&quot;/&gt;&lt;lineCharCount val=&quot;43&quot;/&gt;&lt;/TableIndex&gt;&lt;/ShapeTextInfo&gt;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NARRATION" val="27,1261135890,H:\My Drive\UWMdrive\Courses\ECE552\ece552-lec02_ISABasics_pptx\Media.ppcx"/>
  <p:tag name="HTML_SHAPEINFO" val="&lt;SlideThumbPath val=&quot;Slide27.PNG&quot;/&gt;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AppData\Local\Temp\~Ca2C99\data\asimages\{7CA555D5-268E-470E-863E-019AB8C57CE3}_27.png&quot;/&gt;&lt;left val=&quot;35&quot;/&gt;&lt;top val=&quot;20&quot;/&gt;&lt;width val=&quot;588&quot;/&gt;&lt;height val=&quot;93&quot;/&gt;&lt;hasText val=&quot;1&quot;/&gt;&lt;/Image&gt;&lt;/ThreeDShapeInfo&gt;"/>
  <p:tag name="PRESENTER_SHAPETEXTINFO" val="&lt;ShapeTextInfo&gt;&lt;TableIndex row=&quot;-1&quot; col=&quot;-1&quot;&gt;&lt;linesCount val=&quot;1&quot;/&gt;&lt;lineCharCount val=&quot;24&quot;/&gt;&lt;/TableIndex&gt;&lt;/ShapeTextInfo&gt;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AppData\Local\Temp\~Ca2C99\data\asimages\{7E4CD2BC-BF65-4DF6-903B-4C8569B6650C}_27.png&quot;/&gt;&lt;left val=&quot;21&quot;/&gt;&lt;top val=&quot;101&quot;/&gt;&lt;width val=&quot;661&quot;/&gt;&lt;height val=&quot;72&quot;/&gt;&lt;hasText val=&quot;1&quot;/&gt;&lt;/Image&gt;&lt;/ThreeDShapeInfo&gt;"/>
  <p:tag name="PRESENTER_SHAPETEXTINFO" val="&lt;ShapeTextInfo&gt;&lt;TableIndex row=&quot;-1&quot; col=&quot;-1&quot;&gt;&lt;linesCount val=&quot;1&quot;/&gt;&lt;lineCharCount val=&quot;32&quot;/&gt;&lt;/TableIndex&gt;&lt;/ShapeTextInfo&gt;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AppData\Local\Temp\~Ca2C99\data\asimages\{31C15076-71B7-416D-8769-47E15EE78859}_27.png&quot;/&gt;&lt;left val=&quot;599&quot;/&gt;&lt;top val=&quot;492&quot;/&gt;&lt;width val=&quot;92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AppData\Local\Temp\~Ca2C99\data\asimages\{36A2E266-2315-482E-92B2-FE83544E06A8}_27.png&quot;/&gt;&lt;left val=&quot;43&quot;/&gt;&lt;top val=&quot;158&quot;/&gt;&lt;width val=&quot;336&quot;/&gt;&lt;height val=&quot;137&quot;/&gt;&lt;hasText val=&quot;1&quot;/&gt;&lt;/Image&gt;&lt;/ThreeDShapeInfo&gt;"/>
  <p:tag name="PRESENTER_SHAPETEXTINFO" val="&lt;ShapeTextInfo&gt;&lt;TableIndex row=&quot;-1&quot; col=&quot;-1&quot;&gt;&lt;linesCount val=&quot;4&quot;/&gt;&lt;lineCharCount val=&quot;25&quot;/&gt;&lt;lineCharCount val=&quot;17&quot;/&gt;&lt;lineCharCount val=&quot;20&quot;/&gt;&lt;lineCharCount val=&quot;24&quot;/&gt;&lt;/TableIndex&gt;&lt;/ShapeTextInfo&gt;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AppData\Local\Temp\~Ca2C99\data\asimages\{6AB91584-A38B-48E0-AD34-E5774A9F81E1}_27.png&quot;/&gt;&lt;left val=&quot;21&quot;/&gt;&lt;top val=&quot;369&quot;/&gt;&lt;width val=&quot;661&quot;/&gt;&lt;height val=&quot;153&quot;/&gt;&lt;hasText val=&quot;1&quot;/&gt;&lt;/Image&gt;&lt;/ThreeDShapeInfo&gt;"/>
  <p:tag name="PRESENTER_SHAPETEXTINFO" val="&lt;ShapeTextInfo&gt;&lt;TableIndex row=&quot;-1&quot; col=&quot;-1&quot;&gt;&lt;linesCount val=&quot;3&quot;/&gt;&lt;lineCharCount val=&quot;40&quot;/&gt;&lt;lineCharCount val=&quot;1&quot;/&gt;&lt;lineCharCount val=&quot;21&quot;/&gt;&lt;/TableIndex&gt;&lt;/ShapeTextInfo&gt;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NARRATION" val="28,1261135890,H:\My Drive\UWMdrive\Courses\ECE552\ece552-lec02_ISABasics_pptx\Media.ppcx"/>
  <p:tag name="HTML_SHAPEINFO" val="&lt;SlideThumbPath val=&quot;Slide28.PNG&quot;/&gt;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AppData\Local\Temp\~Ca2C99\data\asimages\{67DF7623-5A1C-41CF-94C1-7A1F47712F3B}_28.png&quot;/&gt;&lt;left val=&quot;35&quot;/&gt;&lt;top val=&quot;20&quot;/&gt;&lt;width val=&quot;588&quot;/&gt;&lt;height val=&quot;93&quot;/&gt;&lt;hasText val=&quot;1&quot;/&gt;&lt;/Image&gt;&lt;/ThreeDShapeInfo&gt;"/>
  <p:tag name="PRESENTER_SHAPETEXTINFO" val="&lt;ShapeTextInfo&gt;&lt;TableIndex row=&quot;-1&quot; col=&quot;-1&quot;&gt;&lt;linesCount val=&quot;1&quot;/&gt;&lt;lineCharCount val=&quot;24&quot;/&gt;&lt;/TableIndex&gt;&lt;/ShapeTextInfo&gt;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AppData\Local\Temp\~Ca2C99\data\asimages\{20DB21AE-4037-4CA9-942F-80C2EA4E25A4}_28.png&quot;/&gt;&lt;left val=&quot;21&quot;/&gt;&lt;top val=&quot;101&quot;/&gt;&lt;width val=&quot;661&quot;/&gt;&lt;height val=&quot;72&quot;/&gt;&lt;hasText val=&quot;1&quot;/&gt;&lt;/Image&gt;&lt;/ThreeDShapeInfo&gt;"/>
  <p:tag name="PRESENTER_SHAPETEXTINFO" val="&lt;ShapeTextInfo&gt;&lt;TableIndex row=&quot;-1&quot; col=&quot;-1&quot;&gt;&lt;linesCount val=&quot;1&quot;/&gt;&lt;lineCharCount val=&quot;32&quot;/&gt;&lt;/TableIndex&gt;&lt;/ShapeTextInfo&gt;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AppData\Local\Temp\~Ca2C99\data\asimages\{0F5B94A0-D64A-45B9-A411-E96EC116D0C5}_28.png&quot;/&gt;&lt;left val=&quot;599&quot;/&gt;&lt;top val=&quot;492&quot;/&gt;&lt;width val=&quot;92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AppData\Local\Temp\~Ca2C99\data\asimages\{D52DE009-8761-4B75-8DB6-CE318F999911}_28.png&quot;/&gt;&lt;left val=&quot;43&quot;/&gt;&lt;top val=&quot;158&quot;/&gt;&lt;width val=&quot;336&quot;/&gt;&lt;height val=&quot;137&quot;/&gt;&lt;hasText val=&quot;1&quot;/&gt;&lt;/Image&gt;&lt;/ThreeDShapeInfo&gt;"/>
  <p:tag name="PRESENTER_SHAPETEXTINFO" val="&lt;ShapeTextInfo&gt;&lt;TableIndex row=&quot;-1&quot; col=&quot;-1&quot;&gt;&lt;linesCount val=&quot;4&quot;/&gt;&lt;lineCharCount val=&quot;25&quot;/&gt;&lt;lineCharCount val=&quot;17&quot;/&gt;&lt;lineCharCount val=&quot;23&quot;/&gt;&lt;lineCharCount val=&quot;24&quot;/&gt;&lt;/TableIndex&gt;&lt;/ShapeTextInfo&gt;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AppData\Local\Temp\~Ca2C99\data\asimages\{27D822E9-A893-4B92-9E6F-CEC2C2763454}_28.png&quot;/&gt;&lt;left val=&quot;21&quot;/&gt;&lt;top val=&quot;369&quot;/&gt;&lt;width val=&quot;661&quot;/&gt;&lt;height val=&quot;153&quot;/&gt;&lt;hasText val=&quot;1&quot;/&gt;&lt;/Image&gt;&lt;/ThreeDShapeInfo&gt;"/>
  <p:tag name="PRESENTER_SHAPETEXTINFO" val="&lt;ShapeTextInfo&gt;&lt;TableIndex row=&quot;-1&quot; col=&quot;-1&quot;&gt;&lt;linesCount val=&quot;3&quot;/&gt;&lt;lineCharCount val=&quot;40&quot;/&gt;&lt;lineCharCount val=&quot;1&quot;/&gt;&lt;lineCharCount val=&quot;21&quot;/&gt;&lt;/TableIndex&gt;&lt;/ShapeTextInfo&gt;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NARRATION" val="29,1261135890,H:\My Drive\UWMdrive\Courses\ECE552\ece552-lec02_ISABasics_pptx\Media.ppcx"/>
  <p:tag name="HTML_SHAPEINFO" val="&lt;SlideThumbPath val=&quot;Slide29.PNG&quot;/&gt;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AppData\Local\Temp\~Ca2C99\data\asimages\{2FD31BC6-F271-47CF-B616-8145BAFD4F0E}_29.png&quot;/&gt;&lt;left val=&quot;35&quot;/&gt;&lt;top val=&quot;20&quot;/&gt;&lt;width val=&quot;588&quot;/&gt;&lt;height val=&quot;93&quot;/&gt;&lt;hasText val=&quot;1&quot;/&gt;&lt;/Image&gt;&lt;/ThreeDShapeInfo&gt;"/>
  <p:tag name="PRESENTER_SHAPETEXTINFO" val="&lt;ShapeTextInfo&gt;&lt;TableIndex row=&quot;-1&quot; col=&quot;-1&quot;&gt;&lt;linesCount val=&quot;1&quot;/&gt;&lt;lineCharCount val=&quot;24&quot;/&gt;&lt;/TableIndex&gt;&lt;/ShapeTextInfo&gt;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AppData\Local\Temp\~Ca2C99\data\asimages\{6621864C-1617-4619-94E6-1C5F73506742}_29.png&quot;/&gt;&lt;left val=&quot;21&quot;/&gt;&lt;top val=&quot;101&quot;/&gt;&lt;width val=&quot;661&quot;/&gt;&lt;height val=&quot;72&quot;/&gt;&lt;hasText val=&quot;1&quot;/&gt;&lt;/Image&gt;&lt;/ThreeDShapeInfo&gt;"/>
  <p:tag name="PRESENTER_SHAPETEXTINFO" val="&lt;ShapeTextInfo&gt;&lt;TableIndex row=&quot;-1&quot; col=&quot;-1&quot;&gt;&lt;linesCount val=&quot;1&quot;/&gt;&lt;lineCharCount val=&quot;32&quot;/&gt;&lt;/TableIndex&gt;&lt;/ShapeTextInfo&gt;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AppData\Local\Temp\~Ca2C99\data\asimages\{716A3A06-236D-4279-945D-BD98C28AB73C}_29.png&quot;/&gt;&lt;left val=&quot;599&quot;/&gt;&lt;top val=&quot;492&quot;/&gt;&lt;width val=&quot;92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AppData\Local\Temp\~Ca2C99\data\asimages\{6AD43F06-FA07-4356-B59C-C43401954D0F}_29.png&quot;/&gt;&lt;left val=&quot;43&quot;/&gt;&lt;top val=&quot;158&quot;/&gt;&lt;width val=&quot;336&quot;/&gt;&lt;height val=&quot;108&quot;/&gt;&lt;hasText val=&quot;1&quot;/&gt;&lt;/Image&gt;&lt;/ThreeDShapeInfo&gt;"/>
  <p:tag name="PRESENTER_SHAPETEXTINFO" val="&lt;ShapeTextInfo&gt;&lt;TableIndex row=&quot;-1&quot; col=&quot;-1&quot;&gt;&lt;linesCount val=&quot;3&quot;/&gt;&lt;lineCharCount val=&quot;17&quot;/&gt;&lt;lineCharCount val=&quot;23&quot;/&gt;&lt;lineCharCount val=&quot;24&quot;/&gt;&lt;/TableIndex&gt;&lt;/ShapeTextInfo&gt;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AppData\Local\Temp\~Ca2C99\data\asimages\{BEB139E0-65F5-4655-87CB-EC3299D62A9C}_29.png&quot;/&gt;&lt;left val=&quot;21&quot;/&gt;&lt;top val=&quot;369&quot;/&gt;&lt;width val=&quot;661&quot;/&gt;&lt;height val=&quot;153&quot;/&gt;&lt;hasText val=&quot;1&quot;/&gt;&lt;/Image&gt;&lt;/ThreeDShapeInfo&gt;"/>
  <p:tag name="PRESENTER_SHAPETEXTINFO" val="&lt;ShapeTextInfo&gt;&lt;TableIndex row=&quot;-1&quot; col=&quot;-1&quot;&gt;&lt;linesCount val=&quot;3&quot;/&gt;&lt;lineCharCount val=&quot;40&quot;/&gt;&lt;lineCharCount val=&quot;1&quot;/&gt;&lt;lineCharCount val=&quot;21&quot;/&gt;&lt;/TableIndex&gt;&lt;/ShapeTextInfo&gt;"/>
</p:tagLst>
</file>

<file path=ppt/theme/theme1.xml><?xml version="1.0" encoding="utf-8"?>
<a:theme xmlns:a="http://schemas.openxmlformats.org/drawingml/2006/main" name="Lecture Notes 55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Lecture Notes 552</Template>
  <TotalTime>229</TotalTime>
  <Words>1944</Words>
  <Application>Microsoft Macintosh PowerPoint</Application>
  <PresentationFormat>On-screen Show (4:3)</PresentationFormat>
  <Paragraphs>293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6" baseType="lpstr">
      <vt:lpstr>Arial</vt:lpstr>
      <vt:lpstr>Calibri</vt:lpstr>
      <vt:lpstr>Consolas</vt:lpstr>
      <vt:lpstr>Inconsolata</vt:lpstr>
      <vt:lpstr>Times New Roman</vt:lpstr>
      <vt:lpstr>Wingdings</vt:lpstr>
      <vt:lpstr>Lecture Notes 552</vt:lpstr>
      <vt:lpstr>ECE/CS 552: ISA Basics</vt:lpstr>
      <vt:lpstr>Instructions (252/354 Review)</vt:lpstr>
      <vt:lpstr>Instruction Sets</vt:lpstr>
      <vt:lpstr>Forecast</vt:lpstr>
      <vt:lpstr>MIPS Green Card</vt:lpstr>
      <vt:lpstr>Basics</vt:lpstr>
      <vt:lpstr>Registers</vt:lpstr>
      <vt:lpstr>Registers and ALU</vt:lpstr>
      <vt:lpstr>Arithmetic Logic Unit Ops</vt:lpstr>
      <vt:lpstr>Memory and Load/Store</vt:lpstr>
      <vt:lpstr>Memory and Load/Store</vt:lpstr>
      <vt:lpstr>Memory and Load/Store</vt:lpstr>
      <vt:lpstr>Branches and Jumps</vt:lpstr>
      <vt:lpstr>Branches and Jumps</vt:lpstr>
      <vt:lpstr>Branches and Jumps</vt:lpstr>
      <vt:lpstr>Branches and Jumps</vt:lpstr>
      <vt:lpstr>Branches and Jumps</vt:lpstr>
      <vt:lpstr>MIPS Green Card</vt:lpstr>
      <vt:lpstr>Exercise – MIPS Assembly</vt:lpstr>
      <vt:lpstr>Exercise – MIPS Assembly</vt:lpstr>
      <vt:lpstr>Exercise – MIPS Assembly</vt:lpstr>
      <vt:lpstr>Exercise – MIPS Assembly</vt:lpstr>
      <vt:lpstr>Exercise – MIPS Assembly</vt:lpstr>
      <vt:lpstr>Exercise – MIPS Assembly</vt:lpstr>
      <vt:lpstr>Exercise – MIPS Assembly</vt:lpstr>
      <vt:lpstr>Exercise – MIPS Assembly</vt:lpstr>
      <vt:lpstr>Exercise – MIPS Assembly</vt:lpstr>
      <vt:lpstr>Exercise – MIPS Assembly</vt:lpstr>
      <vt:lpstr>Exercise – MIPS Assembly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ECE/CS 552: Instruction Sets</dc:title>
  <dc:creator/>
  <cp:lastModifiedBy>Boone Severson</cp:lastModifiedBy>
  <cp:revision>430</cp:revision>
  <cp:lastPrinted>1601-01-01T00:00:00Z</cp:lastPrinted>
  <dcterms:created xsi:type="dcterms:W3CDTF">1601-01-01T00:00:00Z</dcterms:created>
  <dcterms:modified xsi:type="dcterms:W3CDTF">2024-08-29T04:18:24Z</dcterms:modified>
</cp:coreProperties>
</file>