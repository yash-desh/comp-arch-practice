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4"/>
  </p:notesMasterIdLst>
  <p:handoutMasterIdLst>
    <p:handoutMasterId r:id="rId5"/>
  </p:handoutMasterIdLst>
  <p:sldIdLst>
    <p:sldId id="443" r:id="rId2"/>
    <p:sldId id="371" r:id="rId3"/>
  </p:sldIdLst>
  <p:sldSz cx="9144000" cy="6858000" type="screen4x3"/>
  <p:notesSz cx="6845300" cy="9396413"/>
  <p:custDataLst>
    <p:tags r:id="rId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>
      <p:cViewPr varScale="1">
        <p:scale>
          <a:sx n="121" d="100"/>
          <a:sy n="121" d="100"/>
        </p:scale>
        <p:origin x="189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1740" y="-96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23DBEDD-5FD2-43A5-9F20-85A2AADC8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0AD4ACD-46C9-4BDD-8721-5CB862199F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0138BE3B-B4FC-47E2-BD81-42EF136F8F5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88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94DBA325-EDCB-4F79-B49B-6C948EC03A0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5D3EB99-9D63-43C5-86E9-E8DCE90111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CB6C3C6-9525-4349-BF9B-818C9D08B1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8E9A85D-1009-44FA-9FED-4AF6B730448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4E29E7C7-EBDC-42EB-A111-5AC77006C5E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4738" y="704850"/>
            <a:ext cx="4697412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9D9E7BFF-F745-479A-A2B3-068B01427B3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8AB3A8AF-22FF-4B3F-8411-EAA94D25A7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8D83F9A9-165D-470F-BC5C-9CCD4D2CB6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1C35C152-3DB7-435C-A533-CD1DD6D96D3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4729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0838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D6D32831-2C8B-4D09-9F1E-8AB748922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C374E429-1925-4A10-9B19-5EC670A6D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F139AA9-7CBD-446F-8050-7CB57F801FB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F7CE92-8237-4EDF-9506-0F32E6DD423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F5D103E-DC49-4873-835E-61240C1324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A94755AC-6E93-46D4-83A9-A14BFD27E00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409156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5736440-2B54-48C6-9B5F-63D6508056C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86D31D8-4737-4233-ADC5-E2794C58093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DF2F38D-6108-431B-BA6F-3B417A65D9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10C3512-AF1C-4C61-A68F-3AAEA35C96B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3671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2B75CD-D702-4371-84DB-DF40520E7BD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608C824-03E0-4194-82A9-C145EB7C7B81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E0958-E1B6-4ED0-8F04-E50F3B1C6FF9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B088D-9636-41E8-941C-3BC9B83E3DCC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BD024-3BC3-4018-A48B-E06F6E5361F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B1AEF592-F6E8-4F0B-940C-5C64E2DC1EB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</p:sldLayoutIdLst>
  <p:transition/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C6C5233D-EB16-4FAF-AB96-A26AC7DE2B2E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8100" y="2362200"/>
            <a:ext cx="90678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Single-Cycle Control Path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C14C3-D3E9-4C80-B100-3FF50B0DE756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7BB1B6-94A5-467F-8CC5-3D279D92CA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Global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EEE5C-29DA-499D-AB2C-5D8209F9E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26" y="1600200"/>
            <a:ext cx="8718148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962031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Single-Cycle Control Path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SingleCycleControlPath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2008&quot;&gt;&lt;property id=&quot;20148&quot; value=&quot;5&quot;/&gt;&lt;property id=&quot;20300&quot; value=&quot;Slide 1 - &amp;quot;ECE/CS 552: Single-Cycle Control Path&amp;quot;&quot;/&gt;&lt;property id=&quot;20307&quot; value=&quot;363&quot;/&gt;&lt;property id=&quot;20309&quot; value=&quot;-1&quot;/&gt;&lt;/object&gt;&lt;object type=&quot;3&quot; unique_id=&quot;16044&quot;&gt;&lt;property id=&quot;20148&quot; value=&quot;5&quot;/&gt;&lt;property id=&quot;20300&quot; value=&quot;Slide 18 - &amp;quot;Global Control&amp;quot;&quot;/&gt;&lt;property id=&quot;20307&quot; value=&quot;371&quot;/&gt;&lt;property id=&quot;20309&quot; value=&quot;-1&quot;/&gt;&lt;/object&gt;&lt;object type=&quot;3&quot; unique_id=&quot;22569&quot;&gt;&lt;property id=&quot;20148&quot; value=&quot;5&quot;/&gt;&lt;property id=&quot;20300&quot; value=&quot;Slide 19 - &amp;quot;Exercise&amp;quot;&quot;/&gt;&lt;property id=&quot;20307&quot; value=&quot;416&quot;/&gt;&lt;/object&gt;&lt;object type=&quot;3&quot; unique_id=&quot;22570&quot;&gt;&lt;property id=&quot;20148&quot; value=&quot;5&quot;/&gt;&lt;property id=&quot;20300&quot; value=&quot;Slide 20 - &amp;quot;Exercise&amp;quot;&quot;/&gt;&lt;property id=&quot;20307&quot; value=&quot;417&quot;/&gt;&lt;/object&gt;&lt;object type=&quot;3&quot; unique_id=&quot;22755&quot;&gt;&lt;property id=&quot;20148&quot; value=&quot;5&quot;/&gt;&lt;property id=&quot;20300&quot; value=&quot;Slide 2 - &amp;quot;Exercise 9/19 2b&amp;quot;&quot;/&gt;&lt;property id=&quot;20307&quot; value=&quot;418&quot;/&gt;&lt;/object&gt;&lt;object type=&quot;3&quot; unique_id=&quot;22756&quot;&gt;&lt;property id=&quot;20148&quot; value=&quot;5&quot;/&gt;&lt;property id=&quot;20300&quot; value=&quot;Slide 3 - &amp;quot;Exercise 9/19 2b&amp;quot;&quot;/&gt;&lt;property id=&quot;20307&quot; value=&quot;419&quot;/&gt;&lt;/object&gt;&lt;object type=&quot;3&quot; unique_id=&quot;22757&quot;&gt;&lt;property id=&quot;20148&quot; value=&quot;5&quot;/&gt;&lt;property id=&quot;20300&quot; value=&quot;Slide 4 - &amp;quot;Exercise 9/19 2b&amp;quot;&quot;/&gt;&lt;property id=&quot;20307&quot; value=&quot;420&quot;/&gt;&lt;/object&gt;&lt;object type=&quot;3&quot; unique_id=&quot;22758&quot;&gt;&lt;property id=&quot;20148&quot; value=&quot;5&quot;/&gt;&lt;property id=&quot;20300&quot; value=&quot;Slide 5 - &amp;quot;Exercise 9/19 2b&amp;quot;&quot;/&gt;&lt;property id=&quot;20307&quot; value=&quot;421&quot;/&gt;&lt;/object&gt;&lt;object type=&quot;3&quot; unique_id=&quot;22759&quot;&gt;&lt;property id=&quot;20148&quot; value=&quot;5&quot;/&gt;&lt;property id=&quot;20300&quot; value=&quot;Slide 6 - &amp;quot;Exercise 9/19 2b&amp;quot;&quot;/&gt;&lt;property id=&quot;20307&quot; value=&quot;422&quot;/&gt;&lt;/object&gt;&lt;object type=&quot;3&quot; unique_id=&quot;22760&quot;&gt;&lt;property id=&quot;20148&quot; value=&quot;5&quot;/&gt;&lt;property id=&quot;20300&quot; value=&quot;Slide 7 - &amp;quot;Exercise 9/19 2b&amp;quot;&quot;/&gt;&lt;property id=&quot;20307&quot; value=&quot;423&quot;/&gt;&lt;/object&gt;&lt;object type=&quot;3&quot; unique_id=&quot;22761&quot;&gt;&lt;property id=&quot;20148&quot; value=&quot;5&quot;/&gt;&lt;property id=&quot;20300&quot; value=&quot;Slide 8 - &amp;quot;Exercise 9/19 2b&amp;quot;&quot;/&gt;&lt;property id=&quot;20307&quot; value=&quot;424&quot;/&gt;&lt;/object&gt;&lt;object type=&quot;3&quot; unique_id=&quot;22762&quot;&gt;&lt;property id=&quot;20148&quot; value=&quot;5&quot;/&gt;&lt;property id=&quot;20300&quot; value=&quot;Slide 9 - &amp;quot;Exercise 9/19 2b&amp;quot;&quot;/&gt;&lt;property id=&quot;20307&quot; value=&quot;425&quot;/&gt;&lt;/object&gt;&lt;object type=&quot;3&quot; unique_id=&quot;22763&quot;&gt;&lt;property id=&quot;20148&quot; value=&quot;5&quot;/&gt;&lt;property id=&quot;20300&quot; value=&quot;Slide 10 - &amp;quot;Exercise 9/19 2b&amp;quot;&quot;/&gt;&lt;property id=&quot;20307&quot; value=&quot;426&quot;/&gt;&lt;/object&gt;&lt;object type=&quot;3&quot; unique_id=&quot;22764&quot;&gt;&lt;property id=&quot;20148&quot; value=&quot;5&quot;/&gt;&lt;property id=&quot;20300&quot; value=&quot;Slide 11 - &amp;quot;Exercise 9/19 2b&amp;quot;&quot;/&gt;&lt;property id=&quot;20307&quot; value=&quot;427&quot;/&gt;&lt;/object&gt;&lt;object type=&quot;3&quot; unique_id=&quot;22765&quot;&gt;&lt;property id=&quot;20148&quot; value=&quot;5&quot;/&gt;&lt;property id=&quot;20300&quot; value=&quot;Slide 12 - &amp;quot;Exercise 9/19 2b&amp;quot;&quot;/&gt;&lt;property id=&quot;20307&quot; value=&quot;428&quot;/&gt;&lt;/object&gt;&lt;object type=&quot;3&quot; unique_id=&quot;22766&quot;&gt;&lt;property id=&quot;20148&quot; value=&quot;5&quot;/&gt;&lt;property id=&quot;20300&quot; value=&quot;Slide 13 - &amp;quot;Exercise 9/19 2b&amp;quot;&quot;/&gt;&lt;property id=&quot;20307&quot; value=&quot;429&quot;/&gt;&lt;/object&gt;&lt;object type=&quot;3&quot; unique_id=&quot;22767&quot;&gt;&lt;property id=&quot;20148&quot; value=&quot;5&quot;/&gt;&lt;property id=&quot;20300&quot; value=&quot;Slide 14 - &amp;quot;Exercise 9/19 2b&amp;quot;&quot;/&gt;&lt;property id=&quot;20307&quot; value=&quot;430&quot;/&gt;&lt;/object&gt;&lt;object type=&quot;3&quot; unique_id=&quot;22768&quot;&gt;&lt;property id=&quot;20148&quot; value=&quot;5&quot;/&gt;&lt;property id=&quot;20300&quot; value=&quot;Slide 15 - &amp;quot;Exercise 9/19 2b&amp;quot;&quot;/&gt;&lt;property id=&quot;20307&quot; value=&quot;431&quot;/&gt;&lt;/object&gt;&lt;object type=&quot;3&quot; unique_id=&quot;22769&quot;&gt;&lt;property id=&quot;20148&quot; value=&quot;5&quot;/&gt;&lt;property id=&quot;20300&quot; value=&quot;Slide 16 - &amp;quot;Exercise 9/19 2b&amp;quot;&quot;/&gt;&lt;property id=&quot;20307&quot; value=&quot;432&quot;/&gt;&lt;/object&gt;&lt;object type=&quot;3&quot; unique_id=&quot;22770&quot;&gt;&lt;property id=&quot;20148&quot; value=&quot;5&quot;/&gt;&lt;property id=&quot;20300&quot; value=&quot;Slide 17 - &amp;quot;Exercise 9/19 2b&amp;quot;&quot;/&gt;&lt;property id=&quot;20307&quot; value=&quot;433&quot;/&gt;&lt;/object&gt;&lt;/object&gt;&lt;object type=&quot;10&quot; unique_id=&quot;16035&quot;&gt;&lt;object type=&quot;11&quot; unique_id=&quot;16036&quot;&gt;&lt;property id=&quot;20180&quot; value=&quot;0&quot;/&gt;&lt;property id=&quot;20181&quot; value=&quot;1&quot;/&gt;&lt;property id=&quot;20183&quot; value=&quot;1&quot;/&gt;&lt;/object&gt;&lt;object type=&quot;12&quot; unique_id=&quot;16070&quot;&gt;&lt;/object&gt;&lt;/object&gt;&lt;object type=&quot;4&quot; unique_id=&quot;16037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1899215788,C:\Users\sanmi\GoogleDrive\UWMdrive\Courses\ECE552\ece552-lec07_SingleCycleControlPath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DAE13B30-8997-4029-88E6-393004900EDB}_1.png&quot;/&gt;&lt;left val=&quot;-2&quot;/&gt;&lt;top val=&quot;185&quot;/&gt;&lt;width val=&quot;724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7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111CCFD8-0518-46B9-B58D-B889C0B8F96F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ControlPath\data\asimages\{C3F2A790-1708-41F9-A226-1B290330DB9D}_3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3</TotalTime>
  <Words>45</Words>
  <Application>Microsoft Macintosh PowerPoint</Application>
  <PresentationFormat>On-screen Show (4:3)</PresentationFormat>
  <Paragraphs>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Lecture Notes 552</vt:lpstr>
      <vt:lpstr>ECE/CS 552: Single-Cycle Control Path</vt:lpstr>
      <vt:lpstr>Global Control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Single Cycle Control Path</dc:title>
  <dc:creator/>
  <cp:lastModifiedBy>Boone Severson</cp:lastModifiedBy>
  <cp:revision>466</cp:revision>
  <cp:lastPrinted>1601-01-01T00:00:00Z</cp:lastPrinted>
  <dcterms:created xsi:type="dcterms:W3CDTF">1601-01-01T00:00:00Z</dcterms:created>
  <dcterms:modified xsi:type="dcterms:W3CDTF">2024-09-02T04:03:01Z</dcterms:modified>
</cp:coreProperties>
</file>