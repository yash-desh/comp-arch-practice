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5.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6.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7.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8.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9.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10.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1.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2.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13.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4.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15.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notesSlides/notesSlide16.xml" ContentType="application/vnd.openxmlformats-officedocument.presentationml.notesSlide+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17.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18.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notesSlides/notesSlide19.xml" ContentType="application/vnd.openxmlformats-officedocument.presentationml.notesSlide+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notesSlides/notesSlide20.xml" ContentType="application/vnd.openxmlformats-officedocument.presentationml.notesSlide+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notesSlides/notesSlide21.xml" ContentType="application/vnd.openxmlformats-officedocument.presentationml.notesSlide+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notesSlides/notesSlide22.xml" ContentType="application/vnd.openxmlformats-officedocument.presentationml.notesSlide+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notesSlides/notesSlide23.xml" ContentType="application/vnd.openxmlformats-officedocument.presentationml.notesSlide+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notesSlides/notesSlide24.xml" ContentType="application/vnd.openxmlformats-officedocument.presentationml.notesSlide+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notesSlides/notesSlide25.xml" ContentType="application/vnd.openxmlformats-officedocument.presentationml.notesSlide+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notesSlides/notesSlide26.xml" ContentType="application/vnd.openxmlformats-officedocument.presentationml.notesSlide+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notesSlides/notesSlide27.xml" ContentType="application/vnd.openxmlformats-officedocument.presentationml.notesSlide+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notesSlides/notesSlide28.xml" ContentType="application/vnd.openxmlformats-officedocument.presentationml.notesSlide+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notesSlides/notesSlide29.xml" ContentType="application/vnd.openxmlformats-officedocument.presentationml.notesSlide+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notesSlides/notesSlide30.xml" ContentType="application/vnd.openxmlformats-officedocument.presentationml.notesSlide+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33"/>
  </p:notesMasterIdLst>
  <p:handoutMasterIdLst>
    <p:handoutMasterId r:id="rId34"/>
  </p:handoutMasterIdLst>
  <p:sldIdLst>
    <p:sldId id="546" r:id="rId2"/>
    <p:sldId id="665" r:id="rId3"/>
    <p:sldId id="772" r:id="rId4"/>
    <p:sldId id="773" r:id="rId5"/>
    <p:sldId id="774" r:id="rId6"/>
    <p:sldId id="775" r:id="rId7"/>
    <p:sldId id="776" r:id="rId8"/>
    <p:sldId id="777" r:id="rId9"/>
    <p:sldId id="778" r:id="rId10"/>
    <p:sldId id="779" r:id="rId11"/>
    <p:sldId id="781" r:id="rId12"/>
    <p:sldId id="789" r:id="rId13"/>
    <p:sldId id="785" r:id="rId14"/>
    <p:sldId id="782" r:id="rId15"/>
    <p:sldId id="783" r:id="rId16"/>
    <p:sldId id="784" r:id="rId17"/>
    <p:sldId id="786" r:id="rId18"/>
    <p:sldId id="787" r:id="rId19"/>
    <p:sldId id="788" r:id="rId20"/>
    <p:sldId id="790" r:id="rId21"/>
    <p:sldId id="791" r:id="rId22"/>
    <p:sldId id="792" r:id="rId23"/>
    <p:sldId id="794" r:id="rId24"/>
    <p:sldId id="793" r:id="rId25"/>
    <p:sldId id="795" r:id="rId26"/>
    <p:sldId id="796" r:id="rId27"/>
    <p:sldId id="797" r:id="rId28"/>
    <p:sldId id="798" r:id="rId29"/>
    <p:sldId id="800" r:id="rId30"/>
    <p:sldId id="799" r:id="rId31"/>
    <p:sldId id="801" r:id="rId32"/>
  </p:sldIdLst>
  <p:sldSz cx="9144000" cy="6858000" type="screen4x3"/>
  <p:notesSz cx="6845300" cy="9396413"/>
  <p:custDataLst>
    <p:tags r:id="rId35"/>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77439"/>
  </p:normalViewPr>
  <p:slideViewPr>
    <p:cSldViewPr>
      <p:cViewPr varScale="1">
        <p:scale>
          <a:sx n="157" d="100"/>
          <a:sy n="157" d="100"/>
        </p:scale>
        <p:origin x="3360" y="160"/>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66" d="100"/>
        <a:sy n="66" d="100"/>
      </p:scale>
      <p:origin x="0" y="3054"/>
    </p:cViewPr>
  </p:sorterViewPr>
  <p:notesViewPr>
    <p:cSldViewPr>
      <p:cViewPr varScale="1">
        <p:scale>
          <a:sx n="81" d="100"/>
          <a:sy n="81" d="100"/>
        </p:scale>
        <p:origin x="-2328" y="-90"/>
      </p:cViewPr>
      <p:guideLst>
        <p:guide orient="horz" pos="2960"/>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2276C1E-4FDE-43D2-9799-A07A53C3DC3B}"/>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198D110D-63B2-4696-B01C-156722BF94E4}"/>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0D856F07-2516-457F-97C0-0DC1843CE084}"/>
              </a:ext>
            </a:extLst>
          </p:cNvPr>
          <p:cNvSpPr>
            <a:spLocks noGrp="1" noChangeArrowheads="1"/>
          </p:cNvSpPr>
          <p:nvPr>
            <p:ph type="ftr" sz="quarter" idx="2"/>
          </p:nvPr>
        </p:nvSpPr>
        <p:spPr bwMode="auto">
          <a:xfrm>
            <a:off x="0" y="8926513"/>
            <a:ext cx="349408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B038ACCB-CC89-4E49-93F0-03A220C37DB3}"/>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1F6CA107-D573-4384-9CB2-87026C6B6FA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980A15F-1736-4C9F-9470-D250CF861DCE}"/>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63520581-3E74-4F22-A191-4826283F1A01}"/>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33796" name="Rectangle 4">
            <a:extLst>
              <a:ext uri="{FF2B5EF4-FFF2-40B4-BE49-F238E27FC236}">
                <a16:creationId xmlns:a16="http://schemas.microsoft.com/office/drawing/2014/main" id="{5926668D-C721-45FB-A9B3-B43D9DE16F5C}"/>
              </a:ext>
            </a:extLst>
          </p:cNvPr>
          <p:cNvSpPr>
            <a:spLocks noGrp="1" noRot="1" noChangeAspect="1" noChangeArrowheads="1" noTextEdit="1"/>
          </p:cNvSpPr>
          <p:nvPr>
            <p:ph type="sldImg" idx="2"/>
          </p:nvPr>
        </p:nvSpPr>
        <p:spPr bwMode="auto">
          <a:xfrm>
            <a:off x="1073150" y="704850"/>
            <a:ext cx="4699000"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643A2D62-DD4D-4FA1-B876-C702E9295EF9}"/>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7460CE2E-4CE6-4A94-B542-B4D191427B7F}"/>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B322B5FA-4DD7-4B6F-89C6-FE4DA19403D9}"/>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5E59F150-E825-430A-804D-8C97FFE5B06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a:t>
            </a:fld>
            <a:endParaRPr lang="en-US" altLang="en-US"/>
          </a:p>
        </p:txBody>
      </p:sp>
    </p:spTree>
    <p:extLst>
      <p:ext uri="{BB962C8B-B14F-4D97-AF65-F5344CB8AC3E}">
        <p14:creationId xmlns:p14="http://schemas.microsoft.com/office/powerpoint/2010/main" val="3154294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a:t>
            </a:fld>
            <a:endParaRPr lang="en-US" altLang="en-US"/>
          </a:p>
        </p:txBody>
      </p:sp>
    </p:spTree>
    <p:extLst>
      <p:ext uri="{BB962C8B-B14F-4D97-AF65-F5344CB8AC3E}">
        <p14:creationId xmlns:p14="http://schemas.microsoft.com/office/powerpoint/2010/main" val="62432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a:t>
            </a:fld>
            <a:endParaRPr lang="en-US" altLang="en-US"/>
          </a:p>
        </p:txBody>
      </p:sp>
    </p:spTree>
    <p:extLst>
      <p:ext uri="{BB962C8B-B14F-4D97-AF65-F5344CB8AC3E}">
        <p14:creationId xmlns:p14="http://schemas.microsoft.com/office/powerpoint/2010/main" val="236259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4</a:t>
            </a:fld>
            <a:endParaRPr lang="en-US" altLang="en-US"/>
          </a:p>
        </p:txBody>
      </p:sp>
    </p:spTree>
    <p:extLst>
      <p:ext uri="{BB962C8B-B14F-4D97-AF65-F5344CB8AC3E}">
        <p14:creationId xmlns:p14="http://schemas.microsoft.com/office/powerpoint/2010/main" val="2204043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5</a:t>
            </a:fld>
            <a:endParaRPr lang="en-US" altLang="en-US"/>
          </a:p>
        </p:txBody>
      </p:sp>
    </p:spTree>
    <p:extLst>
      <p:ext uri="{BB962C8B-B14F-4D97-AF65-F5344CB8AC3E}">
        <p14:creationId xmlns:p14="http://schemas.microsoft.com/office/powerpoint/2010/main" val="3950861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6</a:t>
            </a:fld>
            <a:endParaRPr lang="en-US" altLang="en-US"/>
          </a:p>
        </p:txBody>
      </p:sp>
    </p:spTree>
    <p:extLst>
      <p:ext uri="{BB962C8B-B14F-4D97-AF65-F5344CB8AC3E}">
        <p14:creationId xmlns:p14="http://schemas.microsoft.com/office/powerpoint/2010/main" val="367786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7</a:t>
            </a:fld>
            <a:endParaRPr lang="en-US" altLang="en-US"/>
          </a:p>
        </p:txBody>
      </p:sp>
    </p:spTree>
    <p:extLst>
      <p:ext uri="{BB962C8B-B14F-4D97-AF65-F5344CB8AC3E}">
        <p14:creationId xmlns:p14="http://schemas.microsoft.com/office/powerpoint/2010/main" val="20783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8</a:t>
            </a:fld>
            <a:endParaRPr lang="en-US" altLang="en-US"/>
          </a:p>
        </p:txBody>
      </p:sp>
    </p:spTree>
    <p:extLst>
      <p:ext uri="{BB962C8B-B14F-4D97-AF65-F5344CB8AC3E}">
        <p14:creationId xmlns:p14="http://schemas.microsoft.com/office/powerpoint/2010/main" val="2862375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9</a:t>
            </a:fld>
            <a:endParaRPr lang="en-US" altLang="en-US"/>
          </a:p>
        </p:txBody>
      </p:sp>
    </p:spTree>
    <p:extLst>
      <p:ext uri="{BB962C8B-B14F-4D97-AF65-F5344CB8AC3E}">
        <p14:creationId xmlns:p14="http://schemas.microsoft.com/office/powerpoint/2010/main" val="1239161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10</a:t>
            </a:fld>
            <a:endParaRPr lang="en-US" altLang="en-US"/>
          </a:p>
        </p:txBody>
      </p:sp>
    </p:spTree>
    <p:extLst>
      <p:ext uri="{BB962C8B-B14F-4D97-AF65-F5344CB8AC3E}">
        <p14:creationId xmlns:p14="http://schemas.microsoft.com/office/powerpoint/2010/main" val="319465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11</a:t>
            </a:fld>
            <a:endParaRPr lang="en-US" altLang="en-US"/>
          </a:p>
        </p:txBody>
      </p:sp>
    </p:spTree>
    <p:extLst>
      <p:ext uri="{BB962C8B-B14F-4D97-AF65-F5344CB8AC3E}">
        <p14:creationId xmlns:p14="http://schemas.microsoft.com/office/powerpoint/2010/main" val="1766194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12</a:t>
            </a:fld>
            <a:endParaRPr lang="en-US" altLang="en-US"/>
          </a:p>
        </p:txBody>
      </p:sp>
    </p:spTree>
    <p:extLst>
      <p:ext uri="{BB962C8B-B14F-4D97-AF65-F5344CB8AC3E}">
        <p14:creationId xmlns:p14="http://schemas.microsoft.com/office/powerpoint/2010/main" val="740932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13</a:t>
            </a:fld>
            <a:endParaRPr lang="en-US" altLang="en-US"/>
          </a:p>
        </p:txBody>
      </p:sp>
    </p:spTree>
    <p:extLst>
      <p:ext uri="{BB962C8B-B14F-4D97-AF65-F5344CB8AC3E}">
        <p14:creationId xmlns:p14="http://schemas.microsoft.com/office/powerpoint/2010/main" val="743852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14</a:t>
            </a:fld>
            <a:endParaRPr lang="en-US" altLang="en-US"/>
          </a:p>
        </p:txBody>
      </p:sp>
    </p:spTree>
    <p:extLst>
      <p:ext uri="{BB962C8B-B14F-4D97-AF65-F5344CB8AC3E}">
        <p14:creationId xmlns:p14="http://schemas.microsoft.com/office/powerpoint/2010/main" val="2291138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15</a:t>
            </a:fld>
            <a:endParaRPr lang="en-US" altLang="en-US"/>
          </a:p>
        </p:txBody>
      </p:sp>
    </p:spTree>
    <p:extLst>
      <p:ext uri="{BB962C8B-B14F-4D97-AF65-F5344CB8AC3E}">
        <p14:creationId xmlns:p14="http://schemas.microsoft.com/office/powerpoint/2010/main" val="1952949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16</a:t>
            </a:fld>
            <a:endParaRPr lang="en-US" altLang="en-US"/>
          </a:p>
        </p:txBody>
      </p:sp>
    </p:spTree>
    <p:extLst>
      <p:ext uri="{BB962C8B-B14F-4D97-AF65-F5344CB8AC3E}">
        <p14:creationId xmlns:p14="http://schemas.microsoft.com/office/powerpoint/2010/main" val="2964534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17</a:t>
            </a:fld>
            <a:endParaRPr lang="en-US" altLang="en-US"/>
          </a:p>
        </p:txBody>
      </p:sp>
    </p:spTree>
    <p:extLst>
      <p:ext uri="{BB962C8B-B14F-4D97-AF65-F5344CB8AC3E}">
        <p14:creationId xmlns:p14="http://schemas.microsoft.com/office/powerpoint/2010/main" val="2323239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18</a:t>
            </a:fld>
            <a:endParaRPr lang="en-US" altLang="en-US"/>
          </a:p>
        </p:txBody>
      </p:sp>
    </p:spTree>
    <p:extLst>
      <p:ext uri="{BB962C8B-B14F-4D97-AF65-F5344CB8AC3E}">
        <p14:creationId xmlns:p14="http://schemas.microsoft.com/office/powerpoint/2010/main" val="2285895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19</a:t>
            </a:fld>
            <a:endParaRPr lang="en-US" altLang="en-US"/>
          </a:p>
        </p:txBody>
      </p:sp>
    </p:spTree>
    <p:extLst>
      <p:ext uri="{BB962C8B-B14F-4D97-AF65-F5344CB8AC3E}">
        <p14:creationId xmlns:p14="http://schemas.microsoft.com/office/powerpoint/2010/main" val="2076647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20</a:t>
            </a:fld>
            <a:endParaRPr lang="en-US" altLang="en-US"/>
          </a:p>
        </p:txBody>
      </p:sp>
    </p:spTree>
    <p:extLst>
      <p:ext uri="{BB962C8B-B14F-4D97-AF65-F5344CB8AC3E}">
        <p14:creationId xmlns:p14="http://schemas.microsoft.com/office/powerpoint/2010/main" val="1067479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21</a:t>
            </a:fld>
            <a:endParaRPr lang="en-US" altLang="en-US"/>
          </a:p>
        </p:txBody>
      </p:sp>
    </p:spTree>
    <p:extLst>
      <p:ext uri="{BB962C8B-B14F-4D97-AF65-F5344CB8AC3E}">
        <p14:creationId xmlns:p14="http://schemas.microsoft.com/office/powerpoint/2010/main" val="675677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22</a:t>
            </a:fld>
            <a:endParaRPr lang="en-US" altLang="en-US"/>
          </a:p>
        </p:txBody>
      </p:sp>
    </p:spTree>
    <p:extLst>
      <p:ext uri="{BB962C8B-B14F-4D97-AF65-F5344CB8AC3E}">
        <p14:creationId xmlns:p14="http://schemas.microsoft.com/office/powerpoint/2010/main" val="3482806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23</a:t>
            </a:fld>
            <a:endParaRPr lang="en-US" altLang="en-US"/>
          </a:p>
        </p:txBody>
      </p:sp>
    </p:spTree>
    <p:extLst>
      <p:ext uri="{BB962C8B-B14F-4D97-AF65-F5344CB8AC3E}">
        <p14:creationId xmlns:p14="http://schemas.microsoft.com/office/powerpoint/2010/main" val="4106695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24</a:t>
            </a:fld>
            <a:endParaRPr lang="en-US" altLang="en-US"/>
          </a:p>
        </p:txBody>
      </p:sp>
    </p:spTree>
    <p:extLst>
      <p:ext uri="{BB962C8B-B14F-4D97-AF65-F5344CB8AC3E}">
        <p14:creationId xmlns:p14="http://schemas.microsoft.com/office/powerpoint/2010/main" val="23494775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25</a:t>
            </a:fld>
            <a:endParaRPr lang="en-US" altLang="en-US"/>
          </a:p>
        </p:txBody>
      </p:sp>
    </p:spTree>
    <p:extLst>
      <p:ext uri="{BB962C8B-B14F-4D97-AF65-F5344CB8AC3E}">
        <p14:creationId xmlns:p14="http://schemas.microsoft.com/office/powerpoint/2010/main" val="1789491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26</a:t>
            </a:fld>
            <a:endParaRPr lang="en-US" altLang="en-US"/>
          </a:p>
        </p:txBody>
      </p:sp>
    </p:spTree>
    <p:extLst>
      <p:ext uri="{BB962C8B-B14F-4D97-AF65-F5344CB8AC3E}">
        <p14:creationId xmlns:p14="http://schemas.microsoft.com/office/powerpoint/2010/main" val="1404902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27</a:t>
            </a:fld>
            <a:endParaRPr lang="en-US" altLang="en-US"/>
          </a:p>
        </p:txBody>
      </p:sp>
    </p:spTree>
    <p:extLst>
      <p:ext uri="{BB962C8B-B14F-4D97-AF65-F5344CB8AC3E}">
        <p14:creationId xmlns:p14="http://schemas.microsoft.com/office/powerpoint/2010/main" val="4280680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28</a:t>
            </a:fld>
            <a:endParaRPr lang="en-US" altLang="en-US"/>
          </a:p>
        </p:txBody>
      </p:sp>
    </p:spTree>
    <p:extLst>
      <p:ext uri="{BB962C8B-B14F-4D97-AF65-F5344CB8AC3E}">
        <p14:creationId xmlns:p14="http://schemas.microsoft.com/office/powerpoint/2010/main" val="4268114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29</a:t>
            </a:fld>
            <a:endParaRPr lang="en-US" altLang="en-US"/>
          </a:p>
        </p:txBody>
      </p:sp>
    </p:spTree>
    <p:extLst>
      <p:ext uri="{BB962C8B-B14F-4D97-AF65-F5344CB8AC3E}">
        <p14:creationId xmlns:p14="http://schemas.microsoft.com/office/powerpoint/2010/main" val="2681173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30</a:t>
            </a:fld>
            <a:endParaRPr lang="en-US" altLang="en-US"/>
          </a:p>
        </p:txBody>
      </p:sp>
    </p:spTree>
    <p:extLst>
      <p:ext uri="{BB962C8B-B14F-4D97-AF65-F5344CB8AC3E}">
        <p14:creationId xmlns:p14="http://schemas.microsoft.com/office/powerpoint/2010/main" val="2957106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31</a:t>
            </a:fld>
            <a:endParaRPr lang="en-US" altLang="en-US"/>
          </a:p>
        </p:txBody>
      </p:sp>
    </p:spTree>
    <p:extLst>
      <p:ext uri="{BB962C8B-B14F-4D97-AF65-F5344CB8AC3E}">
        <p14:creationId xmlns:p14="http://schemas.microsoft.com/office/powerpoint/2010/main" val="6105290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8B47AD39-DF33-4590-93F3-C0C2C2E34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C512D95-87F5-43FE-AF81-8FE3500BB8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91760920-F560-426D-81D9-9EF5716DB8BC}"/>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DBE78E5F-1F7C-4A1E-8FA7-E613761D287C}"/>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ADCCE014-1DDF-4F7B-A8AE-66C41AFE8FD7}"/>
              </a:ext>
            </a:extLst>
          </p:cNvPr>
          <p:cNvSpPr>
            <a:spLocks noGrp="1"/>
          </p:cNvSpPr>
          <p:nvPr>
            <p:ph type="sldNum" sz="quarter" idx="12"/>
            <p:custDataLst>
              <p:tags r:id="rId5"/>
            </p:custDataLst>
          </p:nvPr>
        </p:nvSpPr>
        <p:spPr/>
        <p:txBody>
          <a:bodyPr/>
          <a:lstStyle>
            <a:lvl2pPr lvl="1">
              <a:defRPr/>
            </a:lvl2pPr>
          </a:lstStyle>
          <a:p>
            <a:pPr lvl="1"/>
            <a:fld id="{500D8959-8FD2-4E6C-AD97-F8EF0533F393}" type="slidenum">
              <a:rPr lang="en-US" altLang="en-US"/>
              <a:pPr lvl="1"/>
              <a:t>‹#›</a:t>
            </a:fld>
            <a:endParaRPr lang="en-US" altLang="en-US"/>
          </a:p>
        </p:txBody>
      </p:sp>
    </p:spTree>
    <p:extLst>
      <p:ext uri="{BB962C8B-B14F-4D97-AF65-F5344CB8AC3E}">
        <p14:creationId xmlns:p14="http://schemas.microsoft.com/office/powerpoint/2010/main" val="206298110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456401B0-5A37-4247-A8F4-FFCBF0C9F034}"/>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25C8F602-308C-44B3-BA60-06AD48EA8861}"/>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87F653D3-6551-453B-8834-6C97BEF27931}"/>
              </a:ext>
            </a:extLst>
          </p:cNvPr>
          <p:cNvSpPr>
            <a:spLocks noGrp="1"/>
          </p:cNvSpPr>
          <p:nvPr>
            <p:ph type="sldNum" sz="quarter" idx="12"/>
            <p:custDataLst>
              <p:tags r:id="rId5"/>
            </p:custDataLst>
          </p:nvPr>
        </p:nvSpPr>
        <p:spPr/>
        <p:txBody>
          <a:bodyPr/>
          <a:lstStyle>
            <a:lvl2pPr lvl="1">
              <a:defRPr sz="1400"/>
            </a:lvl2pPr>
          </a:lstStyle>
          <a:p>
            <a:pPr lvl="1"/>
            <a:fld id="{0EDCD18F-876B-4EBD-A2CE-B68E83602C93}" type="slidenum">
              <a:rPr lang="en-US" altLang="en-US"/>
              <a:pPr lvl="1"/>
              <a:t>‹#›</a:t>
            </a:fld>
            <a:endParaRPr lang="en-US" altLang="en-US"/>
          </a:p>
        </p:txBody>
      </p:sp>
    </p:spTree>
    <p:extLst>
      <p:ext uri="{BB962C8B-B14F-4D97-AF65-F5344CB8AC3E}">
        <p14:creationId xmlns:p14="http://schemas.microsoft.com/office/powerpoint/2010/main" val="225721721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52746-D4E7-4B85-995E-F0825B17D26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4D6E2A7F-7C07-4F10-B2AC-936389135AB8}"/>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4">
            <a:extLst>
              <a:ext uri="{FF2B5EF4-FFF2-40B4-BE49-F238E27FC236}">
                <a16:creationId xmlns:a16="http://schemas.microsoft.com/office/drawing/2014/main" id="{5E4713AC-A3C9-4A09-8462-D68F64C0A263}"/>
              </a:ext>
            </a:extLst>
          </p:cNvPr>
          <p:cNvSpPr>
            <a:spLocks noGrp="1"/>
          </p:cNvSpPr>
          <p:nvPr>
            <p:ph type="sldNum" sz="quarter" idx="12"/>
          </p:nvPr>
        </p:nvSpPr>
        <p:spPr/>
        <p:txBody>
          <a:bodyPr/>
          <a:lstStyle>
            <a:lvl2pPr lvl="1">
              <a:defRPr/>
            </a:lvl2pPr>
          </a:lstStyle>
          <a:p>
            <a:pPr lvl="1"/>
            <a:fld id="{9C6BE582-286B-4647-89E9-2DDCDD1490BE}" type="slidenum">
              <a:rPr lang="en-US" altLang="en-US"/>
              <a:pPr lvl="1"/>
              <a:t>‹#›</a:t>
            </a:fld>
            <a:endParaRPr lang="en-US" altLang="en-US"/>
          </a:p>
        </p:txBody>
      </p:sp>
    </p:spTree>
    <p:extLst>
      <p:ext uri="{BB962C8B-B14F-4D97-AF65-F5344CB8AC3E}">
        <p14:creationId xmlns:p14="http://schemas.microsoft.com/office/powerpoint/2010/main" val="286498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4CBDC2BD-6B7E-49E9-911D-8DCE5447EA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C3C25FE-B17A-4800-8A72-379B83CDBD99}"/>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DF943460-5DA2-4F2B-B27F-A9ECA55D6FC9}"/>
              </a:ext>
            </a:extLst>
          </p:cNvPr>
          <p:cNvSpPr>
            <a:spLocks noGrp="1"/>
          </p:cNvSpPr>
          <p:nvPr>
            <p:ph type="sldNum" sz="quarter" idx="12"/>
          </p:nvPr>
        </p:nvSpPr>
        <p:spPr/>
        <p:txBody>
          <a:bodyPr/>
          <a:lstStyle>
            <a:lvl2pPr lvl="1">
              <a:defRPr/>
            </a:lvl2pPr>
          </a:lstStyle>
          <a:p>
            <a:pPr lvl="1"/>
            <a:fld id="{AD2CFC07-BDFD-4FD8-AEEA-8EE2BD6FEC33}" type="slidenum">
              <a:rPr lang="en-US" altLang="en-US"/>
              <a:pPr lvl="1"/>
              <a:t>‹#›</a:t>
            </a:fld>
            <a:endParaRPr lang="en-US" altLang="en-US"/>
          </a:p>
        </p:txBody>
      </p:sp>
    </p:spTree>
    <p:extLst>
      <p:ext uri="{BB962C8B-B14F-4D97-AF65-F5344CB8AC3E}">
        <p14:creationId xmlns:p14="http://schemas.microsoft.com/office/powerpoint/2010/main" val="3963381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D575308-EE3D-4847-8341-B6C58E1E2B62}"/>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40C50C7-848D-47BD-8D6E-9F9D18F0B314}"/>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721BE35-EB61-4664-942E-96195D317313}"/>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7978FCF2-5CF4-41D3-AD73-B668EEE2C8E4}"/>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E11436A6-847A-4529-A438-88DC94F54956}"/>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DE04778B-3B40-420D-B763-68DB33D50843}"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66"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media/image2.jpe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notesSlide" Target="../notesSlides/notesSlide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slideLayout" Target="../slideLayouts/slideLayout2.xml"/><Relationship Id="rId5" Type="http://schemas.openxmlformats.org/officeDocument/2006/relationships/tags" Target="../tags/tag2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s>
</file>

<file path=ppt/slides/_rels/slide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33.xml"/></Relationships>
</file>

<file path=ppt/slides/_rels/slide4.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37.xml"/></Relationships>
</file>

<file path=ppt/slides/_rels/slide5.xml.rels><?xml version="1.0" encoding="UTF-8" standalone="yes"?>
<Relationships xmlns="http://schemas.openxmlformats.org/package/2006/relationships"><Relationship Id="rId13" Type="http://schemas.openxmlformats.org/officeDocument/2006/relationships/tags" Target="../tags/tag50.xml"/><Relationship Id="rId18" Type="http://schemas.openxmlformats.org/officeDocument/2006/relationships/tags" Target="../tags/tag55.xml"/><Relationship Id="rId26" Type="http://schemas.openxmlformats.org/officeDocument/2006/relationships/tags" Target="../tags/tag63.xml"/><Relationship Id="rId21" Type="http://schemas.openxmlformats.org/officeDocument/2006/relationships/tags" Target="../tags/tag58.xml"/><Relationship Id="rId34" Type="http://schemas.openxmlformats.org/officeDocument/2006/relationships/tags" Target="../tags/tag71.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tags" Target="../tags/tag54.xml"/><Relationship Id="rId25" Type="http://schemas.openxmlformats.org/officeDocument/2006/relationships/tags" Target="../tags/tag62.xml"/><Relationship Id="rId33" Type="http://schemas.openxmlformats.org/officeDocument/2006/relationships/tags" Target="../tags/tag70.xml"/><Relationship Id="rId38" Type="http://schemas.openxmlformats.org/officeDocument/2006/relationships/notesSlide" Target="../notesSlides/notesSlide5.xml"/><Relationship Id="rId2" Type="http://schemas.openxmlformats.org/officeDocument/2006/relationships/tags" Target="../tags/tag39.xml"/><Relationship Id="rId16" Type="http://schemas.openxmlformats.org/officeDocument/2006/relationships/tags" Target="../tags/tag53.xml"/><Relationship Id="rId20" Type="http://schemas.openxmlformats.org/officeDocument/2006/relationships/tags" Target="../tags/tag57.xml"/><Relationship Id="rId29" Type="http://schemas.openxmlformats.org/officeDocument/2006/relationships/tags" Target="../tags/tag66.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24" Type="http://schemas.openxmlformats.org/officeDocument/2006/relationships/tags" Target="../tags/tag61.xml"/><Relationship Id="rId32" Type="http://schemas.openxmlformats.org/officeDocument/2006/relationships/tags" Target="../tags/tag69.xml"/><Relationship Id="rId37" Type="http://schemas.openxmlformats.org/officeDocument/2006/relationships/slideLayout" Target="../slideLayouts/slideLayout2.xml"/><Relationship Id="rId5" Type="http://schemas.openxmlformats.org/officeDocument/2006/relationships/tags" Target="../tags/tag42.xml"/><Relationship Id="rId15" Type="http://schemas.openxmlformats.org/officeDocument/2006/relationships/tags" Target="../tags/tag52.xml"/><Relationship Id="rId23" Type="http://schemas.openxmlformats.org/officeDocument/2006/relationships/tags" Target="../tags/tag60.xml"/><Relationship Id="rId28" Type="http://schemas.openxmlformats.org/officeDocument/2006/relationships/tags" Target="../tags/tag65.xml"/><Relationship Id="rId36" Type="http://schemas.openxmlformats.org/officeDocument/2006/relationships/tags" Target="../tags/tag73.xml"/><Relationship Id="rId10" Type="http://schemas.openxmlformats.org/officeDocument/2006/relationships/tags" Target="../tags/tag47.xml"/><Relationship Id="rId19" Type="http://schemas.openxmlformats.org/officeDocument/2006/relationships/tags" Target="../tags/tag56.xml"/><Relationship Id="rId31" Type="http://schemas.openxmlformats.org/officeDocument/2006/relationships/tags" Target="../tags/tag68.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 Id="rId22" Type="http://schemas.openxmlformats.org/officeDocument/2006/relationships/tags" Target="../tags/tag59.xml"/><Relationship Id="rId27" Type="http://schemas.openxmlformats.org/officeDocument/2006/relationships/tags" Target="../tags/tag64.xml"/><Relationship Id="rId30" Type="http://schemas.openxmlformats.org/officeDocument/2006/relationships/tags" Target="../tags/tag67.xml"/><Relationship Id="rId35" Type="http://schemas.openxmlformats.org/officeDocument/2006/relationships/tags" Target="../tags/tag72.xml"/><Relationship Id="rId8" Type="http://schemas.openxmlformats.org/officeDocument/2006/relationships/tags" Target="../tags/tag45.xml"/><Relationship Id="rId3" Type="http://schemas.openxmlformats.org/officeDocument/2006/relationships/tags" Target="../tags/tag40.xml"/></Relationships>
</file>

<file path=ppt/slides/_rels/slide6.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3" Type="http://schemas.openxmlformats.org/officeDocument/2006/relationships/tags" Target="../tags/tag76.xml"/><Relationship Id="rId21" Type="http://schemas.openxmlformats.org/officeDocument/2006/relationships/tags" Target="../tags/tag94.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notesSlide" Target="../notesSlides/notesSlide6.xml"/><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slideLayout" Target="../slideLayouts/slideLayout2.xml"/><Relationship Id="rId10" Type="http://schemas.openxmlformats.org/officeDocument/2006/relationships/tags" Target="../tags/tag83.xml"/><Relationship Id="rId19" Type="http://schemas.openxmlformats.org/officeDocument/2006/relationships/tags" Target="../tags/tag92.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s>
</file>

<file path=ppt/slides/_rels/slide7.xml.rels><?xml version="1.0" encoding="UTF-8" standalone="yes"?>
<Relationships xmlns="http://schemas.openxmlformats.org/package/2006/relationships"><Relationship Id="rId13" Type="http://schemas.openxmlformats.org/officeDocument/2006/relationships/tags" Target="../tags/tag108.xml"/><Relationship Id="rId18" Type="http://schemas.openxmlformats.org/officeDocument/2006/relationships/tags" Target="../tags/tag113.xml"/><Relationship Id="rId26" Type="http://schemas.openxmlformats.org/officeDocument/2006/relationships/tags" Target="../tags/tag121.xml"/><Relationship Id="rId3" Type="http://schemas.openxmlformats.org/officeDocument/2006/relationships/tags" Target="../tags/tag98.xml"/><Relationship Id="rId21" Type="http://schemas.openxmlformats.org/officeDocument/2006/relationships/tags" Target="../tags/tag116.xml"/><Relationship Id="rId34" Type="http://schemas.openxmlformats.org/officeDocument/2006/relationships/tags" Target="../tags/tag129.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tags" Target="../tags/tag112.xml"/><Relationship Id="rId25" Type="http://schemas.openxmlformats.org/officeDocument/2006/relationships/tags" Target="../tags/tag120.xml"/><Relationship Id="rId33" Type="http://schemas.openxmlformats.org/officeDocument/2006/relationships/tags" Target="../tags/tag128.xml"/><Relationship Id="rId2" Type="http://schemas.openxmlformats.org/officeDocument/2006/relationships/tags" Target="../tags/tag97.xml"/><Relationship Id="rId16" Type="http://schemas.openxmlformats.org/officeDocument/2006/relationships/tags" Target="../tags/tag111.xml"/><Relationship Id="rId20" Type="http://schemas.openxmlformats.org/officeDocument/2006/relationships/tags" Target="../tags/tag115.xml"/><Relationship Id="rId29" Type="http://schemas.openxmlformats.org/officeDocument/2006/relationships/tags" Target="../tags/tag124.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24" Type="http://schemas.openxmlformats.org/officeDocument/2006/relationships/tags" Target="../tags/tag119.xml"/><Relationship Id="rId32" Type="http://schemas.openxmlformats.org/officeDocument/2006/relationships/tags" Target="../tags/tag127.xml"/><Relationship Id="rId5" Type="http://schemas.openxmlformats.org/officeDocument/2006/relationships/tags" Target="../tags/tag100.xml"/><Relationship Id="rId15" Type="http://schemas.openxmlformats.org/officeDocument/2006/relationships/tags" Target="../tags/tag110.xml"/><Relationship Id="rId23" Type="http://schemas.openxmlformats.org/officeDocument/2006/relationships/tags" Target="../tags/tag118.xml"/><Relationship Id="rId28" Type="http://schemas.openxmlformats.org/officeDocument/2006/relationships/tags" Target="../tags/tag123.xml"/><Relationship Id="rId36" Type="http://schemas.openxmlformats.org/officeDocument/2006/relationships/notesSlide" Target="../notesSlides/notesSlide7.xml"/><Relationship Id="rId10" Type="http://schemas.openxmlformats.org/officeDocument/2006/relationships/tags" Target="../tags/tag105.xml"/><Relationship Id="rId19" Type="http://schemas.openxmlformats.org/officeDocument/2006/relationships/tags" Target="../tags/tag114.xml"/><Relationship Id="rId31" Type="http://schemas.openxmlformats.org/officeDocument/2006/relationships/tags" Target="../tags/tag126.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tags" Target="../tags/tag117.xml"/><Relationship Id="rId27" Type="http://schemas.openxmlformats.org/officeDocument/2006/relationships/tags" Target="../tags/tag122.xml"/><Relationship Id="rId30" Type="http://schemas.openxmlformats.org/officeDocument/2006/relationships/tags" Target="../tags/tag125.xml"/><Relationship Id="rId35" Type="http://schemas.openxmlformats.org/officeDocument/2006/relationships/slideLayout" Target="../slideLayouts/slideLayout2.xml"/><Relationship Id="rId8" Type="http://schemas.openxmlformats.org/officeDocument/2006/relationships/tags" Target="../tags/tag103.xml"/></Relationships>
</file>

<file path=ppt/slides/_rels/slide8.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33.xml"/></Relationships>
</file>

<file path=ppt/slides/_rels/slide9.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2" Type="http://schemas.openxmlformats.org/officeDocument/2006/relationships/tags" Target="../tags/tag135.xml"/><Relationship Id="rId16" Type="http://schemas.openxmlformats.org/officeDocument/2006/relationships/notesSlide" Target="../notesSlides/notesSlide9.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5" Type="http://schemas.openxmlformats.org/officeDocument/2006/relationships/slideLayout" Target="../slideLayouts/slideLayout2.xml"/><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s>
</file>

<file path=ppt/slides/_rels/slide10.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tags" Target="../tags/tag160.xml"/><Relationship Id="rId3" Type="http://schemas.openxmlformats.org/officeDocument/2006/relationships/tags" Target="../tags/tag150.xml"/><Relationship Id="rId7" Type="http://schemas.openxmlformats.org/officeDocument/2006/relationships/tags" Target="../tags/tag154.xml"/><Relationship Id="rId12" Type="http://schemas.openxmlformats.org/officeDocument/2006/relationships/tags" Target="../tags/tag159.xml"/><Relationship Id="rId2" Type="http://schemas.openxmlformats.org/officeDocument/2006/relationships/tags" Target="../tags/tag149.xml"/><Relationship Id="rId16" Type="http://schemas.openxmlformats.org/officeDocument/2006/relationships/notesSlide" Target="../notesSlides/notesSlide10.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tags" Target="../tags/tag158.xml"/><Relationship Id="rId5" Type="http://schemas.openxmlformats.org/officeDocument/2006/relationships/tags" Target="../tags/tag152.xml"/><Relationship Id="rId15" Type="http://schemas.openxmlformats.org/officeDocument/2006/relationships/slideLayout" Target="../slideLayouts/slideLayout2.xml"/><Relationship Id="rId10" Type="http://schemas.openxmlformats.org/officeDocument/2006/relationships/tags" Target="../tags/tag157.xml"/><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tags" Target="../tags/tag161.xml"/></Relationships>
</file>

<file path=ppt/slides/_rels/slide11.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tags" Target="../tags/tag173.xml"/><Relationship Id="rId2" Type="http://schemas.openxmlformats.org/officeDocument/2006/relationships/tags" Target="../tags/tag163.xml"/><Relationship Id="rId16" Type="http://schemas.openxmlformats.org/officeDocument/2006/relationships/notesSlide" Target="../notesSlides/notesSlide11.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slideLayout" Target="../slideLayouts/slideLayout2.xml"/><Relationship Id="rId10" Type="http://schemas.openxmlformats.org/officeDocument/2006/relationships/tags" Target="../tags/tag171.xml"/><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s>
</file>

<file path=ppt/slides/_rels/slide12.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79.xml"/></Relationships>
</file>

<file path=ppt/slides/_rels/slide13.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tags" Target="../tags/tag192.xml"/><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tags" Target="../tags/tag191.xml"/><Relationship Id="rId17" Type="http://schemas.openxmlformats.org/officeDocument/2006/relationships/notesSlide" Target="../notesSlides/notesSlide13.xml"/><Relationship Id="rId2" Type="http://schemas.openxmlformats.org/officeDocument/2006/relationships/tags" Target="../tags/tag181.xml"/><Relationship Id="rId16" Type="http://schemas.openxmlformats.org/officeDocument/2006/relationships/slideLayout" Target="../slideLayouts/slideLayout2.xml"/><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5" Type="http://schemas.openxmlformats.org/officeDocument/2006/relationships/tags" Target="../tags/tag184.xml"/><Relationship Id="rId15" Type="http://schemas.openxmlformats.org/officeDocument/2006/relationships/tags" Target="../tags/tag194.xml"/><Relationship Id="rId10" Type="http://schemas.openxmlformats.org/officeDocument/2006/relationships/tags" Target="../tags/tag189.xml"/><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tags" Target="../tags/tag193.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98.xml"/></Relationships>
</file>

<file path=ppt/slides/_rels/slide15.xml.rels><?xml version="1.0" encoding="UTF-8" standalone="yes"?>
<Relationships xmlns="http://schemas.openxmlformats.org/package/2006/relationships"><Relationship Id="rId13" Type="http://schemas.openxmlformats.org/officeDocument/2006/relationships/tags" Target="../tags/tag211.xml"/><Relationship Id="rId18" Type="http://schemas.openxmlformats.org/officeDocument/2006/relationships/tags" Target="../tags/tag216.xml"/><Relationship Id="rId26" Type="http://schemas.openxmlformats.org/officeDocument/2006/relationships/tags" Target="../tags/tag224.xml"/><Relationship Id="rId39" Type="http://schemas.openxmlformats.org/officeDocument/2006/relationships/tags" Target="../tags/tag237.xml"/><Relationship Id="rId21" Type="http://schemas.openxmlformats.org/officeDocument/2006/relationships/tags" Target="../tags/tag219.xml"/><Relationship Id="rId34" Type="http://schemas.openxmlformats.org/officeDocument/2006/relationships/tags" Target="../tags/tag232.xml"/><Relationship Id="rId42" Type="http://schemas.openxmlformats.org/officeDocument/2006/relationships/tags" Target="../tags/tag240.xml"/><Relationship Id="rId47" Type="http://schemas.openxmlformats.org/officeDocument/2006/relationships/notesSlide" Target="../notesSlides/notesSlide15.xml"/><Relationship Id="rId7" Type="http://schemas.openxmlformats.org/officeDocument/2006/relationships/tags" Target="../tags/tag205.xml"/><Relationship Id="rId2" Type="http://schemas.openxmlformats.org/officeDocument/2006/relationships/tags" Target="../tags/tag200.xml"/><Relationship Id="rId16" Type="http://schemas.openxmlformats.org/officeDocument/2006/relationships/tags" Target="../tags/tag214.xml"/><Relationship Id="rId29" Type="http://schemas.openxmlformats.org/officeDocument/2006/relationships/tags" Target="../tags/tag227.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24" Type="http://schemas.openxmlformats.org/officeDocument/2006/relationships/tags" Target="../tags/tag222.xml"/><Relationship Id="rId32" Type="http://schemas.openxmlformats.org/officeDocument/2006/relationships/tags" Target="../tags/tag230.xml"/><Relationship Id="rId37" Type="http://schemas.openxmlformats.org/officeDocument/2006/relationships/tags" Target="../tags/tag235.xml"/><Relationship Id="rId40" Type="http://schemas.openxmlformats.org/officeDocument/2006/relationships/tags" Target="../tags/tag238.xml"/><Relationship Id="rId45" Type="http://schemas.openxmlformats.org/officeDocument/2006/relationships/tags" Target="../tags/tag243.xml"/><Relationship Id="rId5" Type="http://schemas.openxmlformats.org/officeDocument/2006/relationships/tags" Target="../tags/tag203.xml"/><Relationship Id="rId15" Type="http://schemas.openxmlformats.org/officeDocument/2006/relationships/tags" Target="../tags/tag213.xml"/><Relationship Id="rId23" Type="http://schemas.openxmlformats.org/officeDocument/2006/relationships/tags" Target="../tags/tag221.xml"/><Relationship Id="rId28" Type="http://schemas.openxmlformats.org/officeDocument/2006/relationships/tags" Target="../tags/tag226.xml"/><Relationship Id="rId36" Type="http://schemas.openxmlformats.org/officeDocument/2006/relationships/tags" Target="../tags/tag234.xml"/><Relationship Id="rId10" Type="http://schemas.openxmlformats.org/officeDocument/2006/relationships/tags" Target="../tags/tag208.xml"/><Relationship Id="rId19" Type="http://schemas.openxmlformats.org/officeDocument/2006/relationships/tags" Target="../tags/tag217.xml"/><Relationship Id="rId31" Type="http://schemas.openxmlformats.org/officeDocument/2006/relationships/tags" Target="../tags/tag229.xml"/><Relationship Id="rId44" Type="http://schemas.openxmlformats.org/officeDocument/2006/relationships/tags" Target="../tags/tag242.xml"/><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tags" Target="../tags/tag220.xml"/><Relationship Id="rId27" Type="http://schemas.openxmlformats.org/officeDocument/2006/relationships/tags" Target="../tags/tag225.xml"/><Relationship Id="rId30" Type="http://schemas.openxmlformats.org/officeDocument/2006/relationships/tags" Target="../tags/tag228.xml"/><Relationship Id="rId35" Type="http://schemas.openxmlformats.org/officeDocument/2006/relationships/tags" Target="../tags/tag233.xml"/><Relationship Id="rId43" Type="http://schemas.openxmlformats.org/officeDocument/2006/relationships/tags" Target="../tags/tag241.xml"/><Relationship Id="rId8" Type="http://schemas.openxmlformats.org/officeDocument/2006/relationships/tags" Target="../tags/tag206.xml"/><Relationship Id="rId3" Type="http://schemas.openxmlformats.org/officeDocument/2006/relationships/tags" Target="../tags/tag201.xml"/><Relationship Id="rId12" Type="http://schemas.openxmlformats.org/officeDocument/2006/relationships/tags" Target="../tags/tag210.xml"/><Relationship Id="rId17" Type="http://schemas.openxmlformats.org/officeDocument/2006/relationships/tags" Target="../tags/tag215.xml"/><Relationship Id="rId25" Type="http://schemas.openxmlformats.org/officeDocument/2006/relationships/tags" Target="../tags/tag223.xml"/><Relationship Id="rId33" Type="http://schemas.openxmlformats.org/officeDocument/2006/relationships/tags" Target="../tags/tag231.xml"/><Relationship Id="rId38" Type="http://schemas.openxmlformats.org/officeDocument/2006/relationships/tags" Target="../tags/tag236.xml"/><Relationship Id="rId46" Type="http://schemas.openxmlformats.org/officeDocument/2006/relationships/slideLayout" Target="../slideLayouts/slideLayout2.xml"/><Relationship Id="rId20" Type="http://schemas.openxmlformats.org/officeDocument/2006/relationships/tags" Target="../tags/tag218.xml"/><Relationship Id="rId41" Type="http://schemas.openxmlformats.org/officeDocument/2006/relationships/tags" Target="../tags/tag239.xml"/></Relationships>
</file>

<file path=ppt/slides/_rels/slide16.xml.rels><?xml version="1.0" encoding="UTF-8" standalone="yes"?>
<Relationships xmlns="http://schemas.openxmlformats.org/package/2006/relationships"><Relationship Id="rId13" Type="http://schemas.openxmlformats.org/officeDocument/2006/relationships/tags" Target="../tags/tag256.xml"/><Relationship Id="rId18" Type="http://schemas.openxmlformats.org/officeDocument/2006/relationships/tags" Target="../tags/tag261.xml"/><Relationship Id="rId26" Type="http://schemas.openxmlformats.org/officeDocument/2006/relationships/tags" Target="../tags/tag269.xml"/><Relationship Id="rId39" Type="http://schemas.openxmlformats.org/officeDocument/2006/relationships/tags" Target="../tags/tag282.xml"/><Relationship Id="rId21" Type="http://schemas.openxmlformats.org/officeDocument/2006/relationships/tags" Target="../tags/tag264.xml"/><Relationship Id="rId34" Type="http://schemas.openxmlformats.org/officeDocument/2006/relationships/tags" Target="../tags/tag277.xml"/><Relationship Id="rId42" Type="http://schemas.openxmlformats.org/officeDocument/2006/relationships/tags" Target="../tags/tag285.xml"/><Relationship Id="rId47" Type="http://schemas.openxmlformats.org/officeDocument/2006/relationships/notesSlide" Target="../notesSlides/notesSlide16.xml"/><Relationship Id="rId7" Type="http://schemas.openxmlformats.org/officeDocument/2006/relationships/tags" Target="../tags/tag250.xml"/><Relationship Id="rId2" Type="http://schemas.openxmlformats.org/officeDocument/2006/relationships/tags" Target="../tags/tag245.xml"/><Relationship Id="rId16" Type="http://schemas.openxmlformats.org/officeDocument/2006/relationships/tags" Target="../tags/tag259.xml"/><Relationship Id="rId29" Type="http://schemas.openxmlformats.org/officeDocument/2006/relationships/tags" Target="../tags/tag272.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24" Type="http://schemas.openxmlformats.org/officeDocument/2006/relationships/tags" Target="../tags/tag267.xml"/><Relationship Id="rId32" Type="http://schemas.openxmlformats.org/officeDocument/2006/relationships/tags" Target="../tags/tag275.xml"/><Relationship Id="rId37" Type="http://schemas.openxmlformats.org/officeDocument/2006/relationships/tags" Target="../tags/tag280.xml"/><Relationship Id="rId40" Type="http://schemas.openxmlformats.org/officeDocument/2006/relationships/tags" Target="../tags/tag283.xml"/><Relationship Id="rId45" Type="http://schemas.openxmlformats.org/officeDocument/2006/relationships/tags" Target="../tags/tag288.xml"/><Relationship Id="rId5" Type="http://schemas.openxmlformats.org/officeDocument/2006/relationships/tags" Target="../tags/tag248.xml"/><Relationship Id="rId15" Type="http://schemas.openxmlformats.org/officeDocument/2006/relationships/tags" Target="../tags/tag258.xml"/><Relationship Id="rId23" Type="http://schemas.openxmlformats.org/officeDocument/2006/relationships/tags" Target="../tags/tag266.xml"/><Relationship Id="rId28" Type="http://schemas.openxmlformats.org/officeDocument/2006/relationships/tags" Target="../tags/tag271.xml"/><Relationship Id="rId36" Type="http://schemas.openxmlformats.org/officeDocument/2006/relationships/tags" Target="../tags/tag279.xml"/><Relationship Id="rId10" Type="http://schemas.openxmlformats.org/officeDocument/2006/relationships/tags" Target="../tags/tag253.xml"/><Relationship Id="rId19" Type="http://schemas.openxmlformats.org/officeDocument/2006/relationships/tags" Target="../tags/tag262.xml"/><Relationship Id="rId31" Type="http://schemas.openxmlformats.org/officeDocument/2006/relationships/tags" Target="../tags/tag274.xml"/><Relationship Id="rId44" Type="http://schemas.openxmlformats.org/officeDocument/2006/relationships/tags" Target="../tags/tag287.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tags" Target="../tags/tag257.xml"/><Relationship Id="rId22" Type="http://schemas.openxmlformats.org/officeDocument/2006/relationships/tags" Target="../tags/tag265.xml"/><Relationship Id="rId27" Type="http://schemas.openxmlformats.org/officeDocument/2006/relationships/tags" Target="../tags/tag270.xml"/><Relationship Id="rId30" Type="http://schemas.openxmlformats.org/officeDocument/2006/relationships/tags" Target="../tags/tag273.xml"/><Relationship Id="rId35" Type="http://schemas.openxmlformats.org/officeDocument/2006/relationships/tags" Target="../tags/tag278.xml"/><Relationship Id="rId43" Type="http://schemas.openxmlformats.org/officeDocument/2006/relationships/tags" Target="../tags/tag286.xml"/><Relationship Id="rId8" Type="http://schemas.openxmlformats.org/officeDocument/2006/relationships/tags" Target="../tags/tag251.xml"/><Relationship Id="rId3" Type="http://schemas.openxmlformats.org/officeDocument/2006/relationships/tags" Target="../tags/tag246.xml"/><Relationship Id="rId12" Type="http://schemas.openxmlformats.org/officeDocument/2006/relationships/tags" Target="../tags/tag255.xml"/><Relationship Id="rId17" Type="http://schemas.openxmlformats.org/officeDocument/2006/relationships/tags" Target="../tags/tag260.xml"/><Relationship Id="rId25" Type="http://schemas.openxmlformats.org/officeDocument/2006/relationships/tags" Target="../tags/tag268.xml"/><Relationship Id="rId33" Type="http://schemas.openxmlformats.org/officeDocument/2006/relationships/tags" Target="../tags/tag276.xml"/><Relationship Id="rId38" Type="http://schemas.openxmlformats.org/officeDocument/2006/relationships/tags" Target="../tags/tag281.xml"/><Relationship Id="rId46" Type="http://schemas.openxmlformats.org/officeDocument/2006/relationships/slideLayout" Target="../slideLayouts/slideLayout2.xml"/><Relationship Id="rId20" Type="http://schemas.openxmlformats.org/officeDocument/2006/relationships/tags" Target="../tags/tag263.xml"/><Relationship Id="rId41" Type="http://schemas.openxmlformats.org/officeDocument/2006/relationships/tags" Target="../tags/tag284.xml"/></Relationships>
</file>

<file path=ppt/slides/_rels/slide17.xml.rels><?xml version="1.0" encoding="UTF-8" standalone="yes"?>
<Relationships xmlns="http://schemas.openxmlformats.org/package/2006/relationships"><Relationship Id="rId13" Type="http://schemas.openxmlformats.org/officeDocument/2006/relationships/tags" Target="../tags/tag301.xml"/><Relationship Id="rId18" Type="http://schemas.openxmlformats.org/officeDocument/2006/relationships/tags" Target="../tags/tag306.xml"/><Relationship Id="rId26" Type="http://schemas.openxmlformats.org/officeDocument/2006/relationships/tags" Target="../tags/tag314.xml"/><Relationship Id="rId39" Type="http://schemas.openxmlformats.org/officeDocument/2006/relationships/tags" Target="../tags/tag327.xml"/><Relationship Id="rId21" Type="http://schemas.openxmlformats.org/officeDocument/2006/relationships/tags" Target="../tags/tag309.xml"/><Relationship Id="rId34" Type="http://schemas.openxmlformats.org/officeDocument/2006/relationships/tags" Target="../tags/tag322.xml"/><Relationship Id="rId42" Type="http://schemas.openxmlformats.org/officeDocument/2006/relationships/tags" Target="../tags/tag330.xml"/><Relationship Id="rId47" Type="http://schemas.openxmlformats.org/officeDocument/2006/relationships/tags" Target="../tags/tag335.xml"/><Relationship Id="rId50" Type="http://schemas.openxmlformats.org/officeDocument/2006/relationships/tags" Target="../tags/tag338.xml"/><Relationship Id="rId7" Type="http://schemas.openxmlformats.org/officeDocument/2006/relationships/tags" Target="../tags/tag295.xml"/><Relationship Id="rId2" Type="http://schemas.openxmlformats.org/officeDocument/2006/relationships/tags" Target="../tags/tag290.xml"/><Relationship Id="rId16" Type="http://schemas.openxmlformats.org/officeDocument/2006/relationships/tags" Target="../tags/tag304.xml"/><Relationship Id="rId29" Type="http://schemas.openxmlformats.org/officeDocument/2006/relationships/tags" Target="../tags/tag317.xml"/><Relationship Id="rId11" Type="http://schemas.openxmlformats.org/officeDocument/2006/relationships/tags" Target="../tags/tag299.xml"/><Relationship Id="rId24" Type="http://schemas.openxmlformats.org/officeDocument/2006/relationships/tags" Target="../tags/tag312.xml"/><Relationship Id="rId32" Type="http://schemas.openxmlformats.org/officeDocument/2006/relationships/tags" Target="../tags/tag320.xml"/><Relationship Id="rId37" Type="http://schemas.openxmlformats.org/officeDocument/2006/relationships/tags" Target="../tags/tag325.xml"/><Relationship Id="rId40" Type="http://schemas.openxmlformats.org/officeDocument/2006/relationships/tags" Target="../tags/tag328.xml"/><Relationship Id="rId45" Type="http://schemas.openxmlformats.org/officeDocument/2006/relationships/tags" Target="../tags/tag333.xml"/><Relationship Id="rId53" Type="http://schemas.openxmlformats.org/officeDocument/2006/relationships/slideLayout" Target="../slideLayouts/slideLayout2.xml"/><Relationship Id="rId5" Type="http://schemas.openxmlformats.org/officeDocument/2006/relationships/tags" Target="../tags/tag293.xml"/><Relationship Id="rId10" Type="http://schemas.openxmlformats.org/officeDocument/2006/relationships/tags" Target="../tags/tag298.xml"/><Relationship Id="rId19" Type="http://schemas.openxmlformats.org/officeDocument/2006/relationships/tags" Target="../tags/tag307.xml"/><Relationship Id="rId31" Type="http://schemas.openxmlformats.org/officeDocument/2006/relationships/tags" Target="../tags/tag319.xml"/><Relationship Id="rId44" Type="http://schemas.openxmlformats.org/officeDocument/2006/relationships/tags" Target="../tags/tag332.xml"/><Relationship Id="rId52" Type="http://schemas.openxmlformats.org/officeDocument/2006/relationships/tags" Target="../tags/tag340.xml"/><Relationship Id="rId4" Type="http://schemas.openxmlformats.org/officeDocument/2006/relationships/tags" Target="../tags/tag292.xml"/><Relationship Id="rId9" Type="http://schemas.openxmlformats.org/officeDocument/2006/relationships/tags" Target="../tags/tag297.xml"/><Relationship Id="rId14" Type="http://schemas.openxmlformats.org/officeDocument/2006/relationships/tags" Target="../tags/tag302.xml"/><Relationship Id="rId22" Type="http://schemas.openxmlformats.org/officeDocument/2006/relationships/tags" Target="../tags/tag310.xml"/><Relationship Id="rId27" Type="http://schemas.openxmlformats.org/officeDocument/2006/relationships/tags" Target="../tags/tag315.xml"/><Relationship Id="rId30" Type="http://schemas.openxmlformats.org/officeDocument/2006/relationships/tags" Target="../tags/tag318.xml"/><Relationship Id="rId35" Type="http://schemas.openxmlformats.org/officeDocument/2006/relationships/tags" Target="../tags/tag323.xml"/><Relationship Id="rId43" Type="http://schemas.openxmlformats.org/officeDocument/2006/relationships/tags" Target="../tags/tag331.xml"/><Relationship Id="rId48" Type="http://schemas.openxmlformats.org/officeDocument/2006/relationships/tags" Target="../tags/tag336.xml"/><Relationship Id="rId8" Type="http://schemas.openxmlformats.org/officeDocument/2006/relationships/tags" Target="../tags/tag296.xml"/><Relationship Id="rId51" Type="http://schemas.openxmlformats.org/officeDocument/2006/relationships/tags" Target="../tags/tag339.xml"/><Relationship Id="rId3" Type="http://schemas.openxmlformats.org/officeDocument/2006/relationships/tags" Target="../tags/tag291.xml"/><Relationship Id="rId12" Type="http://schemas.openxmlformats.org/officeDocument/2006/relationships/tags" Target="../tags/tag300.xml"/><Relationship Id="rId17" Type="http://schemas.openxmlformats.org/officeDocument/2006/relationships/tags" Target="../tags/tag305.xml"/><Relationship Id="rId25" Type="http://schemas.openxmlformats.org/officeDocument/2006/relationships/tags" Target="../tags/tag313.xml"/><Relationship Id="rId33" Type="http://schemas.openxmlformats.org/officeDocument/2006/relationships/tags" Target="../tags/tag321.xml"/><Relationship Id="rId38" Type="http://schemas.openxmlformats.org/officeDocument/2006/relationships/tags" Target="../tags/tag326.xml"/><Relationship Id="rId46" Type="http://schemas.openxmlformats.org/officeDocument/2006/relationships/tags" Target="../tags/tag334.xml"/><Relationship Id="rId20" Type="http://schemas.openxmlformats.org/officeDocument/2006/relationships/tags" Target="../tags/tag308.xml"/><Relationship Id="rId41" Type="http://schemas.openxmlformats.org/officeDocument/2006/relationships/tags" Target="../tags/tag329.xml"/><Relationship Id="rId54" Type="http://schemas.openxmlformats.org/officeDocument/2006/relationships/notesSlide" Target="../notesSlides/notesSlide17.xml"/><Relationship Id="rId1" Type="http://schemas.openxmlformats.org/officeDocument/2006/relationships/tags" Target="../tags/tag289.xml"/><Relationship Id="rId6" Type="http://schemas.openxmlformats.org/officeDocument/2006/relationships/tags" Target="../tags/tag294.xml"/><Relationship Id="rId15" Type="http://schemas.openxmlformats.org/officeDocument/2006/relationships/tags" Target="../tags/tag303.xml"/><Relationship Id="rId23" Type="http://schemas.openxmlformats.org/officeDocument/2006/relationships/tags" Target="../tags/tag311.xml"/><Relationship Id="rId28" Type="http://schemas.openxmlformats.org/officeDocument/2006/relationships/tags" Target="../tags/tag316.xml"/><Relationship Id="rId36" Type="http://schemas.openxmlformats.org/officeDocument/2006/relationships/tags" Target="../tags/tag324.xml"/><Relationship Id="rId49" Type="http://schemas.openxmlformats.org/officeDocument/2006/relationships/tags" Target="../tags/tag337.xml"/></Relationships>
</file>

<file path=ppt/slides/_rels/slide18.xml.rels><?xml version="1.0" encoding="UTF-8" standalone="yes"?>
<Relationships xmlns="http://schemas.openxmlformats.org/package/2006/relationships"><Relationship Id="rId13" Type="http://schemas.openxmlformats.org/officeDocument/2006/relationships/tags" Target="../tags/tag353.xml"/><Relationship Id="rId18" Type="http://schemas.openxmlformats.org/officeDocument/2006/relationships/tags" Target="../tags/tag358.xml"/><Relationship Id="rId26" Type="http://schemas.openxmlformats.org/officeDocument/2006/relationships/tags" Target="../tags/tag366.xml"/><Relationship Id="rId39" Type="http://schemas.openxmlformats.org/officeDocument/2006/relationships/tags" Target="../tags/tag379.xml"/><Relationship Id="rId21" Type="http://schemas.openxmlformats.org/officeDocument/2006/relationships/tags" Target="../tags/tag361.xml"/><Relationship Id="rId34" Type="http://schemas.openxmlformats.org/officeDocument/2006/relationships/tags" Target="../tags/tag374.xml"/><Relationship Id="rId42" Type="http://schemas.openxmlformats.org/officeDocument/2006/relationships/tags" Target="../tags/tag382.xml"/><Relationship Id="rId47" Type="http://schemas.openxmlformats.org/officeDocument/2006/relationships/slideLayout" Target="../slideLayouts/slideLayout2.xml"/><Relationship Id="rId7" Type="http://schemas.openxmlformats.org/officeDocument/2006/relationships/tags" Target="../tags/tag347.xml"/><Relationship Id="rId2" Type="http://schemas.openxmlformats.org/officeDocument/2006/relationships/tags" Target="../tags/tag342.xml"/><Relationship Id="rId16" Type="http://schemas.openxmlformats.org/officeDocument/2006/relationships/tags" Target="../tags/tag356.xml"/><Relationship Id="rId29" Type="http://schemas.openxmlformats.org/officeDocument/2006/relationships/tags" Target="../tags/tag369.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24" Type="http://schemas.openxmlformats.org/officeDocument/2006/relationships/tags" Target="../tags/tag364.xml"/><Relationship Id="rId32" Type="http://schemas.openxmlformats.org/officeDocument/2006/relationships/tags" Target="../tags/tag372.xml"/><Relationship Id="rId37" Type="http://schemas.openxmlformats.org/officeDocument/2006/relationships/tags" Target="../tags/tag377.xml"/><Relationship Id="rId40" Type="http://schemas.openxmlformats.org/officeDocument/2006/relationships/tags" Target="../tags/tag380.xml"/><Relationship Id="rId45" Type="http://schemas.openxmlformats.org/officeDocument/2006/relationships/tags" Target="../tags/tag385.xml"/><Relationship Id="rId5" Type="http://schemas.openxmlformats.org/officeDocument/2006/relationships/tags" Target="../tags/tag345.xml"/><Relationship Id="rId15" Type="http://schemas.openxmlformats.org/officeDocument/2006/relationships/tags" Target="../tags/tag355.xml"/><Relationship Id="rId23" Type="http://schemas.openxmlformats.org/officeDocument/2006/relationships/tags" Target="../tags/tag363.xml"/><Relationship Id="rId28" Type="http://schemas.openxmlformats.org/officeDocument/2006/relationships/tags" Target="../tags/tag368.xml"/><Relationship Id="rId36" Type="http://schemas.openxmlformats.org/officeDocument/2006/relationships/tags" Target="../tags/tag376.xml"/><Relationship Id="rId10" Type="http://schemas.openxmlformats.org/officeDocument/2006/relationships/tags" Target="../tags/tag350.xml"/><Relationship Id="rId19" Type="http://schemas.openxmlformats.org/officeDocument/2006/relationships/tags" Target="../tags/tag359.xml"/><Relationship Id="rId31" Type="http://schemas.openxmlformats.org/officeDocument/2006/relationships/tags" Target="../tags/tag371.xml"/><Relationship Id="rId44" Type="http://schemas.openxmlformats.org/officeDocument/2006/relationships/tags" Target="../tags/tag384.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 Id="rId22" Type="http://schemas.openxmlformats.org/officeDocument/2006/relationships/tags" Target="../tags/tag362.xml"/><Relationship Id="rId27" Type="http://schemas.openxmlformats.org/officeDocument/2006/relationships/tags" Target="../tags/tag367.xml"/><Relationship Id="rId30" Type="http://schemas.openxmlformats.org/officeDocument/2006/relationships/tags" Target="../tags/tag370.xml"/><Relationship Id="rId35" Type="http://schemas.openxmlformats.org/officeDocument/2006/relationships/tags" Target="../tags/tag375.xml"/><Relationship Id="rId43" Type="http://schemas.openxmlformats.org/officeDocument/2006/relationships/tags" Target="../tags/tag383.xml"/><Relationship Id="rId48" Type="http://schemas.openxmlformats.org/officeDocument/2006/relationships/notesSlide" Target="../notesSlides/notesSlide18.xml"/><Relationship Id="rId8" Type="http://schemas.openxmlformats.org/officeDocument/2006/relationships/tags" Target="../tags/tag348.xml"/><Relationship Id="rId3" Type="http://schemas.openxmlformats.org/officeDocument/2006/relationships/tags" Target="../tags/tag343.xml"/><Relationship Id="rId12" Type="http://schemas.openxmlformats.org/officeDocument/2006/relationships/tags" Target="../tags/tag352.xml"/><Relationship Id="rId17" Type="http://schemas.openxmlformats.org/officeDocument/2006/relationships/tags" Target="../tags/tag357.xml"/><Relationship Id="rId25" Type="http://schemas.openxmlformats.org/officeDocument/2006/relationships/tags" Target="../tags/tag365.xml"/><Relationship Id="rId33" Type="http://schemas.openxmlformats.org/officeDocument/2006/relationships/tags" Target="../tags/tag373.xml"/><Relationship Id="rId38" Type="http://schemas.openxmlformats.org/officeDocument/2006/relationships/tags" Target="../tags/tag378.xml"/><Relationship Id="rId46" Type="http://schemas.openxmlformats.org/officeDocument/2006/relationships/tags" Target="../tags/tag386.xml"/><Relationship Id="rId20" Type="http://schemas.openxmlformats.org/officeDocument/2006/relationships/tags" Target="../tags/tag360.xml"/><Relationship Id="rId41" Type="http://schemas.openxmlformats.org/officeDocument/2006/relationships/tags" Target="../tags/tag381.xml"/></Relationships>
</file>

<file path=ppt/slides/_rels/slide19.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tags" Target="../tags/tag398.xml"/><Relationship Id="rId2" Type="http://schemas.openxmlformats.org/officeDocument/2006/relationships/tags" Target="../tags/tag388.xml"/><Relationship Id="rId16" Type="http://schemas.openxmlformats.org/officeDocument/2006/relationships/notesSlide" Target="../notesSlides/notesSlide19.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5" Type="http://schemas.openxmlformats.org/officeDocument/2006/relationships/tags" Target="../tags/tag391.xml"/><Relationship Id="rId15" Type="http://schemas.openxmlformats.org/officeDocument/2006/relationships/slideLayout" Target="../slideLayouts/slideLayout2.xml"/><Relationship Id="rId10" Type="http://schemas.openxmlformats.org/officeDocument/2006/relationships/tags" Target="../tags/tag396.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tags" Target="../tags/tag400.xml"/></Relationships>
</file>

<file path=ppt/slides/_rels/slide20.xml.rels><?xml version="1.0" encoding="UTF-8" standalone="yes"?>
<Relationships xmlns="http://schemas.openxmlformats.org/package/2006/relationships"><Relationship Id="rId8" Type="http://schemas.openxmlformats.org/officeDocument/2006/relationships/tags" Target="../tags/tag408.xml"/><Relationship Id="rId13" Type="http://schemas.openxmlformats.org/officeDocument/2006/relationships/tags" Target="../tags/tag413.xml"/><Relationship Id="rId18" Type="http://schemas.openxmlformats.org/officeDocument/2006/relationships/tags" Target="../tags/tag418.xml"/><Relationship Id="rId3" Type="http://schemas.openxmlformats.org/officeDocument/2006/relationships/tags" Target="../tags/tag403.xml"/><Relationship Id="rId21" Type="http://schemas.openxmlformats.org/officeDocument/2006/relationships/slideLayout" Target="../slideLayouts/slideLayout2.xml"/><Relationship Id="rId7" Type="http://schemas.openxmlformats.org/officeDocument/2006/relationships/tags" Target="../tags/tag407.xml"/><Relationship Id="rId12" Type="http://schemas.openxmlformats.org/officeDocument/2006/relationships/tags" Target="../tags/tag412.xml"/><Relationship Id="rId17" Type="http://schemas.openxmlformats.org/officeDocument/2006/relationships/tags" Target="../tags/tag417.xml"/><Relationship Id="rId2" Type="http://schemas.openxmlformats.org/officeDocument/2006/relationships/tags" Target="../tags/tag402.xml"/><Relationship Id="rId16" Type="http://schemas.openxmlformats.org/officeDocument/2006/relationships/tags" Target="../tags/tag416.xml"/><Relationship Id="rId20" Type="http://schemas.openxmlformats.org/officeDocument/2006/relationships/tags" Target="../tags/tag420.xml"/><Relationship Id="rId1" Type="http://schemas.openxmlformats.org/officeDocument/2006/relationships/tags" Target="../tags/tag401.xml"/><Relationship Id="rId6" Type="http://schemas.openxmlformats.org/officeDocument/2006/relationships/tags" Target="../tags/tag406.xml"/><Relationship Id="rId11" Type="http://schemas.openxmlformats.org/officeDocument/2006/relationships/tags" Target="../tags/tag411.xml"/><Relationship Id="rId5" Type="http://schemas.openxmlformats.org/officeDocument/2006/relationships/tags" Target="../tags/tag405.xml"/><Relationship Id="rId15" Type="http://schemas.openxmlformats.org/officeDocument/2006/relationships/tags" Target="../tags/tag415.xml"/><Relationship Id="rId10" Type="http://schemas.openxmlformats.org/officeDocument/2006/relationships/tags" Target="../tags/tag410.xml"/><Relationship Id="rId19" Type="http://schemas.openxmlformats.org/officeDocument/2006/relationships/tags" Target="../tags/tag419.xml"/><Relationship Id="rId4" Type="http://schemas.openxmlformats.org/officeDocument/2006/relationships/tags" Target="../tags/tag404.xml"/><Relationship Id="rId9" Type="http://schemas.openxmlformats.org/officeDocument/2006/relationships/tags" Target="../tags/tag409.xml"/><Relationship Id="rId14" Type="http://schemas.openxmlformats.org/officeDocument/2006/relationships/tags" Target="../tags/tag414.xml"/><Relationship Id="rId2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tags" Target="../tags/tag423.xml"/><Relationship Id="rId2" Type="http://schemas.openxmlformats.org/officeDocument/2006/relationships/tags" Target="../tags/tag422.xml"/><Relationship Id="rId1" Type="http://schemas.openxmlformats.org/officeDocument/2006/relationships/tags" Target="../tags/tag421.xml"/><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424.xml"/></Relationships>
</file>

<file path=ppt/slides/_rels/slide22.xml.rels><?xml version="1.0" encoding="UTF-8" standalone="yes"?>
<Relationships xmlns="http://schemas.openxmlformats.org/package/2006/relationships"><Relationship Id="rId8" Type="http://schemas.openxmlformats.org/officeDocument/2006/relationships/tags" Target="../tags/tag432.xml"/><Relationship Id="rId13" Type="http://schemas.openxmlformats.org/officeDocument/2006/relationships/tags" Target="../tags/tag437.xml"/><Relationship Id="rId18" Type="http://schemas.openxmlformats.org/officeDocument/2006/relationships/tags" Target="../tags/tag442.xml"/><Relationship Id="rId26" Type="http://schemas.openxmlformats.org/officeDocument/2006/relationships/tags" Target="../tags/tag450.xml"/><Relationship Id="rId3" Type="http://schemas.openxmlformats.org/officeDocument/2006/relationships/tags" Target="../tags/tag427.xml"/><Relationship Id="rId21" Type="http://schemas.openxmlformats.org/officeDocument/2006/relationships/tags" Target="../tags/tag445.xml"/><Relationship Id="rId7" Type="http://schemas.openxmlformats.org/officeDocument/2006/relationships/tags" Target="../tags/tag431.xml"/><Relationship Id="rId12" Type="http://schemas.openxmlformats.org/officeDocument/2006/relationships/tags" Target="../tags/tag436.xml"/><Relationship Id="rId17" Type="http://schemas.openxmlformats.org/officeDocument/2006/relationships/tags" Target="../tags/tag441.xml"/><Relationship Id="rId25" Type="http://schemas.openxmlformats.org/officeDocument/2006/relationships/tags" Target="../tags/tag449.xml"/><Relationship Id="rId2" Type="http://schemas.openxmlformats.org/officeDocument/2006/relationships/tags" Target="../tags/tag426.xml"/><Relationship Id="rId16" Type="http://schemas.openxmlformats.org/officeDocument/2006/relationships/tags" Target="../tags/tag440.xml"/><Relationship Id="rId20" Type="http://schemas.openxmlformats.org/officeDocument/2006/relationships/tags" Target="../tags/tag444.xml"/><Relationship Id="rId29" Type="http://schemas.openxmlformats.org/officeDocument/2006/relationships/tags" Target="../tags/tag453.xml"/><Relationship Id="rId1" Type="http://schemas.openxmlformats.org/officeDocument/2006/relationships/tags" Target="../tags/tag425.xml"/><Relationship Id="rId6" Type="http://schemas.openxmlformats.org/officeDocument/2006/relationships/tags" Target="../tags/tag430.xml"/><Relationship Id="rId11" Type="http://schemas.openxmlformats.org/officeDocument/2006/relationships/tags" Target="../tags/tag435.xml"/><Relationship Id="rId24" Type="http://schemas.openxmlformats.org/officeDocument/2006/relationships/tags" Target="../tags/tag448.xml"/><Relationship Id="rId5" Type="http://schemas.openxmlformats.org/officeDocument/2006/relationships/tags" Target="../tags/tag429.xml"/><Relationship Id="rId15" Type="http://schemas.openxmlformats.org/officeDocument/2006/relationships/tags" Target="../tags/tag439.xml"/><Relationship Id="rId23" Type="http://schemas.openxmlformats.org/officeDocument/2006/relationships/tags" Target="../tags/tag447.xml"/><Relationship Id="rId28" Type="http://schemas.openxmlformats.org/officeDocument/2006/relationships/tags" Target="../tags/tag452.xml"/><Relationship Id="rId10" Type="http://schemas.openxmlformats.org/officeDocument/2006/relationships/tags" Target="../tags/tag434.xml"/><Relationship Id="rId19" Type="http://schemas.openxmlformats.org/officeDocument/2006/relationships/tags" Target="../tags/tag443.xml"/><Relationship Id="rId31" Type="http://schemas.openxmlformats.org/officeDocument/2006/relationships/notesSlide" Target="../notesSlides/notesSlide22.xml"/><Relationship Id="rId4" Type="http://schemas.openxmlformats.org/officeDocument/2006/relationships/tags" Target="../tags/tag428.xml"/><Relationship Id="rId9" Type="http://schemas.openxmlformats.org/officeDocument/2006/relationships/tags" Target="../tags/tag433.xml"/><Relationship Id="rId14" Type="http://schemas.openxmlformats.org/officeDocument/2006/relationships/tags" Target="../tags/tag438.xml"/><Relationship Id="rId22" Type="http://schemas.openxmlformats.org/officeDocument/2006/relationships/tags" Target="../tags/tag446.xml"/><Relationship Id="rId27" Type="http://schemas.openxmlformats.org/officeDocument/2006/relationships/tags" Target="../tags/tag451.xml"/><Relationship Id="rId30"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461.xml"/><Relationship Id="rId13" Type="http://schemas.openxmlformats.org/officeDocument/2006/relationships/tags" Target="../tags/tag466.xml"/><Relationship Id="rId18" Type="http://schemas.openxmlformats.org/officeDocument/2006/relationships/tags" Target="../tags/tag471.xml"/><Relationship Id="rId26" Type="http://schemas.openxmlformats.org/officeDocument/2006/relationships/tags" Target="../tags/tag479.xml"/><Relationship Id="rId3" Type="http://schemas.openxmlformats.org/officeDocument/2006/relationships/tags" Target="../tags/tag456.xml"/><Relationship Id="rId21" Type="http://schemas.openxmlformats.org/officeDocument/2006/relationships/tags" Target="../tags/tag474.xml"/><Relationship Id="rId7" Type="http://schemas.openxmlformats.org/officeDocument/2006/relationships/tags" Target="../tags/tag460.xml"/><Relationship Id="rId12" Type="http://schemas.openxmlformats.org/officeDocument/2006/relationships/tags" Target="../tags/tag465.xml"/><Relationship Id="rId17" Type="http://schemas.openxmlformats.org/officeDocument/2006/relationships/tags" Target="../tags/tag470.xml"/><Relationship Id="rId25" Type="http://schemas.openxmlformats.org/officeDocument/2006/relationships/tags" Target="../tags/tag478.xml"/><Relationship Id="rId2" Type="http://schemas.openxmlformats.org/officeDocument/2006/relationships/tags" Target="../tags/tag455.xml"/><Relationship Id="rId16" Type="http://schemas.openxmlformats.org/officeDocument/2006/relationships/tags" Target="../tags/tag469.xml"/><Relationship Id="rId20" Type="http://schemas.openxmlformats.org/officeDocument/2006/relationships/tags" Target="../tags/tag473.xml"/><Relationship Id="rId29" Type="http://schemas.openxmlformats.org/officeDocument/2006/relationships/tags" Target="../tags/tag482.xml"/><Relationship Id="rId1" Type="http://schemas.openxmlformats.org/officeDocument/2006/relationships/tags" Target="../tags/tag454.xml"/><Relationship Id="rId6" Type="http://schemas.openxmlformats.org/officeDocument/2006/relationships/tags" Target="../tags/tag459.xml"/><Relationship Id="rId11" Type="http://schemas.openxmlformats.org/officeDocument/2006/relationships/tags" Target="../tags/tag464.xml"/><Relationship Id="rId24" Type="http://schemas.openxmlformats.org/officeDocument/2006/relationships/tags" Target="../tags/tag477.xml"/><Relationship Id="rId5" Type="http://schemas.openxmlformats.org/officeDocument/2006/relationships/tags" Target="../tags/tag458.xml"/><Relationship Id="rId15" Type="http://schemas.openxmlformats.org/officeDocument/2006/relationships/tags" Target="../tags/tag468.xml"/><Relationship Id="rId23" Type="http://schemas.openxmlformats.org/officeDocument/2006/relationships/tags" Target="../tags/tag476.xml"/><Relationship Id="rId28" Type="http://schemas.openxmlformats.org/officeDocument/2006/relationships/tags" Target="../tags/tag481.xml"/><Relationship Id="rId10" Type="http://schemas.openxmlformats.org/officeDocument/2006/relationships/tags" Target="../tags/tag463.xml"/><Relationship Id="rId19" Type="http://schemas.openxmlformats.org/officeDocument/2006/relationships/tags" Target="../tags/tag472.xml"/><Relationship Id="rId31" Type="http://schemas.openxmlformats.org/officeDocument/2006/relationships/notesSlide" Target="../notesSlides/notesSlide23.xml"/><Relationship Id="rId4" Type="http://schemas.openxmlformats.org/officeDocument/2006/relationships/tags" Target="../tags/tag457.xml"/><Relationship Id="rId9" Type="http://schemas.openxmlformats.org/officeDocument/2006/relationships/tags" Target="../tags/tag462.xml"/><Relationship Id="rId14" Type="http://schemas.openxmlformats.org/officeDocument/2006/relationships/tags" Target="../tags/tag467.xml"/><Relationship Id="rId22" Type="http://schemas.openxmlformats.org/officeDocument/2006/relationships/tags" Target="../tags/tag475.xml"/><Relationship Id="rId27" Type="http://schemas.openxmlformats.org/officeDocument/2006/relationships/tags" Target="../tags/tag480.xml"/><Relationship Id="rId30"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490.xml"/><Relationship Id="rId13" Type="http://schemas.openxmlformats.org/officeDocument/2006/relationships/tags" Target="../tags/tag495.xml"/><Relationship Id="rId18" Type="http://schemas.openxmlformats.org/officeDocument/2006/relationships/tags" Target="../tags/tag500.xml"/><Relationship Id="rId26" Type="http://schemas.openxmlformats.org/officeDocument/2006/relationships/tags" Target="../tags/tag508.xml"/><Relationship Id="rId3" Type="http://schemas.openxmlformats.org/officeDocument/2006/relationships/tags" Target="../tags/tag485.xml"/><Relationship Id="rId21" Type="http://schemas.openxmlformats.org/officeDocument/2006/relationships/tags" Target="../tags/tag503.xml"/><Relationship Id="rId7" Type="http://schemas.openxmlformats.org/officeDocument/2006/relationships/tags" Target="../tags/tag489.xml"/><Relationship Id="rId12" Type="http://schemas.openxmlformats.org/officeDocument/2006/relationships/tags" Target="../tags/tag494.xml"/><Relationship Id="rId17" Type="http://schemas.openxmlformats.org/officeDocument/2006/relationships/tags" Target="../tags/tag499.xml"/><Relationship Id="rId25" Type="http://schemas.openxmlformats.org/officeDocument/2006/relationships/tags" Target="../tags/tag507.xml"/><Relationship Id="rId2" Type="http://schemas.openxmlformats.org/officeDocument/2006/relationships/tags" Target="../tags/tag484.xml"/><Relationship Id="rId16" Type="http://schemas.openxmlformats.org/officeDocument/2006/relationships/tags" Target="../tags/tag498.xml"/><Relationship Id="rId20" Type="http://schemas.openxmlformats.org/officeDocument/2006/relationships/tags" Target="../tags/tag502.xml"/><Relationship Id="rId1" Type="http://schemas.openxmlformats.org/officeDocument/2006/relationships/tags" Target="../tags/tag483.xml"/><Relationship Id="rId6" Type="http://schemas.openxmlformats.org/officeDocument/2006/relationships/tags" Target="../tags/tag488.xml"/><Relationship Id="rId11" Type="http://schemas.openxmlformats.org/officeDocument/2006/relationships/tags" Target="../tags/tag493.xml"/><Relationship Id="rId24" Type="http://schemas.openxmlformats.org/officeDocument/2006/relationships/tags" Target="../tags/tag506.xml"/><Relationship Id="rId5" Type="http://schemas.openxmlformats.org/officeDocument/2006/relationships/tags" Target="../tags/tag487.xml"/><Relationship Id="rId15" Type="http://schemas.openxmlformats.org/officeDocument/2006/relationships/tags" Target="../tags/tag497.xml"/><Relationship Id="rId23" Type="http://schemas.openxmlformats.org/officeDocument/2006/relationships/tags" Target="../tags/tag505.xml"/><Relationship Id="rId28" Type="http://schemas.openxmlformats.org/officeDocument/2006/relationships/notesSlide" Target="../notesSlides/notesSlide24.xml"/><Relationship Id="rId10" Type="http://schemas.openxmlformats.org/officeDocument/2006/relationships/tags" Target="../tags/tag492.xml"/><Relationship Id="rId19" Type="http://schemas.openxmlformats.org/officeDocument/2006/relationships/tags" Target="../tags/tag501.xml"/><Relationship Id="rId4" Type="http://schemas.openxmlformats.org/officeDocument/2006/relationships/tags" Target="../tags/tag486.xml"/><Relationship Id="rId9" Type="http://schemas.openxmlformats.org/officeDocument/2006/relationships/tags" Target="../tags/tag491.xml"/><Relationship Id="rId14" Type="http://schemas.openxmlformats.org/officeDocument/2006/relationships/tags" Target="../tags/tag496.xml"/><Relationship Id="rId22" Type="http://schemas.openxmlformats.org/officeDocument/2006/relationships/tags" Target="../tags/tag504.xml"/><Relationship Id="rId27"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516.xml"/><Relationship Id="rId13" Type="http://schemas.openxmlformats.org/officeDocument/2006/relationships/tags" Target="../tags/tag521.xml"/><Relationship Id="rId18" Type="http://schemas.openxmlformats.org/officeDocument/2006/relationships/tags" Target="../tags/tag526.xml"/><Relationship Id="rId26" Type="http://schemas.openxmlformats.org/officeDocument/2006/relationships/tags" Target="../tags/tag534.xml"/><Relationship Id="rId3" Type="http://schemas.openxmlformats.org/officeDocument/2006/relationships/tags" Target="../tags/tag511.xml"/><Relationship Id="rId21" Type="http://schemas.openxmlformats.org/officeDocument/2006/relationships/tags" Target="../tags/tag529.xml"/><Relationship Id="rId7" Type="http://schemas.openxmlformats.org/officeDocument/2006/relationships/tags" Target="../tags/tag515.xml"/><Relationship Id="rId12" Type="http://schemas.openxmlformats.org/officeDocument/2006/relationships/tags" Target="../tags/tag520.xml"/><Relationship Id="rId17" Type="http://schemas.openxmlformats.org/officeDocument/2006/relationships/tags" Target="../tags/tag525.xml"/><Relationship Id="rId25" Type="http://schemas.openxmlformats.org/officeDocument/2006/relationships/tags" Target="../tags/tag533.xml"/><Relationship Id="rId2" Type="http://schemas.openxmlformats.org/officeDocument/2006/relationships/tags" Target="../tags/tag510.xml"/><Relationship Id="rId16" Type="http://schemas.openxmlformats.org/officeDocument/2006/relationships/tags" Target="../tags/tag524.xml"/><Relationship Id="rId20" Type="http://schemas.openxmlformats.org/officeDocument/2006/relationships/tags" Target="../tags/tag528.xml"/><Relationship Id="rId1" Type="http://schemas.openxmlformats.org/officeDocument/2006/relationships/tags" Target="../tags/tag509.xml"/><Relationship Id="rId6" Type="http://schemas.openxmlformats.org/officeDocument/2006/relationships/tags" Target="../tags/tag514.xml"/><Relationship Id="rId11" Type="http://schemas.openxmlformats.org/officeDocument/2006/relationships/tags" Target="../tags/tag519.xml"/><Relationship Id="rId24" Type="http://schemas.openxmlformats.org/officeDocument/2006/relationships/tags" Target="../tags/tag532.xml"/><Relationship Id="rId5" Type="http://schemas.openxmlformats.org/officeDocument/2006/relationships/tags" Target="../tags/tag513.xml"/><Relationship Id="rId15" Type="http://schemas.openxmlformats.org/officeDocument/2006/relationships/tags" Target="../tags/tag523.xml"/><Relationship Id="rId23" Type="http://schemas.openxmlformats.org/officeDocument/2006/relationships/tags" Target="../tags/tag531.xml"/><Relationship Id="rId28" Type="http://schemas.openxmlformats.org/officeDocument/2006/relationships/notesSlide" Target="../notesSlides/notesSlide25.xml"/><Relationship Id="rId10" Type="http://schemas.openxmlformats.org/officeDocument/2006/relationships/tags" Target="../tags/tag518.xml"/><Relationship Id="rId19" Type="http://schemas.openxmlformats.org/officeDocument/2006/relationships/tags" Target="../tags/tag527.xml"/><Relationship Id="rId4" Type="http://schemas.openxmlformats.org/officeDocument/2006/relationships/tags" Target="../tags/tag512.xml"/><Relationship Id="rId9" Type="http://schemas.openxmlformats.org/officeDocument/2006/relationships/tags" Target="../tags/tag517.xml"/><Relationship Id="rId14" Type="http://schemas.openxmlformats.org/officeDocument/2006/relationships/tags" Target="../tags/tag522.xml"/><Relationship Id="rId22" Type="http://schemas.openxmlformats.org/officeDocument/2006/relationships/tags" Target="../tags/tag530.xml"/><Relationship Id="rId27"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542.xml"/><Relationship Id="rId13" Type="http://schemas.openxmlformats.org/officeDocument/2006/relationships/tags" Target="../tags/tag547.xml"/><Relationship Id="rId18" Type="http://schemas.openxmlformats.org/officeDocument/2006/relationships/tags" Target="../tags/tag552.xml"/><Relationship Id="rId26" Type="http://schemas.openxmlformats.org/officeDocument/2006/relationships/slideLayout" Target="../slideLayouts/slideLayout2.xml"/><Relationship Id="rId3" Type="http://schemas.openxmlformats.org/officeDocument/2006/relationships/tags" Target="../tags/tag537.xml"/><Relationship Id="rId21" Type="http://schemas.openxmlformats.org/officeDocument/2006/relationships/tags" Target="../tags/tag555.xml"/><Relationship Id="rId7" Type="http://schemas.openxmlformats.org/officeDocument/2006/relationships/tags" Target="../tags/tag541.xml"/><Relationship Id="rId12" Type="http://schemas.openxmlformats.org/officeDocument/2006/relationships/tags" Target="../tags/tag546.xml"/><Relationship Id="rId17" Type="http://schemas.openxmlformats.org/officeDocument/2006/relationships/tags" Target="../tags/tag551.xml"/><Relationship Id="rId25" Type="http://schemas.openxmlformats.org/officeDocument/2006/relationships/tags" Target="../tags/tag559.xml"/><Relationship Id="rId2" Type="http://schemas.openxmlformats.org/officeDocument/2006/relationships/tags" Target="../tags/tag536.xml"/><Relationship Id="rId16" Type="http://schemas.openxmlformats.org/officeDocument/2006/relationships/tags" Target="../tags/tag550.xml"/><Relationship Id="rId20" Type="http://schemas.openxmlformats.org/officeDocument/2006/relationships/tags" Target="../tags/tag554.xml"/><Relationship Id="rId1" Type="http://schemas.openxmlformats.org/officeDocument/2006/relationships/tags" Target="../tags/tag535.xml"/><Relationship Id="rId6" Type="http://schemas.openxmlformats.org/officeDocument/2006/relationships/tags" Target="../tags/tag540.xml"/><Relationship Id="rId11" Type="http://schemas.openxmlformats.org/officeDocument/2006/relationships/tags" Target="../tags/tag545.xml"/><Relationship Id="rId24" Type="http://schemas.openxmlformats.org/officeDocument/2006/relationships/tags" Target="../tags/tag558.xml"/><Relationship Id="rId5" Type="http://schemas.openxmlformats.org/officeDocument/2006/relationships/tags" Target="../tags/tag539.xml"/><Relationship Id="rId15" Type="http://schemas.openxmlformats.org/officeDocument/2006/relationships/tags" Target="../tags/tag549.xml"/><Relationship Id="rId23" Type="http://schemas.openxmlformats.org/officeDocument/2006/relationships/tags" Target="../tags/tag557.xml"/><Relationship Id="rId10" Type="http://schemas.openxmlformats.org/officeDocument/2006/relationships/tags" Target="../tags/tag544.xml"/><Relationship Id="rId19" Type="http://schemas.openxmlformats.org/officeDocument/2006/relationships/tags" Target="../tags/tag553.xml"/><Relationship Id="rId4" Type="http://schemas.openxmlformats.org/officeDocument/2006/relationships/tags" Target="../tags/tag538.xml"/><Relationship Id="rId9" Type="http://schemas.openxmlformats.org/officeDocument/2006/relationships/tags" Target="../tags/tag543.xml"/><Relationship Id="rId14" Type="http://schemas.openxmlformats.org/officeDocument/2006/relationships/tags" Target="../tags/tag548.xml"/><Relationship Id="rId22" Type="http://schemas.openxmlformats.org/officeDocument/2006/relationships/tags" Target="../tags/tag556.xml"/><Relationship Id="rId2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8" Type="http://schemas.openxmlformats.org/officeDocument/2006/relationships/tags" Target="../tags/tag567.xml"/><Relationship Id="rId13" Type="http://schemas.openxmlformats.org/officeDocument/2006/relationships/tags" Target="../tags/tag572.xml"/><Relationship Id="rId18" Type="http://schemas.openxmlformats.org/officeDocument/2006/relationships/tags" Target="../tags/tag577.xml"/><Relationship Id="rId26" Type="http://schemas.openxmlformats.org/officeDocument/2006/relationships/slideLayout" Target="../slideLayouts/slideLayout2.xml"/><Relationship Id="rId3" Type="http://schemas.openxmlformats.org/officeDocument/2006/relationships/tags" Target="../tags/tag562.xml"/><Relationship Id="rId21" Type="http://schemas.openxmlformats.org/officeDocument/2006/relationships/tags" Target="../tags/tag580.xml"/><Relationship Id="rId7" Type="http://schemas.openxmlformats.org/officeDocument/2006/relationships/tags" Target="../tags/tag566.xml"/><Relationship Id="rId12" Type="http://schemas.openxmlformats.org/officeDocument/2006/relationships/tags" Target="../tags/tag571.xml"/><Relationship Id="rId17" Type="http://schemas.openxmlformats.org/officeDocument/2006/relationships/tags" Target="../tags/tag576.xml"/><Relationship Id="rId25" Type="http://schemas.openxmlformats.org/officeDocument/2006/relationships/tags" Target="../tags/tag584.xml"/><Relationship Id="rId2" Type="http://schemas.openxmlformats.org/officeDocument/2006/relationships/tags" Target="../tags/tag561.xml"/><Relationship Id="rId16" Type="http://schemas.openxmlformats.org/officeDocument/2006/relationships/tags" Target="../tags/tag575.xml"/><Relationship Id="rId20" Type="http://schemas.openxmlformats.org/officeDocument/2006/relationships/tags" Target="../tags/tag579.xml"/><Relationship Id="rId1" Type="http://schemas.openxmlformats.org/officeDocument/2006/relationships/tags" Target="../tags/tag560.xml"/><Relationship Id="rId6" Type="http://schemas.openxmlformats.org/officeDocument/2006/relationships/tags" Target="../tags/tag565.xml"/><Relationship Id="rId11" Type="http://schemas.openxmlformats.org/officeDocument/2006/relationships/tags" Target="../tags/tag570.xml"/><Relationship Id="rId24" Type="http://schemas.openxmlformats.org/officeDocument/2006/relationships/tags" Target="../tags/tag583.xml"/><Relationship Id="rId5" Type="http://schemas.openxmlformats.org/officeDocument/2006/relationships/tags" Target="../tags/tag564.xml"/><Relationship Id="rId15" Type="http://schemas.openxmlformats.org/officeDocument/2006/relationships/tags" Target="../tags/tag574.xml"/><Relationship Id="rId23" Type="http://schemas.openxmlformats.org/officeDocument/2006/relationships/tags" Target="../tags/tag582.xml"/><Relationship Id="rId10" Type="http://schemas.openxmlformats.org/officeDocument/2006/relationships/tags" Target="../tags/tag569.xml"/><Relationship Id="rId19" Type="http://schemas.openxmlformats.org/officeDocument/2006/relationships/tags" Target="../tags/tag578.xml"/><Relationship Id="rId4" Type="http://schemas.openxmlformats.org/officeDocument/2006/relationships/tags" Target="../tags/tag563.xml"/><Relationship Id="rId9" Type="http://schemas.openxmlformats.org/officeDocument/2006/relationships/tags" Target="../tags/tag568.xml"/><Relationship Id="rId14" Type="http://schemas.openxmlformats.org/officeDocument/2006/relationships/tags" Target="../tags/tag573.xml"/><Relationship Id="rId22" Type="http://schemas.openxmlformats.org/officeDocument/2006/relationships/tags" Target="../tags/tag581.xml"/><Relationship Id="rId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6" Type="http://schemas.openxmlformats.org/officeDocument/2006/relationships/tags" Target="../tags/tag610.xml"/><Relationship Id="rId21" Type="http://schemas.openxmlformats.org/officeDocument/2006/relationships/tags" Target="../tags/tag605.xml"/><Relationship Id="rId42" Type="http://schemas.openxmlformats.org/officeDocument/2006/relationships/tags" Target="../tags/tag626.xml"/><Relationship Id="rId47" Type="http://schemas.openxmlformats.org/officeDocument/2006/relationships/tags" Target="../tags/tag631.xml"/><Relationship Id="rId63" Type="http://schemas.openxmlformats.org/officeDocument/2006/relationships/tags" Target="../tags/tag647.xml"/><Relationship Id="rId68" Type="http://schemas.openxmlformats.org/officeDocument/2006/relationships/tags" Target="../tags/tag652.xml"/><Relationship Id="rId16" Type="http://schemas.openxmlformats.org/officeDocument/2006/relationships/tags" Target="../tags/tag600.xml"/><Relationship Id="rId11" Type="http://schemas.openxmlformats.org/officeDocument/2006/relationships/tags" Target="../tags/tag595.xml"/><Relationship Id="rId24" Type="http://schemas.openxmlformats.org/officeDocument/2006/relationships/tags" Target="../tags/tag608.xml"/><Relationship Id="rId32" Type="http://schemas.openxmlformats.org/officeDocument/2006/relationships/tags" Target="../tags/tag616.xml"/><Relationship Id="rId37" Type="http://schemas.openxmlformats.org/officeDocument/2006/relationships/tags" Target="../tags/tag621.xml"/><Relationship Id="rId40" Type="http://schemas.openxmlformats.org/officeDocument/2006/relationships/tags" Target="../tags/tag624.xml"/><Relationship Id="rId45" Type="http://schemas.openxmlformats.org/officeDocument/2006/relationships/tags" Target="../tags/tag629.xml"/><Relationship Id="rId53" Type="http://schemas.openxmlformats.org/officeDocument/2006/relationships/tags" Target="../tags/tag637.xml"/><Relationship Id="rId58" Type="http://schemas.openxmlformats.org/officeDocument/2006/relationships/tags" Target="../tags/tag642.xml"/><Relationship Id="rId66" Type="http://schemas.openxmlformats.org/officeDocument/2006/relationships/tags" Target="../tags/tag650.xml"/><Relationship Id="rId74" Type="http://schemas.openxmlformats.org/officeDocument/2006/relationships/tags" Target="../tags/tag658.xml"/><Relationship Id="rId5" Type="http://schemas.openxmlformats.org/officeDocument/2006/relationships/tags" Target="../tags/tag589.xml"/><Relationship Id="rId61" Type="http://schemas.openxmlformats.org/officeDocument/2006/relationships/tags" Target="../tags/tag645.xml"/><Relationship Id="rId19" Type="http://schemas.openxmlformats.org/officeDocument/2006/relationships/tags" Target="../tags/tag603.xml"/><Relationship Id="rId14" Type="http://schemas.openxmlformats.org/officeDocument/2006/relationships/tags" Target="../tags/tag598.xml"/><Relationship Id="rId22" Type="http://schemas.openxmlformats.org/officeDocument/2006/relationships/tags" Target="../tags/tag606.xml"/><Relationship Id="rId27" Type="http://schemas.openxmlformats.org/officeDocument/2006/relationships/tags" Target="../tags/tag611.xml"/><Relationship Id="rId30" Type="http://schemas.openxmlformats.org/officeDocument/2006/relationships/tags" Target="../tags/tag614.xml"/><Relationship Id="rId35" Type="http://schemas.openxmlformats.org/officeDocument/2006/relationships/tags" Target="../tags/tag619.xml"/><Relationship Id="rId43" Type="http://schemas.openxmlformats.org/officeDocument/2006/relationships/tags" Target="../tags/tag627.xml"/><Relationship Id="rId48" Type="http://schemas.openxmlformats.org/officeDocument/2006/relationships/tags" Target="../tags/tag632.xml"/><Relationship Id="rId56" Type="http://schemas.openxmlformats.org/officeDocument/2006/relationships/tags" Target="../tags/tag640.xml"/><Relationship Id="rId64" Type="http://schemas.openxmlformats.org/officeDocument/2006/relationships/tags" Target="../tags/tag648.xml"/><Relationship Id="rId69" Type="http://schemas.openxmlformats.org/officeDocument/2006/relationships/tags" Target="../tags/tag653.xml"/><Relationship Id="rId77" Type="http://schemas.openxmlformats.org/officeDocument/2006/relationships/slideLayout" Target="../slideLayouts/slideLayout2.xml"/><Relationship Id="rId8" Type="http://schemas.openxmlformats.org/officeDocument/2006/relationships/tags" Target="../tags/tag592.xml"/><Relationship Id="rId51" Type="http://schemas.openxmlformats.org/officeDocument/2006/relationships/tags" Target="../tags/tag635.xml"/><Relationship Id="rId72" Type="http://schemas.openxmlformats.org/officeDocument/2006/relationships/tags" Target="../tags/tag656.xml"/><Relationship Id="rId3" Type="http://schemas.openxmlformats.org/officeDocument/2006/relationships/tags" Target="../tags/tag587.xml"/><Relationship Id="rId12" Type="http://schemas.openxmlformats.org/officeDocument/2006/relationships/tags" Target="../tags/tag596.xml"/><Relationship Id="rId17" Type="http://schemas.openxmlformats.org/officeDocument/2006/relationships/tags" Target="../tags/tag601.xml"/><Relationship Id="rId25" Type="http://schemas.openxmlformats.org/officeDocument/2006/relationships/tags" Target="../tags/tag609.xml"/><Relationship Id="rId33" Type="http://schemas.openxmlformats.org/officeDocument/2006/relationships/tags" Target="../tags/tag617.xml"/><Relationship Id="rId38" Type="http://schemas.openxmlformats.org/officeDocument/2006/relationships/tags" Target="../tags/tag622.xml"/><Relationship Id="rId46" Type="http://schemas.openxmlformats.org/officeDocument/2006/relationships/tags" Target="../tags/tag630.xml"/><Relationship Id="rId59" Type="http://schemas.openxmlformats.org/officeDocument/2006/relationships/tags" Target="../tags/tag643.xml"/><Relationship Id="rId67" Type="http://schemas.openxmlformats.org/officeDocument/2006/relationships/tags" Target="../tags/tag651.xml"/><Relationship Id="rId20" Type="http://schemas.openxmlformats.org/officeDocument/2006/relationships/tags" Target="../tags/tag604.xml"/><Relationship Id="rId41" Type="http://schemas.openxmlformats.org/officeDocument/2006/relationships/tags" Target="../tags/tag625.xml"/><Relationship Id="rId54" Type="http://schemas.openxmlformats.org/officeDocument/2006/relationships/tags" Target="../tags/tag638.xml"/><Relationship Id="rId62" Type="http://schemas.openxmlformats.org/officeDocument/2006/relationships/tags" Target="../tags/tag646.xml"/><Relationship Id="rId70" Type="http://schemas.openxmlformats.org/officeDocument/2006/relationships/tags" Target="../tags/tag654.xml"/><Relationship Id="rId75" Type="http://schemas.openxmlformats.org/officeDocument/2006/relationships/tags" Target="../tags/tag659.xml"/><Relationship Id="rId1" Type="http://schemas.openxmlformats.org/officeDocument/2006/relationships/tags" Target="../tags/tag585.xml"/><Relationship Id="rId6" Type="http://schemas.openxmlformats.org/officeDocument/2006/relationships/tags" Target="../tags/tag590.xml"/><Relationship Id="rId15" Type="http://schemas.openxmlformats.org/officeDocument/2006/relationships/tags" Target="../tags/tag599.xml"/><Relationship Id="rId23" Type="http://schemas.openxmlformats.org/officeDocument/2006/relationships/tags" Target="../tags/tag607.xml"/><Relationship Id="rId28" Type="http://schemas.openxmlformats.org/officeDocument/2006/relationships/tags" Target="../tags/tag612.xml"/><Relationship Id="rId36" Type="http://schemas.openxmlformats.org/officeDocument/2006/relationships/tags" Target="../tags/tag620.xml"/><Relationship Id="rId49" Type="http://schemas.openxmlformats.org/officeDocument/2006/relationships/tags" Target="../tags/tag633.xml"/><Relationship Id="rId57" Type="http://schemas.openxmlformats.org/officeDocument/2006/relationships/tags" Target="../tags/tag641.xml"/><Relationship Id="rId10" Type="http://schemas.openxmlformats.org/officeDocument/2006/relationships/tags" Target="../tags/tag594.xml"/><Relationship Id="rId31" Type="http://schemas.openxmlformats.org/officeDocument/2006/relationships/tags" Target="../tags/tag615.xml"/><Relationship Id="rId44" Type="http://schemas.openxmlformats.org/officeDocument/2006/relationships/tags" Target="../tags/tag628.xml"/><Relationship Id="rId52" Type="http://schemas.openxmlformats.org/officeDocument/2006/relationships/tags" Target="../tags/tag636.xml"/><Relationship Id="rId60" Type="http://schemas.openxmlformats.org/officeDocument/2006/relationships/tags" Target="../tags/tag644.xml"/><Relationship Id="rId65" Type="http://schemas.openxmlformats.org/officeDocument/2006/relationships/tags" Target="../tags/tag649.xml"/><Relationship Id="rId73" Type="http://schemas.openxmlformats.org/officeDocument/2006/relationships/tags" Target="../tags/tag657.xml"/><Relationship Id="rId78" Type="http://schemas.openxmlformats.org/officeDocument/2006/relationships/notesSlide" Target="../notesSlides/notesSlide28.xml"/><Relationship Id="rId4" Type="http://schemas.openxmlformats.org/officeDocument/2006/relationships/tags" Target="../tags/tag588.xml"/><Relationship Id="rId9" Type="http://schemas.openxmlformats.org/officeDocument/2006/relationships/tags" Target="../tags/tag593.xml"/><Relationship Id="rId13" Type="http://schemas.openxmlformats.org/officeDocument/2006/relationships/tags" Target="../tags/tag597.xml"/><Relationship Id="rId18" Type="http://schemas.openxmlformats.org/officeDocument/2006/relationships/tags" Target="../tags/tag602.xml"/><Relationship Id="rId39" Type="http://schemas.openxmlformats.org/officeDocument/2006/relationships/tags" Target="../tags/tag623.xml"/><Relationship Id="rId34" Type="http://schemas.openxmlformats.org/officeDocument/2006/relationships/tags" Target="../tags/tag618.xml"/><Relationship Id="rId50" Type="http://schemas.openxmlformats.org/officeDocument/2006/relationships/tags" Target="../tags/tag634.xml"/><Relationship Id="rId55" Type="http://schemas.openxmlformats.org/officeDocument/2006/relationships/tags" Target="../tags/tag639.xml"/><Relationship Id="rId76" Type="http://schemas.openxmlformats.org/officeDocument/2006/relationships/tags" Target="../tags/tag660.xml"/><Relationship Id="rId7" Type="http://schemas.openxmlformats.org/officeDocument/2006/relationships/tags" Target="../tags/tag591.xml"/><Relationship Id="rId71" Type="http://schemas.openxmlformats.org/officeDocument/2006/relationships/tags" Target="../tags/tag655.xml"/><Relationship Id="rId2" Type="http://schemas.openxmlformats.org/officeDocument/2006/relationships/tags" Target="../tags/tag586.xml"/><Relationship Id="rId29" Type="http://schemas.openxmlformats.org/officeDocument/2006/relationships/tags" Target="../tags/tag613.xml"/></Relationships>
</file>

<file path=ppt/slides/_rels/slide29.xml.rels><?xml version="1.0" encoding="UTF-8" standalone="yes"?>
<Relationships xmlns="http://schemas.openxmlformats.org/package/2006/relationships"><Relationship Id="rId26" Type="http://schemas.openxmlformats.org/officeDocument/2006/relationships/tags" Target="../tags/tag686.xml"/><Relationship Id="rId21" Type="http://schemas.openxmlformats.org/officeDocument/2006/relationships/tags" Target="../tags/tag681.xml"/><Relationship Id="rId42" Type="http://schemas.openxmlformats.org/officeDocument/2006/relationships/tags" Target="../tags/tag702.xml"/><Relationship Id="rId47" Type="http://schemas.openxmlformats.org/officeDocument/2006/relationships/tags" Target="../tags/tag707.xml"/><Relationship Id="rId63" Type="http://schemas.openxmlformats.org/officeDocument/2006/relationships/tags" Target="../tags/tag723.xml"/><Relationship Id="rId68" Type="http://schemas.openxmlformats.org/officeDocument/2006/relationships/tags" Target="../tags/tag728.xml"/><Relationship Id="rId16" Type="http://schemas.openxmlformats.org/officeDocument/2006/relationships/tags" Target="../tags/tag676.xml"/><Relationship Id="rId11" Type="http://schemas.openxmlformats.org/officeDocument/2006/relationships/tags" Target="../tags/tag671.xml"/><Relationship Id="rId24" Type="http://schemas.openxmlformats.org/officeDocument/2006/relationships/tags" Target="../tags/tag684.xml"/><Relationship Id="rId32" Type="http://schemas.openxmlformats.org/officeDocument/2006/relationships/tags" Target="../tags/tag692.xml"/><Relationship Id="rId37" Type="http://schemas.openxmlformats.org/officeDocument/2006/relationships/tags" Target="../tags/tag697.xml"/><Relationship Id="rId40" Type="http://schemas.openxmlformats.org/officeDocument/2006/relationships/tags" Target="../tags/tag700.xml"/><Relationship Id="rId45" Type="http://schemas.openxmlformats.org/officeDocument/2006/relationships/tags" Target="../tags/tag705.xml"/><Relationship Id="rId53" Type="http://schemas.openxmlformats.org/officeDocument/2006/relationships/tags" Target="../tags/tag713.xml"/><Relationship Id="rId58" Type="http://schemas.openxmlformats.org/officeDocument/2006/relationships/tags" Target="../tags/tag718.xml"/><Relationship Id="rId66" Type="http://schemas.openxmlformats.org/officeDocument/2006/relationships/tags" Target="../tags/tag726.xml"/><Relationship Id="rId74" Type="http://schemas.openxmlformats.org/officeDocument/2006/relationships/tags" Target="../tags/tag734.xml"/><Relationship Id="rId5" Type="http://schemas.openxmlformats.org/officeDocument/2006/relationships/tags" Target="../tags/tag665.xml"/><Relationship Id="rId61" Type="http://schemas.openxmlformats.org/officeDocument/2006/relationships/tags" Target="../tags/tag721.xml"/><Relationship Id="rId19" Type="http://schemas.openxmlformats.org/officeDocument/2006/relationships/tags" Target="../tags/tag679.xml"/><Relationship Id="rId14" Type="http://schemas.openxmlformats.org/officeDocument/2006/relationships/tags" Target="../tags/tag674.xml"/><Relationship Id="rId22" Type="http://schemas.openxmlformats.org/officeDocument/2006/relationships/tags" Target="../tags/tag682.xml"/><Relationship Id="rId27" Type="http://schemas.openxmlformats.org/officeDocument/2006/relationships/tags" Target="../tags/tag687.xml"/><Relationship Id="rId30" Type="http://schemas.openxmlformats.org/officeDocument/2006/relationships/tags" Target="../tags/tag690.xml"/><Relationship Id="rId35" Type="http://schemas.openxmlformats.org/officeDocument/2006/relationships/tags" Target="../tags/tag695.xml"/><Relationship Id="rId43" Type="http://schemas.openxmlformats.org/officeDocument/2006/relationships/tags" Target="../tags/tag703.xml"/><Relationship Id="rId48" Type="http://schemas.openxmlformats.org/officeDocument/2006/relationships/tags" Target="../tags/tag708.xml"/><Relationship Id="rId56" Type="http://schemas.openxmlformats.org/officeDocument/2006/relationships/tags" Target="../tags/tag716.xml"/><Relationship Id="rId64" Type="http://schemas.openxmlformats.org/officeDocument/2006/relationships/tags" Target="../tags/tag724.xml"/><Relationship Id="rId69" Type="http://schemas.openxmlformats.org/officeDocument/2006/relationships/tags" Target="../tags/tag729.xml"/><Relationship Id="rId77" Type="http://schemas.openxmlformats.org/officeDocument/2006/relationships/slideLayout" Target="../slideLayouts/slideLayout2.xml"/><Relationship Id="rId8" Type="http://schemas.openxmlformats.org/officeDocument/2006/relationships/tags" Target="../tags/tag668.xml"/><Relationship Id="rId51" Type="http://schemas.openxmlformats.org/officeDocument/2006/relationships/tags" Target="../tags/tag711.xml"/><Relationship Id="rId72" Type="http://schemas.openxmlformats.org/officeDocument/2006/relationships/tags" Target="../tags/tag732.xml"/><Relationship Id="rId3" Type="http://schemas.openxmlformats.org/officeDocument/2006/relationships/tags" Target="../tags/tag663.xml"/><Relationship Id="rId12" Type="http://schemas.openxmlformats.org/officeDocument/2006/relationships/tags" Target="../tags/tag672.xml"/><Relationship Id="rId17" Type="http://schemas.openxmlformats.org/officeDocument/2006/relationships/tags" Target="../tags/tag677.xml"/><Relationship Id="rId25" Type="http://schemas.openxmlformats.org/officeDocument/2006/relationships/tags" Target="../tags/tag685.xml"/><Relationship Id="rId33" Type="http://schemas.openxmlformats.org/officeDocument/2006/relationships/tags" Target="../tags/tag693.xml"/><Relationship Id="rId38" Type="http://schemas.openxmlformats.org/officeDocument/2006/relationships/tags" Target="../tags/tag698.xml"/><Relationship Id="rId46" Type="http://schemas.openxmlformats.org/officeDocument/2006/relationships/tags" Target="../tags/tag706.xml"/><Relationship Id="rId59" Type="http://schemas.openxmlformats.org/officeDocument/2006/relationships/tags" Target="../tags/tag719.xml"/><Relationship Id="rId67" Type="http://schemas.openxmlformats.org/officeDocument/2006/relationships/tags" Target="../tags/tag727.xml"/><Relationship Id="rId20" Type="http://schemas.openxmlformats.org/officeDocument/2006/relationships/tags" Target="../tags/tag680.xml"/><Relationship Id="rId41" Type="http://schemas.openxmlformats.org/officeDocument/2006/relationships/tags" Target="../tags/tag701.xml"/><Relationship Id="rId54" Type="http://schemas.openxmlformats.org/officeDocument/2006/relationships/tags" Target="../tags/tag714.xml"/><Relationship Id="rId62" Type="http://schemas.openxmlformats.org/officeDocument/2006/relationships/tags" Target="../tags/tag722.xml"/><Relationship Id="rId70" Type="http://schemas.openxmlformats.org/officeDocument/2006/relationships/tags" Target="../tags/tag730.xml"/><Relationship Id="rId75" Type="http://schemas.openxmlformats.org/officeDocument/2006/relationships/tags" Target="../tags/tag735.xml"/><Relationship Id="rId1" Type="http://schemas.openxmlformats.org/officeDocument/2006/relationships/tags" Target="../tags/tag661.xml"/><Relationship Id="rId6" Type="http://schemas.openxmlformats.org/officeDocument/2006/relationships/tags" Target="../tags/tag666.xml"/><Relationship Id="rId15" Type="http://schemas.openxmlformats.org/officeDocument/2006/relationships/tags" Target="../tags/tag675.xml"/><Relationship Id="rId23" Type="http://schemas.openxmlformats.org/officeDocument/2006/relationships/tags" Target="../tags/tag683.xml"/><Relationship Id="rId28" Type="http://schemas.openxmlformats.org/officeDocument/2006/relationships/tags" Target="../tags/tag688.xml"/><Relationship Id="rId36" Type="http://schemas.openxmlformats.org/officeDocument/2006/relationships/tags" Target="../tags/tag696.xml"/><Relationship Id="rId49" Type="http://schemas.openxmlformats.org/officeDocument/2006/relationships/tags" Target="../tags/tag709.xml"/><Relationship Id="rId57" Type="http://schemas.openxmlformats.org/officeDocument/2006/relationships/tags" Target="../tags/tag717.xml"/><Relationship Id="rId10" Type="http://schemas.openxmlformats.org/officeDocument/2006/relationships/tags" Target="../tags/tag670.xml"/><Relationship Id="rId31" Type="http://schemas.openxmlformats.org/officeDocument/2006/relationships/tags" Target="../tags/tag691.xml"/><Relationship Id="rId44" Type="http://schemas.openxmlformats.org/officeDocument/2006/relationships/tags" Target="../tags/tag704.xml"/><Relationship Id="rId52" Type="http://schemas.openxmlformats.org/officeDocument/2006/relationships/tags" Target="../tags/tag712.xml"/><Relationship Id="rId60" Type="http://schemas.openxmlformats.org/officeDocument/2006/relationships/tags" Target="../tags/tag720.xml"/><Relationship Id="rId65" Type="http://schemas.openxmlformats.org/officeDocument/2006/relationships/tags" Target="../tags/tag725.xml"/><Relationship Id="rId73" Type="http://schemas.openxmlformats.org/officeDocument/2006/relationships/tags" Target="../tags/tag733.xml"/><Relationship Id="rId78" Type="http://schemas.openxmlformats.org/officeDocument/2006/relationships/notesSlide" Target="../notesSlides/notesSlide29.xml"/><Relationship Id="rId4" Type="http://schemas.openxmlformats.org/officeDocument/2006/relationships/tags" Target="../tags/tag664.xml"/><Relationship Id="rId9" Type="http://schemas.openxmlformats.org/officeDocument/2006/relationships/tags" Target="../tags/tag669.xml"/><Relationship Id="rId13" Type="http://schemas.openxmlformats.org/officeDocument/2006/relationships/tags" Target="../tags/tag673.xml"/><Relationship Id="rId18" Type="http://schemas.openxmlformats.org/officeDocument/2006/relationships/tags" Target="../tags/tag678.xml"/><Relationship Id="rId39" Type="http://schemas.openxmlformats.org/officeDocument/2006/relationships/tags" Target="../tags/tag699.xml"/><Relationship Id="rId34" Type="http://schemas.openxmlformats.org/officeDocument/2006/relationships/tags" Target="../tags/tag694.xml"/><Relationship Id="rId50" Type="http://schemas.openxmlformats.org/officeDocument/2006/relationships/tags" Target="../tags/tag710.xml"/><Relationship Id="rId55" Type="http://schemas.openxmlformats.org/officeDocument/2006/relationships/tags" Target="../tags/tag715.xml"/><Relationship Id="rId76" Type="http://schemas.openxmlformats.org/officeDocument/2006/relationships/tags" Target="../tags/tag736.xml"/><Relationship Id="rId7" Type="http://schemas.openxmlformats.org/officeDocument/2006/relationships/tags" Target="../tags/tag667.xml"/><Relationship Id="rId71" Type="http://schemas.openxmlformats.org/officeDocument/2006/relationships/tags" Target="../tags/tag731.xml"/><Relationship Id="rId2" Type="http://schemas.openxmlformats.org/officeDocument/2006/relationships/tags" Target="../tags/tag662.xml"/><Relationship Id="rId29" Type="http://schemas.openxmlformats.org/officeDocument/2006/relationships/tags" Target="../tags/tag689.xml"/></Relationships>
</file>

<file path=ppt/slides/_rels/slide30.xml.rels><?xml version="1.0" encoding="UTF-8" standalone="yes"?>
<Relationships xmlns="http://schemas.openxmlformats.org/package/2006/relationships"><Relationship Id="rId8" Type="http://schemas.openxmlformats.org/officeDocument/2006/relationships/tags" Target="../tags/tag744.xml"/><Relationship Id="rId13" Type="http://schemas.openxmlformats.org/officeDocument/2006/relationships/tags" Target="../tags/tag749.xml"/><Relationship Id="rId3" Type="http://schemas.openxmlformats.org/officeDocument/2006/relationships/tags" Target="../tags/tag739.xml"/><Relationship Id="rId7" Type="http://schemas.openxmlformats.org/officeDocument/2006/relationships/tags" Target="../tags/tag743.xml"/><Relationship Id="rId12" Type="http://schemas.openxmlformats.org/officeDocument/2006/relationships/tags" Target="../tags/tag748.xml"/><Relationship Id="rId17" Type="http://schemas.openxmlformats.org/officeDocument/2006/relationships/notesSlide" Target="../notesSlides/notesSlide30.xml"/><Relationship Id="rId2" Type="http://schemas.openxmlformats.org/officeDocument/2006/relationships/tags" Target="../tags/tag738.xml"/><Relationship Id="rId16" Type="http://schemas.openxmlformats.org/officeDocument/2006/relationships/slideLayout" Target="../slideLayouts/slideLayout2.xml"/><Relationship Id="rId1" Type="http://schemas.openxmlformats.org/officeDocument/2006/relationships/tags" Target="../tags/tag737.xml"/><Relationship Id="rId6" Type="http://schemas.openxmlformats.org/officeDocument/2006/relationships/tags" Target="../tags/tag742.xml"/><Relationship Id="rId11" Type="http://schemas.openxmlformats.org/officeDocument/2006/relationships/tags" Target="../tags/tag747.xml"/><Relationship Id="rId5" Type="http://schemas.openxmlformats.org/officeDocument/2006/relationships/tags" Target="../tags/tag741.xml"/><Relationship Id="rId15" Type="http://schemas.openxmlformats.org/officeDocument/2006/relationships/tags" Target="../tags/tag751.xml"/><Relationship Id="rId10" Type="http://schemas.openxmlformats.org/officeDocument/2006/relationships/tags" Target="../tags/tag746.xml"/><Relationship Id="rId4" Type="http://schemas.openxmlformats.org/officeDocument/2006/relationships/tags" Target="../tags/tag740.xml"/><Relationship Id="rId9" Type="http://schemas.openxmlformats.org/officeDocument/2006/relationships/tags" Target="../tags/tag745.xml"/><Relationship Id="rId14" Type="http://schemas.openxmlformats.org/officeDocument/2006/relationships/tags" Target="../tags/tag750.xml"/></Relationships>
</file>

<file path=ppt/slides/_rels/slide31.xml.rels><?xml version="1.0" encoding="UTF-8" standalone="yes"?>
<Relationships xmlns="http://schemas.openxmlformats.org/package/2006/relationships"><Relationship Id="rId3" Type="http://schemas.openxmlformats.org/officeDocument/2006/relationships/tags" Target="../tags/tag754.xml"/><Relationship Id="rId2" Type="http://schemas.openxmlformats.org/officeDocument/2006/relationships/tags" Target="../tags/tag753.xml"/><Relationship Id="rId1" Type="http://schemas.openxmlformats.org/officeDocument/2006/relationships/tags" Target="../tags/tag752.xml"/><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tags" Target="../tags/tag7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0F85797-DA9F-4E9D-9884-0778D414DE4E}"/>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a:t>ECE/CS 552: Virtual Memory</a:t>
            </a:r>
          </a:p>
        </p:txBody>
      </p:sp>
      <p:sp>
        <p:nvSpPr>
          <p:cNvPr id="3" name="Subtitle 2">
            <a:extLst>
              <a:ext uri="{FF2B5EF4-FFF2-40B4-BE49-F238E27FC236}">
                <a16:creationId xmlns:a16="http://schemas.microsoft.com/office/drawing/2014/main" id="{CD80CA9F-F218-40E5-87C0-1EBB3CC3C8DC}"/>
              </a:ext>
            </a:extLst>
          </p:cNvPr>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a:t>
            </a:r>
            <a:br>
              <a:rPr lang="en-US" dirty="0"/>
            </a:br>
            <a:r>
              <a:rPr lang="en-US" dirty="0"/>
              <a:t>Joshua San Miguel, </a:t>
            </a:r>
            <a:r>
              <a:rPr lang="en-US" dirty="0" err="1"/>
              <a:t>Mikko</a:t>
            </a:r>
            <a:r>
              <a:rPr lang="en-US" dirty="0"/>
              <a:t> </a:t>
            </a:r>
            <a:r>
              <a:rPr lang="en-US" dirty="0" err="1"/>
              <a:t>Lipasti</a:t>
            </a:r>
            <a:r>
              <a:rPr lang="en-US" dirty="0"/>
              <a:t>, Mark Hill, David Wood, </a:t>
            </a:r>
            <a:r>
              <a:rPr lang="en-US" dirty="0" err="1"/>
              <a:t>Guri</a:t>
            </a:r>
            <a:r>
              <a:rPr lang="en-US" dirty="0"/>
              <a:t> Sohi, John Shen and Jim Smith</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Memory Hierarchy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3">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59436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B6AB0B9-7F49-4ABA-8C4B-969FF4CC2DE3}"/>
              </a:ext>
            </a:extLst>
          </p:cNvPr>
          <p:cNvSpPr txBox="1"/>
          <p:nvPr>
            <p:custDataLst>
              <p:tags r:id="rId8"/>
            </p:custDataLst>
          </p:nvPr>
        </p:nvSpPr>
        <p:spPr>
          <a:xfrm>
            <a:off x="685800" y="1833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26" name="TextBox 25">
            <a:extLst>
              <a:ext uri="{FF2B5EF4-FFF2-40B4-BE49-F238E27FC236}">
                <a16:creationId xmlns:a16="http://schemas.microsoft.com/office/drawing/2014/main" id="{5CC1DCD8-0E66-4156-81C9-334FEB3BE909}"/>
              </a:ext>
            </a:extLst>
          </p:cNvPr>
          <p:cNvSpPr txBox="1"/>
          <p:nvPr>
            <p:custDataLst>
              <p:tags r:id="rId9"/>
            </p:custDataLst>
          </p:nvPr>
        </p:nvSpPr>
        <p:spPr>
          <a:xfrm>
            <a:off x="3352800" y="1833706"/>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sp>
        <p:nvSpPr>
          <p:cNvPr id="27" name="TextBox 26">
            <a:extLst>
              <a:ext uri="{FF2B5EF4-FFF2-40B4-BE49-F238E27FC236}">
                <a16:creationId xmlns:a16="http://schemas.microsoft.com/office/drawing/2014/main" id="{67F010F4-5D24-4A95-B18C-9436B4FF687F}"/>
              </a:ext>
            </a:extLst>
          </p:cNvPr>
          <p:cNvSpPr txBox="1"/>
          <p:nvPr>
            <p:custDataLst>
              <p:tags r:id="rId10"/>
            </p:custDataLst>
          </p:nvPr>
        </p:nvSpPr>
        <p:spPr>
          <a:xfrm>
            <a:off x="5994578" y="1833706"/>
            <a:ext cx="2438399" cy="1290494"/>
          </a:xfrm>
          <a:prstGeom prst="rect">
            <a:avLst/>
          </a:prstGeom>
          <a:solidFill>
            <a:schemeClr val="bg1"/>
          </a:solidFill>
        </p:spPr>
        <p:txBody>
          <a:bodyPr wrap="square" rtlCol="0" anchor="t">
            <a:noAutofit/>
          </a:bodyPr>
          <a:lstStyle/>
          <a:p>
            <a:r>
              <a:rPr lang="en-US" sz="2000" b="1" dirty="0">
                <a:solidFill>
                  <a:srgbClr val="00B050"/>
                </a:solidFill>
                <a:latin typeface="Courier New" panose="02070309020205020404" pitchFamily="49" charset="0"/>
                <a:cs typeface="Courier New" panose="02070309020205020404" pitchFamily="49" charset="0"/>
              </a:rPr>
              <a:t>int main ()</a:t>
            </a:r>
          </a:p>
          <a:p>
            <a:r>
              <a:rPr lang="en-US" sz="2000" b="1" dirty="0">
                <a:solidFill>
                  <a:srgbClr val="00B050"/>
                </a:solidFill>
                <a:latin typeface="Courier New" panose="02070309020205020404" pitchFamily="49" charset="0"/>
                <a:cs typeface="Courier New" panose="02070309020205020404" pitchFamily="49" charset="0"/>
              </a:rPr>
              <a:t>{</a:t>
            </a:r>
          </a:p>
          <a:p>
            <a:r>
              <a:rPr lang="en-US" sz="2000" b="1" dirty="0">
                <a:solidFill>
                  <a:srgbClr val="00B050"/>
                </a:solidFill>
                <a:latin typeface="Courier New" panose="02070309020205020404" pitchFamily="49" charset="0"/>
                <a:cs typeface="Courier New" panose="02070309020205020404" pitchFamily="49" charset="0"/>
              </a:rPr>
              <a:t>  // process C</a:t>
            </a:r>
          </a:p>
          <a:p>
            <a:r>
              <a:rPr lang="en-US" sz="2000" b="1" dirty="0">
                <a:solidFill>
                  <a:srgbClr val="00B050"/>
                </a:solidFill>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6362152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3</a:t>
            </a:fld>
            <a:endParaRPr lang="en-US" altLang="en-US" sz="1400">
              <a:latin typeface="Times New Roman" panose="02020603050405020304" pitchFamily="18" charset="0"/>
            </a:endParaRPr>
          </a:p>
        </p:txBody>
      </p:sp>
      <p:sp>
        <p:nvSpPr>
          <p:cNvPr id="7" name="TextBox 6">
            <a:extLst>
              <a:ext uri="{FF2B5EF4-FFF2-40B4-BE49-F238E27FC236}">
                <a16:creationId xmlns:a16="http://schemas.microsoft.com/office/drawing/2014/main" id="{C4859E5D-7D82-4A29-A623-5BC333A088CC}"/>
              </a:ext>
            </a:extLst>
          </p:cNvPr>
          <p:cNvSpPr txBox="1"/>
          <p:nvPr>
            <p:custDataLst>
              <p:tags r:id="rId4"/>
            </p:custDataLst>
          </p:nvPr>
        </p:nvSpPr>
        <p:spPr>
          <a:xfrm>
            <a:off x="526929" y="1414730"/>
            <a:ext cx="8007471" cy="5329737"/>
          </a:xfrm>
          <a:prstGeom prst="rect">
            <a:avLst/>
          </a:prstGeom>
          <a:noFill/>
        </p:spPr>
        <p:txBody>
          <a:bodyPr wrap="square" rtlCol="0" anchor="t">
            <a:noAutofit/>
          </a:bodyPr>
          <a:lstStyle/>
          <a:p>
            <a:r>
              <a:rPr lang="en-US" sz="3200" dirty="0">
                <a:latin typeface="+mn-lt"/>
              </a:rPr>
              <a:t>What a program wants:</a:t>
            </a:r>
          </a:p>
          <a:p>
            <a:pPr marL="457200" indent="-457200">
              <a:buFont typeface="Arial" panose="020B0604020202020204" pitchFamily="34" charset="0"/>
              <a:buChar char="•"/>
            </a:pPr>
            <a:r>
              <a:rPr lang="en-US" sz="2800" dirty="0">
                <a:latin typeface="+mn-lt"/>
              </a:rPr>
              <a:t>A memory space of arbitrary size</a:t>
            </a:r>
          </a:p>
          <a:p>
            <a:pPr marL="914400" lvl="1" indent="-457200">
              <a:buFont typeface="Wingdings" panose="05000000000000000000" pitchFamily="2" charset="2"/>
              <a:buChar char="Ø"/>
            </a:pPr>
            <a:r>
              <a:rPr lang="en-US" sz="2400" dirty="0">
                <a:latin typeface="+mn-lt"/>
              </a:rPr>
              <a:t>More memory than the system physically has</a:t>
            </a:r>
          </a:p>
          <a:p>
            <a:pPr marL="457200" indent="-457200">
              <a:buFont typeface="Arial" panose="020B0604020202020204" pitchFamily="34" charset="0"/>
              <a:buChar char="•"/>
            </a:pPr>
            <a:r>
              <a:rPr lang="en-US" sz="2800" dirty="0">
                <a:latin typeface="+mn-lt"/>
              </a:rPr>
              <a:t>To think it is the only program running</a:t>
            </a:r>
          </a:p>
          <a:p>
            <a:pPr marL="914400" lvl="1" indent="-457200">
              <a:buFont typeface="Wingdings" panose="05000000000000000000" pitchFamily="2" charset="2"/>
              <a:buChar char="Ø"/>
            </a:pPr>
            <a:r>
              <a:rPr lang="en-US" sz="2400" dirty="0">
                <a:latin typeface="+mn-lt"/>
              </a:rPr>
              <a:t>Load/store addresses are defined independent of the environment</a:t>
            </a:r>
          </a:p>
          <a:p>
            <a:pPr marL="457200" indent="-457200">
              <a:buFont typeface="Arial" panose="020B0604020202020204" pitchFamily="34" charset="0"/>
              <a:buChar char="•"/>
            </a:pPr>
            <a:r>
              <a:rPr lang="en-US" sz="2800" dirty="0">
                <a:latin typeface="+mn-lt"/>
              </a:rPr>
              <a:t>Protection from misuse of data</a:t>
            </a:r>
          </a:p>
          <a:p>
            <a:pPr marL="914400" lvl="1" indent="-457200">
              <a:buFont typeface="Wingdings" panose="05000000000000000000" pitchFamily="2" charset="2"/>
              <a:buChar char="Ø"/>
            </a:pPr>
            <a:r>
              <a:rPr lang="en-US" sz="2400" dirty="0">
                <a:latin typeface="+mn-lt"/>
              </a:rPr>
              <a:t>Some data is private, read-only, executable, etc.</a:t>
            </a:r>
          </a:p>
        </p:txBody>
      </p:sp>
    </p:spTree>
    <p:custDataLst>
      <p:tags r:id="rId1"/>
    </p:custDataLst>
    <p:extLst>
      <p:ext uri="{BB962C8B-B14F-4D97-AF65-F5344CB8AC3E}">
        <p14:creationId xmlns:p14="http://schemas.microsoft.com/office/powerpoint/2010/main" val="30220346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Memory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4</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5E2583F8-7AF7-4FC0-A64C-7F16D90893F7}"/>
              </a:ext>
            </a:extLst>
          </p:cNvPr>
          <p:cNvSpPr txBox="1"/>
          <p:nvPr>
            <p:custDataLst>
              <p:tags r:id="rId4"/>
            </p:custDataLst>
          </p:nvPr>
        </p:nvSpPr>
        <p:spPr>
          <a:xfrm>
            <a:off x="526929" y="1414730"/>
            <a:ext cx="8498423" cy="5329737"/>
          </a:xfrm>
          <a:prstGeom prst="rect">
            <a:avLst/>
          </a:prstGeom>
          <a:noFill/>
        </p:spPr>
        <p:txBody>
          <a:bodyPr wrap="square" rtlCol="0" anchor="t">
            <a:noAutofit/>
          </a:bodyPr>
          <a:lstStyle/>
          <a:p>
            <a:r>
              <a:rPr lang="en-US" sz="3200" dirty="0">
                <a:latin typeface="+mn-lt"/>
              </a:rPr>
              <a:t>Decouple the program’s address space from the memory’s address space:</a:t>
            </a:r>
          </a:p>
          <a:p>
            <a:pPr marL="457200" indent="-457200">
              <a:buFont typeface="Arial" panose="020B0604020202020204" pitchFamily="34" charset="0"/>
              <a:buChar char="•"/>
            </a:pPr>
            <a:r>
              <a:rPr lang="en-US" sz="2800" dirty="0">
                <a:latin typeface="+mn-lt"/>
              </a:rPr>
              <a:t>Programs use </a:t>
            </a:r>
            <a:r>
              <a:rPr lang="en-US" sz="2800" b="1" dirty="0">
                <a:latin typeface="+mn-lt"/>
              </a:rPr>
              <a:t>virtual addresses </a:t>
            </a:r>
            <a:r>
              <a:rPr lang="en-US" sz="2800" dirty="0">
                <a:latin typeface="+mn-lt"/>
              </a:rPr>
              <a:t>(VAs)</a:t>
            </a:r>
          </a:p>
          <a:p>
            <a:pPr marL="914400" lvl="1" indent="-457200">
              <a:buFont typeface="Wingdings" panose="05000000000000000000" pitchFamily="2" charset="2"/>
              <a:buChar char="Ø"/>
            </a:pPr>
            <a:r>
              <a:rPr lang="en-US" sz="2400" dirty="0">
                <a:latin typeface="+mn-lt"/>
              </a:rPr>
              <a:t>Bytes 0…2</a:t>
            </a:r>
            <a:r>
              <a:rPr lang="en-US" sz="2400" baseline="30000" dirty="0">
                <a:latin typeface="+mn-lt"/>
              </a:rPr>
              <a:t>N</a:t>
            </a:r>
            <a:r>
              <a:rPr lang="en-US" sz="2400" dirty="0">
                <a:latin typeface="+mn-lt"/>
              </a:rPr>
              <a:t>-1 for N-bit VAs</a:t>
            </a:r>
          </a:p>
          <a:p>
            <a:pPr marL="914400" lvl="1" indent="-457200">
              <a:buFont typeface="Wingdings" panose="05000000000000000000" pitchFamily="2" charset="2"/>
              <a:buChar char="Ø"/>
            </a:pPr>
            <a:r>
              <a:rPr lang="en-US" sz="2400" dirty="0">
                <a:latin typeface="+mn-lt"/>
              </a:rPr>
              <a:t>VA size also referred to as machine size (e.g., 32-bit, 64-bit)</a:t>
            </a:r>
          </a:p>
          <a:p>
            <a:pPr marL="457200" indent="-457200">
              <a:buFont typeface="Arial" panose="020B0604020202020204" pitchFamily="34" charset="0"/>
              <a:buChar char="•"/>
            </a:pPr>
            <a:r>
              <a:rPr lang="en-US" sz="2800" dirty="0">
                <a:latin typeface="+mn-lt"/>
              </a:rPr>
              <a:t>Main memory uses </a:t>
            </a:r>
            <a:r>
              <a:rPr lang="en-US" sz="2800" b="1" dirty="0">
                <a:latin typeface="+mn-lt"/>
              </a:rPr>
              <a:t>physical addresses </a:t>
            </a:r>
            <a:r>
              <a:rPr lang="en-US" sz="2800" dirty="0">
                <a:latin typeface="+mn-lt"/>
              </a:rPr>
              <a:t>(PAs)</a:t>
            </a:r>
          </a:p>
          <a:p>
            <a:pPr marL="914400" lvl="1" indent="-457200">
              <a:buFont typeface="Wingdings" panose="05000000000000000000" pitchFamily="2" charset="2"/>
              <a:buChar char="Ø"/>
            </a:pPr>
            <a:r>
              <a:rPr lang="en-US" sz="2400" dirty="0">
                <a:latin typeface="+mn-lt"/>
              </a:rPr>
              <a:t>Bytes 0…2</a:t>
            </a:r>
            <a:r>
              <a:rPr lang="en-US" sz="2400" baseline="30000" dirty="0">
                <a:latin typeface="+mn-lt"/>
              </a:rPr>
              <a:t>M</a:t>
            </a:r>
            <a:r>
              <a:rPr lang="en-US" sz="2400" dirty="0">
                <a:latin typeface="+mn-lt"/>
              </a:rPr>
              <a:t>-1 for M-bit PAs</a:t>
            </a:r>
          </a:p>
          <a:p>
            <a:pPr marL="914400" lvl="1" indent="-457200">
              <a:buFont typeface="Wingdings" panose="05000000000000000000" pitchFamily="2" charset="2"/>
              <a:buChar char="Ø"/>
            </a:pPr>
            <a:r>
              <a:rPr lang="en-US" sz="2400" dirty="0">
                <a:latin typeface="+mn-lt"/>
              </a:rPr>
              <a:t>Max physical memory that machine supports, typically M&lt;N</a:t>
            </a:r>
          </a:p>
        </p:txBody>
      </p:sp>
    </p:spTree>
    <p:custDataLst>
      <p:tags r:id="rId1"/>
    </p:custDataLst>
    <p:extLst>
      <p:ext uri="{BB962C8B-B14F-4D97-AF65-F5344CB8AC3E}">
        <p14:creationId xmlns:p14="http://schemas.microsoft.com/office/powerpoint/2010/main" val="13120365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Memory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5</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5E2583F8-7AF7-4FC0-A64C-7F16D90893F7}"/>
              </a:ext>
            </a:extLst>
          </p:cNvPr>
          <p:cNvSpPr txBox="1"/>
          <p:nvPr>
            <p:custDataLst>
              <p:tags r:id="rId4"/>
            </p:custDataLst>
          </p:nvPr>
        </p:nvSpPr>
        <p:spPr>
          <a:xfrm>
            <a:off x="526929" y="1414730"/>
            <a:ext cx="5143979" cy="5329737"/>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Map VAs to PAs at </a:t>
            </a:r>
            <a:r>
              <a:rPr lang="en-US" sz="2800" b="1" dirty="0">
                <a:latin typeface="+mn-lt"/>
              </a:rPr>
              <a:t>page</a:t>
            </a:r>
            <a:r>
              <a:rPr lang="en-US" sz="2800" dirty="0">
                <a:latin typeface="+mn-lt"/>
              </a:rPr>
              <a:t> granularity</a:t>
            </a:r>
          </a:p>
          <a:p>
            <a:pPr marL="914400" lvl="1" indent="-457200">
              <a:buFont typeface="Wingdings" panose="05000000000000000000" pitchFamily="2" charset="2"/>
              <a:buChar char="Ø"/>
            </a:pPr>
            <a:r>
              <a:rPr lang="en-US" sz="2400" dirty="0">
                <a:latin typeface="+mn-lt"/>
              </a:rPr>
              <a:t>Virtual page (VP) → Physical page (PP)</a:t>
            </a:r>
          </a:p>
          <a:p>
            <a:pPr marL="914400" lvl="1" indent="-457200">
              <a:buFont typeface="Wingdings" panose="05000000000000000000" pitchFamily="2" charset="2"/>
              <a:buChar char="Ø"/>
            </a:pPr>
            <a:r>
              <a:rPr lang="en-US" sz="2400" dirty="0">
                <a:latin typeface="+mn-lt"/>
              </a:rPr>
              <a:t>Mapping need not preserve contiguity</a:t>
            </a:r>
          </a:p>
          <a:p>
            <a:pPr marL="914400" lvl="1" indent="-457200">
              <a:buFont typeface="Wingdings" panose="05000000000000000000" pitchFamily="2" charset="2"/>
              <a:buChar char="Ø"/>
            </a:pPr>
            <a:r>
              <a:rPr lang="en-US" sz="2400" dirty="0">
                <a:latin typeface="+mn-lt"/>
              </a:rPr>
              <a:t>Not all VPs need to be mapped to a page in physical memory; unmapped VPs live on disk (via </a:t>
            </a:r>
            <a:r>
              <a:rPr lang="en-US" sz="2400" i="1" dirty="0">
                <a:latin typeface="+mn-lt"/>
              </a:rPr>
              <a:t>page</a:t>
            </a:r>
            <a:r>
              <a:rPr lang="en-US" sz="2400" dirty="0">
                <a:latin typeface="+mn-lt"/>
              </a:rPr>
              <a:t> </a:t>
            </a:r>
            <a:r>
              <a:rPr lang="en-US" sz="2400" i="1" dirty="0">
                <a:latin typeface="+mn-lt"/>
              </a:rPr>
              <a:t>swaps</a:t>
            </a:r>
            <a:r>
              <a:rPr lang="en-US" sz="2400" dirty="0">
                <a:latin typeface="+mn-lt"/>
              </a:rPr>
              <a:t>)</a:t>
            </a:r>
          </a:p>
        </p:txBody>
      </p:sp>
      <p:sp>
        <p:nvSpPr>
          <p:cNvPr id="6" name="AutoShape 24">
            <a:extLst>
              <a:ext uri="{FF2B5EF4-FFF2-40B4-BE49-F238E27FC236}">
                <a16:creationId xmlns:a16="http://schemas.microsoft.com/office/drawing/2014/main" id="{85D5751F-2345-4221-9D30-7F5152A366AF}"/>
              </a:ext>
            </a:extLst>
          </p:cNvPr>
          <p:cNvSpPr>
            <a:spLocks noChangeArrowheads="1"/>
          </p:cNvSpPr>
          <p:nvPr>
            <p:custDataLst>
              <p:tags r:id="rId5"/>
            </p:custDataLst>
          </p:nvPr>
        </p:nvSpPr>
        <p:spPr bwMode="auto">
          <a:xfrm>
            <a:off x="6166061" y="4876800"/>
            <a:ext cx="2438400" cy="1676400"/>
          </a:xfrm>
          <a:prstGeom prst="flowChartMagneticDisk">
            <a:avLst/>
          </a:prstGeom>
          <a:solidFill>
            <a:schemeClr val="bg1"/>
          </a:solidFill>
          <a:ln w="28575">
            <a:solidFill>
              <a:srgbClr val="000000"/>
            </a:solidFill>
            <a:round/>
            <a:headEnd/>
            <a:tailEnd/>
          </a:ln>
        </p:spPr>
        <p:txBody>
          <a:bodyPr wrap="none" anchor="t">
            <a:prstTxWarp prst="textNoShape">
              <a:avLst/>
            </a:prstTxWarp>
          </a:bodyPr>
          <a:lstStyle/>
          <a:p>
            <a:pPr algn="ctr"/>
            <a:r>
              <a:rPr lang="en-US" sz="2000" dirty="0">
                <a:latin typeface="+mn-lt"/>
              </a:rPr>
              <a:t>Disk</a:t>
            </a:r>
            <a:endParaRPr lang="en-US" dirty="0">
              <a:latin typeface="+mn-lt"/>
            </a:endParaRPr>
          </a:p>
        </p:txBody>
      </p:sp>
      <p:sp>
        <p:nvSpPr>
          <p:cNvPr id="7" name="Rectangle 2">
            <a:extLst>
              <a:ext uri="{FF2B5EF4-FFF2-40B4-BE49-F238E27FC236}">
                <a16:creationId xmlns:a16="http://schemas.microsoft.com/office/drawing/2014/main" id="{C7664071-A56F-4538-B633-1269620822CC}"/>
              </a:ext>
            </a:extLst>
          </p:cNvPr>
          <p:cNvSpPr>
            <a:spLocks noChangeArrowheads="1"/>
          </p:cNvSpPr>
          <p:nvPr>
            <p:custDataLst>
              <p:tags r:id="rId6"/>
            </p:custDataLst>
          </p:nvPr>
        </p:nvSpPr>
        <p:spPr bwMode="auto">
          <a:xfrm>
            <a:off x="6394661" y="3352800"/>
            <a:ext cx="1981200" cy="7620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endParaRPr lang="en-US">
              <a:latin typeface="+mn-lt"/>
            </a:endParaRPr>
          </a:p>
        </p:txBody>
      </p:sp>
      <p:sp>
        <p:nvSpPr>
          <p:cNvPr id="8" name="Rectangle 7">
            <a:extLst>
              <a:ext uri="{FF2B5EF4-FFF2-40B4-BE49-F238E27FC236}">
                <a16:creationId xmlns:a16="http://schemas.microsoft.com/office/drawing/2014/main" id="{93B4A868-9FC0-4B62-873B-B2E04BB2A9EC}"/>
              </a:ext>
            </a:extLst>
          </p:cNvPr>
          <p:cNvSpPr>
            <a:spLocks noChangeArrowheads="1"/>
          </p:cNvSpPr>
          <p:nvPr>
            <p:custDataLst>
              <p:tags r:id="rId7"/>
            </p:custDataLst>
          </p:nvPr>
        </p:nvSpPr>
        <p:spPr bwMode="auto">
          <a:xfrm>
            <a:off x="6166061" y="20574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9" name="Rectangle 8">
            <a:extLst>
              <a:ext uri="{FF2B5EF4-FFF2-40B4-BE49-F238E27FC236}">
                <a16:creationId xmlns:a16="http://schemas.microsoft.com/office/drawing/2014/main" id="{B785A722-FCAE-4E39-8CBA-52428F5881B7}"/>
              </a:ext>
            </a:extLst>
          </p:cNvPr>
          <p:cNvSpPr>
            <a:spLocks noChangeArrowheads="1"/>
          </p:cNvSpPr>
          <p:nvPr>
            <p:custDataLst>
              <p:tags r:id="rId8"/>
            </p:custDataLst>
          </p:nvPr>
        </p:nvSpPr>
        <p:spPr bwMode="auto">
          <a:xfrm>
            <a:off x="6470861" y="20574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0" name="Rectangle 9">
            <a:extLst>
              <a:ext uri="{FF2B5EF4-FFF2-40B4-BE49-F238E27FC236}">
                <a16:creationId xmlns:a16="http://schemas.microsoft.com/office/drawing/2014/main" id="{15BDC460-0633-4455-B477-7C89E534BBBD}"/>
              </a:ext>
            </a:extLst>
          </p:cNvPr>
          <p:cNvSpPr>
            <a:spLocks noChangeArrowheads="1"/>
          </p:cNvSpPr>
          <p:nvPr>
            <p:custDataLst>
              <p:tags r:id="rId9"/>
            </p:custDataLst>
          </p:nvPr>
        </p:nvSpPr>
        <p:spPr bwMode="auto">
          <a:xfrm>
            <a:off x="6775661" y="2057400"/>
            <a:ext cx="3048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1" name="Rectangle 10">
            <a:extLst>
              <a:ext uri="{FF2B5EF4-FFF2-40B4-BE49-F238E27FC236}">
                <a16:creationId xmlns:a16="http://schemas.microsoft.com/office/drawing/2014/main" id="{9CEA7D6D-E8F0-45B1-9548-AD76C461A188}"/>
              </a:ext>
            </a:extLst>
          </p:cNvPr>
          <p:cNvSpPr>
            <a:spLocks noChangeArrowheads="1"/>
          </p:cNvSpPr>
          <p:nvPr>
            <p:custDataLst>
              <p:tags r:id="rId10"/>
            </p:custDataLst>
          </p:nvPr>
        </p:nvSpPr>
        <p:spPr bwMode="auto">
          <a:xfrm>
            <a:off x="7080461" y="2057400"/>
            <a:ext cx="304800" cy="609600"/>
          </a:xfrm>
          <a:prstGeom prst="rect">
            <a:avLst/>
          </a:prstGeom>
          <a:solidFill>
            <a:srgbClr val="0563C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2" name="Rectangle 11">
            <a:extLst>
              <a:ext uri="{FF2B5EF4-FFF2-40B4-BE49-F238E27FC236}">
                <a16:creationId xmlns:a16="http://schemas.microsoft.com/office/drawing/2014/main" id="{8CFFE80B-A38A-488D-81F8-3EE54764A7CB}"/>
              </a:ext>
            </a:extLst>
          </p:cNvPr>
          <p:cNvSpPr>
            <a:spLocks noChangeArrowheads="1"/>
          </p:cNvSpPr>
          <p:nvPr>
            <p:custDataLst>
              <p:tags r:id="rId11"/>
            </p:custDataLst>
          </p:nvPr>
        </p:nvSpPr>
        <p:spPr bwMode="auto">
          <a:xfrm>
            <a:off x="7385261" y="2057400"/>
            <a:ext cx="3048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3" name="Rectangle 12">
            <a:extLst>
              <a:ext uri="{FF2B5EF4-FFF2-40B4-BE49-F238E27FC236}">
                <a16:creationId xmlns:a16="http://schemas.microsoft.com/office/drawing/2014/main" id="{F94CDB82-E418-4663-AF6E-185092393A52}"/>
              </a:ext>
            </a:extLst>
          </p:cNvPr>
          <p:cNvSpPr>
            <a:spLocks noChangeArrowheads="1"/>
          </p:cNvSpPr>
          <p:nvPr>
            <p:custDataLst>
              <p:tags r:id="rId12"/>
            </p:custDataLst>
          </p:nvPr>
        </p:nvSpPr>
        <p:spPr bwMode="auto">
          <a:xfrm>
            <a:off x="7690061" y="2057400"/>
            <a:ext cx="304800" cy="609600"/>
          </a:xfrm>
          <a:prstGeom prst="rect">
            <a:avLst/>
          </a:prstGeom>
          <a:noFill/>
          <a:ln w="28575">
            <a:noFill/>
            <a:miter lim="800000"/>
            <a:headEnd/>
            <a:tailEnd/>
          </a:ln>
        </p:spPr>
        <p:txBody>
          <a:bodyPr wrap="none" anchor="ctr">
            <a:prstTxWarp prst="textNoShape">
              <a:avLst/>
            </a:prstTxWarp>
          </a:bodyPr>
          <a:lstStyle/>
          <a:p>
            <a:r>
              <a:rPr lang="en-US" sz="2000">
                <a:latin typeface="+mn-lt"/>
              </a:rPr>
              <a:t>…</a:t>
            </a:r>
            <a:endParaRPr lang="en-US">
              <a:latin typeface="+mn-lt"/>
            </a:endParaRPr>
          </a:p>
        </p:txBody>
      </p:sp>
      <p:sp>
        <p:nvSpPr>
          <p:cNvPr id="14" name="Rectangle 13">
            <a:extLst>
              <a:ext uri="{FF2B5EF4-FFF2-40B4-BE49-F238E27FC236}">
                <a16:creationId xmlns:a16="http://schemas.microsoft.com/office/drawing/2014/main" id="{B7EA1CE1-5B9A-4689-BC0E-A7C8DF0BE373}"/>
              </a:ext>
            </a:extLst>
          </p:cNvPr>
          <p:cNvSpPr>
            <a:spLocks noChangeArrowheads="1"/>
          </p:cNvSpPr>
          <p:nvPr>
            <p:custDataLst>
              <p:tags r:id="rId13"/>
            </p:custDataLst>
          </p:nvPr>
        </p:nvSpPr>
        <p:spPr bwMode="auto">
          <a:xfrm>
            <a:off x="8299661" y="20574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5" name="Rectangle 14">
            <a:extLst>
              <a:ext uri="{FF2B5EF4-FFF2-40B4-BE49-F238E27FC236}">
                <a16:creationId xmlns:a16="http://schemas.microsoft.com/office/drawing/2014/main" id="{6D01136E-353D-40B4-A49D-B40A1CBE66A0}"/>
              </a:ext>
            </a:extLst>
          </p:cNvPr>
          <p:cNvSpPr>
            <a:spLocks noChangeArrowheads="1"/>
          </p:cNvSpPr>
          <p:nvPr>
            <p:custDataLst>
              <p:tags r:id="rId14"/>
            </p:custDataLst>
          </p:nvPr>
        </p:nvSpPr>
        <p:spPr bwMode="auto">
          <a:xfrm>
            <a:off x="6775661" y="3429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6" name="Rectangle 15">
            <a:extLst>
              <a:ext uri="{FF2B5EF4-FFF2-40B4-BE49-F238E27FC236}">
                <a16:creationId xmlns:a16="http://schemas.microsoft.com/office/drawing/2014/main" id="{D0CDE810-53EB-49AB-B236-BB0F878A98FA}"/>
              </a:ext>
            </a:extLst>
          </p:cNvPr>
          <p:cNvSpPr>
            <a:spLocks noChangeArrowheads="1"/>
          </p:cNvSpPr>
          <p:nvPr>
            <p:custDataLst>
              <p:tags r:id="rId15"/>
            </p:custDataLst>
          </p:nvPr>
        </p:nvSpPr>
        <p:spPr bwMode="auto">
          <a:xfrm>
            <a:off x="7080461" y="3429000"/>
            <a:ext cx="304800" cy="6096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7" name="Rectangle 16">
            <a:extLst>
              <a:ext uri="{FF2B5EF4-FFF2-40B4-BE49-F238E27FC236}">
                <a16:creationId xmlns:a16="http://schemas.microsoft.com/office/drawing/2014/main" id="{677A97E1-E19D-4785-8686-F5E252A444EA}"/>
              </a:ext>
            </a:extLst>
          </p:cNvPr>
          <p:cNvSpPr>
            <a:spLocks noChangeArrowheads="1"/>
          </p:cNvSpPr>
          <p:nvPr>
            <p:custDataLst>
              <p:tags r:id="rId16"/>
            </p:custDataLst>
          </p:nvPr>
        </p:nvSpPr>
        <p:spPr bwMode="auto">
          <a:xfrm>
            <a:off x="7690061" y="3429000"/>
            <a:ext cx="3048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8" name="Rectangle 17">
            <a:extLst>
              <a:ext uri="{FF2B5EF4-FFF2-40B4-BE49-F238E27FC236}">
                <a16:creationId xmlns:a16="http://schemas.microsoft.com/office/drawing/2014/main" id="{03AE24DD-B661-4AE4-A1B9-30DE45FBD8AE}"/>
              </a:ext>
            </a:extLst>
          </p:cNvPr>
          <p:cNvSpPr>
            <a:spLocks noChangeArrowheads="1"/>
          </p:cNvSpPr>
          <p:nvPr>
            <p:custDataLst>
              <p:tags r:id="rId17"/>
            </p:custDataLst>
          </p:nvPr>
        </p:nvSpPr>
        <p:spPr bwMode="auto">
          <a:xfrm>
            <a:off x="7994861" y="20574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19" name="Rectangle 18">
            <a:extLst>
              <a:ext uri="{FF2B5EF4-FFF2-40B4-BE49-F238E27FC236}">
                <a16:creationId xmlns:a16="http://schemas.microsoft.com/office/drawing/2014/main" id="{84126597-7116-4BF5-93ED-943F578822B7}"/>
              </a:ext>
            </a:extLst>
          </p:cNvPr>
          <p:cNvSpPr>
            <a:spLocks noChangeArrowheads="1"/>
          </p:cNvSpPr>
          <p:nvPr>
            <p:custDataLst>
              <p:tags r:id="rId18"/>
            </p:custDataLst>
          </p:nvPr>
        </p:nvSpPr>
        <p:spPr bwMode="auto">
          <a:xfrm>
            <a:off x="7385261" y="3429000"/>
            <a:ext cx="304800" cy="609600"/>
          </a:xfrm>
          <a:prstGeom prst="rect">
            <a:avLst/>
          </a:prstGeom>
          <a:noFill/>
          <a:ln w="28575">
            <a:noFill/>
            <a:miter lim="800000"/>
            <a:headEnd/>
            <a:tailEnd/>
          </a:ln>
        </p:spPr>
        <p:txBody>
          <a:bodyPr wrap="none" anchor="ctr">
            <a:prstTxWarp prst="textNoShape">
              <a:avLst/>
            </a:prstTxWarp>
          </a:bodyPr>
          <a:lstStyle/>
          <a:p>
            <a:r>
              <a:rPr lang="en-US" sz="2000">
                <a:latin typeface="+mn-lt"/>
              </a:rPr>
              <a:t>…</a:t>
            </a:r>
            <a:endParaRPr lang="en-US">
              <a:latin typeface="+mn-lt"/>
            </a:endParaRPr>
          </a:p>
        </p:txBody>
      </p:sp>
      <p:sp>
        <p:nvSpPr>
          <p:cNvPr id="20" name="Line 17">
            <a:extLst>
              <a:ext uri="{FF2B5EF4-FFF2-40B4-BE49-F238E27FC236}">
                <a16:creationId xmlns:a16="http://schemas.microsoft.com/office/drawing/2014/main" id="{3A3D09CF-AB16-4103-A58F-86E149C6B10A}"/>
              </a:ext>
            </a:extLst>
          </p:cNvPr>
          <p:cNvSpPr>
            <a:spLocks noChangeShapeType="1"/>
          </p:cNvSpPr>
          <p:nvPr>
            <p:custDataLst>
              <p:tags r:id="rId19"/>
            </p:custDataLst>
          </p:nvPr>
        </p:nvSpPr>
        <p:spPr bwMode="auto">
          <a:xfrm>
            <a:off x="6621674" y="2667000"/>
            <a:ext cx="1587" cy="762000"/>
          </a:xfrm>
          <a:prstGeom prst="line">
            <a:avLst/>
          </a:pr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21" name="Freeform 18">
            <a:extLst>
              <a:ext uri="{FF2B5EF4-FFF2-40B4-BE49-F238E27FC236}">
                <a16:creationId xmlns:a16="http://schemas.microsoft.com/office/drawing/2014/main" id="{35F4F37D-98FA-4F3F-96D3-EFD1925C75BB}"/>
              </a:ext>
            </a:extLst>
          </p:cNvPr>
          <p:cNvSpPr>
            <a:spLocks/>
          </p:cNvSpPr>
          <p:nvPr>
            <p:custDataLst>
              <p:tags r:id="rId20"/>
            </p:custDataLst>
          </p:nvPr>
        </p:nvSpPr>
        <p:spPr bwMode="auto">
          <a:xfrm flipH="1">
            <a:off x="6928061" y="2667000"/>
            <a:ext cx="1524000" cy="762000"/>
          </a:xfrm>
          <a:custGeom>
            <a:avLst/>
            <a:gdLst>
              <a:gd name="T0" fmla="*/ 0 w 384"/>
              <a:gd name="T1" fmla="*/ 0 h 480"/>
              <a:gd name="T2" fmla="*/ 0 w 384"/>
              <a:gd name="T3" fmla="*/ 288 h 480"/>
              <a:gd name="T4" fmla="*/ 384 w 384"/>
              <a:gd name="T5" fmla="*/ 288 h 480"/>
              <a:gd name="T6" fmla="*/ 384 w 384"/>
              <a:gd name="T7" fmla="*/ 480 h 480"/>
              <a:gd name="T8" fmla="*/ 0 60000 65536"/>
              <a:gd name="T9" fmla="*/ 0 60000 65536"/>
              <a:gd name="T10" fmla="*/ 0 60000 65536"/>
              <a:gd name="T11" fmla="*/ 0 60000 65536"/>
              <a:gd name="T12" fmla="*/ 0 w 384"/>
              <a:gd name="T13" fmla="*/ 0 h 480"/>
              <a:gd name="T14" fmla="*/ 384 w 384"/>
              <a:gd name="T15" fmla="*/ 480 h 480"/>
            </a:gdLst>
            <a:ahLst/>
            <a:cxnLst>
              <a:cxn ang="T8">
                <a:pos x="T0" y="T1"/>
              </a:cxn>
              <a:cxn ang="T9">
                <a:pos x="T2" y="T3"/>
              </a:cxn>
              <a:cxn ang="T10">
                <a:pos x="T4" y="T5"/>
              </a:cxn>
              <a:cxn ang="T11">
                <a:pos x="T6" y="T7"/>
              </a:cxn>
            </a:cxnLst>
            <a:rect l="T12" t="T13" r="T14" b="T15"/>
            <a:pathLst>
              <a:path w="384" h="480">
                <a:moveTo>
                  <a:pt x="0" y="0"/>
                </a:moveTo>
                <a:lnTo>
                  <a:pt x="0" y="288"/>
                </a:lnTo>
                <a:lnTo>
                  <a:pt x="384" y="288"/>
                </a:lnTo>
                <a:lnTo>
                  <a:pt x="384" y="480"/>
                </a:lnTo>
              </a:path>
            </a:pathLst>
          </a:cu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22" name="Rectangle 21">
            <a:extLst>
              <a:ext uri="{FF2B5EF4-FFF2-40B4-BE49-F238E27FC236}">
                <a16:creationId xmlns:a16="http://schemas.microsoft.com/office/drawing/2014/main" id="{6F9530B0-3525-4F9B-9784-317B1D5FA0B0}"/>
              </a:ext>
            </a:extLst>
          </p:cNvPr>
          <p:cNvSpPr>
            <a:spLocks noChangeArrowheads="1"/>
          </p:cNvSpPr>
          <p:nvPr>
            <p:custDataLst>
              <p:tags r:id="rId21"/>
            </p:custDataLst>
          </p:nvPr>
        </p:nvSpPr>
        <p:spPr bwMode="auto">
          <a:xfrm>
            <a:off x="6401011" y="56388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3" name="Rectangle 22">
            <a:extLst>
              <a:ext uri="{FF2B5EF4-FFF2-40B4-BE49-F238E27FC236}">
                <a16:creationId xmlns:a16="http://schemas.microsoft.com/office/drawing/2014/main" id="{DA8EE55A-53C4-4C0A-8A61-F9884D5A2972}"/>
              </a:ext>
            </a:extLst>
          </p:cNvPr>
          <p:cNvSpPr>
            <a:spLocks noChangeArrowheads="1"/>
          </p:cNvSpPr>
          <p:nvPr>
            <p:custDataLst>
              <p:tags r:id="rId22"/>
            </p:custDataLst>
          </p:nvPr>
        </p:nvSpPr>
        <p:spPr bwMode="auto">
          <a:xfrm>
            <a:off x="7994861" y="56388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4" name="Rectangle 23">
            <a:extLst>
              <a:ext uri="{FF2B5EF4-FFF2-40B4-BE49-F238E27FC236}">
                <a16:creationId xmlns:a16="http://schemas.microsoft.com/office/drawing/2014/main" id="{3C782AFF-BF84-4081-BD3C-39E1BBA9C592}"/>
              </a:ext>
            </a:extLst>
          </p:cNvPr>
          <p:cNvSpPr>
            <a:spLocks noChangeArrowheads="1"/>
          </p:cNvSpPr>
          <p:nvPr>
            <p:custDataLst>
              <p:tags r:id="rId23"/>
            </p:custDataLst>
          </p:nvPr>
        </p:nvSpPr>
        <p:spPr bwMode="auto">
          <a:xfrm>
            <a:off x="7690061" y="56388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5" name="Line 25">
            <a:extLst>
              <a:ext uri="{FF2B5EF4-FFF2-40B4-BE49-F238E27FC236}">
                <a16:creationId xmlns:a16="http://schemas.microsoft.com/office/drawing/2014/main" id="{C64F83B2-8B97-4CCC-AC6D-A2E11634DF02}"/>
              </a:ext>
            </a:extLst>
          </p:cNvPr>
          <p:cNvSpPr>
            <a:spLocks noChangeShapeType="1"/>
          </p:cNvSpPr>
          <p:nvPr>
            <p:custDataLst>
              <p:tags r:id="rId24"/>
            </p:custDataLst>
          </p:nvPr>
        </p:nvSpPr>
        <p:spPr bwMode="auto">
          <a:xfrm>
            <a:off x="7232861" y="4038600"/>
            <a:ext cx="0" cy="838200"/>
          </a:xfrm>
          <a:prstGeom prst="line">
            <a:avLst/>
          </a:pr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26" name="Line 26">
            <a:extLst>
              <a:ext uri="{FF2B5EF4-FFF2-40B4-BE49-F238E27FC236}">
                <a16:creationId xmlns:a16="http://schemas.microsoft.com/office/drawing/2014/main" id="{0D23C8EC-5547-464B-9326-D0166E1443F7}"/>
              </a:ext>
            </a:extLst>
          </p:cNvPr>
          <p:cNvSpPr>
            <a:spLocks noChangeShapeType="1"/>
          </p:cNvSpPr>
          <p:nvPr>
            <p:custDataLst>
              <p:tags r:id="rId25"/>
            </p:custDataLst>
          </p:nvPr>
        </p:nvSpPr>
        <p:spPr bwMode="auto">
          <a:xfrm>
            <a:off x="7537661" y="4038600"/>
            <a:ext cx="0" cy="838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endParaRPr lang="en-US">
              <a:latin typeface="+mn-lt"/>
            </a:endParaRPr>
          </a:p>
        </p:txBody>
      </p:sp>
      <p:sp>
        <p:nvSpPr>
          <p:cNvPr id="27" name="Text Box 27">
            <a:extLst>
              <a:ext uri="{FF2B5EF4-FFF2-40B4-BE49-F238E27FC236}">
                <a16:creationId xmlns:a16="http://schemas.microsoft.com/office/drawing/2014/main" id="{7C58AB22-4391-44CF-88CA-C23CE7A3159F}"/>
              </a:ext>
            </a:extLst>
          </p:cNvPr>
          <p:cNvSpPr txBox="1">
            <a:spLocks noChangeArrowheads="1"/>
          </p:cNvSpPr>
          <p:nvPr>
            <p:custDataLst>
              <p:tags r:id="rId26"/>
            </p:custDataLst>
          </p:nvPr>
        </p:nvSpPr>
        <p:spPr bwMode="auto">
          <a:xfrm>
            <a:off x="6851861" y="1295400"/>
            <a:ext cx="1071384" cy="400110"/>
          </a:xfrm>
          <a:prstGeom prst="rect">
            <a:avLst/>
          </a:prstGeom>
          <a:noFill/>
          <a:ln w="12700">
            <a:noFill/>
            <a:miter lim="800000"/>
            <a:headEnd/>
            <a:tailEnd/>
          </a:ln>
        </p:spPr>
        <p:txBody>
          <a:bodyPr wrap="none">
            <a:prstTxWarp prst="textNoShape">
              <a:avLst/>
            </a:prstTxWarp>
            <a:spAutoFit/>
          </a:bodyPr>
          <a:lstStyle/>
          <a:p>
            <a:pPr algn="l"/>
            <a:r>
              <a:rPr lang="en-US" sz="2000">
                <a:latin typeface="+mn-lt"/>
              </a:rPr>
              <a:t>Program</a:t>
            </a:r>
          </a:p>
        </p:txBody>
      </p:sp>
      <p:sp>
        <p:nvSpPr>
          <p:cNvPr id="28" name="Text Box 28">
            <a:extLst>
              <a:ext uri="{FF2B5EF4-FFF2-40B4-BE49-F238E27FC236}">
                <a16:creationId xmlns:a16="http://schemas.microsoft.com/office/drawing/2014/main" id="{CE0FFA72-74AF-450F-8D5F-8C7D9179D326}"/>
              </a:ext>
            </a:extLst>
          </p:cNvPr>
          <p:cNvSpPr txBox="1">
            <a:spLocks noChangeArrowheads="1"/>
          </p:cNvSpPr>
          <p:nvPr>
            <p:custDataLst>
              <p:tags r:id="rId27"/>
            </p:custDataLst>
          </p:nvPr>
        </p:nvSpPr>
        <p:spPr bwMode="auto">
          <a:xfrm>
            <a:off x="7537661" y="4074973"/>
            <a:ext cx="1300769" cy="707886"/>
          </a:xfrm>
          <a:prstGeom prst="rect">
            <a:avLst/>
          </a:prstGeom>
          <a:noFill/>
          <a:ln w="12700">
            <a:noFill/>
            <a:miter lim="800000"/>
            <a:headEnd/>
            <a:tailEnd/>
          </a:ln>
        </p:spPr>
        <p:txBody>
          <a:bodyPr wrap="square">
            <a:prstTxWarp prst="textNoShape">
              <a:avLst/>
            </a:prstTxWarp>
            <a:spAutoFit/>
          </a:bodyPr>
          <a:lstStyle/>
          <a:p>
            <a:pPr algn="ctr"/>
            <a:r>
              <a:rPr lang="en-US" sz="2000" dirty="0">
                <a:latin typeface="+mn-lt"/>
              </a:rPr>
              <a:t>Main Memory</a:t>
            </a:r>
          </a:p>
        </p:txBody>
      </p:sp>
      <p:sp>
        <p:nvSpPr>
          <p:cNvPr id="29" name="Line 29">
            <a:extLst>
              <a:ext uri="{FF2B5EF4-FFF2-40B4-BE49-F238E27FC236}">
                <a16:creationId xmlns:a16="http://schemas.microsoft.com/office/drawing/2014/main" id="{95015000-BB13-4790-9A3E-C6556097634E}"/>
              </a:ext>
            </a:extLst>
          </p:cNvPr>
          <p:cNvSpPr>
            <a:spLocks noChangeShapeType="1"/>
          </p:cNvSpPr>
          <p:nvPr>
            <p:custDataLst>
              <p:tags r:id="rId28"/>
            </p:custDataLst>
          </p:nvPr>
        </p:nvSpPr>
        <p:spPr bwMode="auto">
          <a:xfrm>
            <a:off x="7231274" y="2667000"/>
            <a:ext cx="1587" cy="762000"/>
          </a:xfrm>
          <a:prstGeom prst="line">
            <a:avLst/>
          </a:pr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30" name="Rectangle 29">
            <a:extLst>
              <a:ext uri="{FF2B5EF4-FFF2-40B4-BE49-F238E27FC236}">
                <a16:creationId xmlns:a16="http://schemas.microsoft.com/office/drawing/2014/main" id="{FF598434-31C1-41D1-BC46-577934F69C8C}"/>
              </a:ext>
            </a:extLst>
          </p:cNvPr>
          <p:cNvSpPr>
            <a:spLocks noChangeArrowheads="1"/>
          </p:cNvSpPr>
          <p:nvPr>
            <p:custDataLst>
              <p:tags r:id="rId29"/>
            </p:custDataLst>
          </p:nvPr>
        </p:nvSpPr>
        <p:spPr bwMode="auto">
          <a:xfrm>
            <a:off x="6470861" y="34290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1" name="Rectangle 30">
            <a:extLst>
              <a:ext uri="{FF2B5EF4-FFF2-40B4-BE49-F238E27FC236}">
                <a16:creationId xmlns:a16="http://schemas.microsoft.com/office/drawing/2014/main" id="{79571D0F-6AC8-4F34-A413-06917F22AF41}"/>
              </a:ext>
            </a:extLst>
          </p:cNvPr>
          <p:cNvSpPr>
            <a:spLocks noChangeArrowheads="1"/>
          </p:cNvSpPr>
          <p:nvPr>
            <p:custDataLst>
              <p:tags r:id="rId30"/>
            </p:custDataLst>
          </p:nvPr>
        </p:nvSpPr>
        <p:spPr bwMode="auto">
          <a:xfrm>
            <a:off x="7994861" y="34290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2" name="Freeform 32">
            <a:extLst>
              <a:ext uri="{FF2B5EF4-FFF2-40B4-BE49-F238E27FC236}">
                <a16:creationId xmlns:a16="http://schemas.microsoft.com/office/drawing/2014/main" id="{8A07C15B-2788-4458-B844-23E909A0779E}"/>
              </a:ext>
            </a:extLst>
          </p:cNvPr>
          <p:cNvSpPr>
            <a:spLocks/>
          </p:cNvSpPr>
          <p:nvPr>
            <p:custDataLst>
              <p:tags r:id="rId31"/>
            </p:custDataLst>
          </p:nvPr>
        </p:nvSpPr>
        <p:spPr bwMode="auto">
          <a:xfrm>
            <a:off x="6318461" y="2667000"/>
            <a:ext cx="1828800" cy="762000"/>
          </a:xfrm>
          <a:custGeom>
            <a:avLst/>
            <a:gdLst>
              <a:gd name="T0" fmla="*/ 0 w 1152"/>
              <a:gd name="T1" fmla="*/ 0 h 480"/>
              <a:gd name="T2" fmla="*/ 0 w 1152"/>
              <a:gd name="T3" fmla="*/ 144 h 480"/>
              <a:gd name="T4" fmla="*/ 1152 w 1152"/>
              <a:gd name="T5" fmla="*/ 144 h 480"/>
              <a:gd name="T6" fmla="*/ 1152 w 1152"/>
              <a:gd name="T7" fmla="*/ 480 h 480"/>
              <a:gd name="T8" fmla="*/ 0 60000 65536"/>
              <a:gd name="T9" fmla="*/ 0 60000 65536"/>
              <a:gd name="T10" fmla="*/ 0 60000 65536"/>
              <a:gd name="T11" fmla="*/ 0 60000 65536"/>
              <a:gd name="T12" fmla="*/ 0 w 1152"/>
              <a:gd name="T13" fmla="*/ 0 h 480"/>
              <a:gd name="T14" fmla="*/ 1152 w 1152"/>
              <a:gd name="T15" fmla="*/ 480 h 480"/>
            </a:gdLst>
            <a:ahLst/>
            <a:cxnLst>
              <a:cxn ang="T8">
                <a:pos x="T0" y="T1"/>
              </a:cxn>
              <a:cxn ang="T9">
                <a:pos x="T2" y="T3"/>
              </a:cxn>
              <a:cxn ang="T10">
                <a:pos x="T4" y="T5"/>
              </a:cxn>
              <a:cxn ang="T11">
                <a:pos x="T6" y="T7"/>
              </a:cxn>
            </a:cxnLst>
            <a:rect l="T12" t="T13" r="T14" b="T15"/>
            <a:pathLst>
              <a:path w="1152" h="480">
                <a:moveTo>
                  <a:pt x="0" y="0"/>
                </a:moveTo>
                <a:lnTo>
                  <a:pt x="0" y="144"/>
                </a:lnTo>
                <a:lnTo>
                  <a:pt x="1152" y="144"/>
                </a:lnTo>
                <a:lnTo>
                  <a:pt x="1152" y="480"/>
                </a:lnTo>
              </a:path>
            </a:pathLst>
          </a:cu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33" name="Text Box 33">
            <a:extLst>
              <a:ext uri="{FF2B5EF4-FFF2-40B4-BE49-F238E27FC236}">
                <a16:creationId xmlns:a16="http://schemas.microsoft.com/office/drawing/2014/main" id="{034B2CC4-99D0-4429-B2AC-6C18BE886CBB}"/>
              </a:ext>
            </a:extLst>
          </p:cNvPr>
          <p:cNvSpPr txBox="1">
            <a:spLocks noChangeArrowheads="1"/>
          </p:cNvSpPr>
          <p:nvPr>
            <p:custDataLst>
              <p:tags r:id="rId32"/>
            </p:custDataLst>
          </p:nvPr>
        </p:nvSpPr>
        <p:spPr bwMode="auto">
          <a:xfrm>
            <a:off x="5875066" y="1701800"/>
            <a:ext cx="588494" cy="338554"/>
          </a:xfrm>
          <a:prstGeom prst="rect">
            <a:avLst/>
          </a:prstGeom>
          <a:noFill/>
          <a:ln w="12700">
            <a:noFill/>
            <a:miter lim="800000"/>
            <a:headEnd/>
            <a:tailEnd/>
          </a:ln>
        </p:spPr>
        <p:txBody>
          <a:bodyPr wrap="none">
            <a:prstTxWarp prst="textNoShape">
              <a:avLst/>
            </a:prstTxWarp>
            <a:spAutoFit/>
          </a:bodyPr>
          <a:lstStyle/>
          <a:p>
            <a:pPr algn="l"/>
            <a:r>
              <a:rPr lang="en-US" sz="1600" dirty="0">
                <a:latin typeface="+mn-lt"/>
              </a:rPr>
              <a:t>code</a:t>
            </a:r>
          </a:p>
        </p:txBody>
      </p:sp>
      <p:sp>
        <p:nvSpPr>
          <p:cNvPr id="34" name="Text Box 34">
            <a:extLst>
              <a:ext uri="{FF2B5EF4-FFF2-40B4-BE49-F238E27FC236}">
                <a16:creationId xmlns:a16="http://schemas.microsoft.com/office/drawing/2014/main" id="{9D60DD0C-FC74-4C63-9C29-F1C47D49DD8E}"/>
              </a:ext>
            </a:extLst>
          </p:cNvPr>
          <p:cNvSpPr txBox="1">
            <a:spLocks noChangeArrowheads="1"/>
          </p:cNvSpPr>
          <p:nvPr>
            <p:custDataLst>
              <p:tags r:id="rId33"/>
            </p:custDataLst>
          </p:nvPr>
        </p:nvSpPr>
        <p:spPr bwMode="auto">
          <a:xfrm>
            <a:off x="6912419" y="1690688"/>
            <a:ext cx="599844" cy="338554"/>
          </a:xfrm>
          <a:prstGeom prst="rect">
            <a:avLst/>
          </a:prstGeom>
          <a:noFill/>
          <a:ln w="12700">
            <a:noFill/>
            <a:miter lim="800000"/>
            <a:headEnd/>
            <a:tailEnd/>
          </a:ln>
        </p:spPr>
        <p:txBody>
          <a:bodyPr wrap="none">
            <a:prstTxWarp prst="textNoShape">
              <a:avLst/>
            </a:prstTxWarp>
            <a:spAutoFit/>
          </a:bodyPr>
          <a:lstStyle/>
          <a:p>
            <a:pPr algn="l"/>
            <a:r>
              <a:rPr lang="en-US" sz="1600" dirty="0">
                <a:latin typeface="+mn-lt"/>
              </a:rPr>
              <a:t>heap</a:t>
            </a:r>
          </a:p>
        </p:txBody>
      </p:sp>
      <p:sp>
        <p:nvSpPr>
          <p:cNvPr id="35" name="Text Box 35">
            <a:extLst>
              <a:ext uri="{FF2B5EF4-FFF2-40B4-BE49-F238E27FC236}">
                <a16:creationId xmlns:a16="http://schemas.microsoft.com/office/drawing/2014/main" id="{BDCF7119-AC3A-47DB-B111-4058EDBAF6CA}"/>
              </a:ext>
            </a:extLst>
          </p:cNvPr>
          <p:cNvSpPr txBox="1">
            <a:spLocks noChangeArrowheads="1"/>
          </p:cNvSpPr>
          <p:nvPr>
            <p:custDataLst>
              <p:tags r:id="rId34"/>
            </p:custDataLst>
          </p:nvPr>
        </p:nvSpPr>
        <p:spPr bwMode="auto">
          <a:xfrm>
            <a:off x="8245413" y="1690688"/>
            <a:ext cx="606256" cy="338554"/>
          </a:xfrm>
          <a:prstGeom prst="rect">
            <a:avLst/>
          </a:prstGeom>
          <a:noFill/>
          <a:ln w="12700">
            <a:noFill/>
            <a:miter lim="800000"/>
            <a:headEnd/>
            <a:tailEnd/>
          </a:ln>
        </p:spPr>
        <p:txBody>
          <a:bodyPr wrap="none">
            <a:prstTxWarp prst="textNoShape">
              <a:avLst/>
            </a:prstTxWarp>
            <a:spAutoFit/>
          </a:bodyPr>
          <a:lstStyle/>
          <a:p>
            <a:pPr algn="l"/>
            <a:r>
              <a:rPr lang="en-US" sz="1600">
                <a:latin typeface="+mn-lt"/>
              </a:rPr>
              <a:t>stack</a:t>
            </a:r>
          </a:p>
        </p:txBody>
      </p:sp>
      <p:sp>
        <p:nvSpPr>
          <p:cNvPr id="36" name="Rectangle 35">
            <a:extLst>
              <a:ext uri="{FF2B5EF4-FFF2-40B4-BE49-F238E27FC236}">
                <a16:creationId xmlns:a16="http://schemas.microsoft.com/office/drawing/2014/main" id="{FF66E751-4CDA-484F-A90D-1F5B19C0E34D}"/>
              </a:ext>
            </a:extLst>
          </p:cNvPr>
          <p:cNvSpPr>
            <a:spLocks noChangeArrowheads="1"/>
          </p:cNvSpPr>
          <p:nvPr>
            <p:custDataLst>
              <p:tags r:id="rId35"/>
            </p:custDataLst>
          </p:nvPr>
        </p:nvSpPr>
        <p:spPr bwMode="auto">
          <a:xfrm>
            <a:off x="8606508" y="20574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7" name="Rectangle 36">
            <a:extLst>
              <a:ext uri="{FF2B5EF4-FFF2-40B4-BE49-F238E27FC236}">
                <a16:creationId xmlns:a16="http://schemas.microsoft.com/office/drawing/2014/main" id="{6CB3880D-8201-4A49-98C6-35AB58A23FA1}"/>
              </a:ext>
            </a:extLst>
          </p:cNvPr>
          <p:cNvSpPr>
            <a:spLocks noChangeArrowheads="1"/>
          </p:cNvSpPr>
          <p:nvPr>
            <p:custDataLst>
              <p:tags r:id="rId36"/>
            </p:custDataLst>
          </p:nvPr>
        </p:nvSpPr>
        <p:spPr bwMode="auto">
          <a:xfrm>
            <a:off x="5867400" y="2057400"/>
            <a:ext cx="304800" cy="6096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Tree>
    <p:custDataLst>
      <p:tags r:id="rId1"/>
    </p:custDataLst>
    <p:extLst>
      <p:ext uri="{BB962C8B-B14F-4D97-AF65-F5344CB8AC3E}">
        <p14:creationId xmlns:p14="http://schemas.microsoft.com/office/powerpoint/2010/main" val="92729240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Memory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sp>
        <p:nvSpPr>
          <p:cNvPr id="38" name="TextBox 37">
            <a:extLst>
              <a:ext uri="{FF2B5EF4-FFF2-40B4-BE49-F238E27FC236}">
                <a16:creationId xmlns:a16="http://schemas.microsoft.com/office/drawing/2014/main" id="{17D9A1F6-5418-4B3A-B00D-6517CC641E41}"/>
              </a:ext>
            </a:extLst>
          </p:cNvPr>
          <p:cNvSpPr txBox="1"/>
          <p:nvPr>
            <p:custDataLst>
              <p:tags r:id="rId4"/>
            </p:custDataLst>
          </p:nvPr>
        </p:nvSpPr>
        <p:spPr>
          <a:xfrm>
            <a:off x="526929" y="1414730"/>
            <a:ext cx="5950071" cy="5329737"/>
          </a:xfrm>
          <a:prstGeom prst="rect">
            <a:avLst/>
          </a:prstGeom>
          <a:noFill/>
        </p:spPr>
        <p:txBody>
          <a:bodyPr wrap="square" rtlCol="0" anchor="t">
            <a:noAutofit/>
          </a:bodyPr>
          <a:lstStyle/>
          <a:p>
            <a:r>
              <a:rPr lang="en-US" sz="3200" dirty="0">
                <a:latin typeface="+mn-lt"/>
              </a:rPr>
              <a:t>With virtual memory, can think of main memory as a “cache”:</a:t>
            </a:r>
          </a:p>
          <a:p>
            <a:pPr marL="457200" indent="-457200">
              <a:buFont typeface="Arial" panose="020B0604020202020204" pitchFamily="34" charset="0"/>
              <a:buChar char="•"/>
            </a:pPr>
            <a:r>
              <a:rPr lang="en-US" sz="2800" dirty="0">
                <a:latin typeface="+mn-lt"/>
              </a:rPr>
              <a:t>Block size:</a:t>
            </a:r>
          </a:p>
          <a:p>
            <a:pPr marL="914400" lvl="1" indent="-457200">
              <a:buFont typeface="Wingdings" panose="05000000000000000000" pitchFamily="2" charset="2"/>
              <a:buChar char="Ø"/>
            </a:pPr>
            <a:r>
              <a:rPr lang="en-US" sz="2400" dirty="0">
                <a:latin typeface="+mn-lt"/>
              </a:rPr>
              <a:t>Pages, typically 4KB or larger</a:t>
            </a:r>
          </a:p>
          <a:p>
            <a:pPr marL="457200" indent="-457200">
              <a:buFont typeface="Arial" panose="020B0604020202020204" pitchFamily="34" charset="0"/>
              <a:buChar char="•"/>
            </a:pPr>
            <a:r>
              <a:rPr lang="en-US" sz="2800" dirty="0">
                <a:latin typeface="+mn-lt"/>
              </a:rPr>
              <a:t>Associativity:</a:t>
            </a:r>
          </a:p>
          <a:p>
            <a:pPr marL="914400" lvl="1" indent="-457200">
              <a:buFont typeface="Wingdings" panose="05000000000000000000" pitchFamily="2" charset="2"/>
              <a:buChar char="Ø"/>
            </a:pPr>
            <a:r>
              <a:rPr lang="en-US" sz="2400" dirty="0">
                <a:latin typeface="+mn-lt"/>
              </a:rPr>
              <a:t>Fully-associative</a:t>
            </a:r>
          </a:p>
          <a:p>
            <a:pPr marL="457200" indent="-457200">
              <a:buFont typeface="Arial" panose="020B0604020202020204" pitchFamily="34" charset="0"/>
              <a:buChar char="•"/>
            </a:pPr>
            <a:r>
              <a:rPr lang="en-US" sz="2800" dirty="0">
                <a:latin typeface="+mn-lt"/>
              </a:rPr>
              <a:t>Replacement policy:</a:t>
            </a:r>
          </a:p>
          <a:p>
            <a:pPr marL="914400" lvl="1" indent="-457200">
              <a:buFont typeface="Wingdings" panose="05000000000000000000" pitchFamily="2" charset="2"/>
              <a:buChar char="Ø"/>
            </a:pPr>
            <a:r>
              <a:rPr lang="en-US" sz="2400" dirty="0">
                <a:latin typeface="+mn-lt"/>
              </a:rPr>
              <a:t>Managed in software</a:t>
            </a:r>
          </a:p>
          <a:p>
            <a:pPr marL="457200" indent="-457200">
              <a:buFont typeface="Arial" panose="020B0604020202020204" pitchFamily="34" charset="0"/>
              <a:buChar char="•"/>
            </a:pPr>
            <a:r>
              <a:rPr lang="en-US" sz="2800" dirty="0">
                <a:latin typeface="+mn-lt"/>
              </a:rPr>
              <a:t>Write policy:</a:t>
            </a:r>
          </a:p>
          <a:p>
            <a:pPr marL="914400" lvl="1" indent="-457200">
              <a:buFont typeface="Wingdings" panose="05000000000000000000" pitchFamily="2" charset="2"/>
              <a:buChar char="Ø"/>
            </a:pPr>
            <a:r>
              <a:rPr lang="en-US" sz="2400" dirty="0">
                <a:latin typeface="+mn-lt"/>
              </a:rPr>
              <a:t>Write-back</a:t>
            </a:r>
          </a:p>
          <a:p>
            <a:pPr marL="914400" lvl="1" indent="-457200">
              <a:buFont typeface="Wingdings" panose="05000000000000000000" pitchFamily="2" charset="2"/>
              <a:buChar char="Ø"/>
            </a:pPr>
            <a:r>
              <a:rPr lang="en-US" sz="2400" dirty="0">
                <a:latin typeface="+mn-lt"/>
              </a:rPr>
              <a:t>Write-allocate</a:t>
            </a:r>
          </a:p>
        </p:txBody>
      </p:sp>
      <p:sp>
        <p:nvSpPr>
          <p:cNvPr id="39" name="Rectangle 2">
            <a:extLst>
              <a:ext uri="{FF2B5EF4-FFF2-40B4-BE49-F238E27FC236}">
                <a16:creationId xmlns:a16="http://schemas.microsoft.com/office/drawing/2014/main" id="{7ED431E4-83AF-4C73-A289-86CCEE5AD643}"/>
              </a:ext>
            </a:extLst>
          </p:cNvPr>
          <p:cNvSpPr>
            <a:spLocks noChangeArrowheads="1"/>
          </p:cNvSpPr>
          <p:nvPr>
            <p:custDataLst>
              <p:tags r:id="rId5"/>
            </p:custDataLst>
          </p:nvPr>
        </p:nvSpPr>
        <p:spPr bwMode="auto">
          <a:xfrm>
            <a:off x="6781800" y="3091130"/>
            <a:ext cx="1524000" cy="8382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40" name="Rectangle 3">
            <a:extLst>
              <a:ext uri="{FF2B5EF4-FFF2-40B4-BE49-F238E27FC236}">
                <a16:creationId xmlns:a16="http://schemas.microsoft.com/office/drawing/2014/main" id="{F85A9C70-EA27-4E84-8A48-6FB122A2853B}"/>
              </a:ext>
            </a:extLst>
          </p:cNvPr>
          <p:cNvSpPr>
            <a:spLocks noChangeArrowheads="1"/>
          </p:cNvSpPr>
          <p:nvPr>
            <p:custDataLst>
              <p:tags r:id="rId6"/>
            </p:custDataLst>
          </p:nvPr>
        </p:nvSpPr>
        <p:spPr bwMode="auto">
          <a:xfrm>
            <a:off x="6781800" y="1414730"/>
            <a:ext cx="1524000" cy="1676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41" name="Rectangle 6">
            <a:extLst>
              <a:ext uri="{FF2B5EF4-FFF2-40B4-BE49-F238E27FC236}">
                <a16:creationId xmlns:a16="http://schemas.microsoft.com/office/drawing/2014/main" id="{962B9B7D-EED9-4D7B-B615-0B01D7A17D1B}"/>
              </a:ext>
            </a:extLst>
          </p:cNvPr>
          <p:cNvSpPr>
            <a:spLocks noChangeArrowheads="1"/>
          </p:cNvSpPr>
          <p:nvPr>
            <p:custDataLst>
              <p:tags r:id="rId7"/>
            </p:custDataLst>
          </p:nvPr>
        </p:nvSpPr>
        <p:spPr bwMode="auto">
          <a:xfrm>
            <a:off x="69342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42" name="Rectangle 7">
            <a:extLst>
              <a:ext uri="{FF2B5EF4-FFF2-40B4-BE49-F238E27FC236}">
                <a16:creationId xmlns:a16="http://schemas.microsoft.com/office/drawing/2014/main" id="{9BE3977C-BAA4-4D21-8AFF-97720F718DE6}"/>
              </a:ext>
            </a:extLst>
          </p:cNvPr>
          <p:cNvSpPr>
            <a:spLocks noChangeArrowheads="1"/>
          </p:cNvSpPr>
          <p:nvPr>
            <p:custDataLst>
              <p:tags r:id="rId8"/>
            </p:custDataLst>
          </p:nvPr>
        </p:nvSpPr>
        <p:spPr bwMode="auto">
          <a:xfrm>
            <a:off x="75438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43" name="Rectangle 8">
            <a:extLst>
              <a:ext uri="{FF2B5EF4-FFF2-40B4-BE49-F238E27FC236}">
                <a16:creationId xmlns:a16="http://schemas.microsoft.com/office/drawing/2014/main" id="{89978941-A356-4C2B-8D61-FFD7203698F6}"/>
              </a:ext>
            </a:extLst>
          </p:cNvPr>
          <p:cNvSpPr>
            <a:spLocks noChangeArrowheads="1"/>
          </p:cNvSpPr>
          <p:nvPr>
            <p:custDataLst>
              <p:tags r:id="rId9"/>
            </p:custDataLst>
          </p:nvPr>
        </p:nvSpPr>
        <p:spPr bwMode="auto">
          <a:xfrm>
            <a:off x="7010400" y="33197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44" name="Rectangle 9">
            <a:extLst>
              <a:ext uri="{FF2B5EF4-FFF2-40B4-BE49-F238E27FC236}">
                <a16:creationId xmlns:a16="http://schemas.microsoft.com/office/drawing/2014/main" id="{54D3EEE4-0689-4D0B-8588-AC2AA404D2BE}"/>
              </a:ext>
            </a:extLst>
          </p:cNvPr>
          <p:cNvSpPr>
            <a:spLocks noChangeArrowheads="1"/>
          </p:cNvSpPr>
          <p:nvPr>
            <p:custDataLst>
              <p:tags r:id="rId10"/>
            </p:custDataLst>
          </p:nvPr>
        </p:nvSpPr>
        <p:spPr bwMode="auto">
          <a:xfrm>
            <a:off x="6781800" y="43865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45" name="Line 10">
            <a:extLst>
              <a:ext uri="{FF2B5EF4-FFF2-40B4-BE49-F238E27FC236}">
                <a16:creationId xmlns:a16="http://schemas.microsoft.com/office/drawing/2014/main" id="{E601A364-7624-4258-80B9-DD898E6EABF8}"/>
              </a:ext>
            </a:extLst>
          </p:cNvPr>
          <p:cNvSpPr>
            <a:spLocks noChangeShapeType="1"/>
          </p:cNvSpPr>
          <p:nvPr>
            <p:custDataLst>
              <p:tags r:id="rId11"/>
            </p:custDataLst>
          </p:nvPr>
        </p:nvSpPr>
        <p:spPr bwMode="auto">
          <a:xfrm>
            <a:off x="8001000" y="2100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6" name="Line 11">
            <a:extLst>
              <a:ext uri="{FF2B5EF4-FFF2-40B4-BE49-F238E27FC236}">
                <a16:creationId xmlns:a16="http://schemas.microsoft.com/office/drawing/2014/main" id="{2F86ED1F-C2B8-485F-8E79-7719AA7D6235}"/>
              </a:ext>
            </a:extLst>
          </p:cNvPr>
          <p:cNvSpPr>
            <a:spLocks noChangeShapeType="1"/>
          </p:cNvSpPr>
          <p:nvPr>
            <p:custDataLst>
              <p:tags r:id="rId12"/>
            </p:custDataLst>
          </p:nvPr>
        </p:nvSpPr>
        <p:spPr bwMode="auto">
          <a:xfrm>
            <a:off x="7696200" y="2862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7" name="Line 12">
            <a:extLst>
              <a:ext uri="{FF2B5EF4-FFF2-40B4-BE49-F238E27FC236}">
                <a16:creationId xmlns:a16="http://schemas.microsoft.com/office/drawing/2014/main" id="{01E3D04F-430D-40C7-AB42-3D41DBFA26FF}"/>
              </a:ext>
            </a:extLst>
          </p:cNvPr>
          <p:cNvSpPr>
            <a:spLocks noChangeShapeType="1"/>
          </p:cNvSpPr>
          <p:nvPr>
            <p:custDataLst>
              <p:tags r:id="rId13"/>
            </p:custDataLst>
          </p:nvPr>
        </p:nvSpPr>
        <p:spPr bwMode="auto">
          <a:xfrm>
            <a:off x="7696200" y="3776930"/>
            <a:ext cx="0" cy="6096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8" name="Line 13">
            <a:extLst>
              <a:ext uri="{FF2B5EF4-FFF2-40B4-BE49-F238E27FC236}">
                <a16:creationId xmlns:a16="http://schemas.microsoft.com/office/drawing/2014/main" id="{D3727761-C9D4-4181-86BD-2EC8FA795683}"/>
              </a:ext>
            </a:extLst>
          </p:cNvPr>
          <p:cNvSpPr>
            <a:spLocks noChangeShapeType="1"/>
          </p:cNvSpPr>
          <p:nvPr>
            <p:custDataLst>
              <p:tags r:id="rId14"/>
            </p:custDataLst>
          </p:nvPr>
        </p:nvSpPr>
        <p:spPr bwMode="auto">
          <a:xfrm>
            <a:off x="7315200" y="3776930"/>
            <a:ext cx="0" cy="6096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9" name="Line 14">
            <a:extLst>
              <a:ext uri="{FF2B5EF4-FFF2-40B4-BE49-F238E27FC236}">
                <a16:creationId xmlns:a16="http://schemas.microsoft.com/office/drawing/2014/main" id="{C31A817E-39B9-46AA-86A3-43A4DDE848CD}"/>
              </a:ext>
            </a:extLst>
          </p:cNvPr>
          <p:cNvSpPr>
            <a:spLocks noChangeShapeType="1"/>
          </p:cNvSpPr>
          <p:nvPr>
            <p:custDataLst>
              <p:tags r:id="rId15"/>
            </p:custDataLst>
          </p:nvPr>
        </p:nvSpPr>
        <p:spPr bwMode="auto">
          <a:xfrm>
            <a:off x="7391400" y="2862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0" name="Line 15">
            <a:extLst>
              <a:ext uri="{FF2B5EF4-FFF2-40B4-BE49-F238E27FC236}">
                <a16:creationId xmlns:a16="http://schemas.microsoft.com/office/drawing/2014/main" id="{639E2314-8526-4EA5-AF79-FE1A900A84E2}"/>
              </a:ext>
            </a:extLst>
          </p:cNvPr>
          <p:cNvSpPr>
            <a:spLocks noChangeShapeType="1"/>
          </p:cNvSpPr>
          <p:nvPr>
            <p:custDataLst>
              <p:tags r:id="rId16"/>
            </p:custDataLst>
          </p:nvPr>
        </p:nvSpPr>
        <p:spPr bwMode="auto">
          <a:xfrm>
            <a:off x="7696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1" name="Line 16">
            <a:extLst>
              <a:ext uri="{FF2B5EF4-FFF2-40B4-BE49-F238E27FC236}">
                <a16:creationId xmlns:a16="http://schemas.microsoft.com/office/drawing/2014/main" id="{E1053456-0131-40ED-8C0D-AEEE93A6E856}"/>
              </a:ext>
            </a:extLst>
          </p:cNvPr>
          <p:cNvSpPr>
            <a:spLocks noChangeShapeType="1"/>
          </p:cNvSpPr>
          <p:nvPr>
            <p:custDataLst>
              <p:tags r:id="rId17"/>
            </p:custDataLst>
          </p:nvPr>
        </p:nvSpPr>
        <p:spPr bwMode="auto">
          <a:xfrm>
            <a:off x="7315200" y="4996130"/>
            <a:ext cx="0" cy="7620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2" name="Line 17">
            <a:extLst>
              <a:ext uri="{FF2B5EF4-FFF2-40B4-BE49-F238E27FC236}">
                <a16:creationId xmlns:a16="http://schemas.microsoft.com/office/drawing/2014/main" id="{D0873F53-FC5D-4A62-8723-D19974ABEBD0}"/>
              </a:ext>
            </a:extLst>
          </p:cNvPr>
          <p:cNvSpPr>
            <a:spLocks noChangeShapeType="1"/>
          </p:cNvSpPr>
          <p:nvPr>
            <p:custDataLst>
              <p:tags r:id="rId18"/>
            </p:custDataLst>
          </p:nvPr>
        </p:nvSpPr>
        <p:spPr bwMode="auto">
          <a:xfrm>
            <a:off x="7696200" y="4996130"/>
            <a:ext cx="0" cy="7620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53" name="Rectangle 18">
            <a:extLst>
              <a:ext uri="{FF2B5EF4-FFF2-40B4-BE49-F238E27FC236}">
                <a16:creationId xmlns:a16="http://schemas.microsoft.com/office/drawing/2014/main" id="{CC7ACDF4-BBCB-42CF-B350-FADA0CA75FF8}"/>
              </a:ext>
            </a:extLst>
          </p:cNvPr>
          <p:cNvSpPr>
            <a:spLocks noChangeArrowheads="1"/>
          </p:cNvSpPr>
          <p:nvPr>
            <p:custDataLst>
              <p:tags r:id="rId19"/>
            </p:custDataLst>
          </p:nvPr>
        </p:nvSpPr>
        <p:spPr bwMode="auto">
          <a:xfrm>
            <a:off x="69342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54" name="Line 19">
            <a:extLst>
              <a:ext uri="{FF2B5EF4-FFF2-40B4-BE49-F238E27FC236}">
                <a16:creationId xmlns:a16="http://schemas.microsoft.com/office/drawing/2014/main" id="{8B09D29C-11A1-4555-9E52-16E220346698}"/>
              </a:ext>
            </a:extLst>
          </p:cNvPr>
          <p:cNvSpPr>
            <a:spLocks noChangeShapeType="1"/>
          </p:cNvSpPr>
          <p:nvPr>
            <p:custDataLst>
              <p:tags r:id="rId20"/>
            </p:custDataLst>
          </p:nvPr>
        </p:nvSpPr>
        <p:spPr bwMode="auto">
          <a:xfrm>
            <a:off x="7391400" y="2100530"/>
            <a:ext cx="0" cy="4572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55" name="Line 20">
            <a:extLst>
              <a:ext uri="{FF2B5EF4-FFF2-40B4-BE49-F238E27FC236}">
                <a16:creationId xmlns:a16="http://schemas.microsoft.com/office/drawing/2014/main" id="{FC78AD87-6087-4EC6-8C3A-C979F7C8FA32}"/>
              </a:ext>
            </a:extLst>
          </p:cNvPr>
          <p:cNvSpPr>
            <a:spLocks noChangeShapeType="1"/>
          </p:cNvSpPr>
          <p:nvPr>
            <p:custDataLst>
              <p:tags r:id="rId21"/>
            </p:custDataLst>
          </p:nvPr>
        </p:nvSpPr>
        <p:spPr bwMode="auto">
          <a:xfrm>
            <a:off x="70866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6" name="AutoShape 21">
            <a:extLst>
              <a:ext uri="{FF2B5EF4-FFF2-40B4-BE49-F238E27FC236}">
                <a16:creationId xmlns:a16="http://schemas.microsoft.com/office/drawing/2014/main" id="{15991001-A813-4106-95F6-A800AA1380A4}"/>
              </a:ext>
            </a:extLst>
          </p:cNvPr>
          <p:cNvSpPr>
            <a:spLocks noChangeArrowheads="1"/>
          </p:cNvSpPr>
          <p:nvPr>
            <p:custDataLst>
              <p:tags r:id="rId22"/>
            </p:custDataLst>
          </p:nvPr>
        </p:nvSpPr>
        <p:spPr bwMode="auto">
          <a:xfrm>
            <a:off x="6553200" y="5758130"/>
            <a:ext cx="1981200" cy="762000"/>
          </a:xfrm>
          <a:prstGeom prst="flowChartMagneticDisk">
            <a:avLst/>
          </a:prstGeom>
          <a:solidFill>
            <a:schemeClr val="bg1"/>
          </a:solidFill>
          <a:ln w="28575">
            <a:solidFill>
              <a:srgbClr val="000000"/>
            </a:solidFill>
            <a:round/>
            <a:headEnd/>
            <a:tailEnd/>
          </a:ln>
        </p:spPr>
        <p:txBody>
          <a:bodyPr wrap="none" anchor="ctr">
            <a:prstTxWarp prst="textNoShape">
              <a:avLst/>
            </a:prstTxWarp>
          </a:bodyPr>
          <a:lstStyle/>
          <a:p>
            <a:pPr algn="ctr"/>
            <a:r>
              <a:rPr lang="en-US" sz="2000">
                <a:solidFill>
                  <a:srgbClr val="000000"/>
                </a:solidFill>
                <a:latin typeface="+mn-lt"/>
              </a:rPr>
              <a:t>Disk</a:t>
            </a:r>
            <a:endParaRPr lang="en-US">
              <a:latin typeface="+mn-lt"/>
            </a:endParaRPr>
          </a:p>
        </p:txBody>
      </p:sp>
    </p:spTree>
    <p:custDataLst>
      <p:tags r:id="rId1"/>
    </p:custDataLst>
    <p:extLst>
      <p:ext uri="{BB962C8B-B14F-4D97-AF65-F5344CB8AC3E}">
        <p14:creationId xmlns:p14="http://schemas.microsoft.com/office/powerpoint/2010/main" val="9622696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Memory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7</a:t>
            </a:fld>
            <a:endParaRPr lang="en-US" altLang="en-US" sz="1400">
              <a:latin typeface="Times New Roman" panose="02020603050405020304" pitchFamily="18" charset="0"/>
            </a:endParaRPr>
          </a:p>
        </p:txBody>
      </p:sp>
      <p:sp>
        <p:nvSpPr>
          <p:cNvPr id="23" name="TextBox 22">
            <a:extLst>
              <a:ext uri="{FF2B5EF4-FFF2-40B4-BE49-F238E27FC236}">
                <a16:creationId xmlns:a16="http://schemas.microsoft.com/office/drawing/2014/main" id="{21979D75-7A7C-4410-A2B8-A27808A338AC}"/>
              </a:ext>
            </a:extLst>
          </p:cNvPr>
          <p:cNvSpPr txBox="1"/>
          <p:nvPr>
            <p:custDataLst>
              <p:tags r:id="rId4"/>
            </p:custDataLst>
          </p:nvPr>
        </p:nvSpPr>
        <p:spPr>
          <a:xfrm>
            <a:off x="526929" y="1414730"/>
            <a:ext cx="8540871" cy="5329737"/>
          </a:xfrm>
          <a:prstGeom prst="rect">
            <a:avLst/>
          </a:prstGeom>
          <a:noFill/>
        </p:spPr>
        <p:txBody>
          <a:bodyPr wrap="square" rtlCol="0" anchor="t">
            <a:noAutofit/>
          </a:bodyPr>
          <a:lstStyle/>
          <a:p>
            <a:r>
              <a:rPr lang="en-US" sz="3200" dirty="0">
                <a:latin typeface="+mn-lt"/>
              </a:rPr>
              <a:t>Automatic, transparent memory management:</a:t>
            </a:r>
          </a:p>
          <a:p>
            <a:pPr marL="514350" indent="-514350">
              <a:buFont typeface="+mj-lt"/>
              <a:buAutoNum type="arabicPeriod"/>
            </a:pPr>
            <a:r>
              <a:rPr lang="en-US" sz="2800" b="1" dirty="0">
                <a:latin typeface="+mn-lt"/>
              </a:rPr>
              <a:t>Program isolation:</a:t>
            </a:r>
          </a:p>
          <a:p>
            <a:pPr marL="914400" lvl="1" indent="-457200">
              <a:buFont typeface="Wingdings" panose="05000000000000000000" pitchFamily="2" charset="2"/>
              <a:buChar char="Ø"/>
            </a:pPr>
            <a:r>
              <a:rPr lang="en-US" sz="2400" dirty="0">
                <a:latin typeface="+mn-lt"/>
              </a:rPr>
              <a:t>Each process thinks it has 2</a:t>
            </a:r>
            <a:r>
              <a:rPr lang="en-US" sz="2400" baseline="30000" dirty="0">
                <a:latin typeface="+mn-lt"/>
              </a:rPr>
              <a:t>N</a:t>
            </a:r>
            <a:r>
              <a:rPr lang="en-US" sz="2400" dirty="0">
                <a:latin typeface="+mn-lt"/>
              </a:rPr>
              <a:t> bytes of address space</a:t>
            </a:r>
          </a:p>
          <a:p>
            <a:pPr marL="914400" lvl="1" indent="-457200">
              <a:buFont typeface="Wingdings" panose="05000000000000000000" pitchFamily="2" charset="2"/>
              <a:buChar char="Ø"/>
            </a:pPr>
            <a:r>
              <a:rPr lang="en-US" sz="2400" dirty="0">
                <a:latin typeface="+mn-lt"/>
              </a:rPr>
              <a:t>Each process thinks its stack starts at address 0xFFFFFFFF</a:t>
            </a:r>
          </a:p>
          <a:p>
            <a:pPr marL="514350" indent="-514350">
              <a:buFont typeface="+mj-lt"/>
              <a:buAutoNum type="arabicPeriod"/>
            </a:pPr>
            <a:r>
              <a:rPr lang="en-US" sz="2800" b="1" dirty="0">
                <a:latin typeface="+mn-lt"/>
              </a:rPr>
              <a:t>Multiprogramming:</a:t>
            </a:r>
          </a:p>
          <a:p>
            <a:pPr marL="914400" lvl="1" indent="-457200">
              <a:buFont typeface="Wingdings" panose="05000000000000000000" pitchFamily="2" charset="2"/>
              <a:buChar char="Ø"/>
            </a:pPr>
            <a:r>
              <a:rPr lang="en-US" sz="2400" dirty="0">
                <a:latin typeface="+mn-lt"/>
              </a:rPr>
              <a:t>OS maps VPs from different processes to different PPs</a:t>
            </a:r>
          </a:p>
          <a:p>
            <a:pPr marL="914400" lvl="1" indent="-457200">
              <a:buFont typeface="Wingdings" panose="05000000000000000000" pitchFamily="2" charset="2"/>
              <a:buChar char="Ø"/>
            </a:pPr>
            <a:r>
              <a:rPr lang="en-US" sz="2400" dirty="0">
                <a:latin typeface="+mn-lt"/>
              </a:rPr>
              <a:t>Prevents processes from reading/writing each other’s pages</a:t>
            </a:r>
          </a:p>
        </p:txBody>
      </p:sp>
      <p:sp>
        <p:nvSpPr>
          <p:cNvPr id="24" name="Rectangle 4">
            <a:extLst>
              <a:ext uri="{FF2B5EF4-FFF2-40B4-BE49-F238E27FC236}">
                <a16:creationId xmlns:a16="http://schemas.microsoft.com/office/drawing/2014/main" id="{89B32993-5A74-452D-B37F-45D0F43268AA}"/>
              </a:ext>
            </a:extLst>
          </p:cNvPr>
          <p:cNvSpPr>
            <a:spLocks noChangeArrowheads="1"/>
          </p:cNvSpPr>
          <p:nvPr>
            <p:custDataLst>
              <p:tags r:id="rId5"/>
            </p:custDataLst>
          </p:nvPr>
        </p:nvSpPr>
        <p:spPr bwMode="auto">
          <a:xfrm>
            <a:off x="3602549" y="5867400"/>
            <a:ext cx="1981200" cy="7620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5" name="Rectangle 5">
            <a:extLst>
              <a:ext uri="{FF2B5EF4-FFF2-40B4-BE49-F238E27FC236}">
                <a16:creationId xmlns:a16="http://schemas.microsoft.com/office/drawing/2014/main" id="{8E899315-A970-4CED-BE51-CE6F3F1965B2}"/>
              </a:ext>
            </a:extLst>
          </p:cNvPr>
          <p:cNvSpPr>
            <a:spLocks noChangeArrowheads="1"/>
          </p:cNvSpPr>
          <p:nvPr>
            <p:custDataLst>
              <p:tags r:id="rId6"/>
            </p:custDataLst>
          </p:nvPr>
        </p:nvSpPr>
        <p:spPr bwMode="auto">
          <a:xfrm>
            <a:off x="1849949" y="4572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6" name="Rectangle 6">
            <a:extLst>
              <a:ext uri="{FF2B5EF4-FFF2-40B4-BE49-F238E27FC236}">
                <a16:creationId xmlns:a16="http://schemas.microsoft.com/office/drawing/2014/main" id="{BA708D8B-CFFD-4DBD-9A02-5E78EDDF4324}"/>
              </a:ext>
            </a:extLst>
          </p:cNvPr>
          <p:cNvSpPr>
            <a:spLocks noChangeArrowheads="1"/>
          </p:cNvSpPr>
          <p:nvPr>
            <p:custDataLst>
              <p:tags r:id="rId7"/>
            </p:custDataLst>
          </p:nvPr>
        </p:nvSpPr>
        <p:spPr bwMode="auto">
          <a:xfrm>
            <a:off x="2154749" y="4572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7" name="Rectangle 7">
            <a:extLst>
              <a:ext uri="{FF2B5EF4-FFF2-40B4-BE49-F238E27FC236}">
                <a16:creationId xmlns:a16="http://schemas.microsoft.com/office/drawing/2014/main" id="{EEB7353D-4DD8-4F00-9AF8-96952652A5CF}"/>
              </a:ext>
            </a:extLst>
          </p:cNvPr>
          <p:cNvSpPr>
            <a:spLocks noChangeArrowheads="1"/>
          </p:cNvSpPr>
          <p:nvPr>
            <p:custDataLst>
              <p:tags r:id="rId8"/>
            </p:custDataLst>
          </p:nvPr>
        </p:nvSpPr>
        <p:spPr bwMode="auto">
          <a:xfrm>
            <a:off x="2459549" y="4572000"/>
            <a:ext cx="304800" cy="609600"/>
          </a:xfrm>
          <a:prstGeom prst="rect">
            <a:avLst/>
          </a:prstGeom>
          <a:no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8" name="Rectangle 8">
            <a:extLst>
              <a:ext uri="{FF2B5EF4-FFF2-40B4-BE49-F238E27FC236}">
                <a16:creationId xmlns:a16="http://schemas.microsoft.com/office/drawing/2014/main" id="{7598BF89-065B-4333-9EED-FAF007D99DB9}"/>
              </a:ext>
            </a:extLst>
          </p:cNvPr>
          <p:cNvSpPr>
            <a:spLocks noChangeArrowheads="1"/>
          </p:cNvSpPr>
          <p:nvPr>
            <p:custDataLst>
              <p:tags r:id="rId9"/>
            </p:custDataLst>
          </p:nvPr>
        </p:nvSpPr>
        <p:spPr bwMode="auto">
          <a:xfrm>
            <a:off x="2764349" y="4572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29" name="Rectangle 9">
            <a:extLst>
              <a:ext uri="{FF2B5EF4-FFF2-40B4-BE49-F238E27FC236}">
                <a16:creationId xmlns:a16="http://schemas.microsoft.com/office/drawing/2014/main" id="{0976EB1A-606C-4EC5-9644-F1D38B59F301}"/>
              </a:ext>
            </a:extLst>
          </p:cNvPr>
          <p:cNvSpPr>
            <a:spLocks noChangeArrowheads="1"/>
          </p:cNvSpPr>
          <p:nvPr>
            <p:custDataLst>
              <p:tags r:id="rId10"/>
            </p:custDataLst>
          </p:nvPr>
        </p:nvSpPr>
        <p:spPr bwMode="auto">
          <a:xfrm>
            <a:off x="3069149" y="4572000"/>
            <a:ext cx="304800" cy="609600"/>
          </a:xfrm>
          <a:prstGeom prst="rect">
            <a:avLst/>
          </a:prstGeom>
          <a:no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0" name="Rectangle 10">
            <a:extLst>
              <a:ext uri="{FF2B5EF4-FFF2-40B4-BE49-F238E27FC236}">
                <a16:creationId xmlns:a16="http://schemas.microsoft.com/office/drawing/2014/main" id="{5F653CA3-B19E-4E4D-A19F-304ADC1351B9}"/>
              </a:ext>
            </a:extLst>
          </p:cNvPr>
          <p:cNvSpPr>
            <a:spLocks noChangeArrowheads="1"/>
          </p:cNvSpPr>
          <p:nvPr>
            <p:custDataLst>
              <p:tags r:id="rId11"/>
            </p:custDataLst>
          </p:nvPr>
        </p:nvSpPr>
        <p:spPr bwMode="auto">
          <a:xfrm>
            <a:off x="3373949" y="4572000"/>
            <a:ext cx="304800" cy="609600"/>
          </a:xfrm>
          <a:prstGeom prst="rect">
            <a:avLst/>
          </a:prstGeom>
          <a:noFill/>
          <a:ln w="28575">
            <a:noFill/>
            <a:miter lim="800000"/>
            <a:headEnd/>
            <a:tailEnd/>
          </a:ln>
        </p:spPr>
        <p:txBody>
          <a:bodyPr wrap="none" anchor="ctr">
            <a:prstTxWarp prst="textNoShape">
              <a:avLst/>
            </a:prstTxWarp>
          </a:bodyPr>
          <a:lstStyle/>
          <a:p>
            <a:r>
              <a:rPr lang="en-US" sz="2000">
                <a:solidFill>
                  <a:srgbClr val="000000"/>
                </a:solidFill>
                <a:latin typeface="+mn-lt"/>
              </a:rPr>
              <a:t>…</a:t>
            </a:r>
            <a:endParaRPr lang="en-US">
              <a:latin typeface="+mn-lt"/>
            </a:endParaRPr>
          </a:p>
        </p:txBody>
      </p:sp>
      <p:sp>
        <p:nvSpPr>
          <p:cNvPr id="31" name="Rectangle 11">
            <a:extLst>
              <a:ext uri="{FF2B5EF4-FFF2-40B4-BE49-F238E27FC236}">
                <a16:creationId xmlns:a16="http://schemas.microsoft.com/office/drawing/2014/main" id="{83CC0E1E-7CE6-4B66-9DC0-29D77ED67AF4}"/>
              </a:ext>
            </a:extLst>
          </p:cNvPr>
          <p:cNvSpPr>
            <a:spLocks noChangeArrowheads="1"/>
          </p:cNvSpPr>
          <p:nvPr>
            <p:custDataLst>
              <p:tags r:id="rId12"/>
            </p:custDataLst>
          </p:nvPr>
        </p:nvSpPr>
        <p:spPr bwMode="auto">
          <a:xfrm>
            <a:off x="3983549" y="4572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2" name="Rectangle 12">
            <a:extLst>
              <a:ext uri="{FF2B5EF4-FFF2-40B4-BE49-F238E27FC236}">
                <a16:creationId xmlns:a16="http://schemas.microsoft.com/office/drawing/2014/main" id="{0AFA2E50-C9F5-436E-A038-FA44450A4EAE}"/>
              </a:ext>
            </a:extLst>
          </p:cNvPr>
          <p:cNvSpPr>
            <a:spLocks noChangeArrowheads="1"/>
          </p:cNvSpPr>
          <p:nvPr>
            <p:custDataLst>
              <p:tags r:id="rId13"/>
            </p:custDataLst>
          </p:nvPr>
        </p:nvSpPr>
        <p:spPr bwMode="auto">
          <a:xfrm>
            <a:off x="3983549" y="59436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3" name="Rectangle 13">
            <a:extLst>
              <a:ext uri="{FF2B5EF4-FFF2-40B4-BE49-F238E27FC236}">
                <a16:creationId xmlns:a16="http://schemas.microsoft.com/office/drawing/2014/main" id="{B4D841ED-C405-435E-80F8-64D7DFB90BEB}"/>
              </a:ext>
            </a:extLst>
          </p:cNvPr>
          <p:cNvSpPr>
            <a:spLocks noChangeArrowheads="1"/>
          </p:cNvSpPr>
          <p:nvPr>
            <p:custDataLst>
              <p:tags r:id="rId14"/>
            </p:custDataLst>
          </p:nvPr>
        </p:nvSpPr>
        <p:spPr bwMode="auto">
          <a:xfrm>
            <a:off x="4288349" y="59436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4" name="Rectangle 14">
            <a:extLst>
              <a:ext uri="{FF2B5EF4-FFF2-40B4-BE49-F238E27FC236}">
                <a16:creationId xmlns:a16="http://schemas.microsoft.com/office/drawing/2014/main" id="{B199B89B-AD40-4B7B-A33D-DFD98A1A71EB}"/>
              </a:ext>
            </a:extLst>
          </p:cNvPr>
          <p:cNvSpPr>
            <a:spLocks noChangeArrowheads="1"/>
          </p:cNvSpPr>
          <p:nvPr>
            <p:custDataLst>
              <p:tags r:id="rId15"/>
            </p:custDataLst>
          </p:nvPr>
        </p:nvSpPr>
        <p:spPr bwMode="auto">
          <a:xfrm>
            <a:off x="4897949" y="59436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5" name="Rectangle 15">
            <a:extLst>
              <a:ext uri="{FF2B5EF4-FFF2-40B4-BE49-F238E27FC236}">
                <a16:creationId xmlns:a16="http://schemas.microsoft.com/office/drawing/2014/main" id="{A25D1DF5-0A41-4F43-A225-907AB27DBE94}"/>
              </a:ext>
            </a:extLst>
          </p:cNvPr>
          <p:cNvSpPr>
            <a:spLocks noChangeArrowheads="1"/>
          </p:cNvSpPr>
          <p:nvPr>
            <p:custDataLst>
              <p:tags r:id="rId16"/>
            </p:custDataLst>
          </p:nvPr>
        </p:nvSpPr>
        <p:spPr bwMode="auto">
          <a:xfrm>
            <a:off x="3678749" y="45720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36" name="Rectangle 16">
            <a:extLst>
              <a:ext uri="{FF2B5EF4-FFF2-40B4-BE49-F238E27FC236}">
                <a16:creationId xmlns:a16="http://schemas.microsoft.com/office/drawing/2014/main" id="{140E17CB-F7D6-4DAE-9C49-60A13E6D60A5}"/>
              </a:ext>
            </a:extLst>
          </p:cNvPr>
          <p:cNvSpPr>
            <a:spLocks noChangeArrowheads="1"/>
          </p:cNvSpPr>
          <p:nvPr>
            <p:custDataLst>
              <p:tags r:id="rId17"/>
            </p:custDataLst>
          </p:nvPr>
        </p:nvSpPr>
        <p:spPr bwMode="auto">
          <a:xfrm>
            <a:off x="4593149" y="5943600"/>
            <a:ext cx="304800" cy="609600"/>
          </a:xfrm>
          <a:prstGeom prst="rect">
            <a:avLst/>
          </a:prstGeom>
          <a:noFill/>
          <a:ln w="28575">
            <a:noFill/>
            <a:miter lim="800000"/>
            <a:headEnd/>
            <a:tailEnd/>
          </a:ln>
        </p:spPr>
        <p:txBody>
          <a:bodyPr wrap="none" anchor="ctr">
            <a:prstTxWarp prst="textNoShape">
              <a:avLst/>
            </a:prstTxWarp>
          </a:bodyPr>
          <a:lstStyle/>
          <a:p>
            <a:r>
              <a:rPr lang="en-US" sz="2000">
                <a:solidFill>
                  <a:srgbClr val="000000"/>
                </a:solidFill>
                <a:latin typeface="+mn-lt"/>
              </a:rPr>
              <a:t>…</a:t>
            </a:r>
            <a:endParaRPr lang="en-US">
              <a:latin typeface="+mn-lt"/>
            </a:endParaRPr>
          </a:p>
        </p:txBody>
      </p:sp>
      <p:sp>
        <p:nvSpPr>
          <p:cNvPr id="37" name="Freeform 18">
            <a:extLst>
              <a:ext uri="{FF2B5EF4-FFF2-40B4-BE49-F238E27FC236}">
                <a16:creationId xmlns:a16="http://schemas.microsoft.com/office/drawing/2014/main" id="{95D4E5F8-A6C8-4F19-AEA9-67378E78022E}"/>
              </a:ext>
            </a:extLst>
          </p:cNvPr>
          <p:cNvSpPr>
            <a:spLocks/>
          </p:cNvSpPr>
          <p:nvPr>
            <p:custDataLst>
              <p:tags r:id="rId18"/>
            </p:custDataLst>
          </p:nvPr>
        </p:nvSpPr>
        <p:spPr bwMode="auto">
          <a:xfrm flipH="1">
            <a:off x="5050349" y="5181600"/>
            <a:ext cx="2133600" cy="762000"/>
          </a:xfrm>
          <a:custGeom>
            <a:avLst/>
            <a:gdLst>
              <a:gd name="T0" fmla="*/ 0 w 384"/>
              <a:gd name="T1" fmla="*/ 0 h 480"/>
              <a:gd name="T2" fmla="*/ 0 w 384"/>
              <a:gd name="T3" fmla="*/ 288 h 480"/>
              <a:gd name="T4" fmla="*/ 384 w 384"/>
              <a:gd name="T5" fmla="*/ 288 h 480"/>
              <a:gd name="T6" fmla="*/ 384 w 384"/>
              <a:gd name="T7" fmla="*/ 480 h 480"/>
              <a:gd name="T8" fmla="*/ 0 60000 65536"/>
              <a:gd name="T9" fmla="*/ 0 60000 65536"/>
              <a:gd name="T10" fmla="*/ 0 60000 65536"/>
              <a:gd name="T11" fmla="*/ 0 60000 65536"/>
              <a:gd name="T12" fmla="*/ 0 w 384"/>
              <a:gd name="T13" fmla="*/ 0 h 480"/>
              <a:gd name="T14" fmla="*/ 384 w 384"/>
              <a:gd name="T15" fmla="*/ 480 h 480"/>
            </a:gdLst>
            <a:ahLst/>
            <a:cxnLst>
              <a:cxn ang="T8">
                <a:pos x="T0" y="T1"/>
              </a:cxn>
              <a:cxn ang="T9">
                <a:pos x="T2" y="T3"/>
              </a:cxn>
              <a:cxn ang="T10">
                <a:pos x="T4" y="T5"/>
              </a:cxn>
              <a:cxn ang="T11">
                <a:pos x="T6" y="T7"/>
              </a:cxn>
            </a:cxnLst>
            <a:rect l="T12" t="T13" r="T14" b="T15"/>
            <a:pathLst>
              <a:path w="384" h="480">
                <a:moveTo>
                  <a:pt x="0" y="0"/>
                </a:moveTo>
                <a:lnTo>
                  <a:pt x="0" y="288"/>
                </a:lnTo>
                <a:lnTo>
                  <a:pt x="384" y="288"/>
                </a:lnTo>
                <a:lnTo>
                  <a:pt x="384" y="480"/>
                </a:lnTo>
              </a:path>
            </a:pathLst>
          </a:cu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57" name="Text Box 19">
            <a:extLst>
              <a:ext uri="{FF2B5EF4-FFF2-40B4-BE49-F238E27FC236}">
                <a16:creationId xmlns:a16="http://schemas.microsoft.com/office/drawing/2014/main" id="{90D848E4-A8F5-48F4-B9D7-4045B9B5A181}"/>
              </a:ext>
            </a:extLst>
          </p:cNvPr>
          <p:cNvSpPr txBox="1">
            <a:spLocks noChangeArrowheads="1"/>
          </p:cNvSpPr>
          <p:nvPr>
            <p:custDataLst>
              <p:tags r:id="rId19"/>
            </p:custDataLst>
          </p:nvPr>
        </p:nvSpPr>
        <p:spPr bwMode="auto">
          <a:xfrm>
            <a:off x="554549" y="4632325"/>
            <a:ext cx="1201226" cy="707886"/>
          </a:xfrm>
          <a:prstGeom prst="rect">
            <a:avLst/>
          </a:prstGeom>
          <a:noFill/>
          <a:ln w="12700">
            <a:noFill/>
            <a:miter lim="800000"/>
            <a:headEnd/>
            <a:tailEnd/>
          </a:ln>
        </p:spPr>
        <p:txBody>
          <a:bodyPr wrap="square">
            <a:prstTxWarp prst="textNoShape">
              <a:avLst/>
            </a:prstTxWarp>
            <a:spAutoFit/>
          </a:bodyPr>
          <a:lstStyle/>
          <a:p>
            <a:pPr algn="l"/>
            <a:r>
              <a:rPr lang="en-US" sz="2000">
                <a:latin typeface="+mn-lt"/>
              </a:rPr>
              <a:t>Program1</a:t>
            </a:r>
          </a:p>
        </p:txBody>
      </p:sp>
      <p:sp>
        <p:nvSpPr>
          <p:cNvPr id="58" name="Rectangle 21">
            <a:extLst>
              <a:ext uri="{FF2B5EF4-FFF2-40B4-BE49-F238E27FC236}">
                <a16:creationId xmlns:a16="http://schemas.microsoft.com/office/drawing/2014/main" id="{85B3E0F5-B469-47EF-BB4B-007F6FEB24C4}"/>
              </a:ext>
            </a:extLst>
          </p:cNvPr>
          <p:cNvSpPr>
            <a:spLocks noChangeArrowheads="1"/>
          </p:cNvSpPr>
          <p:nvPr>
            <p:custDataLst>
              <p:tags r:id="rId20"/>
            </p:custDataLst>
          </p:nvPr>
        </p:nvSpPr>
        <p:spPr bwMode="auto">
          <a:xfrm>
            <a:off x="3678749" y="5943600"/>
            <a:ext cx="3048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59" name="Rectangle 22">
            <a:extLst>
              <a:ext uri="{FF2B5EF4-FFF2-40B4-BE49-F238E27FC236}">
                <a16:creationId xmlns:a16="http://schemas.microsoft.com/office/drawing/2014/main" id="{B8A9C975-E904-4057-BD63-C654F081BA01}"/>
              </a:ext>
            </a:extLst>
          </p:cNvPr>
          <p:cNvSpPr>
            <a:spLocks noChangeArrowheads="1"/>
          </p:cNvSpPr>
          <p:nvPr>
            <p:custDataLst>
              <p:tags r:id="rId21"/>
            </p:custDataLst>
          </p:nvPr>
        </p:nvSpPr>
        <p:spPr bwMode="auto">
          <a:xfrm>
            <a:off x="5202749" y="59436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0" name="Freeform 23">
            <a:extLst>
              <a:ext uri="{FF2B5EF4-FFF2-40B4-BE49-F238E27FC236}">
                <a16:creationId xmlns:a16="http://schemas.microsoft.com/office/drawing/2014/main" id="{909E8247-8B14-4E00-A693-A00AC57714A0}"/>
              </a:ext>
            </a:extLst>
          </p:cNvPr>
          <p:cNvSpPr>
            <a:spLocks/>
          </p:cNvSpPr>
          <p:nvPr>
            <p:custDataLst>
              <p:tags r:id="rId22"/>
            </p:custDataLst>
          </p:nvPr>
        </p:nvSpPr>
        <p:spPr bwMode="auto">
          <a:xfrm>
            <a:off x="2002349" y="5181600"/>
            <a:ext cx="2438400" cy="762000"/>
          </a:xfrm>
          <a:custGeom>
            <a:avLst/>
            <a:gdLst>
              <a:gd name="T0" fmla="*/ 0 w 1152"/>
              <a:gd name="T1" fmla="*/ 0 h 480"/>
              <a:gd name="T2" fmla="*/ 0 w 1152"/>
              <a:gd name="T3" fmla="*/ 144 h 480"/>
              <a:gd name="T4" fmla="*/ 1152 w 1152"/>
              <a:gd name="T5" fmla="*/ 144 h 480"/>
              <a:gd name="T6" fmla="*/ 1152 w 1152"/>
              <a:gd name="T7" fmla="*/ 480 h 480"/>
              <a:gd name="T8" fmla="*/ 0 60000 65536"/>
              <a:gd name="T9" fmla="*/ 0 60000 65536"/>
              <a:gd name="T10" fmla="*/ 0 60000 65536"/>
              <a:gd name="T11" fmla="*/ 0 60000 65536"/>
              <a:gd name="T12" fmla="*/ 0 w 1152"/>
              <a:gd name="T13" fmla="*/ 0 h 480"/>
              <a:gd name="T14" fmla="*/ 1152 w 1152"/>
              <a:gd name="T15" fmla="*/ 480 h 480"/>
            </a:gdLst>
            <a:ahLst/>
            <a:cxnLst>
              <a:cxn ang="T8">
                <a:pos x="T0" y="T1"/>
              </a:cxn>
              <a:cxn ang="T9">
                <a:pos x="T2" y="T3"/>
              </a:cxn>
              <a:cxn ang="T10">
                <a:pos x="T4" y="T5"/>
              </a:cxn>
              <a:cxn ang="T11">
                <a:pos x="T6" y="T7"/>
              </a:cxn>
            </a:cxnLst>
            <a:rect l="T12" t="T13" r="T14" b="T15"/>
            <a:pathLst>
              <a:path w="1152" h="480">
                <a:moveTo>
                  <a:pt x="0" y="0"/>
                </a:moveTo>
                <a:lnTo>
                  <a:pt x="0" y="144"/>
                </a:lnTo>
                <a:lnTo>
                  <a:pt x="1152" y="144"/>
                </a:lnTo>
                <a:lnTo>
                  <a:pt x="1152" y="480"/>
                </a:lnTo>
              </a:path>
            </a:pathLst>
          </a:cu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61" name="Rectangle 24">
            <a:extLst>
              <a:ext uri="{FF2B5EF4-FFF2-40B4-BE49-F238E27FC236}">
                <a16:creationId xmlns:a16="http://schemas.microsoft.com/office/drawing/2014/main" id="{53057F4B-842D-45A5-B08F-9E1E844CE00A}"/>
              </a:ext>
            </a:extLst>
          </p:cNvPr>
          <p:cNvSpPr>
            <a:spLocks noChangeArrowheads="1"/>
          </p:cNvSpPr>
          <p:nvPr>
            <p:custDataLst>
              <p:tags r:id="rId23"/>
            </p:custDataLst>
          </p:nvPr>
        </p:nvSpPr>
        <p:spPr bwMode="auto">
          <a:xfrm>
            <a:off x="4897949" y="45720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2" name="Rectangle 25">
            <a:extLst>
              <a:ext uri="{FF2B5EF4-FFF2-40B4-BE49-F238E27FC236}">
                <a16:creationId xmlns:a16="http://schemas.microsoft.com/office/drawing/2014/main" id="{41AB4029-15F8-4B17-B093-C56364146187}"/>
              </a:ext>
            </a:extLst>
          </p:cNvPr>
          <p:cNvSpPr>
            <a:spLocks noChangeArrowheads="1"/>
          </p:cNvSpPr>
          <p:nvPr>
            <p:custDataLst>
              <p:tags r:id="rId24"/>
            </p:custDataLst>
          </p:nvPr>
        </p:nvSpPr>
        <p:spPr bwMode="auto">
          <a:xfrm>
            <a:off x="5202749" y="45720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3" name="Rectangle 26">
            <a:extLst>
              <a:ext uri="{FF2B5EF4-FFF2-40B4-BE49-F238E27FC236}">
                <a16:creationId xmlns:a16="http://schemas.microsoft.com/office/drawing/2014/main" id="{94D8B5E4-83D1-4638-8FA7-200CBFC453A4}"/>
              </a:ext>
            </a:extLst>
          </p:cNvPr>
          <p:cNvSpPr>
            <a:spLocks noChangeArrowheads="1"/>
          </p:cNvSpPr>
          <p:nvPr>
            <p:custDataLst>
              <p:tags r:id="rId25"/>
            </p:custDataLst>
          </p:nvPr>
        </p:nvSpPr>
        <p:spPr bwMode="auto">
          <a:xfrm>
            <a:off x="5507549" y="45720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4" name="Rectangle 27">
            <a:extLst>
              <a:ext uri="{FF2B5EF4-FFF2-40B4-BE49-F238E27FC236}">
                <a16:creationId xmlns:a16="http://schemas.microsoft.com/office/drawing/2014/main" id="{6443300D-3485-452A-93EC-C435209FADA0}"/>
              </a:ext>
            </a:extLst>
          </p:cNvPr>
          <p:cNvSpPr>
            <a:spLocks noChangeArrowheads="1"/>
          </p:cNvSpPr>
          <p:nvPr>
            <p:custDataLst>
              <p:tags r:id="rId26"/>
            </p:custDataLst>
          </p:nvPr>
        </p:nvSpPr>
        <p:spPr bwMode="auto">
          <a:xfrm>
            <a:off x="5812349" y="45720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5" name="Rectangle 28">
            <a:extLst>
              <a:ext uri="{FF2B5EF4-FFF2-40B4-BE49-F238E27FC236}">
                <a16:creationId xmlns:a16="http://schemas.microsoft.com/office/drawing/2014/main" id="{179075B1-99B0-4E2C-8E0D-95C9EAEAB6A5}"/>
              </a:ext>
            </a:extLst>
          </p:cNvPr>
          <p:cNvSpPr>
            <a:spLocks noChangeArrowheads="1"/>
          </p:cNvSpPr>
          <p:nvPr>
            <p:custDataLst>
              <p:tags r:id="rId27"/>
            </p:custDataLst>
          </p:nvPr>
        </p:nvSpPr>
        <p:spPr bwMode="auto">
          <a:xfrm>
            <a:off x="6117149" y="4572000"/>
            <a:ext cx="304800" cy="609600"/>
          </a:xfrm>
          <a:prstGeom prst="rect">
            <a:avLst/>
          </a:prstGeom>
          <a:no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6" name="Rectangle 29">
            <a:extLst>
              <a:ext uri="{FF2B5EF4-FFF2-40B4-BE49-F238E27FC236}">
                <a16:creationId xmlns:a16="http://schemas.microsoft.com/office/drawing/2014/main" id="{0EA67765-9050-4225-A49F-0A847D0E75D3}"/>
              </a:ext>
            </a:extLst>
          </p:cNvPr>
          <p:cNvSpPr>
            <a:spLocks noChangeArrowheads="1"/>
          </p:cNvSpPr>
          <p:nvPr>
            <p:custDataLst>
              <p:tags r:id="rId28"/>
            </p:custDataLst>
          </p:nvPr>
        </p:nvSpPr>
        <p:spPr bwMode="auto">
          <a:xfrm>
            <a:off x="6421949" y="4572000"/>
            <a:ext cx="304800" cy="609600"/>
          </a:xfrm>
          <a:prstGeom prst="rect">
            <a:avLst/>
          </a:prstGeom>
          <a:noFill/>
          <a:ln w="28575">
            <a:noFill/>
            <a:miter lim="800000"/>
            <a:headEnd/>
            <a:tailEnd/>
          </a:ln>
        </p:spPr>
        <p:txBody>
          <a:bodyPr wrap="none" anchor="ctr">
            <a:prstTxWarp prst="textNoShape">
              <a:avLst/>
            </a:prstTxWarp>
          </a:bodyPr>
          <a:lstStyle/>
          <a:p>
            <a:r>
              <a:rPr lang="en-US" sz="2000">
                <a:solidFill>
                  <a:srgbClr val="000000"/>
                </a:solidFill>
                <a:latin typeface="+mn-lt"/>
              </a:rPr>
              <a:t>…</a:t>
            </a:r>
            <a:endParaRPr lang="en-US">
              <a:latin typeface="+mn-lt"/>
            </a:endParaRPr>
          </a:p>
        </p:txBody>
      </p:sp>
      <p:sp>
        <p:nvSpPr>
          <p:cNvPr id="67" name="Rectangle 30">
            <a:extLst>
              <a:ext uri="{FF2B5EF4-FFF2-40B4-BE49-F238E27FC236}">
                <a16:creationId xmlns:a16="http://schemas.microsoft.com/office/drawing/2014/main" id="{EEC98725-7181-42C3-88DF-7BAF50B5F750}"/>
              </a:ext>
            </a:extLst>
          </p:cNvPr>
          <p:cNvSpPr>
            <a:spLocks noChangeArrowheads="1"/>
          </p:cNvSpPr>
          <p:nvPr>
            <p:custDataLst>
              <p:tags r:id="rId29"/>
            </p:custDataLst>
          </p:nvPr>
        </p:nvSpPr>
        <p:spPr bwMode="auto">
          <a:xfrm>
            <a:off x="7031549" y="4572000"/>
            <a:ext cx="304800" cy="609600"/>
          </a:xfrm>
          <a:prstGeom prst="rect">
            <a:avLst/>
          </a:prstGeom>
          <a:solidFill>
            <a:schemeClr val="accent1"/>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8" name="Rectangle 31">
            <a:extLst>
              <a:ext uri="{FF2B5EF4-FFF2-40B4-BE49-F238E27FC236}">
                <a16:creationId xmlns:a16="http://schemas.microsoft.com/office/drawing/2014/main" id="{648E1502-A99C-4D9D-9116-62C9770E58D0}"/>
              </a:ext>
            </a:extLst>
          </p:cNvPr>
          <p:cNvSpPr>
            <a:spLocks noChangeArrowheads="1"/>
          </p:cNvSpPr>
          <p:nvPr>
            <p:custDataLst>
              <p:tags r:id="rId30"/>
            </p:custDataLst>
          </p:nvPr>
        </p:nvSpPr>
        <p:spPr bwMode="auto">
          <a:xfrm>
            <a:off x="6726749" y="4572000"/>
            <a:ext cx="304800" cy="609600"/>
          </a:xfrm>
          <a:prstGeom prst="rect">
            <a:avLst/>
          </a:prstGeom>
          <a:solidFill>
            <a:srgbClr val="FFFFFF"/>
          </a:solidFill>
          <a:ln w="28575">
            <a:solidFill>
              <a:srgbClr val="000000"/>
            </a:solidFill>
            <a:miter lim="800000"/>
            <a:headEnd/>
            <a:tailEnd/>
          </a:ln>
        </p:spPr>
        <p:txBody>
          <a:bodyPr wrap="none" anchor="ctr">
            <a:prstTxWarp prst="textNoShape">
              <a:avLst/>
            </a:prstTxWarp>
          </a:bodyPr>
          <a:lstStyle/>
          <a:p>
            <a:endParaRPr lang="en-US">
              <a:latin typeface="+mn-lt"/>
            </a:endParaRPr>
          </a:p>
        </p:txBody>
      </p:sp>
      <p:sp>
        <p:nvSpPr>
          <p:cNvPr id="69" name="Text Box 32">
            <a:extLst>
              <a:ext uri="{FF2B5EF4-FFF2-40B4-BE49-F238E27FC236}">
                <a16:creationId xmlns:a16="http://schemas.microsoft.com/office/drawing/2014/main" id="{A8E5E227-5915-4F0D-AB27-66E5310AF9F4}"/>
              </a:ext>
            </a:extLst>
          </p:cNvPr>
          <p:cNvSpPr txBox="1">
            <a:spLocks noChangeArrowheads="1"/>
          </p:cNvSpPr>
          <p:nvPr>
            <p:custDataLst>
              <p:tags r:id="rId31"/>
            </p:custDataLst>
          </p:nvPr>
        </p:nvSpPr>
        <p:spPr bwMode="auto">
          <a:xfrm>
            <a:off x="7333174" y="4632325"/>
            <a:ext cx="1201226" cy="707886"/>
          </a:xfrm>
          <a:prstGeom prst="rect">
            <a:avLst/>
          </a:prstGeom>
          <a:noFill/>
          <a:ln w="12700">
            <a:noFill/>
            <a:miter lim="800000"/>
            <a:headEnd/>
            <a:tailEnd/>
          </a:ln>
        </p:spPr>
        <p:txBody>
          <a:bodyPr wrap="square">
            <a:prstTxWarp prst="textNoShape">
              <a:avLst/>
            </a:prstTxWarp>
            <a:spAutoFit/>
          </a:bodyPr>
          <a:lstStyle/>
          <a:p>
            <a:pPr algn="l"/>
            <a:r>
              <a:rPr lang="en-US" sz="2000">
                <a:latin typeface="+mn-lt"/>
              </a:rPr>
              <a:t>Program2</a:t>
            </a:r>
          </a:p>
        </p:txBody>
      </p:sp>
      <p:sp>
        <p:nvSpPr>
          <p:cNvPr id="70" name="Line 33">
            <a:extLst>
              <a:ext uri="{FF2B5EF4-FFF2-40B4-BE49-F238E27FC236}">
                <a16:creationId xmlns:a16="http://schemas.microsoft.com/office/drawing/2014/main" id="{01B777DA-5354-4283-A628-D1AB1420EBE4}"/>
              </a:ext>
            </a:extLst>
          </p:cNvPr>
          <p:cNvSpPr>
            <a:spLocks noChangeShapeType="1"/>
          </p:cNvSpPr>
          <p:nvPr>
            <p:custDataLst>
              <p:tags r:id="rId32"/>
            </p:custDataLst>
          </p:nvPr>
        </p:nvSpPr>
        <p:spPr bwMode="auto">
          <a:xfrm>
            <a:off x="3829562" y="5181600"/>
            <a:ext cx="1587" cy="762000"/>
          </a:xfrm>
          <a:prstGeom prst="line">
            <a:avLst/>
          </a:pr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71" name="Freeform 34">
            <a:extLst>
              <a:ext uri="{FF2B5EF4-FFF2-40B4-BE49-F238E27FC236}">
                <a16:creationId xmlns:a16="http://schemas.microsoft.com/office/drawing/2014/main" id="{AEA980E1-20FE-482A-8944-7D4FB4A97A3C}"/>
              </a:ext>
            </a:extLst>
          </p:cNvPr>
          <p:cNvSpPr>
            <a:spLocks/>
          </p:cNvSpPr>
          <p:nvPr>
            <p:custDataLst>
              <p:tags r:id="rId33"/>
            </p:custDataLst>
          </p:nvPr>
        </p:nvSpPr>
        <p:spPr bwMode="auto">
          <a:xfrm>
            <a:off x="4135949" y="5181600"/>
            <a:ext cx="914400" cy="762000"/>
          </a:xfrm>
          <a:custGeom>
            <a:avLst/>
            <a:gdLst>
              <a:gd name="T0" fmla="*/ 576 w 576"/>
              <a:gd name="T1" fmla="*/ 0 h 480"/>
              <a:gd name="T2" fmla="*/ 576 w 576"/>
              <a:gd name="T3" fmla="*/ 240 h 480"/>
              <a:gd name="T4" fmla="*/ 0 w 576"/>
              <a:gd name="T5" fmla="*/ 240 h 480"/>
              <a:gd name="T6" fmla="*/ 0 w 576"/>
              <a:gd name="T7" fmla="*/ 480 h 480"/>
              <a:gd name="T8" fmla="*/ 0 60000 65536"/>
              <a:gd name="T9" fmla="*/ 0 60000 65536"/>
              <a:gd name="T10" fmla="*/ 0 60000 65536"/>
              <a:gd name="T11" fmla="*/ 0 60000 65536"/>
              <a:gd name="T12" fmla="*/ 0 w 576"/>
              <a:gd name="T13" fmla="*/ 0 h 480"/>
              <a:gd name="T14" fmla="*/ 576 w 576"/>
              <a:gd name="T15" fmla="*/ 480 h 480"/>
            </a:gdLst>
            <a:ahLst/>
            <a:cxnLst>
              <a:cxn ang="T8">
                <a:pos x="T0" y="T1"/>
              </a:cxn>
              <a:cxn ang="T9">
                <a:pos x="T2" y="T3"/>
              </a:cxn>
              <a:cxn ang="T10">
                <a:pos x="T4" y="T5"/>
              </a:cxn>
              <a:cxn ang="T11">
                <a:pos x="T6" y="T7"/>
              </a:cxn>
            </a:cxnLst>
            <a:rect l="T12" t="T13" r="T14" b="T15"/>
            <a:pathLst>
              <a:path w="576" h="480">
                <a:moveTo>
                  <a:pt x="576" y="0"/>
                </a:moveTo>
                <a:lnTo>
                  <a:pt x="576" y="240"/>
                </a:lnTo>
                <a:lnTo>
                  <a:pt x="0" y="240"/>
                </a:lnTo>
                <a:lnTo>
                  <a:pt x="0" y="480"/>
                </a:lnTo>
              </a:path>
            </a:pathLst>
          </a:cu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
        <p:nvSpPr>
          <p:cNvPr id="72" name="Line 35">
            <a:extLst>
              <a:ext uri="{FF2B5EF4-FFF2-40B4-BE49-F238E27FC236}">
                <a16:creationId xmlns:a16="http://schemas.microsoft.com/office/drawing/2014/main" id="{64873B29-C9A5-487F-8937-1EA7E855C64E}"/>
              </a:ext>
            </a:extLst>
          </p:cNvPr>
          <p:cNvSpPr>
            <a:spLocks noChangeShapeType="1"/>
          </p:cNvSpPr>
          <p:nvPr>
            <p:custDataLst>
              <p:tags r:id="rId34"/>
            </p:custDataLst>
          </p:nvPr>
        </p:nvSpPr>
        <p:spPr bwMode="auto">
          <a:xfrm>
            <a:off x="5353562" y="5181600"/>
            <a:ext cx="1587" cy="762000"/>
          </a:xfrm>
          <a:prstGeom prst="line">
            <a:avLst/>
          </a:prstGeom>
          <a:noFill/>
          <a:ln w="28575">
            <a:solidFill>
              <a:srgbClr val="000000"/>
            </a:solidFill>
            <a:round/>
            <a:headEnd/>
            <a:tailEnd type="arrow" w="med" len="med"/>
          </a:ln>
        </p:spPr>
        <p:txBody>
          <a:bodyPr wrap="none" anchor="ctr">
            <a:prstTxWarp prst="textNoShape">
              <a:avLst/>
            </a:prstTxWarp>
          </a:bodyPr>
          <a:lstStyle/>
          <a:p>
            <a:endParaRPr lang="en-US">
              <a:latin typeface="+mn-lt"/>
            </a:endParaRPr>
          </a:p>
        </p:txBody>
      </p:sp>
    </p:spTree>
    <p:custDataLst>
      <p:tags r:id="rId1"/>
    </p:custDataLst>
    <p:extLst>
      <p:ext uri="{BB962C8B-B14F-4D97-AF65-F5344CB8AC3E}">
        <p14:creationId xmlns:p14="http://schemas.microsoft.com/office/powerpoint/2010/main" val="145814741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Memory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8</a:t>
            </a:fld>
            <a:endParaRPr lang="en-US" altLang="en-US" sz="1400">
              <a:latin typeface="Times New Roman" panose="02020603050405020304" pitchFamily="18" charset="0"/>
            </a:endParaRPr>
          </a:p>
        </p:txBody>
      </p:sp>
      <p:sp>
        <p:nvSpPr>
          <p:cNvPr id="38" name="TextBox 37">
            <a:extLst>
              <a:ext uri="{FF2B5EF4-FFF2-40B4-BE49-F238E27FC236}">
                <a16:creationId xmlns:a16="http://schemas.microsoft.com/office/drawing/2014/main" id="{A3833BBB-984A-44A2-90F9-7AD5649B8B2F}"/>
              </a:ext>
            </a:extLst>
          </p:cNvPr>
          <p:cNvSpPr txBox="1"/>
          <p:nvPr>
            <p:custDataLst>
              <p:tags r:id="rId4"/>
            </p:custDataLst>
          </p:nvPr>
        </p:nvSpPr>
        <p:spPr>
          <a:xfrm>
            <a:off x="526929" y="1414730"/>
            <a:ext cx="8159871" cy="5329737"/>
          </a:xfrm>
          <a:prstGeom prst="rect">
            <a:avLst/>
          </a:prstGeom>
          <a:noFill/>
        </p:spPr>
        <p:txBody>
          <a:bodyPr wrap="square" rtlCol="0" anchor="t">
            <a:noAutofit/>
          </a:bodyPr>
          <a:lstStyle/>
          <a:p>
            <a:r>
              <a:rPr lang="en-US" sz="3200" dirty="0">
                <a:latin typeface="+mn-lt"/>
              </a:rPr>
              <a:t>Automatic, transparent memory management:</a:t>
            </a:r>
          </a:p>
          <a:p>
            <a:pPr marL="514350" indent="-514350">
              <a:buFont typeface="+mj-lt"/>
              <a:buAutoNum type="arabicPeriod" startAt="3"/>
            </a:pPr>
            <a:r>
              <a:rPr lang="en-US" sz="2800" b="1" dirty="0">
                <a:latin typeface="+mn-lt"/>
              </a:rPr>
              <a:t>Memory protection:</a:t>
            </a:r>
          </a:p>
          <a:p>
            <a:pPr marL="914400" lvl="1" indent="-457200">
              <a:buFont typeface="Wingdings" panose="05000000000000000000" pitchFamily="2" charset="2"/>
              <a:buChar char="Ø"/>
            </a:pPr>
            <a:r>
              <a:rPr lang="en-US" sz="2400" dirty="0">
                <a:latin typeface="+mn-lt"/>
              </a:rPr>
              <a:t>Piggy-back on VP→PP mapping mechanism to encode permission (r/w/x) bits</a:t>
            </a:r>
          </a:p>
          <a:p>
            <a:pPr marL="914400" lvl="1" indent="-457200">
              <a:buFont typeface="Wingdings" panose="05000000000000000000" pitchFamily="2" charset="2"/>
              <a:buChar char="Ø"/>
            </a:pPr>
            <a:r>
              <a:rPr lang="en-US" sz="2400" dirty="0">
                <a:latin typeface="+mn-lt"/>
              </a:rPr>
              <a:t>Attempts to illegally access/execute data (e.g., write read-only data) triggers an exception; OS terminates program</a:t>
            </a:r>
          </a:p>
          <a:p>
            <a:pPr marL="514350" indent="-514350">
              <a:buFont typeface="+mj-lt"/>
              <a:buAutoNum type="arabicPeriod" startAt="4"/>
            </a:pPr>
            <a:r>
              <a:rPr lang="en-US" sz="2800" b="1" dirty="0">
                <a:latin typeface="+mn-lt"/>
              </a:rPr>
              <a:t>Inter-process communication:</a:t>
            </a:r>
          </a:p>
          <a:p>
            <a:pPr marL="914400" lvl="1" indent="-457200">
              <a:buFont typeface="Wingdings" panose="05000000000000000000" pitchFamily="2" charset="2"/>
              <a:buChar char="Ø"/>
            </a:pPr>
            <a:r>
              <a:rPr lang="en-US" sz="2400" dirty="0">
                <a:latin typeface="+mn-lt"/>
              </a:rPr>
              <a:t>Can map virtual pages in different processes to same shared physical page (</a:t>
            </a:r>
            <a:r>
              <a:rPr lang="en-US" sz="2400" i="1" dirty="0">
                <a:latin typeface="+mn-lt"/>
              </a:rPr>
              <a:t>synonyms</a:t>
            </a:r>
            <a:r>
              <a:rPr lang="en-US" sz="2400" dirty="0">
                <a:latin typeface="+mn-lt"/>
              </a:rPr>
              <a:t>)</a:t>
            </a:r>
          </a:p>
          <a:p>
            <a:pPr marL="914400" lvl="1" indent="-457200">
              <a:buFont typeface="Wingdings" panose="05000000000000000000" pitchFamily="2" charset="2"/>
              <a:buChar char="Ø"/>
            </a:pPr>
            <a:r>
              <a:rPr lang="en-US" sz="2400" dirty="0">
                <a:latin typeface="+mn-lt"/>
              </a:rPr>
              <a:t>Share files via UNIX </a:t>
            </a:r>
            <a:r>
              <a:rPr lang="en-US" sz="2400" dirty="0" err="1">
                <a:latin typeface="+mn-lt"/>
              </a:rPr>
              <a:t>mmap</a:t>
            </a:r>
            <a:endParaRPr lang="en-US" sz="2400" dirty="0">
              <a:latin typeface="+mn-lt"/>
            </a:endParaRPr>
          </a:p>
        </p:txBody>
      </p:sp>
    </p:spTree>
    <p:custDataLst>
      <p:tags r:id="rId1"/>
    </p:custDataLst>
    <p:extLst>
      <p:ext uri="{BB962C8B-B14F-4D97-AF65-F5344CB8AC3E}">
        <p14:creationId xmlns:p14="http://schemas.microsoft.com/office/powerpoint/2010/main" val="368504013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Address Translation</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9</a:t>
            </a:fld>
            <a:endParaRPr lang="en-US" altLang="en-US" sz="1400">
              <a:latin typeface="Times New Roman" panose="02020603050405020304" pitchFamily="18" charset="0"/>
            </a:endParaRPr>
          </a:p>
        </p:txBody>
      </p:sp>
      <p:sp>
        <p:nvSpPr>
          <p:cNvPr id="38" name="TextBox 37">
            <a:extLst>
              <a:ext uri="{FF2B5EF4-FFF2-40B4-BE49-F238E27FC236}">
                <a16:creationId xmlns:a16="http://schemas.microsoft.com/office/drawing/2014/main" id="{7A070952-0F67-4D11-884B-596CB40884CB}"/>
              </a:ext>
            </a:extLst>
          </p:cNvPr>
          <p:cNvSpPr txBox="1"/>
          <p:nvPr>
            <p:custDataLst>
              <p:tags r:id="rId4"/>
            </p:custDataLst>
          </p:nvPr>
        </p:nvSpPr>
        <p:spPr>
          <a:xfrm>
            <a:off x="526929" y="1219200"/>
            <a:ext cx="8388471" cy="4382267"/>
          </a:xfrm>
          <a:prstGeom prst="rect">
            <a:avLst/>
          </a:prstGeom>
          <a:noFill/>
        </p:spPr>
        <p:txBody>
          <a:bodyPr wrap="square" rtlCol="0" anchor="t">
            <a:noAutofit/>
          </a:bodyPr>
          <a:lstStyle/>
          <a:p>
            <a:r>
              <a:rPr lang="en-US" sz="3200" dirty="0">
                <a:latin typeface="+mn-lt"/>
              </a:rPr>
              <a:t>VA→PA mapping:</a:t>
            </a:r>
          </a:p>
          <a:p>
            <a:pPr marL="457200" indent="-457200">
              <a:buFont typeface="Arial" panose="020B0604020202020204" pitchFamily="34" charset="0"/>
              <a:buChar char="•"/>
            </a:pPr>
            <a:r>
              <a:rPr lang="en-US" sz="2800" dirty="0">
                <a:latin typeface="+mn-lt"/>
              </a:rPr>
              <a:t>Split VA into </a:t>
            </a:r>
            <a:r>
              <a:rPr lang="en-US" sz="2800" b="1" dirty="0">
                <a:latin typeface="+mn-lt"/>
              </a:rPr>
              <a:t>virtual page number (VPN)</a:t>
            </a:r>
            <a:r>
              <a:rPr lang="en-US" sz="2800" dirty="0">
                <a:latin typeface="+mn-lt"/>
              </a:rPr>
              <a:t> and </a:t>
            </a:r>
            <a:r>
              <a:rPr lang="en-US" sz="2800" b="1" dirty="0">
                <a:latin typeface="+mn-lt"/>
              </a:rPr>
              <a:t>page offset (POFS)</a:t>
            </a:r>
          </a:p>
          <a:p>
            <a:pPr marL="457200" indent="-457200">
              <a:buFont typeface="Arial" panose="020B0604020202020204" pitchFamily="34" charset="0"/>
              <a:buChar char="•"/>
            </a:pPr>
            <a:r>
              <a:rPr lang="en-US" sz="2800" dirty="0">
                <a:latin typeface="+mn-lt"/>
              </a:rPr>
              <a:t>Translate VPN into </a:t>
            </a:r>
            <a:r>
              <a:rPr lang="en-US" sz="2800" b="1" dirty="0">
                <a:latin typeface="+mn-lt"/>
              </a:rPr>
              <a:t>physical page number (PPN)</a:t>
            </a:r>
          </a:p>
          <a:p>
            <a:pPr marL="914400" lvl="1" indent="-457200">
              <a:buFont typeface="Wingdings" panose="05000000000000000000" pitchFamily="2" charset="2"/>
              <a:buChar char="Ø"/>
            </a:pPr>
            <a:r>
              <a:rPr lang="en-US" sz="2400" dirty="0">
                <a:latin typeface="+mn-lt"/>
              </a:rPr>
              <a:t>POFS is not translated</a:t>
            </a:r>
          </a:p>
          <a:p>
            <a:pPr marL="914400" lvl="1" indent="-457200">
              <a:buFont typeface="Wingdings" panose="05000000000000000000" pitchFamily="2" charset="2"/>
              <a:buChar char="Ø"/>
            </a:pPr>
            <a:r>
              <a:rPr lang="en-US" sz="2400" dirty="0">
                <a:latin typeface="+mn-lt"/>
              </a:rPr>
              <a:t>VA→PA = [VPN, POFS] → [PPN, POFS]</a:t>
            </a:r>
          </a:p>
          <a:p>
            <a:pPr marL="457200" indent="-457200">
              <a:buFont typeface="Arial" panose="020B0604020202020204" pitchFamily="34" charset="0"/>
              <a:buChar char="•"/>
            </a:pPr>
            <a:r>
              <a:rPr lang="en-US" sz="2800" dirty="0">
                <a:latin typeface="+mn-lt"/>
              </a:rPr>
              <a:t>e.g.,</a:t>
            </a:r>
          </a:p>
          <a:p>
            <a:pPr marL="914400" lvl="1" indent="-457200">
              <a:buFont typeface="Wingdings" panose="05000000000000000000" pitchFamily="2" charset="2"/>
              <a:buChar char="Ø"/>
            </a:pPr>
            <a:r>
              <a:rPr lang="en-US" sz="2400" dirty="0">
                <a:latin typeface="+mn-lt"/>
              </a:rPr>
              <a:t>64KB pages implies 16-bit POFS</a:t>
            </a:r>
          </a:p>
          <a:p>
            <a:pPr marL="914400" lvl="1" indent="-457200">
              <a:buFont typeface="Wingdings" panose="05000000000000000000" pitchFamily="2" charset="2"/>
              <a:buChar char="Ø"/>
            </a:pPr>
            <a:r>
              <a:rPr lang="en-US" sz="2400" dirty="0">
                <a:latin typeface="+mn-lt"/>
              </a:rPr>
              <a:t>32-bit machine implies 32-bit VA; thus 16-bit VPN</a:t>
            </a:r>
          </a:p>
          <a:p>
            <a:pPr marL="914400" lvl="1" indent="-457200">
              <a:buFont typeface="Wingdings" panose="05000000000000000000" pitchFamily="2" charset="2"/>
              <a:buChar char="Ø"/>
            </a:pPr>
            <a:r>
              <a:rPr lang="en-US" sz="2400" dirty="0">
                <a:latin typeface="+mn-lt"/>
              </a:rPr>
              <a:t>Maximum 256MB physical memory implies 28-bit PA; thus 12-bit PPN</a:t>
            </a:r>
          </a:p>
        </p:txBody>
      </p:sp>
      <p:sp>
        <p:nvSpPr>
          <p:cNvPr id="39" name="Rectangle 38">
            <a:extLst>
              <a:ext uri="{FF2B5EF4-FFF2-40B4-BE49-F238E27FC236}">
                <a16:creationId xmlns:a16="http://schemas.microsoft.com/office/drawing/2014/main" id="{67CA5DCC-849F-4605-A887-5902E596EB2E}"/>
              </a:ext>
            </a:extLst>
          </p:cNvPr>
          <p:cNvSpPr>
            <a:spLocks noChangeArrowheads="1"/>
          </p:cNvSpPr>
          <p:nvPr>
            <p:custDataLst>
              <p:tags r:id="rId5"/>
            </p:custDataLst>
          </p:nvPr>
        </p:nvSpPr>
        <p:spPr bwMode="auto">
          <a:xfrm>
            <a:off x="5562600" y="5715000"/>
            <a:ext cx="24384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[15:0] = POFS</a:t>
            </a:r>
          </a:p>
        </p:txBody>
      </p:sp>
      <p:sp>
        <p:nvSpPr>
          <p:cNvPr id="40" name="Rectangle 39">
            <a:extLst>
              <a:ext uri="{FF2B5EF4-FFF2-40B4-BE49-F238E27FC236}">
                <a16:creationId xmlns:a16="http://schemas.microsoft.com/office/drawing/2014/main" id="{3A36288D-A583-499F-B9A4-74FA294372F4}"/>
              </a:ext>
            </a:extLst>
          </p:cNvPr>
          <p:cNvSpPr>
            <a:spLocks noChangeArrowheads="1"/>
          </p:cNvSpPr>
          <p:nvPr>
            <p:custDataLst>
              <p:tags r:id="rId6"/>
            </p:custDataLst>
          </p:nvPr>
        </p:nvSpPr>
        <p:spPr bwMode="auto">
          <a:xfrm>
            <a:off x="533400" y="5715000"/>
            <a:ext cx="2514600" cy="304800"/>
          </a:xfrm>
          <a:prstGeom prst="rect">
            <a:avLst/>
          </a:prstGeom>
          <a:noFill/>
          <a:ln w="28575">
            <a:noFill/>
            <a:miter lim="800000"/>
            <a:headEnd/>
            <a:tailEnd/>
          </a:ln>
        </p:spPr>
        <p:txBody>
          <a:bodyPr wrap="none" anchor="ctr">
            <a:prstTxWarp prst="textNoShape">
              <a:avLst/>
            </a:prstTxWarp>
          </a:bodyPr>
          <a:lstStyle/>
          <a:p>
            <a:pPr algn="r"/>
            <a:r>
              <a:rPr lang="en-US" sz="1600">
                <a:solidFill>
                  <a:srgbClr val="000000"/>
                </a:solidFill>
                <a:latin typeface="+mn-lt"/>
              </a:rPr>
              <a:t>virtual address[31:0]</a:t>
            </a:r>
          </a:p>
        </p:txBody>
      </p:sp>
      <p:sp>
        <p:nvSpPr>
          <p:cNvPr id="41" name="Rectangle 40">
            <a:extLst>
              <a:ext uri="{FF2B5EF4-FFF2-40B4-BE49-F238E27FC236}">
                <a16:creationId xmlns:a16="http://schemas.microsoft.com/office/drawing/2014/main" id="{4F3D34A1-43C0-49FA-9C01-FA0208C7B302}"/>
              </a:ext>
            </a:extLst>
          </p:cNvPr>
          <p:cNvSpPr>
            <a:spLocks noChangeArrowheads="1"/>
          </p:cNvSpPr>
          <p:nvPr>
            <p:custDataLst>
              <p:tags r:id="rId7"/>
            </p:custDataLst>
          </p:nvPr>
        </p:nvSpPr>
        <p:spPr bwMode="auto">
          <a:xfrm>
            <a:off x="3124200" y="5715000"/>
            <a:ext cx="24384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[31:16] = VPN</a:t>
            </a:r>
          </a:p>
        </p:txBody>
      </p:sp>
      <p:sp>
        <p:nvSpPr>
          <p:cNvPr id="42" name="Rectangle 41">
            <a:extLst>
              <a:ext uri="{FF2B5EF4-FFF2-40B4-BE49-F238E27FC236}">
                <a16:creationId xmlns:a16="http://schemas.microsoft.com/office/drawing/2014/main" id="{48ABF98A-53B5-4A4E-82AD-100AD4F0C70B}"/>
              </a:ext>
            </a:extLst>
          </p:cNvPr>
          <p:cNvSpPr>
            <a:spLocks noChangeArrowheads="1"/>
          </p:cNvSpPr>
          <p:nvPr>
            <p:custDataLst>
              <p:tags r:id="rId8"/>
            </p:custDataLst>
          </p:nvPr>
        </p:nvSpPr>
        <p:spPr bwMode="auto">
          <a:xfrm>
            <a:off x="5562600" y="6324600"/>
            <a:ext cx="24384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[15:0] = POFS</a:t>
            </a:r>
          </a:p>
        </p:txBody>
      </p:sp>
      <p:sp>
        <p:nvSpPr>
          <p:cNvPr id="43" name="Rectangle 42">
            <a:extLst>
              <a:ext uri="{FF2B5EF4-FFF2-40B4-BE49-F238E27FC236}">
                <a16:creationId xmlns:a16="http://schemas.microsoft.com/office/drawing/2014/main" id="{E51D332E-1735-4460-B7E3-8B8FC1A5F2CB}"/>
              </a:ext>
            </a:extLst>
          </p:cNvPr>
          <p:cNvSpPr>
            <a:spLocks noChangeArrowheads="1"/>
          </p:cNvSpPr>
          <p:nvPr>
            <p:custDataLst>
              <p:tags r:id="rId9"/>
            </p:custDataLst>
          </p:nvPr>
        </p:nvSpPr>
        <p:spPr bwMode="auto">
          <a:xfrm>
            <a:off x="533400" y="6324600"/>
            <a:ext cx="2514600" cy="304800"/>
          </a:xfrm>
          <a:prstGeom prst="rect">
            <a:avLst/>
          </a:prstGeom>
          <a:noFill/>
          <a:ln w="28575">
            <a:noFill/>
            <a:miter lim="800000"/>
            <a:headEnd/>
            <a:tailEnd/>
          </a:ln>
        </p:spPr>
        <p:txBody>
          <a:bodyPr wrap="none" anchor="ctr">
            <a:prstTxWarp prst="textNoShape">
              <a:avLst/>
            </a:prstTxWarp>
          </a:bodyPr>
          <a:lstStyle/>
          <a:p>
            <a:pPr algn="r"/>
            <a:r>
              <a:rPr lang="en-US" sz="1600" dirty="0">
                <a:solidFill>
                  <a:srgbClr val="000000"/>
                </a:solidFill>
                <a:latin typeface="+mn-lt"/>
              </a:rPr>
              <a:t>physical address[27:0]</a:t>
            </a:r>
          </a:p>
        </p:txBody>
      </p:sp>
      <p:sp>
        <p:nvSpPr>
          <p:cNvPr id="44" name="Rectangle 43">
            <a:extLst>
              <a:ext uri="{FF2B5EF4-FFF2-40B4-BE49-F238E27FC236}">
                <a16:creationId xmlns:a16="http://schemas.microsoft.com/office/drawing/2014/main" id="{BEF6F07B-4499-4A31-9851-1DA24BE646AD}"/>
              </a:ext>
            </a:extLst>
          </p:cNvPr>
          <p:cNvSpPr>
            <a:spLocks noChangeArrowheads="1"/>
          </p:cNvSpPr>
          <p:nvPr>
            <p:custDataLst>
              <p:tags r:id="rId10"/>
            </p:custDataLst>
          </p:nvPr>
        </p:nvSpPr>
        <p:spPr bwMode="auto">
          <a:xfrm>
            <a:off x="3733800" y="6324600"/>
            <a:ext cx="18288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[27:16] = PPN</a:t>
            </a:r>
          </a:p>
        </p:txBody>
      </p:sp>
      <p:sp>
        <p:nvSpPr>
          <p:cNvPr id="45" name="Line 10">
            <a:extLst>
              <a:ext uri="{FF2B5EF4-FFF2-40B4-BE49-F238E27FC236}">
                <a16:creationId xmlns:a16="http://schemas.microsoft.com/office/drawing/2014/main" id="{DDDC1D82-BBEC-46D2-B0A8-D1D09D509F7D}"/>
              </a:ext>
            </a:extLst>
          </p:cNvPr>
          <p:cNvSpPr>
            <a:spLocks noChangeShapeType="1"/>
          </p:cNvSpPr>
          <p:nvPr>
            <p:custDataLst>
              <p:tags r:id="rId11"/>
            </p:custDataLst>
          </p:nvPr>
        </p:nvSpPr>
        <p:spPr bwMode="auto">
          <a:xfrm>
            <a:off x="4800600" y="6019800"/>
            <a:ext cx="0" cy="3048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sz="1600">
              <a:latin typeface="+mn-lt"/>
            </a:endParaRPr>
          </a:p>
        </p:txBody>
      </p:sp>
      <p:sp>
        <p:nvSpPr>
          <p:cNvPr id="46" name="Line 11">
            <a:extLst>
              <a:ext uri="{FF2B5EF4-FFF2-40B4-BE49-F238E27FC236}">
                <a16:creationId xmlns:a16="http://schemas.microsoft.com/office/drawing/2014/main" id="{157A52DE-87D7-408B-89A1-8D7511C06972}"/>
              </a:ext>
            </a:extLst>
          </p:cNvPr>
          <p:cNvSpPr>
            <a:spLocks noChangeShapeType="1"/>
          </p:cNvSpPr>
          <p:nvPr>
            <p:custDataLst>
              <p:tags r:id="rId12"/>
            </p:custDataLst>
          </p:nvPr>
        </p:nvSpPr>
        <p:spPr bwMode="auto">
          <a:xfrm>
            <a:off x="6781800" y="6019800"/>
            <a:ext cx="0" cy="3048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sz="1600">
              <a:latin typeface="+mn-lt"/>
            </a:endParaRPr>
          </a:p>
        </p:txBody>
      </p:sp>
      <p:sp>
        <p:nvSpPr>
          <p:cNvPr id="47" name="Text Box 12">
            <a:extLst>
              <a:ext uri="{FF2B5EF4-FFF2-40B4-BE49-F238E27FC236}">
                <a16:creationId xmlns:a16="http://schemas.microsoft.com/office/drawing/2014/main" id="{6F9A677C-5411-43A1-A5A4-CE7D8BC67D32}"/>
              </a:ext>
            </a:extLst>
          </p:cNvPr>
          <p:cNvSpPr txBox="1">
            <a:spLocks noChangeArrowheads="1"/>
          </p:cNvSpPr>
          <p:nvPr>
            <p:custDataLst>
              <p:tags r:id="rId13"/>
            </p:custDataLst>
          </p:nvPr>
        </p:nvSpPr>
        <p:spPr bwMode="auto">
          <a:xfrm>
            <a:off x="3801785" y="5957888"/>
            <a:ext cx="937180" cy="338554"/>
          </a:xfrm>
          <a:prstGeom prst="rect">
            <a:avLst/>
          </a:prstGeom>
          <a:noFill/>
          <a:ln w="12700">
            <a:noFill/>
            <a:miter lim="800000"/>
            <a:headEnd/>
            <a:tailEnd/>
          </a:ln>
        </p:spPr>
        <p:txBody>
          <a:bodyPr wrap="none">
            <a:prstTxWarp prst="textNoShape">
              <a:avLst/>
            </a:prstTxWarp>
            <a:spAutoFit/>
          </a:bodyPr>
          <a:lstStyle/>
          <a:p>
            <a:pPr algn="ctr"/>
            <a:r>
              <a:rPr lang="en-US" sz="1600" b="1">
                <a:solidFill>
                  <a:srgbClr val="FF0000"/>
                </a:solidFill>
                <a:latin typeface="+mn-lt"/>
              </a:rPr>
              <a:t>translate</a:t>
            </a:r>
          </a:p>
        </p:txBody>
      </p:sp>
      <p:sp>
        <p:nvSpPr>
          <p:cNvPr id="48" name="Text Box 13">
            <a:extLst>
              <a:ext uri="{FF2B5EF4-FFF2-40B4-BE49-F238E27FC236}">
                <a16:creationId xmlns:a16="http://schemas.microsoft.com/office/drawing/2014/main" id="{ECA2F846-E758-4775-9C54-349D40A92CE8}"/>
              </a:ext>
            </a:extLst>
          </p:cNvPr>
          <p:cNvSpPr txBox="1">
            <a:spLocks noChangeArrowheads="1"/>
          </p:cNvSpPr>
          <p:nvPr>
            <p:custDataLst>
              <p:tags r:id="rId14"/>
            </p:custDataLst>
          </p:nvPr>
        </p:nvSpPr>
        <p:spPr bwMode="auto">
          <a:xfrm>
            <a:off x="6853153" y="5957888"/>
            <a:ext cx="1173335" cy="338554"/>
          </a:xfrm>
          <a:prstGeom prst="rect">
            <a:avLst/>
          </a:prstGeom>
          <a:noFill/>
          <a:ln w="12700">
            <a:noFill/>
            <a:miter lim="800000"/>
            <a:headEnd/>
            <a:tailEnd/>
          </a:ln>
        </p:spPr>
        <p:txBody>
          <a:bodyPr wrap="none">
            <a:prstTxWarp prst="textNoShape">
              <a:avLst/>
            </a:prstTxWarp>
            <a:spAutoFit/>
          </a:bodyPr>
          <a:lstStyle/>
          <a:p>
            <a:pPr algn="ctr"/>
            <a:r>
              <a:rPr lang="en-US" sz="1600" b="1">
                <a:solidFill>
                  <a:srgbClr val="FF0000"/>
                </a:solidFill>
                <a:latin typeface="+mn-lt"/>
              </a:rPr>
              <a:t>don’t touch</a:t>
            </a:r>
          </a:p>
        </p:txBody>
      </p:sp>
    </p:spTree>
    <p:custDataLst>
      <p:tags r:id="rId1"/>
    </p:custDataLst>
    <p:extLst>
      <p:ext uri="{BB962C8B-B14F-4D97-AF65-F5344CB8AC3E}">
        <p14:creationId xmlns:p14="http://schemas.microsoft.com/office/powerpoint/2010/main" val="98097637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10</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3F71D58F-4E82-4301-BE55-BCA8FE87F565}"/>
              </a:ext>
            </a:extLst>
          </p:cNvPr>
          <p:cNvSpPr txBox="1"/>
          <p:nvPr>
            <p:custDataLst>
              <p:tags r:id="rId4"/>
            </p:custDataLst>
          </p:nvPr>
        </p:nvSpPr>
        <p:spPr>
          <a:xfrm>
            <a:off x="526929" y="1414730"/>
            <a:ext cx="8617071" cy="5329737"/>
          </a:xfrm>
          <a:prstGeom prst="rect">
            <a:avLst/>
          </a:prstGeom>
          <a:noFill/>
        </p:spPr>
        <p:txBody>
          <a:bodyPr wrap="square" rtlCol="0" anchor="t">
            <a:noAutofit/>
          </a:bodyPr>
          <a:lstStyle/>
          <a:p>
            <a:r>
              <a:rPr lang="en-US" sz="3200" dirty="0">
                <a:latin typeface="+mn-lt"/>
              </a:rPr>
              <a:t>How are addresses translated? Software </a:t>
            </a:r>
            <a:r>
              <a:rPr lang="en-US" sz="3200" b="1" dirty="0">
                <a:latin typeface="+mn-lt"/>
              </a:rPr>
              <a:t>page walk</a:t>
            </a:r>
          </a:p>
          <a:p>
            <a:pPr marL="457200" indent="-457200">
              <a:buFont typeface="Arial" panose="020B0604020202020204" pitchFamily="34" charset="0"/>
              <a:buChar char="•"/>
            </a:pPr>
            <a:r>
              <a:rPr lang="en-US" sz="2800" dirty="0">
                <a:latin typeface="+mn-lt"/>
              </a:rPr>
              <a:t>Each process is allocated a </a:t>
            </a:r>
            <a:r>
              <a:rPr lang="en-US" sz="2800" b="1" dirty="0">
                <a:latin typeface="+mn-lt"/>
              </a:rPr>
              <a:t>page table (PT)</a:t>
            </a:r>
          </a:p>
          <a:p>
            <a:pPr marL="914400" lvl="1" indent="-457200">
              <a:buFont typeface="Wingdings" panose="05000000000000000000" pitchFamily="2" charset="2"/>
              <a:buChar char="Ø"/>
            </a:pPr>
            <a:r>
              <a:rPr lang="en-US" sz="2400" dirty="0">
                <a:latin typeface="+mn-lt"/>
              </a:rPr>
              <a:t>Managed by the OS</a:t>
            </a:r>
          </a:p>
          <a:p>
            <a:pPr marL="914400" lvl="1" indent="-457200">
              <a:buFont typeface="Wingdings" panose="05000000000000000000" pitchFamily="2" charset="2"/>
              <a:buChar char="Ø"/>
            </a:pPr>
            <a:r>
              <a:rPr lang="en-US" sz="2400" dirty="0">
                <a:latin typeface="+mn-lt"/>
              </a:rPr>
              <a:t>Maps every VP to a PP or to a location on disk</a:t>
            </a:r>
          </a:p>
          <a:p>
            <a:pPr marL="914400" lvl="1" indent="-457200">
              <a:buFont typeface="Wingdings" panose="05000000000000000000" pitchFamily="2" charset="2"/>
              <a:buChar char="Ø"/>
            </a:pPr>
            <a:r>
              <a:rPr lang="en-US" sz="2400" dirty="0">
                <a:latin typeface="+mn-lt"/>
              </a:rPr>
              <a:t>Address translation = PT lookup (i.e., page walk)</a:t>
            </a:r>
          </a:p>
        </p:txBody>
      </p:sp>
      <p:sp>
        <p:nvSpPr>
          <p:cNvPr id="25" name="Rectangle 18">
            <a:extLst>
              <a:ext uri="{FF2B5EF4-FFF2-40B4-BE49-F238E27FC236}">
                <a16:creationId xmlns:a16="http://schemas.microsoft.com/office/drawing/2014/main" id="{8229113D-3886-46FD-ADF0-0FB76A9F108D}"/>
              </a:ext>
            </a:extLst>
          </p:cNvPr>
          <p:cNvSpPr>
            <a:spLocks noChangeArrowheads="1"/>
          </p:cNvSpPr>
          <p:nvPr>
            <p:custDataLst>
              <p:tags r:id="rId5"/>
            </p:custDataLst>
          </p:nvPr>
        </p:nvSpPr>
        <p:spPr bwMode="auto">
          <a:xfrm>
            <a:off x="2514600" y="4077437"/>
            <a:ext cx="32766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27" name="Rectangle 18">
            <a:extLst>
              <a:ext uri="{FF2B5EF4-FFF2-40B4-BE49-F238E27FC236}">
                <a16:creationId xmlns:a16="http://schemas.microsoft.com/office/drawing/2014/main" id="{DA169D33-550C-4DF9-8942-62CB2B9DFB51}"/>
              </a:ext>
            </a:extLst>
          </p:cNvPr>
          <p:cNvSpPr>
            <a:spLocks noChangeArrowheads="1"/>
          </p:cNvSpPr>
          <p:nvPr>
            <p:custDataLst>
              <p:tags r:id="rId6"/>
            </p:custDataLst>
          </p:nvPr>
        </p:nvSpPr>
        <p:spPr bwMode="auto">
          <a:xfrm>
            <a:off x="3048000" y="5753837"/>
            <a:ext cx="27432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Physical Page Number</a:t>
            </a:r>
          </a:p>
        </p:txBody>
      </p:sp>
      <p:sp>
        <p:nvSpPr>
          <p:cNvPr id="28" name="Rectangle 19">
            <a:extLst>
              <a:ext uri="{FF2B5EF4-FFF2-40B4-BE49-F238E27FC236}">
                <a16:creationId xmlns:a16="http://schemas.microsoft.com/office/drawing/2014/main" id="{8CB85780-C06E-404C-9175-76A5C54F88BE}"/>
              </a:ext>
            </a:extLst>
          </p:cNvPr>
          <p:cNvSpPr>
            <a:spLocks noChangeArrowheads="1"/>
          </p:cNvSpPr>
          <p:nvPr>
            <p:custDataLst>
              <p:tags r:id="rId7"/>
            </p:custDataLst>
          </p:nvPr>
        </p:nvSpPr>
        <p:spPr bwMode="auto">
          <a:xfrm>
            <a:off x="5791200" y="57538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
        <p:nvSpPr>
          <p:cNvPr id="29" name="Rectangle 28">
            <a:extLst>
              <a:ext uri="{FF2B5EF4-FFF2-40B4-BE49-F238E27FC236}">
                <a16:creationId xmlns:a16="http://schemas.microsoft.com/office/drawing/2014/main" id="{1434F183-4067-445D-A6B3-6DA9B341E187}"/>
              </a:ext>
            </a:extLst>
          </p:cNvPr>
          <p:cNvSpPr/>
          <p:nvPr>
            <p:custDataLst>
              <p:tags r:id="rId8"/>
            </p:custDataLst>
          </p:nvPr>
        </p:nvSpPr>
        <p:spPr>
          <a:xfrm>
            <a:off x="3200400" y="4730874"/>
            <a:ext cx="2286000" cy="757000"/>
          </a:xfrm>
          <a:prstGeom prst="rect">
            <a:avLst/>
          </a:prstGeom>
          <a:solidFill>
            <a:schemeClr val="accent6">
              <a:lumMod val="60000"/>
              <a:lumOff val="4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sp>
        <p:nvSpPr>
          <p:cNvPr id="30" name="Arrow: Down 29">
            <a:extLst>
              <a:ext uri="{FF2B5EF4-FFF2-40B4-BE49-F238E27FC236}">
                <a16:creationId xmlns:a16="http://schemas.microsoft.com/office/drawing/2014/main" id="{820698A9-6B18-4418-A694-6B430DD2DDC1}"/>
              </a:ext>
            </a:extLst>
          </p:cNvPr>
          <p:cNvSpPr/>
          <p:nvPr>
            <p:custDataLst>
              <p:tags r:id="rId9"/>
            </p:custDataLst>
          </p:nvPr>
        </p:nvSpPr>
        <p:spPr>
          <a:xfrm>
            <a:off x="4191000" y="4462819"/>
            <a:ext cx="304800" cy="22921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CBAEAB8-D305-402F-BD80-4E94CA225C5A}"/>
              </a:ext>
            </a:extLst>
          </p:cNvPr>
          <p:cNvSpPr/>
          <p:nvPr>
            <p:custDataLst>
              <p:tags r:id="rId10"/>
            </p:custDataLst>
          </p:nvPr>
        </p:nvSpPr>
        <p:spPr>
          <a:xfrm>
            <a:off x="4191000" y="5514421"/>
            <a:ext cx="304800" cy="202053"/>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C16E2598-46F5-43A3-BEF9-CCA3A80B2BD5}"/>
              </a:ext>
            </a:extLst>
          </p:cNvPr>
          <p:cNvSpPr/>
          <p:nvPr>
            <p:custDataLst>
              <p:tags r:id="rId11"/>
            </p:custDataLst>
          </p:nvPr>
        </p:nvSpPr>
        <p:spPr>
          <a:xfrm>
            <a:off x="6667500" y="4455528"/>
            <a:ext cx="304800" cy="122210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C994C4A-4CE4-4372-8188-3983F468361D}"/>
              </a:ext>
            </a:extLst>
          </p:cNvPr>
          <p:cNvSpPr txBox="1"/>
          <p:nvPr>
            <p:custDataLst>
              <p:tags r:id="rId12"/>
            </p:custDataLst>
          </p:nvPr>
        </p:nvSpPr>
        <p:spPr>
          <a:xfrm>
            <a:off x="762000" y="4038600"/>
            <a:ext cx="1790700" cy="458674"/>
          </a:xfrm>
          <a:prstGeom prst="rect">
            <a:avLst/>
          </a:prstGeom>
          <a:noFill/>
        </p:spPr>
        <p:txBody>
          <a:bodyPr wrap="square" rtlCol="0" anchor="ctr">
            <a:noAutofit/>
          </a:bodyPr>
          <a:lstStyle/>
          <a:p>
            <a:pPr algn="r"/>
            <a:r>
              <a:rPr lang="en-US" sz="1800" b="1" dirty="0">
                <a:latin typeface="+mn-lt"/>
              </a:rPr>
              <a:t>virtual address</a:t>
            </a:r>
          </a:p>
        </p:txBody>
      </p:sp>
      <p:sp>
        <p:nvSpPr>
          <p:cNvPr id="34" name="TextBox 33">
            <a:extLst>
              <a:ext uri="{FF2B5EF4-FFF2-40B4-BE49-F238E27FC236}">
                <a16:creationId xmlns:a16="http://schemas.microsoft.com/office/drawing/2014/main" id="{995CC56A-0390-4E5A-9872-74A7779E580D}"/>
              </a:ext>
            </a:extLst>
          </p:cNvPr>
          <p:cNvSpPr txBox="1"/>
          <p:nvPr>
            <p:custDataLst>
              <p:tags r:id="rId13"/>
            </p:custDataLst>
          </p:nvPr>
        </p:nvSpPr>
        <p:spPr>
          <a:xfrm>
            <a:off x="1278866" y="5715000"/>
            <a:ext cx="1790700" cy="458674"/>
          </a:xfrm>
          <a:prstGeom prst="rect">
            <a:avLst/>
          </a:prstGeom>
          <a:noFill/>
        </p:spPr>
        <p:txBody>
          <a:bodyPr wrap="square" rtlCol="0" anchor="ctr">
            <a:noAutofit/>
          </a:bodyPr>
          <a:lstStyle/>
          <a:p>
            <a:pPr algn="r"/>
            <a:r>
              <a:rPr lang="en-US" sz="1800" b="1" dirty="0">
                <a:latin typeface="+mn-lt"/>
              </a:rPr>
              <a:t>physical address</a:t>
            </a:r>
          </a:p>
        </p:txBody>
      </p:sp>
      <p:sp>
        <p:nvSpPr>
          <p:cNvPr id="26" name="Rectangle 19">
            <a:extLst>
              <a:ext uri="{FF2B5EF4-FFF2-40B4-BE49-F238E27FC236}">
                <a16:creationId xmlns:a16="http://schemas.microsoft.com/office/drawing/2014/main" id="{5FA40DE3-6D3F-43D8-AE30-DD9B09C130E9}"/>
              </a:ext>
            </a:extLst>
          </p:cNvPr>
          <p:cNvSpPr>
            <a:spLocks noChangeArrowheads="1"/>
          </p:cNvSpPr>
          <p:nvPr>
            <p:custDataLst>
              <p:tags r:id="rId14"/>
            </p:custDataLst>
          </p:nvPr>
        </p:nvSpPr>
        <p:spPr bwMode="auto">
          <a:xfrm>
            <a:off x="5791200" y="40774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Tree>
    <p:custDataLst>
      <p:tags r:id="rId1"/>
    </p:custDataLst>
    <p:extLst>
      <p:ext uri="{BB962C8B-B14F-4D97-AF65-F5344CB8AC3E}">
        <p14:creationId xmlns:p14="http://schemas.microsoft.com/office/powerpoint/2010/main" val="259450490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11</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3F71D58F-4E82-4301-BE55-BCA8FE87F565}"/>
              </a:ext>
            </a:extLst>
          </p:cNvPr>
          <p:cNvSpPr txBox="1"/>
          <p:nvPr>
            <p:custDataLst>
              <p:tags r:id="rId4"/>
            </p:custDataLst>
          </p:nvPr>
        </p:nvSpPr>
        <p:spPr>
          <a:xfrm>
            <a:off x="526929" y="1414730"/>
            <a:ext cx="8617071" cy="5329737"/>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Page table entry contains:</a:t>
            </a:r>
            <a:endParaRPr lang="en-US" sz="2800" b="1" dirty="0">
              <a:latin typeface="+mn-lt"/>
            </a:endParaRPr>
          </a:p>
          <a:p>
            <a:pPr marL="914400" lvl="1" indent="-457200">
              <a:buFont typeface="Wingdings" panose="05000000000000000000" pitchFamily="2" charset="2"/>
              <a:buChar char="Ø"/>
            </a:pPr>
            <a:r>
              <a:rPr lang="en-US" sz="2400" dirty="0">
                <a:latin typeface="+mn-lt"/>
              </a:rPr>
              <a:t>Physical page number</a:t>
            </a:r>
          </a:p>
          <a:p>
            <a:pPr marL="914400" lvl="1" indent="-457200">
              <a:buFont typeface="Wingdings" panose="05000000000000000000" pitchFamily="2" charset="2"/>
              <a:buChar char="Ø"/>
            </a:pPr>
            <a:r>
              <a:rPr lang="en-US" sz="2400" dirty="0">
                <a:latin typeface="+mn-lt"/>
              </a:rPr>
              <a:t>Valid bit: specifies if page is in physical memory</a:t>
            </a:r>
          </a:p>
          <a:p>
            <a:pPr marL="1371600" lvl="2" indent="-457200">
              <a:buFont typeface="Arial" panose="020B0604020202020204" pitchFamily="34" charset="0"/>
              <a:buChar char="•"/>
            </a:pPr>
            <a:r>
              <a:rPr lang="en-US" sz="2000" dirty="0">
                <a:latin typeface="+mn-lt"/>
              </a:rPr>
              <a:t>Upon a page walk, if invalid, </a:t>
            </a:r>
            <a:r>
              <a:rPr lang="en-US" sz="2000" b="1" dirty="0">
                <a:latin typeface="+mn-lt"/>
              </a:rPr>
              <a:t>page fault</a:t>
            </a:r>
          </a:p>
          <a:p>
            <a:pPr marL="914400" lvl="1" indent="-457200">
              <a:buFont typeface="Wingdings" panose="05000000000000000000" pitchFamily="2" charset="2"/>
              <a:buChar char="Ø"/>
            </a:pPr>
            <a:r>
              <a:rPr lang="en-US" sz="2400" dirty="0">
                <a:latin typeface="+mn-lt"/>
              </a:rPr>
              <a:t>Dirty bit, permission bits, etc.</a:t>
            </a:r>
          </a:p>
        </p:txBody>
      </p:sp>
      <p:sp>
        <p:nvSpPr>
          <p:cNvPr id="15" name="Rectangle 4">
            <a:extLst>
              <a:ext uri="{FF2B5EF4-FFF2-40B4-BE49-F238E27FC236}">
                <a16:creationId xmlns:a16="http://schemas.microsoft.com/office/drawing/2014/main" id="{DF567762-7523-4660-A379-E6AF67363068}"/>
              </a:ext>
            </a:extLst>
          </p:cNvPr>
          <p:cNvSpPr>
            <a:spLocks noChangeArrowheads="1"/>
          </p:cNvSpPr>
          <p:nvPr>
            <p:custDataLst>
              <p:tags r:id="rId5"/>
            </p:custDataLst>
          </p:nvPr>
        </p:nvSpPr>
        <p:spPr bwMode="auto">
          <a:xfrm>
            <a:off x="5334000" y="4343401"/>
            <a:ext cx="2362200" cy="2362199"/>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16" name="Rectangle 6">
            <a:extLst>
              <a:ext uri="{FF2B5EF4-FFF2-40B4-BE49-F238E27FC236}">
                <a16:creationId xmlns:a16="http://schemas.microsoft.com/office/drawing/2014/main" id="{0B140AF8-E53C-4984-AAE5-20CF97BDC1B0}"/>
              </a:ext>
            </a:extLst>
          </p:cNvPr>
          <p:cNvSpPr>
            <a:spLocks noChangeArrowheads="1"/>
          </p:cNvSpPr>
          <p:nvPr>
            <p:custDataLst>
              <p:tags r:id="rId6"/>
            </p:custDataLst>
          </p:nvPr>
        </p:nvSpPr>
        <p:spPr bwMode="auto">
          <a:xfrm>
            <a:off x="5334000" y="5181601"/>
            <a:ext cx="23622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Table Entry</a:t>
            </a:r>
          </a:p>
        </p:txBody>
      </p:sp>
      <p:sp>
        <p:nvSpPr>
          <p:cNvPr id="17" name="Rectangle 14">
            <a:extLst>
              <a:ext uri="{FF2B5EF4-FFF2-40B4-BE49-F238E27FC236}">
                <a16:creationId xmlns:a16="http://schemas.microsoft.com/office/drawing/2014/main" id="{F7476C48-A75D-4288-A676-86996C026A63}"/>
              </a:ext>
            </a:extLst>
          </p:cNvPr>
          <p:cNvSpPr>
            <a:spLocks noChangeArrowheads="1"/>
          </p:cNvSpPr>
          <p:nvPr>
            <p:custDataLst>
              <p:tags r:id="rId7"/>
            </p:custDataLst>
          </p:nvPr>
        </p:nvSpPr>
        <p:spPr bwMode="auto">
          <a:xfrm>
            <a:off x="1752600" y="5181601"/>
            <a:ext cx="12192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PTBR</a:t>
            </a:r>
          </a:p>
        </p:txBody>
      </p:sp>
      <p:sp>
        <p:nvSpPr>
          <p:cNvPr id="18" name="Line 17">
            <a:extLst>
              <a:ext uri="{FF2B5EF4-FFF2-40B4-BE49-F238E27FC236}">
                <a16:creationId xmlns:a16="http://schemas.microsoft.com/office/drawing/2014/main" id="{B8DEDCCE-F832-423D-9A2D-E9E49905756C}"/>
              </a:ext>
            </a:extLst>
          </p:cNvPr>
          <p:cNvSpPr>
            <a:spLocks noChangeShapeType="1"/>
          </p:cNvSpPr>
          <p:nvPr>
            <p:custDataLst>
              <p:tags r:id="rId8"/>
            </p:custDataLst>
          </p:nvPr>
        </p:nvSpPr>
        <p:spPr bwMode="auto">
          <a:xfrm flipV="1">
            <a:off x="2971800" y="4343401"/>
            <a:ext cx="2362200" cy="9906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9" name="Rectangle 18">
            <a:extLst>
              <a:ext uri="{FF2B5EF4-FFF2-40B4-BE49-F238E27FC236}">
                <a16:creationId xmlns:a16="http://schemas.microsoft.com/office/drawing/2014/main" id="{CEDB6054-F321-4655-8DFD-1CA96ED0BC06}"/>
              </a:ext>
            </a:extLst>
          </p:cNvPr>
          <p:cNvSpPr>
            <a:spLocks noChangeArrowheads="1"/>
          </p:cNvSpPr>
          <p:nvPr>
            <p:custDataLst>
              <p:tags r:id="rId9"/>
            </p:custDataLst>
          </p:nvPr>
        </p:nvSpPr>
        <p:spPr bwMode="auto">
          <a:xfrm>
            <a:off x="1371600" y="3810001"/>
            <a:ext cx="22860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20" name="Rectangle 19">
            <a:extLst>
              <a:ext uri="{FF2B5EF4-FFF2-40B4-BE49-F238E27FC236}">
                <a16:creationId xmlns:a16="http://schemas.microsoft.com/office/drawing/2014/main" id="{7747195C-359D-4420-8AEE-C31D14BAEF0C}"/>
              </a:ext>
            </a:extLst>
          </p:cNvPr>
          <p:cNvSpPr>
            <a:spLocks noChangeArrowheads="1"/>
          </p:cNvSpPr>
          <p:nvPr>
            <p:custDataLst>
              <p:tags r:id="rId10"/>
            </p:custDataLst>
          </p:nvPr>
        </p:nvSpPr>
        <p:spPr bwMode="auto">
          <a:xfrm>
            <a:off x="3657600" y="3810001"/>
            <a:ext cx="7620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Offset</a:t>
            </a:r>
          </a:p>
        </p:txBody>
      </p:sp>
      <p:sp>
        <p:nvSpPr>
          <p:cNvPr id="21" name="Oval 22">
            <a:extLst>
              <a:ext uri="{FF2B5EF4-FFF2-40B4-BE49-F238E27FC236}">
                <a16:creationId xmlns:a16="http://schemas.microsoft.com/office/drawing/2014/main" id="{6EEC67C7-D5D2-457C-889C-05235FE01598}"/>
              </a:ext>
            </a:extLst>
          </p:cNvPr>
          <p:cNvSpPr>
            <a:spLocks noChangeArrowheads="1"/>
          </p:cNvSpPr>
          <p:nvPr>
            <p:custDataLst>
              <p:tags r:id="rId11"/>
            </p:custDataLst>
          </p:nvPr>
        </p:nvSpPr>
        <p:spPr bwMode="auto">
          <a:xfrm>
            <a:off x="4191000" y="5181601"/>
            <a:ext cx="381000" cy="381000"/>
          </a:xfrm>
          <a:prstGeom prst="ellipse">
            <a:avLst/>
          </a:prstGeom>
          <a:solidFill>
            <a:schemeClr val="bg1">
              <a:lumMod val="85000"/>
            </a:schemeClr>
          </a:solidFill>
          <a:ln w="12700">
            <a:solidFill>
              <a:schemeClr val="tx1"/>
            </a:solidFill>
            <a:round/>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sp>
        <p:nvSpPr>
          <p:cNvPr id="22" name="Line 24">
            <a:extLst>
              <a:ext uri="{FF2B5EF4-FFF2-40B4-BE49-F238E27FC236}">
                <a16:creationId xmlns:a16="http://schemas.microsoft.com/office/drawing/2014/main" id="{4688CFEF-EED9-472B-AFE1-BD8D94917045}"/>
              </a:ext>
            </a:extLst>
          </p:cNvPr>
          <p:cNvSpPr>
            <a:spLocks noChangeShapeType="1"/>
          </p:cNvSpPr>
          <p:nvPr>
            <p:custDataLst>
              <p:tags r:id="rId12"/>
            </p:custDataLst>
          </p:nvPr>
        </p:nvSpPr>
        <p:spPr bwMode="auto">
          <a:xfrm>
            <a:off x="2971800" y="5334001"/>
            <a:ext cx="12192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cxnSp>
        <p:nvCxnSpPr>
          <p:cNvPr id="23" name="AutoShape 25">
            <a:extLst>
              <a:ext uri="{FF2B5EF4-FFF2-40B4-BE49-F238E27FC236}">
                <a16:creationId xmlns:a16="http://schemas.microsoft.com/office/drawing/2014/main" id="{27AD3BAB-87F9-4D95-90F8-466CEFF63DEC}"/>
              </a:ext>
            </a:extLst>
          </p:cNvPr>
          <p:cNvCxnSpPr>
            <a:cxnSpLocks noChangeShapeType="1"/>
            <a:stCxn id="19" idx="2"/>
            <a:endCxn id="21" idx="0"/>
          </p:cNvCxnSpPr>
          <p:nvPr>
            <p:custDataLst>
              <p:tags r:id="rId13"/>
            </p:custDataLst>
          </p:nvPr>
        </p:nvCxnSpPr>
        <p:spPr bwMode="auto">
          <a:xfrm rot="16200000" flipH="1">
            <a:off x="2952750" y="3752851"/>
            <a:ext cx="990600" cy="18669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24" name="AutoShape 26">
            <a:extLst>
              <a:ext uri="{FF2B5EF4-FFF2-40B4-BE49-F238E27FC236}">
                <a16:creationId xmlns:a16="http://schemas.microsoft.com/office/drawing/2014/main" id="{9479BADC-F445-45BC-A02D-4B829CACD450}"/>
              </a:ext>
            </a:extLst>
          </p:cNvPr>
          <p:cNvCxnSpPr>
            <a:cxnSpLocks noChangeShapeType="1"/>
            <a:stCxn id="21" idx="6"/>
          </p:cNvCxnSpPr>
          <p:nvPr/>
        </p:nvCxnSpPr>
        <p:spPr bwMode="auto">
          <a:xfrm>
            <a:off x="4572000" y="5372101"/>
            <a:ext cx="762000" cy="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5" name="Rectangle 18">
            <a:extLst>
              <a:ext uri="{FF2B5EF4-FFF2-40B4-BE49-F238E27FC236}">
                <a16:creationId xmlns:a16="http://schemas.microsoft.com/office/drawing/2014/main" id="{5C52C451-FBA6-4F11-9FFD-0C9FC3C78A61}"/>
              </a:ext>
            </a:extLst>
          </p:cNvPr>
          <p:cNvSpPr>
            <a:spLocks noChangeArrowheads="1"/>
          </p:cNvSpPr>
          <p:nvPr>
            <p:custDataLst>
              <p:tags r:id="rId14"/>
            </p:custDataLst>
          </p:nvPr>
        </p:nvSpPr>
        <p:spPr bwMode="auto">
          <a:xfrm>
            <a:off x="1219200" y="4800601"/>
            <a:ext cx="2286000" cy="381000"/>
          </a:xfrm>
          <a:prstGeom prst="rect">
            <a:avLst/>
          </a:prstGeom>
          <a:noFill/>
          <a:ln w="12700">
            <a:no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Table Base Register</a:t>
            </a:r>
          </a:p>
        </p:txBody>
      </p:sp>
    </p:spTree>
    <p:custDataLst>
      <p:tags r:id="rId1"/>
    </p:custDataLst>
    <p:extLst>
      <p:ext uri="{BB962C8B-B14F-4D97-AF65-F5344CB8AC3E}">
        <p14:creationId xmlns:p14="http://schemas.microsoft.com/office/powerpoint/2010/main" val="247085527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12</a:t>
            </a:fld>
            <a:endParaRPr lang="en-US" altLang="en-US" sz="1400">
              <a:latin typeface="Times New Roman" panose="02020603050405020304" pitchFamily="18" charset="0"/>
            </a:endParaRPr>
          </a:p>
        </p:txBody>
      </p:sp>
      <p:sp>
        <p:nvSpPr>
          <p:cNvPr id="25" name="TextBox 24">
            <a:extLst>
              <a:ext uri="{FF2B5EF4-FFF2-40B4-BE49-F238E27FC236}">
                <a16:creationId xmlns:a16="http://schemas.microsoft.com/office/drawing/2014/main" id="{1754CE89-75F2-4D64-814C-FECDF0454AE3}"/>
              </a:ext>
            </a:extLst>
          </p:cNvPr>
          <p:cNvSpPr txBox="1"/>
          <p:nvPr>
            <p:custDataLst>
              <p:tags r:id="rId4"/>
            </p:custDataLst>
          </p:nvPr>
        </p:nvSpPr>
        <p:spPr>
          <a:xfrm>
            <a:off x="526929" y="1414730"/>
            <a:ext cx="8312271" cy="5329737"/>
          </a:xfrm>
          <a:prstGeom prst="rect">
            <a:avLst/>
          </a:prstGeom>
          <a:noFill/>
        </p:spPr>
        <p:txBody>
          <a:bodyPr wrap="square" rtlCol="0" anchor="t">
            <a:noAutofit/>
          </a:bodyPr>
          <a:lstStyle/>
          <a:p>
            <a:r>
              <a:rPr lang="en-US" sz="3200" b="1" dirty="0">
                <a:latin typeface="+mn-lt"/>
              </a:rPr>
              <a:t>Page fault: </a:t>
            </a:r>
            <a:r>
              <a:rPr lang="en-US" sz="3200" dirty="0">
                <a:latin typeface="+mn-lt"/>
              </a:rPr>
              <a:t>Invalid PTE</a:t>
            </a:r>
          </a:p>
          <a:p>
            <a:pPr marL="457200" indent="-457200">
              <a:buFont typeface="Arial" panose="020B0604020202020204" pitchFamily="34" charset="0"/>
              <a:buChar char="•"/>
            </a:pPr>
            <a:r>
              <a:rPr lang="en-US" sz="2800" dirty="0">
                <a:latin typeface="+mn-lt"/>
              </a:rPr>
              <a:t>Page is simply not in physical memory</a:t>
            </a:r>
          </a:p>
          <a:p>
            <a:pPr marL="914400" lvl="1" indent="-457200">
              <a:buFont typeface="Wingdings" panose="05000000000000000000" pitchFamily="2" charset="2"/>
              <a:buChar char="Ø"/>
            </a:pPr>
            <a:endParaRPr lang="en-US" sz="2400" dirty="0">
              <a:latin typeface="+mn-lt"/>
            </a:endParaRPr>
          </a:p>
          <a:p>
            <a:r>
              <a:rPr lang="en-US" sz="3200" dirty="0">
                <a:latin typeface="+mn-lt"/>
              </a:rPr>
              <a:t>OS page swap routine:</a:t>
            </a:r>
          </a:p>
          <a:p>
            <a:pPr marL="457200" indent="-457200">
              <a:buFont typeface="Arial" panose="020B0604020202020204" pitchFamily="34" charset="0"/>
              <a:buChar char="•"/>
            </a:pPr>
            <a:r>
              <a:rPr lang="en-US" sz="2800" dirty="0">
                <a:latin typeface="+mn-lt"/>
              </a:rPr>
              <a:t>Choose physical page to replace; if dirty, write to disk</a:t>
            </a:r>
          </a:p>
          <a:p>
            <a:pPr marL="914400" lvl="1" indent="-457200">
              <a:buFont typeface="Wingdings" panose="05000000000000000000" pitchFamily="2" charset="2"/>
              <a:buChar char="Ø"/>
            </a:pPr>
            <a:r>
              <a:rPr lang="en-US" sz="2400" dirty="0">
                <a:latin typeface="+mn-lt"/>
              </a:rPr>
              <a:t>Identifies roughly which pages are actively being used</a:t>
            </a:r>
          </a:p>
          <a:p>
            <a:pPr marL="914400" lvl="1" indent="-457200">
              <a:buFont typeface="Wingdings" panose="05000000000000000000" pitchFamily="2" charset="2"/>
              <a:buChar char="Ø"/>
            </a:pPr>
            <a:r>
              <a:rPr lang="en-US" sz="2400" dirty="0">
                <a:latin typeface="+mn-lt"/>
              </a:rPr>
              <a:t>Balances needs of all currently running processes</a:t>
            </a:r>
          </a:p>
          <a:p>
            <a:pPr marL="457200" indent="-457200">
              <a:buFont typeface="Arial" panose="020B0604020202020204" pitchFamily="34" charset="0"/>
              <a:buChar char="•"/>
            </a:pPr>
            <a:r>
              <a:rPr lang="en-US" sz="2800" dirty="0">
                <a:latin typeface="+mn-lt"/>
              </a:rPr>
              <a:t>Read missing page from disk</a:t>
            </a:r>
          </a:p>
          <a:p>
            <a:pPr marL="914400" lvl="1" indent="-457200">
              <a:buFont typeface="Wingdings" panose="05000000000000000000" pitchFamily="2" charset="2"/>
              <a:buChar char="Ø"/>
            </a:pPr>
            <a:r>
              <a:rPr lang="en-US" sz="2400" dirty="0">
                <a:latin typeface="+mn-lt"/>
              </a:rPr>
              <a:t>Takes very long (~10ms), so OS schedules another task</a:t>
            </a:r>
          </a:p>
        </p:txBody>
      </p:sp>
    </p:spTree>
    <p:custDataLst>
      <p:tags r:id="rId1"/>
    </p:custDataLst>
    <p:extLst>
      <p:ext uri="{BB962C8B-B14F-4D97-AF65-F5344CB8AC3E}">
        <p14:creationId xmlns:p14="http://schemas.microsoft.com/office/powerpoint/2010/main" val="242497522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13</a:t>
            </a:fld>
            <a:endParaRPr lang="en-US" altLang="en-US" sz="1400"/>
          </a:p>
        </p:txBody>
      </p:sp>
      <p:sp>
        <p:nvSpPr>
          <p:cNvPr id="20" name="TextBox 19">
            <a:extLst>
              <a:ext uri="{FF2B5EF4-FFF2-40B4-BE49-F238E27FC236}">
                <a16:creationId xmlns:a16="http://schemas.microsoft.com/office/drawing/2014/main" id="{7B6AB0B9-7F49-4ABA-8C4B-969FF4CC2DE3}"/>
              </a:ext>
            </a:extLst>
          </p:cNvPr>
          <p:cNvSpPr txBox="1"/>
          <p:nvPr>
            <p:custDataLst>
              <p:tags r:id="rId3"/>
            </p:custDataLst>
          </p:nvPr>
        </p:nvSpPr>
        <p:spPr>
          <a:xfrm>
            <a:off x="685800" y="3001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26" name="TextBox 25">
            <a:extLst>
              <a:ext uri="{FF2B5EF4-FFF2-40B4-BE49-F238E27FC236}">
                <a16:creationId xmlns:a16="http://schemas.microsoft.com/office/drawing/2014/main" id="{5CC1DCD8-0E66-4156-81C9-334FEB3BE909}"/>
              </a:ext>
            </a:extLst>
          </p:cNvPr>
          <p:cNvSpPr txBox="1"/>
          <p:nvPr>
            <p:custDataLst>
              <p:tags r:id="rId4"/>
            </p:custDataLst>
          </p:nvPr>
        </p:nvSpPr>
        <p:spPr>
          <a:xfrm>
            <a:off x="685800" y="5282539"/>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graphicFrame>
        <p:nvGraphicFramePr>
          <p:cNvPr id="3" name="Table 2">
            <a:extLst>
              <a:ext uri="{FF2B5EF4-FFF2-40B4-BE49-F238E27FC236}">
                <a16:creationId xmlns:a16="http://schemas.microsoft.com/office/drawing/2014/main" id="{D668C78C-D27F-4949-A0EA-CD6F44C56835}"/>
              </a:ext>
            </a:extLst>
          </p:cNvPr>
          <p:cNvGraphicFramePr>
            <a:graphicFrameLocks noGrp="1"/>
          </p:cNvGraphicFramePr>
          <p:nvPr>
            <p:custDataLst>
              <p:tags r:id="rId5"/>
            </p:custDataLst>
            <p:extLst>
              <p:ext uri="{D42A27DB-BD31-4B8C-83A1-F6EECF244321}">
                <p14:modId xmlns:p14="http://schemas.microsoft.com/office/powerpoint/2010/main" val="147122696"/>
              </p:ext>
            </p:extLst>
          </p:nvPr>
        </p:nvGraphicFramePr>
        <p:xfrm>
          <a:off x="3505200" y="2854473"/>
          <a:ext cx="1066800" cy="158496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48133081"/>
                  </a:ext>
                </a:extLst>
              </a:tr>
            </a:tbl>
          </a:graphicData>
        </a:graphic>
      </p:graphicFrame>
      <p:graphicFrame>
        <p:nvGraphicFramePr>
          <p:cNvPr id="29" name="Table 28">
            <a:extLst>
              <a:ext uri="{FF2B5EF4-FFF2-40B4-BE49-F238E27FC236}">
                <a16:creationId xmlns:a16="http://schemas.microsoft.com/office/drawing/2014/main" id="{28BD11D1-70A9-4688-8BE2-5D7B5D695A92}"/>
              </a:ext>
            </a:extLst>
          </p:cNvPr>
          <p:cNvGraphicFramePr>
            <a:graphicFrameLocks noGrp="1"/>
          </p:cNvGraphicFramePr>
          <p:nvPr>
            <p:custDataLst>
              <p:tags r:id="rId6"/>
            </p:custDataLst>
            <p:extLst>
              <p:ext uri="{D42A27DB-BD31-4B8C-83A1-F6EECF244321}">
                <p14:modId xmlns:p14="http://schemas.microsoft.com/office/powerpoint/2010/main" val="3060113976"/>
              </p:ext>
            </p:extLst>
          </p:nvPr>
        </p:nvGraphicFramePr>
        <p:xfrm>
          <a:off x="6210300" y="4330530"/>
          <a:ext cx="1066800" cy="118872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193589788"/>
                  </a:ext>
                </a:extLst>
              </a:tr>
            </a:tbl>
          </a:graphicData>
        </a:graphic>
      </p:graphicFrame>
      <p:graphicFrame>
        <p:nvGraphicFramePr>
          <p:cNvPr id="31" name="Table 30">
            <a:extLst>
              <a:ext uri="{FF2B5EF4-FFF2-40B4-BE49-F238E27FC236}">
                <a16:creationId xmlns:a16="http://schemas.microsoft.com/office/drawing/2014/main" id="{D7D9C0ED-FE8E-4461-A6A8-1E04A48B6812}"/>
              </a:ext>
            </a:extLst>
          </p:cNvPr>
          <p:cNvGraphicFramePr>
            <a:graphicFrameLocks noGrp="1"/>
          </p:cNvGraphicFramePr>
          <p:nvPr>
            <p:custDataLst>
              <p:tags r:id="rId7"/>
            </p:custDataLst>
            <p:extLst>
              <p:ext uri="{D42A27DB-BD31-4B8C-83A1-F6EECF244321}">
                <p14:modId xmlns:p14="http://schemas.microsoft.com/office/powerpoint/2010/main" val="1994446278"/>
              </p:ext>
            </p:extLst>
          </p:nvPr>
        </p:nvGraphicFramePr>
        <p:xfrm>
          <a:off x="3505200" y="5135306"/>
          <a:ext cx="1066800" cy="158496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37023388"/>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24594132"/>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48133081"/>
                  </a:ext>
                </a:extLst>
              </a:tr>
            </a:tbl>
          </a:graphicData>
        </a:graphic>
      </p:graphicFrame>
      <p:sp>
        <p:nvSpPr>
          <p:cNvPr id="32" name="TextBox 31">
            <a:extLst>
              <a:ext uri="{FF2B5EF4-FFF2-40B4-BE49-F238E27FC236}">
                <a16:creationId xmlns:a16="http://schemas.microsoft.com/office/drawing/2014/main" id="{8CAD25B4-7742-4952-A6C4-463908DC5CDE}"/>
              </a:ext>
            </a:extLst>
          </p:cNvPr>
          <p:cNvSpPr txBox="1"/>
          <p:nvPr>
            <p:custDataLst>
              <p:tags r:id="rId8"/>
            </p:custDataLst>
          </p:nvPr>
        </p:nvSpPr>
        <p:spPr>
          <a:xfrm>
            <a:off x="2857500" y="2514600"/>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virtual address space</a:t>
            </a:r>
          </a:p>
        </p:txBody>
      </p:sp>
      <p:sp>
        <p:nvSpPr>
          <p:cNvPr id="33" name="TextBox 32">
            <a:extLst>
              <a:ext uri="{FF2B5EF4-FFF2-40B4-BE49-F238E27FC236}">
                <a16:creationId xmlns:a16="http://schemas.microsoft.com/office/drawing/2014/main" id="{E065C9A3-73FB-4872-8A7A-5DAE1E5D9A5A}"/>
              </a:ext>
            </a:extLst>
          </p:cNvPr>
          <p:cNvSpPr txBox="1"/>
          <p:nvPr>
            <p:custDataLst>
              <p:tags r:id="rId9"/>
            </p:custDataLst>
          </p:nvPr>
        </p:nvSpPr>
        <p:spPr>
          <a:xfrm>
            <a:off x="2920760" y="4785250"/>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virtual address space</a:t>
            </a:r>
          </a:p>
        </p:txBody>
      </p:sp>
      <p:sp>
        <p:nvSpPr>
          <p:cNvPr id="34" name="TextBox 33">
            <a:extLst>
              <a:ext uri="{FF2B5EF4-FFF2-40B4-BE49-F238E27FC236}">
                <a16:creationId xmlns:a16="http://schemas.microsoft.com/office/drawing/2014/main" id="{3935590A-3981-41E6-8B78-341C2FF16969}"/>
              </a:ext>
            </a:extLst>
          </p:cNvPr>
          <p:cNvSpPr txBox="1"/>
          <p:nvPr>
            <p:custDataLst>
              <p:tags r:id="rId10"/>
            </p:custDataLst>
          </p:nvPr>
        </p:nvSpPr>
        <p:spPr>
          <a:xfrm>
            <a:off x="5562600" y="3991976"/>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physical memory</a:t>
            </a:r>
          </a:p>
        </p:txBody>
      </p:sp>
      <p:cxnSp>
        <p:nvCxnSpPr>
          <p:cNvPr id="6" name="Straight Arrow Connector 5">
            <a:extLst>
              <a:ext uri="{FF2B5EF4-FFF2-40B4-BE49-F238E27FC236}">
                <a16:creationId xmlns:a16="http://schemas.microsoft.com/office/drawing/2014/main" id="{43160746-B95E-42C4-88B6-1A9CFF087929}"/>
              </a:ext>
            </a:extLst>
          </p:cNvPr>
          <p:cNvCxnSpPr>
            <a:cxnSpLocks/>
          </p:cNvCxnSpPr>
          <p:nvPr/>
        </p:nvCxnSpPr>
        <p:spPr>
          <a:xfrm>
            <a:off x="4648200" y="3601233"/>
            <a:ext cx="1371600" cy="99060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4C87BF2-357A-4B35-8B66-8A3167CA94D8}"/>
              </a:ext>
            </a:extLst>
          </p:cNvPr>
          <p:cNvCxnSpPr>
            <a:cxnSpLocks/>
          </p:cNvCxnSpPr>
          <p:nvPr/>
        </p:nvCxnSpPr>
        <p:spPr>
          <a:xfrm flipV="1">
            <a:off x="4629509" y="5201433"/>
            <a:ext cx="1390291" cy="726353"/>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99048178-0E42-437E-9F09-0E63DFC750B4}"/>
              </a:ext>
            </a:extLst>
          </p:cNvPr>
          <p:cNvGraphicFramePr>
            <a:graphicFrameLocks noGrp="1"/>
          </p:cNvGraphicFramePr>
          <p:nvPr>
            <p:custDataLst>
              <p:tags r:id="rId11"/>
            </p:custDataLst>
            <p:extLst>
              <p:ext uri="{D42A27DB-BD31-4B8C-83A1-F6EECF244321}">
                <p14:modId xmlns:p14="http://schemas.microsoft.com/office/powerpoint/2010/main" val="947548845"/>
              </p:ext>
            </p:extLst>
          </p:nvPr>
        </p:nvGraphicFramePr>
        <p:xfrm>
          <a:off x="7734300" y="3250713"/>
          <a:ext cx="1066800" cy="316992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48133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433659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470400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02126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833130666"/>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849861053"/>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06719529"/>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5467689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349321"/>
                  </a:ext>
                </a:extLst>
              </a:tr>
            </a:tbl>
          </a:graphicData>
        </a:graphic>
      </p:graphicFrame>
      <p:sp>
        <p:nvSpPr>
          <p:cNvPr id="15" name="TextBox 14">
            <a:extLst>
              <a:ext uri="{FF2B5EF4-FFF2-40B4-BE49-F238E27FC236}">
                <a16:creationId xmlns:a16="http://schemas.microsoft.com/office/drawing/2014/main" id="{0A01E0D7-C68F-456A-8363-C0ECDC05219B}"/>
              </a:ext>
            </a:extLst>
          </p:cNvPr>
          <p:cNvSpPr txBox="1"/>
          <p:nvPr>
            <p:custDataLst>
              <p:tags r:id="rId12"/>
            </p:custDataLst>
          </p:nvPr>
        </p:nvSpPr>
        <p:spPr>
          <a:xfrm>
            <a:off x="7086600" y="2926994"/>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disk</a:t>
            </a:r>
          </a:p>
        </p:txBody>
      </p:sp>
      <p:sp>
        <p:nvSpPr>
          <p:cNvPr id="16" name="TextBox 15">
            <a:extLst>
              <a:ext uri="{FF2B5EF4-FFF2-40B4-BE49-F238E27FC236}">
                <a16:creationId xmlns:a16="http://schemas.microsoft.com/office/drawing/2014/main" id="{9B44BF13-D28D-4628-AE41-F6E9082CE1D6}"/>
              </a:ext>
            </a:extLst>
          </p:cNvPr>
          <p:cNvSpPr txBox="1"/>
          <p:nvPr>
            <p:custDataLst>
              <p:tags r:id="rId13"/>
            </p:custDataLst>
          </p:nvPr>
        </p:nvSpPr>
        <p:spPr>
          <a:xfrm>
            <a:off x="5105400" y="5763521"/>
            <a:ext cx="13716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page table</a:t>
            </a:r>
          </a:p>
        </p:txBody>
      </p:sp>
      <p:cxnSp>
        <p:nvCxnSpPr>
          <p:cNvPr id="17" name="Straight Connector 16">
            <a:extLst>
              <a:ext uri="{FF2B5EF4-FFF2-40B4-BE49-F238E27FC236}">
                <a16:creationId xmlns:a16="http://schemas.microsoft.com/office/drawing/2014/main" id="{D03250C3-EF58-408E-AD13-948F7F1B9902}"/>
              </a:ext>
            </a:extLst>
          </p:cNvPr>
          <p:cNvCxnSpPr>
            <a:cxnSpLocks/>
          </p:cNvCxnSpPr>
          <p:nvPr/>
        </p:nvCxnSpPr>
        <p:spPr>
          <a:xfrm flipH="1">
            <a:off x="6077309" y="5399130"/>
            <a:ext cx="266341" cy="458674"/>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EEAA17B-4C94-4ACF-99F0-736779559EA3}"/>
              </a:ext>
            </a:extLst>
          </p:cNvPr>
          <p:cNvSpPr txBox="1"/>
          <p:nvPr>
            <p:custDataLst>
              <p:tags r:id="rId14"/>
            </p:custDataLst>
          </p:nvPr>
        </p:nvSpPr>
        <p:spPr>
          <a:xfrm>
            <a:off x="526929" y="1414730"/>
            <a:ext cx="8007471" cy="1098551"/>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Note that the page table itself is stored in physical memory</a:t>
            </a:r>
            <a:endParaRPr lang="en-US" sz="2800" b="1" dirty="0">
              <a:latin typeface="+mn-lt"/>
            </a:endParaRPr>
          </a:p>
        </p:txBody>
      </p:sp>
      <p:sp>
        <p:nvSpPr>
          <p:cNvPr id="4" name="Title 3">
            <a:extLst>
              <a:ext uri="{FF2B5EF4-FFF2-40B4-BE49-F238E27FC236}">
                <a16:creationId xmlns:a16="http://schemas.microsoft.com/office/drawing/2014/main" id="{E43D5F28-91E1-49D0-89BA-329F94C9E231}"/>
              </a:ext>
            </a:extLst>
          </p:cNvPr>
          <p:cNvSpPr>
            <a:spLocks noGrp="1"/>
          </p:cNvSpPr>
          <p:nvPr>
            <p:ph type="title"/>
            <p:custDataLst>
              <p:tags r:id="rId15"/>
            </p:custDataLst>
          </p:nvPr>
        </p:nvSpPr>
        <p:spPr>
          <a:xfrm>
            <a:off x="457200" y="274638"/>
            <a:ext cx="7467600" cy="1143000"/>
          </a:xfrm>
        </p:spPr>
        <p:txBody>
          <a:bodyPr/>
          <a:lstStyle/>
          <a:p>
            <a:r>
              <a:rPr lang="en-US" dirty="0"/>
              <a:t>Page Tables</a:t>
            </a:r>
          </a:p>
        </p:txBody>
      </p:sp>
    </p:spTree>
    <p:custDataLst>
      <p:tags r:id="rId1"/>
    </p:custDataLst>
    <p:extLst>
      <p:ext uri="{BB962C8B-B14F-4D97-AF65-F5344CB8AC3E}">
        <p14:creationId xmlns:p14="http://schemas.microsoft.com/office/powerpoint/2010/main" val="381686786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sp>
        <p:nvSpPr>
          <p:cNvPr id="15" name="TextBox 14">
            <a:extLst>
              <a:ext uri="{FF2B5EF4-FFF2-40B4-BE49-F238E27FC236}">
                <a16:creationId xmlns:a16="http://schemas.microsoft.com/office/drawing/2014/main" id="{694AC7AA-91FD-4749-B458-DA4E1FF2FC0C}"/>
              </a:ext>
            </a:extLst>
          </p:cNvPr>
          <p:cNvSpPr txBox="1"/>
          <p:nvPr>
            <p:custDataLst>
              <p:tags r:id="rId4"/>
            </p:custDataLst>
          </p:nvPr>
        </p:nvSpPr>
        <p:spPr>
          <a:xfrm>
            <a:off x="526929" y="1414730"/>
            <a:ext cx="8464671" cy="5329737"/>
          </a:xfrm>
          <a:prstGeom prst="rect">
            <a:avLst/>
          </a:prstGeom>
          <a:noFill/>
        </p:spPr>
        <p:txBody>
          <a:bodyPr wrap="square" rtlCol="0" anchor="t">
            <a:noAutofit/>
          </a:bodyPr>
          <a:lstStyle/>
          <a:p>
            <a:r>
              <a:rPr lang="en-US" sz="3200" dirty="0">
                <a:latin typeface="+mn-lt"/>
              </a:rPr>
              <a:t>e.g., How big is a page table in the following machine?</a:t>
            </a:r>
          </a:p>
          <a:p>
            <a:pPr marL="457200" indent="-457200">
              <a:buFont typeface="Arial" panose="020B0604020202020204" pitchFamily="34" charset="0"/>
              <a:buChar char="•"/>
            </a:pPr>
            <a:r>
              <a:rPr lang="en-US" sz="2800" dirty="0">
                <a:latin typeface="+mn-lt"/>
              </a:rPr>
              <a:t>32-bit machine</a:t>
            </a:r>
          </a:p>
          <a:p>
            <a:pPr marL="457200" indent="-457200">
              <a:buFont typeface="Arial" panose="020B0604020202020204" pitchFamily="34" charset="0"/>
              <a:buChar char="•"/>
            </a:pPr>
            <a:r>
              <a:rPr lang="en-US" sz="2800" dirty="0">
                <a:latin typeface="+mn-lt"/>
              </a:rPr>
              <a:t>4KB pages</a:t>
            </a:r>
          </a:p>
          <a:p>
            <a:pPr marL="457200" indent="-457200">
              <a:buFont typeface="Arial" panose="020B0604020202020204" pitchFamily="34" charset="0"/>
              <a:buChar char="•"/>
            </a:pPr>
            <a:r>
              <a:rPr lang="en-US" sz="2800" dirty="0">
                <a:latin typeface="+mn-lt"/>
              </a:rPr>
              <a:t>4B per page table entry (PTE)</a:t>
            </a:r>
          </a:p>
          <a:p>
            <a:pPr marL="914400" lvl="1" indent="-457200">
              <a:buFont typeface="Wingdings" panose="05000000000000000000" pitchFamily="2" charset="2"/>
              <a:buChar char="Ø"/>
            </a:pPr>
            <a:r>
              <a:rPr lang="en-US" sz="2400" b="1" dirty="0">
                <a:latin typeface="+mn-lt"/>
              </a:rPr>
              <a:t>32-bit machine implies 4GB virtual memory</a:t>
            </a:r>
          </a:p>
          <a:p>
            <a:pPr marL="914400" lvl="1" indent="-457200">
              <a:buFont typeface="Wingdings" panose="05000000000000000000" pitchFamily="2" charset="2"/>
              <a:buChar char="Ø"/>
            </a:pPr>
            <a:r>
              <a:rPr lang="en-US" sz="2400" b="1" dirty="0">
                <a:latin typeface="+mn-lt"/>
              </a:rPr>
              <a:t>4GB virtual memory / 4KB page size = 1M VPs</a:t>
            </a:r>
          </a:p>
          <a:p>
            <a:pPr marL="914400" lvl="1" indent="-457200">
              <a:buFont typeface="Wingdings" panose="05000000000000000000" pitchFamily="2" charset="2"/>
              <a:buChar char="Ø"/>
            </a:pPr>
            <a:r>
              <a:rPr lang="en-US" sz="2400" b="1" dirty="0">
                <a:latin typeface="+mn-lt"/>
              </a:rPr>
              <a:t>1M VPs × 4B PTE = 4MB page table</a:t>
            </a:r>
          </a:p>
        </p:txBody>
      </p:sp>
    </p:spTree>
    <p:custDataLst>
      <p:tags r:id="rId1"/>
    </p:custDataLst>
    <p:extLst>
      <p:ext uri="{BB962C8B-B14F-4D97-AF65-F5344CB8AC3E}">
        <p14:creationId xmlns:p14="http://schemas.microsoft.com/office/powerpoint/2010/main" val="42479685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Multi-Level 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15</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4C06B52F-4539-4AC4-B365-3529848180DE}"/>
              </a:ext>
            </a:extLst>
          </p:cNvPr>
          <p:cNvSpPr txBox="1"/>
          <p:nvPr>
            <p:custDataLst>
              <p:tags r:id="rId4"/>
            </p:custDataLst>
          </p:nvPr>
        </p:nvSpPr>
        <p:spPr>
          <a:xfrm>
            <a:off x="526929" y="1414730"/>
            <a:ext cx="5188071" cy="5329737"/>
          </a:xfrm>
          <a:prstGeom prst="rect">
            <a:avLst/>
          </a:prstGeom>
          <a:noFill/>
        </p:spPr>
        <p:txBody>
          <a:bodyPr wrap="square" rtlCol="0" anchor="t">
            <a:noAutofit/>
          </a:bodyPr>
          <a:lstStyle/>
          <a:p>
            <a:r>
              <a:rPr lang="en-US" sz="3200" dirty="0">
                <a:latin typeface="+mn-lt"/>
              </a:rPr>
              <a:t>Method for making page tables smaller:</a:t>
            </a:r>
          </a:p>
          <a:p>
            <a:pPr marL="457200" indent="-457200">
              <a:buFont typeface="Arial" panose="020B0604020202020204" pitchFamily="34" charset="0"/>
              <a:buChar char="•"/>
            </a:pPr>
            <a:r>
              <a:rPr lang="en-US" sz="2800" dirty="0">
                <a:latin typeface="+mn-lt"/>
              </a:rPr>
              <a:t>Tree of page tables</a:t>
            </a:r>
          </a:p>
          <a:p>
            <a:pPr marL="457200" indent="-457200">
              <a:buFont typeface="Arial" panose="020B0604020202020204" pitchFamily="34" charset="0"/>
              <a:buChar char="•"/>
            </a:pPr>
            <a:r>
              <a:rPr lang="en-US" sz="2800" dirty="0">
                <a:latin typeface="+mn-lt"/>
              </a:rPr>
              <a:t>At last level, tables contain PTEs</a:t>
            </a:r>
          </a:p>
          <a:p>
            <a:pPr marL="457200" indent="-457200">
              <a:buFont typeface="Arial" panose="020B0604020202020204" pitchFamily="34" charset="0"/>
              <a:buChar char="•"/>
            </a:pPr>
            <a:r>
              <a:rPr lang="en-US" sz="2800" dirty="0">
                <a:latin typeface="+mn-lt"/>
              </a:rPr>
              <a:t>At first levels, tables contain pointers to later-level tables</a:t>
            </a:r>
          </a:p>
          <a:p>
            <a:pPr marL="457200" indent="-457200">
              <a:buFont typeface="Arial" panose="020B0604020202020204" pitchFamily="34" charset="0"/>
              <a:buChar char="•"/>
            </a:pPr>
            <a:r>
              <a:rPr lang="en-US" sz="2800" dirty="0">
                <a:latin typeface="+mn-lt"/>
              </a:rPr>
              <a:t>Different bits of VPN are used to index into the different levels; L1 uses </a:t>
            </a:r>
            <a:r>
              <a:rPr lang="en-US" sz="2800" dirty="0" err="1">
                <a:latin typeface="+mn-lt"/>
              </a:rPr>
              <a:t>MSb</a:t>
            </a:r>
            <a:endParaRPr lang="en-US" sz="2800" dirty="0">
              <a:latin typeface="+mn-lt"/>
            </a:endParaRPr>
          </a:p>
        </p:txBody>
      </p:sp>
      <p:sp>
        <p:nvSpPr>
          <p:cNvPr id="6" name="Rectangle 5">
            <a:extLst>
              <a:ext uri="{FF2B5EF4-FFF2-40B4-BE49-F238E27FC236}">
                <a16:creationId xmlns:a16="http://schemas.microsoft.com/office/drawing/2014/main" id="{3B97FFE0-5247-4AB7-BD71-A81C7EC847AF}"/>
              </a:ext>
            </a:extLst>
          </p:cNvPr>
          <p:cNvSpPr>
            <a:spLocks noChangeArrowheads="1"/>
          </p:cNvSpPr>
          <p:nvPr>
            <p:custDataLst>
              <p:tags r:id="rId5"/>
            </p:custDataLst>
          </p:nvPr>
        </p:nvSpPr>
        <p:spPr bwMode="auto">
          <a:xfrm>
            <a:off x="8252909" y="3625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7" name="Rectangle 6">
            <a:extLst>
              <a:ext uri="{FF2B5EF4-FFF2-40B4-BE49-F238E27FC236}">
                <a16:creationId xmlns:a16="http://schemas.microsoft.com/office/drawing/2014/main" id="{A280670C-7C70-49F1-A9BD-4E5AE9B48C0F}"/>
              </a:ext>
            </a:extLst>
          </p:cNvPr>
          <p:cNvSpPr>
            <a:spLocks noChangeArrowheads="1"/>
          </p:cNvSpPr>
          <p:nvPr>
            <p:custDataLst>
              <p:tags r:id="rId6"/>
            </p:custDataLst>
          </p:nvPr>
        </p:nvSpPr>
        <p:spPr bwMode="auto">
          <a:xfrm>
            <a:off x="8252909" y="3777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8" name="Rectangle 7">
            <a:extLst>
              <a:ext uri="{FF2B5EF4-FFF2-40B4-BE49-F238E27FC236}">
                <a16:creationId xmlns:a16="http://schemas.microsoft.com/office/drawing/2014/main" id="{DB0357E7-D91E-408D-A29B-E88A7B42A971}"/>
              </a:ext>
            </a:extLst>
          </p:cNvPr>
          <p:cNvSpPr>
            <a:spLocks noChangeArrowheads="1"/>
          </p:cNvSpPr>
          <p:nvPr>
            <p:custDataLst>
              <p:tags r:id="rId7"/>
            </p:custDataLst>
          </p:nvPr>
        </p:nvSpPr>
        <p:spPr bwMode="auto">
          <a:xfrm>
            <a:off x="8252909" y="3929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9" name="Rectangle 8">
            <a:extLst>
              <a:ext uri="{FF2B5EF4-FFF2-40B4-BE49-F238E27FC236}">
                <a16:creationId xmlns:a16="http://schemas.microsoft.com/office/drawing/2014/main" id="{12B2DAA7-88ED-4A71-9994-39DD4B5D8184}"/>
              </a:ext>
            </a:extLst>
          </p:cNvPr>
          <p:cNvSpPr>
            <a:spLocks noChangeArrowheads="1"/>
          </p:cNvSpPr>
          <p:nvPr>
            <p:custDataLst>
              <p:tags r:id="rId8"/>
            </p:custDataLst>
          </p:nvPr>
        </p:nvSpPr>
        <p:spPr bwMode="auto">
          <a:xfrm>
            <a:off x="8252909" y="4082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0" name="Rectangle 9">
            <a:extLst>
              <a:ext uri="{FF2B5EF4-FFF2-40B4-BE49-F238E27FC236}">
                <a16:creationId xmlns:a16="http://schemas.microsoft.com/office/drawing/2014/main" id="{FE1F5351-9AB6-4FEE-9B5C-FDA51979FB8A}"/>
              </a:ext>
            </a:extLst>
          </p:cNvPr>
          <p:cNvSpPr>
            <a:spLocks noChangeArrowheads="1"/>
          </p:cNvSpPr>
          <p:nvPr>
            <p:custDataLst>
              <p:tags r:id="rId9"/>
            </p:custDataLst>
          </p:nvPr>
        </p:nvSpPr>
        <p:spPr bwMode="auto">
          <a:xfrm>
            <a:off x="8252909" y="4539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1" name="Rectangle 10">
            <a:extLst>
              <a:ext uri="{FF2B5EF4-FFF2-40B4-BE49-F238E27FC236}">
                <a16:creationId xmlns:a16="http://schemas.microsoft.com/office/drawing/2014/main" id="{E0A3CC96-D4E0-4DE3-9562-D13790885D55}"/>
              </a:ext>
            </a:extLst>
          </p:cNvPr>
          <p:cNvSpPr>
            <a:spLocks noChangeArrowheads="1"/>
          </p:cNvSpPr>
          <p:nvPr>
            <p:custDataLst>
              <p:tags r:id="rId10"/>
            </p:custDataLst>
          </p:nvPr>
        </p:nvSpPr>
        <p:spPr bwMode="auto">
          <a:xfrm>
            <a:off x="8252909" y="4691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2" name="Line 10">
            <a:extLst>
              <a:ext uri="{FF2B5EF4-FFF2-40B4-BE49-F238E27FC236}">
                <a16:creationId xmlns:a16="http://schemas.microsoft.com/office/drawing/2014/main" id="{36E25D60-4889-482F-96E8-BABAF0F213F4}"/>
              </a:ext>
            </a:extLst>
          </p:cNvPr>
          <p:cNvSpPr>
            <a:spLocks noChangeShapeType="1"/>
          </p:cNvSpPr>
          <p:nvPr>
            <p:custDataLst>
              <p:tags r:id="rId11"/>
            </p:custDataLst>
          </p:nvPr>
        </p:nvSpPr>
        <p:spPr bwMode="auto">
          <a:xfrm>
            <a:off x="8557709" y="4234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13" name="Rectangle 12">
            <a:extLst>
              <a:ext uri="{FF2B5EF4-FFF2-40B4-BE49-F238E27FC236}">
                <a16:creationId xmlns:a16="http://schemas.microsoft.com/office/drawing/2014/main" id="{A2EEEC0F-431E-47D0-9D90-9AE0695B8495}"/>
              </a:ext>
            </a:extLst>
          </p:cNvPr>
          <p:cNvSpPr>
            <a:spLocks noChangeArrowheads="1"/>
          </p:cNvSpPr>
          <p:nvPr>
            <p:custDataLst>
              <p:tags r:id="rId12"/>
            </p:custDataLst>
          </p:nvPr>
        </p:nvSpPr>
        <p:spPr bwMode="auto">
          <a:xfrm>
            <a:off x="8252909" y="5453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4" name="Rectangle 13">
            <a:extLst>
              <a:ext uri="{FF2B5EF4-FFF2-40B4-BE49-F238E27FC236}">
                <a16:creationId xmlns:a16="http://schemas.microsoft.com/office/drawing/2014/main" id="{359842C5-E7C5-4B36-99E4-D7E8EF3BB5FF}"/>
              </a:ext>
            </a:extLst>
          </p:cNvPr>
          <p:cNvSpPr>
            <a:spLocks noChangeArrowheads="1"/>
          </p:cNvSpPr>
          <p:nvPr>
            <p:custDataLst>
              <p:tags r:id="rId13"/>
            </p:custDataLst>
          </p:nvPr>
        </p:nvSpPr>
        <p:spPr bwMode="auto">
          <a:xfrm>
            <a:off x="8252909" y="5606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6" name="Rectangle 15">
            <a:extLst>
              <a:ext uri="{FF2B5EF4-FFF2-40B4-BE49-F238E27FC236}">
                <a16:creationId xmlns:a16="http://schemas.microsoft.com/office/drawing/2014/main" id="{C4C8DD23-0F47-48DB-8F98-2EA0683130BE}"/>
              </a:ext>
            </a:extLst>
          </p:cNvPr>
          <p:cNvSpPr>
            <a:spLocks noChangeArrowheads="1"/>
          </p:cNvSpPr>
          <p:nvPr>
            <p:custDataLst>
              <p:tags r:id="rId14"/>
            </p:custDataLst>
          </p:nvPr>
        </p:nvSpPr>
        <p:spPr bwMode="auto">
          <a:xfrm>
            <a:off x="8252909" y="5758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7" name="Rectangle 16">
            <a:extLst>
              <a:ext uri="{FF2B5EF4-FFF2-40B4-BE49-F238E27FC236}">
                <a16:creationId xmlns:a16="http://schemas.microsoft.com/office/drawing/2014/main" id="{21B8F50C-EF3D-4A1C-9528-67041764B719}"/>
              </a:ext>
            </a:extLst>
          </p:cNvPr>
          <p:cNvSpPr>
            <a:spLocks noChangeArrowheads="1"/>
          </p:cNvSpPr>
          <p:nvPr>
            <p:custDataLst>
              <p:tags r:id="rId15"/>
            </p:custDataLst>
          </p:nvPr>
        </p:nvSpPr>
        <p:spPr bwMode="auto">
          <a:xfrm>
            <a:off x="8252909" y="591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8" name="Rectangle 17">
            <a:extLst>
              <a:ext uri="{FF2B5EF4-FFF2-40B4-BE49-F238E27FC236}">
                <a16:creationId xmlns:a16="http://schemas.microsoft.com/office/drawing/2014/main" id="{7B1F9676-7526-4FC2-BC29-B1FFEE3E3391}"/>
              </a:ext>
            </a:extLst>
          </p:cNvPr>
          <p:cNvSpPr>
            <a:spLocks noChangeArrowheads="1"/>
          </p:cNvSpPr>
          <p:nvPr>
            <p:custDataLst>
              <p:tags r:id="rId16"/>
            </p:custDataLst>
          </p:nvPr>
        </p:nvSpPr>
        <p:spPr bwMode="auto">
          <a:xfrm>
            <a:off x="8252909" y="636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9" name="Rectangle 18">
            <a:extLst>
              <a:ext uri="{FF2B5EF4-FFF2-40B4-BE49-F238E27FC236}">
                <a16:creationId xmlns:a16="http://schemas.microsoft.com/office/drawing/2014/main" id="{CD8158C5-DB66-4A78-96F5-80D7684B6866}"/>
              </a:ext>
            </a:extLst>
          </p:cNvPr>
          <p:cNvSpPr>
            <a:spLocks noChangeArrowheads="1"/>
          </p:cNvSpPr>
          <p:nvPr>
            <p:custDataLst>
              <p:tags r:id="rId17"/>
            </p:custDataLst>
          </p:nvPr>
        </p:nvSpPr>
        <p:spPr bwMode="auto">
          <a:xfrm>
            <a:off x="8252909" y="6520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0" name="Line 17">
            <a:extLst>
              <a:ext uri="{FF2B5EF4-FFF2-40B4-BE49-F238E27FC236}">
                <a16:creationId xmlns:a16="http://schemas.microsoft.com/office/drawing/2014/main" id="{A63B39D7-F03B-4D97-B920-1A228A6F81A7}"/>
              </a:ext>
            </a:extLst>
          </p:cNvPr>
          <p:cNvSpPr>
            <a:spLocks noChangeShapeType="1"/>
          </p:cNvSpPr>
          <p:nvPr>
            <p:custDataLst>
              <p:tags r:id="rId18"/>
            </p:custDataLst>
          </p:nvPr>
        </p:nvSpPr>
        <p:spPr bwMode="auto">
          <a:xfrm>
            <a:off x="8557709" y="60635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1" name="Rectangle 20">
            <a:extLst>
              <a:ext uri="{FF2B5EF4-FFF2-40B4-BE49-F238E27FC236}">
                <a16:creationId xmlns:a16="http://schemas.microsoft.com/office/drawing/2014/main" id="{C4439D69-E5C6-4D1B-810D-E6AA403042D5}"/>
              </a:ext>
            </a:extLst>
          </p:cNvPr>
          <p:cNvSpPr>
            <a:spLocks noChangeArrowheads="1"/>
          </p:cNvSpPr>
          <p:nvPr>
            <p:custDataLst>
              <p:tags r:id="rId19"/>
            </p:custDataLst>
          </p:nvPr>
        </p:nvSpPr>
        <p:spPr bwMode="auto">
          <a:xfrm>
            <a:off x="8252909" y="210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2" name="Rectangle 21">
            <a:extLst>
              <a:ext uri="{FF2B5EF4-FFF2-40B4-BE49-F238E27FC236}">
                <a16:creationId xmlns:a16="http://schemas.microsoft.com/office/drawing/2014/main" id="{8B5F5309-59C1-4562-BCF2-2B1EFC31C9AB}"/>
              </a:ext>
            </a:extLst>
          </p:cNvPr>
          <p:cNvSpPr>
            <a:spLocks noChangeArrowheads="1"/>
          </p:cNvSpPr>
          <p:nvPr>
            <p:custDataLst>
              <p:tags r:id="rId20"/>
            </p:custDataLst>
          </p:nvPr>
        </p:nvSpPr>
        <p:spPr bwMode="auto">
          <a:xfrm>
            <a:off x="8252909" y="2253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3" name="Rectangle 22">
            <a:extLst>
              <a:ext uri="{FF2B5EF4-FFF2-40B4-BE49-F238E27FC236}">
                <a16:creationId xmlns:a16="http://schemas.microsoft.com/office/drawing/2014/main" id="{9124C4ED-5CEC-4202-8075-D8A0F9CE63AA}"/>
              </a:ext>
            </a:extLst>
          </p:cNvPr>
          <p:cNvSpPr>
            <a:spLocks noChangeArrowheads="1"/>
          </p:cNvSpPr>
          <p:nvPr>
            <p:custDataLst>
              <p:tags r:id="rId21"/>
            </p:custDataLst>
          </p:nvPr>
        </p:nvSpPr>
        <p:spPr bwMode="auto">
          <a:xfrm>
            <a:off x="8252909" y="2405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4" name="Rectangle 23">
            <a:extLst>
              <a:ext uri="{FF2B5EF4-FFF2-40B4-BE49-F238E27FC236}">
                <a16:creationId xmlns:a16="http://schemas.microsoft.com/office/drawing/2014/main" id="{2BB47882-C35A-4151-80F5-41D167D51BBE}"/>
              </a:ext>
            </a:extLst>
          </p:cNvPr>
          <p:cNvSpPr>
            <a:spLocks noChangeArrowheads="1"/>
          </p:cNvSpPr>
          <p:nvPr>
            <p:custDataLst>
              <p:tags r:id="rId22"/>
            </p:custDataLst>
          </p:nvPr>
        </p:nvSpPr>
        <p:spPr bwMode="auto">
          <a:xfrm>
            <a:off x="8252909" y="255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5" name="Rectangle 24">
            <a:extLst>
              <a:ext uri="{FF2B5EF4-FFF2-40B4-BE49-F238E27FC236}">
                <a16:creationId xmlns:a16="http://schemas.microsoft.com/office/drawing/2014/main" id="{7861156A-964F-44AD-BCBF-C5DA017E3B27}"/>
              </a:ext>
            </a:extLst>
          </p:cNvPr>
          <p:cNvSpPr>
            <a:spLocks noChangeArrowheads="1"/>
          </p:cNvSpPr>
          <p:nvPr>
            <p:custDataLst>
              <p:tags r:id="rId23"/>
            </p:custDataLst>
          </p:nvPr>
        </p:nvSpPr>
        <p:spPr bwMode="auto">
          <a:xfrm>
            <a:off x="8252909" y="3015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6" name="Rectangle 25">
            <a:extLst>
              <a:ext uri="{FF2B5EF4-FFF2-40B4-BE49-F238E27FC236}">
                <a16:creationId xmlns:a16="http://schemas.microsoft.com/office/drawing/2014/main" id="{F63827EE-E434-45B9-80E1-4F02475DC573}"/>
              </a:ext>
            </a:extLst>
          </p:cNvPr>
          <p:cNvSpPr>
            <a:spLocks noChangeArrowheads="1"/>
          </p:cNvSpPr>
          <p:nvPr>
            <p:custDataLst>
              <p:tags r:id="rId24"/>
            </p:custDataLst>
          </p:nvPr>
        </p:nvSpPr>
        <p:spPr bwMode="auto">
          <a:xfrm>
            <a:off x="8252909" y="3167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7" name="Line 24">
            <a:extLst>
              <a:ext uri="{FF2B5EF4-FFF2-40B4-BE49-F238E27FC236}">
                <a16:creationId xmlns:a16="http://schemas.microsoft.com/office/drawing/2014/main" id="{D972334B-04F9-4A18-8324-BD1A7CBAC0A9}"/>
              </a:ext>
            </a:extLst>
          </p:cNvPr>
          <p:cNvSpPr>
            <a:spLocks noChangeShapeType="1"/>
          </p:cNvSpPr>
          <p:nvPr>
            <p:custDataLst>
              <p:tags r:id="rId25"/>
            </p:custDataLst>
          </p:nvPr>
        </p:nvSpPr>
        <p:spPr bwMode="auto">
          <a:xfrm>
            <a:off x="8557709" y="2710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8" name="Line 25">
            <a:extLst>
              <a:ext uri="{FF2B5EF4-FFF2-40B4-BE49-F238E27FC236}">
                <a16:creationId xmlns:a16="http://schemas.microsoft.com/office/drawing/2014/main" id="{FC4E6A06-C899-4AA6-BA33-EF4E43A03877}"/>
              </a:ext>
            </a:extLst>
          </p:cNvPr>
          <p:cNvSpPr>
            <a:spLocks noChangeShapeType="1"/>
          </p:cNvSpPr>
          <p:nvPr>
            <p:custDataLst>
              <p:tags r:id="rId26"/>
            </p:custDataLst>
          </p:nvPr>
        </p:nvSpPr>
        <p:spPr bwMode="auto">
          <a:xfrm>
            <a:off x="8557709" y="4996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9" name="Rectangle 28">
            <a:extLst>
              <a:ext uri="{FF2B5EF4-FFF2-40B4-BE49-F238E27FC236}">
                <a16:creationId xmlns:a16="http://schemas.microsoft.com/office/drawing/2014/main" id="{42D5A716-9DDB-4D51-8827-48CE79BCF385}"/>
              </a:ext>
            </a:extLst>
          </p:cNvPr>
          <p:cNvSpPr>
            <a:spLocks noChangeArrowheads="1"/>
          </p:cNvSpPr>
          <p:nvPr>
            <p:custDataLst>
              <p:tags r:id="rId27"/>
            </p:custDataLst>
          </p:nvPr>
        </p:nvSpPr>
        <p:spPr bwMode="auto">
          <a:xfrm>
            <a:off x="6728909" y="26345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0" name="Rectangle 29">
            <a:extLst>
              <a:ext uri="{FF2B5EF4-FFF2-40B4-BE49-F238E27FC236}">
                <a16:creationId xmlns:a16="http://schemas.microsoft.com/office/drawing/2014/main" id="{7ABA3EC0-BF1D-44A6-90D7-717CD6285723}"/>
              </a:ext>
            </a:extLst>
          </p:cNvPr>
          <p:cNvSpPr>
            <a:spLocks noChangeArrowheads="1"/>
          </p:cNvSpPr>
          <p:nvPr>
            <p:custDataLst>
              <p:tags r:id="rId28"/>
            </p:custDataLst>
          </p:nvPr>
        </p:nvSpPr>
        <p:spPr bwMode="auto">
          <a:xfrm>
            <a:off x="6728909" y="2786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1" name="Rectangle 30">
            <a:extLst>
              <a:ext uri="{FF2B5EF4-FFF2-40B4-BE49-F238E27FC236}">
                <a16:creationId xmlns:a16="http://schemas.microsoft.com/office/drawing/2014/main" id="{FA1D42C9-46CD-4F41-80C6-0FF4AEF577D1}"/>
              </a:ext>
            </a:extLst>
          </p:cNvPr>
          <p:cNvSpPr>
            <a:spLocks noChangeArrowheads="1"/>
          </p:cNvSpPr>
          <p:nvPr>
            <p:custDataLst>
              <p:tags r:id="rId29"/>
            </p:custDataLst>
          </p:nvPr>
        </p:nvSpPr>
        <p:spPr bwMode="auto">
          <a:xfrm>
            <a:off x="6728909" y="2939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2" name="Rectangle 31">
            <a:extLst>
              <a:ext uri="{FF2B5EF4-FFF2-40B4-BE49-F238E27FC236}">
                <a16:creationId xmlns:a16="http://schemas.microsoft.com/office/drawing/2014/main" id="{7BEFB5EA-2602-46A3-BAE3-B642348D366C}"/>
              </a:ext>
            </a:extLst>
          </p:cNvPr>
          <p:cNvSpPr>
            <a:spLocks noChangeArrowheads="1"/>
          </p:cNvSpPr>
          <p:nvPr>
            <p:custDataLst>
              <p:tags r:id="rId30"/>
            </p:custDataLst>
          </p:nvPr>
        </p:nvSpPr>
        <p:spPr bwMode="auto">
          <a:xfrm>
            <a:off x="6728909" y="30917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3" name="Rectangle 32">
            <a:extLst>
              <a:ext uri="{FF2B5EF4-FFF2-40B4-BE49-F238E27FC236}">
                <a16:creationId xmlns:a16="http://schemas.microsoft.com/office/drawing/2014/main" id="{D8EBB02F-264F-4343-A23D-054C6F18C965}"/>
              </a:ext>
            </a:extLst>
          </p:cNvPr>
          <p:cNvSpPr>
            <a:spLocks noChangeArrowheads="1"/>
          </p:cNvSpPr>
          <p:nvPr>
            <p:custDataLst>
              <p:tags r:id="rId31"/>
            </p:custDataLst>
          </p:nvPr>
        </p:nvSpPr>
        <p:spPr bwMode="auto">
          <a:xfrm>
            <a:off x="6728909" y="3548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4" name="Rectangle 33">
            <a:extLst>
              <a:ext uri="{FF2B5EF4-FFF2-40B4-BE49-F238E27FC236}">
                <a16:creationId xmlns:a16="http://schemas.microsoft.com/office/drawing/2014/main" id="{89AC2885-F22F-415C-AD1B-DF8A32F636B0}"/>
              </a:ext>
            </a:extLst>
          </p:cNvPr>
          <p:cNvSpPr>
            <a:spLocks noChangeArrowheads="1"/>
          </p:cNvSpPr>
          <p:nvPr>
            <p:custDataLst>
              <p:tags r:id="rId32"/>
            </p:custDataLst>
          </p:nvPr>
        </p:nvSpPr>
        <p:spPr bwMode="auto">
          <a:xfrm>
            <a:off x="6728909" y="3701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5" name="Line 32">
            <a:extLst>
              <a:ext uri="{FF2B5EF4-FFF2-40B4-BE49-F238E27FC236}">
                <a16:creationId xmlns:a16="http://schemas.microsoft.com/office/drawing/2014/main" id="{86260235-F9C5-40DE-99B9-46592777270B}"/>
              </a:ext>
            </a:extLst>
          </p:cNvPr>
          <p:cNvSpPr>
            <a:spLocks noChangeShapeType="1"/>
          </p:cNvSpPr>
          <p:nvPr>
            <p:custDataLst>
              <p:tags r:id="rId33"/>
            </p:custDataLst>
          </p:nvPr>
        </p:nvSpPr>
        <p:spPr bwMode="auto">
          <a:xfrm>
            <a:off x="7033709" y="32441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36" name="Freeform 33">
            <a:extLst>
              <a:ext uri="{FF2B5EF4-FFF2-40B4-BE49-F238E27FC236}">
                <a16:creationId xmlns:a16="http://schemas.microsoft.com/office/drawing/2014/main" id="{83A8115B-1EDF-4527-96B7-B2B13C0EC825}"/>
              </a:ext>
            </a:extLst>
          </p:cNvPr>
          <p:cNvSpPr>
            <a:spLocks/>
          </p:cNvSpPr>
          <p:nvPr>
            <p:custDataLst>
              <p:tags r:id="rId34"/>
            </p:custDataLst>
          </p:nvPr>
        </p:nvSpPr>
        <p:spPr bwMode="auto">
          <a:xfrm>
            <a:off x="7338509" y="2101187"/>
            <a:ext cx="914400" cy="6096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7" name="Freeform 34">
            <a:extLst>
              <a:ext uri="{FF2B5EF4-FFF2-40B4-BE49-F238E27FC236}">
                <a16:creationId xmlns:a16="http://schemas.microsoft.com/office/drawing/2014/main" id="{CD53FBAA-AEA6-4221-B2FB-E068411E064B}"/>
              </a:ext>
            </a:extLst>
          </p:cNvPr>
          <p:cNvSpPr>
            <a:spLocks/>
          </p:cNvSpPr>
          <p:nvPr>
            <p:custDataLst>
              <p:tags r:id="rId35"/>
            </p:custDataLst>
          </p:nvPr>
        </p:nvSpPr>
        <p:spPr bwMode="auto">
          <a:xfrm flipV="1">
            <a:off x="7338509" y="2863187"/>
            <a:ext cx="914400" cy="762000"/>
          </a:xfrm>
          <a:custGeom>
            <a:avLst/>
            <a:gdLst>
              <a:gd name="T0" fmla="*/ 0 w 576"/>
              <a:gd name="T1" fmla="*/ 144 h 144"/>
              <a:gd name="T2" fmla="*/ 288 w 576"/>
              <a:gd name="T3" fmla="*/ 144 h 144"/>
              <a:gd name="T4" fmla="*/ 288 w 576"/>
              <a:gd name="T5" fmla="*/ 0 h 144"/>
              <a:gd name="T6" fmla="*/ 576 w 576"/>
              <a:gd name="T7" fmla="*/ 0 h 144"/>
              <a:gd name="T8" fmla="*/ 0 60000 65536"/>
              <a:gd name="T9" fmla="*/ 0 60000 65536"/>
              <a:gd name="T10" fmla="*/ 0 60000 65536"/>
              <a:gd name="T11" fmla="*/ 0 60000 65536"/>
              <a:gd name="T12" fmla="*/ 0 w 576"/>
              <a:gd name="T13" fmla="*/ 0 h 144"/>
              <a:gd name="T14" fmla="*/ 576 w 576"/>
              <a:gd name="T15" fmla="*/ 144 h 144"/>
            </a:gdLst>
            <a:ahLst/>
            <a:cxnLst>
              <a:cxn ang="T8">
                <a:pos x="T0" y="T1"/>
              </a:cxn>
              <a:cxn ang="T9">
                <a:pos x="T2" y="T3"/>
              </a:cxn>
              <a:cxn ang="T10">
                <a:pos x="T4" y="T5"/>
              </a:cxn>
              <a:cxn ang="T11">
                <a:pos x="T6" y="T7"/>
              </a:cxn>
            </a:cxnLst>
            <a:rect l="T12" t="T13" r="T14" b="T15"/>
            <a:pathLst>
              <a:path w="576" h="144">
                <a:moveTo>
                  <a:pt x="0" y="144"/>
                </a:moveTo>
                <a:lnTo>
                  <a:pt x="288" y="144"/>
                </a:lnTo>
                <a:lnTo>
                  <a:pt x="288"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8" name="Freeform 35">
            <a:extLst>
              <a:ext uri="{FF2B5EF4-FFF2-40B4-BE49-F238E27FC236}">
                <a16:creationId xmlns:a16="http://schemas.microsoft.com/office/drawing/2014/main" id="{01B0C89D-1876-4FDD-9BFE-60E23F5D0FEE}"/>
              </a:ext>
            </a:extLst>
          </p:cNvPr>
          <p:cNvSpPr>
            <a:spLocks/>
          </p:cNvSpPr>
          <p:nvPr>
            <p:custDataLst>
              <p:tags r:id="rId36"/>
            </p:custDataLst>
          </p:nvPr>
        </p:nvSpPr>
        <p:spPr bwMode="auto">
          <a:xfrm flipV="1">
            <a:off x="7338509" y="3777587"/>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9" name="Text Box 36">
            <a:extLst>
              <a:ext uri="{FF2B5EF4-FFF2-40B4-BE49-F238E27FC236}">
                <a16:creationId xmlns:a16="http://schemas.microsoft.com/office/drawing/2014/main" id="{A6E14426-22E4-45F6-8633-8B757E86FDB9}"/>
              </a:ext>
            </a:extLst>
          </p:cNvPr>
          <p:cNvSpPr txBox="1">
            <a:spLocks noChangeArrowheads="1"/>
          </p:cNvSpPr>
          <p:nvPr>
            <p:custDataLst>
              <p:tags r:id="rId37"/>
            </p:custDataLst>
          </p:nvPr>
        </p:nvSpPr>
        <p:spPr bwMode="auto">
          <a:xfrm>
            <a:off x="6598397" y="2000439"/>
            <a:ext cx="886268"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1st-level</a:t>
            </a:r>
          </a:p>
          <a:p>
            <a:pPr algn="ctr"/>
            <a:r>
              <a:rPr lang="en-US" sz="1600" dirty="0">
                <a:latin typeface="+mn-lt"/>
              </a:rPr>
              <a:t>pointers</a:t>
            </a:r>
          </a:p>
        </p:txBody>
      </p:sp>
      <p:sp>
        <p:nvSpPr>
          <p:cNvPr id="40" name="Text Box 37">
            <a:extLst>
              <a:ext uri="{FF2B5EF4-FFF2-40B4-BE49-F238E27FC236}">
                <a16:creationId xmlns:a16="http://schemas.microsoft.com/office/drawing/2014/main" id="{3BB11169-B165-4B97-BE67-018D79E1E1F2}"/>
              </a:ext>
            </a:extLst>
          </p:cNvPr>
          <p:cNvSpPr txBox="1">
            <a:spLocks noChangeArrowheads="1"/>
          </p:cNvSpPr>
          <p:nvPr>
            <p:custDataLst>
              <p:tags r:id="rId38"/>
            </p:custDataLst>
          </p:nvPr>
        </p:nvSpPr>
        <p:spPr bwMode="auto">
          <a:xfrm>
            <a:off x="8094518" y="1459837"/>
            <a:ext cx="954300"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2nd-level</a:t>
            </a:r>
          </a:p>
          <a:p>
            <a:pPr algn="ctr"/>
            <a:r>
              <a:rPr lang="en-US" sz="1600" dirty="0">
                <a:latin typeface="+mn-lt"/>
              </a:rPr>
              <a:t>PTEs</a:t>
            </a:r>
          </a:p>
        </p:txBody>
      </p:sp>
      <p:sp>
        <p:nvSpPr>
          <p:cNvPr id="41" name="Rectangle 40">
            <a:extLst>
              <a:ext uri="{FF2B5EF4-FFF2-40B4-BE49-F238E27FC236}">
                <a16:creationId xmlns:a16="http://schemas.microsoft.com/office/drawing/2014/main" id="{F5023F1A-BFE3-48BB-BDAE-8C5425987214}"/>
              </a:ext>
            </a:extLst>
          </p:cNvPr>
          <p:cNvSpPr>
            <a:spLocks noChangeArrowheads="1"/>
          </p:cNvSpPr>
          <p:nvPr>
            <p:custDataLst>
              <p:tags r:id="rId39"/>
            </p:custDataLst>
          </p:nvPr>
        </p:nvSpPr>
        <p:spPr bwMode="auto">
          <a:xfrm>
            <a:off x="6728909" y="1491587"/>
            <a:ext cx="12192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L2</a:t>
            </a:r>
          </a:p>
        </p:txBody>
      </p:sp>
      <p:sp>
        <p:nvSpPr>
          <p:cNvPr id="42" name="Rectangle 41">
            <a:extLst>
              <a:ext uri="{FF2B5EF4-FFF2-40B4-BE49-F238E27FC236}">
                <a16:creationId xmlns:a16="http://schemas.microsoft.com/office/drawing/2014/main" id="{8CA7C134-9EC2-4AE0-B5AA-BA12250B0CA1}"/>
              </a:ext>
            </a:extLst>
          </p:cNvPr>
          <p:cNvSpPr>
            <a:spLocks noChangeArrowheads="1"/>
          </p:cNvSpPr>
          <p:nvPr>
            <p:custDataLst>
              <p:tags r:id="rId40"/>
            </p:custDataLst>
          </p:nvPr>
        </p:nvSpPr>
        <p:spPr bwMode="auto">
          <a:xfrm>
            <a:off x="5509709" y="1491587"/>
            <a:ext cx="12192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L1</a:t>
            </a:r>
          </a:p>
        </p:txBody>
      </p:sp>
      <p:sp>
        <p:nvSpPr>
          <p:cNvPr id="43" name="Line 41">
            <a:extLst>
              <a:ext uri="{FF2B5EF4-FFF2-40B4-BE49-F238E27FC236}">
                <a16:creationId xmlns:a16="http://schemas.microsoft.com/office/drawing/2014/main" id="{A515B57F-7650-4D7E-87FF-982A18DD0D55}"/>
              </a:ext>
            </a:extLst>
          </p:cNvPr>
          <p:cNvSpPr>
            <a:spLocks noChangeShapeType="1"/>
          </p:cNvSpPr>
          <p:nvPr>
            <p:custDataLst>
              <p:tags r:id="rId41"/>
            </p:custDataLst>
          </p:nvPr>
        </p:nvSpPr>
        <p:spPr bwMode="auto">
          <a:xfrm>
            <a:off x="5814509" y="2634587"/>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4" name="Text Box 42">
            <a:extLst>
              <a:ext uri="{FF2B5EF4-FFF2-40B4-BE49-F238E27FC236}">
                <a16:creationId xmlns:a16="http://schemas.microsoft.com/office/drawing/2014/main" id="{438A61F3-9D72-4FFD-9837-64AD41776262}"/>
              </a:ext>
            </a:extLst>
          </p:cNvPr>
          <p:cNvSpPr txBox="1">
            <a:spLocks noChangeArrowheads="1"/>
          </p:cNvSpPr>
          <p:nvPr>
            <p:custDataLst>
              <p:tags r:id="rId42"/>
            </p:custDataLst>
          </p:nvPr>
        </p:nvSpPr>
        <p:spPr bwMode="auto">
          <a:xfrm>
            <a:off x="5091269" y="2309795"/>
            <a:ext cx="1196739"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root pointer</a:t>
            </a:r>
          </a:p>
        </p:txBody>
      </p:sp>
      <p:sp>
        <p:nvSpPr>
          <p:cNvPr id="45" name="Freeform 43">
            <a:extLst>
              <a:ext uri="{FF2B5EF4-FFF2-40B4-BE49-F238E27FC236}">
                <a16:creationId xmlns:a16="http://schemas.microsoft.com/office/drawing/2014/main" id="{513DC55D-57F0-458C-B554-2B3DE1690C6D}"/>
              </a:ext>
            </a:extLst>
          </p:cNvPr>
          <p:cNvSpPr>
            <a:spLocks/>
          </p:cNvSpPr>
          <p:nvPr>
            <p:custDataLst>
              <p:tags r:id="rId43"/>
            </p:custDataLst>
          </p:nvPr>
        </p:nvSpPr>
        <p:spPr bwMode="auto">
          <a:xfrm>
            <a:off x="6271709" y="1796387"/>
            <a:ext cx="457200" cy="13716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6" name="Freeform 44">
            <a:extLst>
              <a:ext uri="{FF2B5EF4-FFF2-40B4-BE49-F238E27FC236}">
                <a16:creationId xmlns:a16="http://schemas.microsoft.com/office/drawing/2014/main" id="{147AE9E3-2AB2-4895-9E66-86D313B1FB97}"/>
              </a:ext>
            </a:extLst>
          </p:cNvPr>
          <p:cNvSpPr>
            <a:spLocks/>
          </p:cNvSpPr>
          <p:nvPr>
            <p:custDataLst>
              <p:tags r:id="rId44"/>
            </p:custDataLst>
          </p:nvPr>
        </p:nvSpPr>
        <p:spPr bwMode="auto">
          <a:xfrm>
            <a:off x="7719509" y="1796387"/>
            <a:ext cx="533400" cy="22098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7" name="Text Box 42">
            <a:extLst>
              <a:ext uri="{FF2B5EF4-FFF2-40B4-BE49-F238E27FC236}">
                <a16:creationId xmlns:a16="http://schemas.microsoft.com/office/drawing/2014/main" id="{C376F1AE-F793-4C79-9784-9334DB11B200}"/>
              </a:ext>
            </a:extLst>
          </p:cNvPr>
          <p:cNvSpPr txBox="1">
            <a:spLocks noChangeArrowheads="1"/>
          </p:cNvSpPr>
          <p:nvPr>
            <p:custDataLst>
              <p:tags r:id="rId45"/>
            </p:custDataLst>
          </p:nvPr>
        </p:nvSpPr>
        <p:spPr bwMode="auto">
          <a:xfrm>
            <a:off x="6481248" y="1187127"/>
            <a:ext cx="540533"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VPN</a:t>
            </a:r>
          </a:p>
        </p:txBody>
      </p:sp>
    </p:spTree>
    <p:custDataLst>
      <p:tags r:id="rId1"/>
    </p:custDataLst>
    <p:extLst>
      <p:ext uri="{BB962C8B-B14F-4D97-AF65-F5344CB8AC3E}">
        <p14:creationId xmlns:p14="http://schemas.microsoft.com/office/powerpoint/2010/main" val="248914591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Multi-Level 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16</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4A938C15-CCFF-4835-BBBC-EA07A449552C}"/>
              </a:ext>
            </a:extLst>
          </p:cNvPr>
          <p:cNvSpPr txBox="1"/>
          <p:nvPr>
            <p:custDataLst>
              <p:tags r:id="rId4"/>
            </p:custDataLst>
          </p:nvPr>
        </p:nvSpPr>
        <p:spPr>
          <a:xfrm>
            <a:off x="526928" y="1414730"/>
            <a:ext cx="5303875" cy="5329737"/>
          </a:xfrm>
          <a:prstGeom prst="rect">
            <a:avLst/>
          </a:prstGeom>
          <a:noFill/>
        </p:spPr>
        <p:txBody>
          <a:bodyPr wrap="square" rtlCol="0" anchor="t">
            <a:noAutofit/>
          </a:bodyPr>
          <a:lstStyle/>
          <a:p>
            <a:r>
              <a:rPr lang="en-US" sz="3200" dirty="0">
                <a:latin typeface="+mn-lt"/>
              </a:rPr>
              <a:t>e.g., Two-level page table:</a:t>
            </a:r>
          </a:p>
          <a:p>
            <a:pPr marL="457200" indent="-457200">
              <a:buFont typeface="Arial" panose="020B0604020202020204" pitchFamily="34" charset="0"/>
              <a:buChar char="•"/>
            </a:pPr>
            <a:r>
              <a:rPr lang="en-US" sz="2800" dirty="0">
                <a:latin typeface="+mn-lt"/>
              </a:rPr>
              <a:t>Assume 32-bit machine with 4KB pages</a:t>
            </a:r>
          </a:p>
          <a:p>
            <a:pPr marL="457200" indent="-457200">
              <a:buFont typeface="Arial" panose="020B0604020202020204" pitchFamily="34" charset="0"/>
              <a:buChar char="•"/>
            </a:pPr>
            <a:r>
              <a:rPr lang="en-US" sz="2800" dirty="0">
                <a:latin typeface="+mn-lt"/>
              </a:rPr>
              <a:t>Assume 4-byte PTEs and each L2 PT is 4KB in size</a:t>
            </a:r>
          </a:p>
          <a:p>
            <a:pPr marL="914400" lvl="1" indent="-457200">
              <a:buFont typeface="Wingdings" panose="05000000000000000000" pitchFamily="2" charset="2"/>
              <a:buChar char="Ø"/>
            </a:pPr>
            <a:r>
              <a:rPr lang="en-US" sz="2400" dirty="0">
                <a:latin typeface="+mn-lt"/>
              </a:rPr>
              <a:t>4KB L2 PTs / 4B PTEs = 1K L2 PTEs; thus</a:t>
            </a:r>
            <a:r>
              <a:rPr lang="en-US" sz="2400" b="1" dirty="0">
                <a:latin typeface="+mn-lt"/>
              </a:rPr>
              <a:t> 10-bit L2 VPN</a:t>
            </a:r>
          </a:p>
          <a:p>
            <a:pPr marL="914400" lvl="1" indent="-457200">
              <a:buFont typeface="Wingdings" panose="05000000000000000000" pitchFamily="2" charset="2"/>
              <a:buChar char="Ø"/>
            </a:pPr>
            <a:r>
              <a:rPr lang="en-US" sz="2400" dirty="0">
                <a:latin typeface="+mn-lt"/>
              </a:rPr>
              <a:t>32 bits – 10-bit L2 VPN – log(4KB) = </a:t>
            </a:r>
            <a:r>
              <a:rPr lang="en-US" sz="2400" b="1" dirty="0">
                <a:latin typeface="+mn-lt"/>
              </a:rPr>
              <a:t>10-bit L1 VPN </a:t>
            </a:r>
          </a:p>
          <a:p>
            <a:pPr marL="914400" lvl="1" indent="-457200">
              <a:buFont typeface="Wingdings" panose="05000000000000000000" pitchFamily="2" charset="2"/>
              <a:buChar char="Ø"/>
            </a:pPr>
            <a:r>
              <a:rPr lang="en-US" sz="2400" dirty="0">
                <a:latin typeface="+mn-lt"/>
              </a:rPr>
              <a:t>Total size of L2 PTs? </a:t>
            </a:r>
            <a:r>
              <a:rPr lang="en-US" sz="2400" b="1" dirty="0">
                <a:latin typeface="+mn-lt"/>
              </a:rPr>
              <a:t>1K × 1K × 4B = 4MB</a:t>
            </a:r>
          </a:p>
          <a:p>
            <a:pPr marL="914400" lvl="1" indent="-457200">
              <a:buFont typeface="Wingdings" panose="05000000000000000000" pitchFamily="2" charset="2"/>
              <a:buChar char="Ø"/>
            </a:pPr>
            <a:r>
              <a:rPr lang="en-US" sz="2400" dirty="0">
                <a:latin typeface="+mn-lt"/>
              </a:rPr>
              <a:t>But same size as single-level page table; haven’t saved any space?</a:t>
            </a:r>
          </a:p>
        </p:txBody>
      </p:sp>
      <p:sp>
        <p:nvSpPr>
          <p:cNvPr id="6" name="Rectangle 5">
            <a:extLst>
              <a:ext uri="{FF2B5EF4-FFF2-40B4-BE49-F238E27FC236}">
                <a16:creationId xmlns:a16="http://schemas.microsoft.com/office/drawing/2014/main" id="{513AB546-059A-4935-B4A6-B188196CDC01}"/>
              </a:ext>
            </a:extLst>
          </p:cNvPr>
          <p:cNvSpPr>
            <a:spLocks noChangeArrowheads="1"/>
          </p:cNvSpPr>
          <p:nvPr>
            <p:custDataLst>
              <p:tags r:id="rId5"/>
            </p:custDataLst>
          </p:nvPr>
        </p:nvSpPr>
        <p:spPr bwMode="auto">
          <a:xfrm>
            <a:off x="8252909" y="3625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7" name="Rectangle 6">
            <a:extLst>
              <a:ext uri="{FF2B5EF4-FFF2-40B4-BE49-F238E27FC236}">
                <a16:creationId xmlns:a16="http://schemas.microsoft.com/office/drawing/2014/main" id="{433080EC-9BFF-472C-82EF-93B7D5B1B61A}"/>
              </a:ext>
            </a:extLst>
          </p:cNvPr>
          <p:cNvSpPr>
            <a:spLocks noChangeArrowheads="1"/>
          </p:cNvSpPr>
          <p:nvPr>
            <p:custDataLst>
              <p:tags r:id="rId6"/>
            </p:custDataLst>
          </p:nvPr>
        </p:nvSpPr>
        <p:spPr bwMode="auto">
          <a:xfrm>
            <a:off x="8252909" y="3777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8" name="Rectangle 7">
            <a:extLst>
              <a:ext uri="{FF2B5EF4-FFF2-40B4-BE49-F238E27FC236}">
                <a16:creationId xmlns:a16="http://schemas.microsoft.com/office/drawing/2014/main" id="{41080E38-48C1-4F09-9EDC-0950EED2C1E5}"/>
              </a:ext>
            </a:extLst>
          </p:cNvPr>
          <p:cNvSpPr>
            <a:spLocks noChangeArrowheads="1"/>
          </p:cNvSpPr>
          <p:nvPr>
            <p:custDataLst>
              <p:tags r:id="rId7"/>
            </p:custDataLst>
          </p:nvPr>
        </p:nvSpPr>
        <p:spPr bwMode="auto">
          <a:xfrm>
            <a:off x="8252909" y="3929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9" name="Rectangle 8">
            <a:extLst>
              <a:ext uri="{FF2B5EF4-FFF2-40B4-BE49-F238E27FC236}">
                <a16:creationId xmlns:a16="http://schemas.microsoft.com/office/drawing/2014/main" id="{556408A7-E133-41F8-A9D4-30727B7B3970}"/>
              </a:ext>
            </a:extLst>
          </p:cNvPr>
          <p:cNvSpPr>
            <a:spLocks noChangeArrowheads="1"/>
          </p:cNvSpPr>
          <p:nvPr>
            <p:custDataLst>
              <p:tags r:id="rId8"/>
            </p:custDataLst>
          </p:nvPr>
        </p:nvSpPr>
        <p:spPr bwMode="auto">
          <a:xfrm>
            <a:off x="8252909" y="4082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0" name="Rectangle 9">
            <a:extLst>
              <a:ext uri="{FF2B5EF4-FFF2-40B4-BE49-F238E27FC236}">
                <a16:creationId xmlns:a16="http://schemas.microsoft.com/office/drawing/2014/main" id="{426A5EAD-DC99-46DA-A99A-DF75D93D604E}"/>
              </a:ext>
            </a:extLst>
          </p:cNvPr>
          <p:cNvSpPr>
            <a:spLocks noChangeArrowheads="1"/>
          </p:cNvSpPr>
          <p:nvPr>
            <p:custDataLst>
              <p:tags r:id="rId9"/>
            </p:custDataLst>
          </p:nvPr>
        </p:nvSpPr>
        <p:spPr bwMode="auto">
          <a:xfrm>
            <a:off x="8252909" y="4539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1" name="Rectangle 10">
            <a:extLst>
              <a:ext uri="{FF2B5EF4-FFF2-40B4-BE49-F238E27FC236}">
                <a16:creationId xmlns:a16="http://schemas.microsoft.com/office/drawing/2014/main" id="{8D179907-37B8-42FB-A88D-D6A04F751D2D}"/>
              </a:ext>
            </a:extLst>
          </p:cNvPr>
          <p:cNvSpPr>
            <a:spLocks noChangeArrowheads="1"/>
          </p:cNvSpPr>
          <p:nvPr>
            <p:custDataLst>
              <p:tags r:id="rId10"/>
            </p:custDataLst>
          </p:nvPr>
        </p:nvSpPr>
        <p:spPr bwMode="auto">
          <a:xfrm>
            <a:off x="8252909" y="4691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2" name="Line 10">
            <a:extLst>
              <a:ext uri="{FF2B5EF4-FFF2-40B4-BE49-F238E27FC236}">
                <a16:creationId xmlns:a16="http://schemas.microsoft.com/office/drawing/2014/main" id="{84A1A99A-9B5C-4E6C-8B9E-7D02A26D56C2}"/>
              </a:ext>
            </a:extLst>
          </p:cNvPr>
          <p:cNvSpPr>
            <a:spLocks noChangeShapeType="1"/>
          </p:cNvSpPr>
          <p:nvPr>
            <p:custDataLst>
              <p:tags r:id="rId11"/>
            </p:custDataLst>
          </p:nvPr>
        </p:nvSpPr>
        <p:spPr bwMode="auto">
          <a:xfrm>
            <a:off x="8557709" y="4234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13" name="Rectangle 12">
            <a:extLst>
              <a:ext uri="{FF2B5EF4-FFF2-40B4-BE49-F238E27FC236}">
                <a16:creationId xmlns:a16="http://schemas.microsoft.com/office/drawing/2014/main" id="{8D32F01A-2F34-4094-B3CD-103188B7EFAA}"/>
              </a:ext>
            </a:extLst>
          </p:cNvPr>
          <p:cNvSpPr>
            <a:spLocks noChangeArrowheads="1"/>
          </p:cNvSpPr>
          <p:nvPr>
            <p:custDataLst>
              <p:tags r:id="rId12"/>
            </p:custDataLst>
          </p:nvPr>
        </p:nvSpPr>
        <p:spPr bwMode="auto">
          <a:xfrm>
            <a:off x="8252909" y="5453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4" name="Rectangle 13">
            <a:extLst>
              <a:ext uri="{FF2B5EF4-FFF2-40B4-BE49-F238E27FC236}">
                <a16:creationId xmlns:a16="http://schemas.microsoft.com/office/drawing/2014/main" id="{FB8F64C4-D6DD-4710-B846-0D4D05FCBC5F}"/>
              </a:ext>
            </a:extLst>
          </p:cNvPr>
          <p:cNvSpPr>
            <a:spLocks noChangeArrowheads="1"/>
          </p:cNvSpPr>
          <p:nvPr>
            <p:custDataLst>
              <p:tags r:id="rId13"/>
            </p:custDataLst>
          </p:nvPr>
        </p:nvSpPr>
        <p:spPr bwMode="auto">
          <a:xfrm>
            <a:off x="8252909" y="5606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6" name="Rectangle 15">
            <a:extLst>
              <a:ext uri="{FF2B5EF4-FFF2-40B4-BE49-F238E27FC236}">
                <a16:creationId xmlns:a16="http://schemas.microsoft.com/office/drawing/2014/main" id="{E28D2DE2-4CD0-4FDB-AA75-C3291200E790}"/>
              </a:ext>
            </a:extLst>
          </p:cNvPr>
          <p:cNvSpPr>
            <a:spLocks noChangeArrowheads="1"/>
          </p:cNvSpPr>
          <p:nvPr>
            <p:custDataLst>
              <p:tags r:id="rId14"/>
            </p:custDataLst>
          </p:nvPr>
        </p:nvSpPr>
        <p:spPr bwMode="auto">
          <a:xfrm>
            <a:off x="8252909" y="5758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7" name="Rectangle 16">
            <a:extLst>
              <a:ext uri="{FF2B5EF4-FFF2-40B4-BE49-F238E27FC236}">
                <a16:creationId xmlns:a16="http://schemas.microsoft.com/office/drawing/2014/main" id="{5DDD0600-8EF5-40E8-819F-F207F7EB8B08}"/>
              </a:ext>
            </a:extLst>
          </p:cNvPr>
          <p:cNvSpPr>
            <a:spLocks noChangeArrowheads="1"/>
          </p:cNvSpPr>
          <p:nvPr>
            <p:custDataLst>
              <p:tags r:id="rId15"/>
            </p:custDataLst>
          </p:nvPr>
        </p:nvSpPr>
        <p:spPr bwMode="auto">
          <a:xfrm>
            <a:off x="8252909" y="591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8" name="Rectangle 17">
            <a:extLst>
              <a:ext uri="{FF2B5EF4-FFF2-40B4-BE49-F238E27FC236}">
                <a16:creationId xmlns:a16="http://schemas.microsoft.com/office/drawing/2014/main" id="{5C68904D-939D-47E7-8B9E-52509348C361}"/>
              </a:ext>
            </a:extLst>
          </p:cNvPr>
          <p:cNvSpPr>
            <a:spLocks noChangeArrowheads="1"/>
          </p:cNvSpPr>
          <p:nvPr>
            <p:custDataLst>
              <p:tags r:id="rId16"/>
            </p:custDataLst>
          </p:nvPr>
        </p:nvSpPr>
        <p:spPr bwMode="auto">
          <a:xfrm>
            <a:off x="8252909" y="636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9" name="Rectangle 18">
            <a:extLst>
              <a:ext uri="{FF2B5EF4-FFF2-40B4-BE49-F238E27FC236}">
                <a16:creationId xmlns:a16="http://schemas.microsoft.com/office/drawing/2014/main" id="{139249F6-27A3-4756-874C-BA2E94709D1B}"/>
              </a:ext>
            </a:extLst>
          </p:cNvPr>
          <p:cNvSpPr>
            <a:spLocks noChangeArrowheads="1"/>
          </p:cNvSpPr>
          <p:nvPr>
            <p:custDataLst>
              <p:tags r:id="rId17"/>
            </p:custDataLst>
          </p:nvPr>
        </p:nvSpPr>
        <p:spPr bwMode="auto">
          <a:xfrm>
            <a:off x="8252909" y="6520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0" name="Line 17">
            <a:extLst>
              <a:ext uri="{FF2B5EF4-FFF2-40B4-BE49-F238E27FC236}">
                <a16:creationId xmlns:a16="http://schemas.microsoft.com/office/drawing/2014/main" id="{6E0BDE02-71EA-426C-9FCC-526B7FDE146C}"/>
              </a:ext>
            </a:extLst>
          </p:cNvPr>
          <p:cNvSpPr>
            <a:spLocks noChangeShapeType="1"/>
          </p:cNvSpPr>
          <p:nvPr>
            <p:custDataLst>
              <p:tags r:id="rId18"/>
            </p:custDataLst>
          </p:nvPr>
        </p:nvSpPr>
        <p:spPr bwMode="auto">
          <a:xfrm>
            <a:off x="8557709" y="60635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1" name="Rectangle 20">
            <a:extLst>
              <a:ext uri="{FF2B5EF4-FFF2-40B4-BE49-F238E27FC236}">
                <a16:creationId xmlns:a16="http://schemas.microsoft.com/office/drawing/2014/main" id="{011C645E-367A-4E90-844E-C2D3C13DF735}"/>
              </a:ext>
            </a:extLst>
          </p:cNvPr>
          <p:cNvSpPr>
            <a:spLocks noChangeArrowheads="1"/>
          </p:cNvSpPr>
          <p:nvPr>
            <p:custDataLst>
              <p:tags r:id="rId19"/>
            </p:custDataLst>
          </p:nvPr>
        </p:nvSpPr>
        <p:spPr bwMode="auto">
          <a:xfrm>
            <a:off x="8252909" y="210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2" name="Rectangle 21">
            <a:extLst>
              <a:ext uri="{FF2B5EF4-FFF2-40B4-BE49-F238E27FC236}">
                <a16:creationId xmlns:a16="http://schemas.microsoft.com/office/drawing/2014/main" id="{ACE03D23-8365-4761-8C9E-A503B93AF165}"/>
              </a:ext>
            </a:extLst>
          </p:cNvPr>
          <p:cNvSpPr>
            <a:spLocks noChangeArrowheads="1"/>
          </p:cNvSpPr>
          <p:nvPr>
            <p:custDataLst>
              <p:tags r:id="rId20"/>
            </p:custDataLst>
          </p:nvPr>
        </p:nvSpPr>
        <p:spPr bwMode="auto">
          <a:xfrm>
            <a:off x="8252909" y="2253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3" name="Rectangle 22">
            <a:extLst>
              <a:ext uri="{FF2B5EF4-FFF2-40B4-BE49-F238E27FC236}">
                <a16:creationId xmlns:a16="http://schemas.microsoft.com/office/drawing/2014/main" id="{25167B4A-5714-4DA3-A922-4EEBAD86ECA5}"/>
              </a:ext>
            </a:extLst>
          </p:cNvPr>
          <p:cNvSpPr>
            <a:spLocks noChangeArrowheads="1"/>
          </p:cNvSpPr>
          <p:nvPr>
            <p:custDataLst>
              <p:tags r:id="rId21"/>
            </p:custDataLst>
          </p:nvPr>
        </p:nvSpPr>
        <p:spPr bwMode="auto">
          <a:xfrm>
            <a:off x="8252909" y="2405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4" name="Rectangle 23">
            <a:extLst>
              <a:ext uri="{FF2B5EF4-FFF2-40B4-BE49-F238E27FC236}">
                <a16:creationId xmlns:a16="http://schemas.microsoft.com/office/drawing/2014/main" id="{230238A5-461F-420C-B2CB-57233119AFF8}"/>
              </a:ext>
            </a:extLst>
          </p:cNvPr>
          <p:cNvSpPr>
            <a:spLocks noChangeArrowheads="1"/>
          </p:cNvSpPr>
          <p:nvPr>
            <p:custDataLst>
              <p:tags r:id="rId22"/>
            </p:custDataLst>
          </p:nvPr>
        </p:nvSpPr>
        <p:spPr bwMode="auto">
          <a:xfrm>
            <a:off x="8252909" y="255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5" name="Rectangle 24">
            <a:extLst>
              <a:ext uri="{FF2B5EF4-FFF2-40B4-BE49-F238E27FC236}">
                <a16:creationId xmlns:a16="http://schemas.microsoft.com/office/drawing/2014/main" id="{1C2496EB-BB24-4DFB-A832-E9ADA80749BB}"/>
              </a:ext>
            </a:extLst>
          </p:cNvPr>
          <p:cNvSpPr>
            <a:spLocks noChangeArrowheads="1"/>
          </p:cNvSpPr>
          <p:nvPr>
            <p:custDataLst>
              <p:tags r:id="rId23"/>
            </p:custDataLst>
          </p:nvPr>
        </p:nvSpPr>
        <p:spPr bwMode="auto">
          <a:xfrm>
            <a:off x="8252909" y="3015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6" name="Rectangle 25">
            <a:extLst>
              <a:ext uri="{FF2B5EF4-FFF2-40B4-BE49-F238E27FC236}">
                <a16:creationId xmlns:a16="http://schemas.microsoft.com/office/drawing/2014/main" id="{BACB3FCE-157E-49F9-BC91-E32E3E5B8ACD}"/>
              </a:ext>
            </a:extLst>
          </p:cNvPr>
          <p:cNvSpPr>
            <a:spLocks noChangeArrowheads="1"/>
          </p:cNvSpPr>
          <p:nvPr>
            <p:custDataLst>
              <p:tags r:id="rId24"/>
            </p:custDataLst>
          </p:nvPr>
        </p:nvSpPr>
        <p:spPr bwMode="auto">
          <a:xfrm>
            <a:off x="8252909" y="3167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7" name="Line 24">
            <a:extLst>
              <a:ext uri="{FF2B5EF4-FFF2-40B4-BE49-F238E27FC236}">
                <a16:creationId xmlns:a16="http://schemas.microsoft.com/office/drawing/2014/main" id="{81FEBBDA-9E47-4E98-B067-804202BACF16}"/>
              </a:ext>
            </a:extLst>
          </p:cNvPr>
          <p:cNvSpPr>
            <a:spLocks noChangeShapeType="1"/>
          </p:cNvSpPr>
          <p:nvPr>
            <p:custDataLst>
              <p:tags r:id="rId25"/>
            </p:custDataLst>
          </p:nvPr>
        </p:nvSpPr>
        <p:spPr bwMode="auto">
          <a:xfrm>
            <a:off x="8557709" y="2710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8" name="Line 25">
            <a:extLst>
              <a:ext uri="{FF2B5EF4-FFF2-40B4-BE49-F238E27FC236}">
                <a16:creationId xmlns:a16="http://schemas.microsoft.com/office/drawing/2014/main" id="{8880EE8E-CC72-4054-AAA0-2E2DEAA3A61C}"/>
              </a:ext>
            </a:extLst>
          </p:cNvPr>
          <p:cNvSpPr>
            <a:spLocks noChangeShapeType="1"/>
          </p:cNvSpPr>
          <p:nvPr>
            <p:custDataLst>
              <p:tags r:id="rId26"/>
            </p:custDataLst>
          </p:nvPr>
        </p:nvSpPr>
        <p:spPr bwMode="auto">
          <a:xfrm>
            <a:off x="8557709" y="4996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9" name="Rectangle 28">
            <a:extLst>
              <a:ext uri="{FF2B5EF4-FFF2-40B4-BE49-F238E27FC236}">
                <a16:creationId xmlns:a16="http://schemas.microsoft.com/office/drawing/2014/main" id="{C1A4C827-A1BA-4545-B923-EC7EBCBEA2D9}"/>
              </a:ext>
            </a:extLst>
          </p:cNvPr>
          <p:cNvSpPr>
            <a:spLocks noChangeArrowheads="1"/>
          </p:cNvSpPr>
          <p:nvPr>
            <p:custDataLst>
              <p:tags r:id="rId27"/>
            </p:custDataLst>
          </p:nvPr>
        </p:nvSpPr>
        <p:spPr bwMode="auto">
          <a:xfrm>
            <a:off x="6728909" y="26345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0" name="Rectangle 29">
            <a:extLst>
              <a:ext uri="{FF2B5EF4-FFF2-40B4-BE49-F238E27FC236}">
                <a16:creationId xmlns:a16="http://schemas.microsoft.com/office/drawing/2014/main" id="{050E5FEF-3961-48C6-A5C9-14F3D95E4952}"/>
              </a:ext>
            </a:extLst>
          </p:cNvPr>
          <p:cNvSpPr>
            <a:spLocks noChangeArrowheads="1"/>
          </p:cNvSpPr>
          <p:nvPr>
            <p:custDataLst>
              <p:tags r:id="rId28"/>
            </p:custDataLst>
          </p:nvPr>
        </p:nvSpPr>
        <p:spPr bwMode="auto">
          <a:xfrm>
            <a:off x="6728909" y="2786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1" name="Rectangle 30">
            <a:extLst>
              <a:ext uri="{FF2B5EF4-FFF2-40B4-BE49-F238E27FC236}">
                <a16:creationId xmlns:a16="http://schemas.microsoft.com/office/drawing/2014/main" id="{4A67163C-0295-4990-B420-8A7FD4CC5BEA}"/>
              </a:ext>
            </a:extLst>
          </p:cNvPr>
          <p:cNvSpPr>
            <a:spLocks noChangeArrowheads="1"/>
          </p:cNvSpPr>
          <p:nvPr>
            <p:custDataLst>
              <p:tags r:id="rId29"/>
            </p:custDataLst>
          </p:nvPr>
        </p:nvSpPr>
        <p:spPr bwMode="auto">
          <a:xfrm>
            <a:off x="6728909" y="2939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2" name="Rectangle 31">
            <a:extLst>
              <a:ext uri="{FF2B5EF4-FFF2-40B4-BE49-F238E27FC236}">
                <a16:creationId xmlns:a16="http://schemas.microsoft.com/office/drawing/2014/main" id="{42395F0F-4E55-45E0-B8EC-0C363A385E13}"/>
              </a:ext>
            </a:extLst>
          </p:cNvPr>
          <p:cNvSpPr>
            <a:spLocks noChangeArrowheads="1"/>
          </p:cNvSpPr>
          <p:nvPr>
            <p:custDataLst>
              <p:tags r:id="rId30"/>
            </p:custDataLst>
          </p:nvPr>
        </p:nvSpPr>
        <p:spPr bwMode="auto">
          <a:xfrm>
            <a:off x="6728909" y="30917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3" name="Rectangle 32">
            <a:extLst>
              <a:ext uri="{FF2B5EF4-FFF2-40B4-BE49-F238E27FC236}">
                <a16:creationId xmlns:a16="http://schemas.microsoft.com/office/drawing/2014/main" id="{7DBBF071-2484-44AF-97D2-0EA2B01BD324}"/>
              </a:ext>
            </a:extLst>
          </p:cNvPr>
          <p:cNvSpPr>
            <a:spLocks noChangeArrowheads="1"/>
          </p:cNvSpPr>
          <p:nvPr>
            <p:custDataLst>
              <p:tags r:id="rId31"/>
            </p:custDataLst>
          </p:nvPr>
        </p:nvSpPr>
        <p:spPr bwMode="auto">
          <a:xfrm>
            <a:off x="6728909" y="3548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4" name="Rectangle 33">
            <a:extLst>
              <a:ext uri="{FF2B5EF4-FFF2-40B4-BE49-F238E27FC236}">
                <a16:creationId xmlns:a16="http://schemas.microsoft.com/office/drawing/2014/main" id="{7B1778FB-E77E-458A-8D86-9DF989D28351}"/>
              </a:ext>
            </a:extLst>
          </p:cNvPr>
          <p:cNvSpPr>
            <a:spLocks noChangeArrowheads="1"/>
          </p:cNvSpPr>
          <p:nvPr>
            <p:custDataLst>
              <p:tags r:id="rId32"/>
            </p:custDataLst>
          </p:nvPr>
        </p:nvSpPr>
        <p:spPr bwMode="auto">
          <a:xfrm>
            <a:off x="6728909" y="3701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5" name="Line 32">
            <a:extLst>
              <a:ext uri="{FF2B5EF4-FFF2-40B4-BE49-F238E27FC236}">
                <a16:creationId xmlns:a16="http://schemas.microsoft.com/office/drawing/2014/main" id="{2ED1EB39-55FF-4995-B4CB-829A105C012D}"/>
              </a:ext>
            </a:extLst>
          </p:cNvPr>
          <p:cNvSpPr>
            <a:spLocks noChangeShapeType="1"/>
          </p:cNvSpPr>
          <p:nvPr>
            <p:custDataLst>
              <p:tags r:id="rId33"/>
            </p:custDataLst>
          </p:nvPr>
        </p:nvSpPr>
        <p:spPr bwMode="auto">
          <a:xfrm>
            <a:off x="7033709" y="32441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36" name="Freeform 33">
            <a:extLst>
              <a:ext uri="{FF2B5EF4-FFF2-40B4-BE49-F238E27FC236}">
                <a16:creationId xmlns:a16="http://schemas.microsoft.com/office/drawing/2014/main" id="{63C26260-1A28-4233-8359-6DDE28F9D240}"/>
              </a:ext>
            </a:extLst>
          </p:cNvPr>
          <p:cNvSpPr>
            <a:spLocks/>
          </p:cNvSpPr>
          <p:nvPr>
            <p:custDataLst>
              <p:tags r:id="rId34"/>
            </p:custDataLst>
          </p:nvPr>
        </p:nvSpPr>
        <p:spPr bwMode="auto">
          <a:xfrm>
            <a:off x="7338509" y="2101187"/>
            <a:ext cx="914400" cy="6096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7" name="Freeform 34">
            <a:extLst>
              <a:ext uri="{FF2B5EF4-FFF2-40B4-BE49-F238E27FC236}">
                <a16:creationId xmlns:a16="http://schemas.microsoft.com/office/drawing/2014/main" id="{082A9892-49FD-4A98-BE4F-7D9D4D074BE8}"/>
              </a:ext>
            </a:extLst>
          </p:cNvPr>
          <p:cNvSpPr>
            <a:spLocks/>
          </p:cNvSpPr>
          <p:nvPr>
            <p:custDataLst>
              <p:tags r:id="rId35"/>
            </p:custDataLst>
          </p:nvPr>
        </p:nvSpPr>
        <p:spPr bwMode="auto">
          <a:xfrm flipV="1">
            <a:off x="7338509" y="2863187"/>
            <a:ext cx="914400" cy="762000"/>
          </a:xfrm>
          <a:custGeom>
            <a:avLst/>
            <a:gdLst>
              <a:gd name="T0" fmla="*/ 0 w 576"/>
              <a:gd name="T1" fmla="*/ 144 h 144"/>
              <a:gd name="T2" fmla="*/ 288 w 576"/>
              <a:gd name="T3" fmla="*/ 144 h 144"/>
              <a:gd name="T4" fmla="*/ 288 w 576"/>
              <a:gd name="T5" fmla="*/ 0 h 144"/>
              <a:gd name="T6" fmla="*/ 576 w 576"/>
              <a:gd name="T7" fmla="*/ 0 h 144"/>
              <a:gd name="T8" fmla="*/ 0 60000 65536"/>
              <a:gd name="T9" fmla="*/ 0 60000 65536"/>
              <a:gd name="T10" fmla="*/ 0 60000 65536"/>
              <a:gd name="T11" fmla="*/ 0 60000 65536"/>
              <a:gd name="T12" fmla="*/ 0 w 576"/>
              <a:gd name="T13" fmla="*/ 0 h 144"/>
              <a:gd name="T14" fmla="*/ 576 w 576"/>
              <a:gd name="T15" fmla="*/ 144 h 144"/>
            </a:gdLst>
            <a:ahLst/>
            <a:cxnLst>
              <a:cxn ang="T8">
                <a:pos x="T0" y="T1"/>
              </a:cxn>
              <a:cxn ang="T9">
                <a:pos x="T2" y="T3"/>
              </a:cxn>
              <a:cxn ang="T10">
                <a:pos x="T4" y="T5"/>
              </a:cxn>
              <a:cxn ang="T11">
                <a:pos x="T6" y="T7"/>
              </a:cxn>
            </a:cxnLst>
            <a:rect l="T12" t="T13" r="T14" b="T15"/>
            <a:pathLst>
              <a:path w="576" h="144">
                <a:moveTo>
                  <a:pt x="0" y="144"/>
                </a:moveTo>
                <a:lnTo>
                  <a:pt x="288" y="144"/>
                </a:lnTo>
                <a:lnTo>
                  <a:pt x="288"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8" name="Freeform 35">
            <a:extLst>
              <a:ext uri="{FF2B5EF4-FFF2-40B4-BE49-F238E27FC236}">
                <a16:creationId xmlns:a16="http://schemas.microsoft.com/office/drawing/2014/main" id="{1C68DD6A-94CB-4CF4-9AC8-805D19DB0736}"/>
              </a:ext>
            </a:extLst>
          </p:cNvPr>
          <p:cNvSpPr>
            <a:spLocks/>
          </p:cNvSpPr>
          <p:nvPr>
            <p:custDataLst>
              <p:tags r:id="rId36"/>
            </p:custDataLst>
          </p:nvPr>
        </p:nvSpPr>
        <p:spPr bwMode="auto">
          <a:xfrm flipV="1">
            <a:off x="7338509" y="3777587"/>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9" name="Text Box 36">
            <a:extLst>
              <a:ext uri="{FF2B5EF4-FFF2-40B4-BE49-F238E27FC236}">
                <a16:creationId xmlns:a16="http://schemas.microsoft.com/office/drawing/2014/main" id="{5FD7124E-E3DE-44A9-8788-A8BBF2C0B850}"/>
              </a:ext>
            </a:extLst>
          </p:cNvPr>
          <p:cNvSpPr txBox="1">
            <a:spLocks noChangeArrowheads="1"/>
          </p:cNvSpPr>
          <p:nvPr>
            <p:custDataLst>
              <p:tags r:id="rId37"/>
            </p:custDataLst>
          </p:nvPr>
        </p:nvSpPr>
        <p:spPr bwMode="auto">
          <a:xfrm>
            <a:off x="6598397" y="2000439"/>
            <a:ext cx="886268"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1st-level</a:t>
            </a:r>
          </a:p>
          <a:p>
            <a:pPr algn="ctr"/>
            <a:r>
              <a:rPr lang="en-US" sz="1600" dirty="0">
                <a:latin typeface="+mn-lt"/>
              </a:rPr>
              <a:t>pointers</a:t>
            </a:r>
          </a:p>
        </p:txBody>
      </p:sp>
      <p:sp>
        <p:nvSpPr>
          <p:cNvPr id="40" name="Text Box 37">
            <a:extLst>
              <a:ext uri="{FF2B5EF4-FFF2-40B4-BE49-F238E27FC236}">
                <a16:creationId xmlns:a16="http://schemas.microsoft.com/office/drawing/2014/main" id="{3772FD05-EA21-4C2D-A821-5BEF658BE67B}"/>
              </a:ext>
            </a:extLst>
          </p:cNvPr>
          <p:cNvSpPr txBox="1">
            <a:spLocks noChangeArrowheads="1"/>
          </p:cNvSpPr>
          <p:nvPr>
            <p:custDataLst>
              <p:tags r:id="rId38"/>
            </p:custDataLst>
          </p:nvPr>
        </p:nvSpPr>
        <p:spPr bwMode="auto">
          <a:xfrm>
            <a:off x="8094518" y="1459837"/>
            <a:ext cx="954300"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2nd-level</a:t>
            </a:r>
          </a:p>
          <a:p>
            <a:pPr algn="ctr"/>
            <a:r>
              <a:rPr lang="en-US" sz="1600" dirty="0">
                <a:latin typeface="+mn-lt"/>
              </a:rPr>
              <a:t>PTEs</a:t>
            </a:r>
          </a:p>
        </p:txBody>
      </p:sp>
      <p:sp>
        <p:nvSpPr>
          <p:cNvPr id="41" name="Rectangle 40">
            <a:extLst>
              <a:ext uri="{FF2B5EF4-FFF2-40B4-BE49-F238E27FC236}">
                <a16:creationId xmlns:a16="http://schemas.microsoft.com/office/drawing/2014/main" id="{DF0C0CD5-DAF6-46D0-AE9F-395CA23F52E5}"/>
              </a:ext>
            </a:extLst>
          </p:cNvPr>
          <p:cNvSpPr>
            <a:spLocks noChangeArrowheads="1"/>
          </p:cNvSpPr>
          <p:nvPr>
            <p:custDataLst>
              <p:tags r:id="rId39"/>
            </p:custDataLst>
          </p:nvPr>
        </p:nvSpPr>
        <p:spPr bwMode="auto">
          <a:xfrm>
            <a:off x="6728909" y="1491587"/>
            <a:ext cx="12192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L2</a:t>
            </a:r>
          </a:p>
        </p:txBody>
      </p:sp>
      <p:sp>
        <p:nvSpPr>
          <p:cNvPr id="42" name="Rectangle 41">
            <a:extLst>
              <a:ext uri="{FF2B5EF4-FFF2-40B4-BE49-F238E27FC236}">
                <a16:creationId xmlns:a16="http://schemas.microsoft.com/office/drawing/2014/main" id="{44373BA9-441E-4006-83DB-26437A1344A1}"/>
              </a:ext>
            </a:extLst>
          </p:cNvPr>
          <p:cNvSpPr>
            <a:spLocks noChangeArrowheads="1"/>
          </p:cNvSpPr>
          <p:nvPr>
            <p:custDataLst>
              <p:tags r:id="rId40"/>
            </p:custDataLst>
          </p:nvPr>
        </p:nvSpPr>
        <p:spPr bwMode="auto">
          <a:xfrm>
            <a:off x="5509709" y="1491587"/>
            <a:ext cx="12192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L1</a:t>
            </a:r>
          </a:p>
        </p:txBody>
      </p:sp>
      <p:sp>
        <p:nvSpPr>
          <p:cNvPr id="43" name="Line 41">
            <a:extLst>
              <a:ext uri="{FF2B5EF4-FFF2-40B4-BE49-F238E27FC236}">
                <a16:creationId xmlns:a16="http://schemas.microsoft.com/office/drawing/2014/main" id="{98674B38-430B-430C-928E-965F9817E036}"/>
              </a:ext>
            </a:extLst>
          </p:cNvPr>
          <p:cNvSpPr>
            <a:spLocks noChangeShapeType="1"/>
          </p:cNvSpPr>
          <p:nvPr>
            <p:custDataLst>
              <p:tags r:id="rId41"/>
            </p:custDataLst>
          </p:nvPr>
        </p:nvSpPr>
        <p:spPr bwMode="auto">
          <a:xfrm>
            <a:off x="5814509" y="2634587"/>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4" name="Text Box 42">
            <a:extLst>
              <a:ext uri="{FF2B5EF4-FFF2-40B4-BE49-F238E27FC236}">
                <a16:creationId xmlns:a16="http://schemas.microsoft.com/office/drawing/2014/main" id="{35195657-F87C-4304-BAC3-1F88F6949E20}"/>
              </a:ext>
            </a:extLst>
          </p:cNvPr>
          <p:cNvSpPr txBox="1">
            <a:spLocks noChangeArrowheads="1"/>
          </p:cNvSpPr>
          <p:nvPr>
            <p:custDataLst>
              <p:tags r:id="rId42"/>
            </p:custDataLst>
          </p:nvPr>
        </p:nvSpPr>
        <p:spPr bwMode="auto">
          <a:xfrm>
            <a:off x="5091269" y="2309795"/>
            <a:ext cx="1196739"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root pointer</a:t>
            </a:r>
          </a:p>
        </p:txBody>
      </p:sp>
      <p:sp>
        <p:nvSpPr>
          <p:cNvPr id="45" name="Freeform 43">
            <a:extLst>
              <a:ext uri="{FF2B5EF4-FFF2-40B4-BE49-F238E27FC236}">
                <a16:creationId xmlns:a16="http://schemas.microsoft.com/office/drawing/2014/main" id="{D6FF2371-96A9-4335-B891-23E482A5552B}"/>
              </a:ext>
            </a:extLst>
          </p:cNvPr>
          <p:cNvSpPr>
            <a:spLocks/>
          </p:cNvSpPr>
          <p:nvPr>
            <p:custDataLst>
              <p:tags r:id="rId43"/>
            </p:custDataLst>
          </p:nvPr>
        </p:nvSpPr>
        <p:spPr bwMode="auto">
          <a:xfrm>
            <a:off x="6271709" y="1796387"/>
            <a:ext cx="457200" cy="13716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6" name="Freeform 44">
            <a:extLst>
              <a:ext uri="{FF2B5EF4-FFF2-40B4-BE49-F238E27FC236}">
                <a16:creationId xmlns:a16="http://schemas.microsoft.com/office/drawing/2014/main" id="{19392F96-D9A8-408D-BFDC-32F3DB03674B}"/>
              </a:ext>
            </a:extLst>
          </p:cNvPr>
          <p:cNvSpPr>
            <a:spLocks/>
          </p:cNvSpPr>
          <p:nvPr>
            <p:custDataLst>
              <p:tags r:id="rId44"/>
            </p:custDataLst>
          </p:nvPr>
        </p:nvSpPr>
        <p:spPr bwMode="auto">
          <a:xfrm>
            <a:off x="7719509" y="1796387"/>
            <a:ext cx="533400" cy="22098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7" name="Text Box 42">
            <a:extLst>
              <a:ext uri="{FF2B5EF4-FFF2-40B4-BE49-F238E27FC236}">
                <a16:creationId xmlns:a16="http://schemas.microsoft.com/office/drawing/2014/main" id="{7CEF0A10-CCFA-41BC-B084-1EC0CE143D1A}"/>
              </a:ext>
            </a:extLst>
          </p:cNvPr>
          <p:cNvSpPr txBox="1">
            <a:spLocks noChangeArrowheads="1"/>
          </p:cNvSpPr>
          <p:nvPr>
            <p:custDataLst>
              <p:tags r:id="rId45"/>
            </p:custDataLst>
          </p:nvPr>
        </p:nvSpPr>
        <p:spPr bwMode="auto">
          <a:xfrm>
            <a:off x="6481248" y="1187127"/>
            <a:ext cx="540533"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VPN</a:t>
            </a:r>
          </a:p>
        </p:txBody>
      </p:sp>
    </p:spTree>
    <p:custDataLst>
      <p:tags r:id="rId1"/>
    </p:custDataLst>
    <p:extLst>
      <p:ext uri="{BB962C8B-B14F-4D97-AF65-F5344CB8AC3E}">
        <p14:creationId xmlns:p14="http://schemas.microsoft.com/office/powerpoint/2010/main" val="7565467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Multi-Level 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17</a:t>
            </a:fld>
            <a:endParaRPr lang="en-US" altLang="en-US" sz="1400">
              <a:latin typeface="Times New Roman" panose="02020603050405020304" pitchFamily="18" charset="0"/>
            </a:endParaRPr>
          </a:p>
        </p:txBody>
      </p:sp>
      <p:sp>
        <p:nvSpPr>
          <p:cNvPr id="6" name="Rectangle 5">
            <a:extLst>
              <a:ext uri="{FF2B5EF4-FFF2-40B4-BE49-F238E27FC236}">
                <a16:creationId xmlns:a16="http://schemas.microsoft.com/office/drawing/2014/main" id="{513AB546-059A-4935-B4A6-B188196CDC01}"/>
              </a:ext>
            </a:extLst>
          </p:cNvPr>
          <p:cNvSpPr>
            <a:spLocks noChangeArrowheads="1"/>
          </p:cNvSpPr>
          <p:nvPr>
            <p:custDataLst>
              <p:tags r:id="rId4"/>
            </p:custDataLst>
          </p:nvPr>
        </p:nvSpPr>
        <p:spPr bwMode="auto">
          <a:xfrm>
            <a:off x="8252909" y="3625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7" name="Rectangle 6">
            <a:extLst>
              <a:ext uri="{FF2B5EF4-FFF2-40B4-BE49-F238E27FC236}">
                <a16:creationId xmlns:a16="http://schemas.microsoft.com/office/drawing/2014/main" id="{433080EC-9BFF-472C-82EF-93B7D5B1B61A}"/>
              </a:ext>
            </a:extLst>
          </p:cNvPr>
          <p:cNvSpPr>
            <a:spLocks noChangeArrowheads="1"/>
          </p:cNvSpPr>
          <p:nvPr>
            <p:custDataLst>
              <p:tags r:id="rId5"/>
            </p:custDataLst>
          </p:nvPr>
        </p:nvSpPr>
        <p:spPr bwMode="auto">
          <a:xfrm>
            <a:off x="8252909" y="3777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8" name="Rectangle 7">
            <a:extLst>
              <a:ext uri="{FF2B5EF4-FFF2-40B4-BE49-F238E27FC236}">
                <a16:creationId xmlns:a16="http://schemas.microsoft.com/office/drawing/2014/main" id="{41080E38-48C1-4F09-9EDC-0950EED2C1E5}"/>
              </a:ext>
            </a:extLst>
          </p:cNvPr>
          <p:cNvSpPr>
            <a:spLocks noChangeArrowheads="1"/>
          </p:cNvSpPr>
          <p:nvPr>
            <p:custDataLst>
              <p:tags r:id="rId6"/>
            </p:custDataLst>
          </p:nvPr>
        </p:nvSpPr>
        <p:spPr bwMode="auto">
          <a:xfrm>
            <a:off x="8252909" y="3929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9" name="Rectangle 8">
            <a:extLst>
              <a:ext uri="{FF2B5EF4-FFF2-40B4-BE49-F238E27FC236}">
                <a16:creationId xmlns:a16="http://schemas.microsoft.com/office/drawing/2014/main" id="{556408A7-E133-41F8-A9D4-30727B7B3970}"/>
              </a:ext>
            </a:extLst>
          </p:cNvPr>
          <p:cNvSpPr>
            <a:spLocks noChangeArrowheads="1"/>
          </p:cNvSpPr>
          <p:nvPr>
            <p:custDataLst>
              <p:tags r:id="rId7"/>
            </p:custDataLst>
          </p:nvPr>
        </p:nvSpPr>
        <p:spPr bwMode="auto">
          <a:xfrm>
            <a:off x="8252909" y="4082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0" name="Rectangle 9">
            <a:extLst>
              <a:ext uri="{FF2B5EF4-FFF2-40B4-BE49-F238E27FC236}">
                <a16:creationId xmlns:a16="http://schemas.microsoft.com/office/drawing/2014/main" id="{426A5EAD-DC99-46DA-A99A-DF75D93D604E}"/>
              </a:ext>
            </a:extLst>
          </p:cNvPr>
          <p:cNvSpPr>
            <a:spLocks noChangeArrowheads="1"/>
          </p:cNvSpPr>
          <p:nvPr>
            <p:custDataLst>
              <p:tags r:id="rId8"/>
            </p:custDataLst>
          </p:nvPr>
        </p:nvSpPr>
        <p:spPr bwMode="auto">
          <a:xfrm>
            <a:off x="8252909" y="4539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1" name="Rectangle 10">
            <a:extLst>
              <a:ext uri="{FF2B5EF4-FFF2-40B4-BE49-F238E27FC236}">
                <a16:creationId xmlns:a16="http://schemas.microsoft.com/office/drawing/2014/main" id="{8D179907-37B8-42FB-A88D-D6A04F751D2D}"/>
              </a:ext>
            </a:extLst>
          </p:cNvPr>
          <p:cNvSpPr>
            <a:spLocks noChangeArrowheads="1"/>
          </p:cNvSpPr>
          <p:nvPr>
            <p:custDataLst>
              <p:tags r:id="rId9"/>
            </p:custDataLst>
          </p:nvPr>
        </p:nvSpPr>
        <p:spPr bwMode="auto">
          <a:xfrm>
            <a:off x="8252909" y="4691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2" name="Line 10">
            <a:extLst>
              <a:ext uri="{FF2B5EF4-FFF2-40B4-BE49-F238E27FC236}">
                <a16:creationId xmlns:a16="http://schemas.microsoft.com/office/drawing/2014/main" id="{84A1A99A-9B5C-4E6C-8B9E-7D02A26D56C2}"/>
              </a:ext>
            </a:extLst>
          </p:cNvPr>
          <p:cNvSpPr>
            <a:spLocks noChangeShapeType="1"/>
          </p:cNvSpPr>
          <p:nvPr>
            <p:custDataLst>
              <p:tags r:id="rId10"/>
            </p:custDataLst>
          </p:nvPr>
        </p:nvSpPr>
        <p:spPr bwMode="auto">
          <a:xfrm>
            <a:off x="8557709" y="4234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13" name="Rectangle 12">
            <a:extLst>
              <a:ext uri="{FF2B5EF4-FFF2-40B4-BE49-F238E27FC236}">
                <a16:creationId xmlns:a16="http://schemas.microsoft.com/office/drawing/2014/main" id="{8D32F01A-2F34-4094-B3CD-103188B7EFAA}"/>
              </a:ext>
            </a:extLst>
          </p:cNvPr>
          <p:cNvSpPr>
            <a:spLocks noChangeArrowheads="1"/>
          </p:cNvSpPr>
          <p:nvPr>
            <p:custDataLst>
              <p:tags r:id="rId11"/>
            </p:custDataLst>
          </p:nvPr>
        </p:nvSpPr>
        <p:spPr bwMode="auto">
          <a:xfrm>
            <a:off x="8252909" y="5453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4" name="Rectangle 13">
            <a:extLst>
              <a:ext uri="{FF2B5EF4-FFF2-40B4-BE49-F238E27FC236}">
                <a16:creationId xmlns:a16="http://schemas.microsoft.com/office/drawing/2014/main" id="{FB8F64C4-D6DD-4710-B846-0D4D05FCBC5F}"/>
              </a:ext>
            </a:extLst>
          </p:cNvPr>
          <p:cNvSpPr>
            <a:spLocks noChangeArrowheads="1"/>
          </p:cNvSpPr>
          <p:nvPr>
            <p:custDataLst>
              <p:tags r:id="rId12"/>
            </p:custDataLst>
          </p:nvPr>
        </p:nvSpPr>
        <p:spPr bwMode="auto">
          <a:xfrm>
            <a:off x="8252909" y="5606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6" name="Rectangle 15">
            <a:extLst>
              <a:ext uri="{FF2B5EF4-FFF2-40B4-BE49-F238E27FC236}">
                <a16:creationId xmlns:a16="http://schemas.microsoft.com/office/drawing/2014/main" id="{E28D2DE2-4CD0-4FDB-AA75-C3291200E790}"/>
              </a:ext>
            </a:extLst>
          </p:cNvPr>
          <p:cNvSpPr>
            <a:spLocks noChangeArrowheads="1"/>
          </p:cNvSpPr>
          <p:nvPr>
            <p:custDataLst>
              <p:tags r:id="rId13"/>
            </p:custDataLst>
          </p:nvPr>
        </p:nvSpPr>
        <p:spPr bwMode="auto">
          <a:xfrm>
            <a:off x="8252909" y="5758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7" name="Rectangle 16">
            <a:extLst>
              <a:ext uri="{FF2B5EF4-FFF2-40B4-BE49-F238E27FC236}">
                <a16:creationId xmlns:a16="http://schemas.microsoft.com/office/drawing/2014/main" id="{5DDD0600-8EF5-40E8-819F-F207F7EB8B08}"/>
              </a:ext>
            </a:extLst>
          </p:cNvPr>
          <p:cNvSpPr>
            <a:spLocks noChangeArrowheads="1"/>
          </p:cNvSpPr>
          <p:nvPr>
            <p:custDataLst>
              <p:tags r:id="rId14"/>
            </p:custDataLst>
          </p:nvPr>
        </p:nvSpPr>
        <p:spPr bwMode="auto">
          <a:xfrm>
            <a:off x="8252909" y="591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8" name="Rectangle 17">
            <a:extLst>
              <a:ext uri="{FF2B5EF4-FFF2-40B4-BE49-F238E27FC236}">
                <a16:creationId xmlns:a16="http://schemas.microsoft.com/office/drawing/2014/main" id="{5C68904D-939D-47E7-8B9E-52509348C361}"/>
              </a:ext>
            </a:extLst>
          </p:cNvPr>
          <p:cNvSpPr>
            <a:spLocks noChangeArrowheads="1"/>
          </p:cNvSpPr>
          <p:nvPr>
            <p:custDataLst>
              <p:tags r:id="rId15"/>
            </p:custDataLst>
          </p:nvPr>
        </p:nvSpPr>
        <p:spPr bwMode="auto">
          <a:xfrm>
            <a:off x="8252909" y="636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9" name="Rectangle 18">
            <a:extLst>
              <a:ext uri="{FF2B5EF4-FFF2-40B4-BE49-F238E27FC236}">
                <a16:creationId xmlns:a16="http://schemas.microsoft.com/office/drawing/2014/main" id="{139249F6-27A3-4756-874C-BA2E94709D1B}"/>
              </a:ext>
            </a:extLst>
          </p:cNvPr>
          <p:cNvSpPr>
            <a:spLocks noChangeArrowheads="1"/>
          </p:cNvSpPr>
          <p:nvPr>
            <p:custDataLst>
              <p:tags r:id="rId16"/>
            </p:custDataLst>
          </p:nvPr>
        </p:nvSpPr>
        <p:spPr bwMode="auto">
          <a:xfrm>
            <a:off x="8252909" y="65207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0" name="Line 17">
            <a:extLst>
              <a:ext uri="{FF2B5EF4-FFF2-40B4-BE49-F238E27FC236}">
                <a16:creationId xmlns:a16="http://schemas.microsoft.com/office/drawing/2014/main" id="{6E0BDE02-71EA-426C-9FCC-526B7FDE146C}"/>
              </a:ext>
            </a:extLst>
          </p:cNvPr>
          <p:cNvSpPr>
            <a:spLocks noChangeShapeType="1"/>
          </p:cNvSpPr>
          <p:nvPr>
            <p:custDataLst>
              <p:tags r:id="rId17"/>
            </p:custDataLst>
          </p:nvPr>
        </p:nvSpPr>
        <p:spPr bwMode="auto">
          <a:xfrm>
            <a:off x="8557709" y="60635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1" name="Rectangle 20">
            <a:extLst>
              <a:ext uri="{FF2B5EF4-FFF2-40B4-BE49-F238E27FC236}">
                <a16:creationId xmlns:a16="http://schemas.microsoft.com/office/drawing/2014/main" id="{011C645E-367A-4E90-844E-C2D3C13DF735}"/>
              </a:ext>
            </a:extLst>
          </p:cNvPr>
          <p:cNvSpPr>
            <a:spLocks noChangeArrowheads="1"/>
          </p:cNvSpPr>
          <p:nvPr>
            <p:custDataLst>
              <p:tags r:id="rId18"/>
            </p:custDataLst>
          </p:nvPr>
        </p:nvSpPr>
        <p:spPr bwMode="auto">
          <a:xfrm>
            <a:off x="8252909" y="210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2" name="Rectangle 21">
            <a:extLst>
              <a:ext uri="{FF2B5EF4-FFF2-40B4-BE49-F238E27FC236}">
                <a16:creationId xmlns:a16="http://schemas.microsoft.com/office/drawing/2014/main" id="{ACE03D23-8365-4761-8C9E-A503B93AF165}"/>
              </a:ext>
            </a:extLst>
          </p:cNvPr>
          <p:cNvSpPr>
            <a:spLocks noChangeArrowheads="1"/>
          </p:cNvSpPr>
          <p:nvPr>
            <p:custDataLst>
              <p:tags r:id="rId19"/>
            </p:custDataLst>
          </p:nvPr>
        </p:nvSpPr>
        <p:spPr bwMode="auto">
          <a:xfrm>
            <a:off x="8252909" y="2253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3" name="Rectangle 22">
            <a:extLst>
              <a:ext uri="{FF2B5EF4-FFF2-40B4-BE49-F238E27FC236}">
                <a16:creationId xmlns:a16="http://schemas.microsoft.com/office/drawing/2014/main" id="{25167B4A-5714-4DA3-A922-4EEBAD86ECA5}"/>
              </a:ext>
            </a:extLst>
          </p:cNvPr>
          <p:cNvSpPr>
            <a:spLocks noChangeArrowheads="1"/>
          </p:cNvSpPr>
          <p:nvPr>
            <p:custDataLst>
              <p:tags r:id="rId20"/>
            </p:custDataLst>
          </p:nvPr>
        </p:nvSpPr>
        <p:spPr bwMode="auto">
          <a:xfrm>
            <a:off x="8252909" y="2405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4" name="Rectangle 23">
            <a:extLst>
              <a:ext uri="{FF2B5EF4-FFF2-40B4-BE49-F238E27FC236}">
                <a16:creationId xmlns:a16="http://schemas.microsoft.com/office/drawing/2014/main" id="{230238A5-461F-420C-B2CB-57233119AFF8}"/>
              </a:ext>
            </a:extLst>
          </p:cNvPr>
          <p:cNvSpPr>
            <a:spLocks noChangeArrowheads="1"/>
          </p:cNvSpPr>
          <p:nvPr>
            <p:custDataLst>
              <p:tags r:id="rId21"/>
            </p:custDataLst>
          </p:nvPr>
        </p:nvSpPr>
        <p:spPr bwMode="auto">
          <a:xfrm>
            <a:off x="8252909" y="255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5" name="Rectangle 24">
            <a:extLst>
              <a:ext uri="{FF2B5EF4-FFF2-40B4-BE49-F238E27FC236}">
                <a16:creationId xmlns:a16="http://schemas.microsoft.com/office/drawing/2014/main" id="{1C2496EB-BB24-4DFB-A832-E9ADA80749BB}"/>
              </a:ext>
            </a:extLst>
          </p:cNvPr>
          <p:cNvSpPr>
            <a:spLocks noChangeArrowheads="1"/>
          </p:cNvSpPr>
          <p:nvPr>
            <p:custDataLst>
              <p:tags r:id="rId22"/>
            </p:custDataLst>
          </p:nvPr>
        </p:nvSpPr>
        <p:spPr bwMode="auto">
          <a:xfrm>
            <a:off x="8252909" y="3015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6" name="Rectangle 25">
            <a:extLst>
              <a:ext uri="{FF2B5EF4-FFF2-40B4-BE49-F238E27FC236}">
                <a16:creationId xmlns:a16="http://schemas.microsoft.com/office/drawing/2014/main" id="{BACB3FCE-157E-49F9-BC91-E32E3E5B8ACD}"/>
              </a:ext>
            </a:extLst>
          </p:cNvPr>
          <p:cNvSpPr>
            <a:spLocks noChangeArrowheads="1"/>
          </p:cNvSpPr>
          <p:nvPr>
            <p:custDataLst>
              <p:tags r:id="rId23"/>
            </p:custDataLst>
          </p:nvPr>
        </p:nvSpPr>
        <p:spPr bwMode="auto">
          <a:xfrm>
            <a:off x="8252909" y="3167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7" name="Line 24">
            <a:extLst>
              <a:ext uri="{FF2B5EF4-FFF2-40B4-BE49-F238E27FC236}">
                <a16:creationId xmlns:a16="http://schemas.microsoft.com/office/drawing/2014/main" id="{81FEBBDA-9E47-4E98-B067-804202BACF16}"/>
              </a:ext>
            </a:extLst>
          </p:cNvPr>
          <p:cNvSpPr>
            <a:spLocks noChangeShapeType="1"/>
          </p:cNvSpPr>
          <p:nvPr>
            <p:custDataLst>
              <p:tags r:id="rId24"/>
            </p:custDataLst>
          </p:nvPr>
        </p:nvSpPr>
        <p:spPr bwMode="auto">
          <a:xfrm>
            <a:off x="8557709" y="2710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8" name="Line 25">
            <a:extLst>
              <a:ext uri="{FF2B5EF4-FFF2-40B4-BE49-F238E27FC236}">
                <a16:creationId xmlns:a16="http://schemas.microsoft.com/office/drawing/2014/main" id="{8880EE8E-CC72-4054-AAA0-2E2DEAA3A61C}"/>
              </a:ext>
            </a:extLst>
          </p:cNvPr>
          <p:cNvSpPr>
            <a:spLocks noChangeShapeType="1"/>
          </p:cNvSpPr>
          <p:nvPr>
            <p:custDataLst>
              <p:tags r:id="rId25"/>
            </p:custDataLst>
          </p:nvPr>
        </p:nvSpPr>
        <p:spPr bwMode="auto">
          <a:xfrm>
            <a:off x="8557709" y="4996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9" name="Rectangle 28">
            <a:extLst>
              <a:ext uri="{FF2B5EF4-FFF2-40B4-BE49-F238E27FC236}">
                <a16:creationId xmlns:a16="http://schemas.microsoft.com/office/drawing/2014/main" id="{C1A4C827-A1BA-4545-B923-EC7EBCBEA2D9}"/>
              </a:ext>
            </a:extLst>
          </p:cNvPr>
          <p:cNvSpPr>
            <a:spLocks noChangeArrowheads="1"/>
          </p:cNvSpPr>
          <p:nvPr>
            <p:custDataLst>
              <p:tags r:id="rId26"/>
            </p:custDataLst>
          </p:nvPr>
        </p:nvSpPr>
        <p:spPr bwMode="auto">
          <a:xfrm>
            <a:off x="6728909" y="26345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0" name="Rectangle 29">
            <a:extLst>
              <a:ext uri="{FF2B5EF4-FFF2-40B4-BE49-F238E27FC236}">
                <a16:creationId xmlns:a16="http://schemas.microsoft.com/office/drawing/2014/main" id="{050E5FEF-3961-48C6-A5C9-14F3D95E4952}"/>
              </a:ext>
            </a:extLst>
          </p:cNvPr>
          <p:cNvSpPr>
            <a:spLocks noChangeArrowheads="1"/>
          </p:cNvSpPr>
          <p:nvPr>
            <p:custDataLst>
              <p:tags r:id="rId27"/>
            </p:custDataLst>
          </p:nvPr>
        </p:nvSpPr>
        <p:spPr bwMode="auto">
          <a:xfrm>
            <a:off x="6728909" y="2786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1" name="Rectangle 30">
            <a:extLst>
              <a:ext uri="{FF2B5EF4-FFF2-40B4-BE49-F238E27FC236}">
                <a16:creationId xmlns:a16="http://schemas.microsoft.com/office/drawing/2014/main" id="{4A67163C-0295-4990-B420-8A7FD4CC5BEA}"/>
              </a:ext>
            </a:extLst>
          </p:cNvPr>
          <p:cNvSpPr>
            <a:spLocks noChangeArrowheads="1"/>
          </p:cNvSpPr>
          <p:nvPr>
            <p:custDataLst>
              <p:tags r:id="rId28"/>
            </p:custDataLst>
          </p:nvPr>
        </p:nvSpPr>
        <p:spPr bwMode="auto">
          <a:xfrm>
            <a:off x="6728909" y="2939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2" name="Rectangle 31">
            <a:extLst>
              <a:ext uri="{FF2B5EF4-FFF2-40B4-BE49-F238E27FC236}">
                <a16:creationId xmlns:a16="http://schemas.microsoft.com/office/drawing/2014/main" id="{42395F0F-4E55-45E0-B8EC-0C363A385E13}"/>
              </a:ext>
            </a:extLst>
          </p:cNvPr>
          <p:cNvSpPr>
            <a:spLocks noChangeArrowheads="1"/>
          </p:cNvSpPr>
          <p:nvPr>
            <p:custDataLst>
              <p:tags r:id="rId29"/>
            </p:custDataLst>
          </p:nvPr>
        </p:nvSpPr>
        <p:spPr bwMode="auto">
          <a:xfrm>
            <a:off x="6728909" y="30917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3" name="Rectangle 32">
            <a:extLst>
              <a:ext uri="{FF2B5EF4-FFF2-40B4-BE49-F238E27FC236}">
                <a16:creationId xmlns:a16="http://schemas.microsoft.com/office/drawing/2014/main" id="{7DBBF071-2484-44AF-97D2-0EA2B01BD324}"/>
              </a:ext>
            </a:extLst>
          </p:cNvPr>
          <p:cNvSpPr>
            <a:spLocks noChangeArrowheads="1"/>
          </p:cNvSpPr>
          <p:nvPr>
            <p:custDataLst>
              <p:tags r:id="rId30"/>
            </p:custDataLst>
          </p:nvPr>
        </p:nvSpPr>
        <p:spPr bwMode="auto">
          <a:xfrm>
            <a:off x="6728909" y="3548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4" name="Rectangle 33">
            <a:extLst>
              <a:ext uri="{FF2B5EF4-FFF2-40B4-BE49-F238E27FC236}">
                <a16:creationId xmlns:a16="http://schemas.microsoft.com/office/drawing/2014/main" id="{7B1778FB-E77E-458A-8D86-9DF989D28351}"/>
              </a:ext>
            </a:extLst>
          </p:cNvPr>
          <p:cNvSpPr>
            <a:spLocks noChangeArrowheads="1"/>
          </p:cNvSpPr>
          <p:nvPr>
            <p:custDataLst>
              <p:tags r:id="rId31"/>
            </p:custDataLst>
          </p:nvPr>
        </p:nvSpPr>
        <p:spPr bwMode="auto">
          <a:xfrm>
            <a:off x="6728909" y="3701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5" name="Line 32">
            <a:extLst>
              <a:ext uri="{FF2B5EF4-FFF2-40B4-BE49-F238E27FC236}">
                <a16:creationId xmlns:a16="http://schemas.microsoft.com/office/drawing/2014/main" id="{2ED1EB39-55FF-4995-B4CB-829A105C012D}"/>
              </a:ext>
            </a:extLst>
          </p:cNvPr>
          <p:cNvSpPr>
            <a:spLocks noChangeShapeType="1"/>
          </p:cNvSpPr>
          <p:nvPr>
            <p:custDataLst>
              <p:tags r:id="rId32"/>
            </p:custDataLst>
          </p:nvPr>
        </p:nvSpPr>
        <p:spPr bwMode="auto">
          <a:xfrm>
            <a:off x="7033709" y="32441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36" name="Freeform 33">
            <a:extLst>
              <a:ext uri="{FF2B5EF4-FFF2-40B4-BE49-F238E27FC236}">
                <a16:creationId xmlns:a16="http://schemas.microsoft.com/office/drawing/2014/main" id="{63C26260-1A28-4233-8359-6DDE28F9D240}"/>
              </a:ext>
            </a:extLst>
          </p:cNvPr>
          <p:cNvSpPr>
            <a:spLocks/>
          </p:cNvSpPr>
          <p:nvPr>
            <p:custDataLst>
              <p:tags r:id="rId33"/>
            </p:custDataLst>
          </p:nvPr>
        </p:nvSpPr>
        <p:spPr bwMode="auto">
          <a:xfrm>
            <a:off x="7338509" y="2101187"/>
            <a:ext cx="914400" cy="6096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7" name="Freeform 34">
            <a:extLst>
              <a:ext uri="{FF2B5EF4-FFF2-40B4-BE49-F238E27FC236}">
                <a16:creationId xmlns:a16="http://schemas.microsoft.com/office/drawing/2014/main" id="{082A9892-49FD-4A98-BE4F-7D9D4D074BE8}"/>
              </a:ext>
            </a:extLst>
          </p:cNvPr>
          <p:cNvSpPr>
            <a:spLocks/>
          </p:cNvSpPr>
          <p:nvPr>
            <p:custDataLst>
              <p:tags r:id="rId34"/>
            </p:custDataLst>
          </p:nvPr>
        </p:nvSpPr>
        <p:spPr bwMode="auto">
          <a:xfrm flipV="1">
            <a:off x="7338509" y="2863187"/>
            <a:ext cx="914400" cy="762000"/>
          </a:xfrm>
          <a:custGeom>
            <a:avLst/>
            <a:gdLst>
              <a:gd name="T0" fmla="*/ 0 w 576"/>
              <a:gd name="T1" fmla="*/ 144 h 144"/>
              <a:gd name="T2" fmla="*/ 288 w 576"/>
              <a:gd name="T3" fmla="*/ 144 h 144"/>
              <a:gd name="T4" fmla="*/ 288 w 576"/>
              <a:gd name="T5" fmla="*/ 0 h 144"/>
              <a:gd name="T6" fmla="*/ 576 w 576"/>
              <a:gd name="T7" fmla="*/ 0 h 144"/>
              <a:gd name="T8" fmla="*/ 0 60000 65536"/>
              <a:gd name="T9" fmla="*/ 0 60000 65536"/>
              <a:gd name="T10" fmla="*/ 0 60000 65536"/>
              <a:gd name="T11" fmla="*/ 0 60000 65536"/>
              <a:gd name="T12" fmla="*/ 0 w 576"/>
              <a:gd name="T13" fmla="*/ 0 h 144"/>
              <a:gd name="T14" fmla="*/ 576 w 576"/>
              <a:gd name="T15" fmla="*/ 144 h 144"/>
            </a:gdLst>
            <a:ahLst/>
            <a:cxnLst>
              <a:cxn ang="T8">
                <a:pos x="T0" y="T1"/>
              </a:cxn>
              <a:cxn ang="T9">
                <a:pos x="T2" y="T3"/>
              </a:cxn>
              <a:cxn ang="T10">
                <a:pos x="T4" y="T5"/>
              </a:cxn>
              <a:cxn ang="T11">
                <a:pos x="T6" y="T7"/>
              </a:cxn>
            </a:cxnLst>
            <a:rect l="T12" t="T13" r="T14" b="T15"/>
            <a:pathLst>
              <a:path w="576" h="144">
                <a:moveTo>
                  <a:pt x="0" y="144"/>
                </a:moveTo>
                <a:lnTo>
                  <a:pt x="288" y="144"/>
                </a:lnTo>
                <a:lnTo>
                  <a:pt x="288"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8" name="Freeform 35">
            <a:extLst>
              <a:ext uri="{FF2B5EF4-FFF2-40B4-BE49-F238E27FC236}">
                <a16:creationId xmlns:a16="http://schemas.microsoft.com/office/drawing/2014/main" id="{1C68DD6A-94CB-4CF4-9AC8-805D19DB0736}"/>
              </a:ext>
            </a:extLst>
          </p:cNvPr>
          <p:cNvSpPr>
            <a:spLocks/>
          </p:cNvSpPr>
          <p:nvPr>
            <p:custDataLst>
              <p:tags r:id="rId35"/>
            </p:custDataLst>
          </p:nvPr>
        </p:nvSpPr>
        <p:spPr bwMode="auto">
          <a:xfrm flipV="1">
            <a:off x="7338509" y="3777587"/>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9" name="Text Box 36">
            <a:extLst>
              <a:ext uri="{FF2B5EF4-FFF2-40B4-BE49-F238E27FC236}">
                <a16:creationId xmlns:a16="http://schemas.microsoft.com/office/drawing/2014/main" id="{5FD7124E-E3DE-44A9-8788-A8BBF2C0B850}"/>
              </a:ext>
            </a:extLst>
          </p:cNvPr>
          <p:cNvSpPr txBox="1">
            <a:spLocks noChangeArrowheads="1"/>
          </p:cNvSpPr>
          <p:nvPr>
            <p:custDataLst>
              <p:tags r:id="rId36"/>
            </p:custDataLst>
          </p:nvPr>
        </p:nvSpPr>
        <p:spPr bwMode="auto">
          <a:xfrm>
            <a:off x="6598397" y="2000439"/>
            <a:ext cx="886268"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1st-level</a:t>
            </a:r>
          </a:p>
          <a:p>
            <a:pPr algn="ctr"/>
            <a:r>
              <a:rPr lang="en-US" sz="1600" dirty="0">
                <a:latin typeface="+mn-lt"/>
              </a:rPr>
              <a:t>pointers</a:t>
            </a:r>
          </a:p>
        </p:txBody>
      </p:sp>
      <p:sp>
        <p:nvSpPr>
          <p:cNvPr id="40" name="Text Box 37">
            <a:extLst>
              <a:ext uri="{FF2B5EF4-FFF2-40B4-BE49-F238E27FC236}">
                <a16:creationId xmlns:a16="http://schemas.microsoft.com/office/drawing/2014/main" id="{3772FD05-EA21-4C2D-A821-5BEF658BE67B}"/>
              </a:ext>
            </a:extLst>
          </p:cNvPr>
          <p:cNvSpPr txBox="1">
            <a:spLocks noChangeArrowheads="1"/>
          </p:cNvSpPr>
          <p:nvPr>
            <p:custDataLst>
              <p:tags r:id="rId37"/>
            </p:custDataLst>
          </p:nvPr>
        </p:nvSpPr>
        <p:spPr bwMode="auto">
          <a:xfrm>
            <a:off x="8094518" y="1459837"/>
            <a:ext cx="954300"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2nd-level</a:t>
            </a:r>
          </a:p>
          <a:p>
            <a:pPr algn="ctr"/>
            <a:r>
              <a:rPr lang="en-US" sz="1600" dirty="0">
                <a:latin typeface="+mn-lt"/>
              </a:rPr>
              <a:t>PTEs</a:t>
            </a:r>
          </a:p>
        </p:txBody>
      </p:sp>
      <p:sp>
        <p:nvSpPr>
          <p:cNvPr id="41" name="Rectangle 40">
            <a:extLst>
              <a:ext uri="{FF2B5EF4-FFF2-40B4-BE49-F238E27FC236}">
                <a16:creationId xmlns:a16="http://schemas.microsoft.com/office/drawing/2014/main" id="{DF0C0CD5-DAF6-46D0-AE9F-395CA23F52E5}"/>
              </a:ext>
            </a:extLst>
          </p:cNvPr>
          <p:cNvSpPr>
            <a:spLocks noChangeArrowheads="1"/>
          </p:cNvSpPr>
          <p:nvPr>
            <p:custDataLst>
              <p:tags r:id="rId38"/>
            </p:custDataLst>
          </p:nvPr>
        </p:nvSpPr>
        <p:spPr bwMode="auto">
          <a:xfrm>
            <a:off x="6728909" y="1491587"/>
            <a:ext cx="12192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L2</a:t>
            </a:r>
          </a:p>
        </p:txBody>
      </p:sp>
      <p:sp>
        <p:nvSpPr>
          <p:cNvPr id="42" name="Rectangle 41">
            <a:extLst>
              <a:ext uri="{FF2B5EF4-FFF2-40B4-BE49-F238E27FC236}">
                <a16:creationId xmlns:a16="http://schemas.microsoft.com/office/drawing/2014/main" id="{44373BA9-441E-4006-83DB-26437A1344A1}"/>
              </a:ext>
            </a:extLst>
          </p:cNvPr>
          <p:cNvSpPr>
            <a:spLocks noChangeArrowheads="1"/>
          </p:cNvSpPr>
          <p:nvPr>
            <p:custDataLst>
              <p:tags r:id="rId39"/>
            </p:custDataLst>
          </p:nvPr>
        </p:nvSpPr>
        <p:spPr bwMode="auto">
          <a:xfrm>
            <a:off x="5509709" y="1491587"/>
            <a:ext cx="12192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L1</a:t>
            </a:r>
          </a:p>
        </p:txBody>
      </p:sp>
      <p:sp>
        <p:nvSpPr>
          <p:cNvPr id="43" name="Line 41">
            <a:extLst>
              <a:ext uri="{FF2B5EF4-FFF2-40B4-BE49-F238E27FC236}">
                <a16:creationId xmlns:a16="http://schemas.microsoft.com/office/drawing/2014/main" id="{98674B38-430B-430C-928E-965F9817E036}"/>
              </a:ext>
            </a:extLst>
          </p:cNvPr>
          <p:cNvSpPr>
            <a:spLocks noChangeShapeType="1"/>
          </p:cNvSpPr>
          <p:nvPr>
            <p:custDataLst>
              <p:tags r:id="rId40"/>
            </p:custDataLst>
          </p:nvPr>
        </p:nvSpPr>
        <p:spPr bwMode="auto">
          <a:xfrm>
            <a:off x="5814509" y="2634587"/>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4" name="Text Box 42">
            <a:extLst>
              <a:ext uri="{FF2B5EF4-FFF2-40B4-BE49-F238E27FC236}">
                <a16:creationId xmlns:a16="http://schemas.microsoft.com/office/drawing/2014/main" id="{35195657-F87C-4304-BAC3-1F88F6949E20}"/>
              </a:ext>
            </a:extLst>
          </p:cNvPr>
          <p:cNvSpPr txBox="1">
            <a:spLocks noChangeArrowheads="1"/>
          </p:cNvSpPr>
          <p:nvPr>
            <p:custDataLst>
              <p:tags r:id="rId41"/>
            </p:custDataLst>
          </p:nvPr>
        </p:nvSpPr>
        <p:spPr bwMode="auto">
          <a:xfrm>
            <a:off x="5091269" y="2309795"/>
            <a:ext cx="1196739"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root pointer</a:t>
            </a:r>
          </a:p>
        </p:txBody>
      </p:sp>
      <p:sp>
        <p:nvSpPr>
          <p:cNvPr id="45" name="Freeform 43">
            <a:extLst>
              <a:ext uri="{FF2B5EF4-FFF2-40B4-BE49-F238E27FC236}">
                <a16:creationId xmlns:a16="http://schemas.microsoft.com/office/drawing/2014/main" id="{D6FF2371-96A9-4335-B891-23E482A5552B}"/>
              </a:ext>
            </a:extLst>
          </p:cNvPr>
          <p:cNvSpPr>
            <a:spLocks/>
          </p:cNvSpPr>
          <p:nvPr>
            <p:custDataLst>
              <p:tags r:id="rId42"/>
            </p:custDataLst>
          </p:nvPr>
        </p:nvSpPr>
        <p:spPr bwMode="auto">
          <a:xfrm>
            <a:off x="6271709" y="1796387"/>
            <a:ext cx="457200" cy="13716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6" name="Freeform 44">
            <a:extLst>
              <a:ext uri="{FF2B5EF4-FFF2-40B4-BE49-F238E27FC236}">
                <a16:creationId xmlns:a16="http://schemas.microsoft.com/office/drawing/2014/main" id="{19392F96-D9A8-408D-BFDC-32F3DB03674B}"/>
              </a:ext>
            </a:extLst>
          </p:cNvPr>
          <p:cNvSpPr>
            <a:spLocks/>
          </p:cNvSpPr>
          <p:nvPr>
            <p:custDataLst>
              <p:tags r:id="rId43"/>
            </p:custDataLst>
          </p:nvPr>
        </p:nvSpPr>
        <p:spPr bwMode="auto">
          <a:xfrm>
            <a:off x="7719509" y="1796387"/>
            <a:ext cx="533400" cy="22098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7" name="Text Box 42">
            <a:extLst>
              <a:ext uri="{FF2B5EF4-FFF2-40B4-BE49-F238E27FC236}">
                <a16:creationId xmlns:a16="http://schemas.microsoft.com/office/drawing/2014/main" id="{7CEF0A10-CCFA-41BC-B084-1EC0CE143D1A}"/>
              </a:ext>
            </a:extLst>
          </p:cNvPr>
          <p:cNvSpPr txBox="1">
            <a:spLocks noChangeArrowheads="1"/>
          </p:cNvSpPr>
          <p:nvPr>
            <p:custDataLst>
              <p:tags r:id="rId44"/>
            </p:custDataLst>
          </p:nvPr>
        </p:nvSpPr>
        <p:spPr bwMode="auto">
          <a:xfrm>
            <a:off x="6481248" y="1187127"/>
            <a:ext cx="540533"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VPN</a:t>
            </a:r>
          </a:p>
        </p:txBody>
      </p:sp>
      <p:sp>
        <p:nvSpPr>
          <p:cNvPr id="48" name="TextBox 47">
            <a:extLst>
              <a:ext uri="{FF2B5EF4-FFF2-40B4-BE49-F238E27FC236}">
                <a16:creationId xmlns:a16="http://schemas.microsoft.com/office/drawing/2014/main" id="{64C9433A-729D-4A9D-B9C4-98969C60405A}"/>
              </a:ext>
            </a:extLst>
          </p:cNvPr>
          <p:cNvSpPr txBox="1"/>
          <p:nvPr>
            <p:custDataLst>
              <p:tags r:id="rId45"/>
            </p:custDataLst>
          </p:nvPr>
        </p:nvSpPr>
        <p:spPr>
          <a:xfrm>
            <a:off x="526929" y="1414730"/>
            <a:ext cx="4948871" cy="5329737"/>
          </a:xfrm>
          <a:prstGeom prst="rect">
            <a:avLst/>
          </a:prstGeom>
          <a:noFill/>
        </p:spPr>
        <p:txBody>
          <a:bodyPr wrap="square" rtlCol="0" anchor="t">
            <a:noAutofit/>
          </a:bodyPr>
          <a:lstStyle/>
          <a:p>
            <a:r>
              <a:rPr lang="en-US" sz="3200" b="1" dirty="0">
                <a:latin typeface="+mn-lt"/>
              </a:rPr>
              <a:t>Observation: </a:t>
            </a:r>
            <a:r>
              <a:rPr lang="en-US" sz="3200" dirty="0">
                <a:latin typeface="+mn-lt"/>
              </a:rPr>
              <a:t>Large virtual address regions are unused in most programs</a:t>
            </a:r>
          </a:p>
          <a:p>
            <a:pPr marL="457200" indent="-457200">
              <a:buFont typeface="Arial" panose="020B0604020202020204" pitchFamily="34" charset="0"/>
              <a:buChar char="•"/>
            </a:pPr>
            <a:r>
              <a:rPr lang="en-US" sz="2800" dirty="0">
                <a:latin typeface="+mn-lt"/>
              </a:rPr>
              <a:t>Then corresponding second-level tables need not exist</a:t>
            </a:r>
          </a:p>
          <a:p>
            <a:pPr marL="457200" indent="-457200">
              <a:buFont typeface="Arial" panose="020B0604020202020204" pitchFamily="34" charset="0"/>
              <a:buChar char="•"/>
            </a:pPr>
            <a:r>
              <a:rPr lang="en-US" sz="2800" dirty="0">
                <a:latin typeface="+mn-lt"/>
              </a:rPr>
              <a:t>And corresponding first-level pointers are null</a:t>
            </a:r>
          </a:p>
        </p:txBody>
      </p:sp>
      <p:sp>
        <p:nvSpPr>
          <p:cNvPr id="49" name="Rectangle 48">
            <a:extLst>
              <a:ext uri="{FF2B5EF4-FFF2-40B4-BE49-F238E27FC236}">
                <a16:creationId xmlns:a16="http://schemas.microsoft.com/office/drawing/2014/main" id="{47D8AF48-AA43-47C1-A702-1D95AF1FD2D9}"/>
              </a:ext>
            </a:extLst>
          </p:cNvPr>
          <p:cNvSpPr>
            <a:spLocks noChangeArrowheads="1"/>
          </p:cNvSpPr>
          <p:nvPr>
            <p:custDataLst>
              <p:tags r:id="rId46"/>
            </p:custDataLst>
          </p:nvPr>
        </p:nvSpPr>
        <p:spPr bwMode="auto">
          <a:xfrm>
            <a:off x="8252909" y="54539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0" name="Rectangle 49">
            <a:extLst>
              <a:ext uri="{FF2B5EF4-FFF2-40B4-BE49-F238E27FC236}">
                <a16:creationId xmlns:a16="http://schemas.microsoft.com/office/drawing/2014/main" id="{9CE184B2-8110-44C1-8D1E-274489D63BD6}"/>
              </a:ext>
            </a:extLst>
          </p:cNvPr>
          <p:cNvSpPr>
            <a:spLocks noChangeArrowheads="1"/>
          </p:cNvSpPr>
          <p:nvPr>
            <p:custDataLst>
              <p:tags r:id="rId47"/>
            </p:custDataLst>
          </p:nvPr>
        </p:nvSpPr>
        <p:spPr bwMode="auto">
          <a:xfrm>
            <a:off x="8252909" y="56063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1" name="Rectangle 50">
            <a:extLst>
              <a:ext uri="{FF2B5EF4-FFF2-40B4-BE49-F238E27FC236}">
                <a16:creationId xmlns:a16="http://schemas.microsoft.com/office/drawing/2014/main" id="{B15472EB-7936-400B-B18D-AB9CDF793449}"/>
              </a:ext>
            </a:extLst>
          </p:cNvPr>
          <p:cNvSpPr>
            <a:spLocks noChangeArrowheads="1"/>
          </p:cNvSpPr>
          <p:nvPr>
            <p:custDataLst>
              <p:tags r:id="rId48"/>
            </p:custDataLst>
          </p:nvPr>
        </p:nvSpPr>
        <p:spPr bwMode="auto">
          <a:xfrm>
            <a:off x="8252909" y="57587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2" name="Rectangle 51">
            <a:extLst>
              <a:ext uri="{FF2B5EF4-FFF2-40B4-BE49-F238E27FC236}">
                <a16:creationId xmlns:a16="http://schemas.microsoft.com/office/drawing/2014/main" id="{28CF23FE-6F16-4FB3-B788-C4904B4249F9}"/>
              </a:ext>
            </a:extLst>
          </p:cNvPr>
          <p:cNvSpPr>
            <a:spLocks noChangeArrowheads="1"/>
          </p:cNvSpPr>
          <p:nvPr>
            <p:custDataLst>
              <p:tags r:id="rId49"/>
            </p:custDataLst>
          </p:nvPr>
        </p:nvSpPr>
        <p:spPr bwMode="auto">
          <a:xfrm>
            <a:off x="8252909" y="59111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3" name="Rectangle 52">
            <a:extLst>
              <a:ext uri="{FF2B5EF4-FFF2-40B4-BE49-F238E27FC236}">
                <a16:creationId xmlns:a16="http://schemas.microsoft.com/office/drawing/2014/main" id="{EE6FF0B0-949A-4C7C-BF2D-EFD158ED276A}"/>
              </a:ext>
            </a:extLst>
          </p:cNvPr>
          <p:cNvSpPr>
            <a:spLocks noChangeArrowheads="1"/>
          </p:cNvSpPr>
          <p:nvPr>
            <p:custDataLst>
              <p:tags r:id="rId50"/>
            </p:custDataLst>
          </p:nvPr>
        </p:nvSpPr>
        <p:spPr bwMode="auto">
          <a:xfrm>
            <a:off x="8252909" y="63683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4" name="Rectangle 53">
            <a:extLst>
              <a:ext uri="{FF2B5EF4-FFF2-40B4-BE49-F238E27FC236}">
                <a16:creationId xmlns:a16="http://schemas.microsoft.com/office/drawing/2014/main" id="{379CEE11-E2AE-4270-9A0C-1507C82C9C00}"/>
              </a:ext>
            </a:extLst>
          </p:cNvPr>
          <p:cNvSpPr>
            <a:spLocks noChangeArrowheads="1"/>
          </p:cNvSpPr>
          <p:nvPr>
            <p:custDataLst>
              <p:tags r:id="rId51"/>
            </p:custDataLst>
          </p:nvPr>
        </p:nvSpPr>
        <p:spPr bwMode="auto">
          <a:xfrm>
            <a:off x="8252909" y="65207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55" name="Freeform 35">
            <a:extLst>
              <a:ext uri="{FF2B5EF4-FFF2-40B4-BE49-F238E27FC236}">
                <a16:creationId xmlns:a16="http://schemas.microsoft.com/office/drawing/2014/main" id="{2FC52F58-21F6-4577-8B88-020874B1181C}"/>
              </a:ext>
            </a:extLst>
          </p:cNvPr>
          <p:cNvSpPr>
            <a:spLocks/>
          </p:cNvSpPr>
          <p:nvPr>
            <p:custDataLst>
              <p:tags r:id="rId52"/>
            </p:custDataLst>
          </p:nvPr>
        </p:nvSpPr>
        <p:spPr bwMode="auto">
          <a:xfrm flipV="1">
            <a:off x="7338509" y="3777587"/>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prstDash val="sysDot"/>
            <a:round/>
            <a:headEnd/>
            <a:tailEnd type="arrow" w="med" len="med"/>
          </a:ln>
        </p:spPr>
        <p:txBody>
          <a:bodyPr wrap="none" anchor="ctr">
            <a:prstTxWarp prst="textNoShape">
              <a:avLst/>
            </a:prstTxWarp>
          </a:bodyPr>
          <a:lstStyle/>
          <a:p>
            <a:pPr algn="ctr"/>
            <a:endParaRPr lang="en-US" sz="1600">
              <a:latin typeface="+mn-lt"/>
            </a:endParaRPr>
          </a:p>
        </p:txBody>
      </p:sp>
    </p:spTree>
    <p:custDataLst>
      <p:tags r:id="rId1"/>
    </p:custDataLst>
    <p:extLst>
      <p:ext uri="{BB962C8B-B14F-4D97-AF65-F5344CB8AC3E}">
        <p14:creationId xmlns:p14="http://schemas.microsoft.com/office/powerpoint/2010/main" val="33311830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P spid="38" grpId="0" animBg="1"/>
      <p:bldP spid="49" grpId="0" animBg="1"/>
      <p:bldP spid="50" grpId="0" animBg="1"/>
      <p:bldP spid="51" grpId="0" animBg="1"/>
      <p:bldP spid="52" grpId="0" animBg="1"/>
      <p:bldP spid="53" grpId="0" animBg="1"/>
      <p:bldP spid="54" grpId="0" animBg="1"/>
      <p:bldP spid="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B1C9CACE-DBA6-420A-9153-046F4AB9E42E}"/>
              </a:ext>
            </a:extLst>
          </p:cNvPr>
          <p:cNvSpPr txBox="1"/>
          <p:nvPr>
            <p:custDataLst>
              <p:tags r:id="rId2"/>
            </p:custDataLst>
          </p:nvPr>
        </p:nvSpPr>
        <p:spPr>
          <a:xfrm>
            <a:off x="526928" y="1414730"/>
            <a:ext cx="5303875" cy="5329737"/>
          </a:xfrm>
          <a:prstGeom prst="rect">
            <a:avLst/>
          </a:prstGeom>
          <a:noFill/>
        </p:spPr>
        <p:txBody>
          <a:bodyPr wrap="square" rtlCol="0" anchor="t">
            <a:noAutofit/>
          </a:bodyPr>
          <a:lstStyle/>
          <a:p>
            <a:r>
              <a:rPr lang="en-US" sz="3200" dirty="0">
                <a:solidFill>
                  <a:schemeClr val="bg1"/>
                </a:solidFill>
                <a:latin typeface="+mn-lt"/>
              </a:rPr>
              <a:t>e.g., Two-level page table:</a:t>
            </a:r>
          </a:p>
          <a:p>
            <a:pPr marL="457200" indent="-457200">
              <a:buFont typeface="Arial" panose="020B0604020202020204" pitchFamily="34" charset="0"/>
              <a:buChar char="•"/>
            </a:pPr>
            <a:r>
              <a:rPr lang="en-US" sz="2800" dirty="0">
                <a:solidFill>
                  <a:schemeClr val="bg1"/>
                </a:solidFill>
                <a:latin typeface="+mn-lt"/>
              </a:rPr>
              <a:t>…Continuing from previous example</a:t>
            </a:r>
          </a:p>
          <a:p>
            <a:pPr marL="457200" indent="-457200">
              <a:buFont typeface="Arial" panose="020B0604020202020204" pitchFamily="34" charset="0"/>
              <a:buChar char="•"/>
            </a:pPr>
            <a:r>
              <a:rPr lang="en-US" sz="2800" dirty="0">
                <a:solidFill>
                  <a:schemeClr val="bg1"/>
                </a:solidFill>
                <a:latin typeface="+mn-lt"/>
              </a:rPr>
              <a:t>Assume program with 2MB of code, 64KB of stack, 16MB of heap; how much storage used for PTs?</a:t>
            </a:r>
          </a:p>
          <a:p>
            <a:pPr marL="914400" lvl="1" indent="-457200">
              <a:buFont typeface="Wingdings" panose="05000000000000000000" pitchFamily="2" charset="2"/>
              <a:buChar char="Ø"/>
            </a:pPr>
            <a:r>
              <a:rPr lang="en-US" sz="2400" dirty="0">
                <a:latin typeface="+mn-lt"/>
              </a:rPr>
              <a:t>From earlier, each L2 PT maps 1K virtual pages (= 4MB virtual mem)</a:t>
            </a:r>
          </a:p>
          <a:p>
            <a:pPr marL="914400" lvl="1" indent="-457200">
              <a:buFont typeface="Wingdings" panose="05000000000000000000" pitchFamily="2" charset="2"/>
              <a:buChar char="Ø"/>
            </a:pPr>
            <a:r>
              <a:rPr lang="en-US" sz="2400" b="1" dirty="0">
                <a:latin typeface="+mn-lt"/>
              </a:rPr>
              <a:t>1 for code + 1 for stack + 4 for heap = 6 L2 PTs</a:t>
            </a:r>
          </a:p>
          <a:p>
            <a:pPr marL="914400" lvl="1" indent="-457200">
              <a:buFont typeface="Wingdings" panose="05000000000000000000" pitchFamily="2" charset="2"/>
              <a:buChar char="Ø"/>
            </a:pPr>
            <a:r>
              <a:rPr lang="en-US" sz="2400" b="1" dirty="0">
                <a:latin typeface="+mn-lt"/>
              </a:rPr>
              <a:t>Thus, only 6 × 4KB = 24KB storage for L2 PTs &lt;&lt; 4MB</a:t>
            </a:r>
          </a:p>
        </p:txBody>
      </p:sp>
      <p:sp>
        <p:nvSpPr>
          <p:cNvPr id="48" name="TextBox 47">
            <a:extLst>
              <a:ext uri="{FF2B5EF4-FFF2-40B4-BE49-F238E27FC236}">
                <a16:creationId xmlns:a16="http://schemas.microsoft.com/office/drawing/2014/main" id="{12302D4A-15CA-4C88-AA5C-3B31BD3A7EA3}"/>
              </a:ext>
            </a:extLst>
          </p:cNvPr>
          <p:cNvSpPr txBox="1"/>
          <p:nvPr>
            <p:custDataLst>
              <p:tags r:id="rId3"/>
            </p:custDataLst>
          </p:nvPr>
        </p:nvSpPr>
        <p:spPr>
          <a:xfrm>
            <a:off x="526928" y="1414729"/>
            <a:ext cx="5303875" cy="5329737"/>
          </a:xfrm>
          <a:prstGeom prst="rect">
            <a:avLst/>
          </a:prstGeom>
          <a:noFill/>
        </p:spPr>
        <p:txBody>
          <a:bodyPr wrap="square" rtlCol="0" anchor="t">
            <a:noAutofit/>
          </a:bodyPr>
          <a:lstStyle/>
          <a:p>
            <a:r>
              <a:rPr lang="en-US" sz="3200" dirty="0">
                <a:latin typeface="+mn-lt"/>
              </a:rPr>
              <a:t>e.g., Two-level page table:</a:t>
            </a:r>
          </a:p>
          <a:p>
            <a:pPr marL="457200" indent="-457200">
              <a:buFont typeface="Arial" panose="020B0604020202020204" pitchFamily="34" charset="0"/>
              <a:buChar char="•"/>
            </a:pPr>
            <a:r>
              <a:rPr lang="en-US" sz="2800" dirty="0">
                <a:latin typeface="+mn-lt"/>
              </a:rPr>
              <a:t>…Continuing from previous example</a:t>
            </a:r>
          </a:p>
          <a:p>
            <a:pPr marL="457200" indent="-457200">
              <a:buFont typeface="Arial" panose="020B0604020202020204" pitchFamily="34" charset="0"/>
              <a:buChar char="•"/>
            </a:pPr>
            <a:r>
              <a:rPr lang="en-US" sz="2800" dirty="0">
                <a:latin typeface="+mn-lt"/>
              </a:rPr>
              <a:t>Assume program with 2MB of code, 64KB of stack, 16MB of heap; how much storage used for PTs?</a:t>
            </a:r>
          </a:p>
        </p:txBody>
      </p:sp>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4"/>
            </p:custDataLst>
          </p:nvPr>
        </p:nvSpPr>
        <p:spPr>
          <a:xfrm>
            <a:off x="457200" y="274638"/>
            <a:ext cx="7467600" cy="1143000"/>
          </a:xfrm>
        </p:spPr>
        <p:txBody>
          <a:bodyPr/>
          <a:lstStyle/>
          <a:p>
            <a:pPr eaLnBrk="1" hangingPunct="1"/>
            <a:r>
              <a:rPr lang="en-US" altLang="en-US" dirty="0"/>
              <a:t>Multi-Level 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18</a:t>
            </a:fld>
            <a:endParaRPr lang="en-US" altLang="en-US" sz="1400">
              <a:latin typeface="Times New Roman" panose="02020603050405020304" pitchFamily="18" charset="0"/>
            </a:endParaRPr>
          </a:p>
        </p:txBody>
      </p:sp>
      <p:sp>
        <p:nvSpPr>
          <p:cNvPr id="6" name="Rectangle 5">
            <a:extLst>
              <a:ext uri="{FF2B5EF4-FFF2-40B4-BE49-F238E27FC236}">
                <a16:creationId xmlns:a16="http://schemas.microsoft.com/office/drawing/2014/main" id="{513AB546-059A-4935-B4A6-B188196CDC01}"/>
              </a:ext>
            </a:extLst>
          </p:cNvPr>
          <p:cNvSpPr>
            <a:spLocks noChangeArrowheads="1"/>
          </p:cNvSpPr>
          <p:nvPr>
            <p:custDataLst>
              <p:tags r:id="rId6"/>
            </p:custDataLst>
          </p:nvPr>
        </p:nvSpPr>
        <p:spPr bwMode="auto">
          <a:xfrm>
            <a:off x="8252909" y="3625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7" name="Rectangle 6">
            <a:extLst>
              <a:ext uri="{FF2B5EF4-FFF2-40B4-BE49-F238E27FC236}">
                <a16:creationId xmlns:a16="http://schemas.microsoft.com/office/drawing/2014/main" id="{433080EC-9BFF-472C-82EF-93B7D5B1B61A}"/>
              </a:ext>
            </a:extLst>
          </p:cNvPr>
          <p:cNvSpPr>
            <a:spLocks noChangeArrowheads="1"/>
          </p:cNvSpPr>
          <p:nvPr>
            <p:custDataLst>
              <p:tags r:id="rId7"/>
            </p:custDataLst>
          </p:nvPr>
        </p:nvSpPr>
        <p:spPr bwMode="auto">
          <a:xfrm>
            <a:off x="8252909" y="3777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8" name="Rectangle 7">
            <a:extLst>
              <a:ext uri="{FF2B5EF4-FFF2-40B4-BE49-F238E27FC236}">
                <a16:creationId xmlns:a16="http://schemas.microsoft.com/office/drawing/2014/main" id="{41080E38-48C1-4F09-9EDC-0950EED2C1E5}"/>
              </a:ext>
            </a:extLst>
          </p:cNvPr>
          <p:cNvSpPr>
            <a:spLocks noChangeArrowheads="1"/>
          </p:cNvSpPr>
          <p:nvPr>
            <p:custDataLst>
              <p:tags r:id="rId8"/>
            </p:custDataLst>
          </p:nvPr>
        </p:nvSpPr>
        <p:spPr bwMode="auto">
          <a:xfrm>
            <a:off x="8252909" y="3929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9" name="Rectangle 8">
            <a:extLst>
              <a:ext uri="{FF2B5EF4-FFF2-40B4-BE49-F238E27FC236}">
                <a16:creationId xmlns:a16="http://schemas.microsoft.com/office/drawing/2014/main" id="{556408A7-E133-41F8-A9D4-30727B7B3970}"/>
              </a:ext>
            </a:extLst>
          </p:cNvPr>
          <p:cNvSpPr>
            <a:spLocks noChangeArrowheads="1"/>
          </p:cNvSpPr>
          <p:nvPr>
            <p:custDataLst>
              <p:tags r:id="rId9"/>
            </p:custDataLst>
          </p:nvPr>
        </p:nvSpPr>
        <p:spPr bwMode="auto">
          <a:xfrm>
            <a:off x="8252909" y="4082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0" name="Rectangle 9">
            <a:extLst>
              <a:ext uri="{FF2B5EF4-FFF2-40B4-BE49-F238E27FC236}">
                <a16:creationId xmlns:a16="http://schemas.microsoft.com/office/drawing/2014/main" id="{426A5EAD-DC99-46DA-A99A-DF75D93D604E}"/>
              </a:ext>
            </a:extLst>
          </p:cNvPr>
          <p:cNvSpPr>
            <a:spLocks noChangeArrowheads="1"/>
          </p:cNvSpPr>
          <p:nvPr>
            <p:custDataLst>
              <p:tags r:id="rId10"/>
            </p:custDataLst>
          </p:nvPr>
        </p:nvSpPr>
        <p:spPr bwMode="auto">
          <a:xfrm>
            <a:off x="8252909" y="4539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1" name="Rectangle 10">
            <a:extLst>
              <a:ext uri="{FF2B5EF4-FFF2-40B4-BE49-F238E27FC236}">
                <a16:creationId xmlns:a16="http://schemas.microsoft.com/office/drawing/2014/main" id="{8D179907-37B8-42FB-A88D-D6A04F751D2D}"/>
              </a:ext>
            </a:extLst>
          </p:cNvPr>
          <p:cNvSpPr>
            <a:spLocks noChangeArrowheads="1"/>
          </p:cNvSpPr>
          <p:nvPr>
            <p:custDataLst>
              <p:tags r:id="rId11"/>
            </p:custDataLst>
          </p:nvPr>
        </p:nvSpPr>
        <p:spPr bwMode="auto">
          <a:xfrm>
            <a:off x="8252909" y="4691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2" name="Line 10">
            <a:extLst>
              <a:ext uri="{FF2B5EF4-FFF2-40B4-BE49-F238E27FC236}">
                <a16:creationId xmlns:a16="http://schemas.microsoft.com/office/drawing/2014/main" id="{84A1A99A-9B5C-4E6C-8B9E-7D02A26D56C2}"/>
              </a:ext>
            </a:extLst>
          </p:cNvPr>
          <p:cNvSpPr>
            <a:spLocks noChangeShapeType="1"/>
          </p:cNvSpPr>
          <p:nvPr>
            <p:custDataLst>
              <p:tags r:id="rId12"/>
            </p:custDataLst>
          </p:nvPr>
        </p:nvSpPr>
        <p:spPr bwMode="auto">
          <a:xfrm>
            <a:off x="8557709" y="4234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13" name="Rectangle 12">
            <a:extLst>
              <a:ext uri="{FF2B5EF4-FFF2-40B4-BE49-F238E27FC236}">
                <a16:creationId xmlns:a16="http://schemas.microsoft.com/office/drawing/2014/main" id="{8D32F01A-2F34-4094-B3CD-103188B7EFAA}"/>
              </a:ext>
            </a:extLst>
          </p:cNvPr>
          <p:cNvSpPr>
            <a:spLocks noChangeArrowheads="1"/>
          </p:cNvSpPr>
          <p:nvPr>
            <p:custDataLst>
              <p:tags r:id="rId13"/>
            </p:custDataLst>
          </p:nvPr>
        </p:nvSpPr>
        <p:spPr bwMode="auto">
          <a:xfrm>
            <a:off x="8252909" y="54539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14" name="Rectangle 13">
            <a:extLst>
              <a:ext uri="{FF2B5EF4-FFF2-40B4-BE49-F238E27FC236}">
                <a16:creationId xmlns:a16="http://schemas.microsoft.com/office/drawing/2014/main" id="{FB8F64C4-D6DD-4710-B846-0D4D05FCBC5F}"/>
              </a:ext>
            </a:extLst>
          </p:cNvPr>
          <p:cNvSpPr>
            <a:spLocks noChangeArrowheads="1"/>
          </p:cNvSpPr>
          <p:nvPr>
            <p:custDataLst>
              <p:tags r:id="rId14"/>
            </p:custDataLst>
          </p:nvPr>
        </p:nvSpPr>
        <p:spPr bwMode="auto">
          <a:xfrm>
            <a:off x="8252909" y="56063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16" name="Rectangle 15">
            <a:extLst>
              <a:ext uri="{FF2B5EF4-FFF2-40B4-BE49-F238E27FC236}">
                <a16:creationId xmlns:a16="http://schemas.microsoft.com/office/drawing/2014/main" id="{E28D2DE2-4CD0-4FDB-AA75-C3291200E790}"/>
              </a:ext>
            </a:extLst>
          </p:cNvPr>
          <p:cNvSpPr>
            <a:spLocks noChangeArrowheads="1"/>
          </p:cNvSpPr>
          <p:nvPr>
            <p:custDataLst>
              <p:tags r:id="rId15"/>
            </p:custDataLst>
          </p:nvPr>
        </p:nvSpPr>
        <p:spPr bwMode="auto">
          <a:xfrm>
            <a:off x="8252909" y="57587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17" name="Rectangle 16">
            <a:extLst>
              <a:ext uri="{FF2B5EF4-FFF2-40B4-BE49-F238E27FC236}">
                <a16:creationId xmlns:a16="http://schemas.microsoft.com/office/drawing/2014/main" id="{5DDD0600-8EF5-40E8-819F-F207F7EB8B08}"/>
              </a:ext>
            </a:extLst>
          </p:cNvPr>
          <p:cNvSpPr>
            <a:spLocks noChangeArrowheads="1"/>
          </p:cNvSpPr>
          <p:nvPr>
            <p:custDataLst>
              <p:tags r:id="rId16"/>
            </p:custDataLst>
          </p:nvPr>
        </p:nvSpPr>
        <p:spPr bwMode="auto">
          <a:xfrm>
            <a:off x="8252909" y="59111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18" name="Rectangle 17">
            <a:extLst>
              <a:ext uri="{FF2B5EF4-FFF2-40B4-BE49-F238E27FC236}">
                <a16:creationId xmlns:a16="http://schemas.microsoft.com/office/drawing/2014/main" id="{5C68904D-939D-47E7-8B9E-52509348C361}"/>
              </a:ext>
            </a:extLst>
          </p:cNvPr>
          <p:cNvSpPr>
            <a:spLocks noChangeArrowheads="1"/>
          </p:cNvSpPr>
          <p:nvPr>
            <p:custDataLst>
              <p:tags r:id="rId17"/>
            </p:custDataLst>
          </p:nvPr>
        </p:nvSpPr>
        <p:spPr bwMode="auto">
          <a:xfrm>
            <a:off x="8252909" y="63683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19" name="Rectangle 18">
            <a:extLst>
              <a:ext uri="{FF2B5EF4-FFF2-40B4-BE49-F238E27FC236}">
                <a16:creationId xmlns:a16="http://schemas.microsoft.com/office/drawing/2014/main" id="{139249F6-27A3-4756-874C-BA2E94709D1B}"/>
              </a:ext>
            </a:extLst>
          </p:cNvPr>
          <p:cNvSpPr>
            <a:spLocks noChangeArrowheads="1"/>
          </p:cNvSpPr>
          <p:nvPr>
            <p:custDataLst>
              <p:tags r:id="rId18"/>
            </p:custDataLst>
          </p:nvPr>
        </p:nvSpPr>
        <p:spPr bwMode="auto">
          <a:xfrm>
            <a:off x="8252909" y="6520787"/>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20" name="Line 17">
            <a:extLst>
              <a:ext uri="{FF2B5EF4-FFF2-40B4-BE49-F238E27FC236}">
                <a16:creationId xmlns:a16="http://schemas.microsoft.com/office/drawing/2014/main" id="{6E0BDE02-71EA-426C-9FCC-526B7FDE146C}"/>
              </a:ext>
            </a:extLst>
          </p:cNvPr>
          <p:cNvSpPr>
            <a:spLocks noChangeShapeType="1"/>
          </p:cNvSpPr>
          <p:nvPr>
            <p:custDataLst>
              <p:tags r:id="rId19"/>
            </p:custDataLst>
          </p:nvPr>
        </p:nvSpPr>
        <p:spPr bwMode="auto">
          <a:xfrm>
            <a:off x="8557709" y="60635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1" name="Rectangle 20">
            <a:extLst>
              <a:ext uri="{FF2B5EF4-FFF2-40B4-BE49-F238E27FC236}">
                <a16:creationId xmlns:a16="http://schemas.microsoft.com/office/drawing/2014/main" id="{011C645E-367A-4E90-844E-C2D3C13DF735}"/>
              </a:ext>
            </a:extLst>
          </p:cNvPr>
          <p:cNvSpPr>
            <a:spLocks noChangeArrowheads="1"/>
          </p:cNvSpPr>
          <p:nvPr>
            <p:custDataLst>
              <p:tags r:id="rId20"/>
            </p:custDataLst>
          </p:nvPr>
        </p:nvSpPr>
        <p:spPr bwMode="auto">
          <a:xfrm>
            <a:off x="8252909" y="21011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2" name="Rectangle 21">
            <a:extLst>
              <a:ext uri="{FF2B5EF4-FFF2-40B4-BE49-F238E27FC236}">
                <a16:creationId xmlns:a16="http://schemas.microsoft.com/office/drawing/2014/main" id="{ACE03D23-8365-4761-8C9E-A503B93AF165}"/>
              </a:ext>
            </a:extLst>
          </p:cNvPr>
          <p:cNvSpPr>
            <a:spLocks noChangeArrowheads="1"/>
          </p:cNvSpPr>
          <p:nvPr>
            <p:custDataLst>
              <p:tags r:id="rId21"/>
            </p:custDataLst>
          </p:nvPr>
        </p:nvSpPr>
        <p:spPr bwMode="auto">
          <a:xfrm>
            <a:off x="8252909" y="2253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3" name="Rectangle 22">
            <a:extLst>
              <a:ext uri="{FF2B5EF4-FFF2-40B4-BE49-F238E27FC236}">
                <a16:creationId xmlns:a16="http://schemas.microsoft.com/office/drawing/2014/main" id="{25167B4A-5714-4DA3-A922-4EEBAD86ECA5}"/>
              </a:ext>
            </a:extLst>
          </p:cNvPr>
          <p:cNvSpPr>
            <a:spLocks noChangeArrowheads="1"/>
          </p:cNvSpPr>
          <p:nvPr>
            <p:custDataLst>
              <p:tags r:id="rId22"/>
            </p:custDataLst>
          </p:nvPr>
        </p:nvSpPr>
        <p:spPr bwMode="auto">
          <a:xfrm>
            <a:off x="8252909" y="2405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4" name="Rectangle 23">
            <a:extLst>
              <a:ext uri="{FF2B5EF4-FFF2-40B4-BE49-F238E27FC236}">
                <a16:creationId xmlns:a16="http://schemas.microsoft.com/office/drawing/2014/main" id="{230238A5-461F-420C-B2CB-57233119AFF8}"/>
              </a:ext>
            </a:extLst>
          </p:cNvPr>
          <p:cNvSpPr>
            <a:spLocks noChangeArrowheads="1"/>
          </p:cNvSpPr>
          <p:nvPr>
            <p:custDataLst>
              <p:tags r:id="rId23"/>
            </p:custDataLst>
          </p:nvPr>
        </p:nvSpPr>
        <p:spPr bwMode="auto">
          <a:xfrm>
            <a:off x="8252909" y="25583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5" name="Rectangle 24">
            <a:extLst>
              <a:ext uri="{FF2B5EF4-FFF2-40B4-BE49-F238E27FC236}">
                <a16:creationId xmlns:a16="http://schemas.microsoft.com/office/drawing/2014/main" id="{1C2496EB-BB24-4DFB-A832-E9ADA80749BB}"/>
              </a:ext>
            </a:extLst>
          </p:cNvPr>
          <p:cNvSpPr>
            <a:spLocks noChangeArrowheads="1"/>
          </p:cNvSpPr>
          <p:nvPr>
            <p:custDataLst>
              <p:tags r:id="rId24"/>
            </p:custDataLst>
          </p:nvPr>
        </p:nvSpPr>
        <p:spPr bwMode="auto">
          <a:xfrm>
            <a:off x="8252909" y="30155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6" name="Rectangle 25">
            <a:extLst>
              <a:ext uri="{FF2B5EF4-FFF2-40B4-BE49-F238E27FC236}">
                <a16:creationId xmlns:a16="http://schemas.microsoft.com/office/drawing/2014/main" id="{BACB3FCE-157E-49F9-BC91-E32E3E5B8ACD}"/>
              </a:ext>
            </a:extLst>
          </p:cNvPr>
          <p:cNvSpPr>
            <a:spLocks noChangeArrowheads="1"/>
          </p:cNvSpPr>
          <p:nvPr>
            <p:custDataLst>
              <p:tags r:id="rId25"/>
            </p:custDataLst>
          </p:nvPr>
        </p:nvSpPr>
        <p:spPr bwMode="auto">
          <a:xfrm>
            <a:off x="8252909" y="3167987"/>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7" name="Line 24">
            <a:extLst>
              <a:ext uri="{FF2B5EF4-FFF2-40B4-BE49-F238E27FC236}">
                <a16:creationId xmlns:a16="http://schemas.microsoft.com/office/drawing/2014/main" id="{81FEBBDA-9E47-4E98-B067-804202BACF16}"/>
              </a:ext>
            </a:extLst>
          </p:cNvPr>
          <p:cNvSpPr>
            <a:spLocks noChangeShapeType="1"/>
          </p:cNvSpPr>
          <p:nvPr>
            <p:custDataLst>
              <p:tags r:id="rId26"/>
            </p:custDataLst>
          </p:nvPr>
        </p:nvSpPr>
        <p:spPr bwMode="auto">
          <a:xfrm>
            <a:off x="8557709" y="2710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8" name="Line 25">
            <a:extLst>
              <a:ext uri="{FF2B5EF4-FFF2-40B4-BE49-F238E27FC236}">
                <a16:creationId xmlns:a16="http://schemas.microsoft.com/office/drawing/2014/main" id="{8880EE8E-CC72-4054-AAA0-2E2DEAA3A61C}"/>
              </a:ext>
            </a:extLst>
          </p:cNvPr>
          <p:cNvSpPr>
            <a:spLocks noChangeShapeType="1"/>
          </p:cNvSpPr>
          <p:nvPr>
            <p:custDataLst>
              <p:tags r:id="rId27"/>
            </p:custDataLst>
          </p:nvPr>
        </p:nvSpPr>
        <p:spPr bwMode="auto">
          <a:xfrm>
            <a:off x="8557709" y="49967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29" name="Rectangle 28">
            <a:extLst>
              <a:ext uri="{FF2B5EF4-FFF2-40B4-BE49-F238E27FC236}">
                <a16:creationId xmlns:a16="http://schemas.microsoft.com/office/drawing/2014/main" id="{C1A4C827-A1BA-4545-B923-EC7EBCBEA2D9}"/>
              </a:ext>
            </a:extLst>
          </p:cNvPr>
          <p:cNvSpPr>
            <a:spLocks noChangeArrowheads="1"/>
          </p:cNvSpPr>
          <p:nvPr>
            <p:custDataLst>
              <p:tags r:id="rId28"/>
            </p:custDataLst>
          </p:nvPr>
        </p:nvSpPr>
        <p:spPr bwMode="auto">
          <a:xfrm>
            <a:off x="6728909" y="26345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0" name="Rectangle 29">
            <a:extLst>
              <a:ext uri="{FF2B5EF4-FFF2-40B4-BE49-F238E27FC236}">
                <a16:creationId xmlns:a16="http://schemas.microsoft.com/office/drawing/2014/main" id="{050E5FEF-3961-48C6-A5C9-14F3D95E4952}"/>
              </a:ext>
            </a:extLst>
          </p:cNvPr>
          <p:cNvSpPr>
            <a:spLocks noChangeArrowheads="1"/>
          </p:cNvSpPr>
          <p:nvPr>
            <p:custDataLst>
              <p:tags r:id="rId29"/>
            </p:custDataLst>
          </p:nvPr>
        </p:nvSpPr>
        <p:spPr bwMode="auto">
          <a:xfrm>
            <a:off x="6728909" y="2786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1" name="Rectangle 30">
            <a:extLst>
              <a:ext uri="{FF2B5EF4-FFF2-40B4-BE49-F238E27FC236}">
                <a16:creationId xmlns:a16="http://schemas.microsoft.com/office/drawing/2014/main" id="{4A67163C-0295-4990-B420-8A7FD4CC5BEA}"/>
              </a:ext>
            </a:extLst>
          </p:cNvPr>
          <p:cNvSpPr>
            <a:spLocks noChangeArrowheads="1"/>
          </p:cNvSpPr>
          <p:nvPr>
            <p:custDataLst>
              <p:tags r:id="rId30"/>
            </p:custDataLst>
          </p:nvPr>
        </p:nvSpPr>
        <p:spPr bwMode="auto">
          <a:xfrm>
            <a:off x="6728909" y="2939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2" name="Rectangle 31">
            <a:extLst>
              <a:ext uri="{FF2B5EF4-FFF2-40B4-BE49-F238E27FC236}">
                <a16:creationId xmlns:a16="http://schemas.microsoft.com/office/drawing/2014/main" id="{42395F0F-4E55-45E0-B8EC-0C363A385E13}"/>
              </a:ext>
            </a:extLst>
          </p:cNvPr>
          <p:cNvSpPr>
            <a:spLocks noChangeArrowheads="1"/>
          </p:cNvSpPr>
          <p:nvPr>
            <p:custDataLst>
              <p:tags r:id="rId31"/>
            </p:custDataLst>
          </p:nvPr>
        </p:nvSpPr>
        <p:spPr bwMode="auto">
          <a:xfrm>
            <a:off x="6728909" y="30917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3" name="Rectangle 32">
            <a:extLst>
              <a:ext uri="{FF2B5EF4-FFF2-40B4-BE49-F238E27FC236}">
                <a16:creationId xmlns:a16="http://schemas.microsoft.com/office/drawing/2014/main" id="{7DBBF071-2484-44AF-97D2-0EA2B01BD324}"/>
              </a:ext>
            </a:extLst>
          </p:cNvPr>
          <p:cNvSpPr>
            <a:spLocks noChangeArrowheads="1"/>
          </p:cNvSpPr>
          <p:nvPr>
            <p:custDataLst>
              <p:tags r:id="rId32"/>
            </p:custDataLst>
          </p:nvPr>
        </p:nvSpPr>
        <p:spPr bwMode="auto">
          <a:xfrm>
            <a:off x="6728909" y="35489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4" name="Rectangle 33">
            <a:extLst>
              <a:ext uri="{FF2B5EF4-FFF2-40B4-BE49-F238E27FC236}">
                <a16:creationId xmlns:a16="http://schemas.microsoft.com/office/drawing/2014/main" id="{7B1778FB-E77E-458A-8D86-9DF989D28351}"/>
              </a:ext>
            </a:extLst>
          </p:cNvPr>
          <p:cNvSpPr>
            <a:spLocks noChangeArrowheads="1"/>
          </p:cNvSpPr>
          <p:nvPr>
            <p:custDataLst>
              <p:tags r:id="rId33"/>
            </p:custDataLst>
          </p:nvPr>
        </p:nvSpPr>
        <p:spPr bwMode="auto">
          <a:xfrm>
            <a:off x="6728909" y="3701387"/>
            <a:ext cx="609600" cy="1524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5" name="Line 32">
            <a:extLst>
              <a:ext uri="{FF2B5EF4-FFF2-40B4-BE49-F238E27FC236}">
                <a16:creationId xmlns:a16="http://schemas.microsoft.com/office/drawing/2014/main" id="{2ED1EB39-55FF-4995-B4CB-829A105C012D}"/>
              </a:ext>
            </a:extLst>
          </p:cNvPr>
          <p:cNvSpPr>
            <a:spLocks noChangeShapeType="1"/>
          </p:cNvSpPr>
          <p:nvPr>
            <p:custDataLst>
              <p:tags r:id="rId34"/>
            </p:custDataLst>
          </p:nvPr>
        </p:nvSpPr>
        <p:spPr bwMode="auto">
          <a:xfrm>
            <a:off x="7033709" y="3244187"/>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36" name="Freeform 33">
            <a:extLst>
              <a:ext uri="{FF2B5EF4-FFF2-40B4-BE49-F238E27FC236}">
                <a16:creationId xmlns:a16="http://schemas.microsoft.com/office/drawing/2014/main" id="{63C26260-1A28-4233-8359-6DDE28F9D240}"/>
              </a:ext>
            </a:extLst>
          </p:cNvPr>
          <p:cNvSpPr>
            <a:spLocks/>
          </p:cNvSpPr>
          <p:nvPr>
            <p:custDataLst>
              <p:tags r:id="rId35"/>
            </p:custDataLst>
          </p:nvPr>
        </p:nvSpPr>
        <p:spPr bwMode="auto">
          <a:xfrm>
            <a:off x="7338509" y="2101187"/>
            <a:ext cx="914400" cy="6096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7" name="Freeform 34">
            <a:extLst>
              <a:ext uri="{FF2B5EF4-FFF2-40B4-BE49-F238E27FC236}">
                <a16:creationId xmlns:a16="http://schemas.microsoft.com/office/drawing/2014/main" id="{082A9892-49FD-4A98-BE4F-7D9D4D074BE8}"/>
              </a:ext>
            </a:extLst>
          </p:cNvPr>
          <p:cNvSpPr>
            <a:spLocks/>
          </p:cNvSpPr>
          <p:nvPr>
            <p:custDataLst>
              <p:tags r:id="rId36"/>
            </p:custDataLst>
          </p:nvPr>
        </p:nvSpPr>
        <p:spPr bwMode="auto">
          <a:xfrm flipV="1">
            <a:off x="7338509" y="2863187"/>
            <a:ext cx="914400" cy="762000"/>
          </a:xfrm>
          <a:custGeom>
            <a:avLst/>
            <a:gdLst>
              <a:gd name="T0" fmla="*/ 0 w 576"/>
              <a:gd name="T1" fmla="*/ 144 h 144"/>
              <a:gd name="T2" fmla="*/ 288 w 576"/>
              <a:gd name="T3" fmla="*/ 144 h 144"/>
              <a:gd name="T4" fmla="*/ 288 w 576"/>
              <a:gd name="T5" fmla="*/ 0 h 144"/>
              <a:gd name="T6" fmla="*/ 576 w 576"/>
              <a:gd name="T7" fmla="*/ 0 h 144"/>
              <a:gd name="T8" fmla="*/ 0 60000 65536"/>
              <a:gd name="T9" fmla="*/ 0 60000 65536"/>
              <a:gd name="T10" fmla="*/ 0 60000 65536"/>
              <a:gd name="T11" fmla="*/ 0 60000 65536"/>
              <a:gd name="T12" fmla="*/ 0 w 576"/>
              <a:gd name="T13" fmla="*/ 0 h 144"/>
              <a:gd name="T14" fmla="*/ 576 w 576"/>
              <a:gd name="T15" fmla="*/ 144 h 144"/>
            </a:gdLst>
            <a:ahLst/>
            <a:cxnLst>
              <a:cxn ang="T8">
                <a:pos x="T0" y="T1"/>
              </a:cxn>
              <a:cxn ang="T9">
                <a:pos x="T2" y="T3"/>
              </a:cxn>
              <a:cxn ang="T10">
                <a:pos x="T4" y="T5"/>
              </a:cxn>
              <a:cxn ang="T11">
                <a:pos x="T6" y="T7"/>
              </a:cxn>
            </a:cxnLst>
            <a:rect l="T12" t="T13" r="T14" b="T15"/>
            <a:pathLst>
              <a:path w="576" h="144">
                <a:moveTo>
                  <a:pt x="0" y="144"/>
                </a:moveTo>
                <a:lnTo>
                  <a:pt x="288" y="144"/>
                </a:lnTo>
                <a:lnTo>
                  <a:pt x="288"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38" name="Freeform 35">
            <a:extLst>
              <a:ext uri="{FF2B5EF4-FFF2-40B4-BE49-F238E27FC236}">
                <a16:creationId xmlns:a16="http://schemas.microsoft.com/office/drawing/2014/main" id="{1C68DD6A-94CB-4CF4-9AC8-805D19DB0736}"/>
              </a:ext>
            </a:extLst>
          </p:cNvPr>
          <p:cNvSpPr>
            <a:spLocks/>
          </p:cNvSpPr>
          <p:nvPr>
            <p:custDataLst>
              <p:tags r:id="rId37"/>
            </p:custDataLst>
          </p:nvPr>
        </p:nvSpPr>
        <p:spPr bwMode="auto">
          <a:xfrm flipV="1">
            <a:off x="7338509" y="3777587"/>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prstDash val="sysDot"/>
            <a:round/>
            <a:headEnd/>
            <a:tailEnd type="arrow" w="med" len="med"/>
          </a:ln>
        </p:spPr>
        <p:txBody>
          <a:bodyPr wrap="none" anchor="ctr">
            <a:prstTxWarp prst="textNoShape">
              <a:avLst/>
            </a:prstTxWarp>
          </a:bodyPr>
          <a:lstStyle/>
          <a:p>
            <a:pPr algn="ctr"/>
            <a:endParaRPr lang="en-US" sz="1600">
              <a:latin typeface="+mn-lt"/>
            </a:endParaRPr>
          </a:p>
        </p:txBody>
      </p:sp>
      <p:sp>
        <p:nvSpPr>
          <p:cNvPr id="39" name="Text Box 36">
            <a:extLst>
              <a:ext uri="{FF2B5EF4-FFF2-40B4-BE49-F238E27FC236}">
                <a16:creationId xmlns:a16="http://schemas.microsoft.com/office/drawing/2014/main" id="{5FD7124E-E3DE-44A9-8788-A8BBF2C0B850}"/>
              </a:ext>
            </a:extLst>
          </p:cNvPr>
          <p:cNvSpPr txBox="1">
            <a:spLocks noChangeArrowheads="1"/>
          </p:cNvSpPr>
          <p:nvPr>
            <p:custDataLst>
              <p:tags r:id="rId38"/>
            </p:custDataLst>
          </p:nvPr>
        </p:nvSpPr>
        <p:spPr bwMode="auto">
          <a:xfrm>
            <a:off x="6598397" y="2000439"/>
            <a:ext cx="886268"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1st-level</a:t>
            </a:r>
          </a:p>
          <a:p>
            <a:pPr algn="ctr"/>
            <a:r>
              <a:rPr lang="en-US" sz="1600" dirty="0">
                <a:latin typeface="+mn-lt"/>
              </a:rPr>
              <a:t>pointers</a:t>
            </a:r>
          </a:p>
        </p:txBody>
      </p:sp>
      <p:sp>
        <p:nvSpPr>
          <p:cNvPr id="40" name="Text Box 37">
            <a:extLst>
              <a:ext uri="{FF2B5EF4-FFF2-40B4-BE49-F238E27FC236}">
                <a16:creationId xmlns:a16="http://schemas.microsoft.com/office/drawing/2014/main" id="{3772FD05-EA21-4C2D-A821-5BEF658BE67B}"/>
              </a:ext>
            </a:extLst>
          </p:cNvPr>
          <p:cNvSpPr txBox="1">
            <a:spLocks noChangeArrowheads="1"/>
          </p:cNvSpPr>
          <p:nvPr>
            <p:custDataLst>
              <p:tags r:id="rId39"/>
            </p:custDataLst>
          </p:nvPr>
        </p:nvSpPr>
        <p:spPr bwMode="auto">
          <a:xfrm>
            <a:off x="8094518" y="1459837"/>
            <a:ext cx="954300"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2nd-level</a:t>
            </a:r>
          </a:p>
          <a:p>
            <a:pPr algn="ctr"/>
            <a:r>
              <a:rPr lang="en-US" sz="1600" dirty="0">
                <a:latin typeface="+mn-lt"/>
              </a:rPr>
              <a:t>PTEs</a:t>
            </a:r>
          </a:p>
        </p:txBody>
      </p:sp>
      <p:sp>
        <p:nvSpPr>
          <p:cNvPr id="41" name="Rectangle 40">
            <a:extLst>
              <a:ext uri="{FF2B5EF4-FFF2-40B4-BE49-F238E27FC236}">
                <a16:creationId xmlns:a16="http://schemas.microsoft.com/office/drawing/2014/main" id="{DF0C0CD5-DAF6-46D0-AE9F-395CA23F52E5}"/>
              </a:ext>
            </a:extLst>
          </p:cNvPr>
          <p:cNvSpPr>
            <a:spLocks noChangeArrowheads="1"/>
          </p:cNvSpPr>
          <p:nvPr>
            <p:custDataLst>
              <p:tags r:id="rId40"/>
            </p:custDataLst>
          </p:nvPr>
        </p:nvSpPr>
        <p:spPr bwMode="auto">
          <a:xfrm>
            <a:off x="6728909" y="1491587"/>
            <a:ext cx="12192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L2</a:t>
            </a:r>
          </a:p>
        </p:txBody>
      </p:sp>
      <p:sp>
        <p:nvSpPr>
          <p:cNvPr id="42" name="Rectangle 41">
            <a:extLst>
              <a:ext uri="{FF2B5EF4-FFF2-40B4-BE49-F238E27FC236}">
                <a16:creationId xmlns:a16="http://schemas.microsoft.com/office/drawing/2014/main" id="{44373BA9-441E-4006-83DB-26437A1344A1}"/>
              </a:ext>
            </a:extLst>
          </p:cNvPr>
          <p:cNvSpPr>
            <a:spLocks noChangeArrowheads="1"/>
          </p:cNvSpPr>
          <p:nvPr>
            <p:custDataLst>
              <p:tags r:id="rId41"/>
            </p:custDataLst>
          </p:nvPr>
        </p:nvSpPr>
        <p:spPr bwMode="auto">
          <a:xfrm>
            <a:off x="5509709" y="1491587"/>
            <a:ext cx="12192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L1</a:t>
            </a:r>
          </a:p>
        </p:txBody>
      </p:sp>
      <p:sp>
        <p:nvSpPr>
          <p:cNvPr id="43" name="Line 41">
            <a:extLst>
              <a:ext uri="{FF2B5EF4-FFF2-40B4-BE49-F238E27FC236}">
                <a16:creationId xmlns:a16="http://schemas.microsoft.com/office/drawing/2014/main" id="{98674B38-430B-430C-928E-965F9817E036}"/>
              </a:ext>
            </a:extLst>
          </p:cNvPr>
          <p:cNvSpPr>
            <a:spLocks noChangeShapeType="1"/>
          </p:cNvSpPr>
          <p:nvPr>
            <p:custDataLst>
              <p:tags r:id="rId42"/>
            </p:custDataLst>
          </p:nvPr>
        </p:nvSpPr>
        <p:spPr bwMode="auto">
          <a:xfrm>
            <a:off x="5814509" y="2634587"/>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4" name="Text Box 42">
            <a:extLst>
              <a:ext uri="{FF2B5EF4-FFF2-40B4-BE49-F238E27FC236}">
                <a16:creationId xmlns:a16="http://schemas.microsoft.com/office/drawing/2014/main" id="{35195657-F87C-4304-BAC3-1F88F6949E20}"/>
              </a:ext>
            </a:extLst>
          </p:cNvPr>
          <p:cNvSpPr txBox="1">
            <a:spLocks noChangeArrowheads="1"/>
          </p:cNvSpPr>
          <p:nvPr>
            <p:custDataLst>
              <p:tags r:id="rId43"/>
            </p:custDataLst>
          </p:nvPr>
        </p:nvSpPr>
        <p:spPr bwMode="auto">
          <a:xfrm>
            <a:off x="5091269" y="2309795"/>
            <a:ext cx="1196739"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root pointer</a:t>
            </a:r>
          </a:p>
        </p:txBody>
      </p:sp>
      <p:sp>
        <p:nvSpPr>
          <p:cNvPr id="45" name="Freeform 43">
            <a:extLst>
              <a:ext uri="{FF2B5EF4-FFF2-40B4-BE49-F238E27FC236}">
                <a16:creationId xmlns:a16="http://schemas.microsoft.com/office/drawing/2014/main" id="{D6FF2371-96A9-4335-B891-23E482A5552B}"/>
              </a:ext>
            </a:extLst>
          </p:cNvPr>
          <p:cNvSpPr>
            <a:spLocks/>
          </p:cNvSpPr>
          <p:nvPr>
            <p:custDataLst>
              <p:tags r:id="rId44"/>
            </p:custDataLst>
          </p:nvPr>
        </p:nvSpPr>
        <p:spPr bwMode="auto">
          <a:xfrm>
            <a:off x="6271709" y="1796387"/>
            <a:ext cx="457200" cy="13716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6" name="Freeform 44">
            <a:extLst>
              <a:ext uri="{FF2B5EF4-FFF2-40B4-BE49-F238E27FC236}">
                <a16:creationId xmlns:a16="http://schemas.microsoft.com/office/drawing/2014/main" id="{19392F96-D9A8-408D-BFDC-32F3DB03674B}"/>
              </a:ext>
            </a:extLst>
          </p:cNvPr>
          <p:cNvSpPr>
            <a:spLocks/>
          </p:cNvSpPr>
          <p:nvPr>
            <p:custDataLst>
              <p:tags r:id="rId45"/>
            </p:custDataLst>
          </p:nvPr>
        </p:nvSpPr>
        <p:spPr bwMode="auto">
          <a:xfrm>
            <a:off x="7719509" y="1796387"/>
            <a:ext cx="533400" cy="22098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47" name="Text Box 42">
            <a:extLst>
              <a:ext uri="{FF2B5EF4-FFF2-40B4-BE49-F238E27FC236}">
                <a16:creationId xmlns:a16="http://schemas.microsoft.com/office/drawing/2014/main" id="{7CEF0A10-CCFA-41BC-B084-1EC0CE143D1A}"/>
              </a:ext>
            </a:extLst>
          </p:cNvPr>
          <p:cNvSpPr txBox="1">
            <a:spLocks noChangeArrowheads="1"/>
          </p:cNvSpPr>
          <p:nvPr>
            <p:custDataLst>
              <p:tags r:id="rId46"/>
            </p:custDataLst>
          </p:nvPr>
        </p:nvSpPr>
        <p:spPr bwMode="auto">
          <a:xfrm>
            <a:off x="6481248" y="1187127"/>
            <a:ext cx="540533"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VPN</a:t>
            </a:r>
          </a:p>
        </p:txBody>
      </p:sp>
    </p:spTree>
    <p:custDataLst>
      <p:tags r:id="rId1"/>
    </p:custDataLst>
    <p:extLst>
      <p:ext uri="{BB962C8B-B14F-4D97-AF65-F5344CB8AC3E}">
        <p14:creationId xmlns:p14="http://schemas.microsoft.com/office/powerpoint/2010/main" val="30735008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19</a:t>
            </a:fld>
            <a:endParaRPr lang="en-US" altLang="en-US" sz="1400">
              <a:latin typeface="Times New Roman" panose="02020603050405020304" pitchFamily="18" charset="0"/>
            </a:endParaRPr>
          </a:p>
        </p:txBody>
      </p:sp>
      <p:sp>
        <p:nvSpPr>
          <p:cNvPr id="25" name="Rectangle 18">
            <a:extLst>
              <a:ext uri="{FF2B5EF4-FFF2-40B4-BE49-F238E27FC236}">
                <a16:creationId xmlns:a16="http://schemas.microsoft.com/office/drawing/2014/main" id="{8229113D-3886-46FD-ADF0-0FB76A9F108D}"/>
              </a:ext>
            </a:extLst>
          </p:cNvPr>
          <p:cNvSpPr>
            <a:spLocks noChangeArrowheads="1"/>
          </p:cNvSpPr>
          <p:nvPr>
            <p:custDataLst>
              <p:tags r:id="rId4"/>
            </p:custDataLst>
          </p:nvPr>
        </p:nvSpPr>
        <p:spPr bwMode="auto">
          <a:xfrm>
            <a:off x="2514600" y="4077437"/>
            <a:ext cx="32766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27" name="Rectangle 18">
            <a:extLst>
              <a:ext uri="{FF2B5EF4-FFF2-40B4-BE49-F238E27FC236}">
                <a16:creationId xmlns:a16="http://schemas.microsoft.com/office/drawing/2014/main" id="{DA169D33-550C-4DF9-8942-62CB2B9DFB51}"/>
              </a:ext>
            </a:extLst>
          </p:cNvPr>
          <p:cNvSpPr>
            <a:spLocks noChangeArrowheads="1"/>
          </p:cNvSpPr>
          <p:nvPr>
            <p:custDataLst>
              <p:tags r:id="rId5"/>
            </p:custDataLst>
          </p:nvPr>
        </p:nvSpPr>
        <p:spPr bwMode="auto">
          <a:xfrm>
            <a:off x="3048000" y="5753837"/>
            <a:ext cx="27432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Physical Page Number</a:t>
            </a:r>
          </a:p>
        </p:txBody>
      </p:sp>
      <p:sp>
        <p:nvSpPr>
          <p:cNvPr id="28" name="Rectangle 19">
            <a:extLst>
              <a:ext uri="{FF2B5EF4-FFF2-40B4-BE49-F238E27FC236}">
                <a16:creationId xmlns:a16="http://schemas.microsoft.com/office/drawing/2014/main" id="{8CB85780-C06E-404C-9175-76A5C54F88BE}"/>
              </a:ext>
            </a:extLst>
          </p:cNvPr>
          <p:cNvSpPr>
            <a:spLocks noChangeArrowheads="1"/>
          </p:cNvSpPr>
          <p:nvPr>
            <p:custDataLst>
              <p:tags r:id="rId6"/>
            </p:custDataLst>
          </p:nvPr>
        </p:nvSpPr>
        <p:spPr bwMode="auto">
          <a:xfrm>
            <a:off x="5791200" y="57538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
        <p:nvSpPr>
          <p:cNvPr id="29" name="Rectangle 28">
            <a:extLst>
              <a:ext uri="{FF2B5EF4-FFF2-40B4-BE49-F238E27FC236}">
                <a16:creationId xmlns:a16="http://schemas.microsoft.com/office/drawing/2014/main" id="{1434F183-4067-445D-A6B3-6DA9B341E187}"/>
              </a:ext>
            </a:extLst>
          </p:cNvPr>
          <p:cNvSpPr/>
          <p:nvPr>
            <p:custDataLst>
              <p:tags r:id="rId7"/>
            </p:custDataLst>
          </p:nvPr>
        </p:nvSpPr>
        <p:spPr>
          <a:xfrm>
            <a:off x="3200400" y="4730874"/>
            <a:ext cx="2286000" cy="757000"/>
          </a:xfrm>
          <a:prstGeom prst="rect">
            <a:avLst/>
          </a:prstGeom>
          <a:solidFill>
            <a:schemeClr val="accent6">
              <a:lumMod val="60000"/>
              <a:lumOff val="4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sp>
        <p:nvSpPr>
          <p:cNvPr id="30" name="Arrow: Down 29">
            <a:extLst>
              <a:ext uri="{FF2B5EF4-FFF2-40B4-BE49-F238E27FC236}">
                <a16:creationId xmlns:a16="http://schemas.microsoft.com/office/drawing/2014/main" id="{820698A9-6B18-4418-A694-6B430DD2DDC1}"/>
              </a:ext>
            </a:extLst>
          </p:cNvPr>
          <p:cNvSpPr/>
          <p:nvPr>
            <p:custDataLst>
              <p:tags r:id="rId8"/>
            </p:custDataLst>
          </p:nvPr>
        </p:nvSpPr>
        <p:spPr>
          <a:xfrm>
            <a:off x="4191000" y="4462819"/>
            <a:ext cx="304800" cy="22921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CBAEAB8-D305-402F-BD80-4E94CA225C5A}"/>
              </a:ext>
            </a:extLst>
          </p:cNvPr>
          <p:cNvSpPr/>
          <p:nvPr>
            <p:custDataLst>
              <p:tags r:id="rId9"/>
            </p:custDataLst>
          </p:nvPr>
        </p:nvSpPr>
        <p:spPr>
          <a:xfrm>
            <a:off x="4191000" y="5514421"/>
            <a:ext cx="304800" cy="202053"/>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C16E2598-46F5-43A3-BEF9-CCA3A80B2BD5}"/>
              </a:ext>
            </a:extLst>
          </p:cNvPr>
          <p:cNvSpPr/>
          <p:nvPr>
            <p:custDataLst>
              <p:tags r:id="rId10"/>
            </p:custDataLst>
          </p:nvPr>
        </p:nvSpPr>
        <p:spPr>
          <a:xfrm>
            <a:off x="6667500" y="4455528"/>
            <a:ext cx="304800" cy="122210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C994C4A-4CE4-4372-8188-3983F468361D}"/>
              </a:ext>
            </a:extLst>
          </p:cNvPr>
          <p:cNvSpPr txBox="1"/>
          <p:nvPr>
            <p:custDataLst>
              <p:tags r:id="rId11"/>
            </p:custDataLst>
          </p:nvPr>
        </p:nvSpPr>
        <p:spPr>
          <a:xfrm>
            <a:off x="762000" y="4038600"/>
            <a:ext cx="1790700" cy="458674"/>
          </a:xfrm>
          <a:prstGeom prst="rect">
            <a:avLst/>
          </a:prstGeom>
          <a:noFill/>
        </p:spPr>
        <p:txBody>
          <a:bodyPr wrap="square" rtlCol="0" anchor="ctr">
            <a:noAutofit/>
          </a:bodyPr>
          <a:lstStyle/>
          <a:p>
            <a:pPr algn="r"/>
            <a:r>
              <a:rPr lang="en-US" sz="1800" b="1" dirty="0">
                <a:latin typeface="+mn-lt"/>
              </a:rPr>
              <a:t>virtual address</a:t>
            </a:r>
          </a:p>
        </p:txBody>
      </p:sp>
      <p:sp>
        <p:nvSpPr>
          <p:cNvPr id="34" name="TextBox 33">
            <a:extLst>
              <a:ext uri="{FF2B5EF4-FFF2-40B4-BE49-F238E27FC236}">
                <a16:creationId xmlns:a16="http://schemas.microsoft.com/office/drawing/2014/main" id="{995CC56A-0390-4E5A-9872-74A7779E580D}"/>
              </a:ext>
            </a:extLst>
          </p:cNvPr>
          <p:cNvSpPr txBox="1"/>
          <p:nvPr>
            <p:custDataLst>
              <p:tags r:id="rId12"/>
            </p:custDataLst>
          </p:nvPr>
        </p:nvSpPr>
        <p:spPr>
          <a:xfrm>
            <a:off x="1278866" y="5715000"/>
            <a:ext cx="1790700" cy="458674"/>
          </a:xfrm>
          <a:prstGeom prst="rect">
            <a:avLst/>
          </a:prstGeom>
          <a:noFill/>
        </p:spPr>
        <p:txBody>
          <a:bodyPr wrap="square" rtlCol="0" anchor="ctr">
            <a:noAutofit/>
          </a:bodyPr>
          <a:lstStyle/>
          <a:p>
            <a:pPr algn="r"/>
            <a:r>
              <a:rPr lang="en-US" sz="1800" b="1" dirty="0">
                <a:latin typeface="+mn-lt"/>
              </a:rPr>
              <a:t>physical address</a:t>
            </a:r>
          </a:p>
        </p:txBody>
      </p:sp>
      <p:sp>
        <p:nvSpPr>
          <p:cNvPr id="26" name="Rectangle 19">
            <a:extLst>
              <a:ext uri="{FF2B5EF4-FFF2-40B4-BE49-F238E27FC236}">
                <a16:creationId xmlns:a16="http://schemas.microsoft.com/office/drawing/2014/main" id="{5FA40DE3-6D3F-43D8-AE30-DD9B09C130E9}"/>
              </a:ext>
            </a:extLst>
          </p:cNvPr>
          <p:cNvSpPr>
            <a:spLocks noChangeArrowheads="1"/>
          </p:cNvSpPr>
          <p:nvPr>
            <p:custDataLst>
              <p:tags r:id="rId13"/>
            </p:custDataLst>
          </p:nvPr>
        </p:nvSpPr>
        <p:spPr bwMode="auto">
          <a:xfrm>
            <a:off x="5791200" y="40774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
        <p:nvSpPr>
          <p:cNvPr id="15" name="TextBox 14">
            <a:extLst>
              <a:ext uri="{FF2B5EF4-FFF2-40B4-BE49-F238E27FC236}">
                <a16:creationId xmlns:a16="http://schemas.microsoft.com/office/drawing/2014/main" id="{01DE50AC-5FFF-430B-A4CD-5A3D1D844EF8}"/>
              </a:ext>
            </a:extLst>
          </p:cNvPr>
          <p:cNvSpPr txBox="1"/>
          <p:nvPr>
            <p:custDataLst>
              <p:tags r:id="rId14"/>
            </p:custDataLst>
          </p:nvPr>
        </p:nvSpPr>
        <p:spPr>
          <a:xfrm>
            <a:off x="526929" y="1414730"/>
            <a:ext cx="8312271" cy="5329737"/>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Need to translate VA before every cache access</a:t>
            </a:r>
          </a:p>
          <a:p>
            <a:pPr marL="457200" indent="-457200">
              <a:buFont typeface="Arial" panose="020B0604020202020204" pitchFamily="34" charset="0"/>
              <a:buChar char="•"/>
            </a:pPr>
            <a:r>
              <a:rPr lang="en-US" sz="2800" dirty="0">
                <a:latin typeface="+mn-lt"/>
              </a:rPr>
              <a:t>Must walk the page table on every load, store and instruction fetch</a:t>
            </a:r>
          </a:p>
          <a:p>
            <a:pPr marL="457200" indent="-457200">
              <a:buFont typeface="Arial" panose="020B0604020202020204" pitchFamily="34" charset="0"/>
              <a:buChar char="•"/>
            </a:pPr>
            <a:r>
              <a:rPr lang="en-US" sz="2800" b="1" dirty="0">
                <a:latin typeface="+mn-lt"/>
              </a:rPr>
              <a:t>Store recent translations in a HW </a:t>
            </a:r>
            <a:r>
              <a:rPr lang="en-US" sz="2800" b="1" i="1" dirty="0">
                <a:latin typeface="+mn-lt"/>
              </a:rPr>
              <a:t>translation cache</a:t>
            </a:r>
          </a:p>
          <a:p>
            <a:pPr marL="914400" lvl="1" indent="-457200">
              <a:buFont typeface="Wingdings" panose="05000000000000000000" pitchFamily="2" charset="2"/>
              <a:buChar char="Ø"/>
            </a:pPr>
            <a:r>
              <a:rPr lang="en-US" sz="2400" b="1" dirty="0">
                <a:latin typeface="+mn-lt"/>
              </a:rPr>
              <a:t>Translation Lookaside Buffer (TLB)</a:t>
            </a:r>
          </a:p>
        </p:txBody>
      </p:sp>
    </p:spTree>
    <p:custDataLst>
      <p:tags r:id="rId1"/>
    </p:custDataLst>
    <p:extLst>
      <p:ext uri="{BB962C8B-B14F-4D97-AF65-F5344CB8AC3E}">
        <p14:creationId xmlns:p14="http://schemas.microsoft.com/office/powerpoint/2010/main" val="29942043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Translation Lookaside Buffer</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20</a:t>
            </a:fld>
            <a:endParaRPr lang="en-US" altLang="en-US" sz="1400">
              <a:latin typeface="Times New Roman" panose="02020603050405020304" pitchFamily="18" charset="0"/>
            </a:endParaRPr>
          </a:p>
        </p:txBody>
      </p:sp>
      <p:sp>
        <p:nvSpPr>
          <p:cNvPr id="15" name="TextBox 14">
            <a:extLst>
              <a:ext uri="{FF2B5EF4-FFF2-40B4-BE49-F238E27FC236}">
                <a16:creationId xmlns:a16="http://schemas.microsoft.com/office/drawing/2014/main" id="{01DE50AC-5FFF-430B-A4CD-5A3D1D844EF8}"/>
              </a:ext>
            </a:extLst>
          </p:cNvPr>
          <p:cNvSpPr txBox="1"/>
          <p:nvPr>
            <p:custDataLst>
              <p:tags r:id="rId4"/>
            </p:custDataLst>
          </p:nvPr>
        </p:nvSpPr>
        <p:spPr>
          <a:xfrm>
            <a:off x="526929" y="1414730"/>
            <a:ext cx="8312271" cy="5329737"/>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Small set-associative cache </a:t>
            </a:r>
            <a:r>
              <a:rPr lang="en-US" sz="2800" i="1" dirty="0">
                <a:latin typeface="+mn-lt"/>
              </a:rPr>
              <a:t>specifically for PTEs</a:t>
            </a:r>
          </a:p>
          <a:p>
            <a:pPr marL="914400" lvl="1" indent="-457200">
              <a:buFont typeface="Wingdings" panose="05000000000000000000" pitchFamily="2" charset="2"/>
              <a:buChar char="Ø"/>
            </a:pPr>
            <a:r>
              <a:rPr lang="en-US" sz="2400" dirty="0">
                <a:latin typeface="+mn-lt"/>
              </a:rPr>
              <a:t>VPN = {TLB tag, TLB set}</a:t>
            </a:r>
          </a:p>
          <a:p>
            <a:pPr marL="1371600" lvl="2" indent="-457200">
              <a:buFont typeface="Arial" panose="020B0604020202020204" pitchFamily="34" charset="0"/>
              <a:buChar char="•"/>
            </a:pPr>
            <a:r>
              <a:rPr lang="en-US" sz="2000" dirty="0">
                <a:latin typeface="+mn-lt"/>
              </a:rPr>
              <a:t>No offset bits because each “block” is just 1 PTE</a:t>
            </a:r>
          </a:p>
          <a:p>
            <a:pPr marL="914400" lvl="1" indent="-457200">
              <a:buFont typeface="Wingdings" panose="05000000000000000000" pitchFamily="2" charset="2"/>
              <a:buChar char="Ø"/>
            </a:pPr>
            <a:r>
              <a:rPr lang="en-US" sz="2400" dirty="0">
                <a:latin typeface="+mn-lt"/>
              </a:rPr>
              <a:t>What if TLB miss? Page walk</a:t>
            </a:r>
          </a:p>
          <a:p>
            <a:pPr marL="914400" lvl="1" indent="-457200">
              <a:buFont typeface="Wingdings" panose="05000000000000000000" pitchFamily="2" charset="2"/>
              <a:buChar char="Ø"/>
            </a:pPr>
            <a:r>
              <a:rPr lang="en-US" sz="2400" dirty="0">
                <a:latin typeface="+mn-lt"/>
              </a:rPr>
              <a:t>PTEs can also be cached in regular cache hierarchy</a:t>
            </a:r>
          </a:p>
        </p:txBody>
      </p:sp>
      <p:sp>
        <p:nvSpPr>
          <p:cNvPr id="16" name="Rectangle 18">
            <a:extLst>
              <a:ext uri="{FF2B5EF4-FFF2-40B4-BE49-F238E27FC236}">
                <a16:creationId xmlns:a16="http://schemas.microsoft.com/office/drawing/2014/main" id="{EEA91EB4-5F57-4EA4-8939-AB0690864CD1}"/>
              </a:ext>
            </a:extLst>
          </p:cNvPr>
          <p:cNvSpPr>
            <a:spLocks noChangeArrowheads="1"/>
          </p:cNvSpPr>
          <p:nvPr>
            <p:custDataLst>
              <p:tags r:id="rId5"/>
            </p:custDataLst>
          </p:nvPr>
        </p:nvSpPr>
        <p:spPr bwMode="auto">
          <a:xfrm>
            <a:off x="2667000" y="3466363"/>
            <a:ext cx="32766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17" name="Rectangle 19">
            <a:extLst>
              <a:ext uri="{FF2B5EF4-FFF2-40B4-BE49-F238E27FC236}">
                <a16:creationId xmlns:a16="http://schemas.microsoft.com/office/drawing/2014/main" id="{8F0126F2-B6C0-4FD1-A194-44BD3A47134E}"/>
              </a:ext>
            </a:extLst>
          </p:cNvPr>
          <p:cNvSpPr>
            <a:spLocks noChangeArrowheads="1"/>
          </p:cNvSpPr>
          <p:nvPr>
            <p:custDataLst>
              <p:tags r:id="rId6"/>
            </p:custDataLst>
          </p:nvPr>
        </p:nvSpPr>
        <p:spPr bwMode="auto">
          <a:xfrm>
            <a:off x="5943600" y="3466363"/>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
        <p:nvSpPr>
          <p:cNvPr id="18" name="Rectangle 18">
            <a:extLst>
              <a:ext uri="{FF2B5EF4-FFF2-40B4-BE49-F238E27FC236}">
                <a16:creationId xmlns:a16="http://schemas.microsoft.com/office/drawing/2014/main" id="{739DE9C1-2DFC-40D6-85E5-4CCB8CB69798}"/>
              </a:ext>
            </a:extLst>
          </p:cNvPr>
          <p:cNvSpPr>
            <a:spLocks noChangeArrowheads="1"/>
          </p:cNvSpPr>
          <p:nvPr>
            <p:custDataLst>
              <p:tags r:id="rId7"/>
            </p:custDataLst>
          </p:nvPr>
        </p:nvSpPr>
        <p:spPr bwMode="auto">
          <a:xfrm>
            <a:off x="3200400" y="6285763"/>
            <a:ext cx="27432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Physical Page Number</a:t>
            </a:r>
          </a:p>
        </p:txBody>
      </p:sp>
      <p:sp>
        <p:nvSpPr>
          <p:cNvPr id="19" name="Rectangle 19">
            <a:extLst>
              <a:ext uri="{FF2B5EF4-FFF2-40B4-BE49-F238E27FC236}">
                <a16:creationId xmlns:a16="http://schemas.microsoft.com/office/drawing/2014/main" id="{F09120FF-985D-4D49-B75C-682F6064AC7A}"/>
              </a:ext>
            </a:extLst>
          </p:cNvPr>
          <p:cNvSpPr>
            <a:spLocks noChangeArrowheads="1"/>
          </p:cNvSpPr>
          <p:nvPr>
            <p:custDataLst>
              <p:tags r:id="rId8"/>
            </p:custDataLst>
          </p:nvPr>
        </p:nvSpPr>
        <p:spPr bwMode="auto">
          <a:xfrm>
            <a:off x="5943600" y="6285763"/>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Byte Offset in Page</a:t>
            </a:r>
          </a:p>
        </p:txBody>
      </p:sp>
      <p:sp>
        <p:nvSpPr>
          <p:cNvPr id="20" name="Rectangle 19">
            <a:extLst>
              <a:ext uri="{FF2B5EF4-FFF2-40B4-BE49-F238E27FC236}">
                <a16:creationId xmlns:a16="http://schemas.microsoft.com/office/drawing/2014/main" id="{53D3192A-8A82-4EE5-8C14-5DB01FC5F09D}"/>
              </a:ext>
            </a:extLst>
          </p:cNvPr>
          <p:cNvSpPr/>
          <p:nvPr>
            <p:custDataLst>
              <p:tags r:id="rId9"/>
            </p:custDataLst>
          </p:nvPr>
        </p:nvSpPr>
        <p:spPr>
          <a:xfrm>
            <a:off x="3657600" y="4990363"/>
            <a:ext cx="1676400" cy="838200"/>
          </a:xfrm>
          <a:prstGeom prst="rect">
            <a:avLst/>
          </a:prstGeom>
          <a:solidFill>
            <a:schemeClr val="accent6">
              <a:lumMod val="60000"/>
              <a:lumOff val="4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sp>
        <p:nvSpPr>
          <p:cNvPr id="21" name="Arrow: Down 20">
            <a:extLst>
              <a:ext uri="{FF2B5EF4-FFF2-40B4-BE49-F238E27FC236}">
                <a16:creationId xmlns:a16="http://schemas.microsoft.com/office/drawing/2014/main" id="{755114B5-B7DF-4DD2-8645-D6E7747E2F49}"/>
              </a:ext>
            </a:extLst>
          </p:cNvPr>
          <p:cNvSpPr/>
          <p:nvPr>
            <p:custDataLst>
              <p:tags r:id="rId10"/>
            </p:custDataLst>
          </p:nvPr>
        </p:nvSpPr>
        <p:spPr>
          <a:xfrm>
            <a:off x="4343400" y="3923563"/>
            <a:ext cx="304800" cy="2286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AEF68349-1596-4177-8855-7A0D9C1FEB48}"/>
              </a:ext>
            </a:extLst>
          </p:cNvPr>
          <p:cNvSpPr/>
          <p:nvPr>
            <p:custDataLst>
              <p:tags r:id="rId11"/>
            </p:custDataLst>
          </p:nvPr>
        </p:nvSpPr>
        <p:spPr>
          <a:xfrm>
            <a:off x="4343400" y="5904763"/>
            <a:ext cx="304800" cy="3048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70A02DCD-32F4-477C-AF46-88A99741CCD4}"/>
              </a:ext>
            </a:extLst>
          </p:cNvPr>
          <p:cNvSpPr/>
          <p:nvPr>
            <p:custDataLst>
              <p:tags r:id="rId12"/>
            </p:custDataLst>
          </p:nvPr>
        </p:nvSpPr>
        <p:spPr>
          <a:xfrm>
            <a:off x="6819900" y="3923563"/>
            <a:ext cx="304800" cy="2286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9157ED2-2DA0-4E46-B9EA-424E555E5272}"/>
              </a:ext>
            </a:extLst>
          </p:cNvPr>
          <p:cNvSpPr/>
          <p:nvPr>
            <p:custDataLst>
              <p:tags r:id="rId13"/>
            </p:custDataLst>
          </p:nvPr>
        </p:nvSpPr>
        <p:spPr>
          <a:xfrm>
            <a:off x="838200" y="4761763"/>
            <a:ext cx="1447800" cy="1295400"/>
          </a:xfrm>
          <a:prstGeom prst="rect">
            <a:avLst/>
          </a:prstGeom>
          <a:solidFill>
            <a:schemeClr val="accent6">
              <a:lumMod val="60000"/>
              <a:lumOff val="4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sp>
        <p:nvSpPr>
          <p:cNvPr id="35" name="TextBox 34">
            <a:extLst>
              <a:ext uri="{FF2B5EF4-FFF2-40B4-BE49-F238E27FC236}">
                <a16:creationId xmlns:a16="http://schemas.microsoft.com/office/drawing/2014/main" id="{07679036-20C2-4110-AC77-C8BBA69A0F65}"/>
              </a:ext>
            </a:extLst>
          </p:cNvPr>
          <p:cNvSpPr txBox="1"/>
          <p:nvPr>
            <p:custDataLst>
              <p:tags r:id="rId14"/>
            </p:custDataLst>
          </p:nvPr>
        </p:nvSpPr>
        <p:spPr>
          <a:xfrm>
            <a:off x="914400" y="3427526"/>
            <a:ext cx="1790700" cy="458674"/>
          </a:xfrm>
          <a:prstGeom prst="rect">
            <a:avLst/>
          </a:prstGeom>
          <a:noFill/>
        </p:spPr>
        <p:txBody>
          <a:bodyPr wrap="square" rtlCol="0" anchor="ctr">
            <a:noAutofit/>
          </a:bodyPr>
          <a:lstStyle/>
          <a:p>
            <a:pPr algn="r"/>
            <a:r>
              <a:rPr lang="en-US" sz="1800" b="1" dirty="0">
                <a:latin typeface="+mn-lt"/>
              </a:rPr>
              <a:t>virtual address</a:t>
            </a:r>
          </a:p>
        </p:txBody>
      </p:sp>
      <p:sp>
        <p:nvSpPr>
          <p:cNvPr id="36" name="TextBox 35">
            <a:extLst>
              <a:ext uri="{FF2B5EF4-FFF2-40B4-BE49-F238E27FC236}">
                <a16:creationId xmlns:a16="http://schemas.microsoft.com/office/drawing/2014/main" id="{FE02240A-6376-4458-ACBD-489EFE3E57CE}"/>
              </a:ext>
            </a:extLst>
          </p:cNvPr>
          <p:cNvSpPr txBox="1"/>
          <p:nvPr>
            <p:custDataLst>
              <p:tags r:id="rId15"/>
            </p:custDataLst>
          </p:nvPr>
        </p:nvSpPr>
        <p:spPr>
          <a:xfrm>
            <a:off x="1431266" y="6246926"/>
            <a:ext cx="1790700" cy="458674"/>
          </a:xfrm>
          <a:prstGeom prst="rect">
            <a:avLst/>
          </a:prstGeom>
          <a:noFill/>
        </p:spPr>
        <p:txBody>
          <a:bodyPr wrap="square" rtlCol="0" anchor="ctr">
            <a:noAutofit/>
          </a:bodyPr>
          <a:lstStyle/>
          <a:p>
            <a:pPr algn="r"/>
            <a:r>
              <a:rPr lang="en-US" sz="1800" b="1" dirty="0">
                <a:latin typeface="+mn-lt"/>
              </a:rPr>
              <a:t>physical address</a:t>
            </a:r>
          </a:p>
        </p:txBody>
      </p:sp>
      <p:sp>
        <p:nvSpPr>
          <p:cNvPr id="37" name="Rectangle 18">
            <a:extLst>
              <a:ext uri="{FF2B5EF4-FFF2-40B4-BE49-F238E27FC236}">
                <a16:creationId xmlns:a16="http://schemas.microsoft.com/office/drawing/2014/main" id="{2F95560D-7BFF-4896-B9C2-2BEC856078CA}"/>
              </a:ext>
            </a:extLst>
          </p:cNvPr>
          <p:cNvSpPr>
            <a:spLocks noChangeArrowheads="1"/>
          </p:cNvSpPr>
          <p:nvPr>
            <p:custDataLst>
              <p:tags r:id="rId16"/>
            </p:custDataLst>
          </p:nvPr>
        </p:nvSpPr>
        <p:spPr bwMode="auto">
          <a:xfrm>
            <a:off x="2667000" y="4228363"/>
            <a:ext cx="21336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TLB Tag</a:t>
            </a:r>
          </a:p>
        </p:txBody>
      </p:sp>
      <p:sp>
        <p:nvSpPr>
          <p:cNvPr id="38" name="Rectangle 19">
            <a:extLst>
              <a:ext uri="{FF2B5EF4-FFF2-40B4-BE49-F238E27FC236}">
                <a16:creationId xmlns:a16="http://schemas.microsoft.com/office/drawing/2014/main" id="{6D638B04-AE16-4A9B-8636-9CC152AFA6B4}"/>
              </a:ext>
            </a:extLst>
          </p:cNvPr>
          <p:cNvSpPr>
            <a:spLocks noChangeArrowheads="1"/>
          </p:cNvSpPr>
          <p:nvPr>
            <p:custDataLst>
              <p:tags r:id="rId17"/>
            </p:custDataLst>
          </p:nvPr>
        </p:nvSpPr>
        <p:spPr bwMode="auto">
          <a:xfrm>
            <a:off x="4800600" y="4228363"/>
            <a:ext cx="11430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TLB Set</a:t>
            </a:r>
          </a:p>
        </p:txBody>
      </p:sp>
      <p:sp>
        <p:nvSpPr>
          <p:cNvPr id="39" name="Arrow: Down 38">
            <a:extLst>
              <a:ext uri="{FF2B5EF4-FFF2-40B4-BE49-F238E27FC236}">
                <a16:creationId xmlns:a16="http://schemas.microsoft.com/office/drawing/2014/main" id="{E8276588-B77F-42B4-B5AF-B17B832A933C}"/>
              </a:ext>
            </a:extLst>
          </p:cNvPr>
          <p:cNvSpPr/>
          <p:nvPr>
            <p:custDataLst>
              <p:tags r:id="rId18"/>
            </p:custDataLst>
          </p:nvPr>
        </p:nvSpPr>
        <p:spPr>
          <a:xfrm>
            <a:off x="4343400" y="4685563"/>
            <a:ext cx="304800" cy="2286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Left-Right 39">
            <a:extLst>
              <a:ext uri="{FF2B5EF4-FFF2-40B4-BE49-F238E27FC236}">
                <a16:creationId xmlns:a16="http://schemas.microsoft.com/office/drawing/2014/main" id="{BC2734B1-93E4-4D6C-9764-0B06504A30F9}"/>
              </a:ext>
            </a:extLst>
          </p:cNvPr>
          <p:cNvSpPr/>
          <p:nvPr>
            <p:custDataLst>
              <p:tags r:id="rId19"/>
            </p:custDataLst>
          </p:nvPr>
        </p:nvSpPr>
        <p:spPr>
          <a:xfrm>
            <a:off x="2362200" y="5295163"/>
            <a:ext cx="1219200" cy="304800"/>
          </a:xfrm>
          <a:prstGeom prst="lef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F9B1A53-2E46-45B2-985E-084A1B976211}"/>
              </a:ext>
            </a:extLst>
          </p:cNvPr>
          <p:cNvSpPr txBox="1"/>
          <p:nvPr>
            <p:custDataLst>
              <p:tags r:id="rId20"/>
            </p:custDataLst>
          </p:nvPr>
        </p:nvSpPr>
        <p:spPr>
          <a:xfrm>
            <a:off x="2298939" y="4970945"/>
            <a:ext cx="134572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TLB miss</a:t>
            </a:r>
          </a:p>
        </p:txBody>
      </p:sp>
    </p:spTree>
    <p:custDataLst>
      <p:tags r:id="rId1"/>
    </p:custDataLst>
    <p:extLst>
      <p:ext uri="{BB962C8B-B14F-4D97-AF65-F5344CB8AC3E}">
        <p14:creationId xmlns:p14="http://schemas.microsoft.com/office/powerpoint/2010/main" val="266237241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Translation Lookaside Buffer</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21</a:t>
            </a:fld>
            <a:endParaRPr lang="en-US" altLang="en-US" sz="1400">
              <a:latin typeface="Times New Roman" panose="02020603050405020304" pitchFamily="18" charset="0"/>
            </a:endParaRPr>
          </a:p>
        </p:txBody>
      </p:sp>
      <p:sp>
        <p:nvSpPr>
          <p:cNvPr id="25" name="TextBox 24">
            <a:extLst>
              <a:ext uri="{FF2B5EF4-FFF2-40B4-BE49-F238E27FC236}">
                <a16:creationId xmlns:a16="http://schemas.microsoft.com/office/drawing/2014/main" id="{377A61E2-DB2B-47D0-8AB7-B35F5AE77C02}"/>
              </a:ext>
            </a:extLst>
          </p:cNvPr>
          <p:cNvSpPr txBox="1"/>
          <p:nvPr>
            <p:custDataLst>
              <p:tags r:id="rId4"/>
            </p:custDataLst>
          </p:nvPr>
        </p:nvSpPr>
        <p:spPr>
          <a:xfrm>
            <a:off x="526929" y="1414730"/>
            <a:ext cx="8083671" cy="5329737"/>
          </a:xfrm>
          <a:prstGeom prst="rect">
            <a:avLst/>
          </a:prstGeom>
          <a:noFill/>
        </p:spPr>
        <p:txBody>
          <a:bodyPr wrap="square" rtlCol="0" anchor="t">
            <a:noAutofit/>
          </a:bodyPr>
          <a:lstStyle/>
          <a:p>
            <a:r>
              <a:rPr lang="en-US" sz="3200" b="1" dirty="0">
                <a:latin typeface="+mn-lt"/>
              </a:rPr>
              <a:t>TLB reach</a:t>
            </a:r>
            <a:r>
              <a:rPr lang="en-US" sz="3200" dirty="0">
                <a:latin typeface="+mn-lt"/>
              </a:rPr>
              <a:t> = number of TLB entries × page size</a:t>
            </a:r>
          </a:p>
          <a:p>
            <a:pPr marL="457200" indent="-457200">
              <a:buFont typeface="Arial" panose="020B0604020202020204" pitchFamily="34" charset="0"/>
              <a:buChar char="•"/>
            </a:pPr>
            <a:r>
              <a:rPr lang="en-US" sz="2800" dirty="0">
                <a:latin typeface="+mn-lt"/>
              </a:rPr>
              <a:t>Common performance metric for TLBs</a:t>
            </a:r>
          </a:p>
          <a:p>
            <a:pPr marL="457200" indent="-457200">
              <a:buFont typeface="Arial" panose="020B0604020202020204" pitchFamily="34" charset="0"/>
              <a:buChar char="•"/>
            </a:pPr>
            <a:r>
              <a:rPr lang="en-US" sz="2800" dirty="0">
                <a:latin typeface="+mn-lt"/>
              </a:rPr>
              <a:t>e.g., 64 entries × 4KB pages = 256KB reach</a:t>
            </a:r>
          </a:p>
        </p:txBody>
      </p:sp>
    </p:spTree>
    <p:custDataLst>
      <p:tags r:id="rId1"/>
    </p:custDataLst>
    <p:extLst>
      <p:ext uri="{BB962C8B-B14F-4D97-AF65-F5344CB8AC3E}">
        <p14:creationId xmlns:p14="http://schemas.microsoft.com/office/powerpoint/2010/main" val="26478652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Physical (PIPT)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22</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D75BD4F2-797A-4672-B967-9870F060D275}"/>
              </a:ext>
            </a:extLst>
          </p:cNvPr>
          <p:cNvSpPr txBox="1"/>
          <p:nvPr>
            <p:custDataLst>
              <p:tags r:id="rId4"/>
            </p:custDataLst>
          </p:nvPr>
        </p:nvSpPr>
        <p:spPr>
          <a:xfrm>
            <a:off x="526930" y="1414730"/>
            <a:ext cx="6635870" cy="5329737"/>
          </a:xfrm>
          <a:prstGeom prst="rect">
            <a:avLst/>
          </a:prstGeom>
          <a:noFill/>
        </p:spPr>
        <p:txBody>
          <a:bodyPr wrap="square" rtlCol="0" anchor="t">
            <a:noAutofit/>
          </a:bodyPr>
          <a:lstStyle/>
          <a:p>
            <a:r>
              <a:rPr lang="en-US" sz="3200" dirty="0">
                <a:latin typeface="+mn-lt"/>
              </a:rPr>
              <a:t>Discussed so far: </a:t>
            </a:r>
            <a:r>
              <a:rPr lang="en-US" sz="3200" b="1" dirty="0">
                <a:latin typeface="+mn-lt"/>
              </a:rPr>
              <a:t>physical caches</a:t>
            </a:r>
          </a:p>
          <a:p>
            <a:pPr marL="457200" indent="-457200">
              <a:buFont typeface="Arial" panose="020B0604020202020204" pitchFamily="34" charset="0"/>
              <a:buChar char="•"/>
            </a:pPr>
            <a:r>
              <a:rPr lang="en-US" sz="2800" b="1" dirty="0">
                <a:latin typeface="+mn-lt"/>
              </a:rPr>
              <a:t>Physically indexed, physically tagged (PIPT)</a:t>
            </a:r>
          </a:p>
          <a:p>
            <a:pPr marL="914400" lvl="1" indent="-457200">
              <a:buFont typeface="Wingdings" panose="05000000000000000000" pitchFamily="2" charset="2"/>
              <a:buChar char="Ø"/>
            </a:pPr>
            <a:r>
              <a:rPr lang="en-US" sz="2400" dirty="0">
                <a:latin typeface="+mn-lt"/>
              </a:rPr>
              <a:t>Both set index and tag are derived from physical address</a:t>
            </a:r>
          </a:p>
        </p:txBody>
      </p:sp>
      <p:sp>
        <p:nvSpPr>
          <p:cNvPr id="6" name="Rectangle 5">
            <a:extLst>
              <a:ext uri="{FF2B5EF4-FFF2-40B4-BE49-F238E27FC236}">
                <a16:creationId xmlns:a16="http://schemas.microsoft.com/office/drawing/2014/main" id="{EF96783E-DB98-4FC1-B599-8853DC55B02A}"/>
              </a:ext>
            </a:extLst>
          </p:cNvPr>
          <p:cNvSpPr>
            <a:spLocks noChangeArrowheads="1"/>
          </p:cNvSpPr>
          <p:nvPr>
            <p:custDataLst>
              <p:tags r:id="rId5"/>
            </p:custDataLst>
          </p:nvPr>
        </p:nvSpPr>
        <p:spPr bwMode="auto">
          <a:xfrm>
            <a:off x="7315200" y="3929330"/>
            <a:ext cx="1524000" cy="914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7" name="Rectangle 6">
            <a:extLst>
              <a:ext uri="{FF2B5EF4-FFF2-40B4-BE49-F238E27FC236}">
                <a16:creationId xmlns:a16="http://schemas.microsoft.com/office/drawing/2014/main" id="{69AC9265-3C87-4643-8B35-8CD3CB6F22CD}"/>
              </a:ext>
            </a:extLst>
          </p:cNvPr>
          <p:cNvSpPr>
            <a:spLocks noChangeArrowheads="1"/>
          </p:cNvSpPr>
          <p:nvPr>
            <p:custDataLst>
              <p:tags r:id="rId6"/>
            </p:custDataLst>
          </p:nvPr>
        </p:nvSpPr>
        <p:spPr bwMode="auto">
          <a:xfrm>
            <a:off x="7315200" y="1414730"/>
            <a:ext cx="1524000" cy="2514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8" name="Rectangle 7">
            <a:extLst>
              <a:ext uri="{FF2B5EF4-FFF2-40B4-BE49-F238E27FC236}">
                <a16:creationId xmlns:a16="http://schemas.microsoft.com/office/drawing/2014/main" id="{D4E9C13B-B206-4E96-9071-CA0407F4626C}"/>
              </a:ext>
            </a:extLst>
          </p:cNvPr>
          <p:cNvSpPr>
            <a:spLocks noChangeArrowheads="1"/>
          </p:cNvSpPr>
          <p:nvPr>
            <p:custDataLst>
              <p:tags r:id="rId7"/>
            </p:custDataLst>
          </p:nvPr>
        </p:nvSpPr>
        <p:spPr bwMode="auto">
          <a:xfrm>
            <a:off x="74676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9" name="Rectangle 8">
            <a:extLst>
              <a:ext uri="{FF2B5EF4-FFF2-40B4-BE49-F238E27FC236}">
                <a16:creationId xmlns:a16="http://schemas.microsoft.com/office/drawing/2014/main" id="{CFEEFCBC-CC8C-4CDE-97FF-94872146025E}"/>
              </a:ext>
            </a:extLst>
          </p:cNvPr>
          <p:cNvSpPr>
            <a:spLocks noChangeArrowheads="1"/>
          </p:cNvSpPr>
          <p:nvPr>
            <p:custDataLst>
              <p:tags r:id="rId8"/>
            </p:custDataLst>
          </p:nvPr>
        </p:nvSpPr>
        <p:spPr bwMode="auto">
          <a:xfrm>
            <a:off x="8077200" y="33959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10" name="Rectangle 9">
            <a:extLst>
              <a:ext uri="{FF2B5EF4-FFF2-40B4-BE49-F238E27FC236}">
                <a16:creationId xmlns:a16="http://schemas.microsoft.com/office/drawing/2014/main" id="{45F27231-09AC-4E11-8A50-E6F76FAEE85B}"/>
              </a:ext>
            </a:extLst>
          </p:cNvPr>
          <p:cNvSpPr>
            <a:spLocks noChangeArrowheads="1"/>
          </p:cNvSpPr>
          <p:nvPr>
            <p:custDataLst>
              <p:tags r:id="rId9"/>
            </p:custDataLst>
          </p:nvPr>
        </p:nvSpPr>
        <p:spPr bwMode="auto">
          <a:xfrm>
            <a:off x="7543800" y="41579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11" name="Rectangle 10">
            <a:extLst>
              <a:ext uri="{FF2B5EF4-FFF2-40B4-BE49-F238E27FC236}">
                <a16:creationId xmlns:a16="http://schemas.microsoft.com/office/drawing/2014/main" id="{3A47909A-24C3-4A0D-96A9-A04EF214980D}"/>
              </a:ext>
            </a:extLst>
          </p:cNvPr>
          <p:cNvSpPr>
            <a:spLocks noChangeArrowheads="1"/>
          </p:cNvSpPr>
          <p:nvPr>
            <p:custDataLst>
              <p:tags r:id="rId10"/>
            </p:custDataLst>
          </p:nvPr>
        </p:nvSpPr>
        <p:spPr bwMode="auto">
          <a:xfrm>
            <a:off x="7315200" y="51485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12" name="Line 10">
            <a:extLst>
              <a:ext uri="{FF2B5EF4-FFF2-40B4-BE49-F238E27FC236}">
                <a16:creationId xmlns:a16="http://schemas.microsoft.com/office/drawing/2014/main" id="{2586E4E9-B6D1-4D51-9C67-C7C61A291F08}"/>
              </a:ext>
            </a:extLst>
          </p:cNvPr>
          <p:cNvSpPr>
            <a:spLocks noChangeShapeType="1"/>
          </p:cNvSpPr>
          <p:nvPr>
            <p:custDataLst>
              <p:tags r:id="rId11"/>
            </p:custDataLst>
          </p:nvPr>
        </p:nvSpPr>
        <p:spPr bwMode="auto">
          <a:xfrm>
            <a:off x="8229600" y="2100530"/>
            <a:ext cx="0" cy="1295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3" name="Line 11">
            <a:extLst>
              <a:ext uri="{FF2B5EF4-FFF2-40B4-BE49-F238E27FC236}">
                <a16:creationId xmlns:a16="http://schemas.microsoft.com/office/drawing/2014/main" id="{DDE57748-0055-46AE-BCC4-CDEA904C96E3}"/>
              </a:ext>
            </a:extLst>
          </p:cNvPr>
          <p:cNvSpPr>
            <a:spLocks noChangeShapeType="1"/>
          </p:cNvSpPr>
          <p:nvPr>
            <p:custDataLst>
              <p:tags r:id="rId12"/>
            </p:custDataLst>
          </p:nvPr>
        </p:nvSpPr>
        <p:spPr bwMode="auto">
          <a:xfrm>
            <a:off x="8305800" y="37007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4" name="Line 12">
            <a:extLst>
              <a:ext uri="{FF2B5EF4-FFF2-40B4-BE49-F238E27FC236}">
                <a16:creationId xmlns:a16="http://schemas.microsoft.com/office/drawing/2014/main" id="{DBF003DF-E200-4A30-A213-DF3088499EEF}"/>
              </a:ext>
            </a:extLst>
          </p:cNvPr>
          <p:cNvSpPr>
            <a:spLocks noChangeShapeType="1"/>
          </p:cNvSpPr>
          <p:nvPr>
            <p:custDataLst>
              <p:tags r:id="rId13"/>
            </p:custDataLst>
          </p:nvPr>
        </p:nvSpPr>
        <p:spPr bwMode="auto">
          <a:xfrm>
            <a:off x="8305800" y="46151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5" name="Line 13">
            <a:extLst>
              <a:ext uri="{FF2B5EF4-FFF2-40B4-BE49-F238E27FC236}">
                <a16:creationId xmlns:a16="http://schemas.microsoft.com/office/drawing/2014/main" id="{0D3A546E-7720-47AF-8606-7852124293A1}"/>
              </a:ext>
            </a:extLst>
          </p:cNvPr>
          <p:cNvSpPr>
            <a:spLocks noChangeShapeType="1"/>
          </p:cNvSpPr>
          <p:nvPr>
            <p:custDataLst>
              <p:tags r:id="rId14"/>
            </p:custDataLst>
          </p:nvPr>
        </p:nvSpPr>
        <p:spPr bwMode="auto">
          <a:xfrm>
            <a:off x="7848600" y="46151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6" name="Line 14">
            <a:extLst>
              <a:ext uri="{FF2B5EF4-FFF2-40B4-BE49-F238E27FC236}">
                <a16:creationId xmlns:a16="http://schemas.microsoft.com/office/drawing/2014/main" id="{8BF635D4-C1D4-441C-8044-E0344318342D}"/>
              </a:ext>
            </a:extLst>
          </p:cNvPr>
          <p:cNvSpPr>
            <a:spLocks noChangeShapeType="1"/>
          </p:cNvSpPr>
          <p:nvPr>
            <p:custDataLst>
              <p:tags r:id="rId15"/>
            </p:custDataLst>
          </p:nvPr>
        </p:nvSpPr>
        <p:spPr bwMode="auto">
          <a:xfrm>
            <a:off x="7848600" y="37007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7" name="Line 15">
            <a:extLst>
              <a:ext uri="{FF2B5EF4-FFF2-40B4-BE49-F238E27FC236}">
                <a16:creationId xmlns:a16="http://schemas.microsoft.com/office/drawing/2014/main" id="{47D60BE6-9584-4D8E-B366-3ECFAD775D0F}"/>
              </a:ext>
            </a:extLst>
          </p:cNvPr>
          <p:cNvSpPr>
            <a:spLocks noChangeShapeType="1"/>
          </p:cNvSpPr>
          <p:nvPr>
            <p:custDataLst>
              <p:tags r:id="rId16"/>
            </p:custDataLst>
          </p:nvPr>
        </p:nvSpPr>
        <p:spPr bwMode="auto">
          <a:xfrm>
            <a:off x="83820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8" name="Rectangle 17">
            <a:extLst>
              <a:ext uri="{FF2B5EF4-FFF2-40B4-BE49-F238E27FC236}">
                <a16:creationId xmlns:a16="http://schemas.microsoft.com/office/drawing/2014/main" id="{9522D083-B31C-486F-AAF9-33D9CBF8C174}"/>
              </a:ext>
            </a:extLst>
          </p:cNvPr>
          <p:cNvSpPr>
            <a:spLocks noChangeArrowheads="1"/>
          </p:cNvSpPr>
          <p:nvPr>
            <p:custDataLst>
              <p:tags r:id="rId17"/>
            </p:custDataLst>
          </p:nvPr>
        </p:nvSpPr>
        <p:spPr bwMode="auto">
          <a:xfrm>
            <a:off x="7467600" y="33959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19" name="Line 17">
            <a:extLst>
              <a:ext uri="{FF2B5EF4-FFF2-40B4-BE49-F238E27FC236}">
                <a16:creationId xmlns:a16="http://schemas.microsoft.com/office/drawing/2014/main" id="{D3697CD1-7DA5-4B22-8EBB-AA07B7A210AE}"/>
              </a:ext>
            </a:extLst>
          </p:cNvPr>
          <p:cNvSpPr>
            <a:spLocks noChangeShapeType="1"/>
          </p:cNvSpPr>
          <p:nvPr>
            <p:custDataLst>
              <p:tags r:id="rId18"/>
            </p:custDataLst>
          </p:nvPr>
        </p:nvSpPr>
        <p:spPr bwMode="auto">
          <a:xfrm>
            <a:off x="7924800" y="2100530"/>
            <a:ext cx="0" cy="12954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20" name="Line 18">
            <a:extLst>
              <a:ext uri="{FF2B5EF4-FFF2-40B4-BE49-F238E27FC236}">
                <a16:creationId xmlns:a16="http://schemas.microsoft.com/office/drawing/2014/main" id="{AF465735-6803-4483-B2F7-D98BDBF5BD2D}"/>
              </a:ext>
            </a:extLst>
          </p:cNvPr>
          <p:cNvSpPr>
            <a:spLocks noChangeShapeType="1"/>
          </p:cNvSpPr>
          <p:nvPr>
            <p:custDataLst>
              <p:tags r:id="rId19"/>
            </p:custDataLst>
          </p:nvPr>
        </p:nvSpPr>
        <p:spPr bwMode="auto">
          <a:xfrm>
            <a:off x="77724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1" name="Rectangle 20">
            <a:extLst>
              <a:ext uri="{FF2B5EF4-FFF2-40B4-BE49-F238E27FC236}">
                <a16:creationId xmlns:a16="http://schemas.microsoft.com/office/drawing/2014/main" id="{D77C7329-CD81-46FD-9A41-749039B3DBCB}"/>
              </a:ext>
            </a:extLst>
          </p:cNvPr>
          <p:cNvSpPr>
            <a:spLocks noChangeArrowheads="1"/>
          </p:cNvSpPr>
          <p:nvPr>
            <p:custDataLst>
              <p:tags r:id="rId20"/>
            </p:custDataLst>
          </p:nvPr>
        </p:nvSpPr>
        <p:spPr bwMode="auto">
          <a:xfrm>
            <a:off x="73914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22" name="Text Box 20">
            <a:extLst>
              <a:ext uri="{FF2B5EF4-FFF2-40B4-BE49-F238E27FC236}">
                <a16:creationId xmlns:a16="http://schemas.microsoft.com/office/drawing/2014/main" id="{A09E07B7-78A8-4B2D-9EEF-91D30418E4FC}"/>
              </a:ext>
            </a:extLst>
          </p:cNvPr>
          <p:cNvSpPr txBox="1">
            <a:spLocks noChangeArrowheads="1"/>
          </p:cNvSpPr>
          <p:nvPr>
            <p:custDataLst>
              <p:tags r:id="rId21"/>
            </p:custDataLst>
          </p:nvPr>
        </p:nvSpPr>
        <p:spPr bwMode="auto">
          <a:xfrm>
            <a:off x="7407148" y="4781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23" name="Text Box 21">
            <a:extLst>
              <a:ext uri="{FF2B5EF4-FFF2-40B4-BE49-F238E27FC236}">
                <a16:creationId xmlns:a16="http://schemas.microsoft.com/office/drawing/2014/main" id="{85BBDAA6-8AE0-4830-A5C7-DE6A865B43E0}"/>
              </a:ext>
            </a:extLst>
          </p:cNvPr>
          <p:cNvSpPr txBox="1">
            <a:spLocks noChangeArrowheads="1"/>
          </p:cNvSpPr>
          <p:nvPr>
            <p:custDataLst>
              <p:tags r:id="rId22"/>
            </p:custDataLst>
          </p:nvPr>
        </p:nvSpPr>
        <p:spPr bwMode="auto">
          <a:xfrm>
            <a:off x="73225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dirty="0">
                <a:solidFill>
                  <a:srgbClr val="FF0909"/>
                </a:solidFill>
                <a:latin typeface="+mn-lt"/>
              </a:rPr>
              <a:t>VA</a:t>
            </a:r>
          </a:p>
        </p:txBody>
      </p:sp>
      <p:sp>
        <p:nvSpPr>
          <p:cNvPr id="24" name="Text Box 22">
            <a:extLst>
              <a:ext uri="{FF2B5EF4-FFF2-40B4-BE49-F238E27FC236}">
                <a16:creationId xmlns:a16="http://schemas.microsoft.com/office/drawing/2014/main" id="{CA61F3A7-8593-4884-9255-703036D34B78}"/>
              </a:ext>
            </a:extLst>
          </p:cNvPr>
          <p:cNvSpPr txBox="1">
            <a:spLocks noChangeArrowheads="1"/>
          </p:cNvSpPr>
          <p:nvPr>
            <p:custDataLst>
              <p:tags r:id="rId23"/>
            </p:custDataLst>
          </p:nvPr>
        </p:nvSpPr>
        <p:spPr bwMode="auto">
          <a:xfrm>
            <a:off x="83893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26" name="Line 23">
            <a:extLst>
              <a:ext uri="{FF2B5EF4-FFF2-40B4-BE49-F238E27FC236}">
                <a16:creationId xmlns:a16="http://schemas.microsoft.com/office/drawing/2014/main" id="{E3E89AF2-860E-44DA-A03B-EF715B820A6B}"/>
              </a:ext>
            </a:extLst>
          </p:cNvPr>
          <p:cNvSpPr>
            <a:spLocks noChangeShapeType="1"/>
          </p:cNvSpPr>
          <p:nvPr>
            <p:custDataLst>
              <p:tags r:id="rId24"/>
            </p:custDataLst>
          </p:nvPr>
        </p:nvSpPr>
        <p:spPr bwMode="auto">
          <a:xfrm>
            <a:off x="7772400" y="2862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7" name="Text Box 24">
            <a:extLst>
              <a:ext uri="{FF2B5EF4-FFF2-40B4-BE49-F238E27FC236}">
                <a16:creationId xmlns:a16="http://schemas.microsoft.com/office/drawing/2014/main" id="{601FD589-964B-4375-83FA-0263AED1D013}"/>
              </a:ext>
            </a:extLst>
          </p:cNvPr>
          <p:cNvSpPr txBox="1">
            <a:spLocks noChangeArrowheads="1"/>
          </p:cNvSpPr>
          <p:nvPr>
            <p:custDataLst>
              <p:tags r:id="rId25"/>
            </p:custDataLst>
          </p:nvPr>
        </p:nvSpPr>
        <p:spPr bwMode="auto">
          <a:xfrm>
            <a:off x="7362698" y="2876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28" name="Line 25">
            <a:extLst>
              <a:ext uri="{FF2B5EF4-FFF2-40B4-BE49-F238E27FC236}">
                <a16:creationId xmlns:a16="http://schemas.microsoft.com/office/drawing/2014/main" id="{668C2999-7EB4-43D5-9367-FC5573B9D88A}"/>
              </a:ext>
            </a:extLst>
          </p:cNvPr>
          <p:cNvSpPr>
            <a:spLocks noChangeShapeType="1"/>
          </p:cNvSpPr>
          <p:nvPr>
            <p:custDataLst>
              <p:tags r:id="rId26"/>
            </p:custDataLst>
          </p:nvPr>
        </p:nvSpPr>
        <p:spPr bwMode="auto">
          <a:xfrm>
            <a:off x="8382000" y="2862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9" name="Text Box 26">
            <a:extLst>
              <a:ext uri="{FF2B5EF4-FFF2-40B4-BE49-F238E27FC236}">
                <a16:creationId xmlns:a16="http://schemas.microsoft.com/office/drawing/2014/main" id="{08DA5725-8CD6-44D6-B3B5-D545460839CF}"/>
              </a:ext>
            </a:extLst>
          </p:cNvPr>
          <p:cNvSpPr txBox="1">
            <a:spLocks noChangeArrowheads="1"/>
          </p:cNvSpPr>
          <p:nvPr>
            <p:custDataLst>
              <p:tags r:id="rId27"/>
            </p:custDataLst>
          </p:nvPr>
        </p:nvSpPr>
        <p:spPr bwMode="auto">
          <a:xfrm>
            <a:off x="8397748" y="2876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30" name="Rectangle 29">
            <a:extLst>
              <a:ext uri="{FF2B5EF4-FFF2-40B4-BE49-F238E27FC236}">
                <a16:creationId xmlns:a16="http://schemas.microsoft.com/office/drawing/2014/main" id="{75664EDC-B627-4FA2-B21C-D62C81148D22}"/>
              </a:ext>
            </a:extLst>
          </p:cNvPr>
          <p:cNvSpPr>
            <a:spLocks noChangeArrowheads="1"/>
          </p:cNvSpPr>
          <p:nvPr>
            <p:custDataLst>
              <p:tags r:id="rId28"/>
            </p:custDataLst>
          </p:nvPr>
        </p:nvSpPr>
        <p:spPr bwMode="auto">
          <a:xfrm>
            <a:off x="83058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31" name="Text Box 28">
            <a:extLst>
              <a:ext uri="{FF2B5EF4-FFF2-40B4-BE49-F238E27FC236}">
                <a16:creationId xmlns:a16="http://schemas.microsoft.com/office/drawing/2014/main" id="{C972F636-61FC-4DF4-A8CA-7DEFE555C9B3}"/>
              </a:ext>
            </a:extLst>
          </p:cNvPr>
          <p:cNvSpPr txBox="1">
            <a:spLocks noChangeArrowheads="1"/>
          </p:cNvSpPr>
          <p:nvPr>
            <p:custDataLst>
              <p:tags r:id="rId29"/>
            </p:custDataLst>
          </p:nvPr>
        </p:nvSpPr>
        <p:spPr bwMode="auto">
          <a:xfrm>
            <a:off x="7483348" y="3700730"/>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Tree>
    <p:custDataLst>
      <p:tags r:id="rId1"/>
    </p:custDataLst>
    <p:extLst>
      <p:ext uri="{BB962C8B-B14F-4D97-AF65-F5344CB8AC3E}">
        <p14:creationId xmlns:p14="http://schemas.microsoft.com/office/powerpoint/2010/main" val="417424456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Physical (PIPT)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23</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D75BD4F2-797A-4672-B967-9870F060D275}"/>
              </a:ext>
            </a:extLst>
          </p:cNvPr>
          <p:cNvSpPr txBox="1"/>
          <p:nvPr>
            <p:custDataLst>
              <p:tags r:id="rId4"/>
            </p:custDataLst>
          </p:nvPr>
        </p:nvSpPr>
        <p:spPr>
          <a:xfrm>
            <a:off x="526930" y="1414730"/>
            <a:ext cx="6635870" cy="5329737"/>
          </a:xfrm>
          <a:prstGeom prst="rect">
            <a:avLst/>
          </a:prstGeom>
          <a:noFill/>
        </p:spPr>
        <p:txBody>
          <a:bodyPr wrap="square" rtlCol="0" anchor="t">
            <a:noAutofit/>
          </a:bodyPr>
          <a:lstStyle/>
          <a:p>
            <a:pPr marL="457200" indent="-457200">
              <a:buFont typeface="Calibri" panose="020F0502020204030204" pitchFamily="34" charset="0"/>
              <a:buChar char="+"/>
            </a:pPr>
            <a:r>
              <a:rPr lang="en-US" sz="2800" dirty="0">
                <a:latin typeface="+mn-lt"/>
              </a:rPr>
              <a:t>Shared pages (inter-process communication) can be cached</a:t>
            </a:r>
          </a:p>
          <a:p>
            <a:pPr marL="914400" lvl="1" indent="-457200">
              <a:buFont typeface="Wingdings" panose="05000000000000000000" pitchFamily="2" charset="2"/>
              <a:buChar char="Ø"/>
            </a:pPr>
            <a:r>
              <a:rPr lang="en-US" sz="2400" dirty="0">
                <a:latin typeface="+mn-lt"/>
              </a:rPr>
              <a:t>Guaranteed to be only one copy of a shared block in cache</a:t>
            </a:r>
          </a:p>
          <a:p>
            <a:pPr marL="457200" indent="-457200">
              <a:buFont typeface="Calibri" panose="020F0502020204030204" pitchFamily="34" charset="0"/>
              <a:buChar char="-"/>
            </a:pPr>
            <a:r>
              <a:rPr lang="en-US" sz="2800" dirty="0">
                <a:latin typeface="+mn-lt"/>
              </a:rPr>
              <a:t>Needs VA→PA translation before cache lookup</a:t>
            </a:r>
          </a:p>
          <a:p>
            <a:pPr marL="914400" lvl="1" indent="-457200">
              <a:buFont typeface="Wingdings" panose="05000000000000000000" pitchFamily="2" charset="2"/>
              <a:buChar char="Ø"/>
            </a:pPr>
            <a:r>
              <a:rPr lang="en-US" sz="2400" dirty="0">
                <a:latin typeface="+mn-lt"/>
              </a:rPr>
              <a:t>Slow; adds at least one cycle to hit latency</a:t>
            </a:r>
          </a:p>
          <a:p>
            <a:pPr marL="914400" lvl="1" indent="-457200">
              <a:buFont typeface="Wingdings" panose="05000000000000000000" pitchFamily="2" charset="2"/>
              <a:buChar char="Ø"/>
            </a:pPr>
            <a:endParaRPr lang="en-US" sz="2400" dirty="0">
              <a:latin typeface="+mn-lt"/>
            </a:endParaRPr>
          </a:p>
        </p:txBody>
      </p:sp>
      <p:sp>
        <p:nvSpPr>
          <p:cNvPr id="6" name="Rectangle 5">
            <a:extLst>
              <a:ext uri="{FF2B5EF4-FFF2-40B4-BE49-F238E27FC236}">
                <a16:creationId xmlns:a16="http://schemas.microsoft.com/office/drawing/2014/main" id="{EF96783E-DB98-4FC1-B599-8853DC55B02A}"/>
              </a:ext>
            </a:extLst>
          </p:cNvPr>
          <p:cNvSpPr>
            <a:spLocks noChangeArrowheads="1"/>
          </p:cNvSpPr>
          <p:nvPr>
            <p:custDataLst>
              <p:tags r:id="rId5"/>
            </p:custDataLst>
          </p:nvPr>
        </p:nvSpPr>
        <p:spPr bwMode="auto">
          <a:xfrm>
            <a:off x="7315200" y="3929330"/>
            <a:ext cx="1524000" cy="914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7" name="Rectangle 6">
            <a:extLst>
              <a:ext uri="{FF2B5EF4-FFF2-40B4-BE49-F238E27FC236}">
                <a16:creationId xmlns:a16="http://schemas.microsoft.com/office/drawing/2014/main" id="{69AC9265-3C87-4643-8B35-8CD3CB6F22CD}"/>
              </a:ext>
            </a:extLst>
          </p:cNvPr>
          <p:cNvSpPr>
            <a:spLocks noChangeArrowheads="1"/>
          </p:cNvSpPr>
          <p:nvPr>
            <p:custDataLst>
              <p:tags r:id="rId6"/>
            </p:custDataLst>
          </p:nvPr>
        </p:nvSpPr>
        <p:spPr bwMode="auto">
          <a:xfrm>
            <a:off x="7315200" y="1414730"/>
            <a:ext cx="1524000" cy="2514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8" name="Rectangle 7">
            <a:extLst>
              <a:ext uri="{FF2B5EF4-FFF2-40B4-BE49-F238E27FC236}">
                <a16:creationId xmlns:a16="http://schemas.microsoft.com/office/drawing/2014/main" id="{D4E9C13B-B206-4E96-9071-CA0407F4626C}"/>
              </a:ext>
            </a:extLst>
          </p:cNvPr>
          <p:cNvSpPr>
            <a:spLocks noChangeArrowheads="1"/>
          </p:cNvSpPr>
          <p:nvPr>
            <p:custDataLst>
              <p:tags r:id="rId7"/>
            </p:custDataLst>
          </p:nvPr>
        </p:nvSpPr>
        <p:spPr bwMode="auto">
          <a:xfrm>
            <a:off x="74676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9" name="Rectangle 8">
            <a:extLst>
              <a:ext uri="{FF2B5EF4-FFF2-40B4-BE49-F238E27FC236}">
                <a16:creationId xmlns:a16="http://schemas.microsoft.com/office/drawing/2014/main" id="{CFEEFCBC-CC8C-4CDE-97FF-94872146025E}"/>
              </a:ext>
            </a:extLst>
          </p:cNvPr>
          <p:cNvSpPr>
            <a:spLocks noChangeArrowheads="1"/>
          </p:cNvSpPr>
          <p:nvPr>
            <p:custDataLst>
              <p:tags r:id="rId8"/>
            </p:custDataLst>
          </p:nvPr>
        </p:nvSpPr>
        <p:spPr bwMode="auto">
          <a:xfrm>
            <a:off x="8077200" y="33959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10" name="Rectangle 9">
            <a:extLst>
              <a:ext uri="{FF2B5EF4-FFF2-40B4-BE49-F238E27FC236}">
                <a16:creationId xmlns:a16="http://schemas.microsoft.com/office/drawing/2014/main" id="{45F27231-09AC-4E11-8A50-E6F76FAEE85B}"/>
              </a:ext>
            </a:extLst>
          </p:cNvPr>
          <p:cNvSpPr>
            <a:spLocks noChangeArrowheads="1"/>
          </p:cNvSpPr>
          <p:nvPr>
            <p:custDataLst>
              <p:tags r:id="rId9"/>
            </p:custDataLst>
          </p:nvPr>
        </p:nvSpPr>
        <p:spPr bwMode="auto">
          <a:xfrm>
            <a:off x="7543800" y="41579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11" name="Rectangle 10">
            <a:extLst>
              <a:ext uri="{FF2B5EF4-FFF2-40B4-BE49-F238E27FC236}">
                <a16:creationId xmlns:a16="http://schemas.microsoft.com/office/drawing/2014/main" id="{3A47909A-24C3-4A0D-96A9-A04EF214980D}"/>
              </a:ext>
            </a:extLst>
          </p:cNvPr>
          <p:cNvSpPr>
            <a:spLocks noChangeArrowheads="1"/>
          </p:cNvSpPr>
          <p:nvPr>
            <p:custDataLst>
              <p:tags r:id="rId10"/>
            </p:custDataLst>
          </p:nvPr>
        </p:nvSpPr>
        <p:spPr bwMode="auto">
          <a:xfrm>
            <a:off x="7315200" y="51485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12" name="Line 10">
            <a:extLst>
              <a:ext uri="{FF2B5EF4-FFF2-40B4-BE49-F238E27FC236}">
                <a16:creationId xmlns:a16="http://schemas.microsoft.com/office/drawing/2014/main" id="{2586E4E9-B6D1-4D51-9C67-C7C61A291F08}"/>
              </a:ext>
            </a:extLst>
          </p:cNvPr>
          <p:cNvSpPr>
            <a:spLocks noChangeShapeType="1"/>
          </p:cNvSpPr>
          <p:nvPr>
            <p:custDataLst>
              <p:tags r:id="rId11"/>
            </p:custDataLst>
          </p:nvPr>
        </p:nvSpPr>
        <p:spPr bwMode="auto">
          <a:xfrm>
            <a:off x="8229600" y="2100530"/>
            <a:ext cx="0" cy="1295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3" name="Line 11">
            <a:extLst>
              <a:ext uri="{FF2B5EF4-FFF2-40B4-BE49-F238E27FC236}">
                <a16:creationId xmlns:a16="http://schemas.microsoft.com/office/drawing/2014/main" id="{DDE57748-0055-46AE-BCC4-CDEA904C96E3}"/>
              </a:ext>
            </a:extLst>
          </p:cNvPr>
          <p:cNvSpPr>
            <a:spLocks noChangeShapeType="1"/>
          </p:cNvSpPr>
          <p:nvPr>
            <p:custDataLst>
              <p:tags r:id="rId12"/>
            </p:custDataLst>
          </p:nvPr>
        </p:nvSpPr>
        <p:spPr bwMode="auto">
          <a:xfrm>
            <a:off x="8305800" y="37007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4" name="Line 12">
            <a:extLst>
              <a:ext uri="{FF2B5EF4-FFF2-40B4-BE49-F238E27FC236}">
                <a16:creationId xmlns:a16="http://schemas.microsoft.com/office/drawing/2014/main" id="{DBF003DF-E200-4A30-A213-DF3088499EEF}"/>
              </a:ext>
            </a:extLst>
          </p:cNvPr>
          <p:cNvSpPr>
            <a:spLocks noChangeShapeType="1"/>
          </p:cNvSpPr>
          <p:nvPr>
            <p:custDataLst>
              <p:tags r:id="rId13"/>
            </p:custDataLst>
          </p:nvPr>
        </p:nvSpPr>
        <p:spPr bwMode="auto">
          <a:xfrm>
            <a:off x="8305800" y="46151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15" name="Line 13">
            <a:extLst>
              <a:ext uri="{FF2B5EF4-FFF2-40B4-BE49-F238E27FC236}">
                <a16:creationId xmlns:a16="http://schemas.microsoft.com/office/drawing/2014/main" id="{0D3A546E-7720-47AF-8606-7852124293A1}"/>
              </a:ext>
            </a:extLst>
          </p:cNvPr>
          <p:cNvSpPr>
            <a:spLocks noChangeShapeType="1"/>
          </p:cNvSpPr>
          <p:nvPr>
            <p:custDataLst>
              <p:tags r:id="rId14"/>
            </p:custDataLst>
          </p:nvPr>
        </p:nvSpPr>
        <p:spPr bwMode="auto">
          <a:xfrm>
            <a:off x="7848600" y="46151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6" name="Line 14">
            <a:extLst>
              <a:ext uri="{FF2B5EF4-FFF2-40B4-BE49-F238E27FC236}">
                <a16:creationId xmlns:a16="http://schemas.microsoft.com/office/drawing/2014/main" id="{8BF635D4-C1D4-441C-8044-E0344318342D}"/>
              </a:ext>
            </a:extLst>
          </p:cNvPr>
          <p:cNvSpPr>
            <a:spLocks noChangeShapeType="1"/>
          </p:cNvSpPr>
          <p:nvPr>
            <p:custDataLst>
              <p:tags r:id="rId15"/>
            </p:custDataLst>
          </p:nvPr>
        </p:nvSpPr>
        <p:spPr bwMode="auto">
          <a:xfrm>
            <a:off x="7848600" y="37007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7" name="Line 15">
            <a:extLst>
              <a:ext uri="{FF2B5EF4-FFF2-40B4-BE49-F238E27FC236}">
                <a16:creationId xmlns:a16="http://schemas.microsoft.com/office/drawing/2014/main" id="{47D60BE6-9584-4D8E-B366-3ECFAD775D0F}"/>
              </a:ext>
            </a:extLst>
          </p:cNvPr>
          <p:cNvSpPr>
            <a:spLocks noChangeShapeType="1"/>
          </p:cNvSpPr>
          <p:nvPr>
            <p:custDataLst>
              <p:tags r:id="rId16"/>
            </p:custDataLst>
          </p:nvPr>
        </p:nvSpPr>
        <p:spPr bwMode="auto">
          <a:xfrm>
            <a:off x="83820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8" name="Rectangle 17">
            <a:extLst>
              <a:ext uri="{FF2B5EF4-FFF2-40B4-BE49-F238E27FC236}">
                <a16:creationId xmlns:a16="http://schemas.microsoft.com/office/drawing/2014/main" id="{9522D083-B31C-486F-AAF9-33D9CBF8C174}"/>
              </a:ext>
            </a:extLst>
          </p:cNvPr>
          <p:cNvSpPr>
            <a:spLocks noChangeArrowheads="1"/>
          </p:cNvSpPr>
          <p:nvPr>
            <p:custDataLst>
              <p:tags r:id="rId17"/>
            </p:custDataLst>
          </p:nvPr>
        </p:nvSpPr>
        <p:spPr bwMode="auto">
          <a:xfrm>
            <a:off x="7467600" y="33959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19" name="Line 17">
            <a:extLst>
              <a:ext uri="{FF2B5EF4-FFF2-40B4-BE49-F238E27FC236}">
                <a16:creationId xmlns:a16="http://schemas.microsoft.com/office/drawing/2014/main" id="{D3697CD1-7DA5-4B22-8EBB-AA07B7A210AE}"/>
              </a:ext>
            </a:extLst>
          </p:cNvPr>
          <p:cNvSpPr>
            <a:spLocks noChangeShapeType="1"/>
          </p:cNvSpPr>
          <p:nvPr>
            <p:custDataLst>
              <p:tags r:id="rId18"/>
            </p:custDataLst>
          </p:nvPr>
        </p:nvSpPr>
        <p:spPr bwMode="auto">
          <a:xfrm>
            <a:off x="7924800" y="2100530"/>
            <a:ext cx="0" cy="12954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20" name="Line 18">
            <a:extLst>
              <a:ext uri="{FF2B5EF4-FFF2-40B4-BE49-F238E27FC236}">
                <a16:creationId xmlns:a16="http://schemas.microsoft.com/office/drawing/2014/main" id="{AF465735-6803-4483-B2F7-D98BDBF5BD2D}"/>
              </a:ext>
            </a:extLst>
          </p:cNvPr>
          <p:cNvSpPr>
            <a:spLocks noChangeShapeType="1"/>
          </p:cNvSpPr>
          <p:nvPr>
            <p:custDataLst>
              <p:tags r:id="rId19"/>
            </p:custDataLst>
          </p:nvPr>
        </p:nvSpPr>
        <p:spPr bwMode="auto">
          <a:xfrm>
            <a:off x="77724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1" name="Rectangle 20">
            <a:extLst>
              <a:ext uri="{FF2B5EF4-FFF2-40B4-BE49-F238E27FC236}">
                <a16:creationId xmlns:a16="http://schemas.microsoft.com/office/drawing/2014/main" id="{D77C7329-CD81-46FD-9A41-749039B3DBCB}"/>
              </a:ext>
            </a:extLst>
          </p:cNvPr>
          <p:cNvSpPr>
            <a:spLocks noChangeArrowheads="1"/>
          </p:cNvSpPr>
          <p:nvPr>
            <p:custDataLst>
              <p:tags r:id="rId20"/>
            </p:custDataLst>
          </p:nvPr>
        </p:nvSpPr>
        <p:spPr bwMode="auto">
          <a:xfrm>
            <a:off x="73914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22" name="Text Box 20">
            <a:extLst>
              <a:ext uri="{FF2B5EF4-FFF2-40B4-BE49-F238E27FC236}">
                <a16:creationId xmlns:a16="http://schemas.microsoft.com/office/drawing/2014/main" id="{A09E07B7-78A8-4B2D-9EEF-91D30418E4FC}"/>
              </a:ext>
            </a:extLst>
          </p:cNvPr>
          <p:cNvSpPr txBox="1">
            <a:spLocks noChangeArrowheads="1"/>
          </p:cNvSpPr>
          <p:nvPr>
            <p:custDataLst>
              <p:tags r:id="rId21"/>
            </p:custDataLst>
          </p:nvPr>
        </p:nvSpPr>
        <p:spPr bwMode="auto">
          <a:xfrm>
            <a:off x="7407148" y="4781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23" name="Text Box 21">
            <a:extLst>
              <a:ext uri="{FF2B5EF4-FFF2-40B4-BE49-F238E27FC236}">
                <a16:creationId xmlns:a16="http://schemas.microsoft.com/office/drawing/2014/main" id="{85BBDAA6-8AE0-4830-A5C7-DE6A865B43E0}"/>
              </a:ext>
            </a:extLst>
          </p:cNvPr>
          <p:cNvSpPr txBox="1">
            <a:spLocks noChangeArrowheads="1"/>
          </p:cNvSpPr>
          <p:nvPr>
            <p:custDataLst>
              <p:tags r:id="rId22"/>
            </p:custDataLst>
          </p:nvPr>
        </p:nvSpPr>
        <p:spPr bwMode="auto">
          <a:xfrm>
            <a:off x="73225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dirty="0">
                <a:solidFill>
                  <a:srgbClr val="FF0909"/>
                </a:solidFill>
                <a:latin typeface="+mn-lt"/>
              </a:rPr>
              <a:t>VA</a:t>
            </a:r>
          </a:p>
        </p:txBody>
      </p:sp>
      <p:sp>
        <p:nvSpPr>
          <p:cNvPr id="24" name="Text Box 22">
            <a:extLst>
              <a:ext uri="{FF2B5EF4-FFF2-40B4-BE49-F238E27FC236}">
                <a16:creationId xmlns:a16="http://schemas.microsoft.com/office/drawing/2014/main" id="{CA61F3A7-8593-4884-9255-703036D34B78}"/>
              </a:ext>
            </a:extLst>
          </p:cNvPr>
          <p:cNvSpPr txBox="1">
            <a:spLocks noChangeArrowheads="1"/>
          </p:cNvSpPr>
          <p:nvPr>
            <p:custDataLst>
              <p:tags r:id="rId23"/>
            </p:custDataLst>
          </p:nvPr>
        </p:nvSpPr>
        <p:spPr bwMode="auto">
          <a:xfrm>
            <a:off x="83893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26" name="Line 23">
            <a:extLst>
              <a:ext uri="{FF2B5EF4-FFF2-40B4-BE49-F238E27FC236}">
                <a16:creationId xmlns:a16="http://schemas.microsoft.com/office/drawing/2014/main" id="{E3E89AF2-860E-44DA-A03B-EF715B820A6B}"/>
              </a:ext>
            </a:extLst>
          </p:cNvPr>
          <p:cNvSpPr>
            <a:spLocks noChangeShapeType="1"/>
          </p:cNvSpPr>
          <p:nvPr>
            <p:custDataLst>
              <p:tags r:id="rId24"/>
            </p:custDataLst>
          </p:nvPr>
        </p:nvSpPr>
        <p:spPr bwMode="auto">
          <a:xfrm>
            <a:off x="7772400" y="2862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7" name="Text Box 24">
            <a:extLst>
              <a:ext uri="{FF2B5EF4-FFF2-40B4-BE49-F238E27FC236}">
                <a16:creationId xmlns:a16="http://schemas.microsoft.com/office/drawing/2014/main" id="{601FD589-964B-4375-83FA-0263AED1D013}"/>
              </a:ext>
            </a:extLst>
          </p:cNvPr>
          <p:cNvSpPr txBox="1">
            <a:spLocks noChangeArrowheads="1"/>
          </p:cNvSpPr>
          <p:nvPr>
            <p:custDataLst>
              <p:tags r:id="rId25"/>
            </p:custDataLst>
          </p:nvPr>
        </p:nvSpPr>
        <p:spPr bwMode="auto">
          <a:xfrm>
            <a:off x="7362698" y="2876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28" name="Line 25">
            <a:extLst>
              <a:ext uri="{FF2B5EF4-FFF2-40B4-BE49-F238E27FC236}">
                <a16:creationId xmlns:a16="http://schemas.microsoft.com/office/drawing/2014/main" id="{668C2999-7EB4-43D5-9367-FC5573B9D88A}"/>
              </a:ext>
            </a:extLst>
          </p:cNvPr>
          <p:cNvSpPr>
            <a:spLocks noChangeShapeType="1"/>
          </p:cNvSpPr>
          <p:nvPr>
            <p:custDataLst>
              <p:tags r:id="rId26"/>
            </p:custDataLst>
          </p:nvPr>
        </p:nvSpPr>
        <p:spPr bwMode="auto">
          <a:xfrm>
            <a:off x="8382000" y="2862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29" name="Text Box 26">
            <a:extLst>
              <a:ext uri="{FF2B5EF4-FFF2-40B4-BE49-F238E27FC236}">
                <a16:creationId xmlns:a16="http://schemas.microsoft.com/office/drawing/2014/main" id="{08DA5725-8CD6-44D6-B3B5-D545460839CF}"/>
              </a:ext>
            </a:extLst>
          </p:cNvPr>
          <p:cNvSpPr txBox="1">
            <a:spLocks noChangeArrowheads="1"/>
          </p:cNvSpPr>
          <p:nvPr>
            <p:custDataLst>
              <p:tags r:id="rId27"/>
            </p:custDataLst>
          </p:nvPr>
        </p:nvSpPr>
        <p:spPr bwMode="auto">
          <a:xfrm>
            <a:off x="8397748" y="2876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30" name="Rectangle 29">
            <a:extLst>
              <a:ext uri="{FF2B5EF4-FFF2-40B4-BE49-F238E27FC236}">
                <a16:creationId xmlns:a16="http://schemas.microsoft.com/office/drawing/2014/main" id="{75664EDC-B627-4FA2-B21C-D62C81148D22}"/>
              </a:ext>
            </a:extLst>
          </p:cNvPr>
          <p:cNvSpPr>
            <a:spLocks noChangeArrowheads="1"/>
          </p:cNvSpPr>
          <p:nvPr>
            <p:custDataLst>
              <p:tags r:id="rId28"/>
            </p:custDataLst>
          </p:nvPr>
        </p:nvSpPr>
        <p:spPr bwMode="auto">
          <a:xfrm>
            <a:off x="83058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31" name="Text Box 28">
            <a:extLst>
              <a:ext uri="{FF2B5EF4-FFF2-40B4-BE49-F238E27FC236}">
                <a16:creationId xmlns:a16="http://schemas.microsoft.com/office/drawing/2014/main" id="{C972F636-61FC-4DF4-A8CA-7DEFE555C9B3}"/>
              </a:ext>
            </a:extLst>
          </p:cNvPr>
          <p:cNvSpPr txBox="1">
            <a:spLocks noChangeArrowheads="1"/>
          </p:cNvSpPr>
          <p:nvPr>
            <p:custDataLst>
              <p:tags r:id="rId29"/>
            </p:custDataLst>
          </p:nvPr>
        </p:nvSpPr>
        <p:spPr bwMode="auto">
          <a:xfrm>
            <a:off x="7483348" y="3700730"/>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Tree>
    <p:custDataLst>
      <p:tags r:id="rId1"/>
    </p:custDataLst>
    <p:extLst>
      <p:ext uri="{BB962C8B-B14F-4D97-AF65-F5344CB8AC3E}">
        <p14:creationId xmlns:p14="http://schemas.microsoft.com/office/powerpoint/2010/main" val="127527405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(VIVT)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24</a:t>
            </a:fld>
            <a:endParaRPr lang="en-US" altLang="en-US" sz="1400">
              <a:latin typeface="Times New Roman" panose="02020603050405020304" pitchFamily="18" charset="0"/>
            </a:endParaRPr>
          </a:p>
        </p:txBody>
      </p:sp>
      <p:sp>
        <p:nvSpPr>
          <p:cNvPr id="32" name="TextBox 31">
            <a:extLst>
              <a:ext uri="{FF2B5EF4-FFF2-40B4-BE49-F238E27FC236}">
                <a16:creationId xmlns:a16="http://schemas.microsoft.com/office/drawing/2014/main" id="{2A1F8ACA-9174-4EF0-A3C0-D341C2C30908}"/>
              </a:ext>
            </a:extLst>
          </p:cNvPr>
          <p:cNvSpPr txBox="1"/>
          <p:nvPr>
            <p:custDataLst>
              <p:tags r:id="rId4"/>
            </p:custDataLst>
          </p:nvPr>
        </p:nvSpPr>
        <p:spPr>
          <a:xfrm>
            <a:off x="526930" y="1414730"/>
            <a:ext cx="6559670" cy="5329737"/>
          </a:xfrm>
          <a:prstGeom prst="rect">
            <a:avLst/>
          </a:prstGeom>
          <a:noFill/>
        </p:spPr>
        <p:txBody>
          <a:bodyPr wrap="square" rtlCol="0" anchor="t">
            <a:noAutofit/>
          </a:bodyPr>
          <a:lstStyle/>
          <a:p>
            <a:r>
              <a:rPr lang="en-US" sz="3200" dirty="0">
                <a:latin typeface="+mn-lt"/>
              </a:rPr>
              <a:t>Alternative: </a:t>
            </a:r>
            <a:r>
              <a:rPr lang="en-US" sz="3200" b="1" dirty="0">
                <a:latin typeface="+mn-lt"/>
              </a:rPr>
              <a:t>virtual caches</a:t>
            </a:r>
          </a:p>
          <a:p>
            <a:pPr marL="457200" indent="-457200">
              <a:buFont typeface="Arial" panose="020B0604020202020204" pitchFamily="34" charset="0"/>
              <a:buChar char="•"/>
            </a:pPr>
            <a:r>
              <a:rPr lang="en-US" sz="2800" b="1" dirty="0">
                <a:latin typeface="+mn-lt"/>
              </a:rPr>
              <a:t>Virtually indexed, virtually tagged (VIVT)</a:t>
            </a:r>
          </a:p>
          <a:p>
            <a:pPr marL="914400" lvl="1" indent="-457200">
              <a:buFont typeface="Wingdings" panose="05000000000000000000" pitchFamily="2" charset="2"/>
              <a:buChar char="Ø"/>
            </a:pPr>
            <a:r>
              <a:rPr lang="en-US" sz="2400" dirty="0">
                <a:latin typeface="+mn-lt"/>
              </a:rPr>
              <a:t>Both set index and tag are derived from virtual address</a:t>
            </a:r>
          </a:p>
          <a:p>
            <a:pPr marL="914400" lvl="1" indent="-457200">
              <a:buFont typeface="Wingdings" panose="05000000000000000000" pitchFamily="2" charset="2"/>
              <a:buChar char="Ø"/>
            </a:pPr>
            <a:endParaRPr lang="en-US" sz="2400" dirty="0">
              <a:latin typeface="+mn-lt"/>
            </a:endParaRPr>
          </a:p>
        </p:txBody>
      </p:sp>
      <p:sp>
        <p:nvSpPr>
          <p:cNvPr id="33" name="Rectangle 4">
            <a:extLst>
              <a:ext uri="{FF2B5EF4-FFF2-40B4-BE49-F238E27FC236}">
                <a16:creationId xmlns:a16="http://schemas.microsoft.com/office/drawing/2014/main" id="{19EB2A5A-3297-42BC-A4DE-27BAC6B228B7}"/>
              </a:ext>
            </a:extLst>
          </p:cNvPr>
          <p:cNvSpPr>
            <a:spLocks noChangeArrowheads="1"/>
          </p:cNvSpPr>
          <p:nvPr>
            <p:custDataLst>
              <p:tags r:id="rId5"/>
            </p:custDataLst>
          </p:nvPr>
        </p:nvSpPr>
        <p:spPr bwMode="auto">
          <a:xfrm>
            <a:off x="7315200" y="3091130"/>
            <a:ext cx="1524000" cy="1752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4" name="Rectangle 5">
            <a:extLst>
              <a:ext uri="{FF2B5EF4-FFF2-40B4-BE49-F238E27FC236}">
                <a16:creationId xmlns:a16="http://schemas.microsoft.com/office/drawing/2014/main" id="{E7228B2C-F9D0-4DE4-8DD7-6C7DD604D279}"/>
              </a:ext>
            </a:extLst>
          </p:cNvPr>
          <p:cNvSpPr>
            <a:spLocks noChangeArrowheads="1"/>
          </p:cNvSpPr>
          <p:nvPr>
            <p:custDataLst>
              <p:tags r:id="rId6"/>
            </p:custDataLst>
          </p:nvPr>
        </p:nvSpPr>
        <p:spPr bwMode="auto">
          <a:xfrm>
            <a:off x="7315200" y="1414730"/>
            <a:ext cx="1524000" cy="1676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5" name="Rectangle 6">
            <a:extLst>
              <a:ext uri="{FF2B5EF4-FFF2-40B4-BE49-F238E27FC236}">
                <a16:creationId xmlns:a16="http://schemas.microsoft.com/office/drawing/2014/main" id="{22CFB151-58DC-446E-9602-7850B4E384D2}"/>
              </a:ext>
            </a:extLst>
          </p:cNvPr>
          <p:cNvSpPr>
            <a:spLocks noChangeArrowheads="1"/>
          </p:cNvSpPr>
          <p:nvPr>
            <p:custDataLst>
              <p:tags r:id="rId7"/>
            </p:custDataLst>
          </p:nvPr>
        </p:nvSpPr>
        <p:spPr bwMode="auto">
          <a:xfrm>
            <a:off x="74676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36" name="Rectangle 7">
            <a:extLst>
              <a:ext uri="{FF2B5EF4-FFF2-40B4-BE49-F238E27FC236}">
                <a16:creationId xmlns:a16="http://schemas.microsoft.com/office/drawing/2014/main" id="{7F2A5145-F57C-41C1-A02D-D9C359F17CF3}"/>
              </a:ext>
            </a:extLst>
          </p:cNvPr>
          <p:cNvSpPr>
            <a:spLocks noChangeArrowheads="1"/>
          </p:cNvSpPr>
          <p:nvPr>
            <p:custDataLst>
              <p:tags r:id="rId8"/>
            </p:custDataLst>
          </p:nvPr>
        </p:nvSpPr>
        <p:spPr bwMode="auto">
          <a:xfrm>
            <a:off x="80772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37" name="Rectangle 8">
            <a:extLst>
              <a:ext uri="{FF2B5EF4-FFF2-40B4-BE49-F238E27FC236}">
                <a16:creationId xmlns:a16="http://schemas.microsoft.com/office/drawing/2014/main" id="{D9095F27-D672-4D43-99A6-4390C242C406}"/>
              </a:ext>
            </a:extLst>
          </p:cNvPr>
          <p:cNvSpPr>
            <a:spLocks noChangeArrowheads="1"/>
          </p:cNvSpPr>
          <p:nvPr>
            <p:custDataLst>
              <p:tags r:id="rId9"/>
            </p:custDataLst>
          </p:nvPr>
        </p:nvSpPr>
        <p:spPr bwMode="auto">
          <a:xfrm>
            <a:off x="7543800" y="41579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38" name="Rectangle 9">
            <a:extLst>
              <a:ext uri="{FF2B5EF4-FFF2-40B4-BE49-F238E27FC236}">
                <a16:creationId xmlns:a16="http://schemas.microsoft.com/office/drawing/2014/main" id="{1C0423E6-5302-4CBF-B7E6-B705D5B77160}"/>
              </a:ext>
            </a:extLst>
          </p:cNvPr>
          <p:cNvSpPr>
            <a:spLocks noChangeArrowheads="1"/>
          </p:cNvSpPr>
          <p:nvPr>
            <p:custDataLst>
              <p:tags r:id="rId10"/>
            </p:custDataLst>
          </p:nvPr>
        </p:nvSpPr>
        <p:spPr bwMode="auto">
          <a:xfrm>
            <a:off x="7315200" y="51485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39" name="Line 10">
            <a:extLst>
              <a:ext uri="{FF2B5EF4-FFF2-40B4-BE49-F238E27FC236}">
                <a16:creationId xmlns:a16="http://schemas.microsoft.com/office/drawing/2014/main" id="{FC56AB19-63EB-4436-BCC3-022B97C9E350}"/>
              </a:ext>
            </a:extLst>
          </p:cNvPr>
          <p:cNvSpPr>
            <a:spLocks noChangeShapeType="1"/>
          </p:cNvSpPr>
          <p:nvPr>
            <p:custDataLst>
              <p:tags r:id="rId11"/>
            </p:custDataLst>
          </p:nvPr>
        </p:nvSpPr>
        <p:spPr bwMode="auto">
          <a:xfrm>
            <a:off x="8305800" y="2100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0" name="Line 11">
            <a:extLst>
              <a:ext uri="{FF2B5EF4-FFF2-40B4-BE49-F238E27FC236}">
                <a16:creationId xmlns:a16="http://schemas.microsoft.com/office/drawing/2014/main" id="{5C3E460A-6FA3-45EA-A6AF-255874E33638}"/>
              </a:ext>
            </a:extLst>
          </p:cNvPr>
          <p:cNvSpPr>
            <a:spLocks noChangeShapeType="1"/>
          </p:cNvSpPr>
          <p:nvPr>
            <p:custDataLst>
              <p:tags r:id="rId12"/>
            </p:custDataLst>
          </p:nvPr>
        </p:nvSpPr>
        <p:spPr bwMode="auto">
          <a:xfrm>
            <a:off x="8305800" y="46151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1" name="Line 12">
            <a:extLst>
              <a:ext uri="{FF2B5EF4-FFF2-40B4-BE49-F238E27FC236}">
                <a16:creationId xmlns:a16="http://schemas.microsoft.com/office/drawing/2014/main" id="{A7723349-E080-4804-9FA3-E869AFB6CBF5}"/>
              </a:ext>
            </a:extLst>
          </p:cNvPr>
          <p:cNvSpPr>
            <a:spLocks noChangeShapeType="1"/>
          </p:cNvSpPr>
          <p:nvPr>
            <p:custDataLst>
              <p:tags r:id="rId13"/>
            </p:custDataLst>
          </p:nvPr>
        </p:nvSpPr>
        <p:spPr bwMode="auto">
          <a:xfrm>
            <a:off x="8305800" y="2862530"/>
            <a:ext cx="0" cy="1295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2" name="Line 13">
            <a:extLst>
              <a:ext uri="{FF2B5EF4-FFF2-40B4-BE49-F238E27FC236}">
                <a16:creationId xmlns:a16="http://schemas.microsoft.com/office/drawing/2014/main" id="{A1D082EA-5205-44F6-A47D-D2109C16927A}"/>
              </a:ext>
            </a:extLst>
          </p:cNvPr>
          <p:cNvSpPr>
            <a:spLocks noChangeShapeType="1"/>
          </p:cNvSpPr>
          <p:nvPr>
            <p:custDataLst>
              <p:tags r:id="rId14"/>
            </p:custDataLst>
          </p:nvPr>
        </p:nvSpPr>
        <p:spPr bwMode="auto">
          <a:xfrm>
            <a:off x="7848600" y="46151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3" name="Line 14">
            <a:extLst>
              <a:ext uri="{FF2B5EF4-FFF2-40B4-BE49-F238E27FC236}">
                <a16:creationId xmlns:a16="http://schemas.microsoft.com/office/drawing/2014/main" id="{EE086CEF-053B-43ED-A7D3-5B3FACEF997D}"/>
              </a:ext>
            </a:extLst>
          </p:cNvPr>
          <p:cNvSpPr>
            <a:spLocks noChangeShapeType="1"/>
          </p:cNvSpPr>
          <p:nvPr>
            <p:custDataLst>
              <p:tags r:id="rId15"/>
            </p:custDataLst>
          </p:nvPr>
        </p:nvSpPr>
        <p:spPr bwMode="auto">
          <a:xfrm>
            <a:off x="7848600" y="2862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4" name="Line 15">
            <a:extLst>
              <a:ext uri="{FF2B5EF4-FFF2-40B4-BE49-F238E27FC236}">
                <a16:creationId xmlns:a16="http://schemas.microsoft.com/office/drawing/2014/main" id="{AC53A5BE-C50A-4E32-85BD-CF6C14E7B69A}"/>
              </a:ext>
            </a:extLst>
          </p:cNvPr>
          <p:cNvSpPr>
            <a:spLocks noChangeShapeType="1"/>
          </p:cNvSpPr>
          <p:nvPr>
            <p:custDataLst>
              <p:tags r:id="rId16"/>
            </p:custDataLst>
          </p:nvPr>
        </p:nvSpPr>
        <p:spPr bwMode="auto">
          <a:xfrm>
            <a:off x="8458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5" name="Rectangle 16">
            <a:extLst>
              <a:ext uri="{FF2B5EF4-FFF2-40B4-BE49-F238E27FC236}">
                <a16:creationId xmlns:a16="http://schemas.microsoft.com/office/drawing/2014/main" id="{EBC37C24-F62F-4FDC-96AF-423470D9B6D6}"/>
              </a:ext>
            </a:extLst>
          </p:cNvPr>
          <p:cNvSpPr>
            <a:spLocks noChangeArrowheads="1"/>
          </p:cNvSpPr>
          <p:nvPr>
            <p:custDataLst>
              <p:tags r:id="rId17"/>
            </p:custDataLst>
          </p:nvPr>
        </p:nvSpPr>
        <p:spPr bwMode="auto">
          <a:xfrm>
            <a:off x="74676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46" name="Line 17">
            <a:extLst>
              <a:ext uri="{FF2B5EF4-FFF2-40B4-BE49-F238E27FC236}">
                <a16:creationId xmlns:a16="http://schemas.microsoft.com/office/drawing/2014/main" id="{2FC1E153-2269-4067-A794-3D4696F9534E}"/>
              </a:ext>
            </a:extLst>
          </p:cNvPr>
          <p:cNvSpPr>
            <a:spLocks noChangeShapeType="1"/>
          </p:cNvSpPr>
          <p:nvPr>
            <p:custDataLst>
              <p:tags r:id="rId18"/>
            </p:custDataLst>
          </p:nvPr>
        </p:nvSpPr>
        <p:spPr bwMode="auto">
          <a:xfrm>
            <a:off x="7848600" y="2100530"/>
            <a:ext cx="0" cy="4572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47" name="Line 18">
            <a:extLst>
              <a:ext uri="{FF2B5EF4-FFF2-40B4-BE49-F238E27FC236}">
                <a16:creationId xmlns:a16="http://schemas.microsoft.com/office/drawing/2014/main" id="{3077ED8D-E4D2-4AA5-815D-F7F5383CFD38}"/>
              </a:ext>
            </a:extLst>
          </p:cNvPr>
          <p:cNvSpPr>
            <a:spLocks noChangeShapeType="1"/>
          </p:cNvSpPr>
          <p:nvPr>
            <p:custDataLst>
              <p:tags r:id="rId19"/>
            </p:custDataLst>
          </p:nvPr>
        </p:nvSpPr>
        <p:spPr bwMode="auto">
          <a:xfrm>
            <a:off x="7696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8" name="Rectangle 19">
            <a:extLst>
              <a:ext uri="{FF2B5EF4-FFF2-40B4-BE49-F238E27FC236}">
                <a16:creationId xmlns:a16="http://schemas.microsoft.com/office/drawing/2014/main" id="{84A68C2A-9F55-4387-96A0-3BF963D5504C}"/>
              </a:ext>
            </a:extLst>
          </p:cNvPr>
          <p:cNvSpPr>
            <a:spLocks noChangeArrowheads="1"/>
          </p:cNvSpPr>
          <p:nvPr>
            <p:custDataLst>
              <p:tags r:id="rId20"/>
            </p:custDataLst>
          </p:nvPr>
        </p:nvSpPr>
        <p:spPr bwMode="auto">
          <a:xfrm>
            <a:off x="7543800" y="3319730"/>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49" name="Line 20">
            <a:extLst>
              <a:ext uri="{FF2B5EF4-FFF2-40B4-BE49-F238E27FC236}">
                <a16:creationId xmlns:a16="http://schemas.microsoft.com/office/drawing/2014/main" id="{A730B5DD-0FE7-4037-A414-45364985B437}"/>
              </a:ext>
            </a:extLst>
          </p:cNvPr>
          <p:cNvSpPr>
            <a:spLocks noChangeShapeType="1"/>
          </p:cNvSpPr>
          <p:nvPr>
            <p:custDataLst>
              <p:tags r:id="rId21"/>
            </p:custDataLst>
          </p:nvPr>
        </p:nvSpPr>
        <p:spPr bwMode="auto">
          <a:xfrm>
            <a:off x="7848600" y="3624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0" name="Text Box 21">
            <a:extLst>
              <a:ext uri="{FF2B5EF4-FFF2-40B4-BE49-F238E27FC236}">
                <a16:creationId xmlns:a16="http://schemas.microsoft.com/office/drawing/2014/main" id="{8F0F0919-0C84-4C65-8D65-D1586945A2E0}"/>
              </a:ext>
            </a:extLst>
          </p:cNvPr>
          <p:cNvSpPr txBox="1">
            <a:spLocks noChangeArrowheads="1"/>
          </p:cNvSpPr>
          <p:nvPr>
            <p:custDataLst>
              <p:tags r:id="rId22"/>
            </p:custDataLst>
          </p:nvPr>
        </p:nvSpPr>
        <p:spPr bwMode="auto">
          <a:xfrm>
            <a:off x="7407148" y="4781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51" name="Text Box 22">
            <a:extLst>
              <a:ext uri="{FF2B5EF4-FFF2-40B4-BE49-F238E27FC236}">
                <a16:creationId xmlns:a16="http://schemas.microsoft.com/office/drawing/2014/main" id="{49C9026D-FFF2-42A9-9698-8B866DD5F670}"/>
              </a:ext>
            </a:extLst>
          </p:cNvPr>
          <p:cNvSpPr txBox="1">
            <a:spLocks noChangeArrowheads="1"/>
          </p:cNvSpPr>
          <p:nvPr>
            <p:custDataLst>
              <p:tags r:id="rId23"/>
            </p:custDataLst>
          </p:nvPr>
        </p:nvSpPr>
        <p:spPr bwMode="auto">
          <a:xfrm>
            <a:off x="7483348" y="3700730"/>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52" name="Text Box 23">
            <a:extLst>
              <a:ext uri="{FF2B5EF4-FFF2-40B4-BE49-F238E27FC236}">
                <a16:creationId xmlns:a16="http://schemas.microsoft.com/office/drawing/2014/main" id="{D854F757-4D0B-4D7F-B3EC-86707F031926}"/>
              </a:ext>
            </a:extLst>
          </p:cNvPr>
          <p:cNvSpPr txBox="1">
            <a:spLocks noChangeArrowheads="1"/>
          </p:cNvSpPr>
          <p:nvPr>
            <p:custDataLst>
              <p:tags r:id="rId24"/>
            </p:custDataLst>
          </p:nvPr>
        </p:nvSpPr>
        <p:spPr bwMode="auto">
          <a:xfrm>
            <a:off x="7430530" y="2876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3" name="Text Box 24">
            <a:extLst>
              <a:ext uri="{FF2B5EF4-FFF2-40B4-BE49-F238E27FC236}">
                <a16:creationId xmlns:a16="http://schemas.microsoft.com/office/drawing/2014/main" id="{5FCBCDD1-556F-4404-8F11-5FD44C8F5D2A}"/>
              </a:ext>
            </a:extLst>
          </p:cNvPr>
          <p:cNvSpPr txBox="1">
            <a:spLocks noChangeArrowheads="1"/>
          </p:cNvSpPr>
          <p:nvPr>
            <p:custDataLst>
              <p:tags r:id="rId25"/>
            </p:custDataLst>
          </p:nvPr>
        </p:nvSpPr>
        <p:spPr bwMode="auto">
          <a:xfrm>
            <a:off x="727813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4" name="Text Box 25">
            <a:extLst>
              <a:ext uri="{FF2B5EF4-FFF2-40B4-BE49-F238E27FC236}">
                <a16:creationId xmlns:a16="http://schemas.microsoft.com/office/drawing/2014/main" id="{EC6C8E2A-930A-4631-95E1-5036A778BD9D}"/>
              </a:ext>
            </a:extLst>
          </p:cNvPr>
          <p:cNvSpPr txBox="1">
            <a:spLocks noChangeArrowheads="1"/>
          </p:cNvSpPr>
          <p:nvPr>
            <p:custDataLst>
              <p:tags r:id="rId26"/>
            </p:custDataLst>
          </p:nvPr>
        </p:nvSpPr>
        <p:spPr bwMode="auto">
          <a:xfrm>
            <a:off x="84655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dirty="0">
                <a:solidFill>
                  <a:srgbClr val="FF0909"/>
                </a:solidFill>
                <a:latin typeface="+mn-lt"/>
              </a:rPr>
              <a:t>VA</a:t>
            </a:r>
          </a:p>
        </p:txBody>
      </p:sp>
    </p:spTree>
    <p:custDataLst>
      <p:tags r:id="rId1"/>
    </p:custDataLst>
    <p:extLst>
      <p:ext uri="{BB962C8B-B14F-4D97-AF65-F5344CB8AC3E}">
        <p14:creationId xmlns:p14="http://schemas.microsoft.com/office/powerpoint/2010/main" val="353747112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Virtual (VIVT)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25</a:t>
            </a:fld>
            <a:endParaRPr lang="en-US" altLang="en-US" sz="1400">
              <a:latin typeface="Times New Roman" panose="02020603050405020304" pitchFamily="18" charset="0"/>
            </a:endParaRPr>
          </a:p>
        </p:txBody>
      </p:sp>
      <p:sp>
        <p:nvSpPr>
          <p:cNvPr id="32" name="TextBox 31">
            <a:extLst>
              <a:ext uri="{FF2B5EF4-FFF2-40B4-BE49-F238E27FC236}">
                <a16:creationId xmlns:a16="http://schemas.microsoft.com/office/drawing/2014/main" id="{2A1F8ACA-9174-4EF0-A3C0-D341C2C30908}"/>
              </a:ext>
            </a:extLst>
          </p:cNvPr>
          <p:cNvSpPr txBox="1"/>
          <p:nvPr>
            <p:custDataLst>
              <p:tags r:id="rId4"/>
            </p:custDataLst>
          </p:nvPr>
        </p:nvSpPr>
        <p:spPr>
          <a:xfrm>
            <a:off x="526929" y="1414730"/>
            <a:ext cx="6703703" cy="5329737"/>
          </a:xfrm>
          <a:prstGeom prst="rect">
            <a:avLst/>
          </a:prstGeom>
          <a:noFill/>
        </p:spPr>
        <p:txBody>
          <a:bodyPr wrap="square" rtlCol="0" anchor="t">
            <a:noAutofit/>
          </a:bodyPr>
          <a:lstStyle/>
          <a:p>
            <a:pPr marL="457200" indent="-457200">
              <a:buFont typeface="Calibri" panose="020F0502020204030204" pitchFamily="34" charset="0"/>
              <a:buChar char="+"/>
            </a:pPr>
            <a:r>
              <a:rPr lang="en-US" sz="2800" dirty="0">
                <a:latin typeface="+mn-lt"/>
              </a:rPr>
              <a:t>Fast; translate to PA only to access next level (i.e., L2) on a miss</a:t>
            </a:r>
          </a:p>
          <a:p>
            <a:pPr marL="457200" indent="-457200">
              <a:buFont typeface="Calibri" panose="020F0502020204030204" pitchFamily="34" charset="0"/>
              <a:buChar char="-"/>
            </a:pPr>
            <a:r>
              <a:rPr lang="en-US" sz="2800" b="1" dirty="0">
                <a:latin typeface="+mn-lt"/>
              </a:rPr>
              <a:t>Homonyms: </a:t>
            </a:r>
            <a:r>
              <a:rPr lang="en-US" sz="2800" dirty="0">
                <a:latin typeface="+mn-lt"/>
              </a:rPr>
              <a:t>different processes have same VA but mapped to different PAs</a:t>
            </a:r>
          </a:p>
          <a:p>
            <a:pPr marL="914400" lvl="1" indent="-457200">
              <a:buFont typeface="Wingdings" panose="05000000000000000000" pitchFamily="2" charset="2"/>
              <a:buChar char="Ø"/>
            </a:pPr>
            <a:r>
              <a:rPr lang="en-US" sz="2400" dirty="0">
                <a:latin typeface="+mn-lt"/>
              </a:rPr>
              <a:t>Need to flush cache on process switch (slow)</a:t>
            </a:r>
          </a:p>
          <a:p>
            <a:pPr marL="914400" lvl="1" indent="-457200">
              <a:buFont typeface="Wingdings" panose="05000000000000000000" pitchFamily="2" charset="2"/>
              <a:buChar char="Ø"/>
            </a:pPr>
            <a:r>
              <a:rPr lang="en-US" sz="2400" dirty="0">
                <a:latin typeface="+mn-lt"/>
              </a:rPr>
              <a:t>Or add process IDs to cache tags (overhead)</a:t>
            </a:r>
          </a:p>
          <a:p>
            <a:pPr marL="457200" indent="-457200">
              <a:buFont typeface="Calibri" panose="020F0502020204030204" pitchFamily="34" charset="0"/>
              <a:buChar char="-"/>
            </a:pPr>
            <a:r>
              <a:rPr lang="en-US" sz="2800" b="1" dirty="0">
                <a:latin typeface="+mn-lt"/>
              </a:rPr>
              <a:t>Synonyms: </a:t>
            </a:r>
            <a:r>
              <a:rPr lang="en-US" sz="2800" dirty="0">
                <a:latin typeface="+mn-lt"/>
              </a:rPr>
              <a:t>different processes share the same PA but mapped to different VAs</a:t>
            </a:r>
          </a:p>
          <a:p>
            <a:pPr marL="914400" lvl="1" indent="-457200">
              <a:buFont typeface="Wingdings" panose="05000000000000000000" pitchFamily="2" charset="2"/>
              <a:buChar char="Ø"/>
            </a:pPr>
            <a:r>
              <a:rPr lang="en-US" sz="2400" dirty="0">
                <a:latin typeface="+mn-lt"/>
              </a:rPr>
              <a:t>Need to flush cache on process switch (slow)</a:t>
            </a:r>
          </a:p>
          <a:p>
            <a:pPr marL="914400" lvl="1" indent="-457200">
              <a:buFont typeface="Wingdings" panose="05000000000000000000" pitchFamily="2" charset="2"/>
              <a:buChar char="Ø"/>
            </a:pPr>
            <a:r>
              <a:rPr lang="en-US" sz="2400" dirty="0">
                <a:latin typeface="+mn-lt"/>
              </a:rPr>
              <a:t>Or detect in hardware (complex)</a:t>
            </a:r>
          </a:p>
          <a:p>
            <a:pPr marL="914400" lvl="1" indent="-457200">
              <a:buFont typeface="Wingdings" panose="05000000000000000000" pitchFamily="2" charset="2"/>
              <a:buChar char="Ø"/>
            </a:pPr>
            <a:endParaRPr lang="en-US" sz="2400" dirty="0">
              <a:latin typeface="+mn-lt"/>
            </a:endParaRPr>
          </a:p>
        </p:txBody>
      </p:sp>
      <p:sp>
        <p:nvSpPr>
          <p:cNvPr id="33" name="Rectangle 4">
            <a:extLst>
              <a:ext uri="{FF2B5EF4-FFF2-40B4-BE49-F238E27FC236}">
                <a16:creationId xmlns:a16="http://schemas.microsoft.com/office/drawing/2014/main" id="{19EB2A5A-3297-42BC-A4DE-27BAC6B228B7}"/>
              </a:ext>
            </a:extLst>
          </p:cNvPr>
          <p:cNvSpPr>
            <a:spLocks noChangeArrowheads="1"/>
          </p:cNvSpPr>
          <p:nvPr>
            <p:custDataLst>
              <p:tags r:id="rId5"/>
            </p:custDataLst>
          </p:nvPr>
        </p:nvSpPr>
        <p:spPr bwMode="auto">
          <a:xfrm>
            <a:off x="7315200" y="3091130"/>
            <a:ext cx="1524000" cy="1752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4" name="Rectangle 5">
            <a:extLst>
              <a:ext uri="{FF2B5EF4-FFF2-40B4-BE49-F238E27FC236}">
                <a16:creationId xmlns:a16="http://schemas.microsoft.com/office/drawing/2014/main" id="{E7228B2C-F9D0-4DE4-8DD7-6C7DD604D279}"/>
              </a:ext>
            </a:extLst>
          </p:cNvPr>
          <p:cNvSpPr>
            <a:spLocks noChangeArrowheads="1"/>
          </p:cNvSpPr>
          <p:nvPr>
            <p:custDataLst>
              <p:tags r:id="rId6"/>
            </p:custDataLst>
          </p:nvPr>
        </p:nvSpPr>
        <p:spPr bwMode="auto">
          <a:xfrm>
            <a:off x="7315200" y="1414730"/>
            <a:ext cx="1524000" cy="1676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5" name="Rectangle 6">
            <a:extLst>
              <a:ext uri="{FF2B5EF4-FFF2-40B4-BE49-F238E27FC236}">
                <a16:creationId xmlns:a16="http://schemas.microsoft.com/office/drawing/2014/main" id="{22CFB151-58DC-446E-9602-7850B4E384D2}"/>
              </a:ext>
            </a:extLst>
          </p:cNvPr>
          <p:cNvSpPr>
            <a:spLocks noChangeArrowheads="1"/>
          </p:cNvSpPr>
          <p:nvPr>
            <p:custDataLst>
              <p:tags r:id="rId7"/>
            </p:custDataLst>
          </p:nvPr>
        </p:nvSpPr>
        <p:spPr bwMode="auto">
          <a:xfrm>
            <a:off x="74676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36" name="Rectangle 7">
            <a:extLst>
              <a:ext uri="{FF2B5EF4-FFF2-40B4-BE49-F238E27FC236}">
                <a16:creationId xmlns:a16="http://schemas.microsoft.com/office/drawing/2014/main" id="{7F2A5145-F57C-41C1-A02D-D9C359F17CF3}"/>
              </a:ext>
            </a:extLst>
          </p:cNvPr>
          <p:cNvSpPr>
            <a:spLocks noChangeArrowheads="1"/>
          </p:cNvSpPr>
          <p:nvPr>
            <p:custDataLst>
              <p:tags r:id="rId8"/>
            </p:custDataLst>
          </p:nvPr>
        </p:nvSpPr>
        <p:spPr bwMode="auto">
          <a:xfrm>
            <a:off x="80772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37" name="Rectangle 8">
            <a:extLst>
              <a:ext uri="{FF2B5EF4-FFF2-40B4-BE49-F238E27FC236}">
                <a16:creationId xmlns:a16="http://schemas.microsoft.com/office/drawing/2014/main" id="{D9095F27-D672-4D43-99A6-4390C242C406}"/>
              </a:ext>
            </a:extLst>
          </p:cNvPr>
          <p:cNvSpPr>
            <a:spLocks noChangeArrowheads="1"/>
          </p:cNvSpPr>
          <p:nvPr>
            <p:custDataLst>
              <p:tags r:id="rId9"/>
            </p:custDataLst>
          </p:nvPr>
        </p:nvSpPr>
        <p:spPr bwMode="auto">
          <a:xfrm>
            <a:off x="7543800" y="41579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38" name="Rectangle 9">
            <a:extLst>
              <a:ext uri="{FF2B5EF4-FFF2-40B4-BE49-F238E27FC236}">
                <a16:creationId xmlns:a16="http://schemas.microsoft.com/office/drawing/2014/main" id="{1C0423E6-5302-4CBF-B7E6-B705D5B77160}"/>
              </a:ext>
            </a:extLst>
          </p:cNvPr>
          <p:cNvSpPr>
            <a:spLocks noChangeArrowheads="1"/>
          </p:cNvSpPr>
          <p:nvPr>
            <p:custDataLst>
              <p:tags r:id="rId10"/>
            </p:custDataLst>
          </p:nvPr>
        </p:nvSpPr>
        <p:spPr bwMode="auto">
          <a:xfrm>
            <a:off x="7315200" y="51485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39" name="Line 10">
            <a:extLst>
              <a:ext uri="{FF2B5EF4-FFF2-40B4-BE49-F238E27FC236}">
                <a16:creationId xmlns:a16="http://schemas.microsoft.com/office/drawing/2014/main" id="{FC56AB19-63EB-4436-BCC3-022B97C9E350}"/>
              </a:ext>
            </a:extLst>
          </p:cNvPr>
          <p:cNvSpPr>
            <a:spLocks noChangeShapeType="1"/>
          </p:cNvSpPr>
          <p:nvPr>
            <p:custDataLst>
              <p:tags r:id="rId11"/>
            </p:custDataLst>
          </p:nvPr>
        </p:nvSpPr>
        <p:spPr bwMode="auto">
          <a:xfrm>
            <a:off x="8305800" y="2100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0" name="Line 11">
            <a:extLst>
              <a:ext uri="{FF2B5EF4-FFF2-40B4-BE49-F238E27FC236}">
                <a16:creationId xmlns:a16="http://schemas.microsoft.com/office/drawing/2014/main" id="{5C3E460A-6FA3-45EA-A6AF-255874E33638}"/>
              </a:ext>
            </a:extLst>
          </p:cNvPr>
          <p:cNvSpPr>
            <a:spLocks noChangeShapeType="1"/>
          </p:cNvSpPr>
          <p:nvPr>
            <p:custDataLst>
              <p:tags r:id="rId12"/>
            </p:custDataLst>
          </p:nvPr>
        </p:nvSpPr>
        <p:spPr bwMode="auto">
          <a:xfrm>
            <a:off x="8305800" y="46151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1" name="Line 12">
            <a:extLst>
              <a:ext uri="{FF2B5EF4-FFF2-40B4-BE49-F238E27FC236}">
                <a16:creationId xmlns:a16="http://schemas.microsoft.com/office/drawing/2014/main" id="{A7723349-E080-4804-9FA3-E869AFB6CBF5}"/>
              </a:ext>
            </a:extLst>
          </p:cNvPr>
          <p:cNvSpPr>
            <a:spLocks noChangeShapeType="1"/>
          </p:cNvSpPr>
          <p:nvPr>
            <p:custDataLst>
              <p:tags r:id="rId13"/>
            </p:custDataLst>
          </p:nvPr>
        </p:nvSpPr>
        <p:spPr bwMode="auto">
          <a:xfrm>
            <a:off x="8305800" y="2862530"/>
            <a:ext cx="0" cy="1295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2" name="Line 13">
            <a:extLst>
              <a:ext uri="{FF2B5EF4-FFF2-40B4-BE49-F238E27FC236}">
                <a16:creationId xmlns:a16="http://schemas.microsoft.com/office/drawing/2014/main" id="{A1D082EA-5205-44F6-A47D-D2109C16927A}"/>
              </a:ext>
            </a:extLst>
          </p:cNvPr>
          <p:cNvSpPr>
            <a:spLocks noChangeShapeType="1"/>
          </p:cNvSpPr>
          <p:nvPr>
            <p:custDataLst>
              <p:tags r:id="rId14"/>
            </p:custDataLst>
          </p:nvPr>
        </p:nvSpPr>
        <p:spPr bwMode="auto">
          <a:xfrm>
            <a:off x="7848600" y="46151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3" name="Line 14">
            <a:extLst>
              <a:ext uri="{FF2B5EF4-FFF2-40B4-BE49-F238E27FC236}">
                <a16:creationId xmlns:a16="http://schemas.microsoft.com/office/drawing/2014/main" id="{EE086CEF-053B-43ED-A7D3-5B3FACEF997D}"/>
              </a:ext>
            </a:extLst>
          </p:cNvPr>
          <p:cNvSpPr>
            <a:spLocks noChangeShapeType="1"/>
          </p:cNvSpPr>
          <p:nvPr>
            <p:custDataLst>
              <p:tags r:id="rId15"/>
            </p:custDataLst>
          </p:nvPr>
        </p:nvSpPr>
        <p:spPr bwMode="auto">
          <a:xfrm>
            <a:off x="7848600" y="2862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4" name="Line 15">
            <a:extLst>
              <a:ext uri="{FF2B5EF4-FFF2-40B4-BE49-F238E27FC236}">
                <a16:creationId xmlns:a16="http://schemas.microsoft.com/office/drawing/2014/main" id="{AC53A5BE-C50A-4E32-85BD-CF6C14E7B69A}"/>
              </a:ext>
            </a:extLst>
          </p:cNvPr>
          <p:cNvSpPr>
            <a:spLocks noChangeShapeType="1"/>
          </p:cNvSpPr>
          <p:nvPr>
            <p:custDataLst>
              <p:tags r:id="rId16"/>
            </p:custDataLst>
          </p:nvPr>
        </p:nvSpPr>
        <p:spPr bwMode="auto">
          <a:xfrm>
            <a:off x="8458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5" name="Rectangle 16">
            <a:extLst>
              <a:ext uri="{FF2B5EF4-FFF2-40B4-BE49-F238E27FC236}">
                <a16:creationId xmlns:a16="http://schemas.microsoft.com/office/drawing/2014/main" id="{EBC37C24-F62F-4FDC-96AF-423470D9B6D6}"/>
              </a:ext>
            </a:extLst>
          </p:cNvPr>
          <p:cNvSpPr>
            <a:spLocks noChangeArrowheads="1"/>
          </p:cNvSpPr>
          <p:nvPr>
            <p:custDataLst>
              <p:tags r:id="rId17"/>
            </p:custDataLst>
          </p:nvPr>
        </p:nvSpPr>
        <p:spPr bwMode="auto">
          <a:xfrm>
            <a:off x="74676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46" name="Line 17">
            <a:extLst>
              <a:ext uri="{FF2B5EF4-FFF2-40B4-BE49-F238E27FC236}">
                <a16:creationId xmlns:a16="http://schemas.microsoft.com/office/drawing/2014/main" id="{2FC1E153-2269-4067-A794-3D4696F9534E}"/>
              </a:ext>
            </a:extLst>
          </p:cNvPr>
          <p:cNvSpPr>
            <a:spLocks noChangeShapeType="1"/>
          </p:cNvSpPr>
          <p:nvPr>
            <p:custDataLst>
              <p:tags r:id="rId18"/>
            </p:custDataLst>
          </p:nvPr>
        </p:nvSpPr>
        <p:spPr bwMode="auto">
          <a:xfrm>
            <a:off x="7848600" y="2100530"/>
            <a:ext cx="0" cy="4572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47" name="Line 18">
            <a:extLst>
              <a:ext uri="{FF2B5EF4-FFF2-40B4-BE49-F238E27FC236}">
                <a16:creationId xmlns:a16="http://schemas.microsoft.com/office/drawing/2014/main" id="{3077ED8D-E4D2-4AA5-815D-F7F5383CFD38}"/>
              </a:ext>
            </a:extLst>
          </p:cNvPr>
          <p:cNvSpPr>
            <a:spLocks noChangeShapeType="1"/>
          </p:cNvSpPr>
          <p:nvPr>
            <p:custDataLst>
              <p:tags r:id="rId19"/>
            </p:custDataLst>
          </p:nvPr>
        </p:nvSpPr>
        <p:spPr bwMode="auto">
          <a:xfrm>
            <a:off x="7696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8" name="Rectangle 19">
            <a:extLst>
              <a:ext uri="{FF2B5EF4-FFF2-40B4-BE49-F238E27FC236}">
                <a16:creationId xmlns:a16="http://schemas.microsoft.com/office/drawing/2014/main" id="{84A68C2A-9F55-4387-96A0-3BF963D5504C}"/>
              </a:ext>
            </a:extLst>
          </p:cNvPr>
          <p:cNvSpPr>
            <a:spLocks noChangeArrowheads="1"/>
          </p:cNvSpPr>
          <p:nvPr>
            <p:custDataLst>
              <p:tags r:id="rId20"/>
            </p:custDataLst>
          </p:nvPr>
        </p:nvSpPr>
        <p:spPr bwMode="auto">
          <a:xfrm>
            <a:off x="7543800" y="3319730"/>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49" name="Line 20">
            <a:extLst>
              <a:ext uri="{FF2B5EF4-FFF2-40B4-BE49-F238E27FC236}">
                <a16:creationId xmlns:a16="http://schemas.microsoft.com/office/drawing/2014/main" id="{A730B5DD-0FE7-4037-A414-45364985B437}"/>
              </a:ext>
            </a:extLst>
          </p:cNvPr>
          <p:cNvSpPr>
            <a:spLocks noChangeShapeType="1"/>
          </p:cNvSpPr>
          <p:nvPr>
            <p:custDataLst>
              <p:tags r:id="rId21"/>
            </p:custDataLst>
          </p:nvPr>
        </p:nvSpPr>
        <p:spPr bwMode="auto">
          <a:xfrm>
            <a:off x="7848600" y="36245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50" name="Text Box 21">
            <a:extLst>
              <a:ext uri="{FF2B5EF4-FFF2-40B4-BE49-F238E27FC236}">
                <a16:creationId xmlns:a16="http://schemas.microsoft.com/office/drawing/2014/main" id="{8F0F0919-0C84-4C65-8D65-D1586945A2E0}"/>
              </a:ext>
            </a:extLst>
          </p:cNvPr>
          <p:cNvSpPr txBox="1">
            <a:spLocks noChangeArrowheads="1"/>
          </p:cNvSpPr>
          <p:nvPr>
            <p:custDataLst>
              <p:tags r:id="rId22"/>
            </p:custDataLst>
          </p:nvPr>
        </p:nvSpPr>
        <p:spPr bwMode="auto">
          <a:xfrm>
            <a:off x="7407148" y="4781818"/>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51" name="Text Box 22">
            <a:extLst>
              <a:ext uri="{FF2B5EF4-FFF2-40B4-BE49-F238E27FC236}">
                <a16:creationId xmlns:a16="http://schemas.microsoft.com/office/drawing/2014/main" id="{49C9026D-FFF2-42A9-9698-8B866DD5F670}"/>
              </a:ext>
            </a:extLst>
          </p:cNvPr>
          <p:cNvSpPr txBox="1">
            <a:spLocks noChangeArrowheads="1"/>
          </p:cNvSpPr>
          <p:nvPr>
            <p:custDataLst>
              <p:tags r:id="rId23"/>
            </p:custDataLst>
          </p:nvPr>
        </p:nvSpPr>
        <p:spPr bwMode="auto">
          <a:xfrm>
            <a:off x="7483348" y="3700730"/>
            <a:ext cx="393955"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52" name="Text Box 23">
            <a:extLst>
              <a:ext uri="{FF2B5EF4-FFF2-40B4-BE49-F238E27FC236}">
                <a16:creationId xmlns:a16="http://schemas.microsoft.com/office/drawing/2014/main" id="{D854F757-4D0B-4D7F-B3EC-86707F031926}"/>
              </a:ext>
            </a:extLst>
          </p:cNvPr>
          <p:cNvSpPr txBox="1">
            <a:spLocks noChangeArrowheads="1"/>
          </p:cNvSpPr>
          <p:nvPr>
            <p:custDataLst>
              <p:tags r:id="rId24"/>
            </p:custDataLst>
          </p:nvPr>
        </p:nvSpPr>
        <p:spPr bwMode="auto">
          <a:xfrm>
            <a:off x="7430530" y="2876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3" name="Text Box 24">
            <a:extLst>
              <a:ext uri="{FF2B5EF4-FFF2-40B4-BE49-F238E27FC236}">
                <a16:creationId xmlns:a16="http://schemas.microsoft.com/office/drawing/2014/main" id="{5FCBCDD1-556F-4404-8F11-5FD44C8F5D2A}"/>
              </a:ext>
            </a:extLst>
          </p:cNvPr>
          <p:cNvSpPr txBox="1">
            <a:spLocks noChangeArrowheads="1"/>
          </p:cNvSpPr>
          <p:nvPr>
            <p:custDataLst>
              <p:tags r:id="rId25"/>
            </p:custDataLst>
          </p:nvPr>
        </p:nvSpPr>
        <p:spPr bwMode="auto">
          <a:xfrm>
            <a:off x="727813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4" name="Text Box 25">
            <a:extLst>
              <a:ext uri="{FF2B5EF4-FFF2-40B4-BE49-F238E27FC236}">
                <a16:creationId xmlns:a16="http://schemas.microsoft.com/office/drawing/2014/main" id="{EC6C8E2A-930A-4631-95E1-5036A778BD9D}"/>
              </a:ext>
            </a:extLst>
          </p:cNvPr>
          <p:cNvSpPr txBox="1">
            <a:spLocks noChangeArrowheads="1"/>
          </p:cNvSpPr>
          <p:nvPr>
            <p:custDataLst>
              <p:tags r:id="rId26"/>
            </p:custDataLst>
          </p:nvPr>
        </p:nvSpPr>
        <p:spPr bwMode="auto">
          <a:xfrm>
            <a:off x="8465580"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dirty="0">
                <a:solidFill>
                  <a:srgbClr val="FF0909"/>
                </a:solidFill>
                <a:latin typeface="+mn-lt"/>
              </a:rPr>
              <a:t>VA</a:t>
            </a:r>
          </a:p>
        </p:txBody>
      </p:sp>
    </p:spTree>
    <p:custDataLst>
      <p:tags r:id="rId1"/>
    </p:custDataLst>
    <p:extLst>
      <p:ext uri="{BB962C8B-B14F-4D97-AF65-F5344CB8AC3E}">
        <p14:creationId xmlns:p14="http://schemas.microsoft.com/office/powerpoint/2010/main" val="83291450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26</a:t>
            </a:fld>
            <a:endParaRPr lang="en-US" altLang="en-US" sz="1400">
              <a:latin typeface="Times New Roman" panose="02020603050405020304" pitchFamily="18" charset="0"/>
            </a:endParaRPr>
          </a:p>
        </p:txBody>
      </p:sp>
      <p:sp>
        <p:nvSpPr>
          <p:cNvPr id="27" name="TextBox 26">
            <a:extLst>
              <a:ext uri="{FF2B5EF4-FFF2-40B4-BE49-F238E27FC236}">
                <a16:creationId xmlns:a16="http://schemas.microsoft.com/office/drawing/2014/main" id="{98DC3125-DF88-41E6-95EC-2FED4703D3D9}"/>
              </a:ext>
            </a:extLst>
          </p:cNvPr>
          <p:cNvSpPr txBox="1"/>
          <p:nvPr>
            <p:custDataLst>
              <p:tags r:id="rId4"/>
            </p:custDataLst>
          </p:nvPr>
        </p:nvSpPr>
        <p:spPr>
          <a:xfrm>
            <a:off x="526931" y="1414730"/>
            <a:ext cx="5797670" cy="5329737"/>
          </a:xfrm>
          <a:prstGeom prst="rect">
            <a:avLst/>
          </a:prstGeom>
          <a:noFill/>
        </p:spPr>
        <p:txBody>
          <a:bodyPr wrap="square" rtlCol="0" anchor="t">
            <a:noAutofit/>
          </a:bodyPr>
          <a:lstStyle/>
          <a:p>
            <a:r>
              <a:rPr lang="en-US" sz="3200" dirty="0">
                <a:latin typeface="+mn-lt"/>
              </a:rPr>
              <a:t>Compromise:</a:t>
            </a:r>
            <a:r>
              <a:rPr lang="en-US" sz="3200" b="1" dirty="0">
                <a:latin typeface="+mn-lt"/>
              </a:rPr>
              <a:t> access TLB in parallel to cache lookup</a:t>
            </a:r>
          </a:p>
          <a:p>
            <a:pPr marL="457200" indent="-457200">
              <a:buFont typeface="Arial" panose="020B0604020202020204" pitchFamily="34" charset="0"/>
              <a:buChar char="•"/>
            </a:pPr>
            <a:r>
              <a:rPr lang="en-US" sz="2800" b="1" dirty="0">
                <a:latin typeface="+mn-lt"/>
              </a:rPr>
              <a:t>Virtually indexed, physically tagged (VIPT)</a:t>
            </a:r>
          </a:p>
          <a:p>
            <a:pPr marL="914400" lvl="1" indent="-457200">
              <a:buFont typeface="Wingdings" panose="05000000000000000000" pitchFamily="2" charset="2"/>
              <a:buChar char="Ø"/>
            </a:pPr>
            <a:r>
              <a:rPr lang="en-US" sz="2400" dirty="0">
                <a:latin typeface="+mn-lt"/>
              </a:rPr>
              <a:t>Set index derived from VA; tag derived from PA</a:t>
            </a:r>
          </a:p>
        </p:txBody>
      </p:sp>
      <p:sp>
        <p:nvSpPr>
          <p:cNvPr id="28" name="Rectangle 4">
            <a:extLst>
              <a:ext uri="{FF2B5EF4-FFF2-40B4-BE49-F238E27FC236}">
                <a16:creationId xmlns:a16="http://schemas.microsoft.com/office/drawing/2014/main" id="{8422AFE8-6626-445F-97F2-B2B004E148F9}"/>
              </a:ext>
            </a:extLst>
          </p:cNvPr>
          <p:cNvSpPr>
            <a:spLocks noChangeArrowheads="1"/>
          </p:cNvSpPr>
          <p:nvPr>
            <p:custDataLst>
              <p:tags r:id="rId5"/>
            </p:custDataLst>
          </p:nvPr>
        </p:nvSpPr>
        <p:spPr bwMode="auto">
          <a:xfrm>
            <a:off x="6629400" y="3091130"/>
            <a:ext cx="2286000" cy="914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29" name="Rectangle 5">
            <a:extLst>
              <a:ext uri="{FF2B5EF4-FFF2-40B4-BE49-F238E27FC236}">
                <a16:creationId xmlns:a16="http://schemas.microsoft.com/office/drawing/2014/main" id="{FD7581C6-651A-4771-81DC-680CED927DF9}"/>
              </a:ext>
            </a:extLst>
          </p:cNvPr>
          <p:cNvSpPr>
            <a:spLocks noChangeArrowheads="1"/>
          </p:cNvSpPr>
          <p:nvPr>
            <p:custDataLst>
              <p:tags r:id="rId6"/>
            </p:custDataLst>
          </p:nvPr>
        </p:nvSpPr>
        <p:spPr bwMode="auto">
          <a:xfrm>
            <a:off x="6629400" y="1414730"/>
            <a:ext cx="2286000" cy="1676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0" name="Rectangle 6">
            <a:extLst>
              <a:ext uri="{FF2B5EF4-FFF2-40B4-BE49-F238E27FC236}">
                <a16:creationId xmlns:a16="http://schemas.microsoft.com/office/drawing/2014/main" id="{05D88A7C-00E5-4697-9859-A0BC6AE9580D}"/>
              </a:ext>
            </a:extLst>
          </p:cNvPr>
          <p:cNvSpPr>
            <a:spLocks noChangeArrowheads="1"/>
          </p:cNvSpPr>
          <p:nvPr>
            <p:custDataLst>
              <p:tags r:id="rId7"/>
            </p:custDataLst>
          </p:nvPr>
        </p:nvSpPr>
        <p:spPr bwMode="auto">
          <a:xfrm>
            <a:off x="71628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31" name="Rectangle 7">
            <a:extLst>
              <a:ext uri="{FF2B5EF4-FFF2-40B4-BE49-F238E27FC236}">
                <a16:creationId xmlns:a16="http://schemas.microsoft.com/office/drawing/2014/main" id="{B56CA11F-50B6-4EAE-936A-3B425151AA69}"/>
              </a:ext>
            </a:extLst>
          </p:cNvPr>
          <p:cNvSpPr>
            <a:spLocks noChangeArrowheads="1"/>
          </p:cNvSpPr>
          <p:nvPr>
            <p:custDataLst>
              <p:tags r:id="rId8"/>
            </p:custDataLst>
          </p:nvPr>
        </p:nvSpPr>
        <p:spPr bwMode="auto">
          <a:xfrm>
            <a:off x="77724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55" name="Rectangle 8">
            <a:extLst>
              <a:ext uri="{FF2B5EF4-FFF2-40B4-BE49-F238E27FC236}">
                <a16:creationId xmlns:a16="http://schemas.microsoft.com/office/drawing/2014/main" id="{B3FE1756-2065-4433-883A-ECC8E3A8519B}"/>
              </a:ext>
            </a:extLst>
          </p:cNvPr>
          <p:cNvSpPr>
            <a:spLocks noChangeArrowheads="1"/>
          </p:cNvSpPr>
          <p:nvPr>
            <p:custDataLst>
              <p:tags r:id="rId9"/>
            </p:custDataLst>
          </p:nvPr>
        </p:nvSpPr>
        <p:spPr bwMode="auto">
          <a:xfrm>
            <a:off x="7239000" y="33197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56" name="Rectangle 9">
            <a:extLst>
              <a:ext uri="{FF2B5EF4-FFF2-40B4-BE49-F238E27FC236}">
                <a16:creationId xmlns:a16="http://schemas.microsoft.com/office/drawing/2014/main" id="{2BE60B00-8EA5-49EF-BF7C-6BC75482688B}"/>
              </a:ext>
            </a:extLst>
          </p:cNvPr>
          <p:cNvSpPr>
            <a:spLocks noChangeArrowheads="1"/>
          </p:cNvSpPr>
          <p:nvPr>
            <p:custDataLst>
              <p:tags r:id="rId10"/>
            </p:custDataLst>
          </p:nvPr>
        </p:nvSpPr>
        <p:spPr bwMode="auto">
          <a:xfrm>
            <a:off x="7010400" y="43103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57" name="Line 10">
            <a:extLst>
              <a:ext uri="{FF2B5EF4-FFF2-40B4-BE49-F238E27FC236}">
                <a16:creationId xmlns:a16="http://schemas.microsoft.com/office/drawing/2014/main" id="{879B65DD-0C92-4AD0-AB5F-FFDF67A01DA1}"/>
              </a:ext>
            </a:extLst>
          </p:cNvPr>
          <p:cNvSpPr>
            <a:spLocks noChangeShapeType="1"/>
          </p:cNvSpPr>
          <p:nvPr>
            <p:custDataLst>
              <p:tags r:id="rId11"/>
            </p:custDataLst>
          </p:nvPr>
        </p:nvSpPr>
        <p:spPr bwMode="auto">
          <a:xfrm>
            <a:off x="7924800" y="2100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58" name="Line 11">
            <a:extLst>
              <a:ext uri="{FF2B5EF4-FFF2-40B4-BE49-F238E27FC236}">
                <a16:creationId xmlns:a16="http://schemas.microsoft.com/office/drawing/2014/main" id="{07CA8DB9-8A0E-4B47-BFD3-481986279FC8}"/>
              </a:ext>
            </a:extLst>
          </p:cNvPr>
          <p:cNvSpPr>
            <a:spLocks noChangeShapeType="1"/>
          </p:cNvSpPr>
          <p:nvPr>
            <p:custDataLst>
              <p:tags r:id="rId12"/>
            </p:custDataLst>
          </p:nvPr>
        </p:nvSpPr>
        <p:spPr bwMode="auto">
          <a:xfrm>
            <a:off x="8001000" y="2862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59" name="Line 12">
            <a:extLst>
              <a:ext uri="{FF2B5EF4-FFF2-40B4-BE49-F238E27FC236}">
                <a16:creationId xmlns:a16="http://schemas.microsoft.com/office/drawing/2014/main" id="{0445F7CA-4FCB-48AD-8764-2280CFF4F990}"/>
              </a:ext>
            </a:extLst>
          </p:cNvPr>
          <p:cNvSpPr>
            <a:spLocks noChangeShapeType="1"/>
          </p:cNvSpPr>
          <p:nvPr>
            <p:custDataLst>
              <p:tags r:id="rId13"/>
            </p:custDataLst>
          </p:nvPr>
        </p:nvSpPr>
        <p:spPr bwMode="auto">
          <a:xfrm>
            <a:off x="8001000" y="37769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60" name="Line 13">
            <a:extLst>
              <a:ext uri="{FF2B5EF4-FFF2-40B4-BE49-F238E27FC236}">
                <a16:creationId xmlns:a16="http://schemas.microsoft.com/office/drawing/2014/main" id="{43FC8C59-35BF-44B0-B75D-4250720E96A8}"/>
              </a:ext>
            </a:extLst>
          </p:cNvPr>
          <p:cNvSpPr>
            <a:spLocks noChangeShapeType="1"/>
          </p:cNvSpPr>
          <p:nvPr>
            <p:custDataLst>
              <p:tags r:id="rId14"/>
            </p:custDataLst>
          </p:nvPr>
        </p:nvSpPr>
        <p:spPr bwMode="auto">
          <a:xfrm>
            <a:off x="7543800" y="37769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61" name="Line 14">
            <a:extLst>
              <a:ext uri="{FF2B5EF4-FFF2-40B4-BE49-F238E27FC236}">
                <a16:creationId xmlns:a16="http://schemas.microsoft.com/office/drawing/2014/main" id="{326B05F8-0807-4533-BD50-950EB94AD777}"/>
              </a:ext>
            </a:extLst>
          </p:cNvPr>
          <p:cNvSpPr>
            <a:spLocks noChangeShapeType="1"/>
          </p:cNvSpPr>
          <p:nvPr>
            <p:custDataLst>
              <p:tags r:id="rId15"/>
            </p:custDataLst>
          </p:nvPr>
        </p:nvSpPr>
        <p:spPr bwMode="auto">
          <a:xfrm>
            <a:off x="7543800" y="2862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62" name="Line 15">
            <a:extLst>
              <a:ext uri="{FF2B5EF4-FFF2-40B4-BE49-F238E27FC236}">
                <a16:creationId xmlns:a16="http://schemas.microsoft.com/office/drawing/2014/main" id="{3D798D87-AEBE-4025-A18C-72ED8D0F2EF3}"/>
              </a:ext>
            </a:extLst>
          </p:cNvPr>
          <p:cNvSpPr>
            <a:spLocks noChangeShapeType="1"/>
          </p:cNvSpPr>
          <p:nvPr>
            <p:custDataLst>
              <p:tags r:id="rId16"/>
            </p:custDataLst>
          </p:nvPr>
        </p:nvSpPr>
        <p:spPr bwMode="auto">
          <a:xfrm>
            <a:off x="8077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63" name="Rectangle 16">
            <a:extLst>
              <a:ext uri="{FF2B5EF4-FFF2-40B4-BE49-F238E27FC236}">
                <a16:creationId xmlns:a16="http://schemas.microsoft.com/office/drawing/2014/main" id="{B6B50AC0-95F9-4B09-BA45-DD31DF8F47B9}"/>
              </a:ext>
            </a:extLst>
          </p:cNvPr>
          <p:cNvSpPr>
            <a:spLocks noChangeArrowheads="1"/>
          </p:cNvSpPr>
          <p:nvPr>
            <p:custDataLst>
              <p:tags r:id="rId17"/>
            </p:custDataLst>
          </p:nvPr>
        </p:nvSpPr>
        <p:spPr bwMode="auto">
          <a:xfrm>
            <a:off x="71628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64" name="Line 17">
            <a:extLst>
              <a:ext uri="{FF2B5EF4-FFF2-40B4-BE49-F238E27FC236}">
                <a16:creationId xmlns:a16="http://schemas.microsoft.com/office/drawing/2014/main" id="{A9E95D98-B793-4082-A566-BFD6D14E3BB8}"/>
              </a:ext>
            </a:extLst>
          </p:cNvPr>
          <p:cNvSpPr>
            <a:spLocks noChangeShapeType="1"/>
          </p:cNvSpPr>
          <p:nvPr>
            <p:custDataLst>
              <p:tags r:id="rId18"/>
            </p:custDataLst>
          </p:nvPr>
        </p:nvSpPr>
        <p:spPr bwMode="auto">
          <a:xfrm>
            <a:off x="7620000" y="2100530"/>
            <a:ext cx="0" cy="4572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65" name="Line 18">
            <a:extLst>
              <a:ext uri="{FF2B5EF4-FFF2-40B4-BE49-F238E27FC236}">
                <a16:creationId xmlns:a16="http://schemas.microsoft.com/office/drawing/2014/main" id="{09B30F01-E7C3-4C44-90FE-FD098536E109}"/>
              </a:ext>
            </a:extLst>
          </p:cNvPr>
          <p:cNvSpPr>
            <a:spLocks noChangeShapeType="1"/>
          </p:cNvSpPr>
          <p:nvPr>
            <p:custDataLst>
              <p:tags r:id="rId19"/>
            </p:custDataLst>
          </p:nvPr>
        </p:nvSpPr>
        <p:spPr bwMode="auto">
          <a:xfrm>
            <a:off x="74676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66" name="Rectangle 19">
            <a:extLst>
              <a:ext uri="{FF2B5EF4-FFF2-40B4-BE49-F238E27FC236}">
                <a16:creationId xmlns:a16="http://schemas.microsoft.com/office/drawing/2014/main" id="{9EC904E1-3EBD-4291-A8F8-DE1110D8B3B9}"/>
              </a:ext>
            </a:extLst>
          </p:cNvPr>
          <p:cNvSpPr>
            <a:spLocks noChangeArrowheads="1"/>
          </p:cNvSpPr>
          <p:nvPr>
            <p:custDataLst>
              <p:tags r:id="rId20"/>
            </p:custDataLst>
          </p:nvPr>
        </p:nvSpPr>
        <p:spPr bwMode="auto">
          <a:xfrm>
            <a:off x="67056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67" name="Text Box 20">
            <a:extLst>
              <a:ext uri="{FF2B5EF4-FFF2-40B4-BE49-F238E27FC236}">
                <a16:creationId xmlns:a16="http://schemas.microsoft.com/office/drawing/2014/main" id="{16134F4B-DA6B-4413-A12F-763DECC16D69}"/>
              </a:ext>
            </a:extLst>
          </p:cNvPr>
          <p:cNvSpPr txBox="1">
            <a:spLocks noChangeArrowheads="1"/>
          </p:cNvSpPr>
          <p:nvPr>
            <p:custDataLst>
              <p:tags r:id="rId21"/>
            </p:custDataLst>
          </p:nvPr>
        </p:nvSpPr>
        <p:spPr bwMode="auto">
          <a:xfrm>
            <a:off x="7102348" y="3943618"/>
            <a:ext cx="393954"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68" name="Text Box 21">
            <a:extLst>
              <a:ext uri="{FF2B5EF4-FFF2-40B4-BE49-F238E27FC236}">
                <a16:creationId xmlns:a16="http://schemas.microsoft.com/office/drawing/2014/main" id="{B5E88F51-F047-4B4B-8A7F-8BCB1E7D7412}"/>
              </a:ext>
            </a:extLst>
          </p:cNvPr>
          <p:cNvSpPr txBox="1">
            <a:spLocks noChangeArrowheads="1"/>
          </p:cNvSpPr>
          <p:nvPr>
            <p:custDataLst>
              <p:tags r:id="rId22"/>
            </p:custDataLst>
          </p:nvPr>
        </p:nvSpPr>
        <p:spPr bwMode="auto">
          <a:xfrm>
            <a:off x="7134098" y="2876818"/>
            <a:ext cx="393954"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69" name="Text Box 22">
            <a:extLst>
              <a:ext uri="{FF2B5EF4-FFF2-40B4-BE49-F238E27FC236}">
                <a16:creationId xmlns:a16="http://schemas.microsoft.com/office/drawing/2014/main" id="{44B2C3E9-896A-40B4-888E-59895D58B504}"/>
              </a:ext>
            </a:extLst>
          </p:cNvPr>
          <p:cNvSpPr txBox="1">
            <a:spLocks noChangeArrowheads="1"/>
          </p:cNvSpPr>
          <p:nvPr>
            <p:custDataLst>
              <p:tags r:id="rId23"/>
            </p:custDataLst>
          </p:nvPr>
        </p:nvSpPr>
        <p:spPr bwMode="auto">
          <a:xfrm>
            <a:off x="7017779"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70" name="Text Box 23">
            <a:extLst>
              <a:ext uri="{FF2B5EF4-FFF2-40B4-BE49-F238E27FC236}">
                <a16:creationId xmlns:a16="http://schemas.microsoft.com/office/drawing/2014/main" id="{B692FE76-9DD9-46C9-8C21-51D65BD07F43}"/>
              </a:ext>
            </a:extLst>
          </p:cNvPr>
          <p:cNvSpPr txBox="1">
            <a:spLocks noChangeArrowheads="1"/>
          </p:cNvSpPr>
          <p:nvPr>
            <p:custDataLst>
              <p:tags r:id="rId24"/>
            </p:custDataLst>
          </p:nvPr>
        </p:nvSpPr>
        <p:spPr bwMode="auto">
          <a:xfrm>
            <a:off x="8084579"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71" name="Rectangle 24">
            <a:extLst>
              <a:ext uri="{FF2B5EF4-FFF2-40B4-BE49-F238E27FC236}">
                <a16:creationId xmlns:a16="http://schemas.microsoft.com/office/drawing/2014/main" id="{3636A316-A4B1-4807-BC21-7A7DA3C85077}"/>
              </a:ext>
            </a:extLst>
          </p:cNvPr>
          <p:cNvSpPr>
            <a:spLocks noChangeArrowheads="1"/>
          </p:cNvSpPr>
          <p:nvPr>
            <p:custDataLst>
              <p:tags r:id="rId25"/>
            </p:custDataLst>
          </p:nvPr>
        </p:nvSpPr>
        <p:spPr bwMode="auto">
          <a:xfrm>
            <a:off x="83820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Tree>
    <p:custDataLst>
      <p:tags r:id="rId1"/>
    </p:custDataLst>
    <p:extLst>
      <p:ext uri="{BB962C8B-B14F-4D97-AF65-F5344CB8AC3E}">
        <p14:creationId xmlns:p14="http://schemas.microsoft.com/office/powerpoint/2010/main" val="212830834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27</a:t>
            </a:fld>
            <a:endParaRPr lang="en-US" altLang="en-US" sz="1400">
              <a:latin typeface="Times New Roman" panose="02020603050405020304" pitchFamily="18" charset="0"/>
            </a:endParaRPr>
          </a:p>
        </p:txBody>
      </p:sp>
      <p:sp>
        <p:nvSpPr>
          <p:cNvPr id="27" name="TextBox 26">
            <a:extLst>
              <a:ext uri="{FF2B5EF4-FFF2-40B4-BE49-F238E27FC236}">
                <a16:creationId xmlns:a16="http://schemas.microsoft.com/office/drawing/2014/main" id="{98DC3125-DF88-41E6-95EC-2FED4703D3D9}"/>
              </a:ext>
            </a:extLst>
          </p:cNvPr>
          <p:cNvSpPr txBox="1"/>
          <p:nvPr>
            <p:custDataLst>
              <p:tags r:id="rId4"/>
            </p:custDataLst>
          </p:nvPr>
        </p:nvSpPr>
        <p:spPr>
          <a:xfrm>
            <a:off x="526930" y="1414730"/>
            <a:ext cx="5997524" cy="5329737"/>
          </a:xfrm>
          <a:prstGeom prst="rect">
            <a:avLst/>
          </a:prstGeom>
          <a:noFill/>
        </p:spPr>
        <p:txBody>
          <a:bodyPr wrap="square" rtlCol="0" anchor="t">
            <a:noAutofit/>
          </a:bodyPr>
          <a:lstStyle/>
          <a:p>
            <a:pPr marL="457200" indent="-457200">
              <a:buFont typeface="Calibri" panose="020F0502020204030204" pitchFamily="34" charset="0"/>
              <a:buChar char="+"/>
            </a:pPr>
            <a:r>
              <a:rPr lang="en-US" sz="2800" dirty="0">
                <a:latin typeface="+mn-lt"/>
              </a:rPr>
              <a:t>Fast; no additional cycles to hit latency</a:t>
            </a:r>
          </a:p>
          <a:p>
            <a:pPr marL="914400" lvl="1" indent="-457200">
              <a:buFont typeface="Wingdings" panose="05000000000000000000" pitchFamily="2" charset="2"/>
              <a:buChar char="Ø"/>
            </a:pPr>
            <a:r>
              <a:rPr lang="en-US" sz="2400" dirty="0">
                <a:latin typeface="+mn-lt"/>
              </a:rPr>
              <a:t>Generally, latency of TLB access ≤ latency of cache indexing</a:t>
            </a:r>
          </a:p>
          <a:p>
            <a:pPr marL="457200" indent="-457200">
              <a:buFont typeface="Calibri" panose="020F0502020204030204" pitchFamily="34" charset="0"/>
              <a:buChar char="+"/>
            </a:pPr>
            <a:r>
              <a:rPr lang="en-US" sz="2800" dirty="0">
                <a:latin typeface="+mn-lt"/>
              </a:rPr>
              <a:t>Homonyms not a problem</a:t>
            </a:r>
          </a:p>
          <a:p>
            <a:pPr marL="914400" lvl="1" indent="-457200">
              <a:buFont typeface="Wingdings" panose="05000000000000000000" pitchFamily="2" charset="2"/>
              <a:buChar char="Ø"/>
            </a:pPr>
            <a:r>
              <a:rPr lang="en-US" sz="2400" dirty="0">
                <a:latin typeface="+mn-lt"/>
              </a:rPr>
              <a:t>Same VAs from different processes differentiated by physical tag</a:t>
            </a:r>
          </a:p>
          <a:p>
            <a:pPr marL="457200" indent="-457200">
              <a:buFont typeface="Calibri" panose="020F0502020204030204" pitchFamily="34" charset="0"/>
              <a:buChar char="-"/>
            </a:pPr>
            <a:r>
              <a:rPr lang="en-US" sz="2800" dirty="0">
                <a:latin typeface="+mn-lt"/>
              </a:rPr>
              <a:t>Synonyms may still be a problem</a:t>
            </a:r>
          </a:p>
        </p:txBody>
      </p:sp>
      <p:sp>
        <p:nvSpPr>
          <p:cNvPr id="26" name="Rectangle 4">
            <a:extLst>
              <a:ext uri="{FF2B5EF4-FFF2-40B4-BE49-F238E27FC236}">
                <a16:creationId xmlns:a16="http://schemas.microsoft.com/office/drawing/2014/main" id="{438E00FC-5C1C-4842-90DB-7ED76A33E9B7}"/>
              </a:ext>
            </a:extLst>
          </p:cNvPr>
          <p:cNvSpPr>
            <a:spLocks noChangeArrowheads="1"/>
          </p:cNvSpPr>
          <p:nvPr>
            <p:custDataLst>
              <p:tags r:id="rId5"/>
            </p:custDataLst>
          </p:nvPr>
        </p:nvSpPr>
        <p:spPr bwMode="auto">
          <a:xfrm>
            <a:off x="6629400" y="3091130"/>
            <a:ext cx="2286000" cy="914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2" name="Rectangle 5">
            <a:extLst>
              <a:ext uri="{FF2B5EF4-FFF2-40B4-BE49-F238E27FC236}">
                <a16:creationId xmlns:a16="http://schemas.microsoft.com/office/drawing/2014/main" id="{8DF94211-BE41-4206-B16E-B5BD9BD1DBDA}"/>
              </a:ext>
            </a:extLst>
          </p:cNvPr>
          <p:cNvSpPr>
            <a:spLocks noChangeArrowheads="1"/>
          </p:cNvSpPr>
          <p:nvPr>
            <p:custDataLst>
              <p:tags r:id="rId6"/>
            </p:custDataLst>
          </p:nvPr>
        </p:nvSpPr>
        <p:spPr bwMode="auto">
          <a:xfrm>
            <a:off x="6629400" y="1414730"/>
            <a:ext cx="2286000" cy="16764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latin typeface="+mn-lt"/>
            </a:endParaRPr>
          </a:p>
        </p:txBody>
      </p:sp>
      <p:sp>
        <p:nvSpPr>
          <p:cNvPr id="33" name="Rectangle 6">
            <a:extLst>
              <a:ext uri="{FF2B5EF4-FFF2-40B4-BE49-F238E27FC236}">
                <a16:creationId xmlns:a16="http://schemas.microsoft.com/office/drawing/2014/main" id="{8424BE17-4486-4656-B9D9-EB587698C880}"/>
              </a:ext>
            </a:extLst>
          </p:cNvPr>
          <p:cNvSpPr>
            <a:spLocks noChangeArrowheads="1"/>
          </p:cNvSpPr>
          <p:nvPr>
            <p:custDataLst>
              <p:tags r:id="rId7"/>
            </p:custDataLst>
          </p:nvPr>
        </p:nvSpPr>
        <p:spPr bwMode="auto">
          <a:xfrm>
            <a:off x="7162800" y="1490930"/>
            <a:ext cx="1219200" cy="6096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CPU</a:t>
            </a:r>
          </a:p>
        </p:txBody>
      </p:sp>
      <p:sp>
        <p:nvSpPr>
          <p:cNvPr id="34" name="Rectangle 7">
            <a:extLst>
              <a:ext uri="{FF2B5EF4-FFF2-40B4-BE49-F238E27FC236}">
                <a16:creationId xmlns:a16="http://schemas.microsoft.com/office/drawing/2014/main" id="{E91733D1-B3B1-4B4C-9A7B-32AF236286A4}"/>
              </a:ext>
            </a:extLst>
          </p:cNvPr>
          <p:cNvSpPr>
            <a:spLocks noChangeArrowheads="1"/>
          </p:cNvSpPr>
          <p:nvPr>
            <p:custDataLst>
              <p:tags r:id="rId8"/>
            </p:custDataLst>
          </p:nvPr>
        </p:nvSpPr>
        <p:spPr bwMode="auto">
          <a:xfrm>
            <a:off x="77724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D$</a:t>
            </a:r>
          </a:p>
        </p:txBody>
      </p:sp>
      <p:sp>
        <p:nvSpPr>
          <p:cNvPr id="35" name="Rectangle 8">
            <a:extLst>
              <a:ext uri="{FF2B5EF4-FFF2-40B4-BE49-F238E27FC236}">
                <a16:creationId xmlns:a16="http://schemas.microsoft.com/office/drawing/2014/main" id="{99B0CF66-611F-424A-9605-486A0287306C}"/>
              </a:ext>
            </a:extLst>
          </p:cNvPr>
          <p:cNvSpPr>
            <a:spLocks noChangeArrowheads="1"/>
          </p:cNvSpPr>
          <p:nvPr>
            <p:custDataLst>
              <p:tags r:id="rId9"/>
            </p:custDataLst>
          </p:nvPr>
        </p:nvSpPr>
        <p:spPr bwMode="auto">
          <a:xfrm>
            <a:off x="7239000" y="3319730"/>
            <a:ext cx="1066800" cy="4572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L2</a:t>
            </a:r>
          </a:p>
        </p:txBody>
      </p:sp>
      <p:sp>
        <p:nvSpPr>
          <p:cNvPr id="36" name="Rectangle 9">
            <a:extLst>
              <a:ext uri="{FF2B5EF4-FFF2-40B4-BE49-F238E27FC236}">
                <a16:creationId xmlns:a16="http://schemas.microsoft.com/office/drawing/2014/main" id="{2D29628C-FDBF-480C-A4FC-20EBF4C24E08}"/>
              </a:ext>
            </a:extLst>
          </p:cNvPr>
          <p:cNvSpPr>
            <a:spLocks noChangeArrowheads="1"/>
          </p:cNvSpPr>
          <p:nvPr>
            <p:custDataLst>
              <p:tags r:id="rId10"/>
            </p:custDataLst>
          </p:nvPr>
        </p:nvSpPr>
        <p:spPr bwMode="auto">
          <a:xfrm>
            <a:off x="7010400" y="4310330"/>
            <a:ext cx="1524000" cy="6096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Main</a:t>
            </a:r>
          </a:p>
          <a:p>
            <a:pPr algn="ctr"/>
            <a:r>
              <a:rPr lang="en-US" sz="2000">
                <a:solidFill>
                  <a:srgbClr val="000000"/>
                </a:solidFill>
                <a:latin typeface="+mn-lt"/>
              </a:rPr>
              <a:t>Memory</a:t>
            </a:r>
          </a:p>
        </p:txBody>
      </p:sp>
      <p:sp>
        <p:nvSpPr>
          <p:cNvPr id="37" name="Line 10">
            <a:extLst>
              <a:ext uri="{FF2B5EF4-FFF2-40B4-BE49-F238E27FC236}">
                <a16:creationId xmlns:a16="http://schemas.microsoft.com/office/drawing/2014/main" id="{9B6C1DFC-3E3F-4256-8FE3-EF29C3680235}"/>
              </a:ext>
            </a:extLst>
          </p:cNvPr>
          <p:cNvSpPr>
            <a:spLocks noChangeShapeType="1"/>
          </p:cNvSpPr>
          <p:nvPr>
            <p:custDataLst>
              <p:tags r:id="rId11"/>
            </p:custDataLst>
          </p:nvPr>
        </p:nvSpPr>
        <p:spPr bwMode="auto">
          <a:xfrm>
            <a:off x="7924800" y="2100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38" name="Line 11">
            <a:extLst>
              <a:ext uri="{FF2B5EF4-FFF2-40B4-BE49-F238E27FC236}">
                <a16:creationId xmlns:a16="http://schemas.microsoft.com/office/drawing/2014/main" id="{8B5853CB-77B4-4F7C-80FE-9498DB777D14}"/>
              </a:ext>
            </a:extLst>
          </p:cNvPr>
          <p:cNvSpPr>
            <a:spLocks noChangeShapeType="1"/>
          </p:cNvSpPr>
          <p:nvPr>
            <p:custDataLst>
              <p:tags r:id="rId12"/>
            </p:custDataLst>
          </p:nvPr>
        </p:nvSpPr>
        <p:spPr bwMode="auto">
          <a:xfrm>
            <a:off x="8001000" y="2862530"/>
            <a:ext cx="0" cy="4572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39" name="Line 12">
            <a:extLst>
              <a:ext uri="{FF2B5EF4-FFF2-40B4-BE49-F238E27FC236}">
                <a16:creationId xmlns:a16="http://schemas.microsoft.com/office/drawing/2014/main" id="{69ACB586-172D-4408-90A4-E98642104982}"/>
              </a:ext>
            </a:extLst>
          </p:cNvPr>
          <p:cNvSpPr>
            <a:spLocks noChangeShapeType="1"/>
          </p:cNvSpPr>
          <p:nvPr>
            <p:custDataLst>
              <p:tags r:id="rId13"/>
            </p:custDataLst>
          </p:nvPr>
        </p:nvSpPr>
        <p:spPr bwMode="auto">
          <a:xfrm>
            <a:off x="8001000" y="3776930"/>
            <a:ext cx="0" cy="533400"/>
          </a:xfrm>
          <a:prstGeom prst="line">
            <a:avLst/>
          </a:prstGeom>
          <a:noFill/>
          <a:ln w="28575">
            <a:solidFill>
              <a:srgbClr val="000000"/>
            </a:solidFill>
            <a:round/>
            <a:headEnd type="triangle" w="med" len="med"/>
            <a:tailEnd type="triangle" w="med" len="med"/>
          </a:ln>
        </p:spPr>
        <p:txBody>
          <a:bodyPr wrap="none" anchor="ctr">
            <a:prstTxWarp prst="textNoShape">
              <a:avLst/>
            </a:prstTxWarp>
          </a:bodyPr>
          <a:lstStyle/>
          <a:p>
            <a:pPr algn="ctr"/>
            <a:endParaRPr lang="en-US">
              <a:latin typeface="+mn-lt"/>
            </a:endParaRPr>
          </a:p>
        </p:txBody>
      </p:sp>
      <p:sp>
        <p:nvSpPr>
          <p:cNvPr id="40" name="Line 13">
            <a:extLst>
              <a:ext uri="{FF2B5EF4-FFF2-40B4-BE49-F238E27FC236}">
                <a16:creationId xmlns:a16="http://schemas.microsoft.com/office/drawing/2014/main" id="{23A16BBC-5009-4DCF-A7E7-B9D38502DC3E}"/>
              </a:ext>
            </a:extLst>
          </p:cNvPr>
          <p:cNvSpPr>
            <a:spLocks noChangeShapeType="1"/>
          </p:cNvSpPr>
          <p:nvPr>
            <p:custDataLst>
              <p:tags r:id="rId14"/>
            </p:custDataLst>
          </p:nvPr>
        </p:nvSpPr>
        <p:spPr bwMode="auto">
          <a:xfrm>
            <a:off x="7543800" y="3776930"/>
            <a:ext cx="0" cy="5334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1" name="Line 14">
            <a:extLst>
              <a:ext uri="{FF2B5EF4-FFF2-40B4-BE49-F238E27FC236}">
                <a16:creationId xmlns:a16="http://schemas.microsoft.com/office/drawing/2014/main" id="{DE5D56C7-C298-4543-A008-A0BE3B7C7E92}"/>
              </a:ext>
            </a:extLst>
          </p:cNvPr>
          <p:cNvSpPr>
            <a:spLocks noChangeShapeType="1"/>
          </p:cNvSpPr>
          <p:nvPr>
            <p:custDataLst>
              <p:tags r:id="rId15"/>
            </p:custDataLst>
          </p:nvPr>
        </p:nvSpPr>
        <p:spPr bwMode="auto">
          <a:xfrm>
            <a:off x="7543800" y="2862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2" name="Line 15">
            <a:extLst>
              <a:ext uri="{FF2B5EF4-FFF2-40B4-BE49-F238E27FC236}">
                <a16:creationId xmlns:a16="http://schemas.microsoft.com/office/drawing/2014/main" id="{6279D539-4C82-42CF-837F-E8A14BCDE73A}"/>
              </a:ext>
            </a:extLst>
          </p:cNvPr>
          <p:cNvSpPr>
            <a:spLocks noChangeShapeType="1"/>
          </p:cNvSpPr>
          <p:nvPr>
            <p:custDataLst>
              <p:tags r:id="rId16"/>
            </p:custDataLst>
          </p:nvPr>
        </p:nvSpPr>
        <p:spPr bwMode="auto">
          <a:xfrm>
            <a:off x="80772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3" name="Rectangle 16">
            <a:extLst>
              <a:ext uri="{FF2B5EF4-FFF2-40B4-BE49-F238E27FC236}">
                <a16:creationId xmlns:a16="http://schemas.microsoft.com/office/drawing/2014/main" id="{A0BA0628-8D28-420D-988C-199313EB327E}"/>
              </a:ext>
            </a:extLst>
          </p:cNvPr>
          <p:cNvSpPr>
            <a:spLocks noChangeArrowheads="1"/>
          </p:cNvSpPr>
          <p:nvPr>
            <p:custDataLst>
              <p:tags r:id="rId17"/>
            </p:custDataLst>
          </p:nvPr>
        </p:nvSpPr>
        <p:spPr bwMode="auto">
          <a:xfrm>
            <a:off x="7162800" y="2557730"/>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I$</a:t>
            </a:r>
          </a:p>
        </p:txBody>
      </p:sp>
      <p:sp>
        <p:nvSpPr>
          <p:cNvPr id="44" name="Line 17">
            <a:extLst>
              <a:ext uri="{FF2B5EF4-FFF2-40B4-BE49-F238E27FC236}">
                <a16:creationId xmlns:a16="http://schemas.microsoft.com/office/drawing/2014/main" id="{59834ED2-E0A4-473F-BF22-F95EBAF7D79E}"/>
              </a:ext>
            </a:extLst>
          </p:cNvPr>
          <p:cNvSpPr>
            <a:spLocks noChangeShapeType="1"/>
          </p:cNvSpPr>
          <p:nvPr>
            <p:custDataLst>
              <p:tags r:id="rId18"/>
            </p:custDataLst>
          </p:nvPr>
        </p:nvSpPr>
        <p:spPr bwMode="auto">
          <a:xfrm>
            <a:off x="7620000" y="2100530"/>
            <a:ext cx="0" cy="457200"/>
          </a:xfrm>
          <a:prstGeom prst="line">
            <a:avLst/>
          </a:prstGeom>
          <a:noFill/>
          <a:ln w="28575">
            <a:solidFill>
              <a:srgbClr val="000000"/>
            </a:solidFill>
            <a:round/>
            <a:headEnd type="triangle" w="med" len="med"/>
            <a:tailEnd/>
          </a:ln>
        </p:spPr>
        <p:txBody>
          <a:bodyPr wrap="none" anchor="ctr">
            <a:prstTxWarp prst="textNoShape">
              <a:avLst/>
            </a:prstTxWarp>
          </a:bodyPr>
          <a:lstStyle/>
          <a:p>
            <a:pPr algn="ctr"/>
            <a:endParaRPr lang="en-US">
              <a:latin typeface="+mn-lt"/>
            </a:endParaRPr>
          </a:p>
        </p:txBody>
      </p:sp>
      <p:sp>
        <p:nvSpPr>
          <p:cNvPr id="45" name="Line 18">
            <a:extLst>
              <a:ext uri="{FF2B5EF4-FFF2-40B4-BE49-F238E27FC236}">
                <a16:creationId xmlns:a16="http://schemas.microsoft.com/office/drawing/2014/main" id="{2F91EF66-8AAA-4870-B31F-5AA6C1C88C38}"/>
              </a:ext>
            </a:extLst>
          </p:cNvPr>
          <p:cNvSpPr>
            <a:spLocks noChangeShapeType="1"/>
          </p:cNvSpPr>
          <p:nvPr>
            <p:custDataLst>
              <p:tags r:id="rId19"/>
            </p:custDataLst>
          </p:nvPr>
        </p:nvSpPr>
        <p:spPr bwMode="auto">
          <a:xfrm>
            <a:off x="7467600" y="2100530"/>
            <a:ext cx="0" cy="4572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46" name="Rectangle 19">
            <a:extLst>
              <a:ext uri="{FF2B5EF4-FFF2-40B4-BE49-F238E27FC236}">
                <a16:creationId xmlns:a16="http://schemas.microsoft.com/office/drawing/2014/main" id="{01F22AA3-1930-40E6-9100-2CFD912380F4}"/>
              </a:ext>
            </a:extLst>
          </p:cNvPr>
          <p:cNvSpPr>
            <a:spLocks noChangeArrowheads="1"/>
          </p:cNvSpPr>
          <p:nvPr>
            <p:custDataLst>
              <p:tags r:id="rId20"/>
            </p:custDataLst>
          </p:nvPr>
        </p:nvSpPr>
        <p:spPr bwMode="auto">
          <a:xfrm>
            <a:off x="67056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
        <p:nvSpPr>
          <p:cNvPr id="47" name="Text Box 20">
            <a:extLst>
              <a:ext uri="{FF2B5EF4-FFF2-40B4-BE49-F238E27FC236}">
                <a16:creationId xmlns:a16="http://schemas.microsoft.com/office/drawing/2014/main" id="{59C8209A-E1F4-4DFB-B3EE-20C56A0F3893}"/>
              </a:ext>
            </a:extLst>
          </p:cNvPr>
          <p:cNvSpPr txBox="1">
            <a:spLocks noChangeArrowheads="1"/>
          </p:cNvSpPr>
          <p:nvPr>
            <p:custDataLst>
              <p:tags r:id="rId21"/>
            </p:custDataLst>
          </p:nvPr>
        </p:nvSpPr>
        <p:spPr bwMode="auto">
          <a:xfrm>
            <a:off x="7102348" y="3943618"/>
            <a:ext cx="393954"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48" name="Text Box 21">
            <a:extLst>
              <a:ext uri="{FF2B5EF4-FFF2-40B4-BE49-F238E27FC236}">
                <a16:creationId xmlns:a16="http://schemas.microsoft.com/office/drawing/2014/main" id="{EA1E8918-8FC4-483F-BC3D-F620A800F157}"/>
              </a:ext>
            </a:extLst>
          </p:cNvPr>
          <p:cNvSpPr txBox="1">
            <a:spLocks noChangeArrowheads="1"/>
          </p:cNvSpPr>
          <p:nvPr>
            <p:custDataLst>
              <p:tags r:id="rId22"/>
            </p:custDataLst>
          </p:nvPr>
        </p:nvSpPr>
        <p:spPr bwMode="auto">
          <a:xfrm>
            <a:off x="7134098" y="2876818"/>
            <a:ext cx="393954"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PA</a:t>
            </a:r>
          </a:p>
        </p:txBody>
      </p:sp>
      <p:sp>
        <p:nvSpPr>
          <p:cNvPr id="49" name="Text Box 22">
            <a:extLst>
              <a:ext uri="{FF2B5EF4-FFF2-40B4-BE49-F238E27FC236}">
                <a16:creationId xmlns:a16="http://schemas.microsoft.com/office/drawing/2014/main" id="{432AB399-3DAF-41C1-AB01-51FEB1AE2496}"/>
              </a:ext>
            </a:extLst>
          </p:cNvPr>
          <p:cNvSpPr txBox="1">
            <a:spLocks noChangeArrowheads="1"/>
          </p:cNvSpPr>
          <p:nvPr>
            <p:custDataLst>
              <p:tags r:id="rId23"/>
            </p:custDataLst>
          </p:nvPr>
        </p:nvSpPr>
        <p:spPr bwMode="auto">
          <a:xfrm>
            <a:off x="7017779"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0" name="Text Box 23">
            <a:extLst>
              <a:ext uri="{FF2B5EF4-FFF2-40B4-BE49-F238E27FC236}">
                <a16:creationId xmlns:a16="http://schemas.microsoft.com/office/drawing/2014/main" id="{BF2C6E72-8465-4729-AC9E-D9F850B11D2F}"/>
              </a:ext>
            </a:extLst>
          </p:cNvPr>
          <p:cNvSpPr txBox="1">
            <a:spLocks noChangeArrowheads="1"/>
          </p:cNvSpPr>
          <p:nvPr>
            <p:custDataLst>
              <p:tags r:id="rId24"/>
            </p:custDataLst>
          </p:nvPr>
        </p:nvSpPr>
        <p:spPr bwMode="auto">
          <a:xfrm>
            <a:off x="8084579" y="2114818"/>
            <a:ext cx="410690" cy="338554"/>
          </a:xfrm>
          <a:prstGeom prst="rect">
            <a:avLst/>
          </a:prstGeom>
          <a:noFill/>
          <a:ln w="12700">
            <a:noFill/>
            <a:miter lim="800000"/>
            <a:headEnd/>
            <a:tailEnd/>
          </a:ln>
        </p:spPr>
        <p:txBody>
          <a:bodyPr wrap="none">
            <a:prstTxWarp prst="textNoShape">
              <a:avLst/>
            </a:prstTxWarp>
            <a:spAutoFit/>
          </a:bodyPr>
          <a:lstStyle/>
          <a:p>
            <a:pPr algn="ctr"/>
            <a:r>
              <a:rPr lang="en-US" sz="1600">
                <a:solidFill>
                  <a:srgbClr val="FF0909"/>
                </a:solidFill>
                <a:latin typeface="+mn-lt"/>
              </a:rPr>
              <a:t>VA</a:t>
            </a:r>
          </a:p>
        </p:txBody>
      </p:sp>
      <p:sp>
        <p:nvSpPr>
          <p:cNvPr id="51" name="Rectangle 24">
            <a:extLst>
              <a:ext uri="{FF2B5EF4-FFF2-40B4-BE49-F238E27FC236}">
                <a16:creationId xmlns:a16="http://schemas.microsoft.com/office/drawing/2014/main" id="{0700449C-078B-4DF4-840F-486E3BAC615E}"/>
              </a:ext>
            </a:extLst>
          </p:cNvPr>
          <p:cNvSpPr>
            <a:spLocks noChangeArrowheads="1"/>
          </p:cNvSpPr>
          <p:nvPr>
            <p:custDataLst>
              <p:tags r:id="rId25"/>
            </p:custDataLst>
          </p:nvPr>
        </p:nvSpPr>
        <p:spPr bwMode="auto">
          <a:xfrm>
            <a:off x="8382000" y="2557730"/>
            <a:ext cx="4572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TLB</a:t>
            </a:r>
          </a:p>
        </p:txBody>
      </p:sp>
    </p:spTree>
    <p:custDataLst>
      <p:tags r:id="rId1"/>
    </p:custDataLst>
    <p:extLst>
      <p:ext uri="{BB962C8B-B14F-4D97-AF65-F5344CB8AC3E}">
        <p14:creationId xmlns:p14="http://schemas.microsoft.com/office/powerpoint/2010/main" val="235347344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28</a:t>
            </a:fld>
            <a:endParaRPr lang="en-US" altLang="en-US" sz="1400">
              <a:latin typeface="Times New Roman" panose="02020603050405020304" pitchFamily="18" charset="0"/>
            </a:endParaRPr>
          </a:p>
        </p:txBody>
      </p:sp>
      <p:sp>
        <p:nvSpPr>
          <p:cNvPr id="28" name="Rectangle 27">
            <a:extLst>
              <a:ext uri="{FF2B5EF4-FFF2-40B4-BE49-F238E27FC236}">
                <a16:creationId xmlns:a16="http://schemas.microsoft.com/office/drawing/2014/main" id="{6AF75C36-4466-4E15-AFDF-0FB0F6C135AC}"/>
              </a:ext>
            </a:extLst>
          </p:cNvPr>
          <p:cNvSpPr/>
          <p:nvPr>
            <p:custDataLst>
              <p:tags r:id="rId4"/>
            </p:custDataLst>
          </p:nvPr>
        </p:nvSpPr>
        <p:spPr>
          <a:xfrm>
            <a:off x="6341482" y="6075544"/>
            <a:ext cx="2802518" cy="770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3BE20E0-AE9A-42F3-9616-B1EADEED0E99}"/>
              </a:ext>
            </a:extLst>
          </p:cNvPr>
          <p:cNvSpPr txBox="1"/>
          <p:nvPr>
            <p:custDataLst>
              <p:tags r:id="rId5"/>
            </p:custDataLst>
          </p:nvPr>
        </p:nvSpPr>
        <p:spPr>
          <a:xfrm>
            <a:off x="526929" y="1414730"/>
            <a:ext cx="6079461" cy="3550661"/>
          </a:xfrm>
          <a:prstGeom prst="rect">
            <a:avLst/>
          </a:prstGeom>
          <a:noFill/>
        </p:spPr>
        <p:txBody>
          <a:bodyPr wrap="square" rtlCol="0" anchor="t">
            <a:noAutofit/>
          </a:bodyPr>
          <a:lstStyle/>
          <a:p>
            <a:r>
              <a:rPr lang="en-US" sz="3200" dirty="0">
                <a:latin typeface="+mn-lt"/>
              </a:rPr>
              <a:t>Why may synonyms be a problem?</a:t>
            </a:r>
          </a:p>
          <a:p>
            <a:pPr marL="457200" indent="-457200">
              <a:buFont typeface="Arial" panose="020B0604020202020204" pitchFamily="34" charset="0"/>
              <a:buChar char="•"/>
            </a:pPr>
            <a:r>
              <a:rPr lang="en-US" sz="2800" dirty="0">
                <a:latin typeface="+mn-lt"/>
              </a:rPr>
              <a:t>If VAs X and Y map to same PA and are stored separately in cache</a:t>
            </a:r>
          </a:p>
          <a:p>
            <a:pPr marL="914400" lvl="1" indent="-457200">
              <a:buFont typeface="Wingdings" panose="05000000000000000000" pitchFamily="2" charset="2"/>
              <a:buChar char="Ø"/>
            </a:pPr>
            <a:r>
              <a:rPr lang="en-US" sz="2400" dirty="0">
                <a:latin typeface="+mn-lt"/>
              </a:rPr>
              <a:t>Modifications to X may not propagate to Y (and vice versa)</a:t>
            </a:r>
          </a:p>
        </p:txBody>
      </p:sp>
      <p:sp>
        <p:nvSpPr>
          <p:cNvPr id="30" name="Rectangle 2">
            <a:extLst>
              <a:ext uri="{FF2B5EF4-FFF2-40B4-BE49-F238E27FC236}">
                <a16:creationId xmlns:a16="http://schemas.microsoft.com/office/drawing/2014/main" id="{7F034558-B523-4460-B89D-7CCD582106B4}"/>
              </a:ext>
            </a:extLst>
          </p:cNvPr>
          <p:cNvSpPr>
            <a:spLocks noChangeArrowheads="1"/>
          </p:cNvSpPr>
          <p:nvPr>
            <p:custDataLst>
              <p:tags r:id="rId6"/>
            </p:custDataLst>
          </p:nvPr>
        </p:nvSpPr>
        <p:spPr bwMode="auto">
          <a:xfrm>
            <a:off x="4029400" y="3438163"/>
            <a:ext cx="2016125" cy="22098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solidFill>
                <a:srgbClr val="D5D5D5"/>
              </a:solidFill>
              <a:latin typeface="+mn-lt"/>
            </a:endParaRPr>
          </a:p>
        </p:txBody>
      </p:sp>
      <p:sp>
        <p:nvSpPr>
          <p:cNvPr id="31" name="Rectangle 3">
            <a:extLst>
              <a:ext uri="{FF2B5EF4-FFF2-40B4-BE49-F238E27FC236}">
                <a16:creationId xmlns:a16="http://schemas.microsoft.com/office/drawing/2014/main" id="{45829A80-4CDD-410D-9898-38C0D2066384}"/>
              </a:ext>
            </a:extLst>
          </p:cNvPr>
          <p:cNvSpPr>
            <a:spLocks noChangeArrowheads="1"/>
          </p:cNvSpPr>
          <p:nvPr>
            <p:custDataLst>
              <p:tags r:id="rId7"/>
            </p:custDataLst>
          </p:nvPr>
        </p:nvSpPr>
        <p:spPr bwMode="auto">
          <a:xfrm>
            <a:off x="6467800" y="2523763"/>
            <a:ext cx="2554288" cy="3657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solidFill>
                <a:srgbClr val="D5D5D5"/>
              </a:solidFill>
              <a:latin typeface="+mn-lt"/>
            </a:endParaRPr>
          </a:p>
        </p:txBody>
      </p:sp>
      <p:sp>
        <p:nvSpPr>
          <p:cNvPr id="52" name="Arc 6">
            <a:extLst>
              <a:ext uri="{FF2B5EF4-FFF2-40B4-BE49-F238E27FC236}">
                <a16:creationId xmlns:a16="http://schemas.microsoft.com/office/drawing/2014/main" id="{72BCE085-FA0D-4B21-8334-D198AECD0223}"/>
              </a:ext>
            </a:extLst>
          </p:cNvPr>
          <p:cNvSpPr>
            <a:spLocks/>
          </p:cNvSpPr>
          <p:nvPr>
            <p:custDataLst>
              <p:tags r:id="rId8"/>
            </p:custDataLst>
          </p:nvPr>
        </p:nvSpPr>
        <p:spPr bwMode="auto">
          <a:xfrm flipV="1">
            <a:off x="5096200" y="5114563"/>
            <a:ext cx="152400" cy="320675"/>
          </a:xfrm>
          <a:custGeom>
            <a:avLst/>
            <a:gdLst>
              <a:gd name="T0" fmla="*/ 0 w 21600"/>
              <a:gd name="T1" fmla="*/ 0 h 21600"/>
              <a:gd name="T2" fmla="*/ 152400 w 21600"/>
              <a:gd name="T3" fmla="*/ 320675 h 21600"/>
              <a:gd name="T4" fmla="*/ 0 w 21600"/>
              <a:gd name="T5" fmla="*/ 3206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909"/>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3" name="Arc 7">
            <a:extLst>
              <a:ext uri="{FF2B5EF4-FFF2-40B4-BE49-F238E27FC236}">
                <a16:creationId xmlns:a16="http://schemas.microsoft.com/office/drawing/2014/main" id="{9CE8C48A-64B4-4ED4-8D12-A4CDFE9C5BF5}"/>
              </a:ext>
            </a:extLst>
          </p:cNvPr>
          <p:cNvSpPr>
            <a:spLocks/>
          </p:cNvSpPr>
          <p:nvPr>
            <p:custDataLst>
              <p:tags r:id="rId9"/>
            </p:custDataLst>
          </p:nvPr>
        </p:nvSpPr>
        <p:spPr bwMode="auto">
          <a:xfrm flipH="1" flipV="1">
            <a:off x="4943800" y="5114563"/>
            <a:ext cx="152400" cy="320675"/>
          </a:xfrm>
          <a:custGeom>
            <a:avLst/>
            <a:gdLst>
              <a:gd name="T0" fmla="*/ 0 w 21600"/>
              <a:gd name="T1" fmla="*/ 0 h 21600"/>
              <a:gd name="T2" fmla="*/ 152400 w 21600"/>
              <a:gd name="T3" fmla="*/ 320675 h 21600"/>
              <a:gd name="T4" fmla="*/ 0 w 21600"/>
              <a:gd name="T5" fmla="*/ 3206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909"/>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4" name="Arc 8">
            <a:extLst>
              <a:ext uri="{FF2B5EF4-FFF2-40B4-BE49-F238E27FC236}">
                <a16:creationId xmlns:a16="http://schemas.microsoft.com/office/drawing/2014/main" id="{519F4FA1-657B-451F-AFC5-5D17D340EC76}"/>
              </a:ext>
            </a:extLst>
          </p:cNvPr>
          <p:cNvSpPr>
            <a:spLocks/>
          </p:cNvSpPr>
          <p:nvPr>
            <p:custDataLst>
              <p:tags r:id="rId10"/>
            </p:custDataLst>
          </p:nvPr>
        </p:nvSpPr>
        <p:spPr bwMode="auto">
          <a:xfrm flipV="1">
            <a:off x="5096200" y="5114563"/>
            <a:ext cx="152400" cy="76200"/>
          </a:xfrm>
          <a:custGeom>
            <a:avLst/>
            <a:gdLst>
              <a:gd name="T0" fmla="*/ 0 w 21600"/>
              <a:gd name="T1" fmla="*/ 0 h 21600"/>
              <a:gd name="T2" fmla="*/ 1524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D5D5D5"/>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5" name="Arc 9">
            <a:extLst>
              <a:ext uri="{FF2B5EF4-FFF2-40B4-BE49-F238E27FC236}">
                <a16:creationId xmlns:a16="http://schemas.microsoft.com/office/drawing/2014/main" id="{3242BC17-0894-48AD-B50D-E5D2BD6EB8C8}"/>
              </a:ext>
            </a:extLst>
          </p:cNvPr>
          <p:cNvSpPr>
            <a:spLocks/>
          </p:cNvSpPr>
          <p:nvPr>
            <p:custDataLst>
              <p:tags r:id="rId11"/>
            </p:custDataLst>
          </p:nvPr>
        </p:nvSpPr>
        <p:spPr bwMode="auto">
          <a:xfrm flipH="1" flipV="1">
            <a:off x="4943800" y="5114563"/>
            <a:ext cx="152400" cy="76200"/>
          </a:xfrm>
          <a:custGeom>
            <a:avLst/>
            <a:gdLst>
              <a:gd name="T0" fmla="*/ 0 w 21600"/>
              <a:gd name="T1" fmla="*/ 0 h 21600"/>
              <a:gd name="T2" fmla="*/ 1524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D5D5D5"/>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6" name="Freeform 10">
            <a:extLst>
              <a:ext uri="{FF2B5EF4-FFF2-40B4-BE49-F238E27FC236}">
                <a16:creationId xmlns:a16="http://schemas.microsoft.com/office/drawing/2014/main" id="{F54BB25B-A852-469D-99E4-140D087E18A1}"/>
              </a:ext>
            </a:extLst>
          </p:cNvPr>
          <p:cNvSpPr>
            <a:spLocks/>
          </p:cNvSpPr>
          <p:nvPr>
            <p:custDataLst>
              <p:tags r:id="rId12"/>
            </p:custDataLst>
          </p:nvPr>
        </p:nvSpPr>
        <p:spPr bwMode="auto">
          <a:xfrm flipH="1">
            <a:off x="7991800" y="2599963"/>
            <a:ext cx="152400" cy="2133600"/>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7" name="Text Box 13">
            <a:extLst>
              <a:ext uri="{FF2B5EF4-FFF2-40B4-BE49-F238E27FC236}">
                <a16:creationId xmlns:a16="http://schemas.microsoft.com/office/drawing/2014/main" id="{32A8198D-1321-43E4-AEDA-5312963EC5FF}"/>
              </a:ext>
            </a:extLst>
          </p:cNvPr>
          <p:cNvSpPr txBox="1">
            <a:spLocks noChangeArrowheads="1"/>
          </p:cNvSpPr>
          <p:nvPr>
            <p:custDataLst>
              <p:tags r:id="rId13"/>
            </p:custDataLst>
          </p:nvPr>
        </p:nvSpPr>
        <p:spPr bwMode="auto">
          <a:xfrm>
            <a:off x="8276198" y="6378345"/>
            <a:ext cx="647228"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data</a:t>
            </a:r>
          </a:p>
        </p:txBody>
      </p:sp>
      <p:sp>
        <p:nvSpPr>
          <p:cNvPr id="58" name="Text Box 16">
            <a:extLst>
              <a:ext uri="{FF2B5EF4-FFF2-40B4-BE49-F238E27FC236}">
                <a16:creationId xmlns:a16="http://schemas.microsoft.com/office/drawing/2014/main" id="{E5906765-DB43-4F01-AFCF-C7CF37910F2C}"/>
              </a:ext>
            </a:extLst>
          </p:cNvPr>
          <p:cNvSpPr txBox="1">
            <a:spLocks noChangeArrowheads="1"/>
          </p:cNvSpPr>
          <p:nvPr>
            <p:custDataLst>
              <p:tags r:id="rId14"/>
            </p:custDataLst>
          </p:nvPr>
        </p:nvSpPr>
        <p:spPr bwMode="auto">
          <a:xfrm>
            <a:off x="7714592" y="4783451"/>
            <a:ext cx="748218"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index</a:t>
            </a:r>
          </a:p>
        </p:txBody>
      </p:sp>
      <p:sp>
        <p:nvSpPr>
          <p:cNvPr id="59" name="Rectangle 17">
            <a:extLst>
              <a:ext uri="{FF2B5EF4-FFF2-40B4-BE49-F238E27FC236}">
                <a16:creationId xmlns:a16="http://schemas.microsoft.com/office/drawing/2014/main" id="{3B061014-A761-4ECA-93AC-84CDB1FE97E2}"/>
              </a:ext>
            </a:extLst>
          </p:cNvPr>
          <p:cNvSpPr>
            <a:spLocks noChangeArrowheads="1"/>
          </p:cNvSpPr>
          <p:nvPr>
            <p:custDataLst>
              <p:tags r:id="rId15"/>
            </p:custDataLst>
          </p:nvPr>
        </p:nvSpPr>
        <p:spPr bwMode="auto">
          <a:xfrm>
            <a:off x="6620200" y="25999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0" name="Rectangle 18">
            <a:extLst>
              <a:ext uri="{FF2B5EF4-FFF2-40B4-BE49-F238E27FC236}">
                <a16:creationId xmlns:a16="http://schemas.microsoft.com/office/drawing/2014/main" id="{473DFD79-7828-498E-ACBB-84BA43735EA8}"/>
              </a:ext>
            </a:extLst>
          </p:cNvPr>
          <p:cNvSpPr>
            <a:spLocks noChangeArrowheads="1"/>
          </p:cNvSpPr>
          <p:nvPr>
            <p:custDataLst>
              <p:tags r:id="rId16"/>
            </p:custDataLst>
          </p:nvPr>
        </p:nvSpPr>
        <p:spPr bwMode="auto">
          <a:xfrm>
            <a:off x="6620200" y="2904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61" name="Rectangle 19">
            <a:extLst>
              <a:ext uri="{FF2B5EF4-FFF2-40B4-BE49-F238E27FC236}">
                <a16:creationId xmlns:a16="http://schemas.microsoft.com/office/drawing/2014/main" id="{FD4514C4-BF79-4254-8DBF-FB46E854EEE9}"/>
              </a:ext>
            </a:extLst>
          </p:cNvPr>
          <p:cNvSpPr>
            <a:spLocks noChangeArrowheads="1"/>
          </p:cNvSpPr>
          <p:nvPr>
            <p:custDataLst>
              <p:tags r:id="rId17"/>
            </p:custDataLst>
          </p:nvPr>
        </p:nvSpPr>
        <p:spPr bwMode="auto">
          <a:xfrm>
            <a:off x="6620200" y="41239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2" name="Rectangle 20">
            <a:extLst>
              <a:ext uri="{FF2B5EF4-FFF2-40B4-BE49-F238E27FC236}">
                <a16:creationId xmlns:a16="http://schemas.microsoft.com/office/drawing/2014/main" id="{D2193B29-507A-4080-BDC5-E3623AA8D347}"/>
              </a:ext>
            </a:extLst>
          </p:cNvPr>
          <p:cNvSpPr>
            <a:spLocks noChangeArrowheads="1"/>
          </p:cNvSpPr>
          <p:nvPr>
            <p:custDataLst>
              <p:tags r:id="rId18"/>
            </p:custDataLst>
          </p:nvPr>
        </p:nvSpPr>
        <p:spPr bwMode="auto">
          <a:xfrm>
            <a:off x="6620200" y="4428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3" name="Rectangle 21">
            <a:extLst>
              <a:ext uri="{FF2B5EF4-FFF2-40B4-BE49-F238E27FC236}">
                <a16:creationId xmlns:a16="http://schemas.microsoft.com/office/drawing/2014/main" id="{497583D0-B070-4DCD-889F-A36D709F1C9F}"/>
              </a:ext>
            </a:extLst>
          </p:cNvPr>
          <p:cNvSpPr>
            <a:spLocks noChangeArrowheads="1"/>
          </p:cNvSpPr>
          <p:nvPr>
            <p:custDataLst>
              <p:tags r:id="rId19"/>
            </p:custDataLst>
          </p:nvPr>
        </p:nvSpPr>
        <p:spPr bwMode="auto">
          <a:xfrm>
            <a:off x="6620200" y="32095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64" name="Line 22">
            <a:extLst>
              <a:ext uri="{FF2B5EF4-FFF2-40B4-BE49-F238E27FC236}">
                <a16:creationId xmlns:a16="http://schemas.microsoft.com/office/drawing/2014/main" id="{07433199-0780-4DEA-927D-A4ABE49D8C1C}"/>
              </a:ext>
            </a:extLst>
          </p:cNvPr>
          <p:cNvSpPr>
            <a:spLocks noChangeShapeType="1"/>
          </p:cNvSpPr>
          <p:nvPr>
            <p:custDataLst>
              <p:tags r:id="rId20"/>
            </p:custDataLst>
          </p:nvPr>
        </p:nvSpPr>
        <p:spPr bwMode="auto">
          <a:xfrm>
            <a:off x="6925000" y="3514363"/>
            <a:ext cx="0" cy="6096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65" name="AutoShape 23">
            <a:extLst>
              <a:ext uri="{FF2B5EF4-FFF2-40B4-BE49-F238E27FC236}">
                <a16:creationId xmlns:a16="http://schemas.microsoft.com/office/drawing/2014/main" id="{6E169C94-9DE5-412E-B05A-1C065C55B404}"/>
              </a:ext>
            </a:extLst>
          </p:cNvPr>
          <p:cNvSpPr>
            <a:spLocks noChangeArrowheads="1"/>
          </p:cNvSpPr>
          <p:nvPr>
            <p:custDataLst>
              <p:tags r:id="rId21"/>
            </p:custDataLst>
          </p:nvPr>
        </p:nvSpPr>
        <p:spPr bwMode="auto">
          <a:xfrm>
            <a:off x="6620200" y="5190763"/>
            <a:ext cx="609600" cy="304800"/>
          </a:xfrm>
          <a:prstGeom prst="flowChartTerminator">
            <a:avLst/>
          </a:prstGeom>
          <a:solidFill>
            <a:schemeClr val="hlink"/>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a:t>
            </a:r>
          </a:p>
        </p:txBody>
      </p:sp>
      <p:sp>
        <p:nvSpPr>
          <p:cNvPr id="66" name="Line 24">
            <a:extLst>
              <a:ext uri="{FF2B5EF4-FFF2-40B4-BE49-F238E27FC236}">
                <a16:creationId xmlns:a16="http://schemas.microsoft.com/office/drawing/2014/main" id="{9062014C-440F-4820-AF72-10A98B4F373F}"/>
              </a:ext>
            </a:extLst>
          </p:cNvPr>
          <p:cNvSpPr>
            <a:spLocks noChangeShapeType="1"/>
          </p:cNvSpPr>
          <p:nvPr>
            <p:custDataLst>
              <p:tags r:id="rId22"/>
            </p:custDataLst>
          </p:nvPr>
        </p:nvSpPr>
        <p:spPr bwMode="auto">
          <a:xfrm>
            <a:off x="7077400" y="4733563"/>
            <a:ext cx="0" cy="4572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67" name="Rectangle 26">
            <a:extLst>
              <a:ext uri="{FF2B5EF4-FFF2-40B4-BE49-F238E27FC236}">
                <a16:creationId xmlns:a16="http://schemas.microsoft.com/office/drawing/2014/main" id="{8728FE3C-AF6F-4DFD-A68F-1C2058898452}"/>
              </a:ext>
            </a:extLst>
          </p:cNvPr>
          <p:cNvSpPr>
            <a:spLocks noChangeArrowheads="1"/>
          </p:cNvSpPr>
          <p:nvPr>
            <p:custDataLst>
              <p:tags r:id="rId23"/>
            </p:custDataLst>
          </p:nvPr>
        </p:nvSpPr>
        <p:spPr bwMode="auto">
          <a:xfrm>
            <a:off x="8296600" y="25999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X</a:t>
            </a:r>
          </a:p>
        </p:txBody>
      </p:sp>
      <p:sp>
        <p:nvSpPr>
          <p:cNvPr id="68" name="Rectangle 27">
            <a:extLst>
              <a:ext uri="{FF2B5EF4-FFF2-40B4-BE49-F238E27FC236}">
                <a16:creationId xmlns:a16="http://schemas.microsoft.com/office/drawing/2014/main" id="{C22010AA-6434-48CB-B503-2BDEC2C7BFC5}"/>
              </a:ext>
            </a:extLst>
          </p:cNvPr>
          <p:cNvSpPr>
            <a:spLocks noChangeArrowheads="1"/>
          </p:cNvSpPr>
          <p:nvPr>
            <p:custDataLst>
              <p:tags r:id="rId24"/>
            </p:custDataLst>
          </p:nvPr>
        </p:nvSpPr>
        <p:spPr bwMode="auto">
          <a:xfrm>
            <a:off x="8296600" y="29047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Y</a:t>
            </a:r>
          </a:p>
        </p:txBody>
      </p:sp>
      <p:sp>
        <p:nvSpPr>
          <p:cNvPr id="69" name="Rectangle 28">
            <a:extLst>
              <a:ext uri="{FF2B5EF4-FFF2-40B4-BE49-F238E27FC236}">
                <a16:creationId xmlns:a16="http://schemas.microsoft.com/office/drawing/2014/main" id="{CF1329AA-A1A0-49A5-9B0E-6117E27E6A0F}"/>
              </a:ext>
            </a:extLst>
          </p:cNvPr>
          <p:cNvSpPr>
            <a:spLocks noChangeArrowheads="1"/>
          </p:cNvSpPr>
          <p:nvPr>
            <p:custDataLst>
              <p:tags r:id="rId25"/>
            </p:custDataLst>
          </p:nvPr>
        </p:nvSpPr>
        <p:spPr bwMode="auto">
          <a:xfrm>
            <a:off x="8296600" y="41239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400">
              <a:solidFill>
                <a:srgbClr val="000000"/>
              </a:solidFill>
              <a:latin typeface="+mn-lt"/>
            </a:endParaRPr>
          </a:p>
        </p:txBody>
      </p:sp>
      <p:sp>
        <p:nvSpPr>
          <p:cNvPr id="70" name="Rectangle 29">
            <a:extLst>
              <a:ext uri="{FF2B5EF4-FFF2-40B4-BE49-F238E27FC236}">
                <a16:creationId xmlns:a16="http://schemas.microsoft.com/office/drawing/2014/main" id="{F6A88F7C-66A8-4A83-B084-0E7AD02B74A5}"/>
              </a:ext>
            </a:extLst>
          </p:cNvPr>
          <p:cNvSpPr>
            <a:spLocks noChangeArrowheads="1"/>
          </p:cNvSpPr>
          <p:nvPr>
            <p:custDataLst>
              <p:tags r:id="rId26"/>
            </p:custDataLst>
          </p:nvPr>
        </p:nvSpPr>
        <p:spPr bwMode="auto">
          <a:xfrm>
            <a:off x="8296600" y="44287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400">
              <a:solidFill>
                <a:srgbClr val="000000"/>
              </a:solidFill>
              <a:latin typeface="+mn-lt"/>
            </a:endParaRPr>
          </a:p>
        </p:txBody>
      </p:sp>
      <p:sp>
        <p:nvSpPr>
          <p:cNvPr id="71" name="Rectangle 30">
            <a:extLst>
              <a:ext uri="{FF2B5EF4-FFF2-40B4-BE49-F238E27FC236}">
                <a16:creationId xmlns:a16="http://schemas.microsoft.com/office/drawing/2014/main" id="{96C95459-71C3-42AE-A1B2-8E263BB27C2D}"/>
              </a:ext>
            </a:extLst>
          </p:cNvPr>
          <p:cNvSpPr>
            <a:spLocks noChangeArrowheads="1"/>
          </p:cNvSpPr>
          <p:nvPr>
            <p:custDataLst>
              <p:tags r:id="rId27"/>
            </p:custDataLst>
          </p:nvPr>
        </p:nvSpPr>
        <p:spPr bwMode="auto">
          <a:xfrm>
            <a:off x="8296600" y="32095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200">
              <a:solidFill>
                <a:srgbClr val="000000"/>
              </a:solidFill>
              <a:latin typeface="+mn-lt"/>
            </a:endParaRPr>
          </a:p>
        </p:txBody>
      </p:sp>
      <p:sp>
        <p:nvSpPr>
          <p:cNvPr id="72" name="Line 31">
            <a:extLst>
              <a:ext uri="{FF2B5EF4-FFF2-40B4-BE49-F238E27FC236}">
                <a16:creationId xmlns:a16="http://schemas.microsoft.com/office/drawing/2014/main" id="{471FA39F-EF7A-4A40-8693-8246A0CEC973}"/>
              </a:ext>
            </a:extLst>
          </p:cNvPr>
          <p:cNvSpPr>
            <a:spLocks noChangeShapeType="1"/>
          </p:cNvSpPr>
          <p:nvPr>
            <p:custDataLst>
              <p:tags r:id="rId28"/>
            </p:custDataLst>
          </p:nvPr>
        </p:nvSpPr>
        <p:spPr bwMode="auto">
          <a:xfrm>
            <a:off x="8601400" y="3514363"/>
            <a:ext cx="0" cy="6096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73" name="Freeform 32">
            <a:extLst>
              <a:ext uri="{FF2B5EF4-FFF2-40B4-BE49-F238E27FC236}">
                <a16:creationId xmlns:a16="http://schemas.microsoft.com/office/drawing/2014/main" id="{0C91DD6F-C868-4517-A80E-FB4C10CFA5AF}"/>
              </a:ext>
            </a:extLst>
          </p:cNvPr>
          <p:cNvSpPr>
            <a:spLocks/>
          </p:cNvSpPr>
          <p:nvPr>
            <p:custDataLst>
              <p:tags r:id="rId29"/>
            </p:custDataLst>
          </p:nvPr>
        </p:nvSpPr>
        <p:spPr bwMode="auto">
          <a:xfrm>
            <a:off x="7740440" y="3666763"/>
            <a:ext cx="251360" cy="1245387"/>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74" name="Line 33">
            <a:extLst>
              <a:ext uri="{FF2B5EF4-FFF2-40B4-BE49-F238E27FC236}">
                <a16:creationId xmlns:a16="http://schemas.microsoft.com/office/drawing/2014/main" id="{240D37EC-E7A7-4A8F-A069-F03FF2CDE5B2}"/>
              </a:ext>
            </a:extLst>
          </p:cNvPr>
          <p:cNvSpPr>
            <a:spLocks noChangeShapeType="1"/>
          </p:cNvSpPr>
          <p:nvPr>
            <p:custDataLst>
              <p:tags r:id="rId30"/>
            </p:custDataLst>
          </p:nvPr>
        </p:nvSpPr>
        <p:spPr bwMode="auto">
          <a:xfrm flipH="1">
            <a:off x="8601399" y="4870089"/>
            <a:ext cx="1" cy="1616074"/>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75" name="Line 34">
            <a:extLst>
              <a:ext uri="{FF2B5EF4-FFF2-40B4-BE49-F238E27FC236}">
                <a16:creationId xmlns:a16="http://schemas.microsoft.com/office/drawing/2014/main" id="{079E8233-9405-4199-A5C1-B4ED1575A60D}"/>
              </a:ext>
            </a:extLst>
          </p:cNvPr>
          <p:cNvSpPr>
            <a:spLocks noChangeShapeType="1"/>
          </p:cNvSpPr>
          <p:nvPr>
            <p:custDataLst>
              <p:tags r:id="rId31"/>
            </p:custDataLst>
          </p:nvPr>
        </p:nvSpPr>
        <p:spPr bwMode="auto">
          <a:xfrm>
            <a:off x="5096200" y="5435238"/>
            <a:ext cx="0" cy="593725"/>
          </a:xfrm>
          <a:prstGeom prst="line">
            <a:avLst/>
          </a:prstGeom>
          <a:noFill/>
          <a:ln w="12700">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76" name="Freeform 35">
            <a:extLst>
              <a:ext uri="{FF2B5EF4-FFF2-40B4-BE49-F238E27FC236}">
                <a16:creationId xmlns:a16="http://schemas.microsoft.com/office/drawing/2014/main" id="{5E4DC851-1890-44D0-921E-469419166001}"/>
              </a:ext>
            </a:extLst>
          </p:cNvPr>
          <p:cNvSpPr>
            <a:spLocks/>
          </p:cNvSpPr>
          <p:nvPr>
            <p:custDataLst>
              <p:tags r:id="rId32"/>
            </p:custDataLst>
          </p:nvPr>
        </p:nvSpPr>
        <p:spPr bwMode="auto">
          <a:xfrm>
            <a:off x="7382200" y="2599963"/>
            <a:ext cx="152400" cy="2133600"/>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grpSp>
        <p:nvGrpSpPr>
          <p:cNvPr id="77" name="Group 36">
            <a:extLst>
              <a:ext uri="{FF2B5EF4-FFF2-40B4-BE49-F238E27FC236}">
                <a16:creationId xmlns:a16="http://schemas.microsoft.com/office/drawing/2014/main" id="{4FFB3200-3555-48AF-99EE-61F2753D09E1}"/>
              </a:ext>
            </a:extLst>
          </p:cNvPr>
          <p:cNvGrpSpPr>
            <a:grpSpLocks/>
          </p:cNvGrpSpPr>
          <p:nvPr/>
        </p:nvGrpSpPr>
        <p:grpSpPr bwMode="auto">
          <a:xfrm>
            <a:off x="7229800" y="2752363"/>
            <a:ext cx="152400" cy="1828800"/>
            <a:chOff x="4368" y="864"/>
            <a:chExt cx="192" cy="1152"/>
          </a:xfrm>
        </p:grpSpPr>
        <p:sp>
          <p:nvSpPr>
            <p:cNvPr id="78" name="Line 37">
              <a:extLst>
                <a:ext uri="{FF2B5EF4-FFF2-40B4-BE49-F238E27FC236}">
                  <a16:creationId xmlns:a16="http://schemas.microsoft.com/office/drawing/2014/main" id="{E1ADB83E-21F5-43B2-ABA2-7E483ABE6BFF}"/>
                </a:ext>
              </a:extLst>
            </p:cNvPr>
            <p:cNvSpPr>
              <a:spLocks noChangeShapeType="1"/>
            </p:cNvSpPr>
            <p:nvPr>
              <p:custDataLst>
                <p:tags r:id="rId72"/>
              </p:custDataLst>
            </p:nvPr>
          </p:nvSpPr>
          <p:spPr bwMode="auto">
            <a:xfrm flipH="1">
              <a:off x="4368" y="86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79" name="Line 38">
              <a:extLst>
                <a:ext uri="{FF2B5EF4-FFF2-40B4-BE49-F238E27FC236}">
                  <a16:creationId xmlns:a16="http://schemas.microsoft.com/office/drawing/2014/main" id="{96F229EA-E9E8-49FF-849C-7D2FAEC3F53D}"/>
                </a:ext>
              </a:extLst>
            </p:cNvPr>
            <p:cNvSpPr>
              <a:spLocks noChangeShapeType="1"/>
            </p:cNvSpPr>
            <p:nvPr>
              <p:custDataLst>
                <p:tags r:id="rId73"/>
              </p:custDataLst>
            </p:nvPr>
          </p:nvSpPr>
          <p:spPr bwMode="auto">
            <a:xfrm flipH="1">
              <a:off x="4368" y="105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0" name="Line 39">
              <a:extLst>
                <a:ext uri="{FF2B5EF4-FFF2-40B4-BE49-F238E27FC236}">
                  <a16:creationId xmlns:a16="http://schemas.microsoft.com/office/drawing/2014/main" id="{F7EB57BD-DD20-4519-BD49-40A82771E1B8}"/>
                </a:ext>
              </a:extLst>
            </p:cNvPr>
            <p:cNvSpPr>
              <a:spLocks noChangeShapeType="1"/>
            </p:cNvSpPr>
            <p:nvPr>
              <p:custDataLst>
                <p:tags r:id="rId74"/>
              </p:custDataLst>
            </p:nvPr>
          </p:nvSpPr>
          <p:spPr bwMode="auto">
            <a:xfrm flipH="1">
              <a:off x="4368" y="1248"/>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1" name="Line 40">
              <a:extLst>
                <a:ext uri="{FF2B5EF4-FFF2-40B4-BE49-F238E27FC236}">
                  <a16:creationId xmlns:a16="http://schemas.microsoft.com/office/drawing/2014/main" id="{99E8EB49-8D2B-41A7-B79E-57BE7ABEC76B}"/>
                </a:ext>
              </a:extLst>
            </p:cNvPr>
            <p:cNvSpPr>
              <a:spLocks noChangeShapeType="1"/>
            </p:cNvSpPr>
            <p:nvPr>
              <p:custDataLst>
                <p:tags r:id="rId75"/>
              </p:custDataLst>
            </p:nvPr>
          </p:nvSpPr>
          <p:spPr bwMode="auto">
            <a:xfrm flipH="1">
              <a:off x="4368" y="182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2" name="Line 41">
              <a:extLst>
                <a:ext uri="{FF2B5EF4-FFF2-40B4-BE49-F238E27FC236}">
                  <a16:creationId xmlns:a16="http://schemas.microsoft.com/office/drawing/2014/main" id="{F8D04D12-7398-4092-A1C7-32C945024F81}"/>
                </a:ext>
              </a:extLst>
            </p:cNvPr>
            <p:cNvSpPr>
              <a:spLocks noChangeShapeType="1"/>
            </p:cNvSpPr>
            <p:nvPr>
              <p:custDataLst>
                <p:tags r:id="rId76"/>
              </p:custDataLst>
            </p:nvPr>
          </p:nvSpPr>
          <p:spPr bwMode="auto">
            <a:xfrm flipH="1">
              <a:off x="4368" y="201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grpSp>
      <p:sp>
        <p:nvSpPr>
          <p:cNvPr id="83" name="Rectangle 42">
            <a:extLst>
              <a:ext uri="{FF2B5EF4-FFF2-40B4-BE49-F238E27FC236}">
                <a16:creationId xmlns:a16="http://schemas.microsoft.com/office/drawing/2014/main" id="{AFCA93F4-6476-4567-86FF-7D8A8272A23E}"/>
              </a:ext>
            </a:extLst>
          </p:cNvPr>
          <p:cNvSpPr>
            <a:spLocks noChangeArrowheads="1"/>
          </p:cNvSpPr>
          <p:nvPr>
            <p:custDataLst>
              <p:tags r:id="rId33"/>
            </p:custDataLst>
          </p:nvPr>
        </p:nvSpPr>
        <p:spPr bwMode="auto">
          <a:xfrm>
            <a:off x="4258000" y="35143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a:solidFill>
                <a:schemeClr val="bg1"/>
              </a:solidFill>
              <a:latin typeface="+mn-lt"/>
            </a:endParaRPr>
          </a:p>
        </p:txBody>
      </p:sp>
      <p:sp>
        <p:nvSpPr>
          <p:cNvPr id="84" name="Rectangle 43">
            <a:extLst>
              <a:ext uri="{FF2B5EF4-FFF2-40B4-BE49-F238E27FC236}">
                <a16:creationId xmlns:a16="http://schemas.microsoft.com/office/drawing/2014/main" id="{520F6AE2-0138-41B1-82CD-4E4B1273DE7D}"/>
              </a:ext>
            </a:extLst>
          </p:cNvPr>
          <p:cNvSpPr>
            <a:spLocks noChangeArrowheads="1"/>
          </p:cNvSpPr>
          <p:nvPr>
            <p:custDataLst>
              <p:tags r:id="rId34"/>
            </p:custDataLst>
          </p:nvPr>
        </p:nvSpPr>
        <p:spPr bwMode="auto">
          <a:xfrm>
            <a:off x="4258000" y="38191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sz="1600">
              <a:solidFill>
                <a:schemeClr val="bg1"/>
              </a:solidFill>
              <a:latin typeface="+mn-lt"/>
            </a:endParaRPr>
          </a:p>
        </p:txBody>
      </p:sp>
      <p:sp>
        <p:nvSpPr>
          <p:cNvPr id="85" name="Rectangle 44">
            <a:extLst>
              <a:ext uri="{FF2B5EF4-FFF2-40B4-BE49-F238E27FC236}">
                <a16:creationId xmlns:a16="http://schemas.microsoft.com/office/drawing/2014/main" id="{10671507-D41E-4D3B-B822-2941B5F5ECC7}"/>
              </a:ext>
            </a:extLst>
          </p:cNvPr>
          <p:cNvSpPr>
            <a:spLocks noChangeArrowheads="1"/>
          </p:cNvSpPr>
          <p:nvPr>
            <p:custDataLst>
              <p:tags r:id="rId35"/>
            </p:custDataLst>
          </p:nvPr>
        </p:nvSpPr>
        <p:spPr bwMode="auto">
          <a:xfrm>
            <a:off x="4258000" y="44287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a:solidFill>
                <a:schemeClr val="bg1"/>
              </a:solidFill>
              <a:latin typeface="+mn-lt"/>
            </a:endParaRPr>
          </a:p>
        </p:txBody>
      </p:sp>
      <p:sp>
        <p:nvSpPr>
          <p:cNvPr id="86" name="Line 45">
            <a:extLst>
              <a:ext uri="{FF2B5EF4-FFF2-40B4-BE49-F238E27FC236}">
                <a16:creationId xmlns:a16="http://schemas.microsoft.com/office/drawing/2014/main" id="{585E38B2-281C-425F-BD37-2C77E65F810E}"/>
              </a:ext>
            </a:extLst>
          </p:cNvPr>
          <p:cNvSpPr>
            <a:spLocks noChangeShapeType="1"/>
          </p:cNvSpPr>
          <p:nvPr>
            <p:custDataLst>
              <p:tags r:id="rId36"/>
            </p:custDataLst>
          </p:nvPr>
        </p:nvSpPr>
        <p:spPr bwMode="auto">
          <a:xfrm>
            <a:off x="4562800" y="4123963"/>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87" name="Rectangle 46">
            <a:extLst>
              <a:ext uri="{FF2B5EF4-FFF2-40B4-BE49-F238E27FC236}">
                <a16:creationId xmlns:a16="http://schemas.microsoft.com/office/drawing/2014/main" id="{139DD886-B19E-44D3-A913-35E35FFC5DD2}"/>
              </a:ext>
            </a:extLst>
          </p:cNvPr>
          <p:cNvSpPr>
            <a:spLocks noChangeArrowheads="1"/>
          </p:cNvSpPr>
          <p:nvPr>
            <p:custDataLst>
              <p:tags r:id="rId37"/>
            </p:custDataLst>
          </p:nvPr>
        </p:nvSpPr>
        <p:spPr bwMode="auto">
          <a:xfrm>
            <a:off x="5359725" y="35143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88" name="Rectangle 47">
            <a:extLst>
              <a:ext uri="{FF2B5EF4-FFF2-40B4-BE49-F238E27FC236}">
                <a16:creationId xmlns:a16="http://schemas.microsoft.com/office/drawing/2014/main" id="{554B7A55-0310-4DC1-A5D4-C4CAAB3C62EF}"/>
              </a:ext>
            </a:extLst>
          </p:cNvPr>
          <p:cNvSpPr>
            <a:spLocks noChangeArrowheads="1"/>
          </p:cNvSpPr>
          <p:nvPr>
            <p:custDataLst>
              <p:tags r:id="rId38"/>
            </p:custDataLst>
          </p:nvPr>
        </p:nvSpPr>
        <p:spPr bwMode="auto">
          <a:xfrm>
            <a:off x="5359725" y="38191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89" name="Rectangle 48">
            <a:extLst>
              <a:ext uri="{FF2B5EF4-FFF2-40B4-BE49-F238E27FC236}">
                <a16:creationId xmlns:a16="http://schemas.microsoft.com/office/drawing/2014/main" id="{E7AA43ED-1746-4CF0-B5EC-E1F31EB08FF9}"/>
              </a:ext>
            </a:extLst>
          </p:cNvPr>
          <p:cNvSpPr>
            <a:spLocks noChangeArrowheads="1"/>
          </p:cNvSpPr>
          <p:nvPr>
            <p:custDataLst>
              <p:tags r:id="rId39"/>
            </p:custDataLst>
          </p:nvPr>
        </p:nvSpPr>
        <p:spPr bwMode="auto">
          <a:xfrm>
            <a:off x="5359725" y="4428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90" name="Line 49">
            <a:extLst>
              <a:ext uri="{FF2B5EF4-FFF2-40B4-BE49-F238E27FC236}">
                <a16:creationId xmlns:a16="http://schemas.microsoft.com/office/drawing/2014/main" id="{7207E9E2-9978-41EA-AB29-70A6E0006283}"/>
              </a:ext>
            </a:extLst>
          </p:cNvPr>
          <p:cNvSpPr>
            <a:spLocks noChangeShapeType="1"/>
          </p:cNvSpPr>
          <p:nvPr>
            <p:custDataLst>
              <p:tags r:id="rId40"/>
            </p:custDataLst>
          </p:nvPr>
        </p:nvSpPr>
        <p:spPr bwMode="auto">
          <a:xfrm>
            <a:off x="5664525" y="4123963"/>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91" name="AutoShape 50">
            <a:extLst>
              <a:ext uri="{FF2B5EF4-FFF2-40B4-BE49-F238E27FC236}">
                <a16:creationId xmlns:a16="http://schemas.microsoft.com/office/drawing/2014/main" id="{4C80C6A8-35BE-4888-B949-7E83B7FCE1D0}"/>
              </a:ext>
            </a:extLst>
          </p:cNvPr>
          <p:cNvSpPr>
            <a:spLocks noChangeArrowheads="1"/>
          </p:cNvSpPr>
          <p:nvPr>
            <p:custDataLst>
              <p:tags r:id="rId41"/>
            </p:custDataLst>
          </p:nvPr>
        </p:nvSpPr>
        <p:spPr bwMode="auto">
          <a:xfrm>
            <a:off x="4258000" y="44287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2" name="AutoShape 51">
            <a:extLst>
              <a:ext uri="{FF2B5EF4-FFF2-40B4-BE49-F238E27FC236}">
                <a16:creationId xmlns:a16="http://schemas.microsoft.com/office/drawing/2014/main" id="{B52D54B6-03FC-44DA-AB80-8B0402D6D26D}"/>
              </a:ext>
            </a:extLst>
          </p:cNvPr>
          <p:cNvSpPr>
            <a:spLocks noChangeArrowheads="1"/>
          </p:cNvSpPr>
          <p:nvPr>
            <p:custDataLst>
              <p:tags r:id="rId42"/>
            </p:custDataLst>
          </p:nvPr>
        </p:nvSpPr>
        <p:spPr bwMode="auto">
          <a:xfrm>
            <a:off x="4258000" y="38191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3" name="AutoShape 52">
            <a:extLst>
              <a:ext uri="{FF2B5EF4-FFF2-40B4-BE49-F238E27FC236}">
                <a16:creationId xmlns:a16="http://schemas.microsoft.com/office/drawing/2014/main" id="{7CEB856E-FCE5-4E58-A1AC-04C13C408F59}"/>
              </a:ext>
            </a:extLst>
          </p:cNvPr>
          <p:cNvSpPr>
            <a:spLocks noChangeArrowheads="1"/>
          </p:cNvSpPr>
          <p:nvPr>
            <p:custDataLst>
              <p:tags r:id="rId43"/>
            </p:custDataLst>
          </p:nvPr>
        </p:nvSpPr>
        <p:spPr bwMode="auto">
          <a:xfrm>
            <a:off x="4258000" y="35143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4" name="Line 53">
            <a:extLst>
              <a:ext uri="{FF2B5EF4-FFF2-40B4-BE49-F238E27FC236}">
                <a16:creationId xmlns:a16="http://schemas.microsoft.com/office/drawing/2014/main" id="{0A9FA9C9-EAF1-4870-A8D1-3668FA5BC610}"/>
              </a:ext>
            </a:extLst>
          </p:cNvPr>
          <p:cNvSpPr>
            <a:spLocks noChangeShapeType="1"/>
          </p:cNvSpPr>
          <p:nvPr>
            <p:custDataLst>
              <p:tags r:id="rId44"/>
            </p:custDataLst>
          </p:nvPr>
        </p:nvSpPr>
        <p:spPr bwMode="auto">
          <a:xfrm>
            <a:off x="4867600" y="36667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5" name="Line 54">
            <a:extLst>
              <a:ext uri="{FF2B5EF4-FFF2-40B4-BE49-F238E27FC236}">
                <a16:creationId xmlns:a16="http://schemas.microsoft.com/office/drawing/2014/main" id="{353B94D9-02DF-493F-8DE8-5575D1A5AFB2}"/>
              </a:ext>
            </a:extLst>
          </p:cNvPr>
          <p:cNvSpPr>
            <a:spLocks noChangeShapeType="1"/>
          </p:cNvSpPr>
          <p:nvPr>
            <p:custDataLst>
              <p:tags r:id="rId45"/>
            </p:custDataLst>
          </p:nvPr>
        </p:nvSpPr>
        <p:spPr bwMode="auto">
          <a:xfrm>
            <a:off x="4867600" y="39715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6" name="Line 55">
            <a:extLst>
              <a:ext uri="{FF2B5EF4-FFF2-40B4-BE49-F238E27FC236}">
                <a16:creationId xmlns:a16="http://schemas.microsoft.com/office/drawing/2014/main" id="{3A2A1DAE-FB27-4F5B-8F34-6CA85C11EEDB}"/>
              </a:ext>
            </a:extLst>
          </p:cNvPr>
          <p:cNvSpPr>
            <a:spLocks noChangeShapeType="1"/>
          </p:cNvSpPr>
          <p:nvPr>
            <p:custDataLst>
              <p:tags r:id="rId46"/>
            </p:custDataLst>
          </p:nvPr>
        </p:nvSpPr>
        <p:spPr bwMode="auto">
          <a:xfrm>
            <a:off x="4867600" y="45811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7" name="Line 58">
            <a:extLst>
              <a:ext uri="{FF2B5EF4-FFF2-40B4-BE49-F238E27FC236}">
                <a16:creationId xmlns:a16="http://schemas.microsoft.com/office/drawing/2014/main" id="{720ED823-06A3-4FEF-B312-067FB2E1D82B}"/>
              </a:ext>
            </a:extLst>
          </p:cNvPr>
          <p:cNvSpPr>
            <a:spLocks noChangeShapeType="1"/>
          </p:cNvSpPr>
          <p:nvPr>
            <p:custDataLst>
              <p:tags r:id="rId47"/>
            </p:custDataLst>
          </p:nvPr>
        </p:nvSpPr>
        <p:spPr bwMode="auto">
          <a:xfrm flipV="1">
            <a:off x="4562800" y="4733563"/>
            <a:ext cx="0" cy="17526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98" name="Freeform 59">
            <a:extLst>
              <a:ext uri="{FF2B5EF4-FFF2-40B4-BE49-F238E27FC236}">
                <a16:creationId xmlns:a16="http://schemas.microsoft.com/office/drawing/2014/main" id="{2F5B72B2-8CCD-4908-A2C5-2120EE408A23}"/>
              </a:ext>
            </a:extLst>
          </p:cNvPr>
          <p:cNvSpPr>
            <a:spLocks/>
          </p:cNvSpPr>
          <p:nvPr>
            <p:custDataLst>
              <p:tags r:id="rId48"/>
            </p:custDataLst>
          </p:nvPr>
        </p:nvSpPr>
        <p:spPr bwMode="auto">
          <a:xfrm>
            <a:off x="5629600" y="4733563"/>
            <a:ext cx="1219200" cy="457200"/>
          </a:xfrm>
          <a:custGeom>
            <a:avLst/>
            <a:gdLst>
              <a:gd name="T0" fmla="*/ 0 w 720"/>
              <a:gd name="T1" fmla="*/ 0 h 288"/>
              <a:gd name="T2" fmla="*/ 0 w 720"/>
              <a:gd name="T3" fmla="*/ 96 h 288"/>
              <a:gd name="T4" fmla="*/ 720 w 720"/>
              <a:gd name="T5" fmla="*/ 96 h 288"/>
              <a:gd name="T6" fmla="*/ 720 w 720"/>
              <a:gd name="T7" fmla="*/ 288 h 288"/>
              <a:gd name="T8" fmla="*/ 0 60000 65536"/>
              <a:gd name="T9" fmla="*/ 0 60000 65536"/>
              <a:gd name="T10" fmla="*/ 0 60000 65536"/>
              <a:gd name="T11" fmla="*/ 0 60000 65536"/>
              <a:gd name="T12" fmla="*/ 0 w 720"/>
              <a:gd name="T13" fmla="*/ 0 h 288"/>
              <a:gd name="T14" fmla="*/ 720 w 720"/>
              <a:gd name="T15" fmla="*/ 288 h 288"/>
            </a:gdLst>
            <a:ahLst/>
            <a:cxnLst>
              <a:cxn ang="T8">
                <a:pos x="T0" y="T1"/>
              </a:cxn>
              <a:cxn ang="T9">
                <a:pos x="T2" y="T3"/>
              </a:cxn>
              <a:cxn ang="T10">
                <a:pos x="T4" y="T5"/>
              </a:cxn>
              <a:cxn ang="T11">
                <a:pos x="T6" y="T7"/>
              </a:cxn>
            </a:cxnLst>
            <a:rect l="T12" t="T13" r="T14" b="T15"/>
            <a:pathLst>
              <a:path w="720" h="288">
                <a:moveTo>
                  <a:pt x="0" y="0"/>
                </a:moveTo>
                <a:lnTo>
                  <a:pt x="0" y="96"/>
                </a:lnTo>
                <a:lnTo>
                  <a:pt x="720" y="96"/>
                </a:lnTo>
                <a:lnTo>
                  <a:pt x="720" y="288"/>
                </a:lnTo>
              </a:path>
            </a:pathLst>
          </a:cu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9" name="Text Box 60">
            <a:extLst>
              <a:ext uri="{FF2B5EF4-FFF2-40B4-BE49-F238E27FC236}">
                <a16:creationId xmlns:a16="http://schemas.microsoft.com/office/drawing/2014/main" id="{65EA6BCF-D44D-419B-B5C6-5156593EBB9D}"/>
              </a:ext>
            </a:extLst>
          </p:cNvPr>
          <p:cNvSpPr txBox="1">
            <a:spLocks noChangeArrowheads="1"/>
          </p:cNvSpPr>
          <p:nvPr>
            <p:custDataLst>
              <p:tags r:id="rId49"/>
            </p:custDataLst>
          </p:nvPr>
        </p:nvSpPr>
        <p:spPr bwMode="auto">
          <a:xfrm>
            <a:off x="7740440" y="5800363"/>
            <a:ext cx="786882" cy="400110"/>
          </a:xfrm>
          <a:prstGeom prst="rect">
            <a:avLst/>
          </a:prstGeom>
          <a:noFill/>
          <a:ln w="12700">
            <a:noFill/>
            <a:miter lim="800000"/>
            <a:headEnd/>
            <a:tailEnd/>
          </a:ln>
        </p:spPr>
        <p:txBody>
          <a:bodyPr wrap="none">
            <a:prstTxWarp prst="textNoShape">
              <a:avLst/>
            </a:prstTxWarp>
            <a:spAutoFit/>
          </a:bodyPr>
          <a:lstStyle/>
          <a:p>
            <a:pPr algn="ctr"/>
            <a:r>
              <a:rPr lang="en-US" sz="2000">
                <a:solidFill>
                  <a:srgbClr val="FF0909"/>
                </a:solidFill>
                <a:latin typeface="+mn-lt"/>
              </a:rPr>
              <a:t>cache</a:t>
            </a:r>
          </a:p>
        </p:txBody>
      </p:sp>
      <p:sp>
        <p:nvSpPr>
          <p:cNvPr id="100" name="Line 61">
            <a:extLst>
              <a:ext uri="{FF2B5EF4-FFF2-40B4-BE49-F238E27FC236}">
                <a16:creationId xmlns:a16="http://schemas.microsoft.com/office/drawing/2014/main" id="{5927CC09-8054-4098-9BCE-97A09EFDD9E8}"/>
              </a:ext>
            </a:extLst>
          </p:cNvPr>
          <p:cNvSpPr>
            <a:spLocks noChangeShapeType="1"/>
          </p:cNvSpPr>
          <p:nvPr>
            <p:custDataLst>
              <p:tags r:id="rId50"/>
            </p:custDataLst>
          </p:nvPr>
        </p:nvSpPr>
        <p:spPr bwMode="auto">
          <a:xfrm>
            <a:off x="5172400" y="4581163"/>
            <a:ext cx="0" cy="6096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1" name="Line 62">
            <a:extLst>
              <a:ext uri="{FF2B5EF4-FFF2-40B4-BE49-F238E27FC236}">
                <a16:creationId xmlns:a16="http://schemas.microsoft.com/office/drawing/2014/main" id="{E84AD7E0-C16A-44C4-A226-CCD0278B51E0}"/>
              </a:ext>
            </a:extLst>
          </p:cNvPr>
          <p:cNvSpPr>
            <a:spLocks noChangeShapeType="1"/>
          </p:cNvSpPr>
          <p:nvPr>
            <p:custDataLst>
              <p:tags r:id="rId51"/>
            </p:custDataLst>
          </p:nvPr>
        </p:nvSpPr>
        <p:spPr bwMode="auto">
          <a:xfrm>
            <a:off x="5096200" y="3971563"/>
            <a:ext cx="0" cy="12192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2" name="Line 63">
            <a:extLst>
              <a:ext uri="{FF2B5EF4-FFF2-40B4-BE49-F238E27FC236}">
                <a16:creationId xmlns:a16="http://schemas.microsoft.com/office/drawing/2014/main" id="{B512BB73-C1C1-444E-A205-BCF361A9BCF3}"/>
              </a:ext>
            </a:extLst>
          </p:cNvPr>
          <p:cNvSpPr>
            <a:spLocks noChangeShapeType="1"/>
          </p:cNvSpPr>
          <p:nvPr>
            <p:custDataLst>
              <p:tags r:id="rId52"/>
            </p:custDataLst>
          </p:nvPr>
        </p:nvSpPr>
        <p:spPr bwMode="auto">
          <a:xfrm>
            <a:off x="5020000" y="3666763"/>
            <a:ext cx="0" cy="15240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3" name="Text Box 64">
            <a:extLst>
              <a:ext uri="{FF2B5EF4-FFF2-40B4-BE49-F238E27FC236}">
                <a16:creationId xmlns:a16="http://schemas.microsoft.com/office/drawing/2014/main" id="{54652884-CDE1-4BD7-8EE0-F8AB5362695F}"/>
              </a:ext>
            </a:extLst>
          </p:cNvPr>
          <p:cNvSpPr txBox="1">
            <a:spLocks noChangeArrowheads="1"/>
          </p:cNvSpPr>
          <p:nvPr>
            <p:custDataLst>
              <p:tags r:id="rId53"/>
            </p:custDataLst>
          </p:nvPr>
        </p:nvSpPr>
        <p:spPr bwMode="auto">
          <a:xfrm>
            <a:off x="5482287" y="5266963"/>
            <a:ext cx="556563" cy="400110"/>
          </a:xfrm>
          <a:prstGeom prst="rect">
            <a:avLst/>
          </a:prstGeom>
          <a:noFill/>
          <a:ln w="12700">
            <a:noFill/>
            <a:miter lim="800000"/>
            <a:headEnd/>
            <a:tailEnd/>
          </a:ln>
        </p:spPr>
        <p:txBody>
          <a:bodyPr wrap="none">
            <a:prstTxWarp prst="textNoShape">
              <a:avLst/>
            </a:prstTxWarp>
            <a:spAutoFit/>
          </a:bodyPr>
          <a:lstStyle/>
          <a:p>
            <a:pPr algn="ctr"/>
            <a:r>
              <a:rPr lang="en-US" sz="2000">
                <a:solidFill>
                  <a:srgbClr val="FF0909"/>
                </a:solidFill>
                <a:latin typeface="+mn-lt"/>
              </a:rPr>
              <a:t>TLB</a:t>
            </a:r>
          </a:p>
        </p:txBody>
      </p:sp>
      <p:sp>
        <p:nvSpPr>
          <p:cNvPr id="104" name="Line 65">
            <a:extLst>
              <a:ext uri="{FF2B5EF4-FFF2-40B4-BE49-F238E27FC236}">
                <a16:creationId xmlns:a16="http://schemas.microsoft.com/office/drawing/2014/main" id="{62777784-CA09-447B-ADEB-A6ADFFB7D1A4}"/>
              </a:ext>
            </a:extLst>
          </p:cNvPr>
          <p:cNvSpPr>
            <a:spLocks noChangeShapeType="1"/>
          </p:cNvSpPr>
          <p:nvPr>
            <p:custDataLst>
              <p:tags r:id="rId54"/>
            </p:custDataLst>
          </p:nvPr>
        </p:nvSpPr>
        <p:spPr bwMode="auto">
          <a:xfrm flipH="1">
            <a:off x="3038800" y="6028963"/>
            <a:ext cx="2057400"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5" name="AutoShape 66">
            <a:extLst>
              <a:ext uri="{FF2B5EF4-FFF2-40B4-BE49-F238E27FC236}">
                <a16:creationId xmlns:a16="http://schemas.microsoft.com/office/drawing/2014/main" id="{1392D875-4BE8-4B9E-95D6-7FD3DE31E296}"/>
              </a:ext>
            </a:extLst>
          </p:cNvPr>
          <p:cNvSpPr>
            <a:spLocks noChangeArrowheads="1"/>
          </p:cNvSpPr>
          <p:nvPr>
            <p:custDataLst>
              <p:tags r:id="rId55"/>
            </p:custDataLst>
          </p:nvPr>
        </p:nvSpPr>
        <p:spPr bwMode="auto">
          <a:xfrm>
            <a:off x="4943800" y="3590563"/>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6" name="AutoShape 67">
            <a:extLst>
              <a:ext uri="{FF2B5EF4-FFF2-40B4-BE49-F238E27FC236}">
                <a16:creationId xmlns:a16="http://schemas.microsoft.com/office/drawing/2014/main" id="{8A4623C3-6CD2-4786-9124-61BEE902E5F6}"/>
              </a:ext>
            </a:extLst>
          </p:cNvPr>
          <p:cNvSpPr>
            <a:spLocks noChangeArrowheads="1"/>
          </p:cNvSpPr>
          <p:nvPr>
            <p:custDataLst>
              <p:tags r:id="rId56"/>
            </p:custDataLst>
          </p:nvPr>
        </p:nvSpPr>
        <p:spPr bwMode="auto">
          <a:xfrm>
            <a:off x="5020000" y="3879488"/>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7" name="AutoShape 68">
            <a:extLst>
              <a:ext uri="{FF2B5EF4-FFF2-40B4-BE49-F238E27FC236}">
                <a16:creationId xmlns:a16="http://schemas.microsoft.com/office/drawing/2014/main" id="{90383A78-F8FF-4DCF-ADB1-FE5B8D7875B9}"/>
              </a:ext>
            </a:extLst>
          </p:cNvPr>
          <p:cNvSpPr>
            <a:spLocks noChangeArrowheads="1"/>
          </p:cNvSpPr>
          <p:nvPr>
            <p:custDataLst>
              <p:tags r:id="rId57"/>
            </p:custDataLst>
          </p:nvPr>
        </p:nvSpPr>
        <p:spPr bwMode="auto">
          <a:xfrm>
            <a:off x="5096200" y="4489088"/>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8" name="Line 69">
            <a:extLst>
              <a:ext uri="{FF2B5EF4-FFF2-40B4-BE49-F238E27FC236}">
                <a16:creationId xmlns:a16="http://schemas.microsoft.com/office/drawing/2014/main" id="{DD0E9D11-37D1-444E-9683-C5F1A23F9D12}"/>
              </a:ext>
            </a:extLst>
          </p:cNvPr>
          <p:cNvSpPr>
            <a:spLocks noChangeShapeType="1"/>
          </p:cNvSpPr>
          <p:nvPr>
            <p:custDataLst>
              <p:tags r:id="rId58"/>
            </p:custDataLst>
          </p:nvPr>
        </p:nvSpPr>
        <p:spPr bwMode="auto">
          <a:xfrm flipH="1">
            <a:off x="3038800" y="6333763"/>
            <a:ext cx="3886200"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9" name="Freeform 71">
            <a:extLst>
              <a:ext uri="{FF2B5EF4-FFF2-40B4-BE49-F238E27FC236}">
                <a16:creationId xmlns:a16="http://schemas.microsoft.com/office/drawing/2014/main" id="{D418C247-2BA3-44DF-BBE6-40248EC0782F}"/>
              </a:ext>
            </a:extLst>
          </p:cNvPr>
          <p:cNvSpPr>
            <a:spLocks/>
          </p:cNvSpPr>
          <p:nvPr>
            <p:custDataLst>
              <p:tags r:id="rId59"/>
            </p:custDataLst>
          </p:nvPr>
        </p:nvSpPr>
        <p:spPr bwMode="auto">
          <a:xfrm flipH="1">
            <a:off x="7534600" y="3666763"/>
            <a:ext cx="192088" cy="1219199"/>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10" name="Freeform 73">
            <a:extLst>
              <a:ext uri="{FF2B5EF4-FFF2-40B4-BE49-F238E27FC236}">
                <a16:creationId xmlns:a16="http://schemas.microsoft.com/office/drawing/2014/main" id="{72B93EB4-1E67-4E2D-A66A-1CBC9E1C7C8F}"/>
              </a:ext>
            </a:extLst>
          </p:cNvPr>
          <p:cNvSpPr>
            <a:spLocks/>
          </p:cNvSpPr>
          <p:nvPr>
            <p:custDataLst>
              <p:tags r:id="rId60"/>
            </p:custDataLst>
          </p:nvPr>
        </p:nvSpPr>
        <p:spPr bwMode="auto">
          <a:xfrm rot="5400000">
            <a:off x="8531550" y="4498613"/>
            <a:ext cx="136525" cy="606425"/>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1"/>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grpSp>
        <p:nvGrpSpPr>
          <p:cNvPr id="111" name="Group 74">
            <a:extLst>
              <a:ext uri="{FF2B5EF4-FFF2-40B4-BE49-F238E27FC236}">
                <a16:creationId xmlns:a16="http://schemas.microsoft.com/office/drawing/2014/main" id="{D9EB3C07-ADA5-428E-9425-CA0DB1C282CA}"/>
              </a:ext>
            </a:extLst>
          </p:cNvPr>
          <p:cNvGrpSpPr>
            <a:grpSpLocks/>
          </p:cNvGrpSpPr>
          <p:nvPr/>
        </p:nvGrpSpPr>
        <p:grpSpPr bwMode="auto">
          <a:xfrm flipH="1">
            <a:off x="8144200" y="2752363"/>
            <a:ext cx="152400" cy="1828800"/>
            <a:chOff x="4368" y="864"/>
            <a:chExt cx="192" cy="1152"/>
          </a:xfrm>
        </p:grpSpPr>
        <p:sp>
          <p:nvSpPr>
            <p:cNvPr id="112" name="Line 75">
              <a:extLst>
                <a:ext uri="{FF2B5EF4-FFF2-40B4-BE49-F238E27FC236}">
                  <a16:creationId xmlns:a16="http://schemas.microsoft.com/office/drawing/2014/main" id="{304FB894-DFFB-4FA0-BEFD-E62CC10A554A}"/>
                </a:ext>
              </a:extLst>
            </p:cNvPr>
            <p:cNvSpPr>
              <a:spLocks noChangeShapeType="1"/>
            </p:cNvSpPr>
            <p:nvPr>
              <p:custDataLst>
                <p:tags r:id="rId67"/>
              </p:custDataLst>
            </p:nvPr>
          </p:nvSpPr>
          <p:spPr bwMode="auto">
            <a:xfrm flipH="1">
              <a:off x="4368" y="86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3" name="Line 76">
              <a:extLst>
                <a:ext uri="{FF2B5EF4-FFF2-40B4-BE49-F238E27FC236}">
                  <a16:creationId xmlns:a16="http://schemas.microsoft.com/office/drawing/2014/main" id="{3974B17C-4846-406E-8B14-AD1A5390E364}"/>
                </a:ext>
              </a:extLst>
            </p:cNvPr>
            <p:cNvSpPr>
              <a:spLocks noChangeShapeType="1"/>
            </p:cNvSpPr>
            <p:nvPr>
              <p:custDataLst>
                <p:tags r:id="rId68"/>
              </p:custDataLst>
            </p:nvPr>
          </p:nvSpPr>
          <p:spPr bwMode="auto">
            <a:xfrm flipH="1">
              <a:off x="4368" y="105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4" name="Line 77">
              <a:extLst>
                <a:ext uri="{FF2B5EF4-FFF2-40B4-BE49-F238E27FC236}">
                  <a16:creationId xmlns:a16="http://schemas.microsoft.com/office/drawing/2014/main" id="{71DDDF13-DAF4-4214-B6F5-FFC72A707D6C}"/>
                </a:ext>
              </a:extLst>
            </p:cNvPr>
            <p:cNvSpPr>
              <a:spLocks noChangeShapeType="1"/>
            </p:cNvSpPr>
            <p:nvPr>
              <p:custDataLst>
                <p:tags r:id="rId69"/>
              </p:custDataLst>
            </p:nvPr>
          </p:nvSpPr>
          <p:spPr bwMode="auto">
            <a:xfrm flipH="1">
              <a:off x="4368" y="1248"/>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5" name="Line 78">
              <a:extLst>
                <a:ext uri="{FF2B5EF4-FFF2-40B4-BE49-F238E27FC236}">
                  <a16:creationId xmlns:a16="http://schemas.microsoft.com/office/drawing/2014/main" id="{9A378CE5-11D7-4DD6-9F42-3D2786FD2BCB}"/>
                </a:ext>
              </a:extLst>
            </p:cNvPr>
            <p:cNvSpPr>
              <a:spLocks noChangeShapeType="1"/>
            </p:cNvSpPr>
            <p:nvPr>
              <p:custDataLst>
                <p:tags r:id="rId70"/>
              </p:custDataLst>
            </p:nvPr>
          </p:nvSpPr>
          <p:spPr bwMode="auto">
            <a:xfrm flipH="1">
              <a:off x="4368" y="182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6" name="Line 79">
              <a:extLst>
                <a:ext uri="{FF2B5EF4-FFF2-40B4-BE49-F238E27FC236}">
                  <a16:creationId xmlns:a16="http://schemas.microsoft.com/office/drawing/2014/main" id="{FBF1FBF9-818C-4097-A7AC-7E6E5E99FFBF}"/>
                </a:ext>
              </a:extLst>
            </p:cNvPr>
            <p:cNvSpPr>
              <a:spLocks noChangeShapeType="1"/>
            </p:cNvSpPr>
            <p:nvPr>
              <p:custDataLst>
                <p:tags r:id="rId71"/>
              </p:custDataLst>
            </p:nvPr>
          </p:nvSpPr>
          <p:spPr bwMode="auto">
            <a:xfrm flipH="1">
              <a:off x="4368" y="201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grpSp>
      <p:sp>
        <p:nvSpPr>
          <p:cNvPr id="117" name="Line 82">
            <a:extLst>
              <a:ext uri="{FF2B5EF4-FFF2-40B4-BE49-F238E27FC236}">
                <a16:creationId xmlns:a16="http://schemas.microsoft.com/office/drawing/2014/main" id="{DA5C0740-FC74-4B63-8F38-696BF1B98DAA}"/>
              </a:ext>
            </a:extLst>
          </p:cNvPr>
          <p:cNvSpPr>
            <a:spLocks noChangeShapeType="1"/>
          </p:cNvSpPr>
          <p:nvPr>
            <p:custDataLst>
              <p:tags r:id="rId61"/>
            </p:custDataLst>
          </p:nvPr>
        </p:nvSpPr>
        <p:spPr bwMode="auto">
          <a:xfrm>
            <a:off x="6925000" y="5495563"/>
            <a:ext cx="0" cy="838200"/>
          </a:xfrm>
          <a:prstGeom prst="line">
            <a:avLst/>
          </a:prstGeom>
          <a:noFill/>
          <a:ln w="12700">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118" name="Text Box 25">
            <a:extLst>
              <a:ext uri="{FF2B5EF4-FFF2-40B4-BE49-F238E27FC236}">
                <a16:creationId xmlns:a16="http://schemas.microsoft.com/office/drawing/2014/main" id="{52FBCD94-FA14-4C3C-9BCC-D5A0879A1645}"/>
              </a:ext>
            </a:extLst>
          </p:cNvPr>
          <p:cNvSpPr txBox="1">
            <a:spLocks noChangeArrowheads="1"/>
          </p:cNvSpPr>
          <p:nvPr>
            <p:custDataLst>
              <p:tags r:id="rId62"/>
            </p:custDataLst>
          </p:nvPr>
        </p:nvSpPr>
        <p:spPr bwMode="auto">
          <a:xfrm>
            <a:off x="1646562" y="5784488"/>
            <a:ext cx="1460656" cy="400110"/>
          </a:xfrm>
          <a:prstGeom prst="rect">
            <a:avLst/>
          </a:prstGeom>
          <a:noFill/>
          <a:ln w="12700">
            <a:noFill/>
            <a:miter lim="800000"/>
            <a:headEnd/>
            <a:tailEnd/>
          </a:ln>
        </p:spPr>
        <p:txBody>
          <a:bodyPr wrap="none">
            <a:prstTxWarp prst="textNoShape">
              <a:avLst/>
            </a:prstTxWarp>
            <a:spAutoFit/>
          </a:bodyPr>
          <a:lstStyle/>
          <a:p>
            <a:pPr algn="l"/>
            <a:r>
              <a:rPr lang="en-US" sz="2000">
                <a:solidFill>
                  <a:srgbClr val="FF0909"/>
                </a:solidFill>
                <a:latin typeface="+mn-lt"/>
              </a:rPr>
              <a:t>TLB hit/miss</a:t>
            </a:r>
          </a:p>
        </p:txBody>
      </p:sp>
      <p:sp>
        <p:nvSpPr>
          <p:cNvPr id="119" name="Text Box 70">
            <a:extLst>
              <a:ext uri="{FF2B5EF4-FFF2-40B4-BE49-F238E27FC236}">
                <a16:creationId xmlns:a16="http://schemas.microsoft.com/office/drawing/2014/main" id="{E1D06D37-68C0-40AD-9E57-D13C771BBA38}"/>
              </a:ext>
            </a:extLst>
          </p:cNvPr>
          <p:cNvSpPr txBox="1">
            <a:spLocks noChangeArrowheads="1"/>
          </p:cNvSpPr>
          <p:nvPr>
            <p:custDataLst>
              <p:tags r:id="rId63"/>
            </p:custDataLst>
          </p:nvPr>
        </p:nvSpPr>
        <p:spPr bwMode="auto">
          <a:xfrm>
            <a:off x="1435425" y="6089288"/>
            <a:ext cx="1690976" cy="400110"/>
          </a:xfrm>
          <a:prstGeom prst="rect">
            <a:avLst/>
          </a:prstGeom>
          <a:noFill/>
          <a:ln w="12700">
            <a:noFill/>
            <a:miter lim="800000"/>
            <a:headEnd/>
            <a:tailEnd/>
          </a:ln>
        </p:spPr>
        <p:txBody>
          <a:bodyPr wrap="none">
            <a:prstTxWarp prst="textNoShape">
              <a:avLst/>
            </a:prstTxWarp>
            <a:spAutoFit/>
          </a:bodyPr>
          <a:lstStyle/>
          <a:p>
            <a:pPr algn="l"/>
            <a:r>
              <a:rPr lang="en-US" sz="2000" dirty="0">
                <a:solidFill>
                  <a:srgbClr val="FF0909"/>
                </a:solidFill>
                <a:latin typeface="+mn-lt"/>
              </a:rPr>
              <a:t>cache hit/miss</a:t>
            </a:r>
          </a:p>
        </p:txBody>
      </p:sp>
      <p:sp>
        <p:nvSpPr>
          <p:cNvPr id="120" name="Text Box 16">
            <a:extLst>
              <a:ext uri="{FF2B5EF4-FFF2-40B4-BE49-F238E27FC236}">
                <a16:creationId xmlns:a16="http://schemas.microsoft.com/office/drawing/2014/main" id="{1F66DC6E-7B80-4815-B2DE-C8C04DD268F1}"/>
              </a:ext>
            </a:extLst>
          </p:cNvPr>
          <p:cNvSpPr txBox="1">
            <a:spLocks noChangeArrowheads="1"/>
          </p:cNvSpPr>
          <p:nvPr>
            <p:custDataLst>
              <p:tags r:id="rId64"/>
            </p:custDataLst>
          </p:nvPr>
        </p:nvSpPr>
        <p:spPr bwMode="auto">
          <a:xfrm>
            <a:off x="4338567" y="6409964"/>
            <a:ext cx="467565"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VA</a:t>
            </a:r>
          </a:p>
        </p:txBody>
      </p:sp>
      <p:sp>
        <p:nvSpPr>
          <p:cNvPr id="121" name="Text Box 16">
            <a:extLst>
              <a:ext uri="{FF2B5EF4-FFF2-40B4-BE49-F238E27FC236}">
                <a16:creationId xmlns:a16="http://schemas.microsoft.com/office/drawing/2014/main" id="{F24FB096-D52C-412D-9CAF-A5D870383278}"/>
              </a:ext>
            </a:extLst>
          </p:cNvPr>
          <p:cNvSpPr txBox="1">
            <a:spLocks noChangeArrowheads="1"/>
          </p:cNvSpPr>
          <p:nvPr>
            <p:custDataLst>
              <p:tags r:id="rId65"/>
            </p:custDataLst>
          </p:nvPr>
        </p:nvSpPr>
        <p:spPr bwMode="auto">
          <a:xfrm>
            <a:off x="6402318" y="4791727"/>
            <a:ext cx="511743"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tag</a:t>
            </a:r>
          </a:p>
        </p:txBody>
      </p:sp>
      <p:sp>
        <p:nvSpPr>
          <p:cNvPr id="122" name="Freeform 71">
            <a:extLst>
              <a:ext uri="{FF2B5EF4-FFF2-40B4-BE49-F238E27FC236}">
                <a16:creationId xmlns:a16="http://schemas.microsoft.com/office/drawing/2014/main" id="{3AC38B79-05B3-44B2-B5C2-DF6621E5F620}"/>
              </a:ext>
            </a:extLst>
          </p:cNvPr>
          <p:cNvSpPr>
            <a:spLocks/>
          </p:cNvSpPr>
          <p:nvPr>
            <p:custDataLst>
              <p:tags r:id="rId66"/>
            </p:custDataLst>
          </p:nvPr>
        </p:nvSpPr>
        <p:spPr bwMode="auto">
          <a:xfrm rot="5400000" flipH="1">
            <a:off x="5356307" y="4214705"/>
            <a:ext cx="1766345" cy="2988211"/>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none" w="med" len="med"/>
          </a:ln>
        </p:spPr>
        <p:txBody>
          <a:bodyPr wrap="none" anchor="ctr">
            <a:prstTxWarp prst="textNoShape">
              <a:avLst/>
            </a:prstTxWarp>
          </a:bodyPr>
          <a:lstStyle/>
          <a:p>
            <a:pPr algn="ctr"/>
            <a:endParaRPr lang="en-US">
              <a:latin typeface="+mn-lt"/>
            </a:endParaRPr>
          </a:p>
        </p:txBody>
      </p:sp>
    </p:spTree>
    <p:custDataLst>
      <p:tags r:id="rId1"/>
    </p:custDataLst>
    <p:extLst>
      <p:ext uri="{BB962C8B-B14F-4D97-AF65-F5344CB8AC3E}">
        <p14:creationId xmlns:p14="http://schemas.microsoft.com/office/powerpoint/2010/main" val="251242573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29</a:t>
            </a:fld>
            <a:endParaRPr lang="en-US" altLang="en-US" sz="1400">
              <a:latin typeface="Times New Roman" panose="02020603050405020304" pitchFamily="18" charset="0"/>
            </a:endParaRPr>
          </a:p>
        </p:txBody>
      </p:sp>
      <p:sp>
        <p:nvSpPr>
          <p:cNvPr id="28" name="Rectangle 27">
            <a:extLst>
              <a:ext uri="{FF2B5EF4-FFF2-40B4-BE49-F238E27FC236}">
                <a16:creationId xmlns:a16="http://schemas.microsoft.com/office/drawing/2014/main" id="{6AF75C36-4466-4E15-AFDF-0FB0F6C135AC}"/>
              </a:ext>
            </a:extLst>
          </p:cNvPr>
          <p:cNvSpPr/>
          <p:nvPr>
            <p:custDataLst>
              <p:tags r:id="rId4"/>
            </p:custDataLst>
          </p:nvPr>
        </p:nvSpPr>
        <p:spPr>
          <a:xfrm>
            <a:off x="6341482" y="6075544"/>
            <a:ext cx="2802518" cy="770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
            <a:extLst>
              <a:ext uri="{FF2B5EF4-FFF2-40B4-BE49-F238E27FC236}">
                <a16:creationId xmlns:a16="http://schemas.microsoft.com/office/drawing/2014/main" id="{7F034558-B523-4460-B89D-7CCD582106B4}"/>
              </a:ext>
            </a:extLst>
          </p:cNvPr>
          <p:cNvSpPr>
            <a:spLocks noChangeArrowheads="1"/>
          </p:cNvSpPr>
          <p:nvPr>
            <p:custDataLst>
              <p:tags r:id="rId5"/>
            </p:custDataLst>
          </p:nvPr>
        </p:nvSpPr>
        <p:spPr bwMode="auto">
          <a:xfrm>
            <a:off x="4029400" y="3438163"/>
            <a:ext cx="2016125" cy="22098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solidFill>
                <a:srgbClr val="D5D5D5"/>
              </a:solidFill>
              <a:latin typeface="+mn-lt"/>
            </a:endParaRPr>
          </a:p>
        </p:txBody>
      </p:sp>
      <p:sp>
        <p:nvSpPr>
          <p:cNvPr id="31" name="Rectangle 3">
            <a:extLst>
              <a:ext uri="{FF2B5EF4-FFF2-40B4-BE49-F238E27FC236}">
                <a16:creationId xmlns:a16="http://schemas.microsoft.com/office/drawing/2014/main" id="{45829A80-4CDD-410D-9898-38C0D2066384}"/>
              </a:ext>
            </a:extLst>
          </p:cNvPr>
          <p:cNvSpPr>
            <a:spLocks noChangeArrowheads="1"/>
          </p:cNvSpPr>
          <p:nvPr>
            <p:custDataLst>
              <p:tags r:id="rId6"/>
            </p:custDataLst>
          </p:nvPr>
        </p:nvSpPr>
        <p:spPr bwMode="auto">
          <a:xfrm>
            <a:off x="6467800" y="2523763"/>
            <a:ext cx="2554288" cy="3657600"/>
          </a:xfrm>
          <a:prstGeom prst="rect">
            <a:avLst/>
          </a:prstGeom>
          <a:solidFill>
            <a:srgbClr val="D5D5D5"/>
          </a:solidFill>
          <a:ln w="12700">
            <a:solidFill>
              <a:srgbClr val="000000"/>
            </a:solidFill>
            <a:miter lim="800000"/>
            <a:headEnd/>
            <a:tailEnd/>
          </a:ln>
        </p:spPr>
        <p:txBody>
          <a:bodyPr wrap="none" anchor="ctr">
            <a:prstTxWarp prst="textNoShape">
              <a:avLst/>
            </a:prstTxWarp>
          </a:bodyPr>
          <a:lstStyle/>
          <a:p>
            <a:pPr algn="ctr"/>
            <a:endParaRPr lang="en-US">
              <a:solidFill>
                <a:srgbClr val="D5D5D5"/>
              </a:solidFill>
              <a:latin typeface="+mn-lt"/>
            </a:endParaRPr>
          </a:p>
        </p:txBody>
      </p:sp>
      <p:sp>
        <p:nvSpPr>
          <p:cNvPr id="52" name="Arc 6">
            <a:extLst>
              <a:ext uri="{FF2B5EF4-FFF2-40B4-BE49-F238E27FC236}">
                <a16:creationId xmlns:a16="http://schemas.microsoft.com/office/drawing/2014/main" id="{72BCE085-FA0D-4B21-8334-D198AECD0223}"/>
              </a:ext>
            </a:extLst>
          </p:cNvPr>
          <p:cNvSpPr>
            <a:spLocks/>
          </p:cNvSpPr>
          <p:nvPr>
            <p:custDataLst>
              <p:tags r:id="rId7"/>
            </p:custDataLst>
          </p:nvPr>
        </p:nvSpPr>
        <p:spPr bwMode="auto">
          <a:xfrm flipV="1">
            <a:off x="5096200" y="5114563"/>
            <a:ext cx="152400" cy="320675"/>
          </a:xfrm>
          <a:custGeom>
            <a:avLst/>
            <a:gdLst>
              <a:gd name="T0" fmla="*/ 0 w 21600"/>
              <a:gd name="T1" fmla="*/ 0 h 21600"/>
              <a:gd name="T2" fmla="*/ 152400 w 21600"/>
              <a:gd name="T3" fmla="*/ 320675 h 21600"/>
              <a:gd name="T4" fmla="*/ 0 w 21600"/>
              <a:gd name="T5" fmla="*/ 3206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909"/>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3" name="Arc 7">
            <a:extLst>
              <a:ext uri="{FF2B5EF4-FFF2-40B4-BE49-F238E27FC236}">
                <a16:creationId xmlns:a16="http://schemas.microsoft.com/office/drawing/2014/main" id="{9CE8C48A-64B4-4ED4-8D12-A4CDFE9C5BF5}"/>
              </a:ext>
            </a:extLst>
          </p:cNvPr>
          <p:cNvSpPr>
            <a:spLocks/>
          </p:cNvSpPr>
          <p:nvPr>
            <p:custDataLst>
              <p:tags r:id="rId8"/>
            </p:custDataLst>
          </p:nvPr>
        </p:nvSpPr>
        <p:spPr bwMode="auto">
          <a:xfrm flipH="1" flipV="1">
            <a:off x="4943800" y="5114563"/>
            <a:ext cx="152400" cy="320675"/>
          </a:xfrm>
          <a:custGeom>
            <a:avLst/>
            <a:gdLst>
              <a:gd name="T0" fmla="*/ 0 w 21600"/>
              <a:gd name="T1" fmla="*/ 0 h 21600"/>
              <a:gd name="T2" fmla="*/ 152400 w 21600"/>
              <a:gd name="T3" fmla="*/ 320675 h 21600"/>
              <a:gd name="T4" fmla="*/ 0 w 21600"/>
              <a:gd name="T5" fmla="*/ 3206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909"/>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4" name="Arc 8">
            <a:extLst>
              <a:ext uri="{FF2B5EF4-FFF2-40B4-BE49-F238E27FC236}">
                <a16:creationId xmlns:a16="http://schemas.microsoft.com/office/drawing/2014/main" id="{519F4FA1-657B-451F-AFC5-5D17D340EC76}"/>
              </a:ext>
            </a:extLst>
          </p:cNvPr>
          <p:cNvSpPr>
            <a:spLocks/>
          </p:cNvSpPr>
          <p:nvPr>
            <p:custDataLst>
              <p:tags r:id="rId9"/>
            </p:custDataLst>
          </p:nvPr>
        </p:nvSpPr>
        <p:spPr bwMode="auto">
          <a:xfrm flipV="1">
            <a:off x="5096200" y="5114563"/>
            <a:ext cx="152400" cy="76200"/>
          </a:xfrm>
          <a:custGeom>
            <a:avLst/>
            <a:gdLst>
              <a:gd name="T0" fmla="*/ 0 w 21600"/>
              <a:gd name="T1" fmla="*/ 0 h 21600"/>
              <a:gd name="T2" fmla="*/ 1524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D5D5D5"/>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5" name="Arc 9">
            <a:extLst>
              <a:ext uri="{FF2B5EF4-FFF2-40B4-BE49-F238E27FC236}">
                <a16:creationId xmlns:a16="http://schemas.microsoft.com/office/drawing/2014/main" id="{3242BC17-0894-48AD-B50D-E5D2BD6EB8C8}"/>
              </a:ext>
            </a:extLst>
          </p:cNvPr>
          <p:cNvSpPr>
            <a:spLocks/>
          </p:cNvSpPr>
          <p:nvPr>
            <p:custDataLst>
              <p:tags r:id="rId10"/>
            </p:custDataLst>
          </p:nvPr>
        </p:nvSpPr>
        <p:spPr bwMode="auto">
          <a:xfrm flipH="1" flipV="1">
            <a:off x="4943800" y="5114563"/>
            <a:ext cx="152400" cy="76200"/>
          </a:xfrm>
          <a:custGeom>
            <a:avLst/>
            <a:gdLst>
              <a:gd name="T0" fmla="*/ 0 w 21600"/>
              <a:gd name="T1" fmla="*/ 0 h 21600"/>
              <a:gd name="T2" fmla="*/ 1524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D5D5D5"/>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6" name="Freeform 10">
            <a:extLst>
              <a:ext uri="{FF2B5EF4-FFF2-40B4-BE49-F238E27FC236}">
                <a16:creationId xmlns:a16="http://schemas.microsoft.com/office/drawing/2014/main" id="{F54BB25B-A852-469D-99E4-140D087E18A1}"/>
              </a:ext>
            </a:extLst>
          </p:cNvPr>
          <p:cNvSpPr>
            <a:spLocks/>
          </p:cNvSpPr>
          <p:nvPr>
            <p:custDataLst>
              <p:tags r:id="rId11"/>
            </p:custDataLst>
          </p:nvPr>
        </p:nvSpPr>
        <p:spPr bwMode="auto">
          <a:xfrm flipH="1">
            <a:off x="7991800" y="2599963"/>
            <a:ext cx="152400" cy="2133600"/>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57" name="Text Box 13">
            <a:extLst>
              <a:ext uri="{FF2B5EF4-FFF2-40B4-BE49-F238E27FC236}">
                <a16:creationId xmlns:a16="http://schemas.microsoft.com/office/drawing/2014/main" id="{32A8198D-1321-43E4-AEDA-5312963EC5FF}"/>
              </a:ext>
            </a:extLst>
          </p:cNvPr>
          <p:cNvSpPr txBox="1">
            <a:spLocks noChangeArrowheads="1"/>
          </p:cNvSpPr>
          <p:nvPr>
            <p:custDataLst>
              <p:tags r:id="rId12"/>
            </p:custDataLst>
          </p:nvPr>
        </p:nvSpPr>
        <p:spPr bwMode="auto">
          <a:xfrm>
            <a:off x="8276198" y="6378345"/>
            <a:ext cx="647228"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data</a:t>
            </a:r>
          </a:p>
        </p:txBody>
      </p:sp>
      <p:sp>
        <p:nvSpPr>
          <p:cNvPr id="58" name="Text Box 16">
            <a:extLst>
              <a:ext uri="{FF2B5EF4-FFF2-40B4-BE49-F238E27FC236}">
                <a16:creationId xmlns:a16="http://schemas.microsoft.com/office/drawing/2014/main" id="{E5906765-DB43-4F01-AFCF-C7CF37910F2C}"/>
              </a:ext>
            </a:extLst>
          </p:cNvPr>
          <p:cNvSpPr txBox="1">
            <a:spLocks noChangeArrowheads="1"/>
          </p:cNvSpPr>
          <p:nvPr>
            <p:custDataLst>
              <p:tags r:id="rId13"/>
            </p:custDataLst>
          </p:nvPr>
        </p:nvSpPr>
        <p:spPr bwMode="auto">
          <a:xfrm>
            <a:off x="7714592" y="4783451"/>
            <a:ext cx="748218"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index</a:t>
            </a:r>
          </a:p>
        </p:txBody>
      </p:sp>
      <p:sp>
        <p:nvSpPr>
          <p:cNvPr id="59" name="Rectangle 17">
            <a:extLst>
              <a:ext uri="{FF2B5EF4-FFF2-40B4-BE49-F238E27FC236}">
                <a16:creationId xmlns:a16="http://schemas.microsoft.com/office/drawing/2014/main" id="{3B061014-A761-4ECA-93AC-84CDB1FE97E2}"/>
              </a:ext>
            </a:extLst>
          </p:cNvPr>
          <p:cNvSpPr>
            <a:spLocks noChangeArrowheads="1"/>
          </p:cNvSpPr>
          <p:nvPr>
            <p:custDataLst>
              <p:tags r:id="rId14"/>
            </p:custDataLst>
          </p:nvPr>
        </p:nvSpPr>
        <p:spPr bwMode="auto">
          <a:xfrm>
            <a:off x="6620200" y="25999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0" name="Rectangle 18">
            <a:extLst>
              <a:ext uri="{FF2B5EF4-FFF2-40B4-BE49-F238E27FC236}">
                <a16:creationId xmlns:a16="http://schemas.microsoft.com/office/drawing/2014/main" id="{473DFD79-7828-498E-ACBB-84BA43735EA8}"/>
              </a:ext>
            </a:extLst>
          </p:cNvPr>
          <p:cNvSpPr>
            <a:spLocks noChangeArrowheads="1"/>
          </p:cNvSpPr>
          <p:nvPr>
            <p:custDataLst>
              <p:tags r:id="rId15"/>
            </p:custDataLst>
          </p:nvPr>
        </p:nvSpPr>
        <p:spPr bwMode="auto">
          <a:xfrm>
            <a:off x="6620200" y="2904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61" name="Rectangle 19">
            <a:extLst>
              <a:ext uri="{FF2B5EF4-FFF2-40B4-BE49-F238E27FC236}">
                <a16:creationId xmlns:a16="http://schemas.microsoft.com/office/drawing/2014/main" id="{FD4514C4-BF79-4254-8DBF-FB46E854EEE9}"/>
              </a:ext>
            </a:extLst>
          </p:cNvPr>
          <p:cNvSpPr>
            <a:spLocks noChangeArrowheads="1"/>
          </p:cNvSpPr>
          <p:nvPr>
            <p:custDataLst>
              <p:tags r:id="rId16"/>
            </p:custDataLst>
          </p:nvPr>
        </p:nvSpPr>
        <p:spPr bwMode="auto">
          <a:xfrm>
            <a:off x="6620200" y="41239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2" name="Rectangle 20">
            <a:extLst>
              <a:ext uri="{FF2B5EF4-FFF2-40B4-BE49-F238E27FC236}">
                <a16:creationId xmlns:a16="http://schemas.microsoft.com/office/drawing/2014/main" id="{D2193B29-507A-4080-BDC5-E3623AA8D347}"/>
              </a:ext>
            </a:extLst>
          </p:cNvPr>
          <p:cNvSpPr>
            <a:spLocks noChangeArrowheads="1"/>
          </p:cNvSpPr>
          <p:nvPr>
            <p:custDataLst>
              <p:tags r:id="rId17"/>
            </p:custDataLst>
          </p:nvPr>
        </p:nvSpPr>
        <p:spPr bwMode="auto">
          <a:xfrm>
            <a:off x="6620200" y="4428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63" name="Rectangle 21">
            <a:extLst>
              <a:ext uri="{FF2B5EF4-FFF2-40B4-BE49-F238E27FC236}">
                <a16:creationId xmlns:a16="http://schemas.microsoft.com/office/drawing/2014/main" id="{497583D0-B070-4DCD-889F-A36D709F1C9F}"/>
              </a:ext>
            </a:extLst>
          </p:cNvPr>
          <p:cNvSpPr>
            <a:spLocks noChangeArrowheads="1"/>
          </p:cNvSpPr>
          <p:nvPr>
            <p:custDataLst>
              <p:tags r:id="rId18"/>
            </p:custDataLst>
          </p:nvPr>
        </p:nvSpPr>
        <p:spPr bwMode="auto">
          <a:xfrm>
            <a:off x="6620200" y="32095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64" name="Line 22">
            <a:extLst>
              <a:ext uri="{FF2B5EF4-FFF2-40B4-BE49-F238E27FC236}">
                <a16:creationId xmlns:a16="http://schemas.microsoft.com/office/drawing/2014/main" id="{07433199-0780-4DEA-927D-A4ABE49D8C1C}"/>
              </a:ext>
            </a:extLst>
          </p:cNvPr>
          <p:cNvSpPr>
            <a:spLocks noChangeShapeType="1"/>
          </p:cNvSpPr>
          <p:nvPr>
            <p:custDataLst>
              <p:tags r:id="rId19"/>
            </p:custDataLst>
          </p:nvPr>
        </p:nvSpPr>
        <p:spPr bwMode="auto">
          <a:xfrm>
            <a:off x="6925000" y="3514363"/>
            <a:ext cx="0" cy="6096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65" name="AutoShape 23">
            <a:extLst>
              <a:ext uri="{FF2B5EF4-FFF2-40B4-BE49-F238E27FC236}">
                <a16:creationId xmlns:a16="http://schemas.microsoft.com/office/drawing/2014/main" id="{6E169C94-9DE5-412E-B05A-1C065C55B404}"/>
              </a:ext>
            </a:extLst>
          </p:cNvPr>
          <p:cNvSpPr>
            <a:spLocks noChangeArrowheads="1"/>
          </p:cNvSpPr>
          <p:nvPr>
            <p:custDataLst>
              <p:tags r:id="rId20"/>
            </p:custDataLst>
          </p:nvPr>
        </p:nvSpPr>
        <p:spPr bwMode="auto">
          <a:xfrm>
            <a:off x="6620200" y="5190763"/>
            <a:ext cx="609600" cy="304800"/>
          </a:xfrm>
          <a:prstGeom prst="flowChartTerminator">
            <a:avLst/>
          </a:prstGeom>
          <a:solidFill>
            <a:schemeClr val="hlink"/>
          </a:solidFill>
          <a:ln w="28575">
            <a:solidFill>
              <a:srgbClr val="000000"/>
            </a:solidFill>
            <a:miter lim="800000"/>
            <a:headEnd/>
            <a:tailEnd/>
          </a:ln>
        </p:spPr>
        <p:txBody>
          <a:bodyPr wrap="none" anchor="ctr">
            <a:prstTxWarp prst="textNoShape">
              <a:avLst/>
            </a:prstTxWarp>
          </a:bodyPr>
          <a:lstStyle/>
          <a:p>
            <a:pPr algn="ctr"/>
            <a:r>
              <a:rPr lang="en-US" sz="2000">
                <a:solidFill>
                  <a:srgbClr val="000000"/>
                </a:solidFill>
                <a:latin typeface="+mn-lt"/>
              </a:rPr>
              <a:t>==</a:t>
            </a:r>
          </a:p>
        </p:txBody>
      </p:sp>
      <p:sp>
        <p:nvSpPr>
          <p:cNvPr id="66" name="Line 24">
            <a:extLst>
              <a:ext uri="{FF2B5EF4-FFF2-40B4-BE49-F238E27FC236}">
                <a16:creationId xmlns:a16="http://schemas.microsoft.com/office/drawing/2014/main" id="{9062014C-440F-4820-AF72-10A98B4F373F}"/>
              </a:ext>
            </a:extLst>
          </p:cNvPr>
          <p:cNvSpPr>
            <a:spLocks noChangeShapeType="1"/>
          </p:cNvSpPr>
          <p:nvPr>
            <p:custDataLst>
              <p:tags r:id="rId21"/>
            </p:custDataLst>
          </p:nvPr>
        </p:nvSpPr>
        <p:spPr bwMode="auto">
          <a:xfrm>
            <a:off x="7077400" y="4733563"/>
            <a:ext cx="0" cy="4572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67" name="Rectangle 26">
            <a:extLst>
              <a:ext uri="{FF2B5EF4-FFF2-40B4-BE49-F238E27FC236}">
                <a16:creationId xmlns:a16="http://schemas.microsoft.com/office/drawing/2014/main" id="{8728FE3C-AF6F-4DFD-A68F-1C2058898452}"/>
              </a:ext>
            </a:extLst>
          </p:cNvPr>
          <p:cNvSpPr>
            <a:spLocks noChangeArrowheads="1"/>
          </p:cNvSpPr>
          <p:nvPr>
            <p:custDataLst>
              <p:tags r:id="rId22"/>
            </p:custDataLst>
          </p:nvPr>
        </p:nvSpPr>
        <p:spPr bwMode="auto">
          <a:xfrm>
            <a:off x="8296600" y="25999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X/Y</a:t>
            </a:r>
          </a:p>
        </p:txBody>
      </p:sp>
      <p:sp>
        <p:nvSpPr>
          <p:cNvPr id="68" name="Rectangle 27">
            <a:extLst>
              <a:ext uri="{FF2B5EF4-FFF2-40B4-BE49-F238E27FC236}">
                <a16:creationId xmlns:a16="http://schemas.microsoft.com/office/drawing/2014/main" id="{C22010AA-6434-48CB-B503-2BDEC2C7BFC5}"/>
              </a:ext>
            </a:extLst>
          </p:cNvPr>
          <p:cNvSpPr>
            <a:spLocks noChangeArrowheads="1"/>
          </p:cNvSpPr>
          <p:nvPr>
            <p:custDataLst>
              <p:tags r:id="rId23"/>
            </p:custDataLst>
          </p:nvPr>
        </p:nvSpPr>
        <p:spPr bwMode="auto">
          <a:xfrm>
            <a:off x="8296600" y="29047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600" b="1" dirty="0">
              <a:solidFill>
                <a:srgbClr val="000000"/>
              </a:solidFill>
              <a:latin typeface="+mn-lt"/>
            </a:endParaRPr>
          </a:p>
        </p:txBody>
      </p:sp>
      <p:sp>
        <p:nvSpPr>
          <p:cNvPr id="69" name="Rectangle 28">
            <a:extLst>
              <a:ext uri="{FF2B5EF4-FFF2-40B4-BE49-F238E27FC236}">
                <a16:creationId xmlns:a16="http://schemas.microsoft.com/office/drawing/2014/main" id="{CF1329AA-A1A0-49A5-9B0E-6117E27E6A0F}"/>
              </a:ext>
            </a:extLst>
          </p:cNvPr>
          <p:cNvSpPr>
            <a:spLocks noChangeArrowheads="1"/>
          </p:cNvSpPr>
          <p:nvPr>
            <p:custDataLst>
              <p:tags r:id="rId24"/>
            </p:custDataLst>
          </p:nvPr>
        </p:nvSpPr>
        <p:spPr bwMode="auto">
          <a:xfrm>
            <a:off x="8296600" y="41239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400">
              <a:solidFill>
                <a:srgbClr val="000000"/>
              </a:solidFill>
              <a:latin typeface="+mn-lt"/>
            </a:endParaRPr>
          </a:p>
        </p:txBody>
      </p:sp>
      <p:sp>
        <p:nvSpPr>
          <p:cNvPr id="70" name="Rectangle 29">
            <a:extLst>
              <a:ext uri="{FF2B5EF4-FFF2-40B4-BE49-F238E27FC236}">
                <a16:creationId xmlns:a16="http://schemas.microsoft.com/office/drawing/2014/main" id="{F6A88F7C-66A8-4A83-B084-0E7AD02B74A5}"/>
              </a:ext>
            </a:extLst>
          </p:cNvPr>
          <p:cNvSpPr>
            <a:spLocks noChangeArrowheads="1"/>
          </p:cNvSpPr>
          <p:nvPr>
            <p:custDataLst>
              <p:tags r:id="rId25"/>
            </p:custDataLst>
          </p:nvPr>
        </p:nvSpPr>
        <p:spPr bwMode="auto">
          <a:xfrm>
            <a:off x="8296600" y="44287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400">
              <a:solidFill>
                <a:srgbClr val="000000"/>
              </a:solidFill>
              <a:latin typeface="+mn-lt"/>
            </a:endParaRPr>
          </a:p>
        </p:txBody>
      </p:sp>
      <p:sp>
        <p:nvSpPr>
          <p:cNvPr id="71" name="Rectangle 30">
            <a:extLst>
              <a:ext uri="{FF2B5EF4-FFF2-40B4-BE49-F238E27FC236}">
                <a16:creationId xmlns:a16="http://schemas.microsoft.com/office/drawing/2014/main" id="{96C95459-71C3-42AE-A1B2-8E263BB27C2D}"/>
              </a:ext>
            </a:extLst>
          </p:cNvPr>
          <p:cNvSpPr>
            <a:spLocks noChangeArrowheads="1"/>
          </p:cNvSpPr>
          <p:nvPr>
            <p:custDataLst>
              <p:tags r:id="rId26"/>
            </p:custDataLst>
          </p:nvPr>
        </p:nvSpPr>
        <p:spPr bwMode="auto">
          <a:xfrm>
            <a:off x="8296600" y="3209563"/>
            <a:ext cx="6096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200">
              <a:solidFill>
                <a:srgbClr val="000000"/>
              </a:solidFill>
              <a:latin typeface="+mn-lt"/>
            </a:endParaRPr>
          </a:p>
        </p:txBody>
      </p:sp>
      <p:sp>
        <p:nvSpPr>
          <p:cNvPr id="72" name="Line 31">
            <a:extLst>
              <a:ext uri="{FF2B5EF4-FFF2-40B4-BE49-F238E27FC236}">
                <a16:creationId xmlns:a16="http://schemas.microsoft.com/office/drawing/2014/main" id="{471FA39F-EF7A-4A40-8693-8246A0CEC973}"/>
              </a:ext>
            </a:extLst>
          </p:cNvPr>
          <p:cNvSpPr>
            <a:spLocks noChangeShapeType="1"/>
          </p:cNvSpPr>
          <p:nvPr>
            <p:custDataLst>
              <p:tags r:id="rId27"/>
            </p:custDataLst>
          </p:nvPr>
        </p:nvSpPr>
        <p:spPr bwMode="auto">
          <a:xfrm>
            <a:off x="8601400" y="3514363"/>
            <a:ext cx="0" cy="6096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73" name="Freeform 32">
            <a:extLst>
              <a:ext uri="{FF2B5EF4-FFF2-40B4-BE49-F238E27FC236}">
                <a16:creationId xmlns:a16="http://schemas.microsoft.com/office/drawing/2014/main" id="{0C91DD6F-C868-4517-A80E-FB4C10CFA5AF}"/>
              </a:ext>
            </a:extLst>
          </p:cNvPr>
          <p:cNvSpPr>
            <a:spLocks/>
          </p:cNvSpPr>
          <p:nvPr>
            <p:custDataLst>
              <p:tags r:id="rId28"/>
            </p:custDataLst>
          </p:nvPr>
        </p:nvSpPr>
        <p:spPr bwMode="auto">
          <a:xfrm>
            <a:off x="7740440" y="3666763"/>
            <a:ext cx="251360" cy="1245387"/>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74" name="Line 33">
            <a:extLst>
              <a:ext uri="{FF2B5EF4-FFF2-40B4-BE49-F238E27FC236}">
                <a16:creationId xmlns:a16="http://schemas.microsoft.com/office/drawing/2014/main" id="{240D37EC-E7A7-4A8F-A069-F03FF2CDE5B2}"/>
              </a:ext>
            </a:extLst>
          </p:cNvPr>
          <p:cNvSpPr>
            <a:spLocks noChangeShapeType="1"/>
          </p:cNvSpPr>
          <p:nvPr>
            <p:custDataLst>
              <p:tags r:id="rId29"/>
            </p:custDataLst>
          </p:nvPr>
        </p:nvSpPr>
        <p:spPr bwMode="auto">
          <a:xfrm flipH="1">
            <a:off x="8601399" y="4870089"/>
            <a:ext cx="1" cy="1616074"/>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75" name="Line 34">
            <a:extLst>
              <a:ext uri="{FF2B5EF4-FFF2-40B4-BE49-F238E27FC236}">
                <a16:creationId xmlns:a16="http://schemas.microsoft.com/office/drawing/2014/main" id="{079E8233-9405-4199-A5C1-B4ED1575A60D}"/>
              </a:ext>
            </a:extLst>
          </p:cNvPr>
          <p:cNvSpPr>
            <a:spLocks noChangeShapeType="1"/>
          </p:cNvSpPr>
          <p:nvPr>
            <p:custDataLst>
              <p:tags r:id="rId30"/>
            </p:custDataLst>
          </p:nvPr>
        </p:nvSpPr>
        <p:spPr bwMode="auto">
          <a:xfrm>
            <a:off x="5096200" y="5435238"/>
            <a:ext cx="0" cy="593725"/>
          </a:xfrm>
          <a:prstGeom prst="line">
            <a:avLst/>
          </a:prstGeom>
          <a:noFill/>
          <a:ln w="12700">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76" name="Freeform 35">
            <a:extLst>
              <a:ext uri="{FF2B5EF4-FFF2-40B4-BE49-F238E27FC236}">
                <a16:creationId xmlns:a16="http://schemas.microsoft.com/office/drawing/2014/main" id="{5E4DC851-1890-44D0-921E-469419166001}"/>
              </a:ext>
            </a:extLst>
          </p:cNvPr>
          <p:cNvSpPr>
            <a:spLocks/>
          </p:cNvSpPr>
          <p:nvPr>
            <p:custDataLst>
              <p:tags r:id="rId31"/>
            </p:custDataLst>
          </p:nvPr>
        </p:nvSpPr>
        <p:spPr bwMode="auto">
          <a:xfrm>
            <a:off x="7382200" y="2599963"/>
            <a:ext cx="152400" cy="2133600"/>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rgbClr val="52F4C2"/>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grpSp>
        <p:nvGrpSpPr>
          <p:cNvPr id="77" name="Group 36">
            <a:extLst>
              <a:ext uri="{FF2B5EF4-FFF2-40B4-BE49-F238E27FC236}">
                <a16:creationId xmlns:a16="http://schemas.microsoft.com/office/drawing/2014/main" id="{4FFB3200-3555-48AF-99EE-61F2753D09E1}"/>
              </a:ext>
            </a:extLst>
          </p:cNvPr>
          <p:cNvGrpSpPr>
            <a:grpSpLocks/>
          </p:cNvGrpSpPr>
          <p:nvPr/>
        </p:nvGrpSpPr>
        <p:grpSpPr bwMode="auto">
          <a:xfrm>
            <a:off x="7229800" y="2752363"/>
            <a:ext cx="152400" cy="1828800"/>
            <a:chOff x="4368" y="864"/>
            <a:chExt cx="192" cy="1152"/>
          </a:xfrm>
        </p:grpSpPr>
        <p:sp>
          <p:nvSpPr>
            <p:cNvPr id="78" name="Line 37">
              <a:extLst>
                <a:ext uri="{FF2B5EF4-FFF2-40B4-BE49-F238E27FC236}">
                  <a16:creationId xmlns:a16="http://schemas.microsoft.com/office/drawing/2014/main" id="{E1ADB83E-21F5-43B2-ABA2-7E483ABE6BFF}"/>
                </a:ext>
              </a:extLst>
            </p:cNvPr>
            <p:cNvSpPr>
              <a:spLocks noChangeShapeType="1"/>
            </p:cNvSpPr>
            <p:nvPr>
              <p:custDataLst>
                <p:tags r:id="rId72"/>
              </p:custDataLst>
            </p:nvPr>
          </p:nvSpPr>
          <p:spPr bwMode="auto">
            <a:xfrm flipH="1">
              <a:off x="4368" y="86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79" name="Line 38">
              <a:extLst>
                <a:ext uri="{FF2B5EF4-FFF2-40B4-BE49-F238E27FC236}">
                  <a16:creationId xmlns:a16="http://schemas.microsoft.com/office/drawing/2014/main" id="{96F229EA-E9E8-49FF-849C-7D2FAEC3F53D}"/>
                </a:ext>
              </a:extLst>
            </p:cNvPr>
            <p:cNvSpPr>
              <a:spLocks noChangeShapeType="1"/>
            </p:cNvSpPr>
            <p:nvPr>
              <p:custDataLst>
                <p:tags r:id="rId73"/>
              </p:custDataLst>
            </p:nvPr>
          </p:nvSpPr>
          <p:spPr bwMode="auto">
            <a:xfrm flipH="1">
              <a:off x="4368" y="105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0" name="Line 39">
              <a:extLst>
                <a:ext uri="{FF2B5EF4-FFF2-40B4-BE49-F238E27FC236}">
                  <a16:creationId xmlns:a16="http://schemas.microsoft.com/office/drawing/2014/main" id="{F7EB57BD-DD20-4519-BD49-40A82771E1B8}"/>
                </a:ext>
              </a:extLst>
            </p:cNvPr>
            <p:cNvSpPr>
              <a:spLocks noChangeShapeType="1"/>
            </p:cNvSpPr>
            <p:nvPr>
              <p:custDataLst>
                <p:tags r:id="rId74"/>
              </p:custDataLst>
            </p:nvPr>
          </p:nvSpPr>
          <p:spPr bwMode="auto">
            <a:xfrm flipH="1">
              <a:off x="4368" y="1248"/>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1" name="Line 40">
              <a:extLst>
                <a:ext uri="{FF2B5EF4-FFF2-40B4-BE49-F238E27FC236}">
                  <a16:creationId xmlns:a16="http://schemas.microsoft.com/office/drawing/2014/main" id="{99E8EB49-8D2B-41A7-B79E-57BE7ABEC76B}"/>
                </a:ext>
              </a:extLst>
            </p:cNvPr>
            <p:cNvSpPr>
              <a:spLocks noChangeShapeType="1"/>
            </p:cNvSpPr>
            <p:nvPr>
              <p:custDataLst>
                <p:tags r:id="rId75"/>
              </p:custDataLst>
            </p:nvPr>
          </p:nvSpPr>
          <p:spPr bwMode="auto">
            <a:xfrm flipH="1">
              <a:off x="4368" y="182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82" name="Line 41">
              <a:extLst>
                <a:ext uri="{FF2B5EF4-FFF2-40B4-BE49-F238E27FC236}">
                  <a16:creationId xmlns:a16="http://schemas.microsoft.com/office/drawing/2014/main" id="{F8D04D12-7398-4092-A1C7-32C945024F81}"/>
                </a:ext>
              </a:extLst>
            </p:cNvPr>
            <p:cNvSpPr>
              <a:spLocks noChangeShapeType="1"/>
            </p:cNvSpPr>
            <p:nvPr>
              <p:custDataLst>
                <p:tags r:id="rId76"/>
              </p:custDataLst>
            </p:nvPr>
          </p:nvSpPr>
          <p:spPr bwMode="auto">
            <a:xfrm flipH="1">
              <a:off x="4368" y="201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grpSp>
      <p:sp>
        <p:nvSpPr>
          <p:cNvPr id="83" name="Rectangle 42">
            <a:extLst>
              <a:ext uri="{FF2B5EF4-FFF2-40B4-BE49-F238E27FC236}">
                <a16:creationId xmlns:a16="http://schemas.microsoft.com/office/drawing/2014/main" id="{AFCA93F4-6476-4567-86FF-7D8A8272A23E}"/>
              </a:ext>
            </a:extLst>
          </p:cNvPr>
          <p:cNvSpPr>
            <a:spLocks noChangeArrowheads="1"/>
          </p:cNvSpPr>
          <p:nvPr>
            <p:custDataLst>
              <p:tags r:id="rId32"/>
            </p:custDataLst>
          </p:nvPr>
        </p:nvSpPr>
        <p:spPr bwMode="auto">
          <a:xfrm>
            <a:off x="4258000" y="35143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a:solidFill>
                <a:schemeClr val="bg1"/>
              </a:solidFill>
              <a:latin typeface="+mn-lt"/>
            </a:endParaRPr>
          </a:p>
        </p:txBody>
      </p:sp>
      <p:sp>
        <p:nvSpPr>
          <p:cNvPr id="84" name="Rectangle 43">
            <a:extLst>
              <a:ext uri="{FF2B5EF4-FFF2-40B4-BE49-F238E27FC236}">
                <a16:creationId xmlns:a16="http://schemas.microsoft.com/office/drawing/2014/main" id="{520F6AE2-0138-41B1-82CD-4E4B1273DE7D}"/>
              </a:ext>
            </a:extLst>
          </p:cNvPr>
          <p:cNvSpPr>
            <a:spLocks noChangeArrowheads="1"/>
          </p:cNvSpPr>
          <p:nvPr>
            <p:custDataLst>
              <p:tags r:id="rId33"/>
            </p:custDataLst>
          </p:nvPr>
        </p:nvSpPr>
        <p:spPr bwMode="auto">
          <a:xfrm>
            <a:off x="4258000" y="38191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sz="1600">
              <a:solidFill>
                <a:schemeClr val="bg1"/>
              </a:solidFill>
              <a:latin typeface="+mn-lt"/>
            </a:endParaRPr>
          </a:p>
        </p:txBody>
      </p:sp>
      <p:sp>
        <p:nvSpPr>
          <p:cNvPr id="85" name="Rectangle 44">
            <a:extLst>
              <a:ext uri="{FF2B5EF4-FFF2-40B4-BE49-F238E27FC236}">
                <a16:creationId xmlns:a16="http://schemas.microsoft.com/office/drawing/2014/main" id="{10671507-D41E-4D3B-B822-2941B5F5ECC7}"/>
              </a:ext>
            </a:extLst>
          </p:cNvPr>
          <p:cNvSpPr>
            <a:spLocks noChangeArrowheads="1"/>
          </p:cNvSpPr>
          <p:nvPr>
            <p:custDataLst>
              <p:tags r:id="rId34"/>
            </p:custDataLst>
          </p:nvPr>
        </p:nvSpPr>
        <p:spPr bwMode="auto">
          <a:xfrm>
            <a:off x="4258000" y="4428763"/>
            <a:ext cx="609600" cy="304800"/>
          </a:xfrm>
          <a:prstGeom prst="rect">
            <a:avLst/>
          </a:prstGeom>
          <a:solidFill>
            <a:srgbClr val="FF0909"/>
          </a:solidFill>
          <a:ln w="28575">
            <a:solidFill>
              <a:srgbClr val="000000"/>
            </a:solidFill>
            <a:miter lim="800000"/>
            <a:headEnd/>
            <a:tailEnd/>
          </a:ln>
        </p:spPr>
        <p:txBody>
          <a:bodyPr wrap="none" anchor="ctr">
            <a:prstTxWarp prst="textNoShape">
              <a:avLst/>
            </a:prstTxWarp>
          </a:bodyPr>
          <a:lstStyle/>
          <a:p>
            <a:pPr algn="ctr"/>
            <a:endParaRPr lang="en-US">
              <a:solidFill>
                <a:schemeClr val="bg1"/>
              </a:solidFill>
              <a:latin typeface="+mn-lt"/>
            </a:endParaRPr>
          </a:p>
        </p:txBody>
      </p:sp>
      <p:sp>
        <p:nvSpPr>
          <p:cNvPr id="86" name="Line 45">
            <a:extLst>
              <a:ext uri="{FF2B5EF4-FFF2-40B4-BE49-F238E27FC236}">
                <a16:creationId xmlns:a16="http://schemas.microsoft.com/office/drawing/2014/main" id="{585E38B2-281C-425F-BD37-2C77E65F810E}"/>
              </a:ext>
            </a:extLst>
          </p:cNvPr>
          <p:cNvSpPr>
            <a:spLocks noChangeShapeType="1"/>
          </p:cNvSpPr>
          <p:nvPr>
            <p:custDataLst>
              <p:tags r:id="rId35"/>
            </p:custDataLst>
          </p:nvPr>
        </p:nvSpPr>
        <p:spPr bwMode="auto">
          <a:xfrm>
            <a:off x="4562800" y="4123963"/>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87" name="Rectangle 46">
            <a:extLst>
              <a:ext uri="{FF2B5EF4-FFF2-40B4-BE49-F238E27FC236}">
                <a16:creationId xmlns:a16="http://schemas.microsoft.com/office/drawing/2014/main" id="{139DD886-B19E-44D3-A913-35E35FFC5DD2}"/>
              </a:ext>
            </a:extLst>
          </p:cNvPr>
          <p:cNvSpPr>
            <a:spLocks noChangeArrowheads="1"/>
          </p:cNvSpPr>
          <p:nvPr>
            <p:custDataLst>
              <p:tags r:id="rId36"/>
            </p:custDataLst>
          </p:nvPr>
        </p:nvSpPr>
        <p:spPr bwMode="auto">
          <a:xfrm>
            <a:off x="5359725" y="35143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88" name="Rectangle 47">
            <a:extLst>
              <a:ext uri="{FF2B5EF4-FFF2-40B4-BE49-F238E27FC236}">
                <a16:creationId xmlns:a16="http://schemas.microsoft.com/office/drawing/2014/main" id="{554B7A55-0310-4DC1-A5D4-C4CAAB3C62EF}"/>
              </a:ext>
            </a:extLst>
          </p:cNvPr>
          <p:cNvSpPr>
            <a:spLocks noChangeArrowheads="1"/>
          </p:cNvSpPr>
          <p:nvPr>
            <p:custDataLst>
              <p:tags r:id="rId37"/>
            </p:custDataLst>
          </p:nvPr>
        </p:nvSpPr>
        <p:spPr bwMode="auto">
          <a:xfrm>
            <a:off x="5359725" y="38191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sz="1600">
              <a:solidFill>
                <a:srgbClr val="000000"/>
              </a:solidFill>
              <a:latin typeface="+mn-lt"/>
            </a:endParaRPr>
          </a:p>
        </p:txBody>
      </p:sp>
      <p:sp>
        <p:nvSpPr>
          <p:cNvPr id="89" name="Rectangle 48">
            <a:extLst>
              <a:ext uri="{FF2B5EF4-FFF2-40B4-BE49-F238E27FC236}">
                <a16:creationId xmlns:a16="http://schemas.microsoft.com/office/drawing/2014/main" id="{E7AA43ED-1746-4CF0-B5EC-E1F31EB08FF9}"/>
              </a:ext>
            </a:extLst>
          </p:cNvPr>
          <p:cNvSpPr>
            <a:spLocks noChangeArrowheads="1"/>
          </p:cNvSpPr>
          <p:nvPr>
            <p:custDataLst>
              <p:tags r:id="rId38"/>
            </p:custDataLst>
          </p:nvPr>
        </p:nvSpPr>
        <p:spPr bwMode="auto">
          <a:xfrm>
            <a:off x="5359725" y="4428763"/>
            <a:ext cx="609600" cy="304800"/>
          </a:xfrm>
          <a:prstGeom prst="rect">
            <a:avLst/>
          </a:prstGeom>
          <a:solidFill>
            <a:schemeClr val="hlink"/>
          </a:solidFill>
          <a:ln w="28575">
            <a:solidFill>
              <a:srgbClr val="000000"/>
            </a:solidFill>
            <a:miter lim="800000"/>
            <a:headEnd/>
            <a:tailEnd/>
          </a:ln>
        </p:spPr>
        <p:txBody>
          <a:bodyPr wrap="none" anchor="ctr">
            <a:prstTxWarp prst="textNoShape">
              <a:avLst/>
            </a:prstTxWarp>
          </a:bodyPr>
          <a:lstStyle/>
          <a:p>
            <a:pPr algn="ctr"/>
            <a:endParaRPr lang="en-US">
              <a:solidFill>
                <a:srgbClr val="000000"/>
              </a:solidFill>
              <a:latin typeface="+mn-lt"/>
            </a:endParaRPr>
          </a:p>
        </p:txBody>
      </p:sp>
      <p:sp>
        <p:nvSpPr>
          <p:cNvPr id="90" name="Line 49">
            <a:extLst>
              <a:ext uri="{FF2B5EF4-FFF2-40B4-BE49-F238E27FC236}">
                <a16:creationId xmlns:a16="http://schemas.microsoft.com/office/drawing/2014/main" id="{7207E9E2-9978-41EA-AB29-70A6E0006283}"/>
              </a:ext>
            </a:extLst>
          </p:cNvPr>
          <p:cNvSpPr>
            <a:spLocks noChangeShapeType="1"/>
          </p:cNvSpPr>
          <p:nvPr>
            <p:custDataLst>
              <p:tags r:id="rId39"/>
            </p:custDataLst>
          </p:nvPr>
        </p:nvSpPr>
        <p:spPr bwMode="auto">
          <a:xfrm>
            <a:off x="5664525" y="4123963"/>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a:latin typeface="+mn-lt"/>
            </a:endParaRPr>
          </a:p>
        </p:txBody>
      </p:sp>
      <p:sp>
        <p:nvSpPr>
          <p:cNvPr id="91" name="AutoShape 50">
            <a:extLst>
              <a:ext uri="{FF2B5EF4-FFF2-40B4-BE49-F238E27FC236}">
                <a16:creationId xmlns:a16="http://schemas.microsoft.com/office/drawing/2014/main" id="{4C80C6A8-35BE-4888-B949-7E83B7FCE1D0}"/>
              </a:ext>
            </a:extLst>
          </p:cNvPr>
          <p:cNvSpPr>
            <a:spLocks noChangeArrowheads="1"/>
          </p:cNvSpPr>
          <p:nvPr>
            <p:custDataLst>
              <p:tags r:id="rId40"/>
            </p:custDataLst>
          </p:nvPr>
        </p:nvSpPr>
        <p:spPr bwMode="auto">
          <a:xfrm>
            <a:off x="4258000" y="44287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2" name="AutoShape 51">
            <a:extLst>
              <a:ext uri="{FF2B5EF4-FFF2-40B4-BE49-F238E27FC236}">
                <a16:creationId xmlns:a16="http://schemas.microsoft.com/office/drawing/2014/main" id="{B52D54B6-03FC-44DA-AB80-8B0402D6D26D}"/>
              </a:ext>
            </a:extLst>
          </p:cNvPr>
          <p:cNvSpPr>
            <a:spLocks noChangeArrowheads="1"/>
          </p:cNvSpPr>
          <p:nvPr>
            <p:custDataLst>
              <p:tags r:id="rId41"/>
            </p:custDataLst>
          </p:nvPr>
        </p:nvSpPr>
        <p:spPr bwMode="auto">
          <a:xfrm>
            <a:off x="4258000" y="38191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3" name="AutoShape 52">
            <a:extLst>
              <a:ext uri="{FF2B5EF4-FFF2-40B4-BE49-F238E27FC236}">
                <a16:creationId xmlns:a16="http://schemas.microsoft.com/office/drawing/2014/main" id="{7CEB856E-FCE5-4E58-A1AC-04C13C408F59}"/>
              </a:ext>
            </a:extLst>
          </p:cNvPr>
          <p:cNvSpPr>
            <a:spLocks noChangeArrowheads="1"/>
          </p:cNvSpPr>
          <p:nvPr>
            <p:custDataLst>
              <p:tags r:id="rId42"/>
            </p:custDataLst>
          </p:nvPr>
        </p:nvSpPr>
        <p:spPr bwMode="auto">
          <a:xfrm>
            <a:off x="4258000" y="3514363"/>
            <a:ext cx="609600" cy="304800"/>
          </a:xfrm>
          <a:prstGeom prst="flowChartTerminator">
            <a:avLst/>
          </a:prstGeom>
          <a:solidFill>
            <a:srgbClr val="FF0909"/>
          </a:solidFill>
          <a:ln w="28575">
            <a:solidFill>
              <a:srgbClr val="000000"/>
            </a:solidFill>
            <a:miter lim="800000"/>
            <a:headEnd/>
            <a:tailEnd/>
          </a:ln>
        </p:spPr>
        <p:txBody>
          <a:bodyPr wrap="none" anchor="ctr">
            <a:prstTxWarp prst="textNoShape">
              <a:avLst/>
            </a:prstTxWarp>
          </a:bodyPr>
          <a:lstStyle/>
          <a:p>
            <a:pPr algn="ctr"/>
            <a:r>
              <a:rPr lang="en-US" sz="2000">
                <a:solidFill>
                  <a:schemeClr val="bg1"/>
                </a:solidFill>
                <a:latin typeface="+mn-lt"/>
              </a:rPr>
              <a:t>==</a:t>
            </a:r>
          </a:p>
        </p:txBody>
      </p:sp>
      <p:sp>
        <p:nvSpPr>
          <p:cNvPr id="94" name="Line 53">
            <a:extLst>
              <a:ext uri="{FF2B5EF4-FFF2-40B4-BE49-F238E27FC236}">
                <a16:creationId xmlns:a16="http://schemas.microsoft.com/office/drawing/2014/main" id="{0A9FA9C9-EAF1-4870-A8D1-3668FA5BC610}"/>
              </a:ext>
            </a:extLst>
          </p:cNvPr>
          <p:cNvSpPr>
            <a:spLocks noChangeShapeType="1"/>
          </p:cNvSpPr>
          <p:nvPr>
            <p:custDataLst>
              <p:tags r:id="rId43"/>
            </p:custDataLst>
          </p:nvPr>
        </p:nvSpPr>
        <p:spPr bwMode="auto">
          <a:xfrm>
            <a:off x="4867600" y="36667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5" name="Line 54">
            <a:extLst>
              <a:ext uri="{FF2B5EF4-FFF2-40B4-BE49-F238E27FC236}">
                <a16:creationId xmlns:a16="http://schemas.microsoft.com/office/drawing/2014/main" id="{353B94D9-02DF-493F-8DE8-5575D1A5AFB2}"/>
              </a:ext>
            </a:extLst>
          </p:cNvPr>
          <p:cNvSpPr>
            <a:spLocks noChangeShapeType="1"/>
          </p:cNvSpPr>
          <p:nvPr>
            <p:custDataLst>
              <p:tags r:id="rId44"/>
            </p:custDataLst>
          </p:nvPr>
        </p:nvSpPr>
        <p:spPr bwMode="auto">
          <a:xfrm>
            <a:off x="4867600" y="39715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6" name="Line 55">
            <a:extLst>
              <a:ext uri="{FF2B5EF4-FFF2-40B4-BE49-F238E27FC236}">
                <a16:creationId xmlns:a16="http://schemas.microsoft.com/office/drawing/2014/main" id="{3A2A1DAE-FB27-4F5B-8F34-6CA85C11EEDB}"/>
              </a:ext>
            </a:extLst>
          </p:cNvPr>
          <p:cNvSpPr>
            <a:spLocks noChangeShapeType="1"/>
          </p:cNvSpPr>
          <p:nvPr>
            <p:custDataLst>
              <p:tags r:id="rId45"/>
            </p:custDataLst>
          </p:nvPr>
        </p:nvSpPr>
        <p:spPr bwMode="auto">
          <a:xfrm>
            <a:off x="4867600" y="4581163"/>
            <a:ext cx="492125"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7" name="Line 58">
            <a:extLst>
              <a:ext uri="{FF2B5EF4-FFF2-40B4-BE49-F238E27FC236}">
                <a16:creationId xmlns:a16="http://schemas.microsoft.com/office/drawing/2014/main" id="{720ED823-06A3-4FEF-B312-067FB2E1D82B}"/>
              </a:ext>
            </a:extLst>
          </p:cNvPr>
          <p:cNvSpPr>
            <a:spLocks noChangeShapeType="1"/>
          </p:cNvSpPr>
          <p:nvPr>
            <p:custDataLst>
              <p:tags r:id="rId46"/>
            </p:custDataLst>
          </p:nvPr>
        </p:nvSpPr>
        <p:spPr bwMode="auto">
          <a:xfrm flipV="1">
            <a:off x="4562800" y="4733563"/>
            <a:ext cx="0" cy="175260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98" name="Freeform 59">
            <a:extLst>
              <a:ext uri="{FF2B5EF4-FFF2-40B4-BE49-F238E27FC236}">
                <a16:creationId xmlns:a16="http://schemas.microsoft.com/office/drawing/2014/main" id="{2F5B72B2-8CCD-4908-A2C5-2120EE408A23}"/>
              </a:ext>
            </a:extLst>
          </p:cNvPr>
          <p:cNvSpPr>
            <a:spLocks/>
          </p:cNvSpPr>
          <p:nvPr>
            <p:custDataLst>
              <p:tags r:id="rId47"/>
            </p:custDataLst>
          </p:nvPr>
        </p:nvSpPr>
        <p:spPr bwMode="auto">
          <a:xfrm>
            <a:off x="5629600" y="4733563"/>
            <a:ext cx="1219200" cy="457200"/>
          </a:xfrm>
          <a:custGeom>
            <a:avLst/>
            <a:gdLst>
              <a:gd name="T0" fmla="*/ 0 w 720"/>
              <a:gd name="T1" fmla="*/ 0 h 288"/>
              <a:gd name="T2" fmla="*/ 0 w 720"/>
              <a:gd name="T3" fmla="*/ 96 h 288"/>
              <a:gd name="T4" fmla="*/ 720 w 720"/>
              <a:gd name="T5" fmla="*/ 96 h 288"/>
              <a:gd name="T6" fmla="*/ 720 w 720"/>
              <a:gd name="T7" fmla="*/ 288 h 288"/>
              <a:gd name="T8" fmla="*/ 0 60000 65536"/>
              <a:gd name="T9" fmla="*/ 0 60000 65536"/>
              <a:gd name="T10" fmla="*/ 0 60000 65536"/>
              <a:gd name="T11" fmla="*/ 0 60000 65536"/>
              <a:gd name="T12" fmla="*/ 0 w 720"/>
              <a:gd name="T13" fmla="*/ 0 h 288"/>
              <a:gd name="T14" fmla="*/ 720 w 720"/>
              <a:gd name="T15" fmla="*/ 288 h 288"/>
            </a:gdLst>
            <a:ahLst/>
            <a:cxnLst>
              <a:cxn ang="T8">
                <a:pos x="T0" y="T1"/>
              </a:cxn>
              <a:cxn ang="T9">
                <a:pos x="T2" y="T3"/>
              </a:cxn>
              <a:cxn ang="T10">
                <a:pos x="T4" y="T5"/>
              </a:cxn>
              <a:cxn ang="T11">
                <a:pos x="T6" y="T7"/>
              </a:cxn>
            </a:cxnLst>
            <a:rect l="T12" t="T13" r="T14" b="T15"/>
            <a:pathLst>
              <a:path w="720" h="288">
                <a:moveTo>
                  <a:pt x="0" y="0"/>
                </a:moveTo>
                <a:lnTo>
                  <a:pt x="0" y="96"/>
                </a:lnTo>
                <a:lnTo>
                  <a:pt x="720" y="96"/>
                </a:lnTo>
                <a:lnTo>
                  <a:pt x="720" y="288"/>
                </a:lnTo>
              </a:path>
            </a:pathLst>
          </a:custGeom>
          <a:noFill/>
          <a:ln w="28575">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99" name="Text Box 60">
            <a:extLst>
              <a:ext uri="{FF2B5EF4-FFF2-40B4-BE49-F238E27FC236}">
                <a16:creationId xmlns:a16="http://schemas.microsoft.com/office/drawing/2014/main" id="{65EA6BCF-D44D-419B-B5C6-5156593EBB9D}"/>
              </a:ext>
            </a:extLst>
          </p:cNvPr>
          <p:cNvSpPr txBox="1">
            <a:spLocks noChangeArrowheads="1"/>
          </p:cNvSpPr>
          <p:nvPr>
            <p:custDataLst>
              <p:tags r:id="rId48"/>
            </p:custDataLst>
          </p:nvPr>
        </p:nvSpPr>
        <p:spPr bwMode="auto">
          <a:xfrm>
            <a:off x="7740440" y="5800363"/>
            <a:ext cx="786882" cy="400110"/>
          </a:xfrm>
          <a:prstGeom prst="rect">
            <a:avLst/>
          </a:prstGeom>
          <a:noFill/>
          <a:ln w="12700">
            <a:noFill/>
            <a:miter lim="800000"/>
            <a:headEnd/>
            <a:tailEnd/>
          </a:ln>
        </p:spPr>
        <p:txBody>
          <a:bodyPr wrap="none">
            <a:prstTxWarp prst="textNoShape">
              <a:avLst/>
            </a:prstTxWarp>
            <a:spAutoFit/>
          </a:bodyPr>
          <a:lstStyle/>
          <a:p>
            <a:pPr algn="ctr"/>
            <a:r>
              <a:rPr lang="en-US" sz="2000">
                <a:solidFill>
                  <a:srgbClr val="FF0909"/>
                </a:solidFill>
                <a:latin typeface="+mn-lt"/>
              </a:rPr>
              <a:t>cache</a:t>
            </a:r>
          </a:p>
        </p:txBody>
      </p:sp>
      <p:sp>
        <p:nvSpPr>
          <p:cNvPr id="100" name="Line 61">
            <a:extLst>
              <a:ext uri="{FF2B5EF4-FFF2-40B4-BE49-F238E27FC236}">
                <a16:creationId xmlns:a16="http://schemas.microsoft.com/office/drawing/2014/main" id="{5927CC09-8054-4098-9BCE-97A09EFDD9E8}"/>
              </a:ext>
            </a:extLst>
          </p:cNvPr>
          <p:cNvSpPr>
            <a:spLocks noChangeShapeType="1"/>
          </p:cNvSpPr>
          <p:nvPr>
            <p:custDataLst>
              <p:tags r:id="rId49"/>
            </p:custDataLst>
          </p:nvPr>
        </p:nvSpPr>
        <p:spPr bwMode="auto">
          <a:xfrm>
            <a:off x="5172400" y="4581163"/>
            <a:ext cx="0" cy="6096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1" name="Line 62">
            <a:extLst>
              <a:ext uri="{FF2B5EF4-FFF2-40B4-BE49-F238E27FC236}">
                <a16:creationId xmlns:a16="http://schemas.microsoft.com/office/drawing/2014/main" id="{E84AD7E0-C16A-44C4-A226-CCD0278B51E0}"/>
              </a:ext>
            </a:extLst>
          </p:cNvPr>
          <p:cNvSpPr>
            <a:spLocks noChangeShapeType="1"/>
          </p:cNvSpPr>
          <p:nvPr>
            <p:custDataLst>
              <p:tags r:id="rId50"/>
            </p:custDataLst>
          </p:nvPr>
        </p:nvSpPr>
        <p:spPr bwMode="auto">
          <a:xfrm>
            <a:off x="5096200" y="3971563"/>
            <a:ext cx="0" cy="12192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2" name="Line 63">
            <a:extLst>
              <a:ext uri="{FF2B5EF4-FFF2-40B4-BE49-F238E27FC236}">
                <a16:creationId xmlns:a16="http://schemas.microsoft.com/office/drawing/2014/main" id="{B512BB73-C1C1-444E-A205-BCF361A9BCF3}"/>
              </a:ext>
            </a:extLst>
          </p:cNvPr>
          <p:cNvSpPr>
            <a:spLocks noChangeShapeType="1"/>
          </p:cNvSpPr>
          <p:nvPr>
            <p:custDataLst>
              <p:tags r:id="rId51"/>
            </p:custDataLst>
          </p:nvPr>
        </p:nvSpPr>
        <p:spPr bwMode="auto">
          <a:xfrm>
            <a:off x="5020000" y="3666763"/>
            <a:ext cx="0" cy="152400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3" name="Text Box 64">
            <a:extLst>
              <a:ext uri="{FF2B5EF4-FFF2-40B4-BE49-F238E27FC236}">
                <a16:creationId xmlns:a16="http://schemas.microsoft.com/office/drawing/2014/main" id="{54652884-CDE1-4BD7-8EE0-F8AB5362695F}"/>
              </a:ext>
            </a:extLst>
          </p:cNvPr>
          <p:cNvSpPr txBox="1">
            <a:spLocks noChangeArrowheads="1"/>
          </p:cNvSpPr>
          <p:nvPr>
            <p:custDataLst>
              <p:tags r:id="rId52"/>
            </p:custDataLst>
          </p:nvPr>
        </p:nvSpPr>
        <p:spPr bwMode="auto">
          <a:xfrm>
            <a:off x="5482287" y="5266963"/>
            <a:ext cx="556563" cy="400110"/>
          </a:xfrm>
          <a:prstGeom prst="rect">
            <a:avLst/>
          </a:prstGeom>
          <a:noFill/>
          <a:ln w="12700">
            <a:noFill/>
            <a:miter lim="800000"/>
            <a:headEnd/>
            <a:tailEnd/>
          </a:ln>
        </p:spPr>
        <p:txBody>
          <a:bodyPr wrap="none">
            <a:prstTxWarp prst="textNoShape">
              <a:avLst/>
            </a:prstTxWarp>
            <a:spAutoFit/>
          </a:bodyPr>
          <a:lstStyle/>
          <a:p>
            <a:pPr algn="ctr"/>
            <a:r>
              <a:rPr lang="en-US" sz="2000">
                <a:solidFill>
                  <a:srgbClr val="FF0909"/>
                </a:solidFill>
                <a:latin typeface="+mn-lt"/>
              </a:rPr>
              <a:t>TLB</a:t>
            </a:r>
          </a:p>
        </p:txBody>
      </p:sp>
      <p:sp>
        <p:nvSpPr>
          <p:cNvPr id="104" name="Line 65">
            <a:extLst>
              <a:ext uri="{FF2B5EF4-FFF2-40B4-BE49-F238E27FC236}">
                <a16:creationId xmlns:a16="http://schemas.microsoft.com/office/drawing/2014/main" id="{62777784-CA09-447B-ADEB-A6ADFFB7D1A4}"/>
              </a:ext>
            </a:extLst>
          </p:cNvPr>
          <p:cNvSpPr>
            <a:spLocks noChangeShapeType="1"/>
          </p:cNvSpPr>
          <p:nvPr>
            <p:custDataLst>
              <p:tags r:id="rId53"/>
            </p:custDataLst>
          </p:nvPr>
        </p:nvSpPr>
        <p:spPr bwMode="auto">
          <a:xfrm flipH="1">
            <a:off x="3038800" y="6028963"/>
            <a:ext cx="2057400"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5" name="AutoShape 66">
            <a:extLst>
              <a:ext uri="{FF2B5EF4-FFF2-40B4-BE49-F238E27FC236}">
                <a16:creationId xmlns:a16="http://schemas.microsoft.com/office/drawing/2014/main" id="{1392D875-4BE8-4B9E-95D6-7FD3DE31E296}"/>
              </a:ext>
            </a:extLst>
          </p:cNvPr>
          <p:cNvSpPr>
            <a:spLocks noChangeArrowheads="1"/>
          </p:cNvSpPr>
          <p:nvPr>
            <p:custDataLst>
              <p:tags r:id="rId54"/>
            </p:custDataLst>
          </p:nvPr>
        </p:nvSpPr>
        <p:spPr bwMode="auto">
          <a:xfrm>
            <a:off x="4943800" y="3590563"/>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6" name="AutoShape 67">
            <a:extLst>
              <a:ext uri="{FF2B5EF4-FFF2-40B4-BE49-F238E27FC236}">
                <a16:creationId xmlns:a16="http://schemas.microsoft.com/office/drawing/2014/main" id="{8A4623C3-6CD2-4786-9124-61BEE902E5F6}"/>
              </a:ext>
            </a:extLst>
          </p:cNvPr>
          <p:cNvSpPr>
            <a:spLocks noChangeArrowheads="1"/>
          </p:cNvSpPr>
          <p:nvPr>
            <p:custDataLst>
              <p:tags r:id="rId55"/>
            </p:custDataLst>
          </p:nvPr>
        </p:nvSpPr>
        <p:spPr bwMode="auto">
          <a:xfrm>
            <a:off x="5020000" y="3879488"/>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7" name="AutoShape 68">
            <a:extLst>
              <a:ext uri="{FF2B5EF4-FFF2-40B4-BE49-F238E27FC236}">
                <a16:creationId xmlns:a16="http://schemas.microsoft.com/office/drawing/2014/main" id="{90383A78-F8FF-4DCF-ADB1-FE5B8D7875B9}"/>
              </a:ext>
            </a:extLst>
          </p:cNvPr>
          <p:cNvSpPr>
            <a:spLocks noChangeArrowheads="1"/>
          </p:cNvSpPr>
          <p:nvPr>
            <p:custDataLst>
              <p:tags r:id="rId56"/>
            </p:custDataLst>
          </p:nvPr>
        </p:nvSpPr>
        <p:spPr bwMode="auto">
          <a:xfrm>
            <a:off x="5096200" y="4489088"/>
            <a:ext cx="152400" cy="168275"/>
          </a:xfrm>
          <a:prstGeom prst="flowChartConnector">
            <a:avLst/>
          </a:prstGeom>
          <a:solidFill>
            <a:srgbClr val="000000"/>
          </a:solidFill>
          <a:ln w="12700">
            <a:noFill/>
            <a:round/>
            <a:headEnd/>
            <a:tailEnd/>
          </a:ln>
        </p:spPr>
        <p:txBody>
          <a:bodyPr wrap="none" anchor="ctr">
            <a:prstTxWarp prst="textNoShape">
              <a:avLst/>
            </a:prstTxWarp>
          </a:bodyPr>
          <a:lstStyle/>
          <a:p>
            <a:pPr algn="ctr"/>
            <a:endParaRPr lang="en-US">
              <a:latin typeface="+mn-lt"/>
            </a:endParaRPr>
          </a:p>
        </p:txBody>
      </p:sp>
      <p:sp>
        <p:nvSpPr>
          <p:cNvPr id="108" name="Line 69">
            <a:extLst>
              <a:ext uri="{FF2B5EF4-FFF2-40B4-BE49-F238E27FC236}">
                <a16:creationId xmlns:a16="http://schemas.microsoft.com/office/drawing/2014/main" id="{DD0E9D11-37D1-444E-9683-C5F1A23F9D12}"/>
              </a:ext>
            </a:extLst>
          </p:cNvPr>
          <p:cNvSpPr>
            <a:spLocks noChangeShapeType="1"/>
          </p:cNvSpPr>
          <p:nvPr>
            <p:custDataLst>
              <p:tags r:id="rId57"/>
            </p:custDataLst>
          </p:nvPr>
        </p:nvSpPr>
        <p:spPr bwMode="auto">
          <a:xfrm flipH="1">
            <a:off x="3038800" y="6333763"/>
            <a:ext cx="3886200"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09" name="Freeform 71">
            <a:extLst>
              <a:ext uri="{FF2B5EF4-FFF2-40B4-BE49-F238E27FC236}">
                <a16:creationId xmlns:a16="http://schemas.microsoft.com/office/drawing/2014/main" id="{D418C247-2BA3-44DF-BBE6-40248EC0782F}"/>
              </a:ext>
            </a:extLst>
          </p:cNvPr>
          <p:cNvSpPr>
            <a:spLocks/>
          </p:cNvSpPr>
          <p:nvPr>
            <p:custDataLst>
              <p:tags r:id="rId58"/>
            </p:custDataLst>
          </p:nvPr>
        </p:nvSpPr>
        <p:spPr bwMode="auto">
          <a:xfrm flipH="1">
            <a:off x="7534600" y="3666763"/>
            <a:ext cx="192088" cy="1219199"/>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10" name="Freeform 73">
            <a:extLst>
              <a:ext uri="{FF2B5EF4-FFF2-40B4-BE49-F238E27FC236}">
                <a16:creationId xmlns:a16="http://schemas.microsoft.com/office/drawing/2014/main" id="{72B93EB4-1E67-4E2D-A66A-1CBC9E1C7C8F}"/>
              </a:ext>
            </a:extLst>
          </p:cNvPr>
          <p:cNvSpPr>
            <a:spLocks/>
          </p:cNvSpPr>
          <p:nvPr>
            <p:custDataLst>
              <p:tags r:id="rId59"/>
            </p:custDataLst>
          </p:nvPr>
        </p:nvSpPr>
        <p:spPr bwMode="auto">
          <a:xfrm rot="5400000">
            <a:off x="8531550" y="4498613"/>
            <a:ext cx="136525" cy="606425"/>
          </a:xfrm>
          <a:custGeom>
            <a:avLst/>
            <a:gdLst>
              <a:gd name="T0" fmla="*/ 0 w 192"/>
              <a:gd name="T1" fmla="*/ 0 h 2496"/>
              <a:gd name="T2" fmla="*/ 0 w 192"/>
              <a:gd name="T3" fmla="*/ 2496 h 2496"/>
              <a:gd name="T4" fmla="*/ 192 w 192"/>
              <a:gd name="T5" fmla="*/ 2304 h 2496"/>
              <a:gd name="T6" fmla="*/ 192 w 192"/>
              <a:gd name="T7" fmla="*/ 192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1"/>
          </a:solidFill>
          <a:ln w="28575">
            <a:solidFill>
              <a:srgbClr val="000000"/>
            </a:solidFill>
            <a:round/>
            <a:headEnd/>
            <a:tailEnd/>
          </a:ln>
        </p:spPr>
        <p:txBody>
          <a:bodyPr wrap="none" anchor="ctr">
            <a:prstTxWarp prst="textNoShape">
              <a:avLst/>
            </a:prstTxWarp>
          </a:bodyPr>
          <a:lstStyle/>
          <a:p>
            <a:pPr algn="ctr"/>
            <a:endParaRPr lang="en-US">
              <a:latin typeface="+mn-lt"/>
            </a:endParaRPr>
          </a:p>
        </p:txBody>
      </p:sp>
      <p:grpSp>
        <p:nvGrpSpPr>
          <p:cNvPr id="111" name="Group 74">
            <a:extLst>
              <a:ext uri="{FF2B5EF4-FFF2-40B4-BE49-F238E27FC236}">
                <a16:creationId xmlns:a16="http://schemas.microsoft.com/office/drawing/2014/main" id="{D9EB3C07-ADA5-428E-9425-CA0DB1C282CA}"/>
              </a:ext>
            </a:extLst>
          </p:cNvPr>
          <p:cNvGrpSpPr>
            <a:grpSpLocks/>
          </p:cNvGrpSpPr>
          <p:nvPr/>
        </p:nvGrpSpPr>
        <p:grpSpPr bwMode="auto">
          <a:xfrm flipH="1">
            <a:off x="8144200" y="2752363"/>
            <a:ext cx="152400" cy="1828800"/>
            <a:chOff x="4368" y="864"/>
            <a:chExt cx="192" cy="1152"/>
          </a:xfrm>
        </p:grpSpPr>
        <p:sp>
          <p:nvSpPr>
            <p:cNvPr id="112" name="Line 75">
              <a:extLst>
                <a:ext uri="{FF2B5EF4-FFF2-40B4-BE49-F238E27FC236}">
                  <a16:creationId xmlns:a16="http://schemas.microsoft.com/office/drawing/2014/main" id="{304FB894-DFFB-4FA0-BEFD-E62CC10A554A}"/>
                </a:ext>
              </a:extLst>
            </p:cNvPr>
            <p:cNvSpPr>
              <a:spLocks noChangeShapeType="1"/>
            </p:cNvSpPr>
            <p:nvPr>
              <p:custDataLst>
                <p:tags r:id="rId67"/>
              </p:custDataLst>
            </p:nvPr>
          </p:nvSpPr>
          <p:spPr bwMode="auto">
            <a:xfrm flipH="1">
              <a:off x="4368" y="86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3" name="Line 76">
              <a:extLst>
                <a:ext uri="{FF2B5EF4-FFF2-40B4-BE49-F238E27FC236}">
                  <a16:creationId xmlns:a16="http://schemas.microsoft.com/office/drawing/2014/main" id="{3974B17C-4846-406E-8B14-AD1A5390E364}"/>
                </a:ext>
              </a:extLst>
            </p:cNvPr>
            <p:cNvSpPr>
              <a:spLocks noChangeShapeType="1"/>
            </p:cNvSpPr>
            <p:nvPr>
              <p:custDataLst>
                <p:tags r:id="rId68"/>
              </p:custDataLst>
            </p:nvPr>
          </p:nvSpPr>
          <p:spPr bwMode="auto">
            <a:xfrm flipH="1">
              <a:off x="4368" y="105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4" name="Line 77">
              <a:extLst>
                <a:ext uri="{FF2B5EF4-FFF2-40B4-BE49-F238E27FC236}">
                  <a16:creationId xmlns:a16="http://schemas.microsoft.com/office/drawing/2014/main" id="{71DDDF13-DAF4-4214-B6F5-FFC72A707D6C}"/>
                </a:ext>
              </a:extLst>
            </p:cNvPr>
            <p:cNvSpPr>
              <a:spLocks noChangeShapeType="1"/>
            </p:cNvSpPr>
            <p:nvPr>
              <p:custDataLst>
                <p:tags r:id="rId69"/>
              </p:custDataLst>
            </p:nvPr>
          </p:nvSpPr>
          <p:spPr bwMode="auto">
            <a:xfrm flipH="1">
              <a:off x="4368" y="1248"/>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5" name="Line 78">
              <a:extLst>
                <a:ext uri="{FF2B5EF4-FFF2-40B4-BE49-F238E27FC236}">
                  <a16:creationId xmlns:a16="http://schemas.microsoft.com/office/drawing/2014/main" id="{9A378CE5-11D7-4DD6-9F42-3D2786FD2BCB}"/>
                </a:ext>
              </a:extLst>
            </p:cNvPr>
            <p:cNvSpPr>
              <a:spLocks noChangeShapeType="1"/>
            </p:cNvSpPr>
            <p:nvPr>
              <p:custDataLst>
                <p:tags r:id="rId70"/>
              </p:custDataLst>
            </p:nvPr>
          </p:nvSpPr>
          <p:spPr bwMode="auto">
            <a:xfrm flipH="1">
              <a:off x="4368" y="1824"/>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sp>
          <p:nvSpPr>
            <p:cNvPr id="116" name="Line 79">
              <a:extLst>
                <a:ext uri="{FF2B5EF4-FFF2-40B4-BE49-F238E27FC236}">
                  <a16:creationId xmlns:a16="http://schemas.microsoft.com/office/drawing/2014/main" id="{FBF1FBF9-818C-4097-A7AC-7E6E5E99FFBF}"/>
                </a:ext>
              </a:extLst>
            </p:cNvPr>
            <p:cNvSpPr>
              <a:spLocks noChangeShapeType="1"/>
            </p:cNvSpPr>
            <p:nvPr>
              <p:custDataLst>
                <p:tags r:id="rId71"/>
              </p:custDataLst>
            </p:nvPr>
          </p:nvSpPr>
          <p:spPr bwMode="auto">
            <a:xfrm flipH="1">
              <a:off x="4368" y="2016"/>
              <a:ext cx="192" cy="0"/>
            </a:xfrm>
            <a:prstGeom prst="line">
              <a:avLst/>
            </a:prstGeom>
            <a:noFill/>
            <a:ln w="12700">
              <a:solidFill>
                <a:srgbClr val="000000"/>
              </a:solidFill>
              <a:round/>
              <a:headEnd/>
              <a:tailEnd type="triangle" w="med" len="med"/>
            </a:ln>
          </p:spPr>
          <p:txBody>
            <a:bodyPr wrap="none" anchor="ctr">
              <a:prstTxWarp prst="textNoShape">
                <a:avLst/>
              </a:prstTxWarp>
            </a:bodyPr>
            <a:lstStyle/>
            <a:p>
              <a:pPr algn="ctr"/>
              <a:endParaRPr lang="en-US">
                <a:latin typeface="+mn-lt"/>
              </a:endParaRPr>
            </a:p>
          </p:txBody>
        </p:sp>
      </p:grpSp>
      <p:sp>
        <p:nvSpPr>
          <p:cNvPr id="117" name="Line 82">
            <a:extLst>
              <a:ext uri="{FF2B5EF4-FFF2-40B4-BE49-F238E27FC236}">
                <a16:creationId xmlns:a16="http://schemas.microsoft.com/office/drawing/2014/main" id="{DA5C0740-FC74-4B63-8F38-696BF1B98DAA}"/>
              </a:ext>
            </a:extLst>
          </p:cNvPr>
          <p:cNvSpPr>
            <a:spLocks noChangeShapeType="1"/>
          </p:cNvSpPr>
          <p:nvPr>
            <p:custDataLst>
              <p:tags r:id="rId60"/>
            </p:custDataLst>
          </p:nvPr>
        </p:nvSpPr>
        <p:spPr bwMode="auto">
          <a:xfrm>
            <a:off x="6925000" y="5495563"/>
            <a:ext cx="0" cy="838200"/>
          </a:xfrm>
          <a:prstGeom prst="line">
            <a:avLst/>
          </a:prstGeom>
          <a:noFill/>
          <a:ln w="12700">
            <a:solidFill>
              <a:srgbClr val="000000"/>
            </a:solidFill>
            <a:round/>
            <a:headEnd/>
            <a:tailEnd/>
          </a:ln>
        </p:spPr>
        <p:txBody>
          <a:bodyPr wrap="none" anchor="ctr">
            <a:prstTxWarp prst="textNoShape">
              <a:avLst/>
            </a:prstTxWarp>
          </a:bodyPr>
          <a:lstStyle/>
          <a:p>
            <a:pPr algn="ctr"/>
            <a:endParaRPr lang="en-US">
              <a:latin typeface="+mn-lt"/>
            </a:endParaRPr>
          </a:p>
        </p:txBody>
      </p:sp>
      <p:sp>
        <p:nvSpPr>
          <p:cNvPr id="118" name="Text Box 25">
            <a:extLst>
              <a:ext uri="{FF2B5EF4-FFF2-40B4-BE49-F238E27FC236}">
                <a16:creationId xmlns:a16="http://schemas.microsoft.com/office/drawing/2014/main" id="{52FBCD94-FA14-4C3C-9BCC-D5A0879A1645}"/>
              </a:ext>
            </a:extLst>
          </p:cNvPr>
          <p:cNvSpPr txBox="1">
            <a:spLocks noChangeArrowheads="1"/>
          </p:cNvSpPr>
          <p:nvPr>
            <p:custDataLst>
              <p:tags r:id="rId61"/>
            </p:custDataLst>
          </p:nvPr>
        </p:nvSpPr>
        <p:spPr bwMode="auto">
          <a:xfrm>
            <a:off x="1646562" y="5784488"/>
            <a:ext cx="1460656" cy="400110"/>
          </a:xfrm>
          <a:prstGeom prst="rect">
            <a:avLst/>
          </a:prstGeom>
          <a:noFill/>
          <a:ln w="12700">
            <a:noFill/>
            <a:miter lim="800000"/>
            <a:headEnd/>
            <a:tailEnd/>
          </a:ln>
        </p:spPr>
        <p:txBody>
          <a:bodyPr wrap="none">
            <a:prstTxWarp prst="textNoShape">
              <a:avLst/>
            </a:prstTxWarp>
            <a:spAutoFit/>
          </a:bodyPr>
          <a:lstStyle/>
          <a:p>
            <a:pPr algn="l"/>
            <a:r>
              <a:rPr lang="en-US" sz="2000">
                <a:solidFill>
                  <a:srgbClr val="FF0909"/>
                </a:solidFill>
                <a:latin typeface="+mn-lt"/>
              </a:rPr>
              <a:t>TLB hit/miss</a:t>
            </a:r>
          </a:p>
        </p:txBody>
      </p:sp>
      <p:sp>
        <p:nvSpPr>
          <p:cNvPr id="119" name="Text Box 70">
            <a:extLst>
              <a:ext uri="{FF2B5EF4-FFF2-40B4-BE49-F238E27FC236}">
                <a16:creationId xmlns:a16="http://schemas.microsoft.com/office/drawing/2014/main" id="{E1D06D37-68C0-40AD-9E57-D13C771BBA38}"/>
              </a:ext>
            </a:extLst>
          </p:cNvPr>
          <p:cNvSpPr txBox="1">
            <a:spLocks noChangeArrowheads="1"/>
          </p:cNvSpPr>
          <p:nvPr>
            <p:custDataLst>
              <p:tags r:id="rId62"/>
            </p:custDataLst>
          </p:nvPr>
        </p:nvSpPr>
        <p:spPr bwMode="auto">
          <a:xfrm>
            <a:off x="1435425" y="6089288"/>
            <a:ext cx="1690976" cy="400110"/>
          </a:xfrm>
          <a:prstGeom prst="rect">
            <a:avLst/>
          </a:prstGeom>
          <a:noFill/>
          <a:ln w="12700">
            <a:noFill/>
            <a:miter lim="800000"/>
            <a:headEnd/>
            <a:tailEnd/>
          </a:ln>
        </p:spPr>
        <p:txBody>
          <a:bodyPr wrap="none">
            <a:prstTxWarp prst="textNoShape">
              <a:avLst/>
            </a:prstTxWarp>
            <a:spAutoFit/>
          </a:bodyPr>
          <a:lstStyle/>
          <a:p>
            <a:pPr algn="l"/>
            <a:r>
              <a:rPr lang="en-US" sz="2000" dirty="0">
                <a:solidFill>
                  <a:srgbClr val="FF0909"/>
                </a:solidFill>
                <a:latin typeface="+mn-lt"/>
              </a:rPr>
              <a:t>cache hit/miss</a:t>
            </a:r>
          </a:p>
        </p:txBody>
      </p:sp>
      <p:sp>
        <p:nvSpPr>
          <p:cNvPr id="120" name="Text Box 16">
            <a:extLst>
              <a:ext uri="{FF2B5EF4-FFF2-40B4-BE49-F238E27FC236}">
                <a16:creationId xmlns:a16="http://schemas.microsoft.com/office/drawing/2014/main" id="{1F66DC6E-7B80-4815-B2DE-C8C04DD268F1}"/>
              </a:ext>
            </a:extLst>
          </p:cNvPr>
          <p:cNvSpPr txBox="1">
            <a:spLocks noChangeArrowheads="1"/>
          </p:cNvSpPr>
          <p:nvPr>
            <p:custDataLst>
              <p:tags r:id="rId63"/>
            </p:custDataLst>
          </p:nvPr>
        </p:nvSpPr>
        <p:spPr bwMode="auto">
          <a:xfrm>
            <a:off x="4338567" y="6409964"/>
            <a:ext cx="467565"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VA</a:t>
            </a:r>
          </a:p>
        </p:txBody>
      </p:sp>
      <p:sp>
        <p:nvSpPr>
          <p:cNvPr id="121" name="Text Box 16">
            <a:extLst>
              <a:ext uri="{FF2B5EF4-FFF2-40B4-BE49-F238E27FC236}">
                <a16:creationId xmlns:a16="http://schemas.microsoft.com/office/drawing/2014/main" id="{F24FB096-D52C-412D-9CAF-A5D870383278}"/>
              </a:ext>
            </a:extLst>
          </p:cNvPr>
          <p:cNvSpPr txBox="1">
            <a:spLocks noChangeArrowheads="1"/>
          </p:cNvSpPr>
          <p:nvPr>
            <p:custDataLst>
              <p:tags r:id="rId64"/>
            </p:custDataLst>
          </p:nvPr>
        </p:nvSpPr>
        <p:spPr bwMode="auto">
          <a:xfrm>
            <a:off x="6402318" y="4791727"/>
            <a:ext cx="511743" cy="400110"/>
          </a:xfrm>
          <a:prstGeom prst="rect">
            <a:avLst/>
          </a:prstGeom>
          <a:noFill/>
          <a:ln w="12700">
            <a:noFill/>
            <a:miter lim="800000"/>
            <a:headEnd/>
            <a:tailEnd/>
          </a:ln>
        </p:spPr>
        <p:txBody>
          <a:bodyPr wrap="none">
            <a:prstTxWarp prst="textNoShape">
              <a:avLst/>
            </a:prstTxWarp>
            <a:spAutoFit/>
          </a:bodyPr>
          <a:lstStyle/>
          <a:p>
            <a:pPr algn="ctr"/>
            <a:r>
              <a:rPr lang="en-US" sz="2000" dirty="0">
                <a:solidFill>
                  <a:srgbClr val="FF0909"/>
                </a:solidFill>
                <a:latin typeface="+mn-lt"/>
              </a:rPr>
              <a:t>tag</a:t>
            </a:r>
          </a:p>
        </p:txBody>
      </p:sp>
      <p:sp>
        <p:nvSpPr>
          <p:cNvPr id="122" name="Freeform 71">
            <a:extLst>
              <a:ext uri="{FF2B5EF4-FFF2-40B4-BE49-F238E27FC236}">
                <a16:creationId xmlns:a16="http://schemas.microsoft.com/office/drawing/2014/main" id="{3AC38B79-05B3-44B2-B5C2-DF6621E5F620}"/>
              </a:ext>
            </a:extLst>
          </p:cNvPr>
          <p:cNvSpPr>
            <a:spLocks/>
          </p:cNvSpPr>
          <p:nvPr>
            <p:custDataLst>
              <p:tags r:id="rId65"/>
            </p:custDataLst>
          </p:nvPr>
        </p:nvSpPr>
        <p:spPr bwMode="auto">
          <a:xfrm rot="5400000" flipH="1">
            <a:off x="5356307" y="4214705"/>
            <a:ext cx="1766345" cy="2988211"/>
          </a:xfrm>
          <a:custGeom>
            <a:avLst/>
            <a:gdLst>
              <a:gd name="T0" fmla="*/ 0 w 144"/>
              <a:gd name="T1" fmla="*/ 2016 h 2016"/>
              <a:gd name="T2" fmla="*/ 0 w 144"/>
              <a:gd name="T3" fmla="*/ 0 h 2016"/>
              <a:gd name="T4" fmla="*/ 144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none" w="med" len="med"/>
          </a:ln>
        </p:spPr>
        <p:txBody>
          <a:bodyPr wrap="none" anchor="ctr">
            <a:prstTxWarp prst="textNoShape">
              <a:avLst/>
            </a:prstTxWarp>
          </a:bodyPr>
          <a:lstStyle/>
          <a:p>
            <a:pPr algn="ctr"/>
            <a:endParaRPr lang="en-US">
              <a:latin typeface="+mn-lt"/>
            </a:endParaRPr>
          </a:p>
        </p:txBody>
      </p:sp>
      <p:sp>
        <p:nvSpPr>
          <p:cNvPr id="123" name="TextBox 122">
            <a:extLst>
              <a:ext uri="{FF2B5EF4-FFF2-40B4-BE49-F238E27FC236}">
                <a16:creationId xmlns:a16="http://schemas.microsoft.com/office/drawing/2014/main" id="{6BBC761D-D547-4D84-A2A5-5992EBE3A2A9}"/>
              </a:ext>
            </a:extLst>
          </p:cNvPr>
          <p:cNvSpPr txBox="1"/>
          <p:nvPr>
            <p:custDataLst>
              <p:tags r:id="rId66"/>
            </p:custDataLst>
          </p:nvPr>
        </p:nvSpPr>
        <p:spPr>
          <a:xfrm>
            <a:off x="-190941" y="1414730"/>
            <a:ext cx="6474196" cy="5329737"/>
          </a:xfrm>
          <a:prstGeom prst="rect">
            <a:avLst/>
          </a:prstGeom>
          <a:noFill/>
        </p:spPr>
        <p:txBody>
          <a:bodyPr wrap="square" rtlCol="0" anchor="t">
            <a:noAutofit/>
          </a:bodyPr>
          <a:lstStyle/>
          <a:p>
            <a:pPr marL="914400" lvl="1" indent="-457200">
              <a:buFont typeface="Wingdings" panose="05000000000000000000" pitchFamily="2" charset="2"/>
              <a:buChar char="Ø"/>
            </a:pPr>
            <a:r>
              <a:rPr lang="en-US" sz="2400" b="1" dirty="0">
                <a:latin typeface="+mn-lt"/>
              </a:rPr>
              <a:t>Insight</a:t>
            </a:r>
            <a:r>
              <a:rPr lang="en-US" sz="2400" dirty="0">
                <a:latin typeface="+mn-lt"/>
              </a:rPr>
              <a:t>: Not a problem if X and Y land in the same set, because their physical tags are the same</a:t>
            </a:r>
          </a:p>
          <a:p>
            <a:pPr marL="914400" lvl="1" indent="-457200">
              <a:buFont typeface="Wingdings" panose="05000000000000000000" pitchFamily="2" charset="2"/>
              <a:buChar char="Ø"/>
            </a:pPr>
            <a:r>
              <a:rPr lang="en-US" sz="2400" b="1" dirty="0">
                <a:latin typeface="+mn-lt"/>
              </a:rPr>
              <a:t>Solution</a:t>
            </a:r>
            <a:r>
              <a:rPr lang="en-US" sz="2400" dirty="0">
                <a:latin typeface="+mn-lt"/>
              </a:rPr>
              <a:t>: Ensure that set index of X = set index of Y (i.e., X and Y always share the same ways)</a:t>
            </a:r>
          </a:p>
        </p:txBody>
      </p:sp>
    </p:spTree>
    <p:custDataLst>
      <p:tags r:id="rId1"/>
    </p:custDataLst>
    <p:extLst>
      <p:ext uri="{BB962C8B-B14F-4D97-AF65-F5344CB8AC3E}">
        <p14:creationId xmlns:p14="http://schemas.microsoft.com/office/powerpoint/2010/main" val="8044924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VIPT Caches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30</a:t>
            </a:fld>
            <a:endParaRPr lang="en-US" altLang="en-US" sz="1400">
              <a:latin typeface="Times New Roman" panose="02020603050405020304" pitchFamily="18" charset="0"/>
            </a:endParaRPr>
          </a:p>
        </p:txBody>
      </p:sp>
      <p:sp>
        <p:nvSpPr>
          <p:cNvPr id="123" name="TextBox 122">
            <a:extLst>
              <a:ext uri="{FF2B5EF4-FFF2-40B4-BE49-F238E27FC236}">
                <a16:creationId xmlns:a16="http://schemas.microsoft.com/office/drawing/2014/main" id="{BA3709B6-EBD6-420C-B634-7FE9F47B1706}"/>
              </a:ext>
            </a:extLst>
          </p:cNvPr>
          <p:cNvSpPr txBox="1"/>
          <p:nvPr>
            <p:custDataLst>
              <p:tags r:id="rId4"/>
            </p:custDataLst>
          </p:nvPr>
        </p:nvSpPr>
        <p:spPr>
          <a:xfrm>
            <a:off x="526928" y="1414730"/>
            <a:ext cx="8540872" cy="5329737"/>
          </a:xfrm>
          <a:prstGeom prst="rect">
            <a:avLst/>
          </a:prstGeom>
          <a:noFill/>
        </p:spPr>
        <p:txBody>
          <a:bodyPr wrap="square" rtlCol="0" anchor="t">
            <a:noAutofit/>
          </a:bodyPr>
          <a:lstStyle/>
          <a:p>
            <a:r>
              <a:rPr lang="en-US" sz="3200" dirty="0">
                <a:latin typeface="+mn-lt"/>
              </a:rPr>
              <a:t>But we don’t know X and Y a priori; how do we map them to same set?</a:t>
            </a:r>
          </a:p>
          <a:p>
            <a:pPr marL="457200" indent="-457200">
              <a:buFont typeface="Arial" panose="020B0604020202020204" pitchFamily="34" charset="0"/>
              <a:buChar char="•"/>
            </a:pPr>
            <a:r>
              <a:rPr lang="en-US" sz="2800" dirty="0">
                <a:latin typeface="+mn-lt"/>
              </a:rPr>
              <a:t>e.g., Given 4KB pages, if X and Y map to physical address 0x1A318ED4, what do we know for sure about X and Y?</a:t>
            </a:r>
          </a:p>
          <a:p>
            <a:pPr marL="914400" lvl="1" indent="-457200">
              <a:buFont typeface="Wingdings" panose="05000000000000000000" pitchFamily="2" charset="2"/>
              <a:buChar char="Ø"/>
            </a:pPr>
            <a:r>
              <a:rPr lang="en-US" sz="2400" b="1" dirty="0">
                <a:latin typeface="+mn-lt"/>
              </a:rPr>
              <a:t>X[11:0] = Y[11:0] = 0xED4</a:t>
            </a:r>
          </a:p>
          <a:p>
            <a:pPr marL="914400" lvl="1" indent="-457200">
              <a:buFont typeface="Wingdings" panose="05000000000000000000" pitchFamily="2" charset="2"/>
              <a:buChar char="Ø"/>
            </a:pPr>
            <a:r>
              <a:rPr lang="en-US" sz="2400" b="1" dirty="0">
                <a:latin typeface="+mn-lt"/>
              </a:rPr>
              <a:t>Insight: </a:t>
            </a:r>
            <a:r>
              <a:rPr lang="en-US" sz="2400" dirty="0">
                <a:latin typeface="+mn-lt"/>
              </a:rPr>
              <a:t>If X and Y are synonyms, their page offset bits are always the same</a:t>
            </a:r>
          </a:p>
          <a:p>
            <a:pPr marL="914400" lvl="1" indent="-457200">
              <a:buFont typeface="Wingdings" panose="05000000000000000000" pitchFamily="2" charset="2"/>
              <a:buChar char="Ø"/>
            </a:pPr>
            <a:r>
              <a:rPr lang="en-US" sz="2400" b="1" dirty="0">
                <a:latin typeface="+mn-lt"/>
              </a:rPr>
              <a:t>Solution:</a:t>
            </a:r>
            <a:r>
              <a:rPr lang="en-US" sz="2400" dirty="0">
                <a:latin typeface="+mn-lt"/>
              </a:rPr>
              <a:t> Ensure that cache set index bits ⊆ page offset bits</a:t>
            </a:r>
          </a:p>
        </p:txBody>
      </p:sp>
      <p:sp>
        <p:nvSpPr>
          <p:cNvPr id="124" name="Rectangle 11">
            <a:extLst>
              <a:ext uri="{FF2B5EF4-FFF2-40B4-BE49-F238E27FC236}">
                <a16:creationId xmlns:a16="http://schemas.microsoft.com/office/drawing/2014/main" id="{BB4A9AF3-696F-4171-AA1E-9B51FF7E14B7}"/>
              </a:ext>
            </a:extLst>
          </p:cNvPr>
          <p:cNvSpPr>
            <a:spLocks noChangeArrowheads="1"/>
          </p:cNvSpPr>
          <p:nvPr>
            <p:custDataLst>
              <p:tags r:id="rId5"/>
            </p:custDataLst>
          </p:nvPr>
        </p:nvSpPr>
        <p:spPr bwMode="auto">
          <a:xfrm>
            <a:off x="6071118" y="5486400"/>
            <a:ext cx="732678"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offset</a:t>
            </a:r>
            <a:endParaRPr lang="en-US" b="1" dirty="0">
              <a:latin typeface="+mn-lt"/>
            </a:endParaRPr>
          </a:p>
        </p:txBody>
      </p:sp>
      <p:sp>
        <p:nvSpPr>
          <p:cNvPr id="125" name="Rectangle 12">
            <a:extLst>
              <a:ext uri="{FF2B5EF4-FFF2-40B4-BE49-F238E27FC236}">
                <a16:creationId xmlns:a16="http://schemas.microsoft.com/office/drawing/2014/main" id="{10CC877E-AB79-42FD-849E-705A018CA2AD}"/>
              </a:ext>
            </a:extLst>
          </p:cNvPr>
          <p:cNvSpPr>
            <a:spLocks noChangeArrowheads="1"/>
          </p:cNvSpPr>
          <p:nvPr>
            <p:custDataLst>
              <p:tags r:id="rId6"/>
            </p:custDataLst>
          </p:nvPr>
        </p:nvSpPr>
        <p:spPr bwMode="auto">
          <a:xfrm>
            <a:off x="1926996" y="5486400"/>
            <a:ext cx="30480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endParaRPr lang="en-US" sz="1400" b="1" dirty="0">
              <a:latin typeface="+mn-lt"/>
            </a:endParaRPr>
          </a:p>
        </p:txBody>
      </p:sp>
      <p:sp>
        <p:nvSpPr>
          <p:cNvPr id="126" name="Rectangle 14">
            <a:extLst>
              <a:ext uri="{FF2B5EF4-FFF2-40B4-BE49-F238E27FC236}">
                <a16:creationId xmlns:a16="http://schemas.microsoft.com/office/drawing/2014/main" id="{449A9200-DDD7-4DBB-B387-05C765B19B3C}"/>
              </a:ext>
            </a:extLst>
          </p:cNvPr>
          <p:cNvSpPr>
            <a:spLocks noChangeArrowheads="1"/>
          </p:cNvSpPr>
          <p:nvPr>
            <p:custDataLst>
              <p:tags r:id="rId7"/>
            </p:custDataLst>
          </p:nvPr>
        </p:nvSpPr>
        <p:spPr bwMode="auto">
          <a:xfrm>
            <a:off x="4974996" y="5486400"/>
            <a:ext cx="1125445"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set index</a:t>
            </a:r>
            <a:endParaRPr lang="en-US" sz="1600" dirty="0">
              <a:solidFill>
                <a:srgbClr val="000000"/>
              </a:solidFill>
              <a:latin typeface="+mn-lt"/>
            </a:endParaRPr>
          </a:p>
        </p:txBody>
      </p:sp>
      <p:sp>
        <p:nvSpPr>
          <p:cNvPr id="127" name="Line 15">
            <a:extLst>
              <a:ext uri="{FF2B5EF4-FFF2-40B4-BE49-F238E27FC236}">
                <a16:creationId xmlns:a16="http://schemas.microsoft.com/office/drawing/2014/main" id="{30DF091D-CD02-4D87-8A6C-6CA94F1DC08C}"/>
              </a:ext>
            </a:extLst>
          </p:cNvPr>
          <p:cNvSpPr>
            <a:spLocks noChangeShapeType="1"/>
          </p:cNvSpPr>
          <p:nvPr>
            <p:custDataLst>
              <p:tags r:id="rId8"/>
            </p:custDataLst>
          </p:nvPr>
        </p:nvSpPr>
        <p:spPr bwMode="auto">
          <a:xfrm rot="5400000" flipV="1">
            <a:off x="1726942" y="5591145"/>
            <a:ext cx="0" cy="400109"/>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28" name="Text Box 16">
            <a:extLst>
              <a:ext uri="{FF2B5EF4-FFF2-40B4-BE49-F238E27FC236}">
                <a16:creationId xmlns:a16="http://schemas.microsoft.com/office/drawing/2014/main" id="{E394140D-30B5-4D26-9B1A-87BCD9180B78}"/>
              </a:ext>
            </a:extLst>
          </p:cNvPr>
          <p:cNvSpPr txBox="1">
            <a:spLocks noChangeArrowheads="1"/>
          </p:cNvSpPr>
          <p:nvPr>
            <p:custDataLst>
              <p:tags r:id="rId9"/>
            </p:custDataLst>
          </p:nvPr>
        </p:nvSpPr>
        <p:spPr bwMode="auto">
          <a:xfrm>
            <a:off x="1118118" y="5591144"/>
            <a:ext cx="467565" cy="400110"/>
          </a:xfrm>
          <a:prstGeom prst="rect">
            <a:avLst/>
          </a:prstGeom>
          <a:noFill/>
          <a:ln w="12700">
            <a:noFill/>
            <a:miter lim="800000"/>
            <a:headEnd/>
            <a:tailEnd/>
          </a:ln>
        </p:spPr>
        <p:txBody>
          <a:bodyPr wrap="none">
            <a:prstTxWarp prst="textNoShape">
              <a:avLst/>
            </a:prstTxWarp>
            <a:spAutoFit/>
          </a:bodyPr>
          <a:lstStyle/>
          <a:p>
            <a:pPr algn="ctr"/>
            <a:r>
              <a:rPr lang="en-US" sz="2000" dirty="0">
                <a:latin typeface="+mn-lt"/>
              </a:rPr>
              <a:t>VA</a:t>
            </a:r>
          </a:p>
        </p:txBody>
      </p:sp>
      <p:sp>
        <p:nvSpPr>
          <p:cNvPr id="129" name="Rectangle 56">
            <a:extLst>
              <a:ext uri="{FF2B5EF4-FFF2-40B4-BE49-F238E27FC236}">
                <a16:creationId xmlns:a16="http://schemas.microsoft.com/office/drawing/2014/main" id="{333A9665-82C7-4F0D-A21A-6A4383FB4F62}"/>
              </a:ext>
            </a:extLst>
          </p:cNvPr>
          <p:cNvSpPr>
            <a:spLocks noChangeArrowheads="1"/>
          </p:cNvSpPr>
          <p:nvPr>
            <p:custDataLst>
              <p:tags r:id="rId10"/>
            </p:custDataLst>
          </p:nvPr>
        </p:nvSpPr>
        <p:spPr bwMode="auto">
          <a:xfrm>
            <a:off x="1926996" y="5791200"/>
            <a:ext cx="24384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b="1" dirty="0">
                <a:latin typeface="+mn-lt"/>
              </a:rPr>
              <a:t>VPN</a:t>
            </a:r>
            <a:endParaRPr lang="en-US" sz="1400" b="1" dirty="0">
              <a:latin typeface="+mn-lt"/>
            </a:endParaRPr>
          </a:p>
        </p:txBody>
      </p:sp>
      <p:sp>
        <p:nvSpPr>
          <p:cNvPr id="130" name="Rectangle 57">
            <a:extLst>
              <a:ext uri="{FF2B5EF4-FFF2-40B4-BE49-F238E27FC236}">
                <a16:creationId xmlns:a16="http://schemas.microsoft.com/office/drawing/2014/main" id="{E1664B85-F83F-4FFC-BC38-5C80A32F3B6F}"/>
              </a:ext>
            </a:extLst>
          </p:cNvPr>
          <p:cNvSpPr>
            <a:spLocks noChangeArrowheads="1"/>
          </p:cNvSpPr>
          <p:nvPr>
            <p:custDataLst>
              <p:tags r:id="rId11"/>
            </p:custDataLst>
          </p:nvPr>
        </p:nvSpPr>
        <p:spPr bwMode="auto">
          <a:xfrm>
            <a:off x="4365396" y="5791200"/>
            <a:ext cx="24384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1600" b="1" dirty="0">
                <a:solidFill>
                  <a:srgbClr val="000000"/>
                </a:solidFill>
                <a:latin typeface="+mn-lt"/>
              </a:rPr>
              <a:t>page offset</a:t>
            </a:r>
            <a:endParaRPr lang="en-US" sz="1600" dirty="0">
              <a:solidFill>
                <a:srgbClr val="000000"/>
              </a:solidFill>
              <a:latin typeface="+mn-lt"/>
            </a:endParaRPr>
          </a:p>
        </p:txBody>
      </p:sp>
      <p:sp>
        <p:nvSpPr>
          <p:cNvPr id="131" name="Line 15">
            <a:extLst>
              <a:ext uri="{FF2B5EF4-FFF2-40B4-BE49-F238E27FC236}">
                <a16:creationId xmlns:a16="http://schemas.microsoft.com/office/drawing/2014/main" id="{7928EB75-DD4C-4EB8-9C8E-2D1ECB4D6C3B}"/>
              </a:ext>
            </a:extLst>
          </p:cNvPr>
          <p:cNvSpPr>
            <a:spLocks noChangeShapeType="1"/>
          </p:cNvSpPr>
          <p:nvPr>
            <p:custDataLst>
              <p:tags r:id="rId12"/>
            </p:custDataLst>
          </p:nvPr>
        </p:nvSpPr>
        <p:spPr bwMode="auto">
          <a:xfrm rot="5400000" flipV="1">
            <a:off x="7003850" y="5443269"/>
            <a:ext cx="0" cy="400109"/>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32" name="Text Box 16">
            <a:extLst>
              <a:ext uri="{FF2B5EF4-FFF2-40B4-BE49-F238E27FC236}">
                <a16:creationId xmlns:a16="http://schemas.microsoft.com/office/drawing/2014/main" id="{FC4C9198-B91E-4CAB-AA1D-E464D71C9060}"/>
              </a:ext>
            </a:extLst>
          </p:cNvPr>
          <p:cNvSpPr txBox="1">
            <a:spLocks noChangeArrowheads="1"/>
          </p:cNvSpPr>
          <p:nvPr>
            <p:custDataLst>
              <p:tags r:id="rId13"/>
            </p:custDataLst>
          </p:nvPr>
        </p:nvSpPr>
        <p:spPr bwMode="auto">
          <a:xfrm>
            <a:off x="7137918" y="5410200"/>
            <a:ext cx="786882" cy="400110"/>
          </a:xfrm>
          <a:prstGeom prst="rect">
            <a:avLst/>
          </a:prstGeom>
          <a:noFill/>
          <a:ln w="12700">
            <a:noFill/>
            <a:miter lim="800000"/>
            <a:headEnd/>
            <a:tailEnd/>
          </a:ln>
        </p:spPr>
        <p:txBody>
          <a:bodyPr wrap="none">
            <a:prstTxWarp prst="textNoShape">
              <a:avLst/>
            </a:prstTxWarp>
            <a:spAutoFit/>
          </a:bodyPr>
          <a:lstStyle/>
          <a:p>
            <a:pPr algn="ctr"/>
            <a:r>
              <a:rPr lang="en-US" sz="2000" dirty="0">
                <a:latin typeface="+mn-lt"/>
              </a:rPr>
              <a:t>cache</a:t>
            </a:r>
          </a:p>
        </p:txBody>
      </p:sp>
      <p:sp>
        <p:nvSpPr>
          <p:cNvPr id="133" name="Line 15">
            <a:extLst>
              <a:ext uri="{FF2B5EF4-FFF2-40B4-BE49-F238E27FC236}">
                <a16:creationId xmlns:a16="http://schemas.microsoft.com/office/drawing/2014/main" id="{3DF23953-FEB8-4954-ACF5-DF52A7238BDF}"/>
              </a:ext>
            </a:extLst>
          </p:cNvPr>
          <p:cNvSpPr>
            <a:spLocks noChangeShapeType="1"/>
          </p:cNvSpPr>
          <p:nvPr>
            <p:custDataLst>
              <p:tags r:id="rId14"/>
            </p:custDataLst>
          </p:nvPr>
        </p:nvSpPr>
        <p:spPr bwMode="auto">
          <a:xfrm rot="5400000" flipV="1">
            <a:off x="7014063" y="5728959"/>
            <a:ext cx="0" cy="400109"/>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a:latin typeface="+mn-lt"/>
            </a:endParaRPr>
          </a:p>
        </p:txBody>
      </p:sp>
      <p:sp>
        <p:nvSpPr>
          <p:cNvPr id="134" name="Text Box 16">
            <a:extLst>
              <a:ext uri="{FF2B5EF4-FFF2-40B4-BE49-F238E27FC236}">
                <a16:creationId xmlns:a16="http://schemas.microsoft.com/office/drawing/2014/main" id="{E0549AE2-FD23-4A61-9CD1-A9E74C0C3F41}"/>
              </a:ext>
            </a:extLst>
          </p:cNvPr>
          <p:cNvSpPr txBox="1">
            <a:spLocks noChangeArrowheads="1"/>
          </p:cNvSpPr>
          <p:nvPr>
            <p:custDataLst>
              <p:tags r:id="rId15"/>
            </p:custDataLst>
          </p:nvPr>
        </p:nvSpPr>
        <p:spPr bwMode="auto">
          <a:xfrm>
            <a:off x="7137918" y="5695890"/>
            <a:ext cx="556563" cy="400110"/>
          </a:xfrm>
          <a:prstGeom prst="rect">
            <a:avLst/>
          </a:prstGeom>
          <a:noFill/>
          <a:ln w="12700">
            <a:noFill/>
            <a:miter lim="800000"/>
            <a:headEnd/>
            <a:tailEnd/>
          </a:ln>
        </p:spPr>
        <p:txBody>
          <a:bodyPr wrap="none">
            <a:prstTxWarp prst="textNoShape">
              <a:avLst/>
            </a:prstTxWarp>
            <a:spAutoFit/>
          </a:bodyPr>
          <a:lstStyle/>
          <a:p>
            <a:pPr algn="ctr"/>
            <a:r>
              <a:rPr lang="en-US" sz="2000" dirty="0">
                <a:latin typeface="+mn-lt"/>
              </a:rPr>
              <a:t>TLB</a:t>
            </a:r>
          </a:p>
        </p:txBody>
      </p:sp>
    </p:spTree>
    <p:custDataLst>
      <p:tags r:id="rId1"/>
    </p:custDataLst>
    <p:extLst>
      <p:ext uri="{BB962C8B-B14F-4D97-AF65-F5344CB8AC3E}">
        <p14:creationId xmlns:p14="http://schemas.microsoft.com/office/powerpoint/2010/main" val="2430756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P spid="126" grpId="0" animBg="1"/>
      <p:bldP spid="127" grpId="0" animBg="1"/>
      <p:bldP spid="128" grpId="0"/>
      <p:bldP spid="129" grpId="0" animBg="1"/>
      <p:bldP spid="130" grpId="0" animBg="1"/>
      <p:bldP spid="131" grpId="0" animBg="1"/>
      <p:bldP spid="132" grpId="0"/>
      <p:bldP spid="133" grpId="0" animBg="1"/>
      <p:bldP spid="13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31</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534400" cy="4525963"/>
          </a:xfrm>
        </p:spPr>
        <p:txBody>
          <a:bodyPr/>
          <a:lstStyle/>
          <a:p>
            <a:pPr eaLnBrk="1" hangingPunct="1">
              <a:lnSpc>
                <a:spcPct val="80000"/>
              </a:lnSpc>
            </a:pPr>
            <a:r>
              <a:rPr lang="en-US" altLang="en-US" sz="2800" dirty="0"/>
              <a:t>Consider a 32-bit machine with 3-level page tables</a:t>
            </a:r>
          </a:p>
          <a:p>
            <a:pPr lvl="1" eaLnBrk="1" hangingPunct="1">
              <a:lnSpc>
                <a:spcPct val="90000"/>
              </a:lnSpc>
            </a:pPr>
            <a:r>
              <a:rPr lang="en-US" altLang="en-US" sz="2400" dirty="0"/>
              <a:t>Assume that each L1, L2 and L3 page table contains 128, 64 and 256 entries, respectively</a:t>
            </a:r>
          </a:p>
          <a:p>
            <a:pPr lvl="1" eaLnBrk="1" hangingPunct="1">
              <a:lnSpc>
                <a:spcPct val="90000"/>
              </a:lnSpc>
            </a:pPr>
            <a:r>
              <a:rPr lang="en-US" altLang="en-US" sz="2400" dirty="0"/>
              <a:t>Assume a TLB with 512 entries</a:t>
            </a:r>
          </a:p>
          <a:p>
            <a:pPr lvl="1" eaLnBrk="1" hangingPunct="1">
              <a:lnSpc>
                <a:spcPct val="90000"/>
              </a:lnSpc>
            </a:pPr>
            <a:r>
              <a:rPr lang="en-US" altLang="en-US" sz="2400" dirty="0"/>
              <a:t>What is the TLB reach?</a:t>
            </a:r>
          </a:p>
          <a:p>
            <a:pPr lvl="2" eaLnBrk="1" hangingPunct="1">
              <a:lnSpc>
                <a:spcPct val="90000"/>
              </a:lnSpc>
            </a:pPr>
            <a:r>
              <a:rPr lang="en-US" altLang="en-US" sz="2000" b="1" dirty="0"/>
              <a:t>Page offset bits = 32 – log(128) – log(64) – log(256) = 11</a:t>
            </a:r>
          </a:p>
          <a:p>
            <a:pPr lvl="2" eaLnBrk="1" hangingPunct="1">
              <a:lnSpc>
                <a:spcPct val="90000"/>
              </a:lnSpc>
            </a:pPr>
            <a:r>
              <a:rPr lang="en-US" altLang="en-US" sz="2000" b="1" dirty="0"/>
              <a:t>Thus pages are 2KB in size</a:t>
            </a:r>
          </a:p>
          <a:p>
            <a:pPr lvl="2" eaLnBrk="1" hangingPunct="1">
              <a:lnSpc>
                <a:spcPct val="90000"/>
              </a:lnSpc>
            </a:pPr>
            <a:r>
              <a:rPr lang="en-US" altLang="en-US" sz="2000" b="1" dirty="0"/>
              <a:t>Thus TLB reach = 512 × 2KB = 1MB</a:t>
            </a:r>
          </a:p>
        </p:txBody>
      </p:sp>
    </p:spTree>
    <p:custDataLst>
      <p:tags r:id="rId1"/>
    </p:custDataLst>
    <p:extLst>
      <p:ext uri="{BB962C8B-B14F-4D97-AF65-F5344CB8AC3E}">
        <p14:creationId xmlns:p14="http://schemas.microsoft.com/office/powerpoint/2010/main" val="7557746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PERSISTENCEDATA" val="MMPROD_UIPERSISTENCEDATA"/>
  <p:tag name="MMPROD_UIDATA" val="&lt;database version=&quot;11.0&quot;&gt;&lt;object type=&quot;1&quot; unique_id=&quot;10001&quot;&gt;&lt;property id=&quot;20141&quot; value=&quot;ECE/CS 552 - Virtual Memory&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VirtualMemory&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476&quot;&gt;&lt;/object&gt;&lt;object type=&quot;2&quot; unique_id=&quot;10477&quot;&gt;&lt;object type=&quot;3&quot; unique_id=&quot;19606&quot;&gt;&lt;property id=&quot;20148&quot; value=&quot;5&quot;/&gt;&lt;property id=&quot;20300&quot; value=&quot;Slide 1 - &amp;quot;ECE/CS 552: Virtual Memory&amp;quot;&quot;/&gt;&lt;property id=&quot;20307&quot; value=&quot;546&quot;/&gt;&lt;property id=&quot;20309&quot; value=&quot;-1&quot;/&gt;&lt;/object&gt;&lt;object type=&quot;3&quot; unique_id=&quot;20308&quot;&gt;&lt;property id=&quot;20148&quot; value=&quot;5&quot;/&gt;&lt;property id=&quot;20300&quot; value=&quot;Slide 2 - &amp;quot;Memory Hierarchy&amp;quot;&quot;/&gt;&lt;property id=&quot;20307&quot; value=&quot;665&quot;/&gt;&lt;property id=&quot;20309&quot; value=&quot;-1&quot;/&gt;&lt;/object&gt;&lt;object type=&quot;3&quot; unique_id=&quot;183457&quot;&gt;&lt;property id=&quot;20148&quot; value=&quot;5&quot;/&gt;&lt;property id=&quot;20300&quot; value=&quot;Slide 3 - &amp;quot;Memory Hierarchy&amp;quot;&quot;/&gt;&lt;property id=&quot;20307&quot; value=&quot;772&quot;/&gt;&lt;property id=&quot;20309&quot; value=&quot;-1&quot;/&gt;&lt;/object&gt;&lt;object type=&quot;3&quot; unique_id=&quot;183737&quot;&gt;&lt;property id=&quot;20148&quot; value=&quot;5&quot;/&gt;&lt;property id=&quot;20300&quot; value=&quot;Slide 4 - &amp;quot;Virtual Memory&amp;quot;&quot;/&gt;&lt;property id=&quot;20307&quot; value=&quot;773&quot;/&gt;&lt;property id=&quot;20309&quot; value=&quot;-1&quot;/&gt;&lt;/object&gt;&lt;object type=&quot;3&quot; unique_id=&quot;184020&quot;&gt;&lt;property id=&quot;20148&quot; value=&quot;5&quot;/&gt;&lt;property id=&quot;20300&quot; value=&quot;Slide 5 - &amp;quot;Virtual Memory&amp;quot;&quot;/&gt;&lt;property id=&quot;20307&quot; value=&quot;774&quot;/&gt;&lt;property id=&quot;20309&quot; value=&quot;-1&quot;/&gt;&lt;/object&gt;&lt;object type=&quot;3&quot; unique_id=&quot;184306&quot;&gt;&lt;property id=&quot;20148&quot; value=&quot;5&quot;/&gt;&lt;property id=&quot;20300&quot; value=&quot;Slide 6 - &amp;quot;Virtual Memory&amp;quot;&quot;/&gt;&lt;property id=&quot;20307&quot; value=&quot;775&quot;/&gt;&lt;property id=&quot;20309&quot; value=&quot;-1&quot;/&gt;&lt;/object&gt;&lt;object type=&quot;3&quot; unique_id=&quot;184595&quot;&gt;&lt;property id=&quot;20148&quot; value=&quot;5&quot;/&gt;&lt;property id=&quot;20300&quot; value=&quot;Slide 7 - &amp;quot;Virtual Memory&amp;quot;&quot;/&gt;&lt;property id=&quot;20307&quot; value=&quot;776&quot;/&gt;&lt;property id=&quot;20309&quot; value=&quot;-1&quot;/&gt;&lt;/object&gt;&lt;object type=&quot;3&quot; unique_id=&quot;184887&quot;&gt;&lt;property id=&quot;20148&quot; value=&quot;5&quot;/&gt;&lt;property id=&quot;20300&quot; value=&quot;Slide 8 - &amp;quot;Virtual Memory&amp;quot;&quot;/&gt;&lt;property id=&quot;20307&quot; value=&quot;777&quot;/&gt;&lt;property id=&quot;20309&quot; value=&quot;-1&quot;/&gt;&lt;/object&gt;&lt;object type=&quot;3&quot; unique_id=&quot;185378&quot;&gt;&lt;property id=&quot;20148&quot; value=&quot;5&quot;/&gt;&lt;property id=&quot;20300&quot; value=&quot;Slide 9 - &amp;quot;Address Translation&amp;quot;&quot;/&gt;&lt;property id=&quot;20307&quot; value=&quot;778&quot;/&gt;&lt;property id=&quot;20309&quot; value=&quot;-1&quot;/&gt;&lt;/object&gt;&lt;object type=&quot;3&quot; unique_id=&quot;186369&quot;&gt;&lt;property id=&quot;20148&quot; value=&quot;5&quot;/&gt;&lt;property id=&quot;20300&quot; value=&quot;Slide 10 - &amp;quot;Page Tables&amp;quot;&quot;/&gt;&lt;property id=&quot;20307&quot; value=&quot;779&quot;/&gt;&lt;property id=&quot;20309&quot; value=&quot;-1&quot;/&gt;&lt;/object&gt;&lt;object type=&quot;3&quot; unique_id=&quot;187072&quot;&gt;&lt;property id=&quot;20148&quot; value=&quot;5&quot;/&gt;&lt;property id=&quot;20300&quot; value=&quot;Slide 11 - &amp;quot;Page Tables&amp;quot;&quot;/&gt;&lt;property id=&quot;20307&quot; value=&quot;781&quot;/&gt;&lt;property id=&quot;20309&quot; value=&quot;-1&quot;/&gt;&lt;/object&gt;&lt;object type=&quot;3&quot; unique_id=&quot;187780&quot;&gt;&lt;property id=&quot;20148&quot; value=&quot;5&quot;/&gt;&lt;property id=&quot;20300&quot; value=&quot;Slide 14 - &amp;quot;Page Tables&amp;quot;&quot;/&gt;&lt;property id=&quot;20307&quot; value=&quot;782&quot;/&gt;&lt;property id=&quot;20309&quot; value=&quot;-1&quot;/&gt;&lt;/object&gt;&lt;object type=&quot;3&quot; unique_id=&quot;188489&quot;&gt;&lt;property id=&quot;20148&quot; value=&quot;5&quot;/&gt;&lt;property id=&quot;20300&quot; value=&quot;Slide 13 - &amp;quot;Page Tables&amp;quot;&quot;/&gt;&lt;property id=&quot;20307&quot; value=&quot;785&quot;/&gt;&lt;property id=&quot;20309&quot; value=&quot;-1&quot;/&gt;&lt;/object&gt;&lt;object type=&quot;3&quot; unique_id=&quot;188490&quot;&gt;&lt;property id=&quot;20148&quot; value=&quot;5&quot;/&gt;&lt;property id=&quot;20300&quot; value=&quot;Slide 15 - &amp;quot;Multi-Level Page Tables&amp;quot;&quot;/&gt;&lt;property id=&quot;20307&quot; value=&quot;783&quot;/&gt;&lt;property id=&quot;20309&quot; value=&quot;-1&quot;/&gt;&lt;/object&gt;&lt;object type=&quot;3&quot; unique_id=&quot;188491&quot;&gt;&lt;property id=&quot;20148&quot; value=&quot;5&quot;/&gt;&lt;property id=&quot;20300&quot; value=&quot;Slide 16 - &amp;quot;Multi-Level Page Tables&amp;quot;&quot;/&gt;&lt;property id=&quot;20307&quot; value=&quot;784&quot;/&gt;&lt;property id=&quot;20309&quot; value=&quot;-1&quot;/&gt;&lt;/object&gt;&lt;object type=&quot;3&quot; unique_id=&quot;189746&quot;&gt;&lt;property id=&quot;20148&quot; value=&quot;5&quot;/&gt;&lt;property id=&quot;20300&quot; value=&quot;Slide 17 - &amp;quot;Multi-Level Page Tables&amp;quot;&quot;/&gt;&lt;property id=&quot;20307&quot; value=&quot;786&quot;/&gt;&lt;property id=&quot;20309&quot; value=&quot;-1&quot;/&gt;&lt;/object&gt;&lt;object type=&quot;3&quot; unique_id=&quot;190062&quot;&gt;&lt;property id=&quot;20148&quot; value=&quot;5&quot;/&gt;&lt;property id=&quot;20300&quot; value=&quot;Slide 18 - &amp;quot;Multi-Level Page Tables&amp;quot;&quot;/&gt;&lt;property id=&quot;20307&quot; value=&quot;787&quot;/&gt;&lt;property id=&quot;20309&quot; value=&quot;-1&quot;/&gt;&lt;/object&gt;&lt;object type=&quot;3&quot; unique_id=&quot;191017&quot;&gt;&lt;property id=&quot;20148&quot; value=&quot;5&quot;/&gt;&lt;property id=&quot;20300&quot; value=&quot;Slide 19 - &amp;quot;Page Tables&amp;quot;&quot;/&gt;&lt;property id=&quot;20307&quot; value=&quot;788&quot;/&gt;&lt;property id=&quot;20309&quot; value=&quot;-1&quot;/&gt;&lt;/object&gt;&lt;object type=&quot;3&quot; unique_id=&quot;191339&quot;&gt;&lt;property id=&quot;20148&quot; value=&quot;5&quot;/&gt;&lt;property id=&quot;20300&quot; value=&quot;Slide 12 - &amp;quot;Page Tables&amp;quot;&quot;/&gt;&lt;property id=&quot;20307&quot; value=&quot;789&quot;/&gt;&lt;property id=&quot;20309&quot; value=&quot;-1&quot;/&gt;&lt;/object&gt;&lt;object type=&quot;3&quot; unique_id=&quot;191664&quot;&gt;&lt;property id=&quot;20148&quot; value=&quot;5&quot;/&gt;&lt;property id=&quot;20300&quot; value=&quot;Slide 20 - &amp;quot;Translation Lookaside Buffer&amp;quot;&quot;/&gt;&lt;property id=&quot;20307&quot; value=&quot;790&quot;/&gt;&lt;property id=&quot;20309&quot; value=&quot;-1&quot;/&gt;&lt;/object&gt;&lt;object type=&quot;3&quot; unique_id=&quot;192428&quot;&gt;&lt;property id=&quot;20148&quot; value=&quot;5&quot;/&gt;&lt;property id=&quot;20300&quot; value=&quot;Slide 21 - &amp;quot;Translation Lookaside Buffer&amp;quot;&quot;/&gt;&lt;property id=&quot;20307&quot; value=&quot;791&quot;/&gt;&lt;property id=&quot;20309&quot; value=&quot;-1&quot;/&gt;&lt;/object&gt;&lt;object type=&quot;3&quot; unique_id=&quot;192979&quot;&gt;&lt;property id=&quot;20148&quot; value=&quot;5&quot;/&gt;&lt;property id=&quot;20300&quot; value=&quot;Slide 22 - &amp;quot;Physical (PIPT) Caches&amp;quot;&quot;/&gt;&lt;property id=&quot;20307&quot; value=&quot;792&quot;/&gt;&lt;property id=&quot;20309&quot; value=&quot;-1&quot;/&gt;&lt;/object&gt;&lt;object type=&quot;3&quot; unique_id=&quot;193646&quot;&gt;&lt;property id=&quot;20148&quot; value=&quot;5&quot;/&gt;&lt;property id=&quot;20300&quot; value=&quot;Slide 23 - &amp;quot;Physical (PIPT) Caches&amp;quot;&quot;/&gt;&lt;property id=&quot;20307&quot; value=&quot;794&quot;/&gt;&lt;property id=&quot;20309&quot; value=&quot;-1&quot;/&gt;&lt;/object&gt;&lt;object type=&quot;3&quot; unique_id=&quot;193647&quot;&gt;&lt;property id=&quot;20148&quot; value=&quot;5&quot;/&gt;&lt;property id=&quot;20300&quot; value=&quot;Slide 24 - &amp;quot;Virtual (VIVT) Caches&amp;quot;&quot;/&gt;&lt;property id=&quot;20307&quot; value=&quot;793&quot;/&gt;&lt;property id=&quot;20309&quot; value=&quot;-1&quot;/&gt;&lt;/object&gt;&lt;object type=&quot;3&quot; unique_id=&quot;193648&quot;&gt;&lt;property id=&quot;20148&quot; value=&quot;5&quot;/&gt;&lt;property id=&quot;20300&quot; value=&quot;Slide 25 - &amp;quot;Virtual (VIVT) Caches&amp;quot;&quot;/&gt;&lt;property id=&quot;20307&quot; value=&quot;795&quot;/&gt;&lt;property id=&quot;20309&quot; value=&quot;-1&quot;/&gt;&lt;/object&gt;&lt;object type=&quot;3&quot; unique_id=&quot;194561&quot;&gt;&lt;property id=&quot;20148&quot; value=&quot;5&quot;/&gt;&lt;property id=&quot;20300&quot; value=&quot;Slide 26 - &amp;quot;VIPT Caches&amp;quot;&quot;/&gt;&lt;property id=&quot;20307&quot; value=&quot;796&quot;/&gt;&lt;property id=&quot;20309&quot; value=&quot;-1&quot;/&gt;&lt;/object&gt;&lt;object type=&quot;3&quot; unique_id=&quot;194562&quot;&gt;&lt;property id=&quot;20148&quot; value=&quot;5&quot;/&gt;&lt;property id=&quot;20300&quot; value=&quot;Slide 27 - &amp;quot;VIPT Caches&amp;quot;&quot;/&gt;&lt;property id=&quot;20307&quot; value=&quot;797&quot;/&gt;&lt;property id=&quot;20309&quot; value=&quot;-1&quot;/&gt;&lt;/object&gt;&lt;object type=&quot;3&quot; unique_id=&quot;195027&quot;&gt;&lt;property id=&quot;20148&quot; value=&quot;5&quot;/&gt;&lt;property id=&quot;20300&quot; value=&quot;Slide 28 - &amp;quot;VIPT Caches&amp;quot;&quot;/&gt;&lt;property id=&quot;20307&quot; value=&quot;798&quot;/&gt;&lt;property id=&quot;20309&quot; value=&quot;-1&quot;/&gt;&lt;/object&gt;&lt;object type=&quot;3&quot; unique_id=&quot;195028&quot;&gt;&lt;property id=&quot;20148&quot; value=&quot;5&quot;/&gt;&lt;property id=&quot;20300&quot; value=&quot;Slide 30 - &amp;quot;VIPT Caches&amp;quot;&quot;/&gt;&lt;property id=&quot;20307&quot; value=&quot;799&quot;/&gt;&lt;property id=&quot;20309&quot; value=&quot;-1&quot;/&gt;&lt;/object&gt;&lt;object type=&quot;3&quot; unique_id=&quot;195383&quot;&gt;&lt;property id=&quot;20148&quot; value=&quot;5&quot;/&gt;&lt;property id=&quot;20300&quot; value=&quot;Slide 29 - &amp;quot;VIPT Caches&amp;quot;&quot;/&gt;&lt;property id=&quot;20307&quot; value=&quot;800&quot;/&gt;&lt;property id=&quot;20309&quot; value=&quot;-1&quot;/&gt;&lt;/object&gt;&lt;object type=&quot;3&quot; unique_id=&quot;198056&quot;&gt;&lt;property id=&quot;20148&quot; value=&quot;5&quot;/&gt;&lt;property id=&quot;20300&quot; value=&quot;Slide 31 - &amp;quot;Exercise&amp;quot;&quot;/&gt;&lt;property id=&quot;20307&quot; value=&quot;801&quot;/&gt;&lt;property id=&quot;20309&quot; value=&quot;-1&quot;/&gt;&lt;/object&gt;&lt;/object&gt;&lt;object type=&quot;10&quot; unique_id=&quot;19997&quot;&gt;&lt;object type=&quot;11&quot; unique_id=&quot;19998&quot;&gt;&lt;property id=&quot;20180&quot; value=&quot;0&quot;/&gt;&lt;property id=&quot;20181&quot; value=&quot;1&quot;/&gt;&lt;property id=&quot;20183&quot; value=&quot;1&quot;/&gt;&lt;/object&gt;&lt;object type=&quot;12&quot; unique_id=&quot;200472&quot;&gt;&lt;/object&gt;&lt;/object&gt;&lt;object type=&quot;4&quot; unique_id=&quot;19999&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1947083624,C:\Users\sanmi\GoogleDrive\UWMdrive\Courses\ECE552\ece552-lec13_VirtualMemory_pptx\Media.ppcx"/>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HTML_SHAPEINFO" val="&lt;ThreeDShapeInfo&gt;&lt;uuid val=&quot;&quot;/&gt;&lt;isInvalidForFieldText val=&quot;0&quot;/&gt;&lt;Image&gt;&lt;filename val=&quot;C:\Users\sanmi\Documents\My Adobe Presentations\ece552-VirtualMemory\data\asimages\{99D2A8CA-6B98-4692-AC74-9DE0EBE2DBE6}_1.png&quot;/&gt;&lt;left val=&quot;35&quot;/&gt;&lt;top val=&quot;195&quot;/&gt;&lt;width val=&quot;648&quot;/&gt;&lt;height val=&quot;102&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1&quot;/&gt;&lt;lineCharCount val=&quot;55&quot;/&gt;&lt;lineCharCount val=&quot;61&quot;/&gt;&lt;lineCharCount val=&quot;6&quot;/&gt;&lt;lineCharCount val=&quot;3&quot;/&gt;&lt;/TableIndex&gt;&lt;/ShapeTextInfo&gt;"/>
  <p:tag name="HTML_SHAPEINFO" val="&lt;ThreeDShapeInfo&gt;&lt;uuid val=&quot;&quot;/&gt;&lt;isInvalidForFieldText val=&quot;0&quot;/&gt;&lt;Image&gt;&lt;filename val=&quot;C:\Users\sanmi\Documents\My Adobe Presentations\ece552-VirtualMemory\data\asimages\{FCE0028F-8032-4FE7-A4FA-D4A5889AA6C8}_1.png&quot;/&gt;&lt;left val=&quot;104&quot;/&gt;&lt;top val=&quot;298&quot;/&gt;&lt;width val=&quot;515&quot;/&gt;&lt;height val=&quot;145&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1947083624,C:\Users\sanmi\GoogleDrive\UWMdrive\Courses\ECE552\ece552-lec13_VirtualMemory_pptx\Media.ppcx"/>
  <p:tag name="TIMING" val="|5.6"/>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FD5A8D9E-6BC1-4DE4-A500-891C2ED0E967}_2.png&quot;/&gt;&lt;left val=&quot;35&quot;/&gt;&lt;top val=&quot;21&quot;/&gt;&lt;width val=&quot;612&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1E394919-F5C2-4182-8DA1-4DFECB4063CF}_2.png&quot;/&gt;&lt;left val=&quot;599&quot;/&gt;&lt;top val=&quot;500&quot;/&gt;&lt;width val=&quot;86&quot;/&gt;&lt;height val=&quot;32&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578D3EE8-2BF1-4884-832B-658C9DE6E351}_2.png&quot;/&gt;&lt;left val=&quot;107&quot;/&gt;&lt;top val=&quot;305&quot;/&gt;&lt;width val=&quot;126&quot;/&gt;&lt;height val=&quot;45&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2AE66F08-6FE0-4B6D-8BBA-E46CB301AB20}_2.png&quot;/&gt;&lt;left val=&quot;485&quot;/&gt;&lt;top val=&quot;303&quot;/&gt;&lt;width val=&quot;126&quot;/&gt;&lt;height val=&quot;46&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4CD9516B-707E-45A0-A0C9-DF0FD39E5996}_2.png&quot;/&gt;&lt;left val=&quot;228&quot;/&gt;&lt;top val=&quot;395&quot;/&gt;&lt;width val=&quot;263&quot;/&gt;&lt;height val=&quot;45&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661941C1-0B00-47A5-9ADB-EFA977C12FD0}_2.png&quot;/&gt;&lt;left val=&quot;135&quot;/&gt;&lt;top val=&quot;467&quot;/&gt;&lt;width val=&quot;448&quot;/&gt;&lt;height val=&quot;45&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39165799-09CB-4539-8DB1-A5811F7F5AB9}_2.png&quot;/&gt;&lt;left val=&quot;48&quot;/&gt;&lt;top val=&quot;141&quot;/&gt;&lt;width val=&quot;197&quot;/&gt;&lt;height val=&quot;115&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B47A354-B9F0-4A81-95C7-7E6EE39B18E8}_2.png&quot;/&gt;&lt;left val=&quot;258&quot;/&gt;&lt;top val=&quot;141&quot;/&gt;&lt;width val=&quot;197&quot;/&gt;&lt;height val=&quot;115&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B944580C-C331-4C51-9210-DDA10E3E2442}_2.png&quot;/&gt;&lt;left val=&quot;466&quot;/&gt;&lt;top val=&quot;141&quot;/&gt;&lt;width val=&quot;197&quot;/&gt;&lt;height val=&quot;115&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1947083624,C:\Users\sanmi\GoogleDrive\UWMdrive\Courses\ECE552\ece552-lec13_VirtualMemory_pptx\Media.ppcx"/>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5994B73E-BB9B-4265-823D-E0425EE47605}_3.png&quot;/&gt;&lt;left val=&quot;35&quot;/&gt;&lt;top val=&quot;21&quot;/&gt;&lt;width val=&quot;588&quot;/&gt;&lt;height val=&quot;98&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704876C2-EAB1-44CF-9B23-F0F469742790}_3.png&quot;/&gt;&lt;left val=&quot;599&quot;/&gt;&lt;top val=&quot;500&quot;/&gt;&lt;width val=&quot;86&quot;/&gt;&lt;height val=&quot;32&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2&quot;/&gt;&lt;lineCharCount val=&quot;33&quot;/&gt;&lt;lineCharCount val=&quot;43&quot;/&gt;&lt;lineCharCount val=&quot;40&quot;/&gt;&lt;lineCharCount val=&quot;52&quot;/&gt;&lt;lineCharCount val=&quot;12&quot;/&gt;&lt;lineCharCount val=&quot;31&quot;/&gt;&lt;lineCharCount val=&quot;49&quot;/&gt;&lt;/TableIndex&gt;&lt;/ShapeTextInfo&gt;"/>
  <p:tag name="HTML_SHAPEINFO" val="&lt;ThreeDShapeInfo&gt;&lt;uuid val=&quot;&quot;/&gt;&lt;isInvalidForFieldText val=&quot;0&quot;/&gt;&lt;Image&gt;&lt;filename val=&quot;C:\Users\sanmi\Documents\My Adobe Presentations\ece552-VirtualMemory\data\asimages\{B563E572-E2A7-4BF7-A923-E1BA19C97466}_3.png&quot;/&gt;&lt;left val=&quot;29&quot;/&gt;&lt;top val=&quot;105&quot;/&gt;&lt;width val=&quot;643&quot;/&gt;&lt;height val=&quot;426&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1947083624,C:\Users\sanmi\GoogleDrive\UWMdrive\Courses\ECE552\ece552-lec13_VirtualMemory_pptx\Media.ppcx"/>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BEBCA86C-A963-43ED-8AB4-41A33967085E}_4.png&quot;/&gt;&lt;left val=&quot;35&quot;/&gt;&lt;top val=&quot;21&quot;/&gt;&lt;width val=&quot;588&quot;/&gt;&lt;height val=&quot;98&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59C76650-E105-4864-AF79-FDF99444AD26}_4.png&quot;/&gt;&lt;left val=&quot;599&quot;/&gt;&lt;top val=&quot;500&quot;/&gt;&lt;width val=&quot;86&quot;/&gt;&lt;height val=&quot;32&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46&quot;/&gt;&lt;lineCharCount val=&quot;24&quot;/&gt;&lt;lineCharCount val=&quot;37&quot;/&gt;&lt;lineCharCount val=&quot;27&quot;/&gt;&lt;lineCharCount val=&quot;64&quot;/&gt;&lt;lineCharCount val=&quot;42&quot;/&gt;&lt;lineCharCount val=&quot;27&quot;/&gt;&lt;lineCharCount val=&quot;56&quot;/&gt;&lt;/TableIndex&gt;&lt;/ShapeTextInfo&gt;"/>
  <p:tag name="HTML_SHAPEINFO" val="&lt;ThreeDShapeInfo&gt;&lt;uuid val=&quot;&quot;/&gt;&lt;isInvalidForFieldText val=&quot;0&quot;/&gt;&lt;Image&gt;&lt;filename val=&quot;C:\Users\sanmi\Documents\My Adobe Presentations\ece552-VirtualMemory\data\asimages\{517E1C67-FE8A-49AE-ADA3-F4849CC23E9C}_4.png&quot;/&gt;&lt;left val=&quot;29&quot;/&gt;&lt;top val=&quot;105&quot;/&gt;&lt;width val=&quot;689&quot;/&gt;&lt;height val=&quot;426&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1947083624,C:\Users\sanmi\GoogleDrive\UWMdrive\Courses\ECE552\ece552-lec13_VirtualMemory_pptx\Media.ppcx"/>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40D1A39A-FBEA-4939-9F72-2F724FD3AD98}_5.png&quot;/&gt;&lt;left val=&quot;35&quot;/&gt;&lt;top val=&quot;21&quot;/&gt;&lt;width val=&quot;588&quot;/&gt;&lt;height val=&quot;98&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3B112B91-9C87-4161-8158-0BA892E9AA9E}_5.png&quot;/&gt;&lt;left val=&quot;599&quot;/&gt;&lt;top val=&quot;500&quot;/&gt;&lt;width val=&quot;86&quot;/&gt;&lt;height val=&quot;32&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23&quot;/&gt;&lt;lineCharCount val=&quot;12&quot;/&gt;&lt;lineCharCount val=&quot;29&quot;/&gt;&lt;lineCharCount val=&quot;10&quot;/&gt;&lt;lineCharCount val=&quot;26&quot;/&gt;&lt;lineCharCount val=&quot;11&quot;/&gt;&lt;lineCharCount val=&quot;30&quot;/&gt;&lt;lineCharCount val=&quot;30&quot;/&gt;&lt;lineCharCount val=&quot;31&quot;/&gt;&lt;lineCharCount val=&quot;11&quot;/&gt;&lt;/TableIndex&gt;&lt;/ShapeTextInfo&gt;"/>
  <p:tag name="HTML_SHAPEINFO" val="&lt;ThreeDShapeInfo&gt;&lt;uuid val=&quot;&quot;/&gt;&lt;isInvalidForFieldText val=&quot;0&quot;/&gt;&lt;Image&gt;&lt;filename val=&quot;C:\Users\sanmi\Documents\My Adobe Presentations\ece552-VirtualMemory\data\asimages\{87F32A66-2697-465D-A3E9-CF2921F075C7}_5.png&quot;/&gt;&lt;left val=&quot;32&quot;/&gt;&lt;top val=&quot;105&quot;/&gt;&lt;width val=&quot;414&quot;/&gt;&lt;height val=&quot;425&quot;/&gt;&lt;hasText val=&quot;1&quot;/&gt;&lt;/Image&gt;&lt;/ThreeDShape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5C33EC53-D5C7-4C72-82BE-299B0946AA7C}_5.png&quot;/&gt;&lt;left val=&quot;485&quot;/&gt;&lt;top val=&quot;383&quot;/&gt;&lt;width val=&quot;192&quot;/&gt;&lt;height val=&quot;132&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35783578-10C5-4400-9B10-557827728F34}_5.png&quot;/&gt;&lt;left val=&quot;600&quot;/&gt;&lt;top val=&quot;161&quot;/&gt;&lt;width val=&quot;38&quot;/&gt;&lt;height val=&quot;48&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FFA2340A-7831-47C3-B1CC-04BAD95CA7F2}_5.png&quot;/&gt;&lt;left val=&quot;576&quot;/&gt;&lt;top val=&quot;269&quot;/&gt;&lt;width val=&quot;38&quot;/&gt;&lt;height val=&quot;48&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DEC73821-92C6-4B9D-8C93-742E7DA16630}&quot;/&gt;&lt;isInvalidForFieldText val=&quot;1&quot;/&gt;&lt;Image&gt;&lt;filename val=&quot;C:\Users\sanmi\Documents\My Adobe Presentations\ece552-VirtualMemory\data\asimages\{DEC73821-92C6-4B9D-8C93-742E7DA16630}_5_S.png&quot;/&gt;&lt;left val=&quot;534&quot;/&gt;&lt;top val=&quot;209&quot;/&gt;&lt;width val=&quot;132&quot;/&gt;&lt;height val=&quot;71&quot;/&gt;&lt;hasText val=&quot;0&quot;/&gt;&lt;/Image&gt;&lt;Image&gt;&lt;filename val=&quot;C:\Users\sanmi\Documents\My Adobe Presentations\ece552-VirtualMemory\data\asimages\{DEC73821-92C6-4B9D-8C93-742E7DA16630}_5_T.png&quot;/&gt;&lt;left val=&quot;545&quot;/&gt;&lt;top val=&quot;209&quot;/&gt;&lt;width val=&quot;120&quot;/&gt;&lt;height val=&quot;60&quot;/&gt;&lt;hasText val=&quot;1&quot;/&gt;&lt;/Image&gt;&lt;/ThreeDShape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VirtualMemory\data\asimages\{361BB731-B0F0-47C1-ACBB-6A1B9C10E22F}_5.png&quot;/&gt;&lt;left val=&quot;534&quot;/&gt;&lt;top val=&quot;99&quot;/&gt;&lt;width val=&quot;94&quot;/&gt;&lt;height val=&quot;43&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1A30054D-177A-455E-A329-1A3AFE0DA221}_5.png&quot;/&gt;&lt;left val=&quot;593&quot;/&gt;&lt;top val=&quot;317&quot;/&gt;&lt;width val=&quot;103&quot;/&gt;&lt;height val=&quot;67&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5C49C68-D1E4-41EE-8999-EE7553AB40B7}&quot;/&gt;&lt;isInvalidForFieldText val=&quot;1&quot;/&gt;&lt;Image&gt;&lt;filename val=&quot;C:\Users\sanmi\Documents\My Adobe Presentations\ece552-VirtualMemory\data\asimages\{F5C49C68-D1E4-41EE-8999-EE7553AB40B7}_5_S.png&quot;/&gt;&lt;left val=&quot;495&quot;/&gt;&lt;top val=&quot;209&quot;/&gt;&lt;width val=&quot;156&quot;/&gt;&lt;height val=&quot;71&quot;/&gt;&lt;hasText val=&quot;0&quot;/&gt;&lt;/Image&gt;&lt;Image&gt;&lt;filename val=&quot;C:\Users\sanmi\Documents\My Adobe Presentations\ece552-VirtualMemory\data\asimages\{F5C49C68-D1E4-41EE-8999-EE7553AB40B7}_5_T.png&quot;/&gt;&lt;left val=&quot;497&quot;/&gt;&lt;top val=&quot;209&quot;/&gt;&lt;width val=&quot;144&quot;/&gt;&lt;height val=&quot;60&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566DB47F-4514-4E63-BBEE-E0201BAE558D}_5.png&quot;/&gt;&lt;left val=&quot;459&quot;/&gt;&lt;top val=&quot;132&quot;/&gt;&lt;width val=&quot;51&quot;/&gt;&lt;height val=&quot;34&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B45E1D81-21F1-4AE5-8D8D-6918663300AE}_5.png&quot;/&gt;&lt;left val=&quot;541&quot;/&gt;&lt;top val=&quot;131&quot;/&gt;&lt;width val=&quot;52&quot;/&gt;&lt;height val=&quot;34&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D3A80497-610A-407A-8233-84B6568CDDA5}_5.png&quot;/&gt;&lt;left val=&quot;646&quot;/&gt;&lt;top val=&quot;131&quot;/&gt;&lt;width val=&quot;53&quot;/&gt;&lt;height val=&quot;34&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1947083624,C:\Users\sanmi\GoogleDrive\UWMdrive\Courses\ECE552\ece552-lec13_VirtualMemory_pptx\Media.ppcx"/>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EDC1F9E4-A9C3-48E9-B9CE-544434AC2E47}_6.png&quot;/&gt;&lt;left val=&quot;35&quot;/&gt;&lt;top val=&quot;21&quot;/&gt;&lt;width val=&quot;588&quot;/&gt;&lt;height val=&quot;98&quot;/&gt;&lt;hasText val=&quot;1&quot;/&gt;&lt;/Image&gt;&lt;/ThreeDShape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C2C844A8-4635-41F5-9EEC-F3000CB25BF0}_6.png&quot;/&gt;&lt;left val=&quot;599&quot;/&gt;&lt;top val=&quot;500&quot;/&gt;&lt;width val=&quot;86&quot;/&gt;&lt;height val=&quot;32&quot;/&gt;&lt;hasText val=&quot;1&quot;/&gt;&lt;/Image&gt;&lt;/ThreeDShape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34&quot;/&gt;&lt;lineCharCount val=&quot;26&quot;/&gt;&lt;lineCharCount val=&quot;12&quot;/&gt;&lt;lineCharCount val=&quot;31&quot;/&gt;&lt;lineCharCount val=&quot;15&quot;/&gt;&lt;lineCharCount val=&quot;18&quot;/&gt;&lt;lineCharCount val=&quot;20&quot;/&gt;&lt;lineCharCount val=&quot;20&quot;/&gt;&lt;lineCharCount val=&quot;14&quot;/&gt;&lt;lineCharCount val=&quot;11&quot;/&gt;&lt;lineCharCount val=&quot;14&quot;/&gt;&lt;/TableIndex&gt;&lt;/ShapeTextInfo&gt;"/>
  <p:tag name="HTML_SHAPEINFO" val="&lt;ThreeDShapeInfo&gt;&lt;uuid val=&quot;&quot;/&gt;&lt;isInvalidForFieldText val=&quot;0&quot;/&gt;&lt;Image&gt;&lt;filename val=&quot;C:\Users\sanmi\Documents\My Adobe Presentations\ece552-VirtualMemory\data\asimages\{D483AF4C-A3D2-40FD-949E-149042761FDF}_6.png&quot;/&gt;&lt;left val=&quot;29&quot;/&gt;&lt;top val=&quot;105&quot;/&gt;&lt;width val=&quot;483&quot;/&gt;&lt;height val=&quot;426&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EF81CE42-A95D-4CED-A9F5-F8EC75BB1663}_6.png&quot;/&gt;&lt;left val=&quot;545&quot;/&gt;&lt;top val=&quot;116&quot;/&gt;&lt;width val=&quot;96&quot;/&gt;&lt;height val=&quot;49&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F76EC56-165F-4C59-AC65-4440139CA0F7}_6.png&quot;/&gt;&lt;left val=&quot;593&quot;/&gt;&lt;top val=&quot;194&quot;/&gt;&lt;width val=&quot;48&quot;/&gt;&lt;height val=&quot;43&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C2E557B3-2A2B-416A-9B55-7F718E81BBC0}_6.png&quot;/&gt;&lt;left val=&quot;551&quot;/&gt;&lt;top val=&quot;260&quot;/&gt;&lt;width val=&quot;84&quot;/&gt;&lt;height val=&quot;43&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E51A69B5-649F-41F7-94D1-43F3CEC7EB6F}_6.png&quot;/&gt;&lt;left val=&quot;533&quot;/&gt;&lt;top val=&quot;338&quot;/&gt;&lt;width val=&quot;120&quot;/&gt;&lt;height val=&quot;67&quot;/&gt;&lt;hasText val=&quot;1&quot;/&gt;&lt;/Image&gt;&lt;/ThreeDShape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62DDD81-BA4B-4D18-9F7B-6B1626098F63}_6.png&quot;/&gt;&lt;left val=&quot;545&quot;/&gt;&lt;top val=&quot;194&quot;/&gt;&lt;width val=&quot;48&quot;/&gt;&lt;height val=&quot;43&quot;/&gt;&lt;hasText val=&quot;1&quot;/&gt;&lt;/Image&gt;&lt;/ThreeDShape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C9F1E27F-969D-4FAD-92C7-6097DD3E406F}_6.png&quot;/&gt;&lt;left val=&quot;515&quot;/&gt;&lt;top val=&quot;452&quot;/&gt;&lt;width val=&quot;156&quot;/&gt;&lt;height val=&quot;60&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1947083624,C:\Users\sanmi\GoogleDrive\UWMdrive\Courses\ECE552\ece552-lec13_VirtualMemory_pptx\Media.ppcx"/>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67AC27C7-8256-47AF-8118-739ACB608641}_7.png&quot;/&gt;&lt;left val=&quot;35&quot;/&gt;&lt;top val=&quot;21&quot;/&gt;&lt;width val=&quot;588&quot;/&gt;&lt;height val=&quot;98&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8BB195B3-5CF2-4F55-8EDC-95FB1BCE74C0}_7.png&quot;/&gt;&lt;left val=&quot;599&quot;/&gt;&lt;top val=&quot;500&quot;/&gt;&lt;width val=&quot;86&quot;/&gt;&lt;height val=&quot;32&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42&quot;/&gt;&lt;lineCharCount val=&quot;19&quot;/&gt;&lt;lineCharCount val=&quot;53&quot;/&gt;&lt;lineCharCount val=&quot;59&quot;/&gt;&lt;lineCharCount val=&quot;18&quot;/&gt;&lt;lineCharCount val=&quot;54&quot;/&gt;&lt;lineCharCount val=&quot;58&quot;/&gt;&lt;/TableIndex&gt;&lt;/ShapeTextInfo&gt;"/>
  <p:tag name="HTML_SHAPEINFO" val="&lt;ThreeDShapeInfo&gt;&lt;uuid val=&quot;&quot;/&gt;&lt;isInvalidForFieldText val=&quot;0&quot;/&gt;&lt;Image&gt;&lt;filename val=&quot;C:\Users\sanmi\Documents\My Adobe Presentations\ece552-VirtualMemory\data\asimages\{4661D56C-3274-4C85-8FC2-331F891CF01F}_7.png&quot;/&gt;&lt;left val=&quot;29&quot;/&gt;&lt;top val=&quot;105&quot;/&gt;&lt;width val=&quot;689&quot;/&gt;&lt;height val=&quot;426&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927149D2-F11F-46C0-A927-E3FA07865663}_7.png&quot;/&gt;&lt;left val=&quot;260&quot;/&gt;&lt;top val=&quot;359&quot;/&gt;&lt;width val=&quot;38&quot;/&gt;&lt;height val=&quot;48&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DBF5E40D-FCA4-45BB-847B-66830BAA8CC6}_7.png&quot;/&gt;&lt;left val=&quot;356&quot;/&gt;&lt;top val=&quot;467&quot;/&gt;&lt;width val=&quot;38&quot;/&gt;&lt;height val=&quot;48&quot;/&gt;&lt;hasText val=&quot;1&quot;/&gt;&lt;/Image&gt;&lt;/ThreeDShape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1BD94EE-C62A-4C71-BE85-93A6D75A59A2}&quot;/&gt;&lt;isInvalidForFieldText val=&quot;1&quot;/&gt;&lt;Image&gt;&lt;filename val=&quot;C:\Users\sanmi\Documents\My Adobe Presentations\ece552-VirtualMemory\data\asimages\{41BD94EE-C62A-4C71-BE85-93A6D75A59A2}_7_S.png&quot;/&gt;&lt;left val=&quot;387&quot;/&gt;&lt;top val=&quot;407&quot;/&gt;&lt;width val=&quot;180&quot;/&gt;&lt;height val=&quot;71&quot;/&gt;&lt;hasText val=&quot;0&quot;/&gt;&lt;/Image&gt;&lt;Image&gt;&lt;filename val=&quot;C:\Users\sanmi\Documents\My Adobe Presentations\ece552-VirtualMemory\data\asimages\{41BD94EE-C62A-4C71-BE85-93A6D75A59A2}_7_T.png&quot;/&gt;&lt;left val=&quot;397&quot;/&gt;&lt;top val=&quot;407&quot;/&gt;&lt;width val=&quot;169&quot;/&gt;&lt;height val=&quot;60&quot;/&gt;&lt;hasText val=&quot;1&quot;/&gt;&lt;/Image&gt;&lt;/ThreeDShape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VirtualMemory\data\asimages\{FF7655C2-E02E-49E7-91AE-7A0309541150}_7.png&quot;/&gt;&lt;left val=&quot;38&quot;/&gt;&lt;top val=&quot;361&quot;/&gt;&lt;width val=&quot;104&quot;/&gt;&lt;height val=&quot;59&quot;/&gt;&lt;hasText val=&quot;1&quot;/&gt;&lt;/Image&gt;&lt;/ThreeDShape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34B9ECC5-6008-4A17-AA46-463A192BB384}&quot;/&gt;&lt;isInvalidForFieldText val=&quot;1&quot;/&gt;&lt;Image&gt;&lt;filename val=&quot;C:\Users\sanmi\Documents\My Adobe Presentations\ece552-VirtualMemory\data\asimages\{34B9ECC5-6008-4A17-AA46-463A192BB384}_7_S.png&quot;/&gt;&lt;left val=&quot;156&quot;/&gt;&lt;top val=&quot;407&quot;/&gt;&lt;width val=&quot;204&quot;/&gt;&lt;height val=&quot;71&quot;/&gt;&lt;hasText val=&quot;0&quot;/&gt;&lt;/Image&gt;&lt;Image&gt;&lt;filename val=&quot;C:\Users\sanmi\Documents\My Adobe Presentations\ece552-VirtualMemory\data\asimages\{34B9ECC5-6008-4A17-AA46-463A192BB384}_7_T.png&quot;/&gt;&lt;left val=&quot;157&quot;/&gt;&lt;top val=&quot;407&quot;/&gt;&lt;width val=&quot;193&quot;/&gt;&lt;height val=&quot;60&quot;/&gt;&lt;hasText val=&quot;1&quot;/&gt;&lt;/Image&gt;&lt;/ThreeDShape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06B146AC-7812-42F0-B7F8-C7F3E12E9DB0}_7.png&quot;/&gt;&lt;left val=&quot;500&quot;/&gt;&lt;top val=&quot;359&quot;/&gt;&lt;width val=&quot;38&quot;/&gt;&lt;height val=&quot;48&quot;/&gt;&lt;hasText val=&quot;1&quot;/&gt;&lt;/Image&gt;&lt;/ThreeDShape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VirtualMemory\data\asimages\{FFC6668F-9228-406A-97AA-78AF0764AA07}_7.png&quot;/&gt;&lt;left val=&quot;572&quot;/&gt;&lt;top val=&quot;361&quot;/&gt;&lt;width val=&quot;104&quot;/&gt;&lt;height val=&quot;59&quot;/&gt;&lt;hasText val=&quot;1&quot;/&gt;&lt;/Image&gt;&lt;/ThreeDShape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8FC78B76-E5EB-4460-838B-02069A7D06BB}&quot;/&gt;&lt;isInvalidForFieldText val=&quot;1&quot;/&gt;&lt;Image&gt;&lt;filename val=&quot;C:\Users\sanmi\Documents\My Adobe Presentations\ece552-VirtualMemory\data\asimages\{8FC78B76-E5EB-4460-838B-02069A7D06BB}_7_S.png&quot;/&gt;&lt;left val=&quot;315&quot;/&gt;&lt;top val=&quot;407&quot;/&gt;&lt;width val=&quot;84&quot;/&gt;&lt;height val=&quot;71&quot;/&gt;&lt;hasText val=&quot;0&quot;/&gt;&lt;/Image&gt;&lt;Image&gt;&lt;filename val=&quot;C:\Users\sanmi\Documents\My Adobe Presentations\ece552-VirtualMemory\data\asimages\{8FC78B76-E5EB-4460-838B-02069A7D06BB}_7_T.png&quot;/&gt;&lt;left val=&quot;325&quot;/&gt;&lt;top val=&quot;407&quot;/&gt;&lt;width val=&quot;73&quot;/&gt;&lt;height val=&quot;60&quot;/&gt;&lt;hasText val=&quot;1&quot;/&gt;&lt;/Image&gt;&lt;/ThreeDShape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1947083624,C:\Users\sanmi\GoogleDrive\UWMdrive\Courses\ECE552\ece552-lec13_VirtualMemory_pptx\Media.ppcx"/>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EEAEE6D6-E622-4E09-82E8-87CCE3D46A5A}_8.png&quot;/&gt;&lt;left val=&quot;35&quot;/&gt;&lt;top val=&quot;21&quot;/&gt;&lt;width val=&quot;588&quot;/&gt;&lt;height val=&quot;98&quot;/&gt;&lt;hasText val=&quot;1&quot;/&gt;&lt;/Image&gt;&lt;/ThreeDShape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CCDB1EF9-5927-40D6-A25C-D7976F94EC00}_8.png&quot;/&gt;&lt;left val=&quot;599&quot;/&gt;&lt;top val=&quot;500&quot;/&gt;&lt;width val=&quot;86&quot;/&gt;&lt;height val=&quot;32&quot;/&gt;&lt;hasText val=&quot;1&quot;/&gt;&lt;/Image&gt;&lt;/ThreeDShape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42&quot;/&gt;&lt;lineCharCount val=&quot;19&quot;/&gt;&lt;lineCharCount val=&quot;48&quot;/&gt;&lt;lineCharCount val=&quot;24&quot;/&gt;&lt;lineCharCount val=&quot;55&quot;/&gt;&lt;lineCharCount val=&quot;53&quot;/&gt;&lt;lineCharCount val=&quot;8&quot;/&gt;&lt;lineCharCount val=&quot;29&quot;/&gt;&lt;lineCharCount val=&quot;53&quot;/&gt;&lt;lineCharCount val=&quot;32&quot;/&gt;&lt;lineCharCount val=&quot;25&quot;/&gt;&lt;/TableIndex&gt;&lt;/ShapeTextInfo&gt;"/>
  <p:tag name="HTML_SHAPEINFO" val="&lt;ThreeDShapeInfo&gt;&lt;uuid val=&quot;&quot;/&gt;&lt;isInvalidForFieldText val=&quot;0&quot;/&gt;&lt;Image&gt;&lt;filename val=&quot;C:\Users\sanmi\Documents\My Adobe Presentations\ece552-VirtualMemory\data\asimages\{F7986DD3-2ADD-4FDE-8136-1EF19930C6CD}_8.png&quot;/&gt;&lt;left val=&quot;29&quot;/&gt;&lt;top val=&quot;105&quot;/&gt;&lt;width val=&quot;655&quot;/&gt;&lt;height val=&quot;426&quot;/&gt;&lt;hasText val=&quot;1&quot;/&gt;&lt;/Image&gt;&lt;/ThreeDShape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1947083624,C:\Users\sanmi\GoogleDrive\UWMdrive\Courses\ECE552\ece552-lec13_VirtualMemory_pptx\Media.ppcx"/>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E616ABE3-CF8E-4669-B577-92F42C3ACC54}_9.png&quot;/&gt;&lt;left val=&quot;35&quot;/&gt;&lt;top val=&quot;21&quot;/&gt;&lt;width val=&quot;588&quot;/&gt;&lt;height val=&quot;98&quot;/&gt;&lt;hasText val=&quot;1&quot;/&gt;&lt;/Image&gt;&lt;/ThreeDShape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0863C791-6EE6-4001-A853-57B5D513458A}_9.png&quot;/&gt;&lt;left val=&quot;599&quot;/&gt;&lt;top val=&quot;500&quot;/&gt;&lt;width val=&quot;86&quot;/&gt;&lt;height val=&quot;32&quot;/&gt;&lt;hasText val=&quot;1&quot;/&gt;&lt;/Image&gt;&lt;/ThreeDShape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15&quot;/&gt;&lt;lineCharCount val=&quot;49&quot;/&gt;&lt;lineCharCount val=&quot;14&quot;/&gt;&lt;lineCharCount val=&quot;46&quot;/&gt;&lt;lineCharCount val=&quot;23&quot;/&gt;&lt;lineCharCount val=&quot;34&quot;/&gt;&lt;lineCharCount val=&quot;6&quot;/&gt;&lt;lineCharCount val=&quot;31&quot;/&gt;&lt;lineCharCount val=&quot;50&quot;/&gt;&lt;lineCharCount val=&quot;54&quot;/&gt;&lt;lineCharCount val=&quot;10&quot;/&gt;&lt;/TableIndex&gt;&lt;/ShapeTextInfo&gt;"/>
  <p:tag name="HTML_SHAPEINFO" val="&lt;ThreeDShapeInfo&gt;&lt;uuid val=&quot;&quot;/&gt;&lt;isInvalidForFieldText val=&quot;0&quot;/&gt;&lt;Image&gt;&lt;filename val=&quot;C:\Users\sanmi\Documents\My Adobe Presentations\ece552-VirtualMemory\data\asimages\{881E8A40-1399-4503-93D3-5E5EB67E4A25}_9.png&quot;/&gt;&lt;left val=&quot;29&quot;/&gt;&lt;top val=&quot;89&quot;/&gt;&lt;width val=&quot;678&quot;/&gt;&lt;height val=&quot;370&quot;/&gt;&lt;hasText val=&quot;1&quot;/&gt;&lt;/Image&gt;&lt;/ThreeDShape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572378FF-57E7-425C-B4A3-D05A48D6E6E4}_9.png&quot;/&gt;&lt;left val=&quot;437&quot;/&gt;&lt;top val=&quot;447&quot;/&gt;&lt;width val=&quot;192&quot;/&gt;&lt;height val=&quot;34&quot;/&gt;&lt;hasText val=&quot;1&quot;/&gt;&lt;/Image&gt;&lt;/ThreeDShape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A9A17785-FD99-49EE-B0D3-D47576FE32A6}_9.png&quot;/&gt;&lt;left val=&quot;41&quot;/&gt;&lt;top val=&quot;447&quot;/&gt;&lt;width val=&quot;201&quot;/&gt;&lt;height val=&quot;34&quot;/&gt;&lt;hasText val=&quot;1&quot;/&gt;&lt;/Image&gt;&lt;/ThreeDShape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665EE81D-A2C3-4DB9-BA9B-AC8A1F504FDF}_9.png&quot;/&gt;&lt;left val=&quot;245&quot;/&gt;&lt;top val=&quot;447&quot;/&gt;&lt;width val=&quot;192&quot;/&gt;&lt;height val=&quot;34&quot;/&gt;&lt;hasText val=&quot;1&quot;/&gt;&lt;/Image&gt;&lt;/ThreeDShape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47859CA5-6E54-4A48-8A4A-0BA0091CDD12}_9.png&quot;/&gt;&lt;left val=&quot;437&quot;/&gt;&lt;top val=&quot;495&quot;/&gt;&lt;width val=&quot;192&quot;/&gt;&lt;height val=&quot;34&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VirtualMemory\data\asimages\{60B1961B-3256-429B-8C6E-1CE3A53D73B8}_9.png&quot;/&gt;&lt;left val=&quot;41&quot;/&gt;&lt;top val=&quot;495&quot;/&gt;&lt;width val=&quot;201&quot;/&gt;&lt;height val=&quot;34&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7DDE3763-8C92-49FE-9996-74E9DA7657B9}_9.png&quot;/&gt;&lt;left val=&quot;293&quot;/&gt;&lt;top val=&quot;495&quot;/&gt;&lt;width val=&quot;144&quot;/&gt;&lt;height val=&quot;34&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VirtualMemory\data\asimages\{FD859536-B880-4ADF-A406-878AEAF3C16F}_9.png&quot;/&gt;&lt;left val=&quot;296&quot;/&gt;&lt;top val=&quot;467&quot;/&gt;&lt;width val=&quot;78&quot;/&gt;&lt;height val=&quot;34&quot;/&gt;&lt;hasText val=&quot;1&quot;/&gt;&lt;/Image&gt;&lt;/ThreeDShape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7D866CC8-9651-455A-B01C-9456939AF556}_9.png&quot;/&gt;&lt;left val=&quot;537&quot;/&gt;&lt;top val=&quot;467&quot;/&gt;&lt;width val=&quot;97&quot;/&gt;&lt;height val=&quot;34&quot;/&gt;&lt;hasText val=&quot;1&quot;/&gt;&lt;/Image&gt;&lt;/ThreeDShapeInfo&gt;"/>
</p:tagLst>
</file>

<file path=ppt/tags/tag148.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1947083624,C:\Users\sanmi\GoogleDrive\UWMdrive\Courses\ECE552\ece552-lec13_VirtualMemory_pptx\Media.ppcx"/>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5ECD83F2-AFC0-42FD-A3F2-95CBF5D5303F}_10.png&quot;/&gt;&lt;left val=&quot;35&quot;/&gt;&lt;top val=&quot;21&quot;/&gt;&lt;width val=&quot;588&quot;/&gt;&lt;height val=&quot;98&quot;/&gt;&lt;hasText val=&quot;1&quot;/&gt;&lt;/Image&gt;&lt;/ThreeDShape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3EF76A9-6C34-482E-8CC4-81335369FCF2}_10.png&quot;/&gt;&lt;left val=&quot;599&quot;/&gt;&lt;top val=&quot;500&quot;/&gt;&lt;width val=&quot;86&quot;/&gt;&lt;height val=&quot;32&quot;/&gt;&lt;hasText val=&quot;1&quot;/&gt;&lt;/Image&gt;&lt;/ThreeDShape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9&quot;/&gt;&lt;lineCharCount val=&quot;44&quot;/&gt;&lt;lineCharCount val=&quot;18&quot;/&gt;&lt;lineCharCount val=&quot;47&quot;/&gt;&lt;lineCharCount val=&quot;49&quot;/&gt;&lt;/TableIndex&gt;&lt;/ShapeTextInfo&gt;"/>
  <p:tag name="HTML_SHAPEINFO" val="&lt;ThreeDShapeInfo&gt;&lt;uuid val=&quot;&quot;/&gt;&lt;isInvalidForFieldText val=&quot;0&quot;/&gt;&lt;Image&gt;&lt;filename val=&quot;C:\Users\sanmi\Documents\My Adobe Presentations\ece552-VirtualMemory\data\asimages\{FC7175FC-D1A3-46EF-A332-90376620344E}_10.png&quot;/&gt;&lt;left val=&quot;29&quot;/&gt;&lt;top val=&quot;105&quot;/&gt;&lt;width val=&quot;702&quot;/&gt;&lt;height val=&quot;426&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6BEAF0F2-EA0A-4F30-9D32-0AFEA692028C}_10.png&quot;/&gt;&lt;left val=&quot;197&quot;/&gt;&lt;top val=&quot;320&quot;/&gt;&lt;width val=&quot;258&quot;/&gt;&lt;height val=&quot;35&quot;/&gt;&lt;hasText val=&quot;1&quot;/&gt;&lt;/Image&gt;&lt;/ThreeDShape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922267DA-60A9-4E42-B019-521EA7877351}_10.png&quot;/&gt;&lt;left val=&quot;239&quot;/&gt;&lt;top val=&quot;452&quot;/&gt;&lt;width val=&quot;216&quot;/&gt;&lt;height val=&quot;35&quot;/&gt;&lt;hasText val=&quot;1&quot;/&gt;&lt;/Image&gt;&lt;/ThreeDShape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5B6FC5B2-DB29-4663-A65E-AAD133A94D25}_10.png&quot;/&gt;&lt;left val=&quot;455&quot;/&gt;&lt;top val=&quot;452&quot;/&gt;&lt;width val=&quot;162&quot;/&gt;&lt;height val=&quot;35&quot;/&gt;&lt;hasText val=&quot;1&quot;/&gt;&lt;/Image&gt;&lt;/ThreeDShape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26D58085-33D3-4BA3-B05D-F347F79E6506}_10.png&quot;/&gt;&lt;left val=&quot;251&quot;/&gt;&lt;top val=&quot;372&quot;/&gt;&lt;width val=&quot;180&quot;/&gt;&lt;height val=&quot;60&quot;/&gt;&lt;hasText val=&quot;1&quot;/&gt;&lt;/Image&gt;&lt;/ThreeDShape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6A722030-3BD7-4B78-B213-0DC52531A665}_10.png&quot;/&gt;&lt;left val=&quot;59&quot;/&gt;&lt;top val=&quot;317&quot;/&gt;&lt;width val=&quot;145&quot;/&gt;&lt;height val=&quot;40&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1EFE3BAE-8DB5-4A54-A4FF-C267654F37E8}_10.png&quot;/&gt;&lt;left val=&quot;100&quot;/&gt;&lt;top val=&quot;449&quot;/&gt;&lt;width val=&quot;145&quot;/&gt;&lt;height val=&quot;40&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D7FF9F1F-BDE4-4652-BDC5-18BAE7D769AD}_10.png&quot;/&gt;&lt;left val=&quot;455&quot;/&gt;&lt;top val=&quot;320&quot;/&gt;&lt;width val=&quot;162&quot;/&gt;&lt;height val=&quot;35&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1947083624,C:\Users\sanmi\GoogleDrive\UWMdrive\Courses\ECE552\ece552-lec13_VirtualMemory_pptx\Media.ppcx"/>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9EBD995A-D90F-43CA-8682-92E8316F0A19}_11.png&quot;/&gt;&lt;left val=&quot;35&quot;/&gt;&lt;top val=&quot;21&quot;/&gt;&lt;width val=&quot;588&quot;/&gt;&lt;height val=&quot;98&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2D229FA-22D0-4BD9-B058-E579479B64BB}_11.png&quot;/&gt;&lt;left val=&quot;599&quot;/&gt;&lt;top val=&quot;500&quot;/&gt;&lt;width val=&quot;86&quot;/&gt;&lt;height val=&quot;32&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7&quot;/&gt;&lt;lineCharCount val=&quot;21&quot;/&gt;&lt;lineCharCount val=&quot;51&quot;/&gt;&lt;lineCharCount val=&quot;41&quot;/&gt;&lt;lineCharCount val=&quot;32&quot;/&gt;&lt;/TableIndex&gt;&lt;/ShapeTextInfo&gt;"/>
  <p:tag name="HTML_SHAPEINFO" val="&lt;ThreeDShapeInfo&gt;&lt;uuid val=&quot;&quot;/&gt;&lt;isInvalidForFieldText val=&quot;0&quot;/&gt;&lt;Image&gt;&lt;filename val=&quot;C:\Users\sanmi\Documents\My Adobe Presentations\ece552-VirtualMemory\data\asimages\{1D1875C9-FAF7-4EA4-B221-95629FD90269}_11.png&quot;/&gt;&lt;left val=&quot;32&quot;/&gt;&lt;top val=&quot;105&quot;/&gt;&lt;width val=&quot;687&quot;/&gt;&lt;height val=&quot;425&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730BCC10-BACC-4F38-AD84-3445F76D570B}_11.png&quot;/&gt;&lt;left val=&quot;419&quot;/&gt;&lt;top val=&quot;407&quot;/&gt;&lt;width val=&quot;186&quot;/&gt;&lt;height val=&quot;35&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4B1B2279-3086-4E4F-9E45-F0F3B9E6F1E3}_11.png&quot;/&gt;&lt;left val=&quot;137&quot;/&gt;&lt;top val=&quot;407&quot;/&gt;&lt;width val=&quot;96&quot;/&gt;&lt;height val=&quot;35&quot;/&gt;&lt;hasText val=&quot;1&quot;/&gt;&lt;/Image&gt;&lt;/ThreeDShape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50DEEDF9-30CB-42A4-91AA-FDFFE1FA0385}_11.png&quot;/&gt;&lt;left val=&quot;107&quot;/&gt;&lt;top val=&quot;299&quot;/&gt;&lt;width val=&quot;180&quot;/&gt;&lt;height val=&quot;35&quot;/&gt;&lt;hasText val=&quot;1&quot;/&gt;&lt;/Image&gt;&lt;/ThreeDShape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Documents\My Adobe Presentations\ece552-VirtualMemory\data\asimages\{CEF9CB73-C16B-4A71-A36F-480603B32C92}_11.png&quot;/&gt;&lt;left val=&quot;286&quot;/&gt;&lt;top val=&quot;299&quot;/&gt;&lt;width val=&quot;62&quot;/&gt;&lt;height val=&quot;35&quot;/&gt;&lt;hasText val=&quot;1&quot;/&gt;&lt;/Image&gt;&lt;/ThreeDShape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2F559F68-5553-4E22-BD41-087C65D35953}_11.png&quot;/&gt;&lt;left val=&quot;329&quot;/&gt;&lt;top val=&quot;407&quot;/&gt;&lt;width val=&quot;31&quot;/&gt;&lt;height val=&quot;35&quot;/&gt;&lt;hasText val=&quot;1&quot;/&gt;&lt;/Image&gt;&lt;/ThreeDShape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6F75CD-B628-4C64-AF39-13E2B25D8B9C}&quot;/&gt;&lt;isInvalidForFieldText val=&quot;0&quot;/&gt;&lt;Image&gt;&lt;filename val=&quot;C:\Users\sanmi\Documents\My Adobe Presentations\ece552-VirtualMemory\data\asimages\{626F75CD-B628-4C64-AF39-13E2B25D8B9C}_11.png&quot;/&gt;&lt;left val=&quot;197&quot;/&gt;&lt;top val=&quot;329&quot;/&gt;&lt;width val=&quot;152&quot;/&gt;&lt;height val=&quot;83&quot;/&gt;&lt;hasText val=&quot;1&quot;/&gt;&lt;/Image&gt;&lt;/ThreeDShape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HTML_SHAPEINFO" val="&lt;ThreeDShapeInfo&gt;&lt;uuid val=&quot;&quot;/&gt;&lt;isInvalidForFieldText val=&quot;0&quot;/&gt;&lt;Image&gt;&lt;filename val=&quot;C:\Users\sanmi\Documents\My Adobe Presentations\ece552-VirtualMemory\data\asimages\{A52220BC-9887-4AD7-8EC5-8EB4913BDFAE}_11.png&quot;/&gt;&lt;left val=&quot;87&quot;/&gt;&lt;top val=&quot;377&quot;/&gt;&lt;width val=&quot;196&quot;/&gt;&lt;height val=&quot;35&quot;/&gt;&lt;hasText val=&quot;1&quot;/&gt;&lt;/Image&gt;&lt;/ThreeDShapeInfo&gt;"/>
</p:tagLst>
</file>

<file path=ppt/tags/tag176.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1947083624,C:\Users\sanmi\GoogleDrive\UWMdrive\Courses\ECE552\ece552-lec13_VirtualMemory_pptx\Media.ppcx"/>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1733CDA0-72C8-43FD-8486-42ED798D1772}_12.png&quot;/&gt;&lt;left val=&quot;35&quot;/&gt;&lt;top val=&quot;21&quot;/&gt;&lt;width val=&quot;588&quot;/&gt;&lt;height val=&quot;98&quot;/&gt;&lt;hasText val=&quot;1&quot;/&gt;&lt;/Image&gt;&lt;/ThreeDShape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B668E8A-BBF2-4AF5-A5A0-F43B7B0CFF99}_12.png&quot;/&gt;&lt;left val=&quot;599&quot;/&gt;&lt;top val=&quot;500&quot;/&gt;&lt;width val=&quot;86&quot;/&gt;&lt;height val=&quot;32&quot;/&gt;&lt;hasText val=&quot;1&quot;/&gt;&lt;/Image&gt;&lt;/ThreeDShape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4&quot;/&gt;&lt;lineCharCount val=&quot;38&quot;/&gt;&lt;lineCharCount val=&quot;1&quot;/&gt;&lt;lineCharCount val=&quot;22&quot;/&gt;&lt;lineCharCount val=&quot;57&quot;/&gt;&lt;lineCharCount val=&quot;55&quot;/&gt;&lt;lineCharCount val=&quot;50&quot;/&gt;&lt;lineCharCount val=&quot;28&quot;/&gt;&lt;lineCharCount val=&quot;53&quot;/&gt;&lt;/TableIndex&gt;&lt;/ShapeTextInfo&gt;"/>
  <p:tag name="HTML_SHAPEINFO" val="&lt;ThreeDShapeInfo&gt;&lt;uuid val=&quot;&quot;/&gt;&lt;isInvalidForFieldText val=&quot;0&quot;/&gt;&lt;Image&gt;&lt;filename val=&quot;C:\Users\sanmi\Documents\My Adobe Presentations\ece552-VirtualMemory\data\asimages\{5D2E51E9-7652-4F45-AF77-A6BA9242CD93}_12.png&quot;/&gt;&lt;left val=&quot;29&quot;/&gt;&lt;top val=&quot;105&quot;/&gt;&lt;width val=&quot;674&quot;/&gt;&lt;height val=&quot;426&quot;/&gt;&lt;hasText val=&quot;1&quot;/&gt;&lt;/Image&gt;&lt;/ThreeDShapeInfo&gt;"/>
</p:tagLst>
</file>

<file path=ppt/tags/tag180.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1947083624,C:\Users\sanmi\GoogleDrive\UWMdrive\Courses\ECE552\ece552-lec13_VirtualMemory_pptx\Media.ppcx"/>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980EC77-CDB5-486F-A121-B3949078E51A}_13.png&quot;/&gt;&lt;left val=&quot;599&quot;/&gt;&lt;top val=&quot;500&quot;/&gt;&lt;width val=&quot;86&quot;/&gt;&lt;height val=&quot;32&quot;/&gt;&lt;hasText val=&quot;1&quot;/&gt;&lt;/Image&gt;&lt;/ThreeDShape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E6CE2091-DD64-483A-B0C7-F28041700D76}_13.png&quot;/&gt;&lt;left val=&quot;48&quot;/&gt;&lt;top val=&quot;233&quot;/&gt;&lt;width val=&quot;197&quot;/&gt;&lt;height val=&quot;115&quot;/&gt;&lt;hasText val=&quot;1&quot;/&gt;&lt;/Image&gt;&lt;/ThreeDShape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282D759-7FF3-43ED-AC86-2124D2B04CAF}_13.png&quot;/&gt;&lt;left val=&quot;48&quot;/&gt;&lt;top val=&quot;413&quot;/&gt;&lt;width val=&quot;197&quot;/&gt;&lt;height val=&quot;115&quot;/&gt;&lt;hasText val=&quot;1&quot;/&gt;&lt;/Image&gt;&lt;/ThreeDShape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2D456672-6238-4B5C-98E7-99EC04FF72AD}_13.png&quot;/&gt;&lt;left val=&quot;224&quot;/&gt;&lt;top val=&quot;196&quot;/&gt;&lt;width val=&quot;186&quot;/&gt;&lt;height val=&quot;34&quot;/&gt;&lt;hasText val=&quot;1&quot;/&gt;&lt;/Image&gt;&lt;/ThreeDShape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7705B961-BC91-4A49-9054-ADEC74E4E2F8}_13.png&quot;/&gt;&lt;left val=&quot;229&quot;/&gt;&lt;top val=&quot;375&quot;/&gt;&lt;width val=&quot;186&quot;/&gt;&lt;height val=&quot;34&quot;/&gt;&lt;hasText val=&quot;1&quot;/&gt;&lt;/Image&gt;&lt;/ThreeDShape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1228C066-0301-414A-A622-3C1C130CFEFD}_13.png&quot;/&gt;&lt;left val=&quot;437&quot;/&gt;&lt;top val=&quot;312&quot;/&gt;&lt;width val=&quot;186&quot;/&gt;&lt;height val=&quot;34&quot;/&gt;&lt;hasText val=&quot;1&quot;/&gt;&lt;/Image&gt;&lt;/ThreeDShape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TableIndex row=&quot;9&quot; col=&quot;1&quot;&gt;&lt;linesCount val=&quot;0&quot;/&gt;&lt;/TableIndex&gt;&lt;TableIndex row=&quot;10&quot; col=&quot;1&quot;&gt;&lt;linesCount val=&quot;0&quot;/&gt;&lt;/TableIndex&gt;&lt;TableIndex row=&quot;11&quot; col=&quot;1&quot;&gt;&lt;linesCount val=&quot;0&quot;/&gt;&lt;/TableIndex&gt;&lt;TableIndex row=&quot;12&quot; col=&quot;1&quot;&gt;&lt;linesCount val=&quot;0&quot;/&gt;&lt;/TableIndex&gt;&lt;TableIndex row=&quot;13&quot; col=&quot;1&quot;&gt;&lt;linesCount val=&quot;0&quot;/&gt;&lt;/TableIndex&gt;&lt;TableIndex row=&quot;14&quot; col=&quot;1&quot;&gt;&lt;linesCount val=&quot;0&quot;/&gt;&lt;/TableIndex&gt;&lt;TableIndex row=&quot;15&quot; col=&quot;1&quot;&gt;&lt;linesCount val=&quot;0&quot;/&gt;&lt;/TableIndex&gt;&lt;TableIndex row=&quot;16&quot; col=&quot;1&quot;&gt;&lt;linesCount val=&quot;0&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61FB09B8-971C-46C6-B440-38BB81865108}_13.png&quot;/&gt;&lt;left val=&quot;557&quot;/&gt;&lt;top val=&quot;228&quot;/&gt;&lt;width val=&quot;186&quot;/&gt;&lt;height val=&quot;34&quot;/&gt;&lt;hasText val=&quot;1&quot;/&gt;&lt;/Image&gt;&lt;/ThreeDShape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BDD039D7-2C75-41DA-9FC6-73C091886618}_13.png&quot;/&gt;&lt;left val=&quot;401&quot;/&gt;&lt;top val=&quot;453&quot;/&gt;&lt;width val=&quot;108&quot;/&gt;&lt;height val=&quot;40&quot;/&gt;&lt;hasText val=&quot;1&quot;/&gt;&lt;/Image&gt;&lt;/ThreeDShape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4&quot;/&gt;&lt;lineCharCount val=&quot;6&quot;/&gt;&lt;/TableIndex&gt;&lt;/ShapeTextInfo&gt;"/>
  <p:tag name="HTML_SHAPEINFO" val="&lt;ThreeDShapeInfo&gt;&lt;uuid val=&quot;&quot;/&gt;&lt;isInvalidForFieldText val=&quot;0&quot;/&gt;&lt;Image&gt;&lt;filename val=&quot;C:\Users\sanmi\Documents\My Adobe Presentations\ece552-VirtualMemory\data\asimages\{9B772679-C1AE-45EB-9977-F29560C61C60}_13.png&quot;/&gt;&lt;left val=&quot;32&quot;/&gt;&lt;top val=&quot;105&quot;/&gt;&lt;width val=&quot;642&quot;/&gt;&lt;height val=&quot;93&quot;/&gt;&lt;hasText val=&quot;1&quot;/&gt;&lt;/Image&gt;&lt;/ThreeDShape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71E83484-4125-49CA-9C48-682D63B94868}_13.png&quot;/&gt;&lt;left val=&quot;35&quot;/&gt;&lt;top val=&quot;21&quot;/&gt;&lt;width val=&quot;588&quot;/&gt;&lt;height val=&quot;98&quot;/&gt;&lt;hasText val=&quot;1&quot;/&gt;&lt;/Image&gt;&lt;/ThreeDShapeInfo&gt;"/>
</p:tagLst>
</file>

<file path=ppt/tags/tag195.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1947083624,C:\Users\sanmi\GoogleDrive\UWMdrive\Courses\ECE552\ece552-lec13_VirtualMemory_pptx\Media.ppcx"/>
  <p:tag name="TIMING" val="|14.7"/>
</p:tagLst>
</file>

<file path=ppt/tags/tag1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EEDD4751-BDC1-4E9C-8C2C-769D76708B62}_14.png&quot;/&gt;&lt;left val=&quot;35&quot;/&gt;&lt;top val=&quot;21&quot;/&gt;&lt;width val=&quot;588&quot;/&gt;&lt;height val=&quot;98&quot;/&gt;&lt;hasText val=&quot;1&quot;/&gt;&lt;/Image&gt;&lt;/ThreeDShapeInfo&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CB6FBE54-3D3E-447F-802A-DF8A4EEA945C}_14.png&quot;/&gt;&lt;left val=&quot;599&quot;/&gt;&lt;top val=&quot;500&quot;/&gt;&lt;width val=&quot;86&quot;/&gt;&lt;height val=&quot;32&quot;/&gt;&lt;hasText val=&quot;1&quot;/&gt;&lt;/Image&gt;&lt;/ThreeDShape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47&quot;/&gt;&lt;lineCharCount val=&quot;9&quot;/&gt;&lt;lineCharCount val=&quot;15&quot;/&gt;&lt;lineCharCount val=&quot;10&quot;/&gt;&lt;lineCharCount val=&quot;30&quot;/&gt;&lt;lineCharCount val=&quot;42&quot;/&gt;&lt;lineCharCount val=&quot;44&quot;/&gt;&lt;lineCharCount val=&quot;32&quot;/&gt;&lt;/TableIndex&gt;&lt;/ShapeTextInfo&gt;"/>
  <p:tag name="HTML_SHAPEINFO" val="&lt;TextEffect&gt;&lt;Image&gt;&lt;filename val=&quot;C:\Users\sanmi\Documents\My Adobe Presentations\ece552-VirtualMemory\data\asimages\{C2D9092E-21D9-421E-A182-99B136B5C1EA}_1.png_crop.png&quot;/&gt;&lt;left val=&quot;50&quot;/&gt;&lt;top val=&quot;123&quot;/&gt;&lt;width val=&quot;569&quot;/&gt;&lt;height val=&quot;61&quot;/&gt;&lt;hasText val=&quot;1&quot;/&gt;&lt;paraId val=&quot;1&quot;/&gt;&lt;/Image&gt;&lt;Image&gt;&lt;filename val=&quot;C:\Users\sanmi\Documents\My Adobe Presentations\ece552-VirtualMemory\data\asimages\{D2A81E30-A135-41BB-B213-9DE85DD50A93}_1.png_crop.png&quot;/&gt;&lt;left val=&quot;49&quot;/&gt;&lt;top val=&quot;198&quot;/&gt;&lt;width val=&quot;204&quot;/&gt;&lt;height val=&quot;19&quot;/&gt;&lt;hasText val=&quot;1&quot;/&gt;&lt;paraId val=&quot;2&quot;/&gt;&lt;/Image&gt;&lt;Image&gt;&lt;filename val=&quot;C:\Users\sanmi\Documents\My Adobe Presentations\ece552-VirtualMemory\data\asimages\{5DE1BFD4-8ADC-40C3-8562-E689746127AD}_1.png_crop.png&quot;/&gt;&lt;left val=&quot;49&quot;/&gt;&lt;top val=&quot;233&quot;/&gt;&lt;width val=&quot;149&quot;/&gt;&lt;height val=&quot;22&quot;/&gt;&lt;hasText val=&quot;1&quot;/&gt;&lt;paraId val=&quot;3&quot;/&gt;&lt;/Image&gt;&lt;Image&gt;&lt;filename val=&quot;C:\Users\sanmi\Documents\My Adobe Presentations\ece552-VirtualMemory\data\asimages\{23B0C9B5-F83E-4ED1-AB14-8D4775C8AECE}_1.png_crop.png&quot;/&gt;&lt;left val=&quot;49&quot;/&gt;&lt;top val=&quot;265&quot;/&gt;&lt;width val=&quot;363&quot;/&gt;&lt;height val=&quot;24&quot;/&gt;&lt;hasText val=&quot;1&quot;/&gt;&lt;paraId val=&quot;4&quot;/&gt;&lt;/Image&gt;&lt;Image&gt;&lt;filename val=&quot;C:\Users\sanmi\Documents\My Adobe Presentations\ece552-VirtualMemory\data\asimages\{D8D96C8A-86A3-484B-93C2-7F5B16C98C22}_1.png_crop.png&quot;/&gt;&lt;left val=&quot;86&quot;/&gt;&lt;top val=&quot;297&quot;/&gt;&lt;width val=&quot;466&quot;/&gt;&lt;height val=&quot;21&quot;/&gt;&lt;hasText val=&quot;1&quot;/&gt;&lt;paraId val=&quot;5&quot;/&gt;&lt;/Image&gt;&lt;Image&gt;&lt;filename val=&quot;C:\Users\sanmi\Documents\My Adobe Presentations\ece552-VirtualMemory\data\asimages\{B0F2D145-61B2-4850-9579-420B171CCABD}_1.png_crop.png&quot;/&gt;&lt;left val=&quot;86&quot;/&gt;&lt;top val=&quot;325&quot;/&gt;&lt;width val=&quot;486&quot;/&gt;&lt;height val=&quot;21&quot;/&gt;&lt;hasText val=&quot;1&quot;/&gt;&lt;paraId val=&quot;6&quot;/&gt;&lt;/Image&gt;&lt;Image&gt;&lt;filename val=&quot;C:\Users\sanmi\Documents\My Adobe Presentations\ece552-VirtualMemory\data\asimages\{C8FC25EC-35C9-41E9-A30E-CCE0A248B294}_1.png_crop.png&quot;/&gt;&lt;left val=&quot;86&quot;/&gt;&lt;top val=&quot;354&quot;/&gt;&lt;width val=&quot;377&quot;/&gt;&lt;height val=&quot;21&quot;/&gt;&lt;hasText val=&quot;1&quot;/&gt;&lt;paraId val=&quot;7&quot;/&gt;&lt;/Image&gt;&lt;/TextEffect&gt;"/>
</p:tagLst>
</file>

<file path=ppt/tags/tag199.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1947083624,C:\Users\sanmi\GoogleDrive\UWMdrive\Courses\ECE552\ece552-lec13_VirtualMemory_pptx\Media.ppcx"/>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VirtualMemory\data\asimages\{ADE56901-CCE7-4A66-ADFD-BDA5418746D3}_15.png&quot;/&gt;&lt;left val=&quot;35&quot;/&gt;&lt;top val=&quot;21&quot;/&gt;&lt;width val=&quot;588&quot;/&gt;&lt;height val=&quot;98&quot;/&gt;&lt;hasText val=&quot;1&quot;/&gt;&lt;/Image&gt;&lt;/ThreeDShape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0E248602-3A5A-42B3-BD69-0B3FF20DCF6B}_15.png&quot;/&gt;&lt;left val=&quot;599&quot;/&gt;&lt;top val=&quot;500&quot;/&gt;&lt;width val=&quot;86&quot;/&gt;&lt;height val=&quot;32&quot;/&gt;&lt;hasText val=&quot;1&quot;/&gt;&lt;/Image&gt;&lt;/ThreeDShape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23&quot;/&gt;&lt;lineCharCount val=&quot;16&quot;/&gt;&lt;lineCharCount val=&quot;20&quot;/&gt;&lt;lineCharCount val=&quot;30&quot;/&gt;&lt;lineCharCount val=&quot;5&quot;/&gt;&lt;lineCharCount val=&quot;32&quot;/&gt;&lt;lineCharCount val=&quot;31&quot;/&gt;&lt;lineCharCount val=&quot;31&quot;/&gt;&lt;lineCharCount val=&quot;28&quot;/&gt;&lt;lineCharCount val=&quot;19&quot;/&gt;&lt;/TableIndex&gt;&lt;/ShapeTextInfo&gt;"/>
  <p:tag name="HTML_SHAPEINFO" val="&lt;ThreeDShapeInfo&gt;&lt;uuid val=&quot;&quot;/&gt;&lt;isInvalidForFieldText val=&quot;0&quot;/&gt;&lt;Image&gt;&lt;filename val=&quot;C:\Users\sanmi\Documents\My Adobe Presentations\ece552-VirtualMemory\data\asimages\{DA135907-D6FD-4084-B226-0713A75D0BF3}_15.png&quot;/&gt;&lt;left val=&quot;29&quot;/&gt;&lt;top val=&quot;105&quot;/&gt;&lt;width val=&quot;421&quot;/&gt;&lt;height val=&quot;426&quot;/&gt;&lt;hasText val=&quot;1&quot;/&gt;&lt;/Image&gt;&lt;/ThreeDShape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1C06A7A-C056-48FA-BDCC-D9AFF6AE0EBA}&quot;/&gt;&lt;isInvalidForFieldText val=&quot;1&quot;/&gt;&lt;Image&gt;&lt;filename val=&quot;C:\Users\sanmi\Documents\My Adobe Presentations\ece552-VirtualMemory\data\asimages\{11C06A7A-C056-48FA-BDCC-D9AFF6AE0EBA}_15_S.png&quot;/&gt;&lt;left val=&quot;577&quot;/&gt;&lt;top val=&quot;154&quot;/&gt;&lt;width val=&quot;83&quot;/&gt;&lt;height val=&quot;60&quot;/&gt;&lt;hasText val=&quot;0&quot;/&gt;&lt;/Image&gt;&lt;Image&gt;&lt;filename val=&quot;C:\Users\sanmi\Documents\My Adobe Presentations\ece552-VirtualMemory\data\asimages\{11C06A7A-C056-48FA-BDCC-D9AFF6AE0EBA}_15_T.png&quot;/&gt;&lt;left val=&quot;577&quot;/&gt;&lt;top val=&quot;165&quot;/&gt;&lt;width val=&quot;73&quot;/&gt;&lt;height val=&quot;48&quot;/&gt;&lt;hasText val=&quot;1&quot;/&gt;&lt;/Image&gt;&lt;/ThreeDShape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449AA01-F471-482F-8D29-2240FE0A5926}&quot;/&gt;&lt;isInvalidForFieldText val=&quot;1&quot;/&gt;&lt;Image&gt;&lt;filename val=&quot;C:\Users\sanmi\Documents\My Adobe Presentations\ece552-VirtualMemory\data\asimages\{A449AA01-F471-482F-8D29-2240FE0A5926}_15_S.png&quot;/&gt;&lt;left val=&quot;577&quot;/&gt;&lt;top val=&quot;223&quot;/&gt;&lt;width val=&quot;83&quot;/&gt;&lt;height val=&quot;72&quot;/&gt;&lt;hasText val=&quot;0&quot;/&gt;&lt;/Image&gt;&lt;Image&gt;&lt;filename val=&quot;C:\Users\sanmi\Documents\My Adobe Presentations\ece552-VirtualMemory\data\asimages\{A449AA01-F471-482F-8D29-2240FE0A5926}_15_T.png&quot;/&gt;&lt;left val=&quot;577&quot;/&gt;&lt;top val=&quot;225&quot;/&gt;&lt;width val=&quot;73&quot;/&gt;&lt;height val=&quot;60&quot;/&gt;&lt;hasText val=&quot;1&quot;/&gt;&lt;/Image&gt;&lt;/ThreeDShape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520A480-EB0F-4D13-8D87-0BB7412CE584}&quot;/&gt;&lt;isInvalidForFieldText val=&quot;1&quot;/&gt;&lt;Image&gt;&lt;filename val=&quot;C:\Users\sanmi\Documents\My Adobe Presentations\ece552-VirtualMemory\data\asimages\{1520A480-EB0F-4D13-8D87-0BB7412CE584}_15_S.png&quot;/&gt;&lt;left val=&quot;577&quot;/&gt;&lt;top val=&quot;295&quot;/&gt;&lt;width val=&quot;83&quot;/&gt;&lt;height val=&quot;144&quot;/&gt;&lt;hasText val=&quot;0&quot;/&gt;&lt;/Image&gt;&lt;Image&gt;&lt;filename val=&quot;C:\Users\sanmi\Documents\My Adobe Presentations\ece552-VirtualMemory\data\asimages\{1520A480-EB0F-4D13-8D87-0BB7412CE584}_15_T.png&quot;/&gt;&lt;left val=&quot;577&quot;/&gt;&lt;top val=&quot;297&quot;/&gt;&lt;width val=&quot;73&quot;/&gt;&lt;height val=&quot;132&quot;/&gt;&lt;hasText val=&quot;1&quot;/&gt;&lt;/Image&gt;&lt;/ThreeDShape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81DCB832-11F0-4F62-A2F5-3BE2F4A932B3}_15.png&quot;/&gt;&lt;left val=&quot;516&quot;/&gt;&lt;top val=&quot;155&quot;/&gt;&lt;width val=&quot;75&quot;/&gt;&lt;height val=&quot;53&quot;/&gt;&lt;hasText val=&quot;1&quot;/&gt;&lt;/Image&gt;&lt;/ThreeDShape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4&quot;/&gt;&lt;/TableIndex&gt;&lt;/ShapeTextInfo&gt;"/>
  <p:tag name="HTML_SHAPEINFO" val="&lt;ThreeDShapeInfo&gt;&lt;uuid val=&quot;&quot;/&gt;&lt;isInvalidForFieldText val=&quot;0&quot;/&gt;&lt;Image&gt;&lt;filename val=&quot;C:\Users\sanmi\Documents\My Adobe Presentations\ece552-VirtualMemory\data\asimages\{AF21032F-000E-4DFD-B275-396853A94735}_15.png&quot;/&gt;&lt;left val=&quot;634&quot;/&gt;&lt;top val=&quot;113&quot;/&gt;&lt;width val=&quot;80&quot;/&gt;&lt;height val=&quot;54&quot;/&gt;&lt;hasText val=&quot;1&quot;/&gt;&lt;/Image&gt;&lt;/ThreeDShape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04A7757F-DCFF-40A5-9204-9CCDD21791FC}_15.png&quot;/&gt;&lt;left val=&quot;529&quot;/&gt;&lt;top val=&quot;110&quot;/&gt;&lt;width val=&quot;97&quot;/&gt;&lt;height val=&quot;43&quot;/&gt;&lt;hasText val=&quot;1&quot;/&gt;&lt;/Image&gt;&lt;/ThreeDShape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44FD48F-5961-42A1-86FF-2693BA78AB69}_15.png&quot;/&gt;&lt;left val=&quot;433&quot;/&gt;&lt;top val=&quot;110&quot;/&gt;&lt;width val=&quot;97&quot;/&gt;&lt;height val=&quot;43&quot;/&gt;&lt;hasText val=&quot;1&quot;/&gt;&lt;/Image&gt;&lt;/ThreeDShape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535FB66-1881-4902-BA1D-5C10F10E4538}_15.png&quot;/&gt;&lt;left val=&quot;398&quot;/&gt;&lt;top val=&quot;180&quot;/&gt;&lt;width val=&quot;99&quot;/&gt;&lt;height val=&quot;34&quot;/&gt;&lt;hasText val=&quot;1&quot;/&gt;&lt;/Image&gt;&lt;/ThreeDShape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41CF168-0564-4386-A87A-EBB672278B88}&quot;/&gt;&lt;isInvalidForFieldText val=&quot;1&quot;/&gt;&lt;Image&gt;&lt;filename val=&quot;C:\Users\sanmi\Documents\My Adobe Presentations\ece552-VirtualMemory\data\asimages\{A41CF168-0564-4386-A87A-EBB672278B88}_15_S.png&quot;/&gt;&lt;left val=&quot;491&quot;/&gt;&lt;top val=&quot;141&quot;/&gt;&lt;width val=&quot;51&quot;/&gt;&lt;height val=&quot;122&quot;/&gt;&lt;hasText val=&quot;0&quot;/&gt;&lt;/Image&gt;&lt;Image&gt;&lt;filename val=&quot;C:\Users\sanmi\Documents\My Adobe Presentations\ece552-VirtualMemory\data\asimages\{A41CF168-0564-4386-A87A-EBB672278B88}_15_T.png&quot;/&gt;&lt;left val=&quot;493&quot;/&gt;&lt;top val=&quot;141&quot;/&gt;&lt;width val=&quot;37&quot;/&gt;&lt;height val=&quot;108&quot;/&gt;&lt;hasText val=&quot;1&quot;/&gt;&lt;/Image&gt;&lt;/ThreeDShape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D8489090-1DAA-41D8-94AE-8BF02D72A439}&quot;/&gt;&lt;isInvalidForFieldText val=&quot;1&quot;/&gt;&lt;Image&gt;&lt;filename val=&quot;C:\Users\sanmi\Documents\My Adobe Presentations\ece552-VirtualMemory\data\asimages\{D8489090-1DAA-41D8-94AE-8BF02D72A439}_15_S.png&quot;/&gt;&lt;left val=&quot;605&quot;/&gt;&lt;top val=&quot;141&quot;/&gt;&lt;width val=&quot;57&quot;/&gt;&lt;height val=&quot;188&quot;/&gt;&lt;hasText val=&quot;0&quot;/&gt;&lt;/Image&gt;&lt;Image&gt;&lt;filename val=&quot;C:\Users\sanmi\Documents\My Adobe Presentations\ece552-VirtualMemory\data\asimages\{D8489090-1DAA-41D8-94AE-8BF02D72A439}_15_T.png&quot;/&gt;&lt;left val=&quot;607&quot;/&gt;&lt;top val=&quot;141&quot;/&gt;&lt;width val=&quot;43&quot;/&gt;&lt;height val=&quot;174&quot;/&gt;&lt;hasText val=&quot;1&quot;/&gt;&lt;/Image&gt;&lt;/ThreeDShape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6E3ED997-49DE-41A9-87A6-35B9957EC6C7}_15.png&quot;/&gt;&lt;left val=&quot;507&quot;/&gt;&lt;top val=&quot;91&quot;/&gt;&lt;width val=&quot;48&quot;/&gt;&lt;height val=&quot;34&quot;/&gt;&lt;hasText val=&quot;1&quot;/&gt;&lt;/Image&gt;&lt;/ThreeDShapeInfo&gt;"/>
</p:tagLst>
</file>

<file path=ppt/tags/tag244.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1947083624,C:\Users\sanmi\GoogleDrive\UWMdrive\Courses\ECE552\ece552-lec13_VirtualMemory_pptx\Media.ppcx"/>
  <p:tag name="TIMING" val="|20.4|44.9"/>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VirtualMemory\data\asimages\{9AB1F9B6-AE3F-4BBD-8F34-B45CD08A684A}_16.png&quot;/&gt;&lt;left val=&quot;35&quot;/&gt;&lt;top val=&quot;21&quot;/&gt;&lt;width val=&quot;588&quot;/&gt;&lt;height val=&quot;98&quot;/&gt;&lt;hasText val=&quot;1&quot;/&gt;&lt;/Image&gt;&lt;/ThreeDShapeInfo&gt;"/>
</p:tagLst>
</file>

<file path=ppt/tags/tag2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F486ECA4-CF08-4DE6-8A92-B52428B5A02C}_16.png&quot;/&gt;&lt;left val=&quot;599&quot;/&gt;&lt;top val=&quot;500&quot;/&gt;&lt;width val=&quot;86&quot;/&gt;&lt;height val=&quot;32&quot;/&gt;&lt;hasText val=&quot;1&quot;/&gt;&lt;/Image&gt;&lt;/ThreeDShapeInfo&gt;"/>
</p:tagLst>
</file>

<file path=ppt/tags/tag2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28&quot;/&gt;&lt;lineCharCount val=&quot;27&quot;/&gt;&lt;lineCharCount val=&quot;10&quot;/&gt;&lt;lineCharCount val=&quot;28&quot;/&gt;&lt;lineCharCount val=&quot;21&quot;/&gt;&lt;lineCharCount val=&quot;35&quot;/&gt;&lt;lineCharCount val=&quot;19&quot;/&gt;&lt;lineCharCount val=&quot;35&quot;/&gt;&lt;lineCharCount val=&quot;17&quot;/&gt;&lt;lineCharCount val=&quot;35&quot;/&gt;&lt;lineCharCount val=&quot;6&quot;/&gt;&lt;lineCharCount val=&quot;35&quot;/&gt;&lt;lineCharCount val=&quot;31&quot;/&gt;&lt;/TableIndex&gt;&lt;/ShapeTextInfo&gt;"/>
  <p:tag name="HTML_SHAPEINFO" val="&lt;TextEffect&gt;&lt;Image&gt;&lt;filename val=&quot;C:\Users\sanmi\Documents\My Adobe Presentations\ece552-VirtualMemory\data\asimages\{1B74A600-E7F0-4BCB-A2F9-B16CF59D3EA0}_1.png_crop.png&quot;/&gt;&lt;left val=&quot;50&quot;/&gt;&lt;top val=&quot;123&quot;/&gt;&lt;width val=&quot;335&quot;/&gt;&lt;height val=&quot;27&quot;/&gt;&lt;hasText val=&quot;1&quot;/&gt;&lt;paraId val=&quot;1&quot;/&gt;&lt;/Image&gt;&lt;Image&gt;&lt;filename val=&quot;C:\Users\sanmi\Documents\My Adobe Presentations\ece552-VirtualMemory\data\asimages\{0A281293-77B5-4B3A-ADD6-12468B8C1FA2}_1.png_crop.png&quot;/&gt;&lt;left val=&quot;49&quot;/&gt;&lt;top val=&quot;159&quot;/&gt;&lt;width val=&quot;357&quot;/&gt;&lt;height val=&quot;57&quot;/&gt;&lt;hasText val=&quot;1&quot;/&gt;&lt;paraId val=&quot;2&quot;/&gt;&lt;/Image&gt;&lt;Image&gt;&lt;filename val=&quot;C:\Users\sanmi\Documents\My Adobe Presentations\ece552-VirtualMemory\data\asimages\{BB42230D-5D8F-486E-9025-2CB132D77123}_1.png_crop.png&quot;/&gt;&lt;left val=&quot;49&quot;/&gt;&lt;top val=&quot;226&quot;/&gt;&lt;width val=&quot;370&quot;/&gt;&lt;height val=&quot;53&quot;/&gt;&lt;hasText val=&quot;1&quot;/&gt;&lt;paraId val=&quot;3&quot;/&gt;&lt;/Image&gt;&lt;Image&gt;&lt;filename val=&quot;C:\Users\sanmi\Documents\My Adobe Presentations\ece552-VirtualMemory\data\asimages\{5C11FCE8-5DA2-4D39-A42E-3E83E6A32E97}_1.png_crop.png&quot;/&gt;&lt;left val=&quot;86&quot;/&gt;&lt;top val=&quot;292&quot;/&gt;&lt;width val=&quot;362&quot;/&gt;&lt;height val=&quot;46&quot;/&gt;&lt;hasText val=&quot;1&quot;/&gt;&lt;paraId val=&quot;4&quot;/&gt;&lt;/Image&gt;&lt;Image&gt;&lt;filename val=&quot;C:\Users\sanmi\Documents\My Adobe Presentations\ece552-VirtualMemory\data\asimages\{75276452-5A00-4D4E-B3DC-E8FA4E1099F7}_1.png_crop.png&quot;/&gt;&lt;left val=&quot;86&quot;/&gt;&lt;top val=&quot;350&quot;/&gt;&lt;width val=&quot;357&quot;/&gt;&lt;height val=&quot;46&quot;/&gt;&lt;hasText val=&quot;1&quot;/&gt;&lt;paraId val=&quot;5&quot;/&gt;&lt;/Image&gt;&lt;Image&gt;&lt;filename val=&quot;C:\Users\sanmi\Documents\My Adobe Presentations\ece552-VirtualMemory\data\asimages\{F93FD966-EFFC-4992-8D41-3C1B3543E49E}_1.png_crop.png&quot;/&gt;&lt;left val=&quot;86&quot;/&gt;&lt;top val=&quot;407&quot;/&gt;&lt;width val=&quot;349&quot;/&gt;&lt;height val=&quot;46&quot;/&gt;&lt;hasText val=&quot;1&quot;/&gt;&lt;paraId val=&quot;6&quot;/&gt;&lt;/Image&gt;&lt;Image&gt;&lt;filename val=&quot;C:\Users\sanmi\Documents\My Adobe Presentations\ece552-VirtualMemory\data\asimages\{18F7DC52-A988-483F-989A-1D4CAB21468A}_1.png_crop.png&quot;/&gt;&lt;left val=&quot;86&quot;/&gt;&lt;top val=&quot;465&quot;/&gt;&lt;width val=&quot;358&quot;/&gt;&lt;height val=&quot;50&quot;/&gt;&lt;hasText val=&quot;1&quot;/&gt;&lt;paraId val=&quot;7&quot;/&gt;&lt;/Image&gt;&lt;/TextEffect&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6ABA105-75AB-44C2-931F-8FA94AEBE84A}&quot;/&gt;&lt;isInvalidForFieldText val=&quot;1&quot;/&gt;&lt;Image&gt;&lt;filename val=&quot;C:\Users\sanmi\Documents\My Adobe Presentations\ece552-VirtualMemory\data\asimages\{16ABA105-75AB-44C2-931F-8FA94AEBE84A}_16_S.png&quot;/&gt;&lt;left val=&quot;577&quot;/&gt;&lt;top val=&quot;154&quot;/&gt;&lt;width val=&quot;83&quot;/&gt;&lt;height val=&quot;60&quot;/&gt;&lt;hasText val=&quot;0&quot;/&gt;&lt;/Image&gt;&lt;Image&gt;&lt;filename val=&quot;C:\Users\sanmi\Documents\My Adobe Presentations\ece552-VirtualMemory\data\asimages\{16ABA105-75AB-44C2-931F-8FA94AEBE84A}_16_T.png&quot;/&gt;&lt;left val=&quot;577&quot;/&gt;&lt;top val=&quot;165&quot;/&gt;&lt;width val=&quot;73&quot;/&gt;&lt;height val=&quot;48&quot;/&gt;&lt;hasText val=&quot;1&quot;/&gt;&lt;/Image&gt;&lt;/ThreeDShape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478BA55-E1ED-40EF-B2B7-E359E57F1160}&quot;/&gt;&lt;isInvalidForFieldText val=&quot;1&quot;/&gt;&lt;Image&gt;&lt;filename val=&quot;C:\Users\sanmi\Documents\My Adobe Presentations\ece552-VirtualMemory\data\asimages\{F478BA55-E1ED-40EF-B2B7-E359E57F1160}_16_S.png&quot;/&gt;&lt;left val=&quot;577&quot;/&gt;&lt;top val=&quot;223&quot;/&gt;&lt;width val=&quot;83&quot;/&gt;&lt;height val=&quot;72&quot;/&gt;&lt;hasText val=&quot;0&quot;/&gt;&lt;/Image&gt;&lt;Image&gt;&lt;filename val=&quot;C:\Users\sanmi\Documents\My Adobe Presentations\ece552-VirtualMemory\data\asimages\{F478BA55-E1ED-40EF-B2B7-E359E57F1160}_16_T.png&quot;/&gt;&lt;left val=&quot;577&quot;/&gt;&lt;top val=&quot;225&quot;/&gt;&lt;width val=&quot;73&quot;/&gt;&lt;height val=&quot;60&quot;/&gt;&lt;hasText val=&quot;1&quot;/&gt;&lt;/Image&gt;&lt;/ThreeDShapeInfo&gt;"/>
</p:tagLst>
</file>

<file path=ppt/tags/tag2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3B0AB40-8C18-42AB-B1CF-E74CFCB668A6}&quot;/&gt;&lt;isInvalidForFieldText val=&quot;1&quot;/&gt;&lt;Image&gt;&lt;filename val=&quot;C:\Users\sanmi\Documents\My Adobe Presentations\ece552-VirtualMemory\data\asimages\{43B0AB40-8C18-42AB-B1CF-E74CFCB668A6}_16_S.png&quot;/&gt;&lt;left val=&quot;577&quot;/&gt;&lt;top val=&quot;295&quot;/&gt;&lt;width val=&quot;83&quot;/&gt;&lt;height val=&quot;144&quot;/&gt;&lt;hasText val=&quot;0&quot;/&gt;&lt;/Image&gt;&lt;Image&gt;&lt;filename val=&quot;C:\Users\sanmi\Documents\My Adobe Presentations\ece552-VirtualMemory\data\asimages\{43B0AB40-8C18-42AB-B1CF-E74CFCB668A6}_16_T.png&quot;/&gt;&lt;left val=&quot;577&quot;/&gt;&lt;top val=&quot;297&quot;/&gt;&lt;width val=&quot;73&quot;/&gt;&lt;height val=&quot;132&quot;/&gt;&lt;hasText val=&quot;1&quot;/&gt;&lt;/Image&gt;&lt;/ThreeDShapeInfo&gt;"/>
</p:tagLst>
</file>

<file path=ppt/tags/tag2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7D7FDAC3-A1AE-4042-8ED5-ED9FB3C76EA8}_16.png&quot;/&gt;&lt;left val=&quot;516&quot;/&gt;&lt;top val=&quot;155&quot;/&gt;&lt;width val=&quot;75&quot;/&gt;&lt;height val=&quot;53&quot;/&gt;&lt;hasText val=&quot;1&quot;/&gt;&lt;/Image&gt;&lt;/ThreeDShapeInfo&gt;"/>
</p:tagLst>
</file>

<file path=ppt/tags/tag2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4&quot;/&gt;&lt;/TableIndex&gt;&lt;/ShapeTextInfo&gt;"/>
  <p:tag name="HTML_SHAPEINFO" val="&lt;ThreeDShapeInfo&gt;&lt;uuid val=&quot;&quot;/&gt;&lt;isInvalidForFieldText val=&quot;0&quot;/&gt;&lt;Image&gt;&lt;filename val=&quot;C:\Users\sanmi\Documents\My Adobe Presentations\ece552-VirtualMemory\data\asimages\{8E7C6528-1F85-48C6-951B-AEEEA3567581}_16.png&quot;/&gt;&lt;left val=&quot;634&quot;/&gt;&lt;top val=&quot;113&quot;/&gt;&lt;width val=&quot;80&quot;/&gt;&lt;height val=&quot;54&quot;/&gt;&lt;hasText val=&quot;1&quot;/&gt;&lt;/Image&gt;&lt;/ThreeDShapeInfo&gt;"/>
</p:tagLst>
</file>

<file path=ppt/tags/tag2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EC9E1D7-D6EB-46E9-961F-9780F3BFF0E0}_16.png&quot;/&gt;&lt;left val=&quot;529&quot;/&gt;&lt;top val=&quot;110&quot;/&gt;&lt;width val=&quot;97&quot;/&gt;&lt;height val=&quot;43&quot;/&gt;&lt;hasText val=&quot;1&quot;/&gt;&lt;/Image&gt;&lt;/ThreeDShapeInfo&gt;"/>
</p:tagLst>
</file>

<file path=ppt/tags/tag2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2ECBFE2-DE19-4C59-A60C-B930DBF9D980}_16.png&quot;/&gt;&lt;left val=&quot;433&quot;/&gt;&lt;top val=&quot;110&quot;/&gt;&lt;width val=&quot;97&quot;/&gt;&lt;height val=&quot;43&quot;/&gt;&lt;hasText val=&quot;1&quot;/&gt;&lt;/Image&gt;&lt;/ThreeDShapeInfo&gt;"/>
</p:tagLst>
</file>

<file path=ppt/tags/tag2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664CA209-5CFD-4DC8-A04E-E5652AF1EA9D}_16.png&quot;/&gt;&lt;left val=&quot;398&quot;/&gt;&lt;top val=&quot;180&quot;/&gt;&lt;width val=&quot;99&quot;/&gt;&lt;height val=&quot;34&quot;/&gt;&lt;hasText val=&quot;1&quot;/&gt;&lt;/Image&gt;&lt;/ThreeDShapeInfo&gt;"/>
</p:tagLst>
</file>

<file path=ppt/tags/tag2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B685BC4-932D-4637-91B5-7CEE28DA7AA6}&quot;/&gt;&lt;isInvalidForFieldText val=&quot;1&quot;/&gt;&lt;Image&gt;&lt;filename val=&quot;C:\Users\sanmi\Documents\My Adobe Presentations\ece552-VirtualMemory\data\asimages\{9B685BC4-932D-4637-91B5-7CEE28DA7AA6}_16_S.png&quot;/&gt;&lt;left val=&quot;491&quot;/&gt;&lt;top val=&quot;141&quot;/&gt;&lt;width val=&quot;51&quot;/&gt;&lt;height val=&quot;122&quot;/&gt;&lt;hasText val=&quot;0&quot;/&gt;&lt;/Image&gt;&lt;Image&gt;&lt;filename val=&quot;C:\Users\sanmi\Documents\My Adobe Presentations\ece552-VirtualMemory\data\asimages\{9B685BC4-932D-4637-91B5-7CEE28DA7AA6}_16_T.png&quot;/&gt;&lt;left val=&quot;493&quot;/&gt;&lt;top val=&quot;141&quot;/&gt;&lt;width val=&quot;37&quot;/&gt;&lt;height val=&quot;108&quot;/&gt;&lt;hasText val=&quot;1&quot;/&gt;&lt;/Image&gt;&lt;/ThreeDShapeInfo&gt;"/>
</p:tagLst>
</file>

<file path=ppt/tags/tag2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6142AAE-5610-4721-A0C3-CF549CF052A7}&quot;/&gt;&lt;isInvalidForFieldText val=&quot;1&quot;/&gt;&lt;Image&gt;&lt;filename val=&quot;C:\Users\sanmi\Documents\My Adobe Presentations\ece552-VirtualMemory\data\asimages\{A6142AAE-5610-4721-A0C3-CF549CF052A7}_16_S.png&quot;/&gt;&lt;left val=&quot;605&quot;/&gt;&lt;top val=&quot;141&quot;/&gt;&lt;width val=&quot;57&quot;/&gt;&lt;height val=&quot;188&quot;/&gt;&lt;hasText val=&quot;0&quot;/&gt;&lt;/Image&gt;&lt;Image&gt;&lt;filename val=&quot;C:\Users\sanmi\Documents\My Adobe Presentations\ece552-VirtualMemory\data\asimages\{A6142AAE-5610-4721-A0C3-CF549CF052A7}_16_T.png&quot;/&gt;&lt;left val=&quot;607&quot;/&gt;&lt;top val=&quot;141&quot;/&gt;&lt;width val=&quot;43&quot;/&gt;&lt;height val=&quot;174&quot;/&gt;&lt;hasText val=&quot;1&quot;/&gt;&lt;/Image&gt;&lt;/ThreeDShapeInfo&gt;"/>
</p:tagLst>
</file>

<file path=ppt/tags/tag2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D7097890-BBEF-4C63-B9D7-EDF3BD4081FE}_16.png&quot;/&gt;&lt;left val=&quot;507&quot;/&gt;&lt;top val=&quot;91&quot;/&gt;&lt;width val=&quot;48&quot;/&gt;&lt;height val=&quot;34&quot;/&gt;&lt;hasText val=&quot;1&quot;/&gt;&lt;/Image&gt;&lt;/ThreeDShapeInfo&gt;"/>
</p:tagLst>
</file>

<file path=ppt/tags/tag289.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1947083624,C:\Users\sanmi\GoogleDrive\UWMdrive\Courses\ECE552\ece552-lec13_VirtualMemory_pptx\Media.ppcx"/>
  <p:tag name="TIMING" val="|22.3"/>
</p:tagLst>
</file>

<file path=ppt/tags/tag2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VirtualMemory\data\asimages\{4B84A72D-976F-4792-852F-420196F8FA03}_17.png&quot;/&gt;&lt;left val=&quot;35&quot;/&gt;&lt;top val=&quot;21&quot;/&gt;&lt;width val=&quot;588&quot;/&gt;&lt;height val=&quot;98&quot;/&gt;&lt;hasText val=&quot;1&quot;/&gt;&lt;/Image&gt;&lt;/ThreeDShapeInfo&gt;"/>
</p:tagLst>
</file>

<file path=ppt/tags/tag2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0B9758D-5E4C-42E6-813D-2C85CBCBC816}_17.png&quot;/&gt;&lt;left val=&quot;599&quot;/&gt;&lt;top val=&quot;500&quot;/&gt;&lt;width val=&quot;86&quot;/&gt;&lt;height val=&quot;32&quot;/&gt;&lt;hasText val=&quot;1&quot;/&gt;&lt;/Image&gt;&lt;/ThreeDShapeInfo&gt;"/>
</p:tagLst>
</file>

<file path=ppt/tags/tag2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DC71D538-36AF-4393-B061-6806B5B2B75F}&quot;/&gt;&lt;isInvalidForFieldText val=&quot;1&quot;/&gt;&lt;Image&gt;&lt;filename val=&quot;C:\Users\sanmi\Documents\My Adobe Presentations\ece552-VirtualMemory\data\asimages\{DC71D538-36AF-4393-B061-6806B5B2B75F}_17_S.png&quot;/&gt;&lt;left val=&quot;577&quot;/&gt;&lt;top val=&quot;154&quot;/&gt;&lt;width val=&quot;83&quot;/&gt;&lt;height val=&quot;60&quot;/&gt;&lt;hasText val=&quot;0&quot;/&gt;&lt;/Image&gt;&lt;Image&gt;&lt;filename val=&quot;C:\Users\sanmi\Documents\My Adobe Presentations\ece552-VirtualMemory\data\asimages\{DC71D538-36AF-4393-B061-6806B5B2B75F}_17_T.png&quot;/&gt;&lt;left val=&quot;577&quot;/&gt;&lt;top val=&quot;165&quot;/&gt;&lt;width val=&quot;73&quot;/&gt;&lt;height val=&quot;48&quot;/&gt;&lt;hasText val=&quot;1&quot;/&gt;&lt;/Image&gt;&lt;/ThreeDShapeInfo&gt;"/>
</p:tagLst>
</file>

<file path=ppt/tags/tag3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4F8041A-206B-4800-8F4C-770804AC5FCB}&quot;/&gt;&lt;isInvalidForFieldText val=&quot;1&quot;/&gt;&lt;Image&gt;&lt;filename val=&quot;C:\Users\sanmi\Documents\My Adobe Presentations\ece552-VirtualMemory\data\asimages\{44F8041A-206B-4800-8F4C-770804AC5FCB}_17_S.png&quot;/&gt;&lt;left val=&quot;577&quot;/&gt;&lt;top val=&quot;223&quot;/&gt;&lt;width val=&quot;83&quot;/&gt;&lt;height val=&quot;72&quot;/&gt;&lt;hasText val=&quot;0&quot;/&gt;&lt;/Image&gt;&lt;Image&gt;&lt;filename val=&quot;C:\Users\sanmi\Documents\My Adobe Presentations\ece552-VirtualMemory\data\asimages\{44F8041A-206B-4800-8F4C-770804AC5FCB}_17_T.png&quot;/&gt;&lt;left val=&quot;577&quot;/&gt;&lt;top val=&quot;225&quot;/&gt;&lt;width val=&quot;73&quot;/&gt;&lt;height val=&quot;60&quot;/&gt;&lt;hasText val=&quot;1&quot;/&gt;&lt;/Image&gt;&lt;/ThreeDShapeInfo&gt;"/>
</p:tagLst>
</file>

<file path=ppt/tags/tag3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D76C8EB5-0239-4956-9774-29405757E313}&quot;/&gt;&lt;isInvalidForFieldText val=&quot;1&quot;/&gt;&lt;Image&gt;&lt;filename val=&quot;C:\Users\sanmi\Documents\My Adobe Presentations\ece552-VirtualMemory\data\asimages\{D76C8EB5-0239-4956-9774-29405757E313}_17_S.png&quot;/&gt;&lt;left val=&quot;577&quot;/&gt;&lt;top val=&quot;295&quot;/&gt;&lt;width val=&quot;83&quot;/&gt;&lt;height val=&quot;144&quot;/&gt;&lt;hasText val=&quot;0&quot;/&gt;&lt;/Image&gt;&lt;Image&gt;&lt;filename val=&quot;C:\Users\sanmi\Documents\My Adobe Presentations\ece552-VirtualMemory\data\asimages\{D76C8EB5-0239-4956-9774-29405757E313}_17_T.png&quot;/&gt;&lt;left val=&quot;577&quot;/&gt;&lt;top val=&quot;297&quot;/&gt;&lt;width val=&quot;73&quot;/&gt;&lt;height val=&quot;132&quot;/&gt;&lt;hasText val=&quot;1&quot;/&gt;&lt;/Image&gt;&lt;/ThreeDShapeInfo&gt;"/>
</p:tagLst>
</file>

<file path=ppt/tags/tag3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3522C59F-0FC7-4755-977E-DD62D6B60400}_17.png&quot;/&gt;&lt;left val=&quot;516&quot;/&gt;&lt;top val=&quot;155&quot;/&gt;&lt;width val=&quot;75&quot;/&gt;&lt;height val=&quot;53&quot;/&gt;&lt;hasText val=&quot;1&quot;/&gt;&lt;/Image&gt;&lt;/ThreeDShapeInfo&gt;"/>
</p:tagLst>
</file>

<file path=ppt/tags/tag3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4&quot;/&gt;&lt;/TableIndex&gt;&lt;/ShapeTextInfo&gt;"/>
  <p:tag name="HTML_SHAPEINFO" val="&lt;ThreeDShapeInfo&gt;&lt;uuid val=&quot;&quot;/&gt;&lt;isInvalidForFieldText val=&quot;0&quot;/&gt;&lt;Image&gt;&lt;filename val=&quot;C:\Users\sanmi\Documents\My Adobe Presentations\ece552-VirtualMemory\data\asimages\{3A31EF71-E97F-4B8C-8B6F-68974DFCA0B8}_17.png&quot;/&gt;&lt;left val=&quot;634&quot;/&gt;&lt;top val=&quot;113&quot;/&gt;&lt;width val=&quot;80&quot;/&gt;&lt;height val=&quot;54&quot;/&gt;&lt;hasText val=&quot;1&quot;/&gt;&lt;/Image&gt;&lt;/ThreeDShapeInfo&gt;"/>
</p:tagLst>
</file>

<file path=ppt/tags/tag3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B0D7B131-E0E4-450F-BFB4-5D826D8A9949}_17.png&quot;/&gt;&lt;left val=&quot;529&quot;/&gt;&lt;top val=&quot;110&quot;/&gt;&lt;width val=&quot;97&quot;/&gt;&lt;height val=&quot;43&quot;/&gt;&lt;hasText val=&quot;1&quot;/&gt;&lt;/Image&gt;&lt;/ThreeDShapeInfo&gt;"/>
</p:tagLst>
</file>

<file path=ppt/tags/tag3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4EE5BBA-CEB4-48AB-86C6-FE84C33FC1E1}_17.png&quot;/&gt;&lt;left val=&quot;433&quot;/&gt;&lt;top val=&quot;110&quot;/&gt;&lt;width val=&quot;97&quot;/&gt;&lt;height val=&quot;43&quot;/&gt;&lt;hasText val=&quot;1&quot;/&gt;&lt;/Image&gt;&lt;/ThreeDShapeInfo&gt;"/>
</p:tagLst>
</file>

<file path=ppt/tags/tag3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B55024A-0B05-4F27-86F4-9CBB0EBBE8BA}_17.png&quot;/&gt;&lt;left val=&quot;398&quot;/&gt;&lt;top val=&quot;180&quot;/&gt;&lt;width val=&quot;99&quot;/&gt;&lt;height val=&quot;34&quot;/&gt;&lt;hasText val=&quot;1&quot;/&gt;&lt;/Image&gt;&lt;/ThreeDShapeInfo&gt;"/>
</p:tagLst>
</file>

<file path=ppt/tags/tag3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D31612A-4A7D-4EC9-BA11-DC6999061FC0}&quot;/&gt;&lt;isInvalidForFieldText val=&quot;1&quot;/&gt;&lt;Image&gt;&lt;filename val=&quot;C:\Users\sanmi\Documents\My Adobe Presentations\ece552-VirtualMemory\data\asimages\{ED31612A-4A7D-4EC9-BA11-DC6999061FC0}_17_S.png&quot;/&gt;&lt;left val=&quot;491&quot;/&gt;&lt;top val=&quot;141&quot;/&gt;&lt;width val=&quot;51&quot;/&gt;&lt;height val=&quot;122&quot;/&gt;&lt;hasText val=&quot;0&quot;/&gt;&lt;/Image&gt;&lt;Image&gt;&lt;filename val=&quot;C:\Users\sanmi\Documents\My Adobe Presentations\ece552-VirtualMemory\data\asimages\{ED31612A-4A7D-4EC9-BA11-DC6999061FC0}_17_T.png&quot;/&gt;&lt;left val=&quot;493&quot;/&gt;&lt;top val=&quot;141&quot;/&gt;&lt;width val=&quot;37&quot;/&gt;&lt;height val=&quot;108&quot;/&gt;&lt;hasText val=&quot;1&quot;/&gt;&lt;/Image&gt;&lt;/ThreeDShapeInfo&gt;"/>
</p:tagLst>
</file>

<file path=ppt/tags/tag3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3ED5D164-4952-42F6-A8B6-D957BDBF901A}&quot;/&gt;&lt;isInvalidForFieldText val=&quot;1&quot;/&gt;&lt;Image&gt;&lt;filename val=&quot;C:\Users\sanmi\Documents\My Adobe Presentations\ece552-VirtualMemory\data\asimages\{3ED5D164-4952-42F6-A8B6-D957BDBF901A}_17_S.png&quot;/&gt;&lt;left val=&quot;605&quot;/&gt;&lt;top val=&quot;141&quot;/&gt;&lt;width val=&quot;57&quot;/&gt;&lt;height val=&quot;188&quot;/&gt;&lt;hasText val=&quot;0&quot;/&gt;&lt;/Image&gt;&lt;Image&gt;&lt;filename val=&quot;C:\Users\sanmi\Documents\My Adobe Presentations\ece552-VirtualMemory\data\asimages\{3ED5D164-4952-42F6-A8B6-D957BDBF901A}_17_T.png&quot;/&gt;&lt;left val=&quot;607&quot;/&gt;&lt;top val=&quot;141&quot;/&gt;&lt;width val=&quot;43&quot;/&gt;&lt;height val=&quot;174&quot;/&gt;&lt;hasText val=&quot;1&quot;/&gt;&lt;/Image&gt;&lt;/ThreeDShapeInfo&gt;"/>
</p:tagLst>
</file>

<file path=ppt/tags/tag3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493116B0-E7E8-40BC-9067-EA8D2BA079FC}_17.png&quot;/&gt;&lt;left val=&quot;507&quot;/&gt;&lt;top val=&quot;91&quot;/&gt;&lt;width val=&quot;48&quot;/&gt;&lt;height val=&quot;34&quot;/&gt;&lt;hasText val=&quot;1&quot;/&gt;&lt;/Image&gt;&lt;/ThreeDShapeInfo&gt;"/>
</p:tagLst>
</file>

<file path=ppt/tags/tag3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7&quot;/&gt;&lt;lineCharCount val=&quot;27&quot;/&gt;&lt;lineCharCount val=&quot;17&quot;/&gt;&lt;lineCharCount val=&quot;26&quot;/&gt;&lt;lineCharCount val=&quot;28&quot;/&gt;&lt;lineCharCount val=&quot;30&quot;/&gt;&lt;lineCharCount val=&quot;17&quot;/&gt;&lt;/TableIndex&gt;&lt;/ShapeTextInfo&gt;"/>
  <p:tag name="HTML_SHAPEINFO" val="&lt;ThreeDShapeInfo&gt;&lt;uuid val=&quot;&quot;/&gt;&lt;isInvalidForFieldText val=&quot;0&quot;/&gt;&lt;Image&gt;&lt;filename val=&quot;C:\Users\sanmi\Documents\My Adobe Presentations\ece552-VirtualMemory\data\asimages\{88831A0D-7770-4A44-AB99-573600AD538E}_17.png&quot;/&gt;&lt;left val=&quot;29&quot;/&gt;&lt;top val=&quot;105&quot;/&gt;&lt;width val=&quot;407&quot;/&gt;&lt;height val=&quot;426&quot;/&gt;&lt;hasText val=&quot;1&quot;/&gt;&lt;/Image&gt;&lt;/ThreeDShapeInfo&gt;"/>
</p:tagLst>
</file>

<file path=ppt/tags/tag3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E34AA59-9779-4A1D-9B79-CF206392A4E3}&quot;/&gt;&lt;isInvalidForFieldText val=&quot;1&quot;/&gt;&lt;Image&gt;&lt;filename val=&quot;C:\Users\sanmi\Documents\My Adobe Presentations\ece552-VirtualMemory\data\asimages\{5E34AA59-9779-4A1D-9B79-CF206392A4E3}_17_S.png&quot;/&gt;&lt;left val=&quot;577&quot;/&gt;&lt;top val=&quot;295&quot;/&gt;&lt;width val=&quot;83&quot;/&gt;&lt;height val=&quot;144&quot;/&gt;&lt;hasText val=&quot;0&quot;/&gt;&lt;/Image&gt;&lt;Image&gt;&lt;filename val=&quot;C:\Users\sanmi\Documents\My Adobe Presentations\ece552-VirtualMemory\data\asimages\{5E34AA59-9779-4A1D-9B79-CF206392A4E3}_17_T.png&quot;/&gt;&lt;left val=&quot;577&quot;/&gt;&lt;top val=&quot;297&quot;/&gt;&lt;width val=&quot;73&quot;/&gt;&lt;height val=&quot;132&quot;/&gt;&lt;hasText val=&quot;1&quot;/&gt;&lt;/Image&gt;&lt;/ThreeDShapeInfo&gt;"/>
</p:tagLst>
</file>

<file path=ppt/tags/tag341.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1947083624,C:\Users\sanmi\GoogleDrive\UWMdrive\Courses\ECE552\ece552-lec13_VirtualMemory_pptx\Media.ppcx"/>
  <p:tag name="TIMING" val="|18.5"/>
</p:tagLst>
</file>

<file path=ppt/tags/tag3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28&quot;/&gt;&lt;lineCharCount val=&quot;26&quot;/&gt;&lt;lineCharCount val=&quot;8&quot;/&gt;&lt;lineCharCount val=&quot;27&quot;/&gt;&lt;lineCharCount val=&quot;29&quot;/&gt;&lt;lineCharCount val=&quot;28&quot;/&gt;&lt;lineCharCount val=&quot;9&quot;/&gt;&lt;lineCharCount val=&quot;33&quot;/&gt;&lt;lineCharCount val=&quot;34&quot;/&gt;&lt;lineCharCount val=&quot;33&quot;/&gt;&lt;lineCharCount val=&quot;16&quot;/&gt;&lt;lineCharCount val=&quot;26&quot;/&gt;&lt;lineCharCount val=&quot;25&quot;/&gt;&lt;/TableIndex&gt;&lt;/ShapeTextInfo&gt;"/>
  <p:tag name="HTML_SHAPEINFO" val="&lt;TextEffect&gt;&lt;Image&gt;&lt;filename val=&quot;C:\Users\sanmi\Documents\My Adobe Presentations\ece552-VirtualMemory\data\asimages\{85427A02-B232-47B7-967E-8272F8983931}_1.png_crop.png&quot;/&gt;&lt;left val=&quot;50&quot;/&gt;&lt;top val=&quot;123&quot;/&gt;&lt;width val=&quot;335&quot;/&gt;&lt;height val=&quot;27&quot;/&gt;&lt;hasText val=&quot;1&quot;/&gt;&lt;paraId val=&quot;1&quot;/&gt;&lt;/Image&gt;&lt;Image&gt;&lt;filename val=&quot;C:\Users\sanmi\Documents\My Adobe Presentations\ece552-VirtualMemory\data\asimages\{9B9D378D-107C-49A6-BA7B-2F8B874FBFE7}_1.png_crop.png&quot;/&gt;&lt;left val=&quot;49&quot;/&gt;&lt;top val=&quot;159&quot;/&gt;&lt;width val=&quot;342&quot;/&gt;&lt;height val=&quot;57&quot;/&gt;&lt;hasText val=&quot;1&quot;/&gt;&lt;paraId val=&quot;2&quot;/&gt;&lt;/Image&gt;&lt;Image&gt;&lt;filename val=&quot;C:\Users\sanmi\Documents\My Adobe Presentations\ece552-VirtualMemory\data\asimages\{5C2CE6F1-0CFB-4C6C-80C8-CD571083A4BD}_1.png_crop.png&quot;/&gt;&lt;left val=&quot;49&quot;/&gt;&lt;top val=&quot;226&quot;/&gt;&lt;width val=&quot;374&quot;/&gt;&lt;height val=&quot;120&quot;/&gt;&lt;hasText val=&quot;1&quot;/&gt;&lt;paraId val=&quot;3&quot;/&gt;&lt;/Image&gt;&lt;Image&gt;&lt;filename val=&quot;C:\Users\sanmi\Documents\My Adobe Presentations\ece552-VirtualMemory\data\asimages\{0C8C416A-2276-4BC9-ADCB-4B1B37C461AA}_1.png_crop.png&quot;/&gt;&lt;left val=&quot;86&quot;/&gt;&lt;top val=&quot;359&quot;/&gt;&lt;width val=&quot;363&quot;/&gt;&lt;height val=&quot;50&quot;/&gt;&lt;hasText val=&quot;1&quot;/&gt;&lt;paraId val=&quot;4&quot;/&gt;&lt;/Image&gt;&lt;Image&gt;&lt;filename val=&quot;C:\Users\sanmi\Documents\My Adobe Presentations\ece552-VirtualMemory\data\asimages\{A4F9EE1E-148D-407E-AAC4-944757A5254C}_1.png_crop.png&quot;/&gt;&lt;left val=&quot;86&quot;/&gt;&lt;top val=&quot;417&quot;/&gt;&lt;width val=&quot;327&quot;/&gt;&lt;height val=&quot;50&quot;/&gt;&lt;hasText val=&quot;1&quot;/&gt;&lt;paraId val=&quot;5&quot;/&gt;&lt;/Image&gt;&lt;Image&gt;&lt;filename val=&quot;C:\Users\sanmi\Documents\My Adobe Presentations\ece552-VirtualMemory\data\asimages\{23E2C9E3-C0E2-42D3-A567-2EF366EAEE25}_1.png_crop.png&quot;/&gt;&lt;left val=&quot;86&quot;/&gt;&lt;top val=&quot;474&quot;/&gt;&lt;width val=&quot;287&quot;/&gt;&lt;height val=&quot;50&quot;/&gt;&lt;hasText val=&quot;1&quot;/&gt;&lt;paraId val=&quot;6&quot;/&gt;&lt;/Image&gt;&lt;/TextEffect&gt;"/>
</p:tagLst>
</file>

<file path=ppt/tags/tag3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8&quot;/&gt;&lt;lineCharCount val=&quot;26&quot;/&gt;&lt;lineCharCount val=&quot;8&quot;/&gt;&lt;lineCharCount val=&quot;27&quot;/&gt;&lt;lineCharCount val=&quot;29&quot;/&gt;&lt;lineCharCount val=&quot;28&quot;/&gt;&lt;lineCharCount val=&quot;8&quot;/&gt;&lt;/TableIndex&gt;&lt;/ShapeTextInfo&gt;"/>
  <p:tag name="HTML_SHAPEINFO" val="&lt;ThreeDShapeInfo&gt;&lt;uuid val=&quot;&quot;/&gt;&lt;isInvalidForFieldText val=&quot;0&quot;/&gt;&lt;Image&gt;&lt;filename val=&quot;C:\Users\sanmi\Documents\My Adobe Presentations\ece552-VirtualMemory\data\asimages\{20D621EE-B43C-4791-8011-5B8AA4EC8841}_18.png&quot;/&gt;&lt;left val=&quot;29&quot;/&gt;&lt;top val=&quot;105&quot;/&gt;&lt;width val=&quot;430&quot;/&gt;&lt;height val=&quot;426&quot;/&gt;&lt;hasText val=&quot;1&quot;/&gt;&lt;/Image&gt;&lt;/ThreeDShapeInfo&gt;"/>
</p:tagLst>
</file>

<file path=ppt/tags/tag3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VirtualMemory\data\asimages\{23C697A2-141C-44E5-A6F2-CADAA28727A1}_18.png&quot;/&gt;&lt;left val=&quot;35&quot;/&gt;&lt;top val=&quot;21&quot;/&gt;&lt;width val=&quot;588&quot;/&gt;&lt;height val=&quot;98&quot;/&gt;&lt;hasText val=&quot;1&quot;/&gt;&lt;/Image&gt;&lt;/ThreeDShapeInfo&gt;"/>
</p:tagLst>
</file>

<file path=ppt/tags/tag3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AAF7F73-F876-4275-A0B9-8D834CAE3DD7}_18.png&quot;/&gt;&lt;left val=&quot;599&quot;/&gt;&lt;top val=&quot;500&quot;/&gt;&lt;width val=&quot;86&quot;/&gt;&lt;height val=&quot;32&quot;/&gt;&lt;hasText val=&quot;1&quot;/&gt;&lt;/Image&gt;&lt;/ThreeDShapeInfo&gt;"/>
</p:tagLst>
</file>

<file path=ppt/tags/tag3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698FC3D3-C740-459D-8FD6-7230A617DC3D}&quot;/&gt;&lt;isInvalidForFieldText val=&quot;1&quot;/&gt;&lt;Image&gt;&lt;filename val=&quot;C:\Users\sanmi\Documents\My Adobe Presentations\ece552-VirtualMemory\data\asimages\{698FC3D3-C740-459D-8FD6-7230A617DC3D}_18_S.png&quot;/&gt;&lt;left val=&quot;577&quot;/&gt;&lt;top val=&quot;154&quot;/&gt;&lt;width val=&quot;83&quot;/&gt;&lt;height val=&quot;60&quot;/&gt;&lt;hasText val=&quot;0&quot;/&gt;&lt;/Image&gt;&lt;Image&gt;&lt;filename val=&quot;C:\Users\sanmi\Documents\My Adobe Presentations\ece552-VirtualMemory\data\asimages\{698FC3D3-C740-459D-8FD6-7230A617DC3D}_18_T.png&quot;/&gt;&lt;left val=&quot;577&quot;/&gt;&lt;top val=&quot;165&quot;/&gt;&lt;width val=&quot;73&quot;/&gt;&lt;height val=&quot;48&quot;/&gt;&lt;hasText val=&quot;1&quot;/&gt;&lt;/Image&gt;&lt;/ThreeDShapeInfo&gt;"/>
</p:tagLst>
</file>

<file path=ppt/tags/tag3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369E059-39B8-43F3-9932-D520282E6F22}&quot;/&gt;&lt;isInvalidForFieldText val=&quot;1&quot;/&gt;&lt;Image&gt;&lt;filename val=&quot;C:\Users\sanmi\Documents\My Adobe Presentations\ece552-VirtualMemory\data\asimages\{7369E059-39B8-43F3-9932-D520282E6F22}_18_S.png&quot;/&gt;&lt;left val=&quot;577&quot;/&gt;&lt;top val=&quot;223&quot;/&gt;&lt;width val=&quot;83&quot;/&gt;&lt;height val=&quot;72&quot;/&gt;&lt;hasText val=&quot;0&quot;/&gt;&lt;/Image&gt;&lt;Image&gt;&lt;filename val=&quot;C:\Users\sanmi\Documents\My Adobe Presentations\ece552-VirtualMemory\data\asimages\{7369E059-39B8-43F3-9932-D520282E6F22}_18_T.png&quot;/&gt;&lt;left val=&quot;577&quot;/&gt;&lt;top val=&quot;225&quot;/&gt;&lt;width val=&quot;73&quot;/&gt;&lt;height val=&quot;60&quot;/&gt;&lt;hasText val=&quot;1&quot;/&gt;&lt;/Image&gt;&lt;/ThreeDShapeInfo&gt;"/>
</p:tagLst>
</file>

<file path=ppt/tags/tag3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2DA95CD1-9BA0-4826-BE61-2E300D0437CB}&quot;/&gt;&lt;isInvalidForFieldText val=&quot;1&quot;/&gt;&lt;Image&gt;&lt;filename val=&quot;C:\Users\sanmi\Documents\My Adobe Presentations\ece552-VirtualMemory\data\asimages\{2DA95CD1-9BA0-4826-BE61-2E300D0437CB}_18_S.png&quot;/&gt;&lt;left val=&quot;577&quot;/&gt;&lt;top val=&quot;295&quot;/&gt;&lt;width val=&quot;83&quot;/&gt;&lt;height val=&quot;144&quot;/&gt;&lt;hasText val=&quot;0&quot;/&gt;&lt;/Image&gt;&lt;Image&gt;&lt;filename val=&quot;C:\Users\sanmi\Documents\My Adobe Presentations\ece552-VirtualMemory\data\asimages\{2DA95CD1-9BA0-4826-BE61-2E300D0437CB}_18_T.png&quot;/&gt;&lt;left val=&quot;577&quot;/&gt;&lt;top val=&quot;297&quot;/&gt;&lt;width val=&quot;73&quot;/&gt;&lt;height val=&quot;132&quot;/&gt;&lt;hasText val=&quot;1&quot;/&gt;&lt;/Image&gt;&lt;/ThreeDShapeInfo&gt;"/>
</p:tagLst>
</file>

<file path=ppt/tags/tag3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3F78C38E-090B-444B-B226-77471309ABBC}_18.png&quot;/&gt;&lt;left val=&quot;516&quot;/&gt;&lt;top val=&quot;155&quot;/&gt;&lt;width val=&quot;75&quot;/&gt;&lt;height val=&quot;53&quot;/&gt;&lt;hasText val=&quot;1&quot;/&gt;&lt;/Image&gt;&lt;/ThreeDShapeInfo&gt;"/>
</p:tagLst>
</file>

<file path=ppt/tags/tag3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4&quot;/&gt;&lt;/TableIndex&gt;&lt;/ShapeTextInfo&gt;"/>
  <p:tag name="HTML_SHAPEINFO" val="&lt;ThreeDShapeInfo&gt;&lt;uuid val=&quot;&quot;/&gt;&lt;isInvalidForFieldText val=&quot;0&quot;/&gt;&lt;Image&gt;&lt;filename val=&quot;C:\Users\sanmi\Documents\My Adobe Presentations\ece552-VirtualMemory\data\asimages\{7D50C6F6-4C7B-4E86-B63E-F319360FE59A}_18.png&quot;/&gt;&lt;left val=&quot;634&quot;/&gt;&lt;top val=&quot;113&quot;/&gt;&lt;width val=&quot;80&quot;/&gt;&lt;height val=&quot;54&quot;/&gt;&lt;hasText val=&quot;1&quot;/&gt;&lt;/Image&gt;&lt;/ThreeDShapeInfo&gt;"/>
</p:tagLst>
</file>

<file path=ppt/tags/tag3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DB445A5-A0E3-4CB7-9097-51EEF818E864}_18.png&quot;/&gt;&lt;left val=&quot;529&quot;/&gt;&lt;top val=&quot;110&quot;/&gt;&lt;width val=&quot;97&quot;/&gt;&lt;height val=&quot;43&quot;/&gt;&lt;hasText val=&quot;1&quot;/&gt;&lt;/Image&gt;&lt;/ThreeDShapeInfo&gt;"/>
</p:tagLst>
</file>

<file path=ppt/tags/tag3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11DCBE0-E855-40E8-99C1-1578203659E1}_18.png&quot;/&gt;&lt;left val=&quot;433&quot;/&gt;&lt;top val=&quot;110&quot;/&gt;&lt;width val=&quot;97&quot;/&gt;&lt;height val=&quot;43&quot;/&gt;&lt;hasText val=&quot;1&quot;/&gt;&lt;/Image&gt;&lt;/ThreeDShapeInfo&gt;"/>
</p:tagLst>
</file>

<file path=ppt/tags/tag3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DBCA85C-3237-44C0-9C7C-DE47DEF3D85C}_18.png&quot;/&gt;&lt;left val=&quot;398&quot;/&gt;&lt;top val=&quot;180&quot;/&gt;&lt;width val=&quot;99&quot;/&gt;&lt;height val=&quot;34&quot;/&gt;&lt;hasText val=&quot;1&quot;/&gt;&lt;/Image&gt;&lt;/ThreeDShapeInfo&gt;"/>
</p:tagLst>
</file>

<file path=ppt/tags/tag3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6AF74F6-6FEF-40EB-A7AE-43C8A5C6BDA4}&quot;/&gt;&lt;isInvalidForFieldText val=&quot;1&quot;/&gt;&lt;Image&gt;&lt;filename val=&quot;C:\Users\sanmi\Documents\My Adobe Presentations\ece552-VirtualMemory\data\asimages\{F6AF74F6-6FEF-40EB-A7AE-43C8A5C6BDA4}_18_S.png&quot;/&gt;&lt;left val=&quot;491&quot;/&gt;&lt;top val=&quot;141&quot;/&gt;&lt;width val=&quot;51&quot;/&gt;&lt;height val=&quot;122&quot;/&gt;&lt;hasText val=&quot;0&quot;/&gt;&lt;/Image&gt;&lt;Image&gt;&lt;filename val=&quot;C:\Users\sanmi\Documents\My Adobe Presentations\ece552-VirtualMemory\data\asimages\{F6AF74F6-6FEF-40EB-A7AE-43C8A5C6BDA4}_18_T.png&quot;/&gt;&lt;left val=&quot;493&quot;/&gt;&lt;top val=&quot;141&quot;/&gt;&lt;width val=&quot;37&quot;/&gt;&lt;height val=&quot;108&quot;/&gt;&lt;hasText val=&quot;1&quot;/&gt;&lt;/Image&gt;&lt;/ThreeDShapeInfo&gt;"/>
</p:tagLst>
</file>

<file path=ppt/tags/tag3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925BBD2-A922-4F2D-8970-F0F73EC461AD}&quot;/&gt;&lt;isInvalidForFieldText val=&quot;1&quot;/&gt;&lt;Image&gt;&lt;filename val=&quot;C:\Users\sanmi\Documents\My Adobe Presentations\ece552-VirtualMemory\data\asimages\{E925BBD2-A922-4F2D-8970-F0F73EC461AD}_18_S.png&quot;/&gt;&lt;left val=&quot;605&quot;/&gt;&lt;top val=&quot;141&quot;/&gt;&lt;width val=&quot;57&quot;/&gt;&lt;height val=&quot;188&quot;/&gt;&lt;hasText val=&quot;0&quot;/&gt;&lt;/Image&gt;&lt;Image&gt;&lt;filename val=&quot;C:\Users\sanmi\Documents\My Adobe Presentations\ece552-VirtualMemory\data\asimages\{E925BBD2-A922-4F2D-8970-F0F73EC461AD}_18_T.png&quot;/&gt;&lt;left val=&quot;607&quot;/&gt;&lt;top val=&quot;141&quot;/&gt;&lt;width val=&quot;43&quot;/&gt;&lt;height val=&quot;174&quot;/&gt;&lt;hasText val=&quot;1&quot;/&gt;&lt;/Image&gt;&lt;/ThreeDShapeInfo&gt;"/>
</p:tagLst>
</file>

<file path=ppt/tags/tag3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F8469BC5-F822-4C20-B85C-2AAA13B61D76}_18.png&quot;/&gt;&lt;left val=&quot;507&quot;/&gt;&lt;top val=&quot;91&quot;/&gt;&lt;width val=&quot;48&quot;/&gt;&lt;height val=&quot;34&quot;/&gt;&lt;hasText val=&quot;1&quot;/&gt;&lt;/Image&gt;&lt;/ThreeDShapeInfo&gt;"/>
</p:tagLst>
</file>

<file path=ppt/tags/tag387.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1947083624,C:\Users\sanmi\GoogleDrive\UWMdrive\Courses\ECE552\ece552-lec13_VirtualMemory_pptx\Media.ppcx"/>
  <p:tag name="TIMING" val="|16.2"/>
</p:tagLst>
</file>

<file path=ppt/tags/tag3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CAE1ED3B-331B-40F6-BDD7-904A5AC5AC5E}_19.png&quot;/&gt;&lt;left val=&quot;35&quot;/&gt;&lt;top val=&quot;21&quot;/&gt;&lt;width val=&quot;588&quot;/&gt;&lt;height val=&quot;98&quot;/&gt;&lt;hasText val=&quot;1&quot;/&gt;&lt;/Image&gt;&lt;/ThreeDShapeInfo&gt;"/>
</p:tagLst>
</file>

<file path=ppt/tags/tag3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3F83D78-ACCD-4C76-8AB7-79098FB9A357}_19.png&quot;/&gt;&lt;left val=&quot;599&quot;/&gt;&lt;top val=&quot;500&quot;/&gt;&lt;width val=&quot;86&quot;/&gt;&lt;height val=&quot;32&quot;/&gt;&lt;hasText val=&quot;1&quot;/&gt;&lt;/Image&gt;&lt;/ThreeDShapeInfo&gt;"/>
</p:tagLst>
</file>

<file path=ppt/tags/tag3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22F34AE9-B923-422C-9BD9-87672E6A9EBA}_19.png&quot;/&gt;&lt;left val=&quot;197&quot;/&gt;&lt;top val=&quot;320&quot;/&gt;&lt;width val=&quot;258&quot;/&gt;&lt;height val=&quot;35&quot;/&gt;&lt;hasText val=&quot;1&quot;/&gt;&lt;/Image&gt;&lt;/ThreeDShapeInfo&gt;"/>
</p:tagLst>
</file>

<file path=ppt/tags/tag3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4F96301F-DB76-49E5-8B22-763CF5A5EE1F}_19.png&quot;/&gt;&lt;left val=&quot;239&quot;/&gt;&lt;top val=&quot;452&quot;/&gt;&lt;width val=&quot;216&quot;/&gt;&lt;height val=&quot;35&quot;/&gt;&lt;hasText val=&quot;1&quot;/&gt;&lt;/Image&gt;&lt;/ThreeDShapeInfo&gt;"/>
</p:tagLst>
</file>

<file path=ppt/tags/tag3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E6F9E41E-D18A-49FF-A89D-DBF4FEAC4B0F}_19.png&quot;/&gt;&lt;left val=&quot;455&quot;/&gt;&lt;top val=&quot;452&quot;/&gt;&lt;width val=&quot;162&quot;/&gt;&lt;height val=&quot;35&quot;/&gt;&lt;hasText val=&quot;1&quot;/&gt;&lt;/Image&gt;&lt;/ThreeDShapeInfo&gt;"/>
</p:tagLst>
</file>

<file path=ppt/tags/tag3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4EC37163-2A73-4900-8FC8-0097FBB141D1}_19.png&quot;/&gt;&lt;left val=&quot;251&quot;/&gt;&lt;top val=&quot;372&quot;/&gt;&lt;width val=&quot;180&quot;/&gt;&lt;height val=&quot;60&quot;/&gt;&lt;hasText val=&quot;1&quot;/&gt;&lt;/Image&gt;&lt;/ThreeDShapeInfo&gt;"/>
</p:tagLst>
</file>

<file path=ppt/tags/tag3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C338496C-9BC8-487D-96A9-0EF595D1AA70}_19.png&quot;/&gt;&lt;left val=&quot;59&quot;/&gt;&lt;top val=&quot;317&quot;/&gt;&lt;width val=&quot;145&quot;/&gt;&lt;height val=&quot;40&quot;/&gt;&lt;hasText val=&quot;1&quot;/&gt;&lt;/Image&gt;&lt;/ThreeDShapeInfo&gt;"/>
</p:tagLst>
</file>

<file path=ppt/tags/tag3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231F2281-F84C-4CB2-AB4F-B00C39E1AC23}_19.png&quot;/&gt;&lt;left val=&quot;100&quot;/&gt;&lt;top val=&quot;449&quot;/&gt;&lt;width val=&quot;145&quot;/&gt;&lt;height val=&quot;40&quot;/&gt;&lt;hasText val=&quot;1&quot;/&gt;&lt;/Image&gt;&lt;/ThreeDShapeInfo&gt;"/>
</p:tagLst>
</file>

<file path=ppt/tags/tag3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8299FE5E-4804-4A1A-933A-6A86B2D0AFDA}_19.png&quot;/&gt;&lt;left val=&quot;455&quot;/&gt;&lt;top val=&quot;320&quot;/&gt;&lt;width val=&quot;162&quot;/&gt;&lt;height val=&quot;35&quot;/&gt;&lt;hasText val=&quot;1&quot;/&gt;&lt;/Image&gt;&lt;/ThreeDShapeInfo&gt;"/>
</p:tagLst>
</file>

<file path=ppt/tags/tag4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50&quot;/&gt;&lt;lineCharCount val=&quot;18&quot;/&gt;&lt;lineCharCount val=&quot;52&quot;/&gt;&lt;lineCharCount val=&quot;34&quot;/&gt;&lt;/TableIndex&gt;&lt;/ShapeTextInfo&gt;"/>
  <p:tag name="HTML_SHAPEINFO" val="&lt;TextEffect&gt;&lt;Image&gt;&lt;filename val=&quot;C:\Users\sanmi\Documents\My Adobe Presentations\ece552-VirtualMemory\data\asimages\{339645AB-589D-4504-888E-FE2E777BD3F4}_1.png_crop.png&quot;/&gt;&lt;left val=&quot;49&quot;/&gt;&lt;top val=&quot;121&quot;/&gt;&lt;width val=&quot;568&quot;/&gt;&lt;height val=&quot;24&quot;/&gt;&lt;hasText val=&quot;1&quot;/&gt;&lt;paraId val=&quot;1&quot;/&gt;&lt;/Image&gt;&lt;Image&gt;&lt;filename val=&quot;C:\Users\sanmi\Documents\My Adobe Presentations\ece552-VirtualMemory\data\asimages\{AB2F526A-9CC2-4491-81FC-143585923770}_1.png_crop.png&quot;/&gt;&lt;left val=&quot;49&quot;/&gt;&lt;top val=&quot;154&quot;/&gt;&lt;width val=&quot;599&quot;/&gt;&lt;height val=&quot;53&quot;/&gt;&lt;hasText val=&quot;1&quot;/&gt;&lt;paraId val=&quot;2&quot;/&gt;&lt;/Image&gt;&lt;Image&gt;&lt;filename val=&quot;C:\Users\sanmi\Documents\My Adobe Presentations\ece552-VirtualMemory\data\asimages\{1401558F-DCFB-4B43-AF3F-9EAE94526500}_1.png_crop.png&quot;/&gt;&lt;left val=&quot;49&quot;/&gt;&lt;top val=&quot;222&quot;/&gt;&lt;width val=&quot;624&quot;/&gt;&lt;height val=&quot;19&quot;/&gt;&lt;hasText val=&quot;1&quot;/&gt;&lt;paraId val=&quot;3&quot;/&gt;&lt;/Image&gt;&lt;Image&gt;&lt;filename val=&quot;C:\Users\sanmi\Documents\My Adobe Presentations\ece552-VirtualMemory\data\asimages\{AD7B9B92-BF67-4491-8745-706D405524F1}_1.png_crop.png&quot;/&gt;&lt;left val=&quot;86&quot;/&gt;&lt;top val=&quot;253&quot;/&gt;&lt;width val=&quot;371&quot;/&gt;&lt;height val=&quot;21&quot;/&gt;&lt;hasText val=&quot;1&quot;/&gt;&lt;paraId val=&quot;4&quot;/&gt;&lt;/Image&gt;&lt;/TextEffect&gt;"/>
</p:tagLst>
</file>

<file path=ppt/tags/tag401.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1947083624,C:\Users\sanmi\GoogleDrive\UWMdrive\Courses\ECE552\ece552-lec13_VirtualMemory_pptx\Media.ppcx"/>
</p:tagLst>
</file>

<file path=ppt/tags/tag4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HTML_SHAPEINFO" val="&lt;ThreeDShapeInfo&gt;&lt;uuid val=&quot;&quot;/&gt;&lt;isInvalidForFieldText val=&quot;0&quot;/&gt;&lt;Image&gt;&lt;filename val=&quot;C:\Users\sanmi\Documents\My Adobe Presentations\ece552-VirtualMemory\data\asimages\{74766F0E-447D-4D24-8C2A-99A9805F03FA}_20.png&quot;/&gt;&lt;left val=&quot;35&quot;/&gt;&lt;top val=&quot;21&quot;/&gt;&lt;width val=&quot;588&quot;/&gt;&lt;height val=&quot;98&quot;/&gt;&lt;hasText val=&quot;1&quot;/&gt;&lt;/Image&gt;&lt;/ThreeDShapeInfo&gt;"/>
</p:tagLst>
</file>

<file path=ppt/tags/tag4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468416AC-607F-4221-8F2C-2AE1230FBF39}_20.png&quot;/&gt;&lt;left val=&quot;599&quot;/&gt;&lt;top val=&quot;500&quot;/&gt;&lt;width val=&quot;86&quot;/&gt;&lt;height val=&quot;32&quot;/&gt;&lt;hasText val=&quot;1&quot;/&gt;&lt;/Image&gt;&lt;/ThreeDShapeInfo&gt;"/>
</p:tagLst>
</file>

<file path=ppt/tags/tag4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0&quot;/&gt;&lt;lineCharCount val=&quot;25&quot;/&gt;&lt;lineCharCount val=&quot;50&quot;/&gt;&lt;lineCharCount val=&quot;28&quot;/&gt;&lt;lineCharCount val=&quot;50&quot;/&gt;&lt;/TableIndex&gt;&lt;/ShapeTextInfo&gt;"/>
  <p:tag name="HTML_SHAPEINFO" val="&lt;ThreeDShapeInfo&gt;&lt;uuid val=&quot;&quot;/&gt;&lt;isInvalidForFieldText val=&quot;0&quot;/&gt;&lt;Image&gt;&lt;filename val=&quot;C:\Users\sanmi\Documents\My Adobe Presentations\ece552-VirtualMemory\data\asimages\{CDE8AB23-3931-40F4-A061-60CB7997EAE5}_20.png&quot;/&gt;&lt;left val=&quot;32&quot;/&gt;&lt;top val=&quot;105&quot;/&gt;&lt;width val=&quot;663&quot;/&gt;&lt;height val=&quot;425&quot;/&gt;&lt;hasText val=&quot;1&quot;/&gt;&lt;/Image&gt;&lt;/ThreeDShapeInfo&gt;"/>
</p:tagLst>
</file>

<file path=ppt/tags/tag4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DC2EFABF-E959-42CE-9C79-AD8DDFD8FA11}_20.png&quot;/&gt;&lt;left val=&quot;209&quot;/&gt;&lt;top val=&quot;272&quot;/&gt;&lt;width val=&quot;258&quot;/&gt;&lt;height val=&quot;35&quot;/&gt;&lt;hasText val=&quot;1&quot;/&gt;&lt;/Image&gt;&lt;/ThreeDShapeInfo&gt;"/>
</p:tagLst>
</file>

<file path=ppt/tags/tag4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DBC2CD0A-5AF4-4B9E-81A0-E149F1729B01}_20.png&quot;/&gt;&lt;left val=&quot;467&quot;/&gt;&lt;top val=&quot;272&quot;/&gt;&lt;width val=&quot;162&quot;/&gt;&lt;height val=&quot;35&quot;/&gt;&lt;hasText val=&quot;1&quot;/&gt;&lt;/Image&gt;&lt;/ThreeDShapeInfo&gt;"/>
</p:tagLst>
</file>

<file path=ppt/tags/tag4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8AC05575-2767-42ED-BCA4-239A458FBFF1}_20.png&quot;/&gt;&lt;left val=&quot;251&quot;/&gt;&lt;top val=&quot;494&quot;/&gt;&lt;width val=&quot;216&quot;/&gt;&lt;height val=&quot;35&quot;/&gt;&lt;hasText val=&quot;1&quot;/&gt;&lt;/Image&gt;&lt;/ThreeDShapeInfo&gt;"/>
</p:tagLst>
</file>

<file path=ppt/tags/tag4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CA3D7047-E79A-45B2-927B-9F342A68DBC3}_20.png&quot;/&gt;&lt;left val=&quot;467&quot;/&gt;&lt;top val=&quot;494&quot;/&gt;&lt;width val=&quot;162&quot;/&gt;&lt;height val=&quot;35&quot;/&gt;&lt;hasText val=&quot;1&quot;/&gt;&lt;/Image&gt;&lt;/ThreeDShapeInfo&gt;"/>
</p:tagLst>
</file>

<file path=ppt/tags/tag4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71D8224B-800E-4AA1-AB0F-96750F210040}_20.png&quot;/&gt;&lt;left val=&quot;287&quot;/&gt;&lt;top val=&quot;392&quot;/&gt;&lt;width val=&quot;132&quot;/&gt;&lt;height val=&quot;66&quot;/&gt;&lt;hasText val=&quot;1&quot;/&gt;&lt;/Image&gt;&lt;/ThreeDShapeInfo&gt;"/>
</p:tagLst>
</file>

<file path=ppt/tags/tag4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B9BD3AC0-A79A-46ED-8026-F9BF9AB97F03}_20.png&quot;/&gt;&lt;left val=&quot;65&quot;/&gt;&lt;top val=&quot;374&quot;/&gt;&lt;width val=&quot;114&quot;/&gt;&lt;height val=&quot;102&quot;/&gt;&lt;hasText val=&quot;1&quot;/&gt;&lt;/Image&gt;&lt;/ThreeDShapeInfo&gt;"/>
</p:tagLst>
</file>

<file path=ppt/tags/tag4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6D66061D-FE06-49B5-B097-7B62D006AC05}_20.png&quot;/&gt;&lt;left val=&quot;71&quot;/&gt;&lt;top val=&quot;269&quot;/&gt;&lt;width val=&quot;145&quot;/&gt;&lt;height val=&quot;40&quot;/&gt;&lt;hasText val=&quot;1&quot;/&gt;&lt;/Image&gt;&lt;/ThreeDShapeInfo&gt;"/>
</p:tagLst>
</file>

<file path=ppt/tags/tag4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5C22E2FC-1BB9-411B-AC3E-917CDF5F0386}_20.png&quot;/&gt;&lt;left val=&quot;112&quot;/&gt;&lt;top val=&quot;491&quot;/&gt;&lt;width val=&quot;145&quot;/&gt;&lt;height val=&quot;40&quot;/&gt;&lt;hasText val=&quot;1&quot;/&gt;&lt;/Image&gt;&lt;/ThreeDShapeInfo&gt;"/>
</p:tagLst>
</file>

<file path=ppt/tags/tag4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VirtualMemory\data\asimages\{496713D9-536C-478E-92DD-E6EBEB31971E}_20.png&quot;/&gt;&lt;left val=&quot;209&quot;/&gt;&lt;top val=&quot;332&quot;/&gt;&lt;width val=&quot;168&quot;/&gt;&lt;height val=&quot;35&quot;/&gt;&lt;hasText val=&quot;1&quot;/&gt;&lt;/Image&gt;&lt;/ThreeDShapeInfo&gt;"/>
</p:tagLst>
</file>

<file path=ppt/tags/tag4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VirtualMemory\data\asimages\{34401BFA-FAC2-4A0B-A2DA-60C4C79B41EF}_20.png&quot;/&gt;&lt;left val=&quot;377&quot;/&gt;&lt;top val=&quot;332&quot;/&gt;&lt;width val=&quot;90&quot;/&gt;&lt;height val=&quot;35&quot;/&gt;&lt;hasText val=&quot;1&quot;/&gt;&lt;/Image&gt;&lt;/ThreeDShapeInfo&gt;"/>
</p:tagLst>
</file>

<file path=ppt/tags/tag4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VirtualMemory\data\asimages\{FC6B237E-6A53-49EE-9DBE-7DDD05502BB3}_20.png&quot;/&gt;&lt;left val=&quot;180&quot;/&gt;&lt;top val=&quot;390&quot;/&gt;&lt;width val=&quot;107&quot;/&gt;&lt;height val=&quot;40&quot;/&gt;&lt;hasText val=&quot;1&quot;/&gt;&lt;/Image&gt;&lt;/ThreeDShapeInfo&gt;"/>
</p:tagLst>
</file>

<file path=ppt/tags/tag421.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1947083624,C:\Users\sanmi\GoogleDrive\UWMdrive\Courses\ECE552\ece552-lec13_VirtualMemory_pptx\Media.ppcx"/>
</p:tagLst>
</file>

<file path=ppt/tags/tag4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HTML_SHAPEINFO" val="&lt;ThreeDShapeInfo&gt;&lt;uuid val=&quot;&quot;/&gt;&lt;isInvalidForFieldText val=&quot;0&quot;/&gt;&lt;Image&gt;&lt;filename val=&quot;C:\Users\sanmi\Documents\My Adobe Presentations\ece552-VirtualMemory\data\asimages\{25ACA95A-DA0B-4231-83A3-F72517216295}_21.png&quot;/&gt;&lt;left val=&quot;35&quot;/&gt;&lt;top val=&quot;21&quot;/&gt;&lt;width val=&quot;588&quot;/&gt;&lt;height val=&quot;98&quot;/&gt;&lt;hasText val=&quot;1&quot;/&gt;&lt;/Image&gt;&lt;/ThreeDShapeInfo&gt;"/>
</p:tagLst>
</file>

<file path=ppt/tags/tag4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9554F0F-EED2-4081-A764-E94CA5938CE6}_21.png&quot;/&gt;&lt;left val=&quot;599&quot;/&gt;&lt;top val=&quot;500&quot;/&gt;&lt;width val=&quot;86&quot;/&gt;&lt;height val=&quot;32&quot;/&gt;&lt;hasText val=&quot;1&quot;/&gt;&lt;/Image&gt;&lt;/ThreeDShapeInfo&gt;"/>
</p:tagLst>
</file>

<file path=ppt/tags/tag4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6&quot;/&gt;&lt;lineCharCount val=&quot;35&quot;/&gt;&lt;lineCharCount val=&quot;42&quot;/&gt;&lt;/TableIndex&gt;&lt;/ShapeTextInfo&gt;"/>
  <p:tag name="HTML_SHAPEINFO" val="&lt;ThreeDShapeInfo&gt;&lt;uuid val=&quot;&quot;/&gt;&lt;isInvalidForFieldText val=&quot;0&quot;/&gt;&lt;Image&gt;&lt;filename val=&quot;C:\Users\sanmi\Documents\My Adobe Presentations\ece552-VirtualMemory\data\asimages\{3BC510DA-EE1D-4B15-B904-B6F5F2BDB962}_21.png&quot;/&gt;&lt;left val=&quot;29&quot;/&gt;&lt;top val=&quot;105&quot;/&gt;&lt;width val=&quot;649&quot;/&gt;&lt;height val=&quot;426&quot;/&gt;&lt;hasText val=&quot;1&quot;/&gt;&lt;/Image&gt;&lt;/ThreeDShapeInfo&gt;"/>
</p:tagLst>
</file>

<file path=ppt/tags/tag425.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1947083624,C:\Users\sanmi\GoogleDrive\UWMdrive\Courses\ECE552\ece552-lec13_VirtualMemory_pptx\Media.ppcx"/>
</p:tagLst>
</file>

<file path=ppt/tags/tag4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VirtualMemory\data\asimages\{83244940-15D7-435A-8E92-4B4AEEB383D9}_22.png&quot;/&gt;&lt;left val=&quot;35&quot;/&gt;&lt;top val=&quot;21&quot;/&gt;&lt;width val=&quot;588&quot;/&gt;&lt;height val=&quot;98&quot;/&gt;&lt;hasText val=&quot;1&quot;/&gt;&lt;/Image&gt;&lt;/ThreeDShapeInfo&gt;"/>
</p:tagLst>
</file>

<file path=ppt/tags/tag4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98996D1-9EF7-4F4F-8C9F-EAA2607DCF10}_22.png&quot;/&gt;&lt;left val=&quot;599&quot;/&gt;&lt;top val=&quot;500&quot;/&gt;&lt;width val=&quot;86&quot;/&gt;&lt;height val=&quot;32&quot;/&gt;&lt;hasText val=&quot;1&quot;/&gt;&lt;/Image&gt;&lt;/ThreeDShapeInfo&gt;"/>
</p:tagLst>
</file>

<file path=ppt/tags/tag4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4&quot;/&gt;&lt;lineCharCount val=&quot;38&quot;/&gt;&lt;lineCharCount val=&quot;7&quot;/&gt;&lt;lineCharCount val=&quot;40&quot;/&gt;&lt;lineCharCount val=&quot;16&quot;/&gt;&lt;/TableIndex&gt;&lt;/ShapeTextInfo&gt;"/>
  <p:tag name="HTML_SHAPEINFO" val="&lt;ThreeDShapeInfo&gt;&lt;uuid val=&quot;&quot;/&gt;&lt;isInvalidForFieldText val=&quot;0&quot;/&gt;&lt;Image&gt;&lt;filename val=&quot;C:\Users\sanmi\Documents\My Adobe Presentations\ece552-VirtualMemory\data\asimages\{97569B2E-BFAF-4D9C-8215-7A1B084E1648}_22.png&quot;/&gt;&lt;left val=&quot;29&quot;/&gt;&lt;top val=&quot;105&quot;/&gt;&lt;width val=&quot;535&quot;/&gt;&lt;height val=&quot;426&quot;/&gt;&lt;hasText val=&quot;1&quot;/&gt;&lt;/Image&gt;&lt;/ThreeDShapeInfo&gt;"/>
</p:tagLst>
</file>

<file path=ppt/tags/tag4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6FB916AC-9968-463C-AA1B-B7F16D11F733}_22.png&quot;/&gt;&lt;left val=&quot;587&quot;/&gt;&lt;top val=&quot;116&quot;/&gt;&lt;width val=&quot;96&quot;/&gt;&lt;height val=&quot;49&quot;/&gt;&lt;hasText val=&quot;1&quot;/&gt;&lt;/Image&gt;&lt;/ThreeDShapeInfo&gt;"/>
</p:tagLst>
</file>

<file path=ppt/tags/tag4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DD8AAA7-0F43-4771-9990-67068E7CE484}_22.png&quot;/&gt;&lt;left val=&quot;635&quot;/&gt;&lt;top val=&quot;260&quot;/&gt;&lt;width val=&quot;48&quot;/&gt;&lt;height val=&quot;43&quot;/&gt;&lt;hasText val=&quot;1&quot;/&gt;&lt;/Image&gt;&lt;/ThreeDShapeInfo&gt;"/>
</p:tagLst>
</file>

<file path=ppt/tags/tag4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B3FE6F9F-65E8-4998-9836-A684969ED3EB}_22.png&quot;/&gt;&lt;left val=&quot;593&quot;/&gt;&lt;top val=&quot;326&quot;/&gt;&lt;width val=&quot;84&quot;/&gt;&lt;height val=&quot;43&quot;/&gt;&lt;hasText val=&quot;1&quot;/&gt;&lt;/Image&gt;&lt;/ThreeDShapeInfo&gt;"/>
</p:tagLst>
</file>

<file path=ppt/tags/tag4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6BBA88D1-8882-4344-95A1-344DB0ADFFC6}_22.png&quot;/&gt;&lt;left val=&quot;575&quot;/&gt;&lt;top val=&quot;398&quot;/&gt;&lt;width val=&quot;120&quot;/&gt;&lt;height val=&quot;67&quot;/&gt;&lt;hasText val=&quot;1&quot;/&gt;&lt;/Image&gt;&lt;/ThreeDShapeInfo&gt;"/>
</p:tagLst>
</file>

<file path=ppt/tags/tag4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2B9AE9D-352C-4C3A-8C1E-1A402691E27E}_22.png&quot;/&gt;&lt;left val=&quot;587&quot;/&gt;&lt;top val=&quot;260&quot;/&gt;&lt;width val=&quot;48&quot;/&gt;&lt;height val=&quot;43&quot;/&gt;&lt;hasText val=&quot;1&quot;/&gt;&lt;/Image&gt;&lt;/ThreeDShapeInfo&gt;"/>
</p:tagLst>
</file>

<file path=ppt/tags/tag4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0520C240-CDC8-4EE1-B120-55F251FD927D}_22.png&quot;/&gt;&lt;left val=&quot;573&quot;/&gt;&lt;top val=&quot;194&quot;/&gt;&lt;width val=&quot;54&quot;/&gt;&lt;height val=&quot;43&quot;/&gt;&lt;hasText val=&quot;1&quot;/&gt;&lt;/Image&gt;&lt;/ThreeDShapeInfo&gt;"/>
</p:tagLst>
</file>

<file path=ppt/tags/tag4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312A736B-277E-4674-BF55-D5A66ACD804B}_22.png&quot;/&gt;&lt;left val=&quot;580&quot;/&gt;&lt;top val=&quot;374&quot;/&gt;&lt;width val=&quot;36&quot;/&gt;&lt;height val=&quot;34&quot;/&gt;&lt;hasText val=&quot;1&quot;/&gt;&lt;/Image&gt;&lt;/ThreeDShapeInfo&gt;"/>
</p:tagLst>
</file>

<file path=ppt/tags/tag4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15EEED3-FC00-430C-B7E5-ADF0A775F3D2}_22.png&quot;/&gt;&lt;left val=&quot;573&quot;/&gt;&lt;top val=&quot;164&quot;/&gt;&lt;width val=&quot;38&quot;/&gt;&lt;height val=&quot;34&quot;/&gt;&lt;hasText val=&quot;1&quot;/&gt;&lt;/Image&gt;&lt;/ThreeDShapeInfo&gt;"/>
</p:tagLst>
</file>

<file path=ppt/tags/tag4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2E01997-457E-4823-9DF2-F6DBC4CF4388}_22.png&quot;/&gt;&lt;left val=&quot;657&quot;/&gt;&lt;top val=&quot;164&quot;/&gt;&lt;width val=&quot;38&quot;/&gt;&lt;height val=&quot;34&quot;/&gt;&lt;hasText val=&quot;1&quot;/&gt;&lt;/Image&gt;&lt;/ThreeDShapeInfo&gt;"/>
</p:tagLst>
</file>

<file path=ppt/tags/tag4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3E6ADE85-B7DE-4299-A5E9-8E39846EFC59}_22.png&quot;/&gt;&lt;left val=&quot;576&quot;/&gt;&lt;top val=&quot;224&quot;/&gt;&lt;width val=&quot;36&quot;/&gt;&lt;height val=&quot;34&quot;/&gt;&lt;hasText val=&quot;1&quot;/&gt;&lt;/Image&gt;&lt;/ThreeDShapeInfo&gt;"/>
</p:tagLst>
</file>

<file path=ppt/tags/tag4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4EEF74B-1850-4120-B8BC-0D3ADDB4668E}_22.png&quot;/&gt;&lt;left val=&quot;658&quot;/&gt;&lt;top val=&quot;224&quot;/&gt;&lt;width val=&quot;36&quot;/&gt;&lt;height val=&quot;34&quot;/&gt;&lt;hasText val=&quot;1&quot;/&gt;&lt;/Image&gt;&lt;/ThreeDShapeInfo&gt;"/>
</p:tagLst>
</file>

<file path=ppt/tags/tag4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8F02F3B0-5907-4635-98D0-E36FA2FD23F3}_22.png&quot;/&gt;&lt;left val=&quot;645&quot;/&gt;&lt;top val=&quot;194&quot;/&gt;&lt;width val=&quot;54&quot;/&gt;&lt;height val=&quot;43&quot;/&gt;&lt;hasText val=&quot;1&quot;/&gt;&lt;/Image&gt;&lt;/ThreeDShapeInfo&gt;"/>
</p:tagLst>
</file>

<file path=ppt/tags/tag4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B9BFC33-464D-477A-815B-F848CB8C19A4}_22.png&quot;/&gt;&lt;left val=&quot;586&quot;/&gt;&lt;top val=&quot;289&quot;/&gt;&lt;width val=&quot;36&quot;/&gt;&lt;height val=&quot;34&quot;/&gt;&lt;hasText val=&quot;1&quot;/&gt;&lt;/Image&gt;&lt;/ThreeDShapeInfo&gt;"/>
</p:tagLst>
</file>

<file path=ppt/tags/tag454.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1947083624,C:\Users\sanmi\GoogleDrive\UWMdrive\Courses\ECE552\ece552-lec13_VirtualMemory_pptx\Media.ppcx"/>
</p:tagLst>
</file>

<file path=ppt/tags/tag4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VirtualMemory\data\asimages\{5FB22B37-4B69-4868-8B06-9AA1C7A680B9}_23.png&quot;/&gt;&lt;left val=&quot;35&quot;/&gt;&lt;top val=&quot;21&quot;/&gt;&lt;width val=&quot;588&quot;/&gt;&lt;height val=&quot;98&quot;/&gt;&lt;hasText val=&quot;1&quot;/&gt;&lt;/Image&gt;&lt;/ThreeDShapeInfo&gt;"/>
</p:tagLst>
</file>

<file path=ppt/tags/tag4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CFE976F4-9C26-4953-8B3C-899456FA140B}_23.png&quot;/&gt;&lt;left val=&quot;599&quot;/&gt;&lt;top val=&quot;500&quot;/&gt;&lt;width val=&quot;86&quot;/&gt;&lt;height val=&quot;32&quot;/&gt;&lt;hasText val=&quot;1&quot;/&gt;&lt;/Image&gt;&lt;/ThreeDShapeInfo&gt;"/>
</p:tagLst>
</file>

<file path=ppt/tags/tag4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8&quot;/&gt;&lt;lineCharCount val=&quot;29&quot;/&gt;&lt;lineCharCount val=&quot;43&quot;/&gt;&lt;lineCharCount val=&quot;15&quot;/&gt;&lt;lineCharCount val=&quot;37&quot;/&gt;&lt;lineCharCount val=&quot;7&quot;/&gt;&lt;lineCharCount val=&quot;45&quot;/&gt;&lt;/TableIndex&gt;&lt;/ShapeTextInfo&gt;"/>
  <p:tag name="HTML_SHAPEINFO" val="&lt;ThreeDShapeInfo&gt;&lt;uuid val=&quot;&quot;/&gt;&lt;isInvalidForFieldText val=&quot;0&quot;/&gt;&lt;Image&gt;&lt;filename val=&quot;C:\Users\sanmi\Documents\My Adobe Presentations\ece552-VirtualMemory\data\asimages\{18D71862-C963-4FD4-901E-7F9146E85008}_23.png&quot;/&gt;&lt;left val=&quot;31&quot;/&gt;&lt;top val=&quot;105&quot;/&gt;&lt;width val=&quot;535&quot;/&gt;&lt;height val=&quot;426&quot;/&gt;&lt;hasText val=&quot;1&quot;/&gt;&lt;/Image&gt;&lt;/ThreeDShapeInfo&gt;"/>
</p:tagLst>
</file>

<file path=ppt/tags/tag4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29C1B4B0-85EB-4767-A976-FFCAA5B3146F}_23.png&quot;/&gt;&lt;left val=&quot;587&quot;/&gt;&lt;top val=&quot;116&quot;/&gt;&lt;width val=&quot;96&quot;/&gt;&lt;height val=&quot;49&quot;/&gt;&lt;hasText val=&quot;1&quot;/&gt;&lt;/Image&gt;&lt;/ThreeDShapeInfo&gt;"/>
</p:tagLst>
</file>

<file path=ppt/tags/tag4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A1F482F-FFCB-416B-A3B3-9BD6F0B778A7}_23.png&quot;/&gt;&lt;left val=&quot;635&quot;/&gt;&lt;top val=&quot;260&quot;/&gt;&lt;width val=&quot;48&quot;/&gt;&lt;height val=&quot;43&quot;/&gt;&lt;hasText val=&quot;1&quot;/&gt;&lt;/Image&gt;&lt;/ThreeDShapeInfo&gt;"/>
</p:tagLst>
</file>

<file path=ppt/tags/tag4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D719D2C-009D-48F4-81D7-1C71E97956B0}_23.png&quot;/&gt;&lt;left val=&quot;593&quot;/&gt;&lt;top val=&quot;326&quot;/&gt;&lt;width val=&quot;84&quot;/&gt;&lt;height val=&quot;43&quot;/&gt;&lt;hasText val=&quot;1&quot;/&gt;&lt;/Image&gt;&lt;/ThreeDShapeInfo&gt;"/>
</p:tagLst>
</file>

<file path=ppt/tags/tag4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F3B2303C-F771-42C6-9866-228D89543DEE}_23.png&quot;/&gt;&lt;left val=&quot;575&quot;/&gt;&lt;top val=&quot;398&quot;/&gt;&lt;width val=&quot;120&quot;/&gt;&lt;height val=&quot;67&quot;/&gt;&lt;hasText val=&quot;1&quot;/&gt;&lt;/Image&gt;&lt;/ThreeDShapeInfo&gt;"/>
</p:tagLst>
</file>

<file path=ppt/tags/tag4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4FECAA86-4E26-4B9C-ADF0-FBE6D41DFA0D}_23.png&quot;/&gt;&lt;left val=&quot;587&quot;/&gt;&lt;top val=&quot;260&quot;/&gt;&lt;width val=&quot;48&quot;/&gt;&lt;height val=&quot;43&quot;/&gt;&lt;hasText val=&quot;1&quot;/&gt;&lt;/Image&gt;&lt;/ThreeDShapeInfo&gt;"/>
</p:tagLst>
</file>

<file path=ppt/tags/tag4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BA55606F-D1B3-4C96-AFAC-58315695D56C}_23.png&quot;/&gt;&lt;left val=&quot;573&quot;/&gt;&lt;top val=&quot;194&quot;/&gt;&lt;width val=&quot;54&quot;/&gt;&lt;height val=&quot;43&quot;/&gt;&lt;hasText val=&quot;1&quot;/&gt;&lt;/Image&gt;&lt;/ThreeDShapeInfo&gt;"/>
</p:tagLst>
</file>

<file path=ppt/tags/tag4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4A2E9E70-E0C2-4928-A85B-D788102AADB4}_23.png&quot;/&gt;&lt;left val=&quot;580&quot;/&gt;&lt;top val=&quot;374&quot;/&gt;&lt;width val=&quot;36&quot;/&gt;&lt;height val=&quot;34&quot;/&gt;&lt;hasText val=&quot;1&quot;/&gt;&lt;/Image&gt;&lt;/ThreeDShapeInfo&gt;"/>
</p:tagLst>
</file>

<file path=ppt/tags/tag4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2FD224D-96EA-4B60-B1F2-C63526B5800E}_23.png&quot;/&gt;&lt;left val=&quot;573&quot;/&gt;&lt;top val=&quot;164&quot;/&gt;&lt;width val=&quot;38&quot;/&gt;&lt;height val=&quot;34&quot;/&gt;&lt;hasText val=&quot;1&quot;/&gt;&lt;/Image&gt;&lt;/ThreeDShapeInfo&gt;"/>
</p:tagLst>
</file>

<file path=ppt/tags/tag4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F44DECD-A07A-4D74-B0E1-1F2D5F9BAC5B}_23.png&quot;/&gt;&lt;left val=&quot;657&quot;/&gt;&lt;top val=&quot;164&quot;/&gt;&lt;width val=&quot;38&quot;/&gt;&lt;height val=&quot;34&quot;/&gt;&lt;hasText val=&quot;1&quot;/&gt;&lt;/Image&gt;&lt;/ThreeDShapeInfo&gt;"/>
</p:tagLst>
</file>

<file path=ppt/tags/tag4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59CFD88-ACBB-4334-BDED-3D086ACB24B1}_23.png&quot;/&gt;&lt;left val=&quot;576&quot;/&gt;&lt;top val=&quot;224&quot;/&gt;&lt;width val=&quot;36&quot;/&gt;&lt;height val=&quot;34&quot;/&gt;&lt;hasText val=&quot;1&quot;/&gt;&lt;/Image&gt;&lt;/ThreeDShapeInfo&gt;"/>
</p:tagLst>
</file>

<file path=ppt/tags/tag4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33044F5-99EE-4984-8736-96BD1FBDF6CD}_23.png&quot;/&gt;&lt;left val=&quot;658&quot;/&gt;&lt;top val=&quot;224&quot;/&gt;&lt;width val=&quot;36&quot;/&gt;&lt;height val=&quot;34&quot;/&gt;&lt;hasText val=&quot;1&quot;/&gt;&lt;/Image&gt;&lt;/ThreeDShapeInfo&gt;"/>
</p:tagLst>
</file>

<file path=ppt/tags/tag4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A73A3D65-2E37-4654-BC72-B0BD9198CA87}_23.png&quot;/&gt;&lt;left val=&quot;645&quot;/&gt;&lt;top val=&quot;194&quot;/&gt;&lt;width val=&quot;54&quot;/&gt;&lt;height val=&quot;43&quot;/&gt;&lt;hasText val=&quot;1&quot;/&gt;&lt;/Image&gt;&lt;/ThreeDShapeInfo&gt;"/>
</p:tagLst>
</file>

<file path=ppt/tags/tag4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94F904D-4C79-468B-9C52-99EB82680ECE}_23.png&quot;/&gt;&lt;left val=&quot;586&quot;/&gt;&lt;top val=&quot;289&quot;/&gt;&lt;width val=&quot;36&quot;/&gt;&lt;height val=&quot;34&quot;/&gt;&lt;hasText val=&quot;1&quot;/&gt;&lt;/Image&gt;&lt;/ThreeDShapeInfo&gt;"/>
</p:tagLst>
</file>

<file path=ppt/tags/tag483.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1947083624,C:\Users\sanmi\GoogleDrive\UWMdrive\Courses\ECE552\ece552-lec13_VirtualMemory_pptx\Media.ppcx"/>
</p:tagLst>
</file>

<file path=ppt/tags/tag4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303C77DE-2C1B-4084-B24A-4D7CA9F39CB4}_24.png&quot;/&gt;&lt;left val=&quot;35&quot;/&gt;&lt;top val=&quot;21&quot;/&gt;&lt;width val=&quot;588&quot;/&gt;&lt;height val=&quot;98&quot;/&gt;&lt;hasText val=&quot;1&quot;/&gt;&lt;/Image&gt;&lt;/ThreeDShapeInfo&gt;"/>
</p:tagLst>
</file>

<file path=ppt/tags/tag4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FE9C423-C637-4757-87EF-419961608C9F}_24.png&quot;/&gt;&lt;left val=&quot;599&quot;/&gt;&lt;top val=&quot;500&quot;/&gt;&lt;width val=&quot;86&quot;/&gt;&lt;height val=&quot;32&quot;/&gt;&lt;hasText val=&quot;1&quot;/&gt;&lt;/Image&gt;&lt;/ThreeDShapeInfo&gt;"/>
</p:tagLst>
</file>

<file path=ppt/tags/tag4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8&quot;/&gt;&lt;lineCharCount val=&quot;36&quot;/&gt;&lt;lineCharCount val=&quot;7&quot;/&gt;&lt;lineCharCount val=&quot;40&quot;/&gt;&lt;lineCharCount val=&quot;16&quot;/&gt;&lt;/TableIndex&gt;&lt;/ShapeTextInfo&gt;"/>
  <p:tag name="HTML_SHAPEINFO" val="&lt;ThreeDShapeInfo&gt;&lt;uuid val=&quot;&quot;/&gt;&lt;isInvalidForFieldText val=&quot;0&quot;/&gt;&lt;Image&gt;&lt;filename val=&quot;C:\Users\sanmi\Documents\My Adobe Presentations\ece552-VirtualMemory\data\asimages\{A68E1E88-36D5-4E03-BD8C-9B5C6ACE7C11}_24.png&quot;/&gt;&lt;left val=&quot;29&quot;/&gt;&lt;top val=&quot;105&quot;/&gt;&lt;width val=&quot;529&quot;/&gt;&lt;height val=&quot;426&quot;/&gt;&lt;hasText val=&quot;1&quot;/&gt;&lt;/Image&gt;&lt;/ThreeDShapeInfo&gt;"/>
</p:tagLst>
</file>

<file path=ppt/tags/tag4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355A9EB7-4CF9-4E37-98DD-97EFABE2425A}_24.png&quot;/&gt;&lt;left val=&quot;587&quot;/&gt;&lt;top val=&quot;116&quot;/&gt;&lt;width val=&quot;96&quot;/&gt;&lt;height val=&quot;49&quot;/&gt;&lt;hasText val=&quot;1&quot;/&gt;&lt;/Image&gt;&lt;/ThreeDShapeInfo&gt;"/>
</p:tagLst>
</file>

<file path=ppt/tags/tag4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7DA905F-09EB-4A52-83CD-32FF79E318E1}_24.png&quot;/&gt;&lt;left val=&quot;635&quot;/&gt;&lt;top val=&quot;194&quot;/&gt;&lt;width val=&quot;48&quot;/&gt;&lt;height val=&quot;43&quot;/&gt;&lt;hasText val=&quot;1&quot;/&gt;&lt;/Image&gt;&lt;/ThreeDShapeInfo&gt;"/>
</p:tagLst>
</file>

<file path=ppt/tags/tag4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9EA6F1E-FB2F-4B7C-820D-50D114FFB4F8}_24.png&quot;/&gt;&lt;left val=&quot;593&quot;/&gt;&lt;top val=&quot;326&quot;/&gt;&lt;width val=&quot;84&quot;/&gt;&lt;height val=&quot;43&quot;/&gt;&lt;hasText val=&quot;1&quot;/&gt;&lt;/Image&gt;&lt;/ThreeDShapeInfo&gt;"/>
</p:tagLst>
</file>

<file path=ppt/tags/tag4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0EA69FB9-7171-4264-B6F5-5787ABC1B5C8}_24.png&quot;/&gt;&lt;left val=&quot;575&quot;/&gt;&lt;top val=&quot;398&quot;/&gt;&lt;width val=&quot;120&quot;/&gt;&lt;height val=&quot;67&quot;/&gt;&lt;hasText val=&quot;1&quot;/&gt;&lt;/Image&gt;&lt;/ThreeDShapeInfo&gt;"/>
</p:tagLst>
</file>

<file path=ppt/tags/tag4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0FA4E9F-F8C5-48CE-AB58-3AE6F1425F30}_24.png&quot;/&gt;&lt;left val=&quot;587&quot;/&gt;&lt;top val=&quot;194&quot;/&gt;&lt;width val=&quot;48&quot;/&gt;&lt;height val=&quot;43&quot;/&gt;&lt;hasText val=&quot;1&quot;/&gt;&lt;/Image&gt;&lt;/ThreeDShapeInfo&gt;"/>
</p:tagLst>
</file>

<file path=ppt/tags/tag5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B30FCC86-C01A-4D19-BF54-114CDB909897}_24.png&quot;/&gt;&lt;left val=&quot;591&quot;/&gt;&lt;top val=&quot;254&quot;/&gt;&lt;width val=&quot;54&quot;/&gt;&lt;height val=&quot;43&quot;/&gt;&lt;hasText val=&quot;1&quot;/&gt;&lt;/Image&gt;&lt;/ThreeDShapeInfo&gt;"/>
</p:tagLst>
</file>

<file path=ppt/tags/tag5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A8BD3C9-12C0-49AC-B6A0-492BBE58C1A3}_24.png&quot;/&gt;&lt;left val=&quot;580&quot;/&gt;&lt;top val=&quot;374&quot;/&gt;&lt;width val=&quot;36&quot;/&gt;&lt;height val=&quot;34&quot;/&gt;&lt;hasText val=&quot;1&quot;/&gt;&lt;/Image&gt;&lt;/ThreeDShapeInfo&gt;"/>
</p:tagLst>
</file>

<file path=ppt/tags/tag5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F3119F04-9DD6-4585-85DF-52B4F55F2297}_24.png&quot;/&gt;&lt;left val=&quot;586&quot;/&gt;&lt;top val=&quot;289&quot;/&gt;&lt;width val=&quot;36&quot;/&gt;&lt;height val=&quot;34&quot;/&gt;&lt;hasText val=&quot;1&quot;/&gt;&lt;/Image&gt;&lt;/ThreeDShapeInfo&gt;"/>
</p:tagLst>
</file>

<file path=ppt/tags/tag5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FBD5740B-9F5C-4E12-B94A-CDF00A08A8BE}_24.png&quot;/&gt;&lt;left val=&quot;582&quot;/&gt;&lt;top val=&quot;224&quot;/&gt;&lt;width val=&quot;38&quot;/&gt;&lt;height val=&quot;34&quot;/&gt;&lt;hasText val=&quot;1&quot;/&gt;&lt;/Image&gt;&lt;/ThreeDShapeInfo&gt;"/>
</p:tagLst>
</file>

<file path=ppt/tags/tag5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7CE430A-3527-47EA-A8BA-CDA316AD9D18}_24.png&quot;/&gt;&lt;left val=&quot;570&quot;/&gt;&lt;top val=&quot;164&quot;/&gt;&lt;width val=&quot;38&quot;/&gt;&lt;height val=&quot;34&quot;/&gt;&lt;hasText val=&quot;1&quot;/&gt;&lt;/Image&gt;&lt;/ThreeDShapeInfo&gt;"/>
</p:tagLst>
</file>

<file path=ppt/tags/tag5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F88CCF8-B95A-46E7-AA04-034FF6F34A57}_24.png&quot;/&gt;&lt;left val=&quot;663&quot;/&gt;&lt;top val=&quot;164&quot;/&gt;&lt;width val=&quot;38&quot;/&gt;&lt;height val=&quot;34&quot;/&gt;&lt;hasText val=&quot;1&quot;/&gt;&lt;/Image&gt;&lt;/ThreeDShapeInfo&gt;"/>
</p:tagLst>
</file>

<file path=ppt/tags/tag509.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1947083624,C:\Users\sanmi\GoogleDrive\UWMdrive\Courses\ECE552\ece552-lec13_VirtualMemory_pptx\Media.ppcx"/>
</p:tagLst>
</file>

<file path=ppt/tags/tag5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D66EC5C5-4A24-4F12-8667-787EE57BCA2C}_25.png&quot;/&gt;&lt;left val=&quot;35&quot;/&gt;&lt;top val=&quot;21&quot;/&gt;&lt;width val=&quot;588&quot;/&gt;&lt;height val=&quot;98&quot;/&gt;&lt;hasText val=&quot;1&quot;/&gt;&lt;/Image&gt;&lt;/ThreeDShapeInfo&gt;"/>
</p:tagLst>
</file>

<file path=ppt/tags/tag5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C044C2B-5B96-4479-BC89-301A32CAFD19}_25.png&quot;/&gt;&lt;left val=&quot;599&quot;/&gt;&lt;top val=&quot;500&quot;/&gt;&lt;width val=&quot;86&quot;/&gt;&lt;height val=&quot;32&quot;/&gt;&lt;hasText val=&quot;1&quot;/&gt;&lt;/Image&gt;&lt;/ThreeDShapeInfo&gt;"/>
</p:tagLst>
</file>

<file path=ppt/tags/tag5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42&quot;/&gt;&lt;lineCharCount val=&quot;27&quot;/&gt;&lt;lineCharCount val=&quot;35&quot;/&gt;&lt;lineCharCount val=&quot;36&quot;/&gt;&lt;lineCharCount val=&quot;45&quot;/&gt;&lt;lineCharCount val=&quot;44&quot;/&gt;&lt;lineCharCount val=&quot;40&quot;/&gt;&lt;lineCharCount val=&quot;36&quot;/&gt;&lt;lineCharCount val=&quot;45&quot;/&gt;&lt;lineCharCount val=&quot;32&quot;/&gt;&lt;/TableIndex&gt;&lt;/ShapeTextInfo&gt;"/>
  <p:tag name="HTML_SHAPEINFO" val="&lt;ThreeDShapeInfo&gt;&lt;uuid val=&quot;&quot;/&gt;&lt;isInvalidForFieldText val=&quot;0&quot;/&gt;&lt;Image&gt;&lt;filename val=&quot;C:\Users\sanmi\Documents\My Adobe Presentations\ece552-VirtualMemory\data\asimages\{E854C935-854C-4579-93B6-A70DAB7EF6FD}_25.png&quot;/&gt;&lt;left val=&quot;31&quot;/&gt;&lt;top val=&quot;105&quot;/&gt;&lt;width val=&quot;539&quot;/&gt;&lt;height val=&quot;426&quot;/&gt;&lt;hasText val=&quot;1&quot;/&gt;&lt;/Image&gt;&lt;/ThreeDShapeInfo&gt;"/>
</p:tagLst>
</file>

<file path=ppt/tags/tag5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6931F431-0865-4452-B919-E87512520F91}_25.png&quot;/&gt;&lt;left val=&quot;587&quot;/&gt;&lt;top val=&quot;116&quot;/&gt;&lt;width val=&quot;96&quot;/&gt;&lt;height val=&quot;49&quot;/&gt;&lt;hasText val=&quot;1&quot;/&gt;&lt;/Image&gt;&lt;/ThreeDShapeInfo&gt;"/>
</p:tagLst>
</file>

<file path=ppt/tags/tag5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CF765F2-6EDB-4F95-9464-A7097436B85C}_25.png&quot;/&gt;&lt;left val=&quot;635&quot;/&gt;&lt;top val=&quot;194&quot;/&gt;&lt;width val=&quot;48&quot;/&gt;&lt;height val=&quot;43&quot;/&gt;&lt;hasText val=&quot;1&quot;/&gt;&lt;/Image&gt;&lt;/ThreeDShapeInfo&gt;"/>
</p:tagLst>
</file>

<file path=ppt/tags/tag5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B1D31FF-DA49-4C2D-B51D-845ABB9D26FA}_25.png&quot;/&gt;&lt;left val=&quot;593&quot;/&gt;&lt;top val=&quot;326&quot;/&gt;&lt;width val=&quot;84&quot;/&gt;&lt;height val=&quot;43&quot;/&gt;&lt;hasText val=&quot;1&quot;/&gt;&lt;/Image&gt;&lt;/ThreeDShapeInfo&gt;"/>
</p:tagLst>
</file>

<file path=ppt/tags/tag5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A3F76071-F625-4810-A6D8-7D759FF33F29}_25.png&quot;/&gt;&lt;left val=&quot;575&quot;/&gt;&lt;top val=&quot;398&quot;/&gt;&lt;width val=&quot;120&quot;/&gt;&lt;height val=&quot;67&quot;/&gt;&lt;hasText val=&quot;1&quot;/&gt;&lt;/Image&gt;&lt;/ThreeDShapeInfo&gt;"/>
</p:tagLst>
</file>

<file path=ppt/tags/tag5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1D8225B-9371-454F-BB02-A116C8995A3A}_25.png&quot;/&gt;&lt;left val=&quot;587&quot;/&gt;&lt;top val=&quot;194&quot;/&gt;&lt;width val=&quot;48&quot;/&gt;&lt;height val=&quot;43&quot;/&gt;&lt;hasText val=&quot;1&quot;/&gt;&lt;/Image&gt;&lt;/ThreeDShapeInfo&gt;"/>
</p:tagLst>
</file>

<file path=ppt/tags/tag5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065B086C-EFD7-4FD6-AB28-FD73EA5620CF}_25.png&quot;/&gt;&lt;left val=&quot;591&quot;/&gt;&lt;top val=&quot;254&quot;/&gt;&lt;width val=&quot;54&quot;/&gt;&lt;height val=&quot;43&quot;/&gt;&lt;hasText val=&quot;1&quot;/&gt;&lt;/Image&gt;&lt;/ThreeDShapeInfo&gt;"/>
</p:tagLst>
</file>

<file path=ppt/tags/tag5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9BA8038-8971-4EBF-8BAC-74DBD6B71C9C}_25.png&quot;/&gt;&lt;left val=&quot;580&quot;/&gt;&lt;top val=&quot;374&quot;/&gt;&lt;width val=&quot;36&quot;/&gt;&lt;height val=&quot;34&quot;/&gt;&lt;hasText val=&quot;1&quot;/&gt;&lt;/Image&gt;&lt;/ThreeDShapeInfo&gt;"/>
</p:tagLst>
</file>

<file path=ppt/tags/tag5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AB43FA6-285F-44C3-B05A-273A1BD0D907}_25.png&quot;/&gt;&lt;left val=&quot;586&quot;/&gt;&lt;top val=&quot;289&quot;/&gt;&lt;width val=&quot;36&quot;/&gt;&lt;height val=&quot;34&quot;/&gt;&lt;hasText val=&quot;1&quot;/&gt;&lt;/Image&gt;&lt;/ThreeDShapeInfo&gt;"/>
</p:tagLst>
</file>

<file path=ppt/tags/tag5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B2C7993B-98F7-4B2A-8664-84423A45D11A}_25.png&quot;/&gt;&lt;left val=&quot;582&quot;/&gt;&lt;top val=&quot;224&quot;/&gt;&lt;width val=&quot;38&quot;/&gt;&lt;height val=&quot;34&quot;/&gt;&lt;hasText val=&quot;1&quot;/&gt;&lt;/Image&gt;&lt;/ThreeDShapeInfo&gt;"/>
</p:tagLst>
</file>

<file path=ppt/tags/tag5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B47C109-ACB9-48B2-81A7-058047E146D6}_25.png&quot;/&gt;&lt;left val=&quot;570&quot;/&gt;&lt;top val=&quot;164&quot;/&gt;&lt;width val=&quot;38&quot;/&gt;&lt;height val=&quot;34&quot;/&gt;&lt;hasText val=&quot;1&quot;/&gt;&lt;/Image&gt;&lt;/ThreeDShapeInfo&gt;"/>
</p:tagLst>
</file>

<file path=ppt/tags/tag5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4E8326AD-D436-4109-82D9-9C4740D8B473}_25.png&quot;/&gt;&lt;left val=&quot;663&quot;/&gt;&lt;top val=&quot;164&quot;/&gt;&lt;width val=&quot;38&quot;/&gt;&lt;height val=&quot;34&quot;/&gt;&lt;hasText val=&quot;1&quot;/&gt;&lt;/Image&gt;&lt;/ThreeDShapeInfo&gt;"/>
</p:tagLst>
</file>

<file path=ppt/tags/tag535.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1947083624,C:\Users\sanmi\GoogleDrive\UWMdrive\Courses\ECE552\ece552-lec13_VirtualMemory_pptx\Media.ppcx"/>
</p:tagLst>
</file>

<file path=ppt/tags/tag5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D8723878-5B11-4F43-A0B7-1971EEBDE5BA}_26.png&quot;/&gt;&lt;left val=&quot;35&quot;/&gt;&lt;top val=&quot;21&quot;/&gt;&lt;width val=&quot;588&quot;/&gt;&lt;height val=&quot;98&quot;/&gt;&lt;hasText val=&quot;1&quot;/&gt;&lt;/Image&gt;&lt;/ThreeDShapeInfo&gt;"/>
</p:tagLst>
</file>

<file path=ppt/tags/tag5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3CF9AE4-11D1-4FEE-8886-B42D991432CB}_26.png&quot;/&gt;&lt;left val=&quot;599&quot;/&gt;&lt;top val=&quot;500&quot;/&gt;&lt;width val=&quot;86&quot;/&gt;&lt;height val=&quot;32&quot;/&gt;&lt;hasText val=&quot;1&quot;/&gt;&lt;/Image&gt;&lt;/ThreeDShapeInfo&gt;"/>
</p:tagLst>
</file>

<file path=ppt/tags/tag5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6&quot;/&gt;&lt;lineCharCount val=&quot;25&quot;/&gt;&lt;lineCharCount val=&quot;30&quot;/&gt;&lt;lineCharCount val=&quot;14&quot;/&gt;&lt;lineCharCount val=&quot;31&quot;/&gt;&lt;lineCharCount val=&quot;15&quot;/&gt;&lt;/TableIndex&gt;&lt;/ShapeTextInfo&gt;"/>
  <p:tag name="HTML_SHAPEINFO" val="&lt;ThreeDShapeInfo&gt;&lt;uuid val=&quot;&quot;/&gt;&lt;isInvalidForFieldText val=&quot;0&quot;/&gt;&lt;Image&gt;&lt;filename val=&quot;C:\Users\sanmi\Documents\My Adobe Presentations\ece552-VirtualMemory\data\asimages\{5260B68A-1F71-4449-A8CF-0AA679D2B000}_26.png&quot;/&gt;&lt;left val=&quot;29&quot;/&gt;&lt;top val=&quot;105&quot;/&gt;&lt;width val=&quot;469&quot;/&gt;&lt;height val=&quot;426&quot;/&gt;&lt;hasText val=&quot;1&quot;/&gt;&lt;/Image&gt;&lt;/ThreeDShapeInfo&gt;"/>
</p:tagLst>
</file>

<file path=ppt/tags/tag5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8D8F046B-9B5C-4BFA-9419-FA67ED68C764}_26.png&quot;/&gt;&lt;left val=&quot;563&quot;/&gt;&lt;top val=&quot;116&quot;/&gt;&lt;width val=&quot;96&quot;/&gt;&lt;height val=&quot;49&quot;/&gt;&lt;hasText val=&quot;1&quot;/&gt;&lt;/Image&gt;&lt;/ThreeDShapeInfo&gt;"/>
</p:tagLst>
</file>

<file path=ppt/tags/tag5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76F01C5-53B4-4A02-AC16-D22F15EE23C9}_26.png&quot;/&gt;&lt;left val=&quot;611&quot;/&gt;&lt;top val=&quot;194&quot;/&gt;&lt;width val=&quot;48&quot;/&gt;&lt;height val=&quot;43&quot;/&gt;&lt;hasText val=&quot;1&quot;/&gt;&lt;/Image&gt;&lt;/ThreeDShapeInfo&gt;"/>
</p:tagLst>
</file>

<file path=ppt/tags/tag5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525F189-B0EF-4824-8D33-4A57B0B68324}_26.png&quot;/&gt;&lt;left val=&quot;569&quot;/&gt;&lt;top val=&quot;260&quot;/&gt;&lt;width val=&quot;84&quot;/&gt;&lt;height val=&quot;43&quot;/&gt;&lt;hasText val=&quot;1&quot;/&gt;&lt;/Image&gt;&lt;/ThreeDShapeInfo&gt;"/>
</p:tagLst>
</file>

<file path=ppt/tags/tag5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B1AAB6EF-E071-44B1-A074-A639D356CE7D}_26.png&quot;/&gt;&lt;left val=&quot;551&quot;/&gt;&lt;top val=&quot;332&quot;/&gt;&lt;width val=&quot;120&quot;/&gt;&lt;height val=&quot;67&quot;/&gt;&lt;hasText val=&quot;1&quot;/&gt;&lt;/Image&gt;&lt;/ThreeDShapeInfo&gt;"/>
</p:tagLst>
</file>

<file path=ppt/tags/tag5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DC4F093-CBD6-45C0-940D-02BAFBFBE6B8}_26.png&quot;/&gt;&lt;left val=&quot;563&quot;/&gt;&lt;top val=&quot;194&quot;/&gt;&lt;width val=&quot;48&quot;/&gt;&lt;height val=&quot;43&quot;/&gt;&lt;hasText val=&quot;1&quot;/&gt;&lt;/Image&gt;&lt;/ThreeDShapeInfo&gt;"/>
</p:tagLst>
</file>

<file path=ppt/tags/tag5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91C84E59-1E05-429D-9FAF-95AA58AA6890}_26.png&quot;/&gt;&lt;left val=&quot;519&quot;/&gt;&lt;top val=&quot;194&quot;/&gt;&lt;width val=&quot;54&quot;/&gt;&lt;height val=&quot;43&quot;/&gt;&lt;hasText val=&quot;1&quot;/&gt;&lt;/Image&gt;&lt;/ThreeDShapeInfo&gt;"/>
</p:tagLst>
</file>

<file path=ppt/tags/tag5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A446CB6-7589-469A-A5EF-22BC8058049C}_26.png&quot;/&gt;&lt;left val=&quot;556&quot;/&gt;&lt;top val=&quot;308&quot;/&gt;&lt;width val=&quot;36&quot;/&gt;&lt;height val=&quot;34&quot;/&gt;&lt;hasText val=&quot;1&quot;/&gt;&lt;/Image&gt;&lt;/ThreeDShapeInfo&gt;"/>
</p:tagLst>
</file>

<file path=ppt/tags/tag5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841DFB9-C7A6-4318-A7B8-B77629A34B5B}_26.png&quot;/&gt;&lt;left val=&quot;558&quot;/&gt;&lt;top val=&quot;224&quot;/&gt;&lt;width val=&quot;36&quot;/&gt;&lt;height val=&quot;34&quot;/&gt;&lt;hasText val=&quot;1&quot;/&gt;&lt;/Image&gt;&lt;/ThreeDShapeInfo&gt;"/>
</p:tagLst>
</file>

<file path=ppt/tags/tag5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D18431D-04AB-4DC7-99F0-96C9CF52D6D6}_26.png&quot;/&gt;&lt;left val=&quot;549&quot;/&gt;&lt;top val=&quot;164&quot;/&gt;&lt;width val=&quot;38&quot;/&gt;&lt;height val=&quot;34&quot;/&gt;&lt;hasText val=&quot;1&quot;/&gt;&lt;/Image&gt;&lt;/ThreeDShapeInfo&gt;"/>
</p:tagLst>
</file>

<file path=ppt/tags/tag5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52954E5-0227-4F2C-B6B2-3AD9AAC579EA}_26.png&quot;/&gt;&lt;left val=&quot;633&quot;/&gt;&lt;top val=&quot;164&quot;/&gt;&lt;width val=&quot;38&quot;/&gt;&lt;height val=&quot;34&quot;/&gt;&lt;hasText val=&quot;1&quot;/&gt;&lt;/Image&gt;&lt;/ThreeDShapeInfo&gt;"/>
</p:tagLst>
</file>

<file path=ppt/tags/tag5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B90B90AC-0B05-4363-8EAB-CE36FBC74453}_26.png&quot;/&gt;&lt;left val=&quot;651&quot;/&gt;&lt;top val=&quot;194&quot;/&gt;&lt;width val=&quot;54&quot;/&gt;&lt;height val=&quot;43&quot;/&gt;&lt;hasText val=&quot;1&quot;/&gt;&lt;/Image&gt;&lt;/ThreeDShapeInfo&gt;"/>
</p:tagLst>
</file>

<file path=ppt/tags/tag560.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1947083624,C:\Users\sanmi\GoogleDrive\UWMdrive\Courses\ECE552\ece552-lec13_VirtualMemory_pptx\Media.ppcx"/>
</p:tagLst>
</file>

<file path=ppt/tags/tag5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7E25BAF1-D00E-4FE3-A97D-1845AE0AD8EB}_27.png&quot;/&gt;&lt;left val=&quot;35&quot;/&gt;&lt;top val=&quot;21&quot;/&gt;&lt;width val=&quot;588&quot;/&gt;&lt;height val=&quot;98&quot;/&gt;&lt;hasText val=&quot;1&quot;/&gt;&lt;/Image&gt;&lt;/ThreeDShapeInfo&gt;"/>
</p:tagLst>
</file>

<file path=ppt/tags/tag5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36AB3DBB-F76F-41F3-9869-8C6DD127A11C}_27.png&quot;/&gt;&lt;left val=&quot;599&quot;/&gt;&lt;top val=&quot;500&quot;/&gt;&lt;width val=&quot;86&quot;/&gt;&lt;height val=&quot;32&quot;/&gt;&lt;hasText val=&quot;1&quot;/&gt;&lt;/Image&gt;&lt;/ThreeDShapeInfo&gt;"/>
</p:tagLst>
</file>

<file path=ppt/tags/tag5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34&quot;/&gt;&lt;lineCharCount val=&quot;8&quot;/&gt;&lt;lineCharCount val=&quot;35&quot;/&gt;&lt;lineCharCount val=&quot;26&quot;/&gt;&lt;lineCharCount val=&quot;23&quot;/&gt;&lt;lineCharCount val=&quot;34&quot;/&gt;&lt;lineCharCount val=&quot;31&quot;/&gt;&lt;lineCharCount val=&quot;31&quot;/&gt;&lt;/TableIndex&gt;&lt;/ShapeTextInfo&gt;"/>
  <p:tag name="HTML_SHAPEINFO" val="&lt;ThreeDShapeInfo&gt;&lt;uuid val=&quot;&quot;/&gt;&lt;isInvalidForFieldText val=&quot;0&quot;/&gt;&lt;Image&gt;&lt;filename val=&quot;C:\Users\sanmi\Documents\My Adobe Presentations\ece552-VirtualMemory\data\asimages\{B209C357-8A6C-4717-9BDA-48D9DB22AED9}_27.png&quot;/&gt;&lt;left val=&quot;31&quot;/&gt;&lt;top val=&quot;105&quot;/&gt;&lt;width val=&quot;483&quot;/&gt;&lt;height val=&quot;426&quot;/&gt;&lt;hasText val=&quot;1&quot;/&gt;&lt;/Image&gt;&lt;/ThreeDShapeInfo&gt;"/>
</p:tagLst>
</file>

<file path=ppt/tags/tag5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F0BCDB69-7C3C-4EB8-A481-C6959B22D76E}_27.png&quot;/&gt;&lt;left val=&quot;563&quot;/&gt;&lt;top val=&quot;116&quot;/&gt;&lt;width val=&quot;96&quot;/&gt;&lt;height val=&quot;49&quot;/&gt;&lt;hasText val=&quot;1&quot;/&gt;&lt;/Image&gt;&lt;/ThreeDShapeInfo&gt;"/>
</p:tagLst>
</file>

<file path=ppt/tags/tag5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C83BAA8-2640-4D3A-9647-B5D14E2FA142}_27.png&quot;/&gt;&lt;left val=&quot;611&quot;/&gt;&lt;top val=&quot;194&quot;/&gt;&lt;width val=&quot;48&quot;/&gt;&lt;height val=&quot;43&quot;/&gt;&lt;hasText val=&quot;1&quot;/&gt;&lt;/Image&gt;&lt;/ThreeDShapeInfo&gt;"/>
</p:tagLst>
</file>

<file path=ppt/tags/tag5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B43B465A-EEEA-494A-8882-737F6030C561}_27.png&quot;/&gt;&lt;left val=&quot;569&quot;/&gt;&lt;top val=&quot;260&quot;/&gt;&lt;width val=&quot;84&quot;/&gt;&lt;height val=&quot;43&quot;/&gt;&lt;hasText val=&quot;1&quot;/&gt;&lt;/Image&gt;&lt;/ThreeDShapeInfo&gt;"/>
</p:tagLst>
</file>

<file path=ppt/tags/tag5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6&quot;/&gt;&lt;/TableIndex&gt;&lt;/ShapeTextInfo&gt;"/>
  <p:tag name="HTML_SHAPEINFO" val="&lt;ThreeDShapeInfo&gt;&lt;uuid val=&quot;&quot;/&gt;&lt;isInvalidForFieldText val=&quot;0&quot;/&gt;&lt;Image&gt;&lt;filename val=&quot;C:\Users\sanmi\Documents\My Adobe Presentations\ece552-VirtualMemory\data\asimages\{D5885A2D-6559-42EE-894D-684F931AFE7D}_27.png&quot;/&gt;&lt;left val=&quot;551&quot;/&gt;&lt;top val=&quot;332&quot;/&gt;&lt;width val=&quot;120&quot;/&gt;&lt;height val=&quot;67&quot;/&gt;&lt;hasText val=&quot;1&quot;/&gt;&lt;/Image&gt;&lt;/ThreeDShapeInfo&gt;"/>
</p:tagLst>
</file>

<file path=ppt/tags/tag5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4761FCF1-06EB-47E8-A207-680D0E3B0349}_27.png&quot;/&gt;&lt;left val=&quot;563&quot;/&gt;&lt;top val=&quot;194&quot;/&gt;&lt;width val=&quot;48&quot;/&gt;&lt;height val=&quot;43&quot;/&gt;&lt;hasText val=&quot;1&quot;/&gt;&lt;/Image&gt;&lt;/ThreeDShapeInfo&gt;"/>
</p:tagLst>
</file>

<file path=ppt/tags/tag5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A22374A2-A423-4AD0-8D72-38DC1B283DFF}_27.png&quot;/&gt;&lt;left val=&quot;519&quot;/&gt;&lt;top val=&quot;194&quot;/&gt;&lt;width val=&quot;54&quot;/&gt;&lt;height val=&quot;43&quot;/&gt;&lt;hasText val=&quot;1&quot;/&gt;&lt;/Image&gt;&lt;/ThreeDShapeInfo&gt;"/>
</p:tagLst>
</file>

<file path=ppt/tags/tag5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4E8C110-0ABA-4093-B10E-CDC353202010}_27.png&quot;/&gt;&lt;left val=&quot;556&quot;/&gt;&lt;top val=&quot;308&quot;/&gt;&lt;width val=&quot;36&quot;/&gt;&lt;height val=&quot;34&quot;/&gt;&lt;hasText val=&quot;1&quot;/&gt;&lt;/Image&gt;&lt;/ThreeDShapeInfo&gt;"/>
</p:tagLst>
</file>

<file path=ppt/tags/tag5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CDE11F5-5944-41F1-BA23-DA5232A83F80}_27.png&quot;/&gt;&lt;left val=&quot;558&quot;/&gt;&lt;top val=&quot;224&quot;/&gt;&lt;width val=&quot;36&quot;/&gt;&lt;height val=&quot;34&quot;/&gt;&lt;hasText val=&quot;1&quot;/&gt;&lt;/Image&gt;&lt;/ThreeDShapeInfo&gt;"/>
</p:tagLst>
</file>

<file path=ppt/tags/tag5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BE979030-B007-47F2-8EB1-7BF54A66B48A}_27.png&quot;/&gt;&lt;left val=&quot;549&quot;/&gt;&lt;top val=&quot;164&quot;/&gt;&lt;width val=&quot;38&quot;/&gt;&lt;height val=&quot;34&quot;/&gt;&lt;hasText val=&quot;1&quot;/&gt;&lt;/Image&gt;&lt;/ThreeDShapeInfo&gt;"/>
</p:tagLst>
</file>

<file path=ppt/tags/tag5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F3D0BED2-08A3-49C0-913E-97C9451561C7}_27.png&quot;/&gt;&lt;left val=&quot;633&quot;/&gt;&lt;top val=&quot;164&quot;/&gt;&lt;width val=&quot;38&quot;/&gt;&lt;height val=&quot;34&quot;/&gt;&lt;hasText val=&quot;1&quot;/&gt;&lt;/Image&gt;&lt;/ThreeDShapeInfo&gt;"/>
</p:tagLst>
</file>

<file path=ppt/tags/tag5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8F096190-5D93-4BF2-A39F-5176CD50E08D}_27.png&quot;/&gt;&lt;left val=&quot;651&quot;/&gt;&lt;top val=&quot;194&quot;/&gt;&lt;width val=&quot;54&quot;/&gt;&lt;height val=&quot;43&quot;/&gt;&lt;hasText val=&quot;1&quot;/&gt;&lt;/Image&gt;&lt;/ThreeDShapeInfo&gt;"/>
</p:tagLst>
</file>

<file path=ppt/tags/tag585.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1947083624,C:\Users\sanmi\GoogleDrive\UWMdrive\Courses\ECE552\ece552-lec13_VirtualMemory_pptx\Media.ppcx"/>
</p:tagLst>
</file>

<file path=ppt/tags/tag5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0EB677AF-660B-4479-A8C0-DE7D0BEDF069}_28.png&quot;/&gt;&lt;left val=&quot;35&quot;/&gt;&lt;top val=&quot;21&quot;/&gt;&lt;width val=&quot;588&quot;/&gt;&lt;height val=&quot;98&quot;/&gt;&lt;hasText val=&quot;1&quot;/&gt;&lt;/Image&gt;&lt;/ThreeDShapeInfo&gt;"/>
</p:tagLst>
</file>

<file path=ppt/tags/tag5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293EA717-005B-4527-89D2-E9BCF61A6436}_28.png&quot;/&gt;&lt;left val=&quot;599&quot;/&gt;&lt;top val=&quot;500&quot;/&gt;&lt;width val=&quot;86&quot;/&gt;&lt;height val=&quot;32&quot;/&gt;&lt;hasText val=&quot;1&quot;/&gt;&lt;/Image&gt;&lt;/ThreeDShapeInfo&gt;"/>
</p:tagLst>
</file>

<file path=ppt/tags/tag5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1&quot;/&gt;&lt;lineCharCount val=&quot;34&quot;/&gt;&lt;lineCharCount val=&quot;31&quot;/&gt;&lt;lineCharCount val=&quot;37&quot;/&gt;&lt;lineCharCount val=&quot;21&quot;/&gt;&lt;/TableIndex&gt;&lt;/ShapeTextInfo&gt;"/>
  <p:tag name="HTML_SHAPEINFO" val="&lt;ThreeDShapeInfo&gt;&lt;uuid val=&quot;&quot;/&gt;&lt;isInvalidForFieldText val=&quot;0&quot;/&gt;&lt;Image&gt;&lt;filename val=&quot;C:\Users\sanmi\Documents\My Adobe Presentations\ece552-VirtualMemory\data\asimages\{252A5908-9C3C-425A-99BF-70D6FA505255}_28.png&quot;/&gt;&lt;left val=&quot;29&quot;/&gt;&lt;top val=&quot;105&quot;/&gt;&lt;width val=&quot;492&quot;/&gt;&lt;height val=&quot;286&quot;/&gt;&lt;hasText val=&quot;1&quot;/&gt;&lt;/Image&gt;&lt;/ThreeDShapeInfo&gt;"/>
</p:tagLst>
</file>

<file path=ppt/tags/tag5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B49F69E7-831B-496E-8405-8DC6A6948500}&quot;/&gt;&lt;isInvalidForFieldText val=&quot;1&quot;/&gt;&lt;Image&gt;&lt;filename val=&quot;C:\Users\sanmi\Documents\My Adobe Presentations\ece552-VirtualMemory\data\asimages\{B49F69E7-831B-496E-8405-8DC6A6948500}_28_S.png&quot;/&gt;&lt;left val=&quot;400&quot;/&gt;&lt;top val=&quot;402&quot;/&gt;&lt;width val=&quot;14&quot;/&gt;&lt;height val=&quot;27&quot;/&gt;&lt;hasText val=&quot;0&quot;/&gt;&lt;/Image&gt;&lt;Image&gt;&lt;filename val=&quot;C:\Users\sanmi\Documents\My Adobe Presentations\ece552-VirtualMemory\data\asimages\{B49F69E7-831B-496E-8405-8DC6A6948500}_28_T.png&quot;/&gt;&lt;left val=&quot;400&quot;/&gt;&lt;top val=&quot;402&quot;/&gt;&lt;width val=&quot;13&quot;/&gt;&lt;height val=&quot;26&quot;/&gt;&lt;hasText val=&quot;1&quot;/&gt;&lt;/Image&gt;&lt;/ThreeDShapeInfo&gt;"/>
</p:tagLst>
</file>

<file path=ppt/tags/tag5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08B2F9F-0D31-40D4-A714-0177C93012DB}&quot;/&gt;&lt;isInvalidForFieldText val=&quot;1&quot;/&gt;&lt;Image&gt;&lt;filename val=&quot;C:\Users\sanmi\Documents\My Adobe Presentations\ece552-VirtualMemory\data\asimages\{408B2F9F-0D31-40D4-A714-0177C93012DB}_28_S.png&quot;/&gt;&lt;left val=&quot;387&quot;/&gt;&lt;top val=&quot;402&quot;/&gt;&lt;width val=&quot;14&quot;/&gt;&lt;height val=&quot;27&quot;/&gt;&lt;hasText val=&quot;0&quot;/&gt;&lt;/Image&gt;&lt;Image&gt;&lt;filename val=&quot;C:\Users\sanmi\Documents\My Adobe Presentations\ece552-VirtualMemory\data\asimages\{408B2F9F-0D31-40D4-A714-0177C93012DB}_28_T.png&quot;/&gt;&lt;left val=&quot;388&quot;/&gt;&lt;top val=&quot;402&quot;/&gt;&lt;width val=&quot;13&quot;/&gt;&lt;height val=&quot;26&quot;/&gt;&lt;hasText val=&quot;1&quot;/&gt;&lt;/Image&gt;&lt;/ThreeDShapeInfo&gt;"/>
</p:tagLst>
</file>

<file path=ppt/tags/tag5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EC4AB58-FBCF-41F4-8CC6-31D6D335F889}&quot;/&gt;&lt;isInvalidForFieldText val=&quot;1&quot;/&gt;&lt;Image&gt;&lt;filename val=&quot;C:\Users\sanmi\Documents\My Adobe Presentations\ece552-VirtualMemory\data\asimages\{FEC4AB58-FBCF-41F4-8CC6-31D6D335F889}_28_S.png&quot;/&gt;&lt;left val=&quot;400&quot;/&gt;&lt;top val=&quot;402&quot;/&gt;&lt;width val=&quot;14&quot;/&gt;&lt;height val=&quot;8&quot;/&gt;&lt;hasText val=&quot;0&quot;/&gt;&lt;/Image&gt;&lt;Image&gt;&lt;filename val=&quot;C:\Users\sanmi\Documents\My Adobe Presentations\ece552-VirtualMemory\data\asimages\{FEC4AB58-FBCF-41F4-8CC6-31D6D335F889}_28_T.png&quot;/&gt;&lt;left val=&quot;400&quot;/&gt;&lt;top val=&quot;402&quot;/&gt;&lt;width val=&quot;13&quot;/&gt;&lt;height val=&quot;6&quot;/&gt;&lt;hasText val=&quot;1&quot;/&gt;&lt;/Image&gt;&lt;/ThreeDShapeInfo&gt;"/>
</p:tagLst>
</file>

<file path=ppt/tags/tag5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4D33C71-FD77-4AC8-9F3B-8918AF5DD7EF}&quot;/&gt;&lt;isInvalidForFieldText val=&quot;1&quot;/&gt;&lt;Image&gt;&lt;filename val=&quot;C:\Users\sanmi\Documents\My Adobe Presentations\ece552-VirtualMemory\data\asimages\{74D33C71-FD77-4AC8-9F3B-8918AF5DD7EF}_28_S.png&quot;/&gt;&lt;left val=&quot;387&quot;/&gt;&lt;top val=&quot;402&quot;/&gt;&lt;width val=&quot;14&quot;/&gt;&lt;height val=&quot;8&quot;/&gt;&lt;hasText val=&quot;0&quot;/&gt;&lt;/Image&gt;&lt;Image&gt;&lt;filename val=&quot;C:\Users\sanmi\Documents\My Adobe Presentations\ece552-VirtualMemory\data\asimages\{74D33C71-FD77-4AC8-9F3B-8918AF5DD7EF}_28_T.png&quot;/&gt;&lt;left val=&quot;388&quot;/&gt;&lt;top val=&quot;402&quot;/&gt;&lt;width val=&quot;13&quot;/&gt;&lt;height val=&quot;6&quot;/&gt;&lt;hasText val=&quot;1&quot;/&gt;&lt;/Image&gt;&lt;/ThreeDShapeInfo&gt;"/>
</p:tagLst>
</file>

<file path=ppt/tags/tag5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BABAE92-52CA-494D-B5FE-C6F20268A99C}&quot;/&gt;&lt;isInvalidForFieldText val=&quot;1&quot;/&gt;&lt;Image&gt;&lt;filename val=&quot;C:\Users\sanmi\Documents\My Adobe Presentations\ece552-VirtualMemory\data\asimages\{4BABAE92-52CA-494D-B5FE-C6F20268A99C}_28_S.png&quot;/&gt;&lt;left val=&quot;627&quot;/&gt;&lt;top val=&quot;203&quot;/&gt;&lt;width val=&quot;15&quot;/&gt;&lt;height val=&quot;171&quot;/&gt;&lt;hasText val=&quot;0&quot;/&gt;&lt;/Image&gt;&lt;Image&gt;&lt;filename val=&quot;C:\Users\sanmi\Documents\My Adobe Presentations\ece552-VirtualMemory\data\asimages\{4BABAE92-52CA-494D-B5FE-C6F20268A99C}_28_T.png&quot;/&gt;&lt;left val=&quot;628&quot;/&gt;&lt;top val=&quot;204&quot;/&gt;&lt;width val=&quot;12&quot;/&gt;&lt;height val=&quot;168&quot;/&gt;&lt;hasText val=&quot;1&quot;/&gt;&lt;/Image&gt;&lt;/ThreeDShapeInfo&gt;"/>
</p:tagLst>
</file>

<file path=ppt/tags/tag5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12A7B781-6138-49A5-A447-21DF2FCBA009}_28.png&quot;/&gt;&lt;left val=&quot;646&quot;/&gt;&lt;top val=&quot;499&quot;/&gt;&lt;width val=&quot;61&quot;/&gt;&lt;height val=&quot;43&quot;/&gt;&lt;hasText val=&quot;1&quot;/&gt;&lt;/Image&gt;&lt;/ThreeDShapeInfo&gt;"/>
</p:tagLst>
</file>

<file path=ppt/tags/tag5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46C78FD6-DAF3-42C1-B5EE-AD03375F6893}_28.png&quot;/&gt;&lt;left val=&quot;602&quot;/&gt;&lt;top val=&quot;373&quot;/&gt;&lt;width val=&quot;69&quot;/&gt;&lt;height val=&quot;43&quot;/&gt;&lt;hasText val=&quot;1&quot;/&gt;&lt;/Image&gt;&lt;/ThreeDShapeInfo&gt;"/>
</p:tagLst>
</file>

<file path=ppt/tags/tag5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FE193F5-6F22-46E2-AEF5-43279B427674}_28.png&quot;/&gt;&lt;left val=&quot;520&quot;/&gt;&lt;top val=&quot;402&quot;/&gt;&lt;width val=&quot;48&quot;/&gt;&lt;height val=&quot;43&quot;/&gt;&lt;hasText val=&quot;1&quot;/&gt;&lt;/Image&gt;&lt;/ThreeDShapeInfo&gt;"/>
</p:tagLst>
</file>

<file path=ppt/tags/tag6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73D5ADB7-3756-4AD9-9577-E6933AAFDE5C}_28.png&quot;/&gt;&lt;left val=&quot;652&quot;/&gt;&lt;top val=&quot;201&quot;/&gt;&lt;width val=&quot;48&quot;/&gt;&lt;height val=&quot;34&quot;/&gt;&lt;hasText val=&quot;1&quot;/&gt;&lt;/Image&gt;&lt;/ThreeDShapeInfo&gt;"/>
</p:tagLst>
</file>

<file path=ppt/tags/tag6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A2491FF9-3EAE-44FE-91C2-42D6347EE021}_28.png&quot;/&gt;&lt;left val=&quot;652&quot;/&gt;&lt;top val=&quot;225&quot;/&gt;&lt;width val=&quot;48&quot;/&gt;&lt;height val=&quot;34&quot;/&gt;&lt;hasText val=&quot;1&quot;/&gt;&lt;/Image&gt;&lt;/ThreeDShapeInfo&gt;"/>
</p:tagLst>
</file>

<file path=ppt/tags/tag6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6A0845E-D99C-4DAF-A6D1-A9FD8FFF0D2E}&quot;/&gt;&lt;isInvalidForFieldText val=&quot;1&quot;/&gt;&lt;Image&gt;&lt;filename val=&quot;C:\Users\sanmi\Documents\My Adobe Presentations\ece552-VirtualMemory\data\asimages\{16A0845E-D99C-4DAF-A6D1-A9FD8FFF0D2E}_28_S.png&quot;/&gt;&lt;left val=&quot;607&quot;/&gt;&lt;top val=&quot;278&quot;/&gt;&lt;width val=&quot;31&quot;/&gt;&lt;height val=&quot;109&quot;/&gt;&lt;hasText val=&quot;0&quot;/&gt;&lt;/Image&gt;&lt;Image&gt;&lt;filename val=&quot;C:\Users\sanmi\Documents\My Adobe Presentations\ece552-VirtualMemory\data\asimages\{16A0845E-D99C-4DAF-A6D1-A9FD8FFF0D2E}_28_T.png&quot;/&gt;&lt;left val=&quot;609&quot;/&gt;&lt;top val=&quot;288&quot;/&gt;&lt;width val=&quot;20&quot;/&gt;&lt;height val=&quot;99&quot;/&gt;&lt;hasText val=&quot;1&quot;/&gt;&lt;/Image&gt;&lt;/ThreeDShapeInfo&gt;"/>
</p:tagLst>
</file>

<file path=ppt/tags/tag6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CCD26E4C-02E6-4621-81D7-097760E34E03}&quot;/&gt;&lt;isInvalidForFieldText val=&quot;1&quot;/&gt;&lt;Image&gt;&lt;filename val=&quot;C:\Users\sanmi\Documents\My Adobe Presentations\ece552-VirtualMemory\data\asimages\{CCD26E4C-02E6-4621-81D7-097760E34E03}_28_S.png&quot;/&gt;&lt;left val=&quot;579&quot;/&gt;&lt;top val=&quot;203&quot;/&gt;&lt;width val=&quot;15&quot;/&gt;&lt;height val=&quot;171&quot;/&gt;&lt;hasText val=&quot;0&quot;/&gt;&lt;/Image&gt;&lt;Image&gt;&lt;filename val=&quot;C:\Users\sanmi\Documents\My Adobe Presentations\ece552-VirtualMemory\data\asimages\{CCD26E4C-02E6-4621-81D7-097760E34E03}_28_T.png&quot;/&gt;&lt;left val=&quot;580&quot;/&gt;&lt;top val=&quot;204&quot;/&gt;&lt;width val=&quot;12&quot;/&gt;&lt;height val=&quot;168&quot;/&gt;&lt;hasText val=&quot;1&quot;/&gt;&lt;/Image&gt;&lt;/ThreeDShapeInfo&gt;"/>
</p:tagLst>
</file>

<file path=ppt/tags/tag6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A03D8CCD-DF98-4E31-BB23-C9EE2A61BAEF}_28.png&quot;/&gt;&lt;left val=&quot;334&quot;/&gt;&lt;top val=&quot;342&quot;/&gt;&lt;width val=&quot;48&quot;/&gt;&lt;height val=&quot;43&quot;/&gt;&lt;hasText val=&quot;1&quot;/&gt;&lt;/Image&gt;&lt;/ThreeDShapeInfo&gt;"/>
</p:tagLst>
</file>

<file path=ppt/tags/tag6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E0BEA55-5016-4F02-A462-4B1A006E2448}_28.png&quot;/&gt;&lt;left val=&quot;334&quot;/&gt;&lt;top val=&quot;294&quot;/&gt;&lt;width val=&quot;48&quot;/&gt;&lt;height val=&quot;43&quot;/&gt;&lt;hasText val=&quot;1&quot;/&gt;&lt;/Image&gt;&lt;/ThreeDShapeInfo&gt;"/>
</p:tagLst>
</file>

<file path=ppt/tags/tag6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1E8E4B7-1F43-49E9-A94B-2CD0447E96ED}_28.png&quot;/&gt;&lt;left val=&quot;334&quot;/&gt;&lt;top val=&quot;270&quot;/&gt;&lt;width val=&quot;48&quot;/&gt;&lt;height val=&quot;43&quot;/&gt;&lt;hasText val=&quot;1&quot;/&gt;&lt;/Image&gt;&lt;/ThreeDShapeInfo&gt;"/>
</p:tagLst>
</file>

<file path=ppt/tags/tag6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06837E56-52F0-40E6-A79E-021BB6E8D089}&quot;/&gt;&lt;isInvalidForFieldText val=&quot;1&quot;/&gt;&lt;Image&gt;&lt;filename val=&quot;C:\Users\sanmi\Documents\My Adobe Presentations\ece552-VirtualMemory\data\asimages\{06837E56-52F0-40E6-A79E-021BB6E8D089}_28_S.png&quot;/&gt;&lt;left val=&quot;441&quot;/&gt;&lt;top val=&quot;372&quot;/&gt;&lt;width val=&quot;105&quot;/&gt;&lt;height val=&quot;43&quot;/&gt;&lt;hasText val=&quot;0&quot;/&gt;&lt;/Image&gt;&lt;Image&gt;&lt;filename val=&quot;C:\Users\sanmi\Documents\My Adobe Presentations\ece552-VirtualMemory\data\asimages\{06837E56-52F0-40E6-A79E-021BB6E8D089}_28_T.png&quot;/&gt;&lt;left val=&quot;442&quot;/&gt;&lt;top val=&quot;372&quot;/&gt;&lt;width val=&quot;96&quot;/&gt;&lt;height val=&quot;36&quot;/&gt;&lt;hasText val=&quot;1&quot;/&gt;&lt;/Image&gt;&lt;/ThreeDShapeInfo&gt;"/>
</p:tagLst>
</file>

<file path=ppt/tags/tag6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7C4BB2A6-0297-4B44-956B-CB9463B912E0}_28.png&quot;/&gt;&lt;left val=&quot;604&quot;/&gt;&lt;top val=&quot;453&quot;/&gt;&lt;width val=&quot;72&quot;/&gt;&lt;height val=&quot;43&quot;/&gt;&lt;hasText val=&quot;1&quot;/&gt;&lt;/Image&gt;&lt;/ThreeDShapeInfo&gt;"/>
</p:tagLst>
</file>

<file path=ppt/tags/tag6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068C35F4-4029-439B-98F6-7BDDC54ED7A7}_28.png&quot;/&gt;&lt;left val=&quot;426&quot;/&gt;&lt;top val=&quot;411&quot;/&gt;&lt;width val=&quot;54&quot;/&gt;&lt;height val=&quot;43&quot;/&gt;&lt;hasText val=&quot;1&quot;/&gt;&lt;/Image&gt;&lt;/ThreeDShapeInfo&gt;"/>
</p:tagLst>
</file>

<file path=ppt/tags/tag6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3353244F-2D91-4134-8BFC-4BEDA85441D8}&quot;/&gt;&lt;isInvalidForFieldText val=&quot;1&quot;/&gt;&lt;Image&gt;&lt;filename val=&quot;C:\Users\sanmi\Documents\My Adobe Presentations\ece552-VirtualMemory\data\asimages\{3353244F-2D91-4134-8BFC-4BEDA85441D8}_28_S.png&quot;/&gt;&lt;left val=&quot;582&quot;/&gt;&lt;top val=&quot;278&quot;/&gt;&lt;width val=&quot;27&quot;/&gt;&lt;height val=&quot;107&quot;/&gt;&lt;hasText val=&quot;0&quot;/&gt;&lt;/Image&gt;&lt;Image&gt;&lt;filename val=&quot;C:\Users\sanmi\Documents\My Adobe Presentations\ece552-VirtualMemory\data\asimages\{3353244F-2D91-4134-8BFC-4BEDA85441D8}_28_T.png&quot;/&gt;&lt;left val=&quot;592&quot;/&gt;&lt;top val=&quot;288&quot;/&gt;&lt;width val=&quot;16&quot;/&gt;&lt;height val=&quot;96&quot;/&gt;&lt;hasText val=&quot;1&quot;/&gt;&lt;/Image&gt;&lt;/ThreeDShapeInfo&gt;"/>
</p:tagLst>
</file>

<file path=ppt/tags/tag6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BD52E63-C91B-4A0C-A77F-F73830DF9FBC}&quot;/&gt;&lt;isInvalidForFieldText val=&quot;1&quot;/&gt;&lt;Image&gt;&lt;filename val=&quot;C:\Users\sanmi\Documents\My Adobe Presentations\ece552-VirtualMemory\data\asimages\{ABD52E63-C91B-4A0C-A77F-F73830DF9FBC}_28_S.png&quot;/&gt;&lt;left val=&quot;651&quot;/&gt;&lt;top val=&quot;371&quot;/&gt;&lt;width val=&quot;51&quot;/&gt;&lt;height val=&quot;13&quot;/&gt;&lt;hasText val=&quot;0&quot;/&gt;&lt;/Image&gt;&lt;Image&gt;&lt;filename val=&quot;C:\Users\sanmi\Documents\My Adobe Presentations\ece552-VirtualMemory\data\asimages\{ABD52E63-C91B-4A0C-A77F-F73830DF9FBC}_28_T.png&quot;/&gt;&lt;left val=&quot;652&quot;/&gt;&lt;top val=&quot;372&quot;/&gt;&lt;width val=&quot;48&quot;/&gt;&lt;height val=&quot;11&quot;/&gt;&lt;hasText val=&quot;1&quot;/&gt;&lt;/Image&gt;&lt;/ThreeDShapeInfo&gt;"/>
</p:tagLst>
</file>

<file path=ppt/tags/tag6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D2722DB6-CCF8-4C18-90D2-85544D823AF6}_28.png&quot;/&gt;&lt;left val=&quot;124&quot;/&gt;&lt;top val=&quot;452&quot;/&gt;&lt;width val=&quot;124&quot;/&gt;&lt;height val=&quot;43&quot;/&gt;&lt;hasText val=&quot;1&quot;/&gt;&lt;/Image&gt;&lt;/ThreeDShapeInfo&gt;"/>
</p:tagLst>
</file>

<file path=ppt/tags/tag6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500C6DDE-BFDC-479B-A9C9-226A57449E96}_28.png&quot;/&gt;&lt;left val=&quot;107&quot;/&gt;&lt;top val=&quot;476&quot;/&gt;&lt;width val=&quot;142&quot;/&gt;&lt;height val=&quot;43&quot;/&gt;&lt;hasText val=&quot;1&quot;/&gt;&lt;/Image&gt;&lt;/ThreeDShapeInfo&gt;"/>
</p:tagLst>
</file>

<file path=ppt/tags/tag6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27421B0-AFF5-40CB-BF83-9B867B53EC60}_28.png&quot;/&gt;&lt;left val=&quot;336&quot;/&gt;&lt;top val=&quot;501&quot;/&gt;&lt;width val=&quot;47&quot;/&gt;&lt;height val=&quot;43&quot;/&gt;&lt;hasText val=&quot;1&quot;/&gt;&lt;/Image&gt;&lt;/ThreeDShapeInfo&gt;"/>
</p:tagLst>
</file>

<file path=ppt/tags/tag6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E631F056-E51F-4F4B-AEAA-5BDEC1956959}_28.png&quot;/&gt;&lt;left val=&quot;498&quot;/&gt;&lt;top val=&quot;374&quot;/&gt;&lt;width val=&quot;50&quot;/&gt;&lt;height val=&quot;43&quot;/&gt;&lt;hasText val=&quot;1&quot;/&gt;&lt;/Image&gt;&lt;/ThreeDShapeInfo&gt;"/>
</p:tagLst>
</file>

<file path=ppt/tags/tag6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C18E7138-4776-47FF-9897-E34D47939AB6}&quot;/&gt;&lt;isInvalidForFieldText val=&quot;1&quot;/&gt;&lt;Image&gt;&lt;filename val=&quot;C:\Users\sanmi\Documents\My Adobe Presentations\ece552-VirtualMemory\data\asimages\{C18E7138-4776-47FF-9897-E34D47939AB6}_28_S.png&quot;/&gt;&lt;left val=&quot;373&quot;/&gt;&lt;top val=&quot;379&quot;/&gt;&lt;width val=&quot;237&quot;/&gt;&lt;height val=&quot;141&quot;/&gt;&lt;hasText val=&quot;0&quot;/&gt;&lt;/Image&gt;&lt;Image&gt;&lt;filename val=&quot;C:\Users\sanmi\Documents\My Adobe Presentations\ece552-VirtualMemory\data\asimages\{C18E7138-4776-47FF-9897-E34D47939AB6}_28_T.png&quot;/&gt;&lt;left val=&quot;373&quot;/&gt;&lt;top val=&quot;379&quot;/&gt;&lt;width val=&quot;236&quot;/&gt;&lt;height val=&quot;139&quot;/&gt;&lt;hasText val=&quot;1&quot;/&gt;&lt;/Image&gt;&lt;/ThreeDShapeInfo&gt;"/>
</p:tagLst>
</file>

<file path=ppt/tags/tag6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1.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1947083624,C:\Users\sanmi\GoogleDrive\UWMdrive\Courses\ECE552\ece552-lec13_VirtualMemory_pptx\Media.ppcx"/>
</p:tagLst>
</file>

<file path=ppt/tags/tag6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2DDDBB5B-D4CC-4347-8C18-6BC5B8057D6F}_29.png&quot;/&gt;&lt;left val=&quot;35&quot;/&gt;&lt;top val=&quot;21&quot;/&gt;&lt;width val=&quot;588&quot;/&gt;&lt;height val=&quot;98&quot;/&gt;&lt;hasText val=&quot;1&quot;/&gt;&lt;/Image&gt;&lt;/ThreeDShapeInfo&gt;"/>
</p:tagLst>
</file>

<file path=ppt/tags/tag6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82B50139-B4D0-41CE-9234-5C5FD2C59ABA}_29.png&quot;/&gt;&lt;left val=&quot;599&quot;/&gt;&lt;top val=&quot;500&quot;/&gt;&lt;width val=&quot;86&quot;/&gt;&lt;height val=&quot;32&quot;/&gt;&lt;hasText val=&quot;1&quot;/&gt;&lt;/Image&gt;&lt;/ThreeDShapeInfo&gt;"/>
</p:tagLst>
</file>

<file path=ppt/tags/tag6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CDB5AD30-52AF-48E3-90B7-8821499E3B02}&quot;/&gt;&lt;isInvalidForFieldText val=&quot;1&quot;/&gt;&lt;Image&gt;&lt;filename val=&quot;C:\Users\sanmi\Documents\My Adobe Presentations\ece552-VirtualMemory\data\asimages\{CDB5AD30-52AF-48E3-90B7-8821499E3B02}_29_S.png&quot;/&gt;&lt;left val=&quot;400&quot;/&gt;&lt;top val=&quot;402&quot;/&gt;&lt;width val=&quot;14&quot;/&gt;&lt;height val=&quot;27&quot;/&gt;&lt;hasText val=&quot;0&quot;/&gt;&lt;/Image&gt;&lt;Image&gt;&lt;filename val=&quot;C:\Users\sanmi\Documents\My Adobe Presentations\ece552-VirtualMemory\data\asimages\{CDB5AD30-52AF-48E3-90B7-8821499E3B02}_29_T.png&quot;/&gt;&lt;left val=&quot;400&quot;/&gt;&lt;top val=&quot;402&quot;/&gt;&lt;width val=&quot;13&quot;/&gt;&lt;height val=&quot;26&quot;/&gt;&lt;hasText val=&quot;1&quot;/&gt;&lt;/Image&gt;&lt;/ThreeDShapeInfo&gt;"/>
</p:tagLst>
</file>

<file path=ppt/tags/tag6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798B772-93CD-4FD6-8C52-9C49C1AB4E87}&quot;/&gt;&lt;isInvalidForFieldText val=&quot;1&quot;/&gt;&lt;Image&gt;&lt;filename val=&quot;C:\Users\sanmi\Documents\My Adobe Presentations\ece552-VirtualMemory\data\asimages\{A798B772-93CD-4FD6-8C52-9C49C1AB4E87}_29_S.png&quot;/&gt;&lt;left val=&quot;387&quot;/&gt;&lt;top val=&quot;402&quot;/&gt;&lt;width val=&quot;14&quot;/&gt;&lt;height val=&quot;27&quot;/&gt;&lt;hasText val=&quot;0&quot;/&gt;&lt;/Image&gt;&lt;Image&gt;&lt;filename val=&quot;C:\Users\sanmi\Documents\My Adobe Presentations\ece552-VirtualMemory\data\asimages\{A798B772-93CD-4FD6-8C52-9C49C1AB4E87}_29_T.png&quot;/&gt;&lt;left val=&quot;388&quot;/&gt;&lt;top val=&quot;402&quot;/&gt;&lt;width val=&quot;13&quot;/&gt;&lt;height val=&quot;26&quot;/&gt;&lt;hasText val=&quot;1&quot;/&gt;&lt;/Image&gt;&lt;/ThreeDShapeInfo&gt;"/>
</p:tagLst>
</file>

<file path=ppt/tags/tag6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B703F9DE-F7D6-480B-A578-ED0656CD124A}&quot;/&gt;&lt;isInvalidForFieldText val=&quot;1&quot;/&gt;&lt;Image&gt;&lt;filename val=&quot;C:\Users\sanmi\Documents\My Adobe Presentations\ece552-VirtualMemory\data\asimages\{B703F9DE-F7D6-480B-A578-ED0656CD124A}_29_S.png&quot;/&gt;&lt;left val=&quot;400&quot;/&gt;&lt;top val=&quot;402&quot;/&gt;&lt;width val=&quot;14&quot;/&gt;&lt;height val=&quot;8&quot;/&gt;&lt;hasText val=&quot;0&quot;/&gt;&lt;/Image&gt;&lt;Image&gt;&lt;filename val=&quot;C:\Users\sanmi\Documents\My Adobe Presentations\ece552-VirtualMemory\data\asimages\{B703F9DE-F7D6-480B-A578-ED0656CD124A}_29_T.png&quot;/&gt;&lt;left val=&quot;400&quot;/&gt;&lt;top val=&quot;402&quot;/&gt;&lt;width val=&quot;13&quot;/&gt;&lt;height val=&quot;6&quot;/&gt;&lt;hasText val=&quot;1&quot;/&gt;&lt;/Image&gt;&lt;/ThreeDShapeInfo&gt;"/>
</p:tagLst>
</file>

<file path=ppt/tags/tag6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AB38B0B-823C-42E2-BBF4-5B01973F9A19}&quot;/&gt;&lt;isInvalidForFieldText val=&quot;1&quot;/&gt;&lt;Image&gt;&lt;filename val=&quot;C:\Users\sanmi\Documents\My Adobe Presentations\ece552-VirtualMemory\data\asimages\{5AB38B0B-823C-42E2-BBF4-5B01973F9A19}_29_S.png&quot;/&gt;&lt;left val=&quot;387&quot;/&gt;&lt;top val=&quot;402&quot;/&gt;&lt;width val=&quot;14&quot;/&gt;&lt;height val=&quot;8&quot;/&gt;&lt;hasText val=&quot;0&quot;/&gt;&lt;/Image&gt;&lt;Image&gt;&lt;filename val=&quot;C:\Users\sanmi\Documents\My Adobe Presentations\ece552-VirtualMemory\data\asimages\{5AB38B0B-823C-42E2-BBF4-5B01973F9A19}_29_T.png&quot;/&gt;&lt;left val=&quot;388&quot;/&gt;&lt;top val=&quot;402&quot;/&gt;&lt;width val=&quot;13&quot;/&gt;&lt;height val=&quot;6&quot;/&gt;&lt;hasText val=&quot;1&quot;/&gt;&lt;/Image&gt;&lt;/ThreeDShapeInfo&gt;"/>
</p:tagLst>
</file>

<file path=ppt/tags/tag6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2BD02FF-9C19-4105-AADB-90091E1436DA}&quot;/&gt;&lt;isInvalidForFieldText val=&quot;1&quot;/&gt;&lt;Image&gt;&lt;filename val=&quot;C:\Users\sanmi\Documents\My Adobe Presentations\ece552-VirtualMemory\data\asimages\{12BD02FF-9C19-4105-AADB-90091E1436DA}_29_S.png&quot;/&gt;&lt;left val=&quot;627&quot;/&gt;&lt;top val=&quot;203&quot;/&gt;&lt;width val=&quot;15&quot;/&gt;&lt;height val=&quot;171&quot;/&gt;&lt;hasText val=&quot;0&quot;/&gt;&lt;/Image&gt;&lt;Image&gt;&lt;filename val=&quot;C:\Users\sanmi\Documents\My Adobe Presentations\ece552-VirtualMemory\data\asimages\{12BD02FF-9C19-4105-AADB-90091E1436DA}_29_T.png&quot;/&gt;&lt;left val=&quot;628&quot;/&gt;&lt;top val=&quot;204&quot;/&gt;&lt;width val=&quot;12&quot;/&gt;&lt;height val=&quot;168&quot;/&gt;&lt;hasText val=&quot;1&quot;/&gt;&lt;/Image&gt;&lt;/ThreeDShapeInfo&gt;"/>
</p:tagLst>
</file>

<file path=ppt/tags/tag6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DE161020-A6D3-4B51-8C6C-0A20FB35DFD1}_29.png&quot;/&gt;&lt;left val=&quot;646&quot;/&gt;&lt;top val=&quot;499&quot;/&gt;&lt;width val=&quot;61&quot;/&gt;&lt;height val=&quot;43&quot;/&gt;&lt;hasText val=&quot;1&quot;/&gt;&lt;/Image&gt;&lt;/ThreeDShapeInfo&gt;"/>
</p:tagLst>
</file>

<file path=ppt/tags/tag6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8DAA3B95-C77F-4317-BB80-DD33133EF633}_29.png&quot;/&gt;&lt;left val=&quot;602&quot;/&gt;&lt;top val=&quot;373&quot;/&gt;&lt;width val=&quot;69&quot;/&gt;&lt;height val=&quot;43&quot;/&gt;&lt;hasText val=&quot;1&quot;/&gt;&lt;/Image&gt;&lt;/ThreeDShapeInfo&gt;"/>
</p:tagLst>
</file>

<file path=ppt/tags/tag6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CC08AACB-7172-442E-94C6-A059E729FEE6}_29.png&quot;/&gt;&lt;left val=&quot;520&quot;/&gt;&lt;top val=&quot;402&quot;/&gt;&lt;width val=&quot;48&quot;/&gt;&lt;height val=&quot;43&quot;/&gt;&lt;hasText val=&quot;1&quot;/&gt;&lt;/Image&gt;&lt;/ThreeDShapeInfo&gt;"/>
</p:tagLst>
</file>

<file path=ppt/tags/tag6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4ED75963-3C08-4431-8CB0-C4BA3C8AE885}_29.png&quot;/&gt;&lt;left val=&quot;652&quot;/&gt;&lt;top val=&quot;201&quot;/&gt;&lt;width val=&quot;48&quot;/&gt;&lt;height val=&quot;34&quot;/&gt;&lt;hasText val=&quot;1&quot;/&gt;&lt;/Image&gt;&lt;/ThreeDShapeInfo&gt;"/>
</p:tagLst>
</file>

<file path=ppt/tags/tag6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7CFFA56-4C17-4F10-A0F9-C28FAF3B2003}&quot;/&gt;&lt;isInvalidForFieldText val=&quot;1&quot;/&gt;&lt;Image&gt;&lt;filename val=&quot;C:\Users\sanmi\Documents\My Adobe Presentations\ece552-VirtualMemory\data\asimages\{97CFFA56-4C17-4F10-A0F9-C28FAF3B2003}_29_S.png&quot;/&gt;&lt;left val=&quot;607&quot;/&gt;&lt;top val=&quot;278&quot;/&gt;&lt;width val=&quot;31&quot;/&gt;&lt;height val=&quot;109&quot;/&gt;&lt;hasText val=&quot;0&quot;/&gt;&lt;/Image&gt;&lt;Image&gt;&lt;filename val=&quot;C:\Users\sanmi\Documents\My Adobe Presentations\ece552-VirtualMemory\data\asimages\{97CFFA56-4C17-4F10-A0F9-C28FAF3B2003}_29_T.png&quot;/&gt;&lt;left val=&quot;609&quot;/&gt;&lt;top val=&quot;288&quot;/&gt;&lt;width val=&quot;20&quot;/&gt;&lt;height val=&quot;99&quot;/&gt;&lt;hasText val=&quot;1&quot;/&gt;&lt;/Image&gt;&lt;/ThreeDShapeInfo&gt;"/>
</p:tagLst>
</file>

<file path=ppt/tags/tag6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03105ED-C7DA-4005-8AB5-316F32E7AA60}&quot;/&gt;&lt;isInvalidForFieldText val=&quot;1&quot;/&gt;&lt;Image&gt;&lt;filename val=&quot;C:\Users\sanmi\Documents\My Adobe Presentations\ece552-VirtualMemory\data\asimages\{E03105ED-C7DA-4005-8AB5-316F32E7AA60}_29_S.png&quot;/&gt;&lt;left val=&quot;579&quot;/&gt;&lt;top val=&quot;203&quot;/&gt;&lt;width val=&quot;15&quot;/&gt;&lt;height val=&quot;171&quot;/&gt;&lt;hasText val=&quot;0&quot;/&gt;&lt;/Image&gt;&lt;Image&gt;&lt;filename val=&quot;C:\Users\sanmi\Documents\My Adobe Presentations\ece552-VirtualMemory\data\asimages\{E03105ED-C7DA-4005-8AB5-316F32E7AA60}_29_T.png&quot;/&gt;&lt;left val=&quot;580&quot;/&gt;&lt;top val=&quot;204&quot;/&gt;&lt;width val=&quot;12&quot;/&gt;&lt;height val=&quot;168&quot;/&gt;&lt;hasText val=&quot;1&quot;/&gt;&lt;/Image&gt;&lt;/ThreeDShapeInfo&gt;"/>
</p:tagLst>
</file>

<file path=ppt/tags/tag6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F9B9624-D360-45F0-BBBB-B7EC02461690}_29.png&quot;/&gt;&lt;left val=&quot;334&quot;/&gt;&lt;top val=&quot;342&quot;/&gt;&lt;width val=&quot;48&quot;/&gt;&lt;height val=&quot;43&quot;/&gt;&lt;hasText val=&quot;1&quot;/&gt;&lt;/Image&gt;&lt;/ThreeDShapeInfo&gt;"/>
</p:tagLst>
</file>

<file path=ppt/tags/tag7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5DE27BC-FD17-4D98-A91A-4B451BFF1074}_29.png&quot;/&gt;&lt;left val=&quot;334&quot;/&gt;&lt;top val=&quot;294&quot;/&gt;&lt;width val=&quot;48&quot;/&gt;&lt;height val=&quot;43&quot;/&gt;&lt;hasText val=&quot;1&quot;/&gt;&lt;/Image&gt;&lt;/ThreeDShapeInfo&gt;"/>
</p:tagLst>
</file>

<file path=ppt/tags/tag7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73C93FE-48FF-4A1E-AF46-106D05F2735D}_29.png&quot;/&gt;&lt;left val=&quot;334&quot;/&gt;&lt;top val=&quot;270&quot;/&gt;&lt;width val=&quot;48&quot;/&gt;&lt;height val=&quot;43&quot;/&gt;&lt;hasText val=&quot;1&quot;/&gt;&lt;/Image&gt;&lt;/ThreeDShapeInfo&gt;"/>
</p:tagLst>
</file>

<file path=ppt/tags/tag7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C15941AC-E602-41C7-AE29-FB53DD1555CA}&quot;/&gt;&lt;isInvalidForFieldText val=&quot;1&quot;/&gt;&lt;Image&gt;&lt;filename val=&quot;C:\Users\sanmi\Documents\My Adobe Presentations\ece552-VirtualMemory\data\asimages\{C15941AC-E602-41C7-AE29-FB53DD1555CA}_29_S.png&quot;/&gt;&lt;left val=&quot;441&quot;/&gt;&lt;top val=&quot;372&quot;/&gt;&lt;width val=&quot;105&quot;/&gt;&lt;height val=&quot;43&quot;/&gt;&lt;hasText val=&quot;0&quot;/&gt;&lt;/Image&gt;&lt;Image&gt;&lt;filename val=&quot;C:\Users\sanmi\Documents\My Adobe Presentations\ece552-VirtualMemory\data\asimages\{C15941AC-E602-41C7-AE29-FB53DD1555CA}_29_T.png&quot;/&gt;&lt;left val=&quot;442&quot;/&gt;&lt;top val=&quot;372&quot;/&gt;&lt;width val=&quot;96&quot;/&gt;&lt;height val=&quot;36&quot;/&gt;&lt;hasText val=&quot;1&quot;/&gt;&lt;/Image&gt;&lt;/ThreeDShapeInfo&gt;"/>
</p:tagLst>
</file>

<file path=ppt/tags/tag7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B3D4C42D-E511-424E-90B1-60B42E00CC0C}_29.png&quot;/&gt;&lt;left val=&quot;604&quot;/&gt;&lt;top val=&quot;453&quot;/&gt;&lt;width val=&quot;72&quot;/&gt;&lt;height val=&quot;43&quot;/&gt;&lt;hasText val=&quot;1&quot;/&gt;&lt;/Image&gt;&lt;/ThreeDShapeInfo&gt;"/>
</p:tagLst>
</file>

<file path=ppt/tags/tag7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48F0F3DC-C102-458F-932C-413EA3FC64A2}_29.png&quot;/&gt;&lt;left val=&quot;426&quot;/&gt;&lt;top val=&quot;411&quot;/&gt;&lt;width val=&quot;54&quot;/&gt;&lt;height val=&quot;43&quot;/&gt;&lt;hasText val=&quot;1&quot;/&gt;&lt;/Image&gt;&lt;/ThreeDShapeInfo&gt;"/>
</p:tagLst>
</file>

<file path=ppt/tags/tag7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D2D4E2B-1D8F-4AF0-8979-E293DCCCBBD9}&quot;/&gt;&lt;isInvalidForFieldText val=&quot;1&quot;/&gt;&lt;Image&gt;&lt;filename val=&quot;C:\Users\sanmi\Documents\My Adobe Presentations\ece552-VirtualMemory\data\asimages\{7D2D4E2B-1D8F-4AF0-8979-E293DCCCBBD9}_29_S.png&quot;/&gt;&lt;left val=&quot;582&quot;/&gt;&lt;top val=&quot;278&quot;/&gt;&lt;width val=&quot;27&quot;/&gt;&lt;height val=&quot;107&quot;/&gt;&lt;hasText val=&quot;0&quot;/&gt;&lt;/Image&gt;&lt;Image&gt;&lt;filename val=&quot;C:\Users\sanmi\Documents\My Adobe Presentations\ece552-VirtualMemory\data\asimages\{7D2D4E2B-1D8F-4AF0-8979-E293DCCCBBD9}_29_T.png&quot;/&gt;&lt;left val=&quot;592&quot;/&gt;&lt;top val=&quot;288&quot;/&gt;&lt;width val=&quot;16&quot;/&gt;&lt;height val=&quot;96&quot;/&gt;&lt;hasText val=&quot;1&quot;/&gt;&lt;/Image&gt;&lt;/ThreeDShapeInfo&gt;"/>
</p:tagLst>
</file>

<file path=ppt/tags/tag7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8D6B865-49BD-4DE4-88CE-ECE6E2E4B021}&quot;/&gt;&lt;isInvalidForFieldText val=&quot;1&quot;/&gt;&lt;Image&gt;&lt;filename val=&quot;C:\Users\sanmi\Documents\My Adobe Presentations\ece552-VirtualMemory\data\asimages\{58D6B865-49BD-4DE4-88CE-ECE6E2E4B021}_29_S.png&quot;/&gt;&lt;left val=&quot;651&quot;/&gt;&lt;top val=&quot;371&quot;/&gt;&lt;width val=&quot;51&quot;/&gt;&lt;height val=&quot;13&quot;/&gt;&lt;hasText val=&quot;0&quot;/&gt;&lt;/Image&gt;&lt;Image&gt;&lt;filename val=&quot;C:\Users\sanmi\Documents\My Adobe Presentations\ece552-VirtualMemory\data\asimages\{58D6B865-49BD-4DE4-88CE-ECE6E2E4B021}_29_T.png&quot;/&gt;&lt;left val=&quot;652&quot;/&gt;&lt;top val=&quot;372&quot;/&gt;&lt;width val=&quot;48&quot;/&gt;&lt;height val=&quot;11&quot;/&gt;&lt;hasText val=&quot;1&quot;/&gt;&lt;/Image&gt;&lt;/ThreeDShapeInfo&gt;"/>
</p:tagLst>
</file>

<file path=ppt/tags/tag7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3770826-799C-4C81-BB13-75946F5A0063}_29.png&quot;/&gt;&lt;left val=&quot;124&quot;/&gt;&lt;top val=&quot;452&quot;/&gt;&lt;width val=&quot;124&quot;/&gt;&lt;height val=&quot;43&quot;/&gt;&lt;hasText val=&quot;1&quot;/&gt;&lt;/Image&gt;&lt;/ThreeDShapeInfo&gt;"/>
</p:tagLst>
</file>

<file path=ppt/tags/tag7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Documents\My Adobe Presentations\ece552-VirtualMemory\data\asimages\{7FF6C61E-26F9-454D-A21A-7373B1D91B80}_29.png&quot;/&gt;&lt;left val=&quot;107&quot;/&gt;&lt;top val=&quot;476&quot;/&gt;&lt;width val=&quot;142&quot;/&gt;&lt;height val=&quot;43&quot;/&gt;&lt;hasText val=&quot;1&quot;/&gt;&lt;/Image&gt;&lt;/ThreeDShapeInfo&gt;"/>
</p:tagLst>
</file>

<file path=ppt/tags/tag7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9F956CF7-E645-432E-91B7-9FED9C029ACE}_29.png&quot;/&gt;&lt;left val=&quot;336&quot;/&gt;&lt;top val=&quot;501&quot;/&gt;&lt;width val=&quot;47&quot;/&gt;&lt;height val=&quot;43&quot;/&gt;&lt;hasText val=&quot;1&quot;/&gt;&lt;/Image&gt;&lt;/ThreeDShapeInfo&gt;"/>
</p:tagLst>
</file>

<file path=ppt/tags/tag7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7DA204DE-1837-4A44-B6C1-712AFE56B934}_29.png&quot;/&gt;&lt;left val=&quot;498&quot;/&gt;&lt;top val=&quot;374&quot;/&gt;&lt;width val=&quot;50&quot;/&gt;&lt;height val=&quot;43&quot;/&gt;&lt;hasText val=&quot;1&quot;/&gt;&lt;/Image&gt;&lt;/ThreeDShapeInfo&gt;"/>
</p:tagLst>
</file>

<file path=ppt/tags/tag7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7DC1090-6F76-47A5-9040-282C14ACAE58}&quot;/&gt;&lt;isInvalidForFieldText val=&quot;1&quot;/&gt;&lt;Image&gt;&lt;filename val=&quot;C:\Users\sanmi\Documents\My Adobe Presentations\ece552-VirtualMemory\data\asimages\{E7DC1090-6F76-47A5-9040-282C14ACAE58}_29_S.png&quot;/&gt;&lt;left val=&quot;373&quot;/&gt;&lt;top val=&quot;379&quot;/&gt;&lt;width val=&quot;237&quot;/&gt;&lt;height val=&quot;141&quot;/&gt;&lt;hasText val=&quot;0&quot;/&gt;&lt;/Image&gt;&lt;Image&gt;&lt;filename val=&quot;C:\Users\sanmi\Documents\My Adobe Presentations\ece552-VirtualMemory\data\asimages\{E7DC1090-6F76-47A5-9040-282C14ACAE58}_29_T.png&quot;/&gt;&lt;left val=&quot;373&quot;/&gt;&lt;top val=&quot;379&quot;/&gt;&lt;width val=&quot;236&quot;/&gt;&lt;height val=&quot;139&quot;/&gt;&lt;hasText val=&quot;1&quot;/&gt;&lt;/Image&gt;&lt;/ThreeDShapeInfo&gt;"/>
</p:tagLst>
</file>

<file path=ppt/tags/tag7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42&quot;/&gt;&lt;lineCharCount val=&quot;42&quot;/&gt;&lt;lineCharCount val=&quot;13&quot;/&gt;&lt;lineCharCount val=&quot;43&quot;/&gt;&lt;lineCharCount val=&quot;43&quot;/&gt;&lt;lineCharCount val=&quot;10&quot;/&gt;&lt;/TableIndex&gt;&lt;/ShapeTextInfo&gt;"/>
  <p:tag name="HTML_SHAPEINFO" val="&lt;ThreeDShapeInfo&gt;&lt;uuid val=&quot;&quot;/&gt;&lt;isInvalidForFieldText val=&quot;0&quot;/&gt;&lt;Image&gt;&lt;filename val=&quot;C:\Users\sanmi\Documents\My Adobe Presentations\ece552-VirtualMemory\data\asimages\{0D70676A-A8B2-45DC-AA01-AC24C94CBAC0}_29.png&quot;/&gt;&lt;left val=&quot;-15&quot;/&gt;&lt;top val=&quot;107&quot;/&gt;&lt;width val=&quot;510&quot;/&gt;&lt;height val=&quot;424&quot;/&gt;&lt;hasText val=&quot;1&quot;/&gt;&lt;/Image&gt;&lt;/ThreeDShapeInfo&gt;"/>
</p:tagLst>
</file>

<file path=ppt/tags/tag7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7.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1947083624,C:\Users\sanmi\GoogleDrive\UWMdrive\Courses\ECE552\ece552-lec13_VirtualMemory_pptx\Media.ppcx"/>
  <p:tag name="TIMING" val="|34.6|20.1"/>
</p:tagLst>
</file>

<file path=ppt/tags/tag7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C7730153-8018-4A82-B00A-43A932DE5093}_30.png&quot;/&gt;&lt;left val=&quot;35&quot;/&gt;&lt;top val=&quot;21&quot;/&gt;&lt;width val=&quot;588&quot;/&gt;&lt;height val=&quot;98&quot;/&gt;&lt;hasText val=&quot;1&quot;/&gt;&lt;/Image&gt;&lt;/ThreeDShapeInfo&gt;"/>
</p:tagLst>
</file>

<file path=ppt/tags/tag7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543750A2-5CD1-4DCA-8169-D63FFD3E7B79}_30.png&quot;/&gt;&lt;left val=&quot;599&quot;/&gt;&lt;top val=&quot;500&quot;/&gt;&lt;width val=&quot;86&quot;/&gt;&lt;height val=&quot;32&quot;/&gt;&lt;hasText val=&quot;1&quot;/&gt;&lt;/Image&gt;&lt;/ThreeDShapeInfo&gt;"/>
</p:tagLst>
</file>

<file path=ppt/tags/tag7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46&quot;/&gt;&lt;lineCharCount val=&quot;22&quot;/&gt;&lt;lineCharCount val=&quot;50&quot;/&gt;&lt;lineCharCount val=&quot;51&quot;/&gt;&lt;lineCharCount val=&quot;9&quot;/&gt;&lt;lineCharCount val=&quot;26&quot;/&gt;&lt;lineCharCount val=&quot;61&quot;/&gt;&lt;lineCharCount val=&quot;16&quot;/&gt;&lt;lineCharCount val=&quot;61&quot;/&gt;&lt;/TableIndex&gt;&lt;/ShapeTextInfo&gt;"/>
  <p:tag name="HTML_SHAPEINFO" val="&lt;TextEffect&gt;&lt;Image&gt;&lt;filename val=&quot;C:\Users\sanmi\Documents\My Adobe Presentations\ece552-VirtualMemory\data\asimages\{444556F2-2EBE-40CF-BE18-5CB6DC6D8E4D}_1.png_crop.png&quot;/&gt;&lt;left val=&quot;51&quot;/&gt;&lt;top val=&quot;123&quot;/&gt;&lt;width val=&quot;605&quot;/&gt;&lt;height val=&quot;66&quot;/&gt;&lt;hasText val=&quot;1&quot;/&gt;&lt;paraId val=&quot;1&quot;/&gt;&lt;/Image&gt;&lt;Image&gt;&lt;filename val=&quot;C:\Users\sanmi\Documents\My Adobe Presentations\ece552-VirtualMemory\data\asimages\{047BBB81-8B1B-48B4-910C-03DE9CE61AE5}_1.png_crop.png&quot;/&gt;&lt;left val=&quot;49&quot;/&gt;&lt;top val=&quot;198&quot;/&gt;&lt;width val=&quot;655&quot;/&gt;&lt;height val=&quot;86&quot;/&gt;&lt;hasText val=&quot;1&quot;/&gt;&lt;paraId val=&quot;2&quot;/&gt;&lt;/Image&gt;&lt;Image&gt;&lt;filename val=&quot;C:\Users\sanmi\Documents\My Adobe Presentations\ece552-VirtualMemory\data\asimages\{BF922A10-D5ED-4C9F-8BC8-7D453C13952E}_1.png_crop.png&quot;/&gt;&lt;left val=&quot;86&quot;/&gt;&lt;top val=&quot;297&quot;/&gt;&lt;width val=&quot;284&quot;/&gt;&lt;height val=&quot;21&quot;/&gt;&lt;hasText val=&quot;1&quot;/&gt;&lt;paraId val=&quot;3&quot;/&gt;&lt;/Image&gt;&lt;Image&gt;&lt;filename val=&quot;C:\Users\sanmi\Documents\My Adobe Presentations\ece552-VirtualMemory\data\asimages\{C2FBB630-C463-43CD-AD56-802F567E714E}_1.png_crop.png&quot;/&gt;&lt;left val=&quot;86&quot;/&gt;&lt;top val=&quot;325&quot;/&gt;&lt;width val=&quot;591&quot;/&gt;&lt;height val=&quot;50&quot;/&gt;&lt;hasText val=&quot;1&quot;/&gt;&lt;paraId val=&quot;4&quot;/&gt;&lt;/Image&gt;&lt;Image&gt;&lt;filename val=&quot;C:\Users\sanmi\Documents\My Adobe Presentations\ece552-VirtualMemory\data\asimages\{268FC8B3-92E4-459B-8E02-2628FA8FDB03}_1.png_crop.png&quot;/&gt;&lt;left val=&quot;86&quot;/&gt;&lt;top val=&quot;383&quot;/&gt;&lt;width val=&quot;613&quot;/&gt;&lt;height val=&quot;21&quot;/&gt;&lt;hasText val=&quot;1&quot;/&gt;&lt;paraId val=&quot;5&quot;/&gt;&lt;/Image&gt;&lt;/TextEffect&gt;"/>
</p:tagLst>
</file>

<file path=ppt/tags/tag7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Documents\My Adobe Presentations\ece552-VirtualMemory\data\asimages\{E4DACCEB-274C-4E5C-96F3-DD24F25C71AA}_30.png&quot;/&gt;&lt;left val=&quot;477&quot;/&gt;&lt;top val=&quot;429&quot;/&gt;&lt;width val=&quot;58&quot;/&gt;&lt;height val=&quot;34&quot;/&gt;&lt;hasText val=&quot;1&quot;/&gt;&lt;/Image&gt;&lt;/ThreeDShapeInfo&gt;"/>
</p:tagLst>
</file>

<file path=ppt/tags/tag7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VirtualMemory\data\asimages\{1B688820-C54B-45FB-9CBA-253BD316790D}_30.png&quot;/&gt;&lt;left val=&quot;391&quot;/&gt;&lt;top val=&quot;429&quot;/&gt;&lt;width val=&quot;89&quot;/&gt;&lt;height val=&quot;34&quot;/&gt;&lt;hasText val=&quot;1&quot;/&gt;&lt;/Image&gt;&lt;/ThreeDShapeInfo&gt;"/>
</p:tagLst>
</file>

<file path=ppt/tags/tag7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CDD9399-A8BE-42AB-8C3D-5CBB0C8AB4C0}_30.png&quot;/&gt;&lt;left val=&quot;82&quot;/&gt;&lt;top val=&quot;437&quot;/&gt;&lt;width val=&quot;47&quot;/&gt;&lt;height val=&quot;43&quot;/&gt;&lt;hasText val=&quot;1&quot;/&gt;&lt;/Image&gt;&lt;/ThreeDShapeInfo&gt;"/>
</p:tagLst>
</file>

<file path=ppt/tags/tag7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FA1BB5E3-F9BE-487A-924E-11315C2DF5D5}_30.png&quot;/&gt;&lt;left val=&quot;151&quot;/&gt;&lt;top val=&quot;453&quot;/&gt;&lt;width val=&quot;193&quot;/&gt;&lt;height val=&quot;34&quot;/&gt;&lt;hasText val=&quot;1&quot;/&gt;&lt;/Image&gt;&lt;/ThreeDShapeInfo&gt;"/>
</p:tagLst>
</file>

<file path=ppt/tags/tag7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1CE726AD-3FD5-4B6B-8FBD-C935096DC1A9}_30.png&quot;/&gt;&lt;left val=&quot;343&quot;/&gt;&lt;top val=&quot;453&quot;/&gt;&lt;width val=&quot;193&quot;/&gt;&lt;height val=&quot;34&quot;/&gt;&lt;hasText val=&quot;1&quot;/&gt;&lt;/Image&gt;&lt;/ThreeDShapeInfo&gt;"/>
</p:tagLst>
</file>

<file path=ppt/tags/tag7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VirtualMemory\data\asimages\{CB26F4CC-69DE-43EA-99AA-E4B0948303F7}_30.png&quot;/&gt;&lt;left val=&quot;557&quot;/&gt;&lt;top val=&quot;423&quot;/&gt;&lt;width val=&quot;72&quot;/&gt;&lt;height val=&quot;43&quot;/&gt;&lt;hasText val=&quot;1&quot;/&gt;&lt;/Image&gt;&lt;/ThreeDShapeInfo&gt;"/>
</p:tagLst>
</file>

<file path=ppt/tags/tag7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7418934F-1C50-4F0A-A174-7874EECFEEB9}_30.png&quot;/&gt;&lt;left val=&quot;556&quot;/&gt;&lt;top val=&quot;445&quot;/&gt;&lt;width val=&quot;54&quot;/&gt;&lt;height val=&quot;43&quot;/&gt;&lt;hasText val=&quot;1&quot;/&gt;&lt;/Image&gt;&lt;/ThreeDShapeInfo&gt;"/>
</p:tagLst>
</file>

<file path=ppt/tags/tag752.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1947083624,C:\Users\sanmi\GoogleDrive\UWMdrive\Courses\ECE552\ece552-lec13_VirtualMemory_pptx\Media.ppcx"/>
  <p:tag name="TIMING" val="|37.1"/>
</p:tagLst>
</file>

<file path=ppt/tags/tag7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VirtualMemory\data\asimages\{A89195AD-C5BC-420A-BB0C-D70E6E39D320}_31.png&quot;/&gt;&lt;left val=&quot;35&quot;/&gt;&lt;top val=&quot;21&quot;/&gt;&lt;width val=&quot;588&quot;/&gt;&lt;height val=&quot;98&quot;/&gt;&lt;hasText val=&quot;1&quot;/&gt;&lt;/Image&gt;&lt;/ThreeDShapeInfo&gt;"/>
</p:tagLst>
</file>

<file path=ppt/tags/tag7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320CBD4-FDAE-44B9-9346-835376AEF016}_31.png&quot;/&gt;&lt;left val=&quot;599&quot;/&gt;&lt;top val=&quot;500&quot;/&gt;&lt;width val=&quot;84&quot;/&gt;&lt;height val=&quot;29&quot;/&gt;&lt;hasText val=&quot;1&quot;/&gt;&lt;/Image&gt;&lt;/ThreeDShapeInfo&gt;"/>
</p:tagLst>
</file>

<file path=ppt/tags/tag7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51&quot;/&gt;&lt;lineCharCount val=&quot;59&quot;/&gt;&lt;lineCharCount val=&quot;30&quot;/&gt;&lt;lineCharCount val=&quot;30&quot;/&gt;&lt;lineCharCount val=&quot;23&quot;/&gt;&lt;lineCharCount val=&quot;59&quot;/&gt;&lt;lineCharCount val=&quot;27&quot;/&gt;&lt;lineCharCount val=&quot;32&quot;/&gt;&lt;/TableIndex&gt;&lt;/ShapeTextInfo&gt;"/>
  <p:tag name="HTML_SHAPEINFO" val="&lt;TextEffect&gt;&lt;Image&gt;&lt;filename val=&quot;C:\Users\sanmi\Documents\My Adobe Presentations\ece552-VirtualMemory\data\asimages\{C3FC771F-0AAA-460C-A7B4-BF83EECBCE7E}_1.png_crop.png&quot;/&gt;&lt;left val=&quot;44&quot;/&gt;&lt;top val=&quot;130&quot;/&gt;&lt;width val=&quot;597&quot;/&gt;&lt;height val=&quot;24&quot;/&gt;&lt;hasText val=&quot;1&quot;/&gt;&lt;paraId val=&quot;1&quot;/&gt;&lt;/Image&gt;&lt;Image&gt;&lt;filename val=&quot;C:\Users\sanmi\Documents\My Adobe Presentations\ece552-VirtualMemory\data\asimages\{1D962D7E-D3A4-49B7-8DEF-DDFD949544CB}_1.png_crop.png&quot;/&gt;&lt;left val=&quot;78&quot;/&gt;&lt;top val=&quot;164&quot;/&gt;&lt;width val=&quot;597&quot;/&gt;&lt;height val=&quot;46&quot;/&gt;&lt;hasText val=&quot;1&quot;/&gt;&lt;paraId val=&quot;2&quot;/&gt;&lt;/Image&gt;&lt;Image&gt;&lt;filename val=&quot;C:\Users\sanmi\Documents\My Adobe Presentations\ece552-VirtualMemory\data\asimages\{4D18411E-1CDE-4F19-8CAB-BFCA67BBA146}_1.png_crop.png&quot;/&gt;&lt;left val=&quot;78&quot;/&gt;&lt;top val=&quot;222&quot;/&gt;&lt;width val=&quot;318&quot;/&gt;&lt;height val=&quot;16&quot;/&gt;&lt;hasText val=&quot;1&quot;/&gt;&lt;paraId val=&quot;3&quot;/&gt;&lt;/Image&gt;&lt;Image&gt;&lt;filename val=&quot;C:\Users\sanmi\Documents\My Adobe Presentations\ece552-VirtualMemory\data\asimages\{220B35F2-2FE8-4A28-8327-8984826910D9}_1.png_crop.png&quot;/&gt;&lt;left val=&quot;78&quot;/&gt;&lt;top val=&quot;254&quot;/&gt;&lt;width val=&quot;244&quot;/&gt;&lt;height val=&quot;16&quot;/&gt;&lt;hasText val=&quot;1&quot;/&gt;&lt;paraId val=&quot;4&quot;/&gt;&lt;/Image&gt;&lt;Image&gt;&lt;filename val=&quot;C:\Users\sanmi\Documents\My Adobe Presentations\ece552-VirtualMemory\data\asimages\{D2739EA5-8455-47C3-9961-5F5FAC9F793E}_1.png_crop.png&quot;/&gt;&lt;left val=&quot;115&quot;/&gt;&lt;top val=&quot;284&quot;/&gt;&lt;width val=&quot;472&quot;/&gt;&lt;height val=&quot;17&quot;/&gt;&lt;hasText val=&quot;1&quot;/&gt;&lt;paraId val=&quot;5&quot;/&gt;&lt;/Image&gt;&lt;Image&gt;&lt;filename val=&quot;C:\Users\sanmi\Documents\My Adobe Presentations\ece552-VirtualMemory\data\asimages\{4DFEE45E-0317-4310-8177-FCB903CDC2CA}_1.png_crop.png&quot;/&gt;&lt;left val=&quot;115&quot;/&gt;&lt;top val=&quot;311&quot;/&gt;&lt;width val=&quot;231&quot;/&gt;&lt;height val=&quot;17&quot;/&gt;&lt;hasText val=&quot;1&quot;/&gt;&lt;paraId val=&quot;6&quot;/&gt;&lt;/Image&gt;&lt;Image&gt;&lt;filename val=&quot;C:\Users\sanmi\Documents\My Adobe Presentations\ece552-VirtualMemory\data\asimages\{E8D9AFC8-BDA4-4473-AAEC-783A9C08092A}_1.png_crop.png&quot;/&gt;&lt;left val=&quot;115&quot;/&gt;&lt;top val=&quot;337&quot;/&gt;&lt;width val=&quot;298&quot;/&gt;&lt;height val=&quot;14&quot;/&gt;&lt;hasText val=&quot;1&quot;/&gt;&lt;paraId val=&quot;7&quot;/&gt;&lt;/Image&gt;&lt;/TextEffect&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1274</TotalTime>
  <Words>2009</Words>
  <Application>Microsoft Macintosh PowerPoint</Application>
  <PresentationFormat>On-screen Show (4:3)</PresentationFormat>
  <Paragraphs>482</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Courier New</vt:lpstr>
      <vt:lpstr>Tahoma</vt:lpstr>
      <vt:lpstr>Times New Roman</vt:lpstr>
      <vt:lpstr>Wingdings</vt:lpstr>
      <vt:lpstr>Lecture Notes 552</vt:lpstr>
      <vt:lpstr>ECE/CS 552: Virtual Memory</vt:lpstr>
      <vt:lpstr>Memory Hierarchy</vt:lpstr>
      <vt:lpstr>Memory Hierarchy</vt:lpstr>
      <vt:lpstr>Virtual Memory</vt:lpstr>
      <vt:lpstr>Virtual Memory</vt:lpstr>
      <vt:lpstr>Virtual Memory</vt:lpstr>
      <vt:lpstr>Virtual Memory</vt:lpstr>
      <vt:lpstr>Virtual Memory</vt:lpstr>
      <vt:lpstr>Address Translation</vt:lpstr>
      <vt:lpstr>Page Tables</vt:lpstr>
      <vt:lpstr>Page Tables</vt:lpstr>
      <vt:lpstr>Page Tables</vt:lpstr>
      <vt:lpstr>Page Tables</vt:lpstr>
      <vt:lpstr>Page Tables</vt:lpstr>
      <vt:lpstr>Multi-Level Page Tables</vt:lpstr>
      <vt:lpstr>Multi-Level Page Tables</vt:lpstr>
      <vt:lpstr>Multi-Level Page Tables</vt:lpstr>
      <vt:lpstr>Multi-Level Page Tables</vt:lpstr>
      <vt:lpstr>Page Tables</vt:lpstr>
      <vt:lpstr>Translation Lookaside Buffer</vt:lpstr>
      <vt:lpstr>Translation Lookaside Buffer</vt:lpstr>
      <vt:lpstr>Physical (PIPT) Caches</vt:lpstr>
      <vt:lpstr>Physical (PIPT) Caches</vt:lpstr>
      <vt:lpstr>Virtual (VIVT) Caches</vt:lpstr>
      <vt:lpstr>Virtual (VIVT) Caches</vt:lpstr>
      <vt:lpstr>VIPT Caches</vt:lpstr>
      <vt:lpstr>VIPT Caches</vt:lpstr>
      <vt:lpstr>VIPT Caches</vt:lpstr>
      <vt:lpstr>VIPT Caches</vt:lpstr>
      <vt:lpstr>VIPT Caches</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Virtual Memory</dc:title>
  <dc:creator/>
  <cp:lastModifiedBy>Boone Severson</cp:lastModifiedBy>
  <cp:revision>712</cp:revision>
  <cp:lastPrinted>1601-01-01T00:00:00Z</cp:lastPrinted>
  <dcterms:created xsi:type="dcterms:W3CDTF">1601-01-01T00:00:00Z</dcterms:created>
  <dcterms:modified xsi:type="dcterms:W3CDTF">2024-08-29T04:23:38Z</dcterms:modified>
</cp:coreProperties>
</file>