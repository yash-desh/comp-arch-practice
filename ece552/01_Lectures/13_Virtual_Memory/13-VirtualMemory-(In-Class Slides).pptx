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5.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6.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11"/>
  </p:notesMasterIdLst>
  <p:handoutMasterIdLst>
    <p:handoutMasterId r:id="rId12"/>
  </p:handoutMasterIdLst>
  <p:sldIdLst>
    <p:sldId id="546" r:id="rId2"/>
    <p:sldId id="665" r:id="rId3"/>
    <p:sldId id="804" r:id="rId4"/>
    <p:sldId id="779" r:id="rId5"/>
    <p:sldId id="785" r:id="rId6"/>
    <p:sldId id="781" r:id="rId7"/>
    <p:sldId id="802" r:id="rId8"/>
    <p:sldId id="807" r:id="rId9"/>
    <p:sldId id="805" r:id="rId10"/>
  </p:sldIdLst>
  <p:sldSz cx="9144000" cy="6858000" type="screen4x3"/>
  <p:notesSz cx="6845300" cy="9396413"/>
  <p:custDataLst>
    <p:tags r:id="rId13"/>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6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77279" autoAdjust="0"/>
  </p:normalViewPr>
  <p:slideViewPr>
    <p:cSldViewPr>
      <p:cViewPr varScale="1">
        <p:scale>
          <a:sx n="97" d="100"/>
          <a:sy n="97" d="100"/>
        </p:scale>
        <p:origin x="26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54"/>
    </p:cViewPr>
  </p:sorterViewPr>
  <p:notesViewPr>
    <p:cSldViewPr>
      <p:cViewPr varScale="1">
        <p:scale>
          <a:sx n="81" d="100"/>
          <a:sy n="81" d="100"/>
        </p:scale>
        <p:origin x="-2328" y="-90"/>
      </p:cViewPr>
      <p:guideLst>
        <p:guide orient="horz" pos="2960"/>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D9FB71E8-8DFC-0D45-BB37-320D58567268}"/>
    <pc:docChg chg="modSld">
      <pc:chgData name="Boone Severson" userId="1d942a2b-e0b5-491a-b49e-d500fa0ad426" providerId="ADAL" clId="{D9FB71E8-8DFC-0D45-BB37-320D58567268}" dt="2024-10-31T01:05:51.928" v="38" actId="20577"/>
      <pc:docMkLst>
        <pc:docMk/>
      </pc:docMkLst>
      <pc:sldChg chg="modSp mod">
        <pc:chgData name="Boone Severson" userId="1d942a2b-e0b5-491a-b49e-d500fa0ad426" providerId="ADAL" clId="{D9FB71E8-8DFC-0D45-BB37-320D58567268}" dt="2024-10-31T01:05:51.928" v="38" actId="20577"/>
        <pc:sldMkLst>
          <pc:docMk/>
          <pc:sldMk cId="0" sldId="546"/>
        </pc:sldMkLst>
        <pc:spChg chg="mod">
          <ac:chgData name="Boone Severson" userId="1d942a2b-e0b5-491a-b49e-d500fa0ad426" providerId="ADAL" clId="{D9FB71E8-8DFC-0D45-BB37-320D58567268}" dt="2024-10-31T01:05:51.928" v="38" actId="20577"/>
          <ac:spMkLst>
            <pc:docMk/>
            <pc:sldMk cId="0" sldId="546"/>
            <ac:spMk id="3" creationId="{CD80CA9F-F218-40E5-87C0-1EBB3CC3C8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2276C1E-4FDE-43D2-9799-A07A53C3DC3B}"/>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198D110D-63B2-4696-B01C-156722BF94E4}"/>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0D856F07-2516-457F-97C0-0DC1843CE084}"/>
              </a:ext>
            </a:extLst>
          </p:cNvPr>
          <p:cNvSpPr>
            <a:spLocks noGrp="1" noChangeArrowheads="1"/>
          </p:cNvSpPr>
          <p:nvPr>
            <p:ph type="ftr" sz="quarter" idx="2"/>
          </p:nvPr>
        </p:nvSpPr>
        <p:spPr bwMode="auto">
          <a:xfrm>
            <a:off x="0" y="8926513"/>
            <a:ext cx="349408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B038ACCB-CC89-4E49-93F0-03A220C37DB3}"/>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1F6CA107-D573-4384-9CB2-87026C6B6FA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980A15F-1736-4C9F-9470-D250CF861DCE}"/>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63520581-3E74-4F22-A191-4826283F1A01}"/>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33796" name="Rectangle 4">
            <a:extLst>
              <a:ext uri="{FF2B5EF4-FFF2-40B4-BE49-F238E27FC236}">
                <a16:creationId xmlns:a16="http://schemas.microsoft.com/office/drawing/2014/main" id="{5926668D-C721-45FB-A9B3-B43D9DE16F5C}"/>
              </a:ext>
            </a:extLst>
          </p:cNvPr>
          <p:cNvSpPr>
            <a:spLocks noGrp="1" noRot="1" noChangeAspect="1" noChangeArrowheads="1" noTextEdit="1"/>
          </p:cNvSpPr>
          <p:nvPr>
            <p:ph type="sldImg" idx="2"/>
          </p:nvPr>
        </p:nvSpPr>
        <p:spPr bwMode="auto">
          <a:xfrm>
            <a:off x="1073150" y="704850"/>
            <a:ext cx="4699000"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643A2D62-DD4D-4FA1-B876-C702E9295EF9}"/>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7460CE2E-4CE6-4A94-B542-B4D191427B7F}"/>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B322B5FA-4DD7-4B6F-89C6-FE4DA19403D9}"/>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a:lvl1pPr>
          </a:lstStyle>
          <a:p>
            <a:fld id="{5E59F150-E825-430A-804D-8C97FFE5B06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1</a:t>
            </a:fld>
            <a:endParaRPr lang="en-US" altLang="en-US"/>
          </a:p>
        </p:txBody>
      </p:sp>
    </p:spTree>
    <p:extLst>
      <p:ext uri="{BB962C8B-B14F-4D97-AF65-F5344CB8AC3E}">
        <p14:creationId xmlns:p14="http://schemas.microsoft.com/office/powerpoint/2010/main" val="3154294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2</a:t>
            </a:fld>
            <a:endParaRPr lang="en-US" altLang="en-US"/>
          </a:p>
        </p:txBody>
      </p:sp>
    </p:spTree>
    <p:extLst>
      <p:ext uri="{BB962C8B-B14F-4D97-AF65-F5344CB8AC3E}">
        <p14:creationId xmlns:p14="http://schemas.microsoft.com/office/powerpoint/2010/main" val="624327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4</a:t>
            </a:fld>
            <a:endParaRPr lang="en-US" altLang="en-US"/>
          </a:p>
        </p:txBody>
      </p:sp>
    </p:spTree>
    <p:extLst>
      <p:ext uri="{BB962C8B-B14F-4D97-AF65-F5344CB8AC3E}">
        <p14:creationId xmlns:p14="http://schemas.microsoft.com/office/powerpoint/2010/main" val="319465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5</a:t>
            </a:fld>
            <a:endParaRPr lang="en-US" altLang="en-US"/>
          </a:p>
        </p:txBody>
      </p:sp>
    </p:spTree>
    <p:extLst>
      <p:ext uri="{BB962C8B-B14F-4D97-AF65-F5344CB8AC3E}">
        <p14:creationId xmlns:p14="http://schemas.microsoft.com/office/powerpoint/2010/main" val="743852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59F150-E825-430A-804D-8C97FFE5B060}" type="slidenum">
              <a:rPr lang="en-US" altLang="en-US" smtClean="0"/>
              <a:pPr/>
              <a:t>6</a:t>
            </a:fld>
            <a:endParaRPr lang="en-US" altLang="en-US"/>
          </a:p>
        </p:txBody>
      </p:sp>
    </p:spTree>
    <p:extLst>
      <p:ext uri="{BB962C8B-B14F-4D97-AF65-F5344CB8AC3E}">
        <p14:creationId xmlns:p14="http://schemas.microsoft.com/office/powerpoint/2010/main" val="1766194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4738" y="704850"/>
            <a:ext cx="4695825" cy="35226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59F150-E825-430A-804D-8C97FFE5B060}" type="slidenum">
              <a:rPr lang="en-US" altLang="en-US" smtClean="0"/>
              <a:pPr/>
              <a:t>7</a:t>
            </a:fld>
            <a:endParaRPr lang="en-US" altLang="en-US"/>
          </a:p>
        </p:txBody>
      </p:sp>
    </p:spTree>
    <p:extLst>
      <p:ext uri="{BB962C8B-B14F-4D97-AF65-F5344CB8AC3E}">
        <p14:creationId xmlns:p14="http://schemas.microsoft.com/office/powerpoint/2010/main" val="2784167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8B47AD39-DF33-4590-93F3-C0C2C2E34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C512D95-87F5-43FE-AF81-8FE3500BB8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91760920-F560-426D-81D9-9EF5716DB8BC}"/>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DBE78E5F-1F7C-4A1E-8FA7-E613761D287C}"/>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ADCCE014-1DDF-4F7B-A8AE-66C41AFE8FD7}"/>
              </a:ext>
            </a:extLst>
          </p:cNvPr>
          <p:cNvSpPr>
            <a:spLocks noGrp="1"/>
          </p:cNvSpPr>
          <p:nvPr>
            <p:ph type="sldNum" sz="quarter" idx="12"/>
            <p:custDataLst>
              <p:tags r:id="rId5"/>
            </p:custDataLst>
          </p:nvPr>
        </p:nvSpPr>
        <p:spPr/>
        <p:txBody>
          <a:bodyPr/>
          <a:lstStyle>
            <a:lvl2pPr lvl="1">
              <a:defRPr/>
            </a:lvl2pPr>
          </a:lstStyle>
          <a:p>
            <a:pPr lvl="1"/>
            <a:fld id="{500D8959-8FD2-4E6C-AD97-F8EF0533F393}" type="slidenum">
              <a:rPr lang="en-US" altLang="en-US"/>
              <a:pPr lvl="1"/>
              <a:t>‹#›</a:t>
            </a:fld>
            <a:endParaRPr lang="en-US" altLang="en-US"/>
          </a:p>
        </p:txBody>
      </p:sp>
    </p:spTree>
    <p:extLst>
      <p:ext uri="{BB962C8B-B14F-4D97-AF65-F5344CB8AC3E}">
        <p14:creationId xmlns:p14="http://schemas.microsoft.com/office/powerpoint/2010/main" val="206298110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456401B0-5A37-4247-A8F4-FFCBF0C9F034}"/>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25C8F602-308C-44B3-BA60-06AD48EA8861}"/>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87F653D3-6551-453B-8834-6C97BEF27931}"/>
              </a:ext>
            </a:extLst>
          </p:cNvPr>
          <p:cNvSpPr>
            <a:spLocks noGrp="1"/>
          </p:cNvSpPr>
          <p:nvPr>
            <p:ph type="sldNum" sz="quarter" idx="12"/>
            <p:custDataLst>
              <p:tags r:id="rId5"/>
            </p:custDataLst>
          </p:nvPr>
        </p:nvSpPr>
        <p:spPr/>
        <p:txBody>
          <a:bodyPr/>
          <a:lstStyle>
            <a:lvl2pPr lvl="1">
              <a:defRPr sz="1400"/>
            </a:lvl2pPr>
          </a:lstStyle>
          <a:p>
            <a:pPr lvl="1"/>
            <a:fld id="{0EDCD18F-876B-4EBD-A2CE-B68E83602C93}" type="slidenum">
              <a:rPr lang="en-US" altLang="en-US"/>
              <a:pPr lvl="1"/>
              <a:t>‹#›</a:t>
            </a:fld>
            <a:endParaRPr lang="en-US" altLang="en-US"/>
          </a:p>
        </p:txBody>
      </p:sp>
    </p:spTree>
    <p:extLst>
      <p:ext uri="{BB962C8B-B14F-4D97-AF65-F5344CB8AC3E}">
        <p14:creationId xmlns:p14="http://schemas.microsoft.com/office/powerpoint/2010/main" val="225721721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252746-D4E7-4B85-995E-F0825B17D26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4D6E2A7F-7C07-4F10-B2AC-936389135AB8}"/>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4">
            <a:extLst>
              <a:ext uri="{FF2B5EF4-FFF2-40B4-BE49-F238E27FC236}">
                <a16:creationId xmlns:a16="http://schemas.microsoft.com/office/drawing/2014/main" id="{5E4713AC-A3C9-4A09-8462-D68F64C0A263}"/>
              </a:ext>
            </a:extLst>
          </p:cNvPr>
          <p:cNvSpPr>
            <a:spLocks noGrp="1"/>
          </p:cNvSpPr>
          <p:nvPr>
            <p:ph type="sldNum" sz="quarter" idx="12"/>
          </p:nvPr>
        </p:nvSpPr>
        <p:spPr/>
        <p:txBody>
          <a:bodyPr/>
          <a:lstStyle>
            <a:lvl2pPr lvl="1">
              <a:defRPr/>
            </a:lvl2pPr>
          </a:lstStyle>
          <a:p>
            <a:pPr lvl="1"/>
            <a:fld id="{9C6BE582-286B-4647-89E9-2DDCDD1490BE}" type="slidenum">
              <a:rPr lang="en-US" altLang="en-US"/>
              <a:pPr lvl="1"/>
              <a:t>‹#›</a:t>
            </a:fld>
            <a:endParaRPr lang="en-US" altLang="en-US"/>
          </a:p>
        </p:txBody>
      </p:sp>
    </p:spTree>
    <p:extLst>
      <p:ext uri="{BB962C8B-B14F-4D97-AF65-F5344CB8AC3E}">
        <p14:creationId xmlns:p14="http://schemas.microsoft.com/office/powerpoint/2010/main" val="286498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4CBDC2BD-6B7E-49E9-911D-8DCE5447EAF1}"/>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C3C25FE-B17A-4800-8A72-379B83CDBD99}"/>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DF943460-5DA2-4F2B-B27F-A9ECA55D6FC9}"/>
              </a:ext>
            </a:extLst>
          </p:cNvPr>
          <p:cNvSpPr>
            <a:spLocks noGrp="1"/>
          </p:cNvSpPr>
          <p:nvPr>
            <p:ph type="sldNum" sz="quarter" idx="12"/>
          </p:nvPr>
        </p:nvSpPr>
        <p:spPr/>
        <p:txBody>
          <a:bodyPr/>
          <a:lstStyle>
            <a:lvl2pPr lvl="1">
              <a:defRPr/>
            </a:lvl2pPr>
          </a:lstStyle>
          <a:p>
            <a:pPr lvl="1"/>
            <a:fld id="{AD2CFC07-BDFD-4FD8-AEEA-8EE2BD6FEC33}" type="slidenum">
              <a:rPr lang="en-US" altLang="en-US"/>
              <a:pPr lvl="1"/>
              <a:t>‹#›</a:t>
            </a:fld>
            <a:endParaRPr lang="en-US" altLang="en-US"/>
          </a:p>
        </p:txBody>
      </p:sp>
    </p:spTree>
    <p:extLst>
      <p:ext uri="{BB962C8B-B14F-4D97-AF65-F5344CB8AC3E}">
        <p14:creationId xmlns:p14="http://schemas.microsoft.com/office/powerpoint/2010/main" val="3963381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D575308-EE3D-4847-8341-B6C58E1E2B62}"/>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40C50C7-848D-47BD-8D6E-9F9D18F0B314}"/>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721BE35-EB61-4664-942E-96195D317313}"/>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7978FCF2-5CF4-41D3-AD73-B668EEE2C8E4}"/>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E11436A6-847A-4529-A438-88DC94F54956}"/>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DE04778B-3B40-420D-B763-68DB33D50843}"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66"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media/image2.jpe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notesSlide" Target="../notesSlides/notesSlide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slideLayout" Target="../slideLayouts/slideLayout2.xml"/><Relationship Id="rId5" Type="http://schemas.openxmlformats.org/officeDocument/2006/relationships/tags" Target="../tags/tag24.xml"/><Relationship Id="rId10" Type="http://schemas.openxmlformats.org/officeDocument/2006/relationships/tags" Target="../tags/tag29.xml"/><Relationship Id="rId4" Type="http://schemas.openxmlformats.org/officeDocument/2006/relationships/tags" Target="../tags/tag23.xml"/><Relationship Id="rId9" Type="http://schemas.openxmlformats.org/officeDocument/2006/relationships/tags" Target="../tags/tag28.xml"/></Relationships>
</file>

<file path=ppt/slides/_rels/slide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2.jpe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tags" Target="../tags/tag34.xml"/><Relationship Id="rId16" Type="http://schemas.openxmlformats.org/officeDocument/2006/relationships/notesSlide" Target="../notesSlides/notesSlide3.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slideLayout" Target="../slideLayouts/slideLayout2.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s>
</file>

<file path=ppt/slides/_rels/slide5.xml.rels><?xml version="1.0" encoding="UTF-8" standalone="yes"?>
<Relationships xmlns="http://schemas.openxmlformats.org/package/2006/relationships"><Relationship Id="rId8" Type="http://schemas.openxmlformats.org/officeDocument/2006/relationships/tags" Target="../tags/tag54.xml"/><Relationship Id="rId13" Type="http://schemas.openxmlformats.org/officeDocument/2006/relationships/tags" Target="../tags/tag59.xml"/><Relationship Id="rId3" Type="http://schemas.openxmlformats.org/officeDocument/2006/relationships/tags" Target="../tags/tag49.xml"/><Relationship Id="rId7" Type="http://schemas.openxmlformats.org/officeDocument/2006/relationships/tags" Target="../tags/tag53.xml"/><Relationship Id="rId12" Type="http://schemas.openxmlformats.org/officeDocument/2006/relationships/tags" Target="../tags/tag58.xml"/><Relationship Id="rId17" Type="http://schemas.openxmlformats.org/officeDocument/2006/relationships/notesSlide" Target="../notesSlides/notesSlide4.xml"/><Relationship Id="rId2" Type="http://schemas.openxmlformats.org/officeDocument/2006/relationships/tags" Target="../tags/tag48.xml"/><Relationship Id="rId16"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tags" Target="../tags/tag57.xml"/><Relationship Id="rId5" Type="http://schemas.openxmlformats.org/officeDocument/2006/relationships/tags" Target="../tags/tag51.xml"/><Relationship Id="rId15" Type="http://schemas.openxmlformats.org/officeDocument/2006/relationships/tags" Target="../tags/tag61.xml"/><Relationship Id="rId10" Type="http://schemas.openxmlformats.org/officeDocument/2006/relationships/tags" Target="../tags/tag56.xml"/><Relationship Id="rId4" Type="http://schemas.openxmlformats.org/officeDocument/2006/relationships/tags" Target="../tags/tag50.xml"/><Relationship Id="rId9" Type="http://schemas.openxmlformats.org/officeDocument/2006/relationships/tags" Target="../tags/tag55.xml"/><Relationship Id="rId14" Type="http://schemas.openxmlformats.org/officeDocument/2006/relationships/tags" Target="../tags/tag60.xml"/></Relationships>
</file>

<file path=ppt/slides/_rels/slide6.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3" Type="http://schemas.openxmlformats.org/officeDocument/2006/relationships/tags" Target="../tags/tag64.xml"/><Relationship Id="rId7" Type="http://schemas.openxmlformats.org/officeDocument/2006/relationships/tags" Target="../tags/tag68.xml"/><Relationship Id="rId12" Type="http://schemas.openxmlformats.org/officeDocument/2006/relationships/tags" Target="../tags/tag73.xml"/><Relationship Id="rId2" Type="http://schemas.openxmlformats.org/officeDocument/2006/relationships/tags" Target="../tags/tag63.xml"/><Relationship Id="rId16" Type="http://schemas.openxmlformats.org/officeDocument/2006/relationships/notesSlide" Target="../notesSlides/notesSlide5.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5" Type="http://schemas.openxmlformats.org/officeDocument/2006/relationships/slideLayout" Target="../slideLayouts/slideLayout2.xml"/><Relationship Id="rId10" Type="http://schemas.openxmlformats.org/officeDocument/2006/relationships/tags" Target="../tags/tag71.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s>
</file>

<file path=ppt/slides/_rels/slide7.xml.rels><?xml version="1.0" encoding="UTF-8" standalone="yes"?>
<Relationships xmlns="http://schemas.openxmlformats.org/package/2006/relationships"><Relationship Id="rId26" Type="http://schemas.openxmlformats.org/officeDocument/2006/relationships/tags" Target="../tags/tag101.xml"/><Relationship Id="rId21" Type="http://schemas.openxmlformats.org/officeDocument/2006/relationships/tags" Target="../tags/tag96.xml"/><Relationship Id="rId34" Type="http://schemas.openxmlformats.org/officeDocument/2006/relationships/tags" Target="../tags/tag109.xml"/><Relationship Id="rId42" Type="http://schemas.openxmlformats.org/officeDocument/2006/relationships/tags" Target="../tags/tag117.xml"/><Relationship Id="rId47" Type="http://schemas.openxmlformats.org/officeDocument/2006/relationships/tags" Target="../tags/tag122.xml"/><Relationship Id="rId50" Type="http://schemas.openxmlformats.org/officeDocument/2006/relationships/tags" Target="../tags/tag125.xml"/><Relationship Id="rId55" Type="http://schemas.openxmlformats.org/officeDocument/2006/relationships/tags" Target="../tags/tag130.xml"/><Relationship Id="rId63" Type="http://schemas.openxmlformats.org/officeDocument/2006/relationships/tags" Target="../tags/tag138.xml"/><Relationship Id="rId7" Type="http://schemas.openxmlformats.org/officeDocument/2006/relationships/tags" Target="../tags/tag82.xml"/><Relationship Id="rId2" Type="http://schemas.openxmlformats.org/officeDocument/2006/relationships/tags" Target="../tags/tag77.xml"/><Relationship Id="rId16" Type="http://schemas.openxmlformats.org/officeDocument/2006/relationships/tags" Target="../tags/tag91.xml"/><Relationship Id="rId29" Type="http://schemas.openxmlformats.org/officeDocument/2006/relationships/tags" Target="../tags/tag104.xml"/><Relationship Id="rId11" Type="http://schemas.openxmlformats.org/officeDocument/2006/relationships/tags" Target="../tags/tag86.xml"/><Relationship Id="rId24" Type="http://schemas.openxmlformats.org/officeDocument/2006/relationships/tags" Target="../tags/tag99.xml"/><Relationship Id="rId32" Type="http://schemas.openxmlformats.org/officeDocument/2006/relationships/tags" Target="../tags/tag107.xml"/><Relationship Id="rId37" Type="http://schemas.openxmlformats.org/officeDocument/2006/relationships/tags" Target="../tags/tag112.xml"/><Relationship Id="rId40" Type="http://schemas.openxmlformats.org/officeDocument/2006/relationships/tags" Target="../tags/tag115.xml"/><Relationship Id="rId45" Type="http://schemas.openxmlformats.org/officeDocument/2006/relationships/tags" Target="../tags/tag120.xml"/><Relationship Id="rId53" Type="http://schemas.openxmlformats.org/officeDocument/2006/relationships/tags" Target="../tags/tag128.xml"/><Relationship Id="rId58" Type="http://schemas.openxmlformats.org/officeDocument/2006/relationships/tags" Target="../tags/tag133.xml"/><Relationship Id="rId5" Type="http://schemas.openxmlformats.org/officeDocument/2006/relationships/tags" Target="../tags/tag80.xml"/><Relationship Id="rId61" Type="http://schemas.openxmlformats.org/officeDocument/2006/relationships/tags" Target="../tags/tag136.xml"/><Relationship Id="rId19" Type="http://schemas.openxmlformats.org/officeDocument/2006/relationships/tags" Target="../tags/tag94.xml"/><Relationship Id="rId14" Type="http://schemas.openxmlformats.org/officeDocument/2006/relationships/tags" Target="../tags/tag89.xml"/><Relationship Id="rId22" Type="http://schemas.openxmlformats.org/officeDocument/2006/relationships/tags" Target="../tags/tag97.xml"/><Relationship Id="rId27" Type="http://schemas.openxmlformats.org/officeDocument/2006/relationships/tags" Target="../tags/tag102.xml"/><Relationship Id="rId30" Type="http://schemas.openxmlformats.org/officeDocument/2006/relationships/tags" Target="../tags/tag105.xml"/><Relationship Id="rId35" Type="http://schemas.openxmlformats.org/officeDocument/2006/relationships/tags" Target="../tags/tag110.xml"/><Relationship Id="rId43" Type="http://schemas.openxmlformats.org/officeDocument/2006/relationships/tags" Target="../tags/tag118.xml"/><Relationship Id="rId48" Type="http://schemas.openxmlformats.org/officeDocument/2006/relationships/tags" Target="../tags/tag123.xml"/><Relationship Id="rId56" Type="http://schemas.openxmlformats.org/officeDocument/2006/relationships/tags" Target="../tags/tag131.xml"/><Relationship Id="rId64" Type="http://schemas.openxmlformats.org/officeDocument/2006/relationships/slideLayout" Target="../slideLayouts/slideLayout2.xml"/><Relationship Id="rId8" Type="http://schemas.openxmlformats.org/officeDocument/2006/relationships/tags" Target="../tags/tag83.xml"/><Relationship Id="rId51" Type="http://schemas.openxmlformats.org/officeDocument/2006/relationships/tags" Target="../tags/tag126.xml"/><Relationship Id="rId3" Type="http://schemas.openxmlformats.org/officeDocument/2006/relationships/tags" Target="../tags/tag78.xml"/><Relationship Id="rId12" Type="http://schemas.openxmlformats.org/officeDocument/2006/relationships/tags" Target="../tags/tag87.xml"/><Relationship Id="rId17" Type="http://schemas.openxmlformats.org/officeDocument/2006/relationships/tags" Target="../tags/tag92.xml"/><Relationship Id="rId25" Type="http://schemas.openxmlformats.org/officeDocument/2006/relationships/tags" Target="../tags/tag100.xml"/><Relationship Id="rId33" Type="http://schemas.openxmlformats.org/officeDocument/2006/relationships/tags" Target="../tags/tag108.xml"/><Relationship Id="rId38" Type="http://schemas.openxmlformats.org/officeDocument/2006/relationships/tags" Target="../tags/tag113.xml"/><Relationship Id="rId46" Type="http://schemas.openxmlformats.org/officeDocument/2006/relationships/tags" Target="../tags/tag121.xml"/><Relationship Id="rId59" Type="http://schemas.openxmlformats.org/officeDocument/2006/relationships/tags" Target="../tags/tag134.xml"/><Relationship Id="rId20" Type="http://schemas.openxmlformats.org/officeDocument/2006/relationships/tags" Target="../tags/tag95.xml"/><Relationship Id="rId41" Type="http://schemas.openxmlformats.org/officeDocument/2006/relationships/tags" Target="../tags/tag116.xml"/><Relationship Id="rId54" Type="http://schemas.openxmlformats.org/officeDocument/2006/relationships/tags" Target="../tags/tag129.xml"/><Relationship Id="rId62" Type="http://schemas.openxmlformats.org/officeDocument/2006/relationships/tags" Target="../tags/tag137.xml"/><Relationship Id="rId1" Type="http://schemas.openxmlformats.org/officeDocument/2006/relationships/tags" Target="../tags/tag76.xml"/><Relationship Id="rId6" Type="http://schemas.openxmlformats.org/officeDocument/2006/relationships/tags" Target="../tags/tag81.xml"/><Relationship Id="rId15" Type="http://schemas.openxmlformats.org/officeDocument/2006/relationships/tags" Target="../tags/tag90.xml"/><Relationship Id="rId23" Type="http://schemas.openxmlformats.org/officeDocument/2006/relationships/tags" Target="../tags/tag98.xml"/><Relationship Id="rId28" Type="http://schemas.openxmlformats.org/officeDocument/2006/relationships/tags" Target="../tags/tag103.xml"/><Relationship Id="rId36" Type="http://schemas.openxmlformats.org/officeDocument/2006/relationships/tags" Target="../tags/tag111.xml"/><Relationship Id="rId49" Type="http://schemas.openxmlformats.org/officeDocument/2006/relationships/tags" Target="../tags/tag124.xml"/><Relationship Id="rId57" Type="http://schemas.openxmlformats.org/officeDocument/2006/relationships/tags" Target="../tags/tag132.xml"/><Relationship Id="rId10" Type="http://schemas.openxmlformats.org/officeDocument/2006/relationships/tags" Target="../tags/tag85.xml"/><Relationship Id="rId31" Type="http://schemas.openxmlformats.org/officeDocument/2006/relationships/tags" Target="../tags/tag106.xml"/><Relationship Id="rId44" Type="http://schemas.openxmlformats.org/officeDocument/2006/relationships/tags" Target="../tags/tag119.xml"/><Relationship Id="rId52" Type="http://schemas.openxmlformats.org/officeDocument/2006/relationships/tags" Target="../tags/tag127.xml"/><Relationship Id="rId60" Type="http://schemas.openxmlformats.org/officeDocument/2006/relationships/tags" Target="../tags/tag135.xml"/><Relationship Id="rId65" Type="http://schemas.openxmlformats.org/officeDocument/2006/relationships/notesSlide" Target="../notesSlides/notesSlide6.xml"/><Relationship Id="rId4" Type="http://schemas.openxmlformats.org/officeDocument/2006/relationships/tags" Target="../tags/tag79.xml"/><Relationship Id="rId9" Type="http://schemas.openxmlformats.org/officeDocument/2006/relationships/tags" Target="../tags/tag84.xml"/><Relationship Id="rId13" Type="http://schemas.openxmlformats.org/officeDocument/2006/relationships/tags" Target="../tags/tag88.xml"/><Relationship Id="rId18" Type="http://schemas.openxmlformats.org/officeDocument/2006/relationships/tags" Target="../tags/tag93.xml"/><Relationship Id="rId39" Type="http://schemas.openxmlformats.org/officeDocument/2006/relationships/tags" Target="../tags/tag114.xml"/></Relationships>
</file>

<file path=ppt/slides/_rels/slide8.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2.jpe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image" Target="../media/image2.jpe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0F85797-DA9F-4E9D-9884-0778D414DE4E}"/>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a:t>ECE/CS 552: Virtual Memory</a:t>
            </a:r>
          </a:p>
        </p:txBody>
      </p:sp>
      <p:sp>
        <p:nvSpPr>
          <p:cNvPr id="3" name="Subtitle 2">
            <a:extLst>
              <a:ext uri="{FF2B5EF4-FFF2-40B4-BE49-F238E27FC236}">
                <a16:creationId xmlns:a16="http://schemas.microsoft.com/office/drawing/2014/main" id="{CD80CA9F-F218-40E5-87C0-1EBB3CC3C8DC}"/>
              </a:ext>
            </a:extLst>
          </p:cNvPr>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 </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Mikko </a:t>
            </a:r>
            <a:r>
              <a:rPr lang="en-US" dirty="0" err="1"/>
              <a:t>Lipasti</a:t>
            </a:r>
            <a:r>
              <a:rPr lang="en-US" dirty="0"/>
              <a:t>, Mark Hill, David Wood, Guri Sohi, John Shen and Jim Smith</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Virtual Memory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3">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59436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B6AB0B9-7F49-4ABA-8C4B-969FF4CC2DE3}"/>
              </a:ext>
            </a:extLst>
          </p:cNvPr>
          <p:cNvSpPr txBox="1"/>
          <p:nvPr>
            <p:custDataLst>
              <p:tags r:id="rId8"/>
            </p:custDataLst>
          </p:nvPr>
        </p:nvSpPr>
        <p:spPr>
          <a:xfrm>
            <a:off x="685800" y="1833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26" name="TextBox 25">
            <a:extLst>
              <a:ext uri="{FF2B5EF4-FFF2-40B4-BE49-F238E27FC236}">
                <a16:creationId xmlns:a16="http://schemas.microsoft.com/office/drawing/2014/main" id="{5CC1DCD8-0E66-4156-81C9-334FEB3BE909}"/>
              </a:ext>
            </a:extLst>
          </p:cNvPr>
          <p:cNvSpPr txBox="1"/>
          <p:nvPr>
            <p:custDataLst>
              <p:tags r:id="rId9"/>
            </p:custDataLst>
          </p:nvPr>
        </p:nvSpPr>
        <p:spPr>
          <a:xfrm>
            <a:off x="3352800" y="1833706"/>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sp>
        <p:nvSpPr>
          <p:cNvPr id="27" name="TextBox 26">
            <a:extLst>
              <a:ext uri="{FF2B5EF4-FFF2-40B4-BE49-F238E27FC236}">
                <a16:creationId xmlns:a16="http://schemas.microsoft.com/office/drawing/2014/main" id="{67F010F4-5D24-4A95-B18C-9436B4FF687F}"/>
              </a:ext>
            </a:extLst>
          </p:cNvPr>
          <p:cNvSpPr txBox="1"/>
          <p:nvPr>
            <p:custDataLst>
              <p:tags r:id="rId10"/>
            </p:custDataLst>
          </p:nvPr>
        </p:nvSpPr>
        <p:spPr>
          <a:xfrm>
            <a:off x="5994578" y="1833706"/>
            <a:ext cx="2438399" cy="1290494"/>
          </a:xfrm>
          <a:prstGeom prst="rect">
            <a:avLst/>
          </a:prstGeom>
          <a:solidFill>
            <a:schemeClr val="bg1"/>
          </a:solidFill>
        </p:spPr>
        <p:txBody>
          <a:bodyPr wrap="square" rtlCol="0" anchor="t">
            <a:noAutofit/>
          </a:bodyPr>
          <a:lstStyle/>
          <a:p>
            <a:r>
              <a:rPr lang="en-US" sz="2000" b="1" dirty="0">
                <a:solidFill>
                  <a:srgbClr val="00B050"/>
                </a:solidFill>
                <a:latin typeface="Courier New" panose="02070309020205020404" pitchFamily="49" charset="0"/>
                <a:cs typeface="Courier New" panose="02070309020205020404" pitchFamily="49" charset="0"/>
              </a:rPr>
              <a:t>int main ()</a:t>
            </a:r>
          </a:p>
          <a:p>
            <a:r>
              <a:rPr lang="en-US" sz="2000" b="1" dirty="0">
                <a:solidFill>
                  <a:srgbClr val="00B050"/>
                </a:solidFill>
                <a:latin typeface="Courier New" panose="02070309020205020404" pitchFamily="49" charset="0"/>
                <a:cs typeface="Courier New" panose="02070309020205020404" pitchFamily="49" charset="0"/>
              </a:rPr>
              <a:t>{</a:t>
            </a:r>
          </a:p>
          <a:p>
            <a:r>
              <a:rPr lang="en-US" sz="2000" b="1" dirty="0">
                <a:solidFill>
                  <a:srgbClr val="00B050"/>
                </a:solidFill>
                <a:latin typeface="Courier New" panose="02070309020205020404" pitchFamily="49" charset="0"/>
                <a:cs typeface="Courier New" panose="02070309020205020404" pitchFamily="49" charset="0"/>
              </a:rPr>
              <a:t>  // process C</a:t>
            </a:r>
          </a:p>
          <a:p>
            <a:r>
              <a:rPr lang="en-US" sz="2000" b="1" dirty="0">
                <a:solidFill>
                  <a:srgbClr val="00B050"/>
                </a:solidFill>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63621520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8F68764F-ED09-4C94-95E6-0EAF24A41CD3}"/>
              </a:ext>
            </a:extLst>
          </p:cNvPr>
          <p:cNvPicPr>
            <a:picLocks noChangeAspect="1" noChangeArrowheads="1"/>
          </p:cNvPicPr>
          <p:nvPr/>
        </p:nvPicPr>
        <p:blipFill>
          <a:blip r:embed="rId5">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nvPr>
        </p:nvSpPr>
        <p:spPr>
          <a:xfrm>
            <a:off x="457200" y="274638"/>
            <a:ext cx="7772400" cy="1143000"/>
          </a:xfrm>
        </p:spPr>
        <p:txBody>
          <a:bodyPr/>
          <a:lstStyle/>
          <a:p>
            <a:pPr eaLnBrk="1" hangingPunct="1"/>
            <a:r>
              <a:rPr lang="en-US" altLang="en-US" dirty="0"/>
              <a:t>Virtual Memory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3</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nvSpPr>
        <p:spPr>
          <a:xfrm>
            <a:off x="1376362" y="3886200"/>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nvSpPr>
        <p:spPr>
          <a:xfrm>
            <a:off x="6176962" y="3866717"/>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sp>
        <p:nvSpPr>
          <p:cNvPr id="18" name="Rectangle 17">
            <a:extLst>
              <a:ext uri="{FF2B5EF4-FFF2-40B4-BE49-F238E27FC236}">
                <a16:creationId xmlns:a16="http://schemas.microsoft.com/office/drawing/2014/main" id="{2D7A2886-7379-423F-85D4-322ACFAFD94C}"/>
              </a:ext>
            </a:extLst>
          </p:cNvPr>
          <p:cNvSpPr/>
          <p:nvPr/>
        </p:nvSpPr>
        <p:spPr>
          <a:xfrm>
            <a:off x="2906701" y="5029200"/>
            <a:ext cx="3330597"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nvSpPr>
        <p:spPr>
          <a:xfrm>
            <a:off x="1731234" y="5943600"/>
            <a:ext cx="5681530"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68064B-1E50-4180-A1A3-2C481C7060FE}"/>
              </a:ext>
            </a:extLst>
          </p:cNvPr>
          <p:cNvSpPr/>
          <p:nvPr/>
        </p:nvSpPr>
        <p:spPr>
          <a:xfrm>
            <a:off x="6096005" y="5943600"/>
            <a:ext cx="1316758" cy="533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cxnSp>
        <p:nvCxnSpPr>
          <p:cNvPr id="26" name="Straight Connector 25">
            <a:extLst>
              <a:ext uri="{FF2B5EF4-FFF2-40B4-BE49-F238E27FC236}">
                <a16:creationId xmlns:a16="http://schemas.microsoft.com/office/drawing/2014/main" id="{E045391E-B695-4246-BB2B-6586C3716530}"/>
              </a:ext>
            </a:extLst>
          </p:cNvPr>
          <p:cNvCxnSpPr>
            <a:cxnSpLocks/>
          </p:cNvCxnSpPr>
          <p:nvPr/>
        </p:nvCxnSpPr>
        <p:spPr>
          <a:xfrm>
            <a:off x="2133600" y="3505200"/>
            <a:ext cx="6263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6A592D-870D-4A0F-A77D-D2C426AC1009}"/>
              </a:ext>
            </a:extLst>
          </p:cNvPr>
          <p:cNvCxnSpPr>
            <a:cxnSpLocks/>
          </p:cNvCxnSpPr>
          <p:nvPr/>
        </p:nvCxnSpPr>
        <p:spPr>
          <a:xfrm>
            <a:off x="8382000" y="3505200"/>
            <a:ext cx="0" cy="2651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51E0218-F441-49B1-8F2B-F01DADCD705E}"/>
              </a:ext>
            </a:extLst>
          </p:cNvPr>
          <p:cNvCxnSpPr>
            <a:cxnSpLocks/>
          </p:cNvCxnSpPr>
          <p:nvPr/>
        </p:nvCxnSpPr>
        <p:spPr>
          <a:xfrm>
            <a:off x="7412763" y="6172200"/>
            <a:ext cx="9692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1950720" y="36991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6751320" y="36762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5AF3BC0-1483-43FA-B8C7-5E5F4F95352B}"/>
              </a:ext>
            </a:extLst>
          </p:cNvPr>
          <p:cNvSpPr txBox="1"/>
          <p:nvPr>
            <p:custDataLst>
              <p:tags r:id="rId1"/>
            </p:custDataLst>
          </p:nvPr>
        </p:nvSpPr>
        <p:spPr>
          <a:xfrm>
            <a:off x="685800" y="1833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39" name="TextBox 38">
            <a:extLst>
              <a:ext uri="{FF2B5EF4-FFF2-40B4-BE49-F238E27FC236}">
                <a16:creationId xmlns:a16="http://schemas.microsoft.com/office/drawing/2014/main" id="{F7B87341-1DF7-49E0-9DBF-454018877583}"/>
              </a:ext>
            </a:extLst>
          </p:cNvPr>
          <p:cNvSpPr txBox="1"/>
          <p:nvPr>
            <p:custDataLst>
              <p:tags r:id="rId2"/>
            </p:custDataLst>
          </p:nvPr>
        </p:nvSpPr>
        <p:spPr>
          <a:xfrm>
            <a:off x="3352800" y="1833706"/>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sp>
        <p:nvSpPr>
          <p:cNvPr id="40" name="TextBox 39">
            <a:extLst>
              <a:ext uri="{FF2B5EF4-FFF2-40B4-BE49-F238E27FC236}">
                <a16:creationId xmlns:a16="http://schemas.microsoft.com/office/drawing/2014/main" id="{931E1588-BE6D-4CBB-B890-093B3FCBE416}"/>
              </a:ext>
            </a:extLst>
          </p:cNvPr>
          <p:cNvSpPr txBox="1"/>
          <p:nvPr>
            <p:custDataLst>
              <p:tags r:id="rId3"/>
            </p:custDataLst>
          </p:nvPr>
        </p:nvSpPr>
        <p:spPr>
          <a:xfrm>
            <a:off x="5994578" y="1833706"/>
            <a:ext cx="2438399" cy="1290494"/>
          </a:xfrm>
          <a:prstGeom prst="rect">
            <a:avLst/>
          </a:prstGeom>
          <a:solidFill>
            <a:schemeClr val="bg1"/>
          </a:solidFill>
        </p:spPr>
        <p:txBody>
          <a:bodyPr wrap="square" rtlCol="0" anchor="t">
            <a:noAutofit/>
          </a:bodyPr>
          <a:lstStyle/>
          <a:p>
            <a:r>
              <a:rPr lang="en-US" sz="2000" b="1" dirty="0">
                <a:solidFill>
                  <a:srgbClr val="00B050"/>
                </a:solidFill>
                <a:latin typeface="Courier New" panose="02070309020205020404" pitchFamily="49" charset="0"/>
                <a:cs typeface="Courier New" panose="02070309020205020404" pitchFamily="49" charset="0"/>
              </a:rPr>
              <a:t>int main ()</a:t>
            </a:r>
          </a:p>
          <a:p>
            <a:r>
              <a:rPr lang="en-US" sz="2000" b="1" dirty="0">
                <a:solidFill>
                  <a:srgbClr val="00B050"/>
                </a:solidFill>
                <a:latin typeface="Courier New" panose="02070309020205020404" pitchFamily="49" charset="0"/>
                <a:cs typeface="Courier New" panose="02070309020205020404" pitchFamily="49" charset="0"/>
              </a:rPr>
              <a:t>{</a:t>
            </a:r>
          </a:p>
          <a:p>
            <a:r>
              <a:rPr lang="en-US" sz="2000" b="1" dirty="0">
                <a:solidFill>
                  <a:srgbClr val="00B050"/>
                </a:solidFill>
                <a:latin typeface="Courier New" panose="02070309020205020404" pitchFamily="49" charset="0"/>
                <a:cs typeface="Courier New" panose="02070309020205020404" pitchFamily="49" charset="0"/>
              </a:rPr>
              <a:t>  // process C</a:t>
            </a:r>
          </a:p>
          <a:p>
            <a:r>
              <a:rPr lang="en-US" sz="2000" b="1" dirty="0">
                <a:solidFill>
                  <a:srgbClr val="00B050"/>
                </a:solidFill>
                <a:latin typeface="Courier New" panose="02070309020205020404" pitchFamily="49" charset="0"/>
                <a:cs typeface="Courier New" panose="02070309020205020404" pitchFamily="49" charset="0"/>
              </a:rPr>
              <a:t>}</a:t>
            </a:r>
          </a:p>
        </p:txBody>
      </p:sp>
      <p:cxnSp>
        <p:nvCxnSpPr>
          <p:cNvPr id="41" name="Straight Connector 40">
            <a:extLst>
              <a:ext uri="{FF2B5EF4-FFF2-40B4-BE49-F238E27FC236}">
                <a16:creationId xmlns:a16="http://schemas.microsoft.com/office/drawing/2014/main" id="{62E49063-AF09-4BEF-9DB0-2F9ACDB1873A}"/>
              </a:ext>
            </a:extLst>
          </p:cNvPr>
          <p:cNvCxnSpPr>
            <a:cxnSpLocks/>
          </p:cNvCxnSpPr>
          <p:nvPr/>
        </p:nvCxnSpPr>
        <p:spPr>
          <a:xfrm>
            <a:off x="-1" y="3733800"/>
            <a:ext cx="9144000" cy="0"/>
          </a:xfrm>
          <a:prstGeom prst="line">
            <a:avLst/>
          </a:prstGeom>
          <a:ln w="635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0480F0D-B961-48CB-B06A-3D9370286BB0}"/>
              </a:ext>
            </a:extLst>
          </p:cNvPr>
          <p:cNvSpPr txBox="1"/>
          <p:nvPr/>
        </p:nvSpPr>
        <p:spPr>
          <a:xfrm>
            <a:off x="-819" y="3291642"/>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virtual</a:t>
            </a:r>
          </a:p>
        </p:txBody>
      </p:sp>
      <p:sp>
        <p:nvSpPr>
          <p:cNvPr id="43" name="TextBox 42">
            <a:extLst>
              <a:ext uri="{FF2B5EF4-FFF2-40B4-BE49-F238E27FC236}">
                <a16:creationId xmlns:a16="http://schemas.microsoft.com/office/drawing/2014/main" id="{08387C94-E2F3-4419-8EBA-C5215726AF7F}"/>
              </a:ext>
            </a:extLst>
          </p:cNvPr>
          <p:cNvSpPr txBox="1"/>
          <p:nvPr/>
        </p:nvSpPr>
        <p:spPr>
          <a:xfrm>
            <a:off x="-1585" y="3696979"/>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physical</a:t>
            </a:r>
          </a:p>
        </p:txBody>
      </p:sp>
    </p:spTree>
    <p:extLst>
      <p:ext uri="{BB962C8B-B14F-4D97-AF65-F5344CB8AC3E}">
        <p14:creationId xmlns:p14="http://schemas.microsoft.com/office/powerpoint/2010/main" val="424824734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4</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3F71D58F-4E82-4301-BE55-BCA8FE87F565}"/>
              </a:ext>
            </a:extLst>
          </p:cNvPr>
          <p:cNvSpPr txBox="1"/>
          <p:nvPr>
            <p:custDataLst>
              <p:tags r:id="rId4"/>
            </p:custDataLst>
          </p:nvPr>
        </p:nvSpPr>
        <p:spPr>
          <a:xfrm>
            <a:off x="526929" y="1414730"/>
            <a:ext cx="8617071" cy="5329737"/>
          </a:xfrm>
          <a:prstGeom prst="rect">
            <a:avLst/>
          </a:prstGeom>
          <a:noFill/>
        </p:spPr>
        <p:txBody>
          <a:bodyPr wrap="square" rtlCol="0" anchor="t">
            <a:noAutofit/>
          </a:bodyPr>
          <a:lstStyle/>
          <a:p>
            <a:r>
              <a:rPr lang="en-US" sz="3200" dirty="0">
                <a:latin typeface="+mn-lt"/>
              </a:rPr>
              <a:t>How are addresses translated? Software </a:t>
            </a:r>
            <a:r>
              <a:rPr lang="en-US" sz="3200" b="1" dirty="0">
                <a:latin typeface="+mn-lt"/>
              </a:rPr>
              <a:t>page walk</a:t>
            </a:r>
          </a:p>
          <a:p>
            <a:pPr marL="457200" indent="-457200">
              <a:buFont typeface="Arial" panose="020B0604020202020204" pitchFamily="34" charset="0"/>
              <a:buChar char="•"/>
            </a:pPr>
            <a:r>
              <a:rPr lang="en-US" sz="2800" dirty="0">
                <a:latin typeface="+mn-lt"/>
              </a:rPr>
              <a:t>Each program is allocated a </a:t>
            </a:r>
            <a:r>
              <a:rPr lang="en-US" sz="2800" b="1" dirty="0">
                <a:latin typeface="+mn-lt"/>
              </a:rPr>
              <a:t>page table</a:t>
            </a:r>
          </a:p>
          <a:p>
            <a:pPr marL="914400" lvl="1" indent="-457200">
              <a:buFont typeface="Wingdings" panose="05000000000000000000" pitchFamily="2" charset="2"/>
              <a:buChar char="Ø"/>
            </a:pPr>
            <a:r>
              <a:rPr lang="en-US" sz="2400" dirty="0">
                <a:latin typeface="+mn-lt"/>
              </a:rPr>
              <a:t>Managed by the OS</a:t>
            </a:r>
          </a:p>
          <a:p>
            <a:pPr marL="914400" lvl="1" indent="-457200">
              <a:buFont typeface="Wingdings" panose="05000000000000000000" pitchFamily="2" charset="2"/>
              <a:buChar char="Ø"/>
            </a:pPr>
            <a:r>
              <a:rPr lang="en-US" sz="2400" dirty="0">
                <a:latin typeface="+mn-lt"/>
              </a:rPr>
              <a:t>Maps every VPN to a PPN</a:t>
            </a:r>
          </a:p>
          <a:p>
            <a:pPr marL="914400" lvl="1" indent="-457200">
              <a:buFont typeface="Wingdings" panose="05000000000000000000" pitchFamily="2" charset="2"/>
              <a:buChar char="Ø"/>
            </a:pPr>
            <a:r>
              <a:rPr lang="en-US" sz="2400" dirty="0">
                <a:latin typeface="+mn-lt"/>
              </a:rPr>
              <a:t>Address translation = page table lookup (i.e., page walk)</a:t>
            </a:r>
          </a:p>
        </p:txBody>
      </p:sp>
      <p:sp>
        <p:nvSpPr>
          <p:cNvPr id="25" name="Rectangle 18">
            <a:extLst>
              <a:ext uri="{FF2B5EF4-FFF2-40B4-BE49-F238E27FC236}">
                <a16:creationId xmlns:a16="http://schemas.microsoft.com/office/drawing/2014/main" id="{8229113D-3886-46FD-ADF0-0FB76A9F108D}"/>
              </a:ext>
            </a:extLst>
          </p:cNvPr>
          <p:cNvSpPr>
            <a:spLocks noChangeArrowheads="1"/>
          </p:cNvSpPr>
          <p:nvPr>
            <p:custDataLst>
              <p:tags r:id="rId5"/>
            </p:custDataLst>
          </p:nvPr>
        </p:nvSpPr>
        <p:spPr bwMode="auto">
          <a:xfrm>
            <a:off x="2514600" y="4077437"/>
            <a:ext cx="32766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 (VPN)</a:t>
            </a:r>
          </a:p>
        </p:txBody>
      </p:sp>
      <p:sp>
        <p:nvSpPr>
          <p:cNvPr id="27" name="Rectangle 18">
            <a:extLst>
              <a:ext uri="{FF2B5EF4-FFF2-40B4-BE49-F238E27FC236}">
                <a16:creationId xmlns:a16="http://schemas.microsoft.com/office/drawing/2014/main" id="{DA169D33-550C-4DF9-8942-62CB2B9DFB51}"/>
              </a:ext>
            </a:extLst>
          </p:cNvPr>
          <p:cNvSpPr>
            <a:spLocks noChangeArrowheads="1"/>
          </p:cNvSpPr>
          <p:nvPr>
            <p:custDataLst>
              <p:tags r:id="rId6"/>
            </p:custDataLst>
          </p:nvPr>
        </p:nvSpPr>
        <p:spPr bwMode="auto">
          <a:xfrm>
            <a:off x="3048000" y="5753837"/>
            <a:ext cx="27432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Physical Page Number (PPN)</a:t>
            </a:r>
          </a:p>
        </p:txBody>
      </p:sp>
      <p:sp>
        <p:nvSpPr>
          <p:cNvPr id="28" name="Rectangle 19">
            <a:extLst>
              <a:ext uri="{FF2B5EF4-FFF2-40B4-BE49-F238E27FC236}">
                <a16:creationId xmlns:a16="http://schemas.microsoft.com/office/drawing/2014/main" id="{8CB85780-C06E-404C-9175-76A5C54F88BE}"/>
              </a:ext>
            </a:extLst>
          </p:cNvPr>
          <p:cNvSpPr>
            <a:spLocks noChangeArrowheads="1"/>
          </p:cNvSpPr>
          <p:nvPr>
            <p:custDataLst>
              <p:tags r:id="rId7"/>
            </p:custDataLst>
          </p:nvPr>
        </p:nvSpPr>
        <p:spPr bwMode="auto">
          <a:xfrm>
            <a:off x="5791200" y="57538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Offset</a:t>
            </a:r>
          </a:p>
        </p:txBody>
      </p:sp>
      <p:sp>
        <p:nvSpPr>
          <p:cNvPr id="29" name="Rectangle 28">
            <a:extLst>
              <a:ext uri="{FF2B5EF4-FFF2-40B4-BE49-F238E27FC236}">
                <a16:creationId xmlns:a16="http://schemas.microsoft.com/office/drawing/2014/main" id="{1434F183-4067-445D-A6B3-6DA9B341E187}"/>
              </a:ext>
            </a:extLst>
          </p:cNvPr>
          <p:cNvSpPr/>
          <p:nvPr>
            <p:custDataLst>
              <p:tags r:id="rId8"/>
            </p:custDataLst>
          </p:nvPr>
        </p:nvSpPr>
        <p:spPr>
          <a:xfrm>
            <a:off x="3200400" y="4730874"/>
            <a:ext cx="2286000" cy="757000"/>
          </a:xfrm>
          <a:prstGeom prst="rect">
            <a:avLst/>
          </a:prstGeom>
          <a:solidFill>
            <a:schemeClr val="accent6">
              <a:lumMod val="60000"/>
              <a:lumOff val="4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sp>
        <p:nvSpPr>
          <p:cNvPr id="30" name="Arrow: Down 29">
            <a:extLst>
              <a:ext uri="{FF2B5EF4-FFF2-40B4-BE49-F238E27FC236}">
                <a16:creationId xmlns:a16="http://schemas.microsoft.com/office/drawing/2014/main" id="{820698A9-6B18-4418-A694-6B430DD2DDC1}"/>
              </a:ext>
            </a:extLst>
          </p:cNvPr>
          <p:cNvSpPr/>
          <p:nvPr>
            <p:custDataLst>
              <p:tags r:id="rId9"/>
            </p:custDataLst>
          </p:nvPr>
        </p:nvSpPr>
        <p:spPr>
          <a:xfrm>
            <a:off x="4191000" y="4462819"/>
            <a:ext cx="304800" cy="22921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CBAEAB8-D305-402F-BD80-4E94CA225C5A}"/>
              </a:ext>
            </a:extLst>
          </p:cNvPr>
          <p:cNvSpPr/>
          <p:nvPr>
            <p:custDataLst>
              <p:tags r:id="rId10"/>
            </p:custDataLst>
          </p:nvPr>
        </p:nvSpPr>
        <p:spPr>
          <a:xfrm>
            <a:off x="4191000" y="5514421"/>
            <a:ext cx="304800" cy="202053"/>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C16E2598-46F5-43A3-BEF9-CCA3A80B2BD5}"/>
              </a:ext>
            </a:extLst>
          </p:cNvPr>
          <p:cNvSpPr/>
          <p:nvPr>
            <p:custDataLst>
              <p:tags r:id="rId11"/>
            </p:custDataLst>
          </p:nvPr>
        </p:nvSpPr>
        <p:spPr>
          <a:xfrm>
            <a:off x="6667500" y="4455528"/>
            <a:ext cx="304800" cy="1222108"/>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C994C4A-4CE4-4372-8188-3983F468361D}"/>
              </a:ext>
            </a:extLst>
          </p:cNvPr>
          <p:cNvSpPr txBox="1"/>
          <p:nvPr>
            <p:custDataLst>
              <p:tags r:id="rId12"/>
            </p:custDataLst>
          </p:nvPr>
        </p:nvSpPr>
        <p:spPr>
          <a:xfrm>
            <a:off x="526929" y="4189526"/>
            <a:ext cx="2025771" cy="458674"/>
          </a:xfrm>
          <a:prstGeom prst="rect">
            <a:avLst/>
          </a:prstGeom>
          <a:noFill/>
        </p:spPr>
        <p:txBody>
          <a:bodyPr wrap="square" rtlCol="0" anchor="ctr">
            <a:noAutofit/>
          </a:bodyPr>
          <a:lstStyle/>
          <a:p>
            <a:pPr algn="r"/>
            <a:r>
              <a:rPr lang="en-US" sz="1800" b="1" dirty="0">
                <a:latin typeface="+mn-lt"/>
              </a:rPr>
              <a:t>virtual address</a:t>
            </a:r>
          </a:p>
          <a:p>
            <a:pPr algn="r"/>
            <a:r>
              <a:rPr lang="en-US" sz="1800" b="1" dirty="0">
                <a:latin typeface="+mn-lt"/>
              </a:rPr>
              <a:t>(e.g., 32-bit MIPS)</a:t>
            </a:r>
          </a:p>
        </p:txBody>
      </p:sp>
      <p:sp>
        <p:nvSpPr>
          <p:cNvPr id="34" name="TextBox 33">
            <a:extLst>
              <a:ext uri="{FF2B5EF4-FFF2-40B4-BE49-F238E27FC236}">
                <a16:creationId xmlns:a16="http://schemas.microsoft.com/office/drawing/2014/main" id="{995CC56A-0390-4E5A-9872-74A7779E580D}"/>
              </a:ext>
            </a:extLst>
          </p:cNvPr>
          <p:cNvSpPr txBox="1"/>
          <p:nvPr>
            <p:custDataLst>
              <p:tags r:id="rId13"/>
            </p:custDataLst>
          </p:nvPr>
        </p:nvSpPr>
        <p:spPr>
          <a:xfrm>
            <a:off x="1278866" y="5715000"/>
            <a:ext cx="1790700" cy="458674"/>
          </a:xfrm>
          <a:prstGeom prst="rect">
            <a:avLst/>
          </a:prstGeom>
          <a:noFill/>
        </p:spPr>
        <p:txBody>
          <a:bodyPr wrap="square" rtlCol="0" anchor="ctr">
            <a:noAutofit/>
          </a:bodyPr>
          <a:lstStyle/>
          <a:p>
            <a:pPr algn="r"/>
            <a:r>
              <a:rPr lang="en-US" sz="1800" b="1" dirty="0">
                <a:latin typeface="+mn-lt"/>
              </a:rPr>
              <a:t>physical address</a:t>
            </a:r>
          </a:p>
        </p:txBody>
      </p:sp>
      <p:sp>
        <p:nvSpPr>
          <p:cNvPr id="26" name="Rectangle 19">
            <a:extLst>
              <a:ext uri="{FF2B5EF4-FFF2-40B4-BE49-F238E27FC236}">
                <a16:creationId xmlns:a16="http://schemas.microsoft.com/office/drawing/2014/main" id="{5FA40DE3-6D3F-43D8-AE30-DD9B09C130E9}"/>
              </a:ext>
            </a:extLst>
          </p:cNvPr>
          <p:cNvSpPr>
            <a:spLocks noChangeArrowheads="1"/>
          </p:cNvSpPr>
          <p:nvPr>
            <p:custDataLst>
              <p:tags r:id="rId14"/>
            </p:custDataLst>
          </p:nvPr>
        </p:nvSpPr>
        <p:spPr bwMode="auto">
          <a:xfrm>
            <a:off x="5791200" y="4077437"/>
            <a:ext cx="2057400" cy="381000"/>
          </a:xfrm>
          <a:prstGeom prst="rect">
            <a:avLst/>
          </a:prstGeom>
          <a:solidFill>
            <a:schemeClr val="bg1">
              <a:lumMod val="8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Offset</a:t>
            </a:r>
          </a:p>
        </p:txBody>
      </p:sp>
    </p:spTree>
    <p:custDataLst>
      <p:tags r:id="rId1"/>
    </p:custDataLst>
    <p:extLst>
      <p:ext uri="{BB962C8B-B14F-4D97-AF65-F5344CB8AC3E}">
        <p14:creationId xmlns:p14="http://schemas.microsoft.com/office/powerpoint/2010/main" val="259450490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5</a:t>
            </a:fld>
            <a:endParaRPr lang="en-US" altLang="en-US" sz="1400"/>
          </a:p>
        </p:txBody>
      </p:sp>
      <p:sp>
        <p:nvSpPr>
          <p:cNvPr id="20" name="TextBox 19">
            <a:extLst>
              <a:ext uri="{FF2B5EF4-FFF2-40B4-BE49-F238E27FC236}">
                <a16:creationId xmlns:a16="http://schemas.microsoft.com/office/drawing/2014/main" id="{7B6AB0B9-7F49-4ABA-8C4B-969FF4CC2DE3}"/>
              </a:ext>
            </a:extLst>
          </p:cNvPr>
          <p:cNvSpPr txBox="1"/>
          <p:nvPr>
            <p:custDataLst>
              <p:tags r:id="rId3"/>
            </p:custDataLst>
          </p:nvPr>
        </p:nvSpPr>
        <p:spPr>
          <a:xfrm>
            <a:off x="685800" y="2620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26" name="TextBox 25">
            <a:extLst>
              <a:ext uri="{FF2B5EF4-FFF2-40B4-BE49-F238E27FC236}">
                <a16:creationId xmlns:a16="http://schemas.microsoft.com/office/drawing/2014/main" id="{5CC1DCD8-0E66-4156-81C9-334FEB3BE909}"/>
              </a:ext>
            </a:extLst>
          </p:cNvPr>
          <p:cNvSpPr txBox="1"/>
          <p:nvPr>
            <p:custDataLst>
              <p:tags r:id="rId4"/>
            </p:custDataLst>
          </p:nvPr>
        </p:nvSpPr>
        <p:spPr>
          <a:xfrm>
            <a:off x="685800" y="4901539"/>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graphicFrame>
        <p:nvGraphicFramePr>
          <p:cNvPr id="3" name="Table 2">
            <a:extLst>
              <a:ext uri="{FF2B5EF4-FFF2-40B4-BE49-F238E27FC236}">
                <a16:creationId xmlns:a16="http://schemas.microsoft.com/office/drawing/2014/main" id="{D668C78C-D27F-4949-A0EA-CD6F44C56835}"/>
              </a:ext>
            </a:extLst>
          </p:cNvPr>
          <p:cNvGraphicFramePr>
            <a:graphicFrameLocks noGrp="1"/>
          </p:cNvGraphicFramePr>
          <p:nvPr>
            <p:custDataLst>
              <p:tags r:id="rId5"/>
            </p:custDataLst>
            <p:extLst>
              <p:ext uri="{D42A27DB-BD31-4B8C-83A1-F6EECF244321}">
                <p14:modId xmlns:p14="http://schemas.microsoft.com/office/powerpoint/2010/main" val="3324132137"/>
              </p:ext>
            </p:extLst>
          </p:nvPr>
        </p:nvGraphicFramePr>
        <p:xfrm>
          <a:off x="3505200" y="2473473"/>
          <a:ext cx="1066800" cy="158496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48133081"/>
                  </a:ext>
                </a:extLst>
              </a:tr>
            </a:tbl>
          </a:graphicData>
        </a:graphic>
      </p:graphicFrame>
      <p:graphicFrame>
        <p:nvGraphicFramePr>
          <p:cNvPr id="29" name="Table 28">
            <a:extLst>
              <a:ext uri="{FF2B5EF4-FFF2-40B4-BE49-F238E27FC236}">
                <a16:creationId xmlns:a16="http://schemas.microsoft.com/office/drawing/2014/main" id="{28BD11D1-70A9-4688-8BE2-5D7B5D695A92}"/>
              </a:ext>
            </a:extLst>
          </p:cNvPr>
          <p:cNvGraphicFramePr>
            <a:graphicFrameLocks noGrp="1"/>
          </p:cNvGraphicFramePr>
          <p:nvPr>
            <p:custDataLst>
              <p:tags r:id="rId6"/>
            </p:custDataLst>
            <p:extLst>
              <p:ext uri="{D42A27DB-BD31-4B8C-83A1-F6EECF244321}">
                <p14:modId xmlns:p14="http://schemas.microsoft.com/office/powerpoint/2010/main" val="57922555"/>
              </p:ext>
            </p:extLst>
          </p:nvPr>
        </p:nvGraphicFramePr>
        <p:xfrm>
          <a:off x="6210300" y="3949530"/>
          <a:ext cx="1066800" cy="118872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3193589788"/>
                  </a:ext>
                </a:extLst>
              </a:tr>
            </a:tbl>
          </a:graphicData>
        </a:graphic>
      </p:graphicFrame>
      <p:graphicFrame>
        <p:nvGraphicFramePr>
          <p:cNvPr id="31" name="Table 30">
            <a:extLst>
              <a:ext uri="{FF2B5EF4-FFF2-40B4-BE49-F238E27FC236}">
                <a16:creationId xmlns:a16="http://schemas.microsoft.com/office/drawing/2014/main" id="{D7D9C0ED-FE8E-4461-A6A8-1E04A48B6812}"/>
              </a:ext>
            </a:extLst>
          </p:cNvPr>
          <p:cNvGraphicFramePr>
            <a:graphicFrameLocks noGrp="1"/>
          </p:cNvGraphicFramePr>
          <p:nvPr>
            <p:custDataLst>
              <p:tags r:id="rId7"/>
            </p:custDataLst>
            <p:extLst>
              <p:ext uri="{D42A27DB-BD31-4B8C-83A1-F6EECF244321}">
                <p14:modId xmlns:p14="http://schemas.microsoft.com/office/powerpoint/2010/main" val="1877502544"/>
              </p:ext>
            </p:extLst>
          </p:nvPr>
        </p:nvGraphicFramePr>
        <p:xfrm>
          <a:off x="3505200" y="4754306"/>
          <a:ext cx="1066800" cy="158496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37023388"/>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24594132"/>
                  </a:ext>
                </a:extLst>
              </a:tr>
              <a:tr h="131445">
                <a:tc>
                  <a:txBody>
                    <a:bodyPr/>
                    <a:lstStyle/>
                    <a:p>
                      <a:endParaRPr lang="en-US" sz="7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48133081"/>
                  </a:ext>
                </a:extLst>
              </a:tr>
            </a:tbl>
          </a:graphicData>
        </a:graphic>
      </p:graphicFrame>
      <p:sp>
        <p:nvSpPr>
          <p:cNvPr id="32" name="TextBox 31">
            <a:extLst>
              <a:ext uri="{FF2B5EF4-FFF2-40B4-BE49-F238E27FC236}">
                <a16:creationId xmlns:a16="http://schemas.microsoft.com/office/drawing/2014/main" id="{8CAD25B4-7742-4952-A6C4-463908DC5CDE}"/>
              </a:ext>
            </a:extLst>
          </p:cNvPr>
          <p:cNvSpPr txBox="1"/>
          <p:nvPr>
            <p:custDataLst>
              <p:tags r:id="rId8"/>
            </p:custDataLst>
          </p:nvPr>
        </p:nvSpPr>
        <p:spPr>
          <a:xfrm>
            <a:off x="2857500" y="2133600"/>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virtual address space</a:t>
            </a:r>
          </a:p>
        </p:txBody>
      </p:sp>
      <p:sp>
        <p:nvSpPr>
          <p:cNvPr id="33" name="TextBox 32">
            <a:extLst>
              <a:ext uri="{FF2B5EF4-FFF2-40B4-BE49-F238E27FC236}">
                <a16:creationId xmlns:a16="http://schemas.microsoft.com/office/drawing/2014/main" id="{E065C9A3-73FB-4872-8A7A-5DAE1E5D9A5A}"/>
              </a:ext>
            </a:extLst>
          </p:cNvPr>
          <p:cNvSpPr txBox="1"/>
          <p:nvPr>
            <p:custDataLst>
              <p:tags r:id="rId9"/>
            </p:custDataLst>
          </p:nvPr>
        </p:nvSpPr>
        <p:spPr>
          <a:xfrm>
            <a:off x="2920760" y="4404250"/>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virtual address space</a:t>
            </a:r>
          </a:p>
        </p:txBody>
      </p:sp>
      <p:sp>
        <p:nvSpPr>
          <p:cNvPr id="34" name="TextBox 33">
            <a:extLst>
              <a:ext uri="{FF2B5EF4-FFF2-40B4-BE49-F238E27FC236}">
                <a16:creationId xmlns:a16="http://schemas.microsoft.com/office/drawing/2014/main" id="{3935590A-3981-41E6-8B78-341C2FF16969}"/>
              </a:ext>
            </a:extLst>
          </p:cNvPr>
          <p:cNvSpPr txBox="1"/>
          <p:nvPr>
            <p:custDataLst>
              <p:tags r:id="rId10"/>
            </p:custDataLst>
          </p:nvPr>
        </p:nvSpPr>
        <p:spPr>
          <a:xfrm>
            <a:off x="5562600" y="3610976"/>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physical memory</a:t>
            </a:r>
          </a:p>
        </p:txBody>
      </p:sp>
      <p:cxnSp>
        <p:nvCxnSpPr>
          <p:cNvPr id="6" name="Straight Arrow Connector 5">
            <a:extLst>
              <a:ext uri="{FF2B5EF4-FFF2-40B4-BE49-F238E27FC236}">
                <a16:creationId xmlns:a16="http://schemas.microsoft.com/office/drawing/2014/main" id="{43160746-B95E-42C4-88B6-1A9CFF087929}"/>
              </a:ext>
            </a:extLst>
          </p:cNvPr>
          <p:cNvCxnSpPr>
            <a:cxnSpLocks/>
          </p:cNvCxnSpPr>
          <p:nvPr/>
        </p:nvCxnSpPr>
        <p:spPr>
          <a:xfrm>
            <a:off x="4648200" y="3220233"/>
            <a:ext cx="1371600" cy="99060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4C87BF2-357A-4B35-8B66-8A3167CA94D8}"/>
              </a:ext>
            </a:extLst>
          </p:cNvPr>
          <p:cNvCxnSpPr>
            <a:cxnSpLocks/>
          </p:cNvCxnSpPr>
          <p:nvPr/>
        </p:nvCxnSpPr>
        <p:spPr>
          <a:xfrm flipV="1">
            <a:off x="4629509" y="4820433"/>
            <a:ext cx="1390291" cy="726353"/>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13">
            <a:extLst>
              <a:ext uri="{FF2B5EF4-FFF2-40B4-BE49-F238E27FC236}">
                <a16:creationId xmlns:a16="http://schemas.microsoft.com/office/drawing/2014/main" id="{99048178-0E42-437E-9F09-0E63DFC750B4}"/>
              </a:ext>
            </a:extLst>
          </p:cNvPr>
          <p:cNvGraphicFramePr>
            <a:graphicFrameLocks noGrp="1"/>
          </p:cNvGraphicFramePr>
          <p:nvPr>
            <p:custDataLst>
              <p:tags r:id="rId11"/>
            </p:custDataLst>
            <p:extLst>
              <p:ext uri="{D42A27DB-BD31-4B8C-83A1-F6EECF244321}">
                <p14:modId xmlns:p14="http://schemas.microsoft.com/office/powerpoint/2010/main" val="3598101787"/>
              </p:ext>
            </p:extLst>
          </p:nvPr>
        </p:nvGraphicFramePr>
        <p:xfrm>
          <a:off x="7734300" y="2869713"/>
          <a:ext cx="1066800" cy="3169920"/>
        </p:xfrm>
        <a:graphic>
          <a:graphicData uri="http://schemas.openxmlformats.org/drawingml/2006/table">
            <a:tbl>
              <a:tblPr>
                <a:tableStyleId>{5C22544A-7EE6-4342-B048-85BDC9FD1C3A}</a:tableStyleId>
              </a:tblPr>
              <a:tblGrid>
                <a:gridCol w="1066800">
                  <a:extLst>
                    <a:ext uri="{9D8B030D-6E8A-4147-A177-3AD203B41FA5}">
                      <a16:colId xmlns:a16="http://schemas.microsoft.com/office/drawing/2014/main" val="3448143972"/>
                    </a:ext>
                  </a:extLst>
                </a:gridCol>
              </a:tblGrid>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45574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7638416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70233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92575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52459413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193589788"/>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6909183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48133081"/>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433659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4704002"/>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802126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833130666"/>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849861053"/>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06719529"/>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54676897"/>
                  </a:ext>
                </a:extLst>
              </a:tr>
              <a:tr h="131445">
                <a:tc>
                  <a:txBody>
                    <a:bodyPr/>
                    <a:lstStyle/>
                    <a:p>
                      <a:endParaRPr lang="en-US"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5349321"/>
                  </a:ext>
                </a:extLst>
              </a:tr>
            </a:tbl>
          </a:graphicData>
        </a:graphic>
      </p:graphicFrame>
      <p:sp>
        <p:nvSpPr>
          <p:cNvPr id="15" name="TextBox 14">
            <a:extLst>
              <a:ext uri="{FF2B5EF4-FFF2-40B4-BE49-F238E27FC236}">
                <a16:creationId xmlns:a16="http://schemas.microsoft.com/office/drawing/2014/main" id="{0A01E0D7-C68F-456A-8363-C0ECDC05219B}"/>
              </a:ext>
            </a:extLst>
          </p:cNvPr>
          <p:cNvSpPr txBox="1"/>
          <p:nvPr>
            <p:custDataLst>
              <p:tags r:id="rId12"/>
            </p:custDataLst>
          </p:nvPr>
        </p:nvSpPr>
        <p:spPr>
          <a:xfrm>
            <a:off x="7086600" y="2545994"/>
            <a:ext cx="2362200"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disk</a:t>
            </a:r>
          </a:p>
        </p:txBody>
      </p:sp>
      <p:sp>
        <p:nvSpPr>
          <p:cNvPr id="16" name="TextBox 15">
            <a:extLst>
              <a:ext uri="{FF2B5EF4-FFF2-40B4-BE49-F238E27FC236}">
                <a16:creationId xmlns:a16="http://schemas.microsoft.com/office/drawing/2014/main" id="{9B44BF13-D28D-4628-AE41-F6E9082CE1D6}"/>
              </a:ext>
            </a:extLst>
          </p:cNvPr>
          <p:cNvSpPr txBox="1"/>
          <p:nvPr>
            <p:custDataLst>
              <p:tags r:id="rId13"/>
            </p:custDataLst>
          </p:nvPr>
        </p:nvSpPr>
        <p:spPr>
          <a:xfrm>
            <a:off x="5105400" y="5382521"/>
            <a:ext cx="1371600"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page table</a:t>
            </a:r>
          </a:p>
        </p:txBody>
      </p:sp>
      <p:cxnSp>
        <p:nvCxnSpPr>
          <p:cNvPr id="17" name="Straight Connector 16">
            <a:extLst>
              <a:ext uri="{FF2B5EF4-FFF2-40B4-BE49-F238E27FC236}">
                <a16:creationId xmlns:a16="http://schemas.microsoft.com/office/drawing/2014/main" id="{D03250C3-EF58-408E-AD13-948F7F1B9902}"/>
              </a:ext>
            </a:extLst>
          </p:cNvPr>
          <p:cNvCxnSpPr>
            <a:cxnSpLocks/>
          </p:cNvCxnSpPr>
          <p:nvPr/>
        </p:nvCxnSpPr>
        <p:spPr>
          <a:xfrm flipH="1">
            <a:off x="6077309" y="5018130"/>
            <a:ext cx="266341" cy="458674"/>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EEAA17B-4C94-4ACF-99F0-736779559EA3}"/>
              </a:ext>
            </a:extLst>
          </p:cNvPr>
          <p:cNvSpPr txBox="1"/>
          <p:nvPr>
            <p:custDataLst>
              <p:tags r:id="rId14"/>
            </p:custDataLst>
          </p:nvPr>
        </p:nvSpPr>
        <p:spPr>
          <a:xfrm>
            <a:off x="526929" y="1414730"/>
            <a:ext cx="8007471" cy="1098551"/>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The page table itself is stored in physical memory</a:t>
            </a:r>
            <a:endParaRPr lang="en-US" sz="2800" b="1" dirty="0">
              <a:latin typeface="+mn-lt"/>
            </a:endParaRPr>
          </a:p>
        </p:txBody>
      </p:sp>
      <p:sp>
        <p:nvSpPr>
          <p:cNvPr id="4" name="Title 3">
            <a:extLst>
              <a:ext uri="{FF2B5EF4-FFF2-40B4-BE49-F238E27FC236}">
                <a16:creationId xmlns:a16="http://schemas.microsoft.com/office/drawing/2014/main" id="{E43D5F28-91E1-49D0-89BA-329F94C9E231}"/>
              </a:ext>
            </a:extLst>
          </p:cNvPr>
          <p:cNvSpPr>
            <a:spLocks noGrp="1"/>
          </p:cNvSpPr>
          <p:nvPr>
            <p:ph type="title"/>
            <p:custDataLst>
              <p:tags r:id="rId15"/>
            </p:custDataLst>
          </p:nvPr>
        </p:nvSpPr>
        <p:spPr>
          <a:xfrm>
            <a:off x="457200" y="274638"/>
            <a:ext cx="7467600" cy="1143000"/>
          </a:xfrm>
        </p:spPr>
        <p:txBody>
          <a:bodyPr/>
          <a:lstStyle/>
          <a:p>
            <a:r>
              <a:rPr lang="en-US" dirty="0"/>
              <a:t>Page Tables</a:t>
            </a:r>
          </a:p>
        </p:txBody>
      </p:sp>
    </p:spTree>
    <p:custDataLst>
      <p:tags r:id="rId1"/>
    </p:custDataLst>
    <p:extLst>
      <p:ext uri="{BB962C8B-B14F-4D97-AF65-F5344CB8AC3E}">
        <p14:creationId xmlns:p14="http://schemas.microsoft.com/office/powerpoint/2010/main" val="381686786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6CBFAE0-2022-4E1F-9AC6-36C2D3B7C81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Page Tables</a:t>
            </a:r>
          </a:p>
        </p:txBody>
      </p:sp>
      <p:sp>
        <p:nvSpPr>
          <p:cNvPr id="13316" name="Slide Number Placeholder 5">
            <a:extLst>
              <a:ext uri="{FF2B5EF4-FFF2-40B4-BE49-F238E27FC236}">
                <a16:creationId xmlns:a16="http://schemas.microsoft.com/office/drawing/2014/main" id="{07063BE2-8290-4B82-A88B-016002AE9302}"/>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10F529A1-7CA7-4735-AB8D-32D95D9A81F1}"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3F71D58F-4E82-4301-BE55-BCA8FE87F565}"/>
              </a:ext>
            </a:extLst>
          </p:cNvPr>
          <p:cNvSpPr txBox="1"/>
          <p:nvPr>
            <p:custDataLst>
              <p:tags r:id="rId4"/>
            </p:custDataLst>
          </p:nvPr>
        </p:nvSpPr>
        <p:spPr>
          <a:xfrm>
            <a:off x="526929" y="1414730"/>
            <a:ext cx="8617071" cy="5329737"/>
          </a:xfrm>
          <a:prstGeom prst="rect">
            <a:avLst/>
          </a:prstGeom>
          <a:noFill/>
        </p:spPr>
        <p:txBody>
          <a:bodyPr wrap="square" rtlCol="0" anchor="t">
            <a:noAutofit/>
          </a:bodyPr>
          <a:lstStyle/>
          <a:p>
            <a:pPr marL="457200" indent="-457200">
              <a:buFont typeface="Arial" panose="020B0604020202020204" pitchFamily="34" charset="0"/>
              <a:buChar char="•"/>
            </a:pPr>
            <a:r>
              <a:rPr lang="en-US" sz="2800" dirty="0">
                <a:latin typeface="+mn-lt"/>
              </a:rPr>
              <a:t>Page table entry (PTE) contains:</a:t>
            </a:r>
            <a:endParaRPr lang="en-US" sz="2800" b="1" dirty="0">
              <a:latin typeface="+mn-lt"/>
            </a:endParaRPr>
          </a:p>
          <a:p>
            <a:pPr marL="914400" lvl="1" indent="-457200">
              <a:buFont typeface="Wingdings" panose="05000000000000000000" pitchFamily="2" charset="2"/>
              <a:buChar char="Ø"/>
            </a:pPr>
            <a:r>
              <a:rPr lang="en-US" sz="2400" dirty="0">
                <a:latin typeface="+mn-lt"/>
              </a:rPr>
              <a:t>Physical page number</a:t>
            </a:r>
          </a:p>
          <a:p>
            <a:pPr marL="914400" lvl="1" indent="-457200">
              <a:buFont typeface="Wingdings" panose="05000000000000000000" pitchFamily="2" charset="2"/>
              <a:buChar char="Ø"/>
            </a:pPr>
            <a:r>
              <a:rPr lang="en-US" sz="2400" dirty="0">
                <a:latin typeface="+mn-lt"/>
              </a:rPr>
              <a:t>Valid bit: specifies if page is in physical memory</a:t>
            </a:r>
          </a:p>
          <a:p>
            <a:pPr marL="1371600" lvl="2" indent="-457200">
              <a:buFont typeface="Arial" panose="020B0604020202020204" pitchFamily="34" charset="0"/>
              <a:buChar char="•"/>
            </a:pPr>
            <a:r>
              <a:rPr lang="en-US" sz="2000" dirty="0">
                <a:latin typeface="+mn-lt"/>
              </a:rPr>
              <a:t>Upon a page walk, if invalid, </a:t>
            </a:r>
            <a:r>
              <a:rPr lang="en-US" sz="2000" b="1" dirty="0">
                <a:latin typeface="+mn-lt"/>
              </a:rPr>
              <a:t>page fault</a:t>
            </a:r>
          </a:p>
          <a:p>
            <a:pPr marL="914400" lvl="1" indent="-457200">
              <a:buFont typeface="Wingdings" panose="05000000000000000000" pitchFamily="2" charset="2"/>
              <a:buChar char="Ø"/>
            </a:pPr>
            <a:r>
              <a:rPr lang="en-US" sz="2400" dirty="0">
                <a:latin typeface="+mn-lt"/>
              </a:rPr>
              <a:t>Dirty bit, permission bits, etc.</a:t>
            </a:r>
          </a:p>
        </p:txBody>
      </p:sp>
      <p:sp>
        <p:nvSpPr>
          <p:cNvPr id="15" name="Rectangle 4">
            <a:extLst>
              <a:ext uri="{FF2B5EF4-FFF2-40B4-BE49-F238E27FC236}">
                <a16:creationId xmlns:a16="http://schemas.microsoft.com/office/drawing/2014/main" id="{DF567762-7523-4660-A379-E6AF67363068}"/>
              </a:ext>
            </a:extLst>
          </p:cNvPr>
          <p:cNvSpPr>
            <a:spLocks noChangeArrowheads="1"/>
          </p:cNvSpPr>
          <p:nvPr>
            <p:custDataLst>
              <p:tags r:id="rId5"/>
            </p:custDataLst>
          </p:nvPr>
        </p:nvSpPr>
        <p:spPr bwMode="auto">
          <a:xfrm>
            <a:off x="5334000" y="4038600"/>
            <a:ext cx="2362200" cy="2362199"/>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16" name="Rectangle 6">
            <a:extLst>
              <a:ext uri="{FF2B5EF4-FFF2-40B4-BE49-F238E27FC236}">
                <a16:creationId xmlns:a16="http://schemas.microsoft.com/office/drawing/2014/main" id="{0B140AF8-E53C-4984-AAE5-20CF97BDC1B0}"/>
              </a:ext>
            </a:extLst>
          </p:cNvPr>
          <p:cNvSpPr>
            <a:spLocks noChangeArrowheads="1"/>
          </p:cNvSpPr>
          <p:nvPr>
            <p:custDataLst>
              <p:tags r:id="rId6"/>
            </p:custDataLst>
          </p:nvPr>
        </p:nvSpPr>
        <p:spPr bwMode="auto">
          <a:xfrm>
            <a:off x="5334000" y="4876800"/>
            <a:ext cx="23622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Table Entry</a:t>
            </a:r>
          </a:p>
        </p:txBody>
      </p:sp>
      <p:sp>
        <p:nvSpPr>
          <p:cNvPr id="17" name="Rectangle 14">
            <a:extLst>
              <a:ext uri="{FF2B5EF4-FFF2-40B4-BE49-F238E27FC236}">
                <a16:creationId xmlns:a16="http://schemas.microsoft.com/office/drawing/2014/main" id="{F7476C48-A75D-4288-A676-86996C026A63}"/>
              </a:ext>
            </a:extLst>
          </p:cNvPr>
          <p:cNvSpPr>
            <a:spLocks noChangeArrowheads="1"/>
          </p:cNvSpPr>
          <p:nvPr>
            <p:custDataLst>
              <p:tags r:id="rId7"/>
            </p:custDataLst>
          </p:nvPr>
        </p:nvSpPr>
        <p:spPr bwMode="auto">
          <a:xfrm>
            <a:off x="1752600" y="4876800"/>
            <a:ext cx="1219200" cy="381000"/>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PTBR</a:t>
            </a:r>
          </a:p>
        </p:txBody>
      </p:sp>
      <p:sp>
        <p:nvSpPr>
          <p:cNvPr id="18" name="Line 17">
            <a:extLst>
              <a:ext uri="{FF2B5EF4-FFF2-40B4-BE49-F238E27FC236}">
                <a16:creationId xmlns:a16="http://schemas.microsoft.com/office/drawing/2014/main" id="{B8DEDCCE-F832-423D-9A2D-E9E49905756C}"/>
              </a:ext>
            </a:extLst>
          </p:cNvPr>
          <p:cNvSpPr>
            <a:spLocks noChangeShapeType="1"/>
          </p:cNvSpPr>
          <p:nvPr>
            <p:custDataLst>
              <p:tags r:id="rId8"/>
            </p:custDataLst>
          </p:nvPr>
        </p:nvSpPr>
        <p:spPr bwMode="auto">
          <a:xfrm flipV="1">
            <a:off x="2971800" y="4038600"/>
            <a:ext cx="2362200" cy="9906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9" name="Rectangle 18">
            <a:extLst>
              <a:ext uri="{FF2B5EF4-FFF2-40B4-BE49-F238E27FC236}">
                <a16:creationId xmlns:a16="http://schemas.microsoft.com/office/drawing/2014/main" id="{CEDB6054-F321-4655-8DFD-1CA96ED0BC06}"/>
              </a:ext>
            </a:extLst>
          </p:cNvPr>
          <p:cNvSpPr>
            <a:spLocks noChangeArrowheads="1"/>
          </p:cNvSpPr>
          <p:nvPr>
            <p:custDataLst>
              <p:tags r:id="rId9"/>
            </p:custDataLst>
          </p:nvPr>
        </p:nvSpPr>
        <p:spPr bwMode="auto">
          <a:xfrm>
            <a:off x="1371600" y="3505200"/>
            <a:ext cx="2286000" cy="381000"/>
          </a:xfrm>
          <a:prstGeom prst="rect">
            <a:avLst/>
          </a:prstGeom>
          <a:solidFill>
            <a:schemeClr val="accent6">
              <a:lumMod val="60000"/>
              <a:lumOff val="40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Virtual Page Number</a:t>
            </a:r>
          </a:p>
        </p:txBody>
      </p:sp>
      <p:sp>
        <p:nvSpPr>
          <p:cNvPr id="20" name="Rectangle 19">
            <a:extLst>
              <a:ext uri="{FF2B5EF4-FFF2-40B4-BE49-F238E27FC236}">
                <a16:creationId xmlns:a16="http://schemas.microsoft.com/office/drawing/2014/main" id="{7747195C-359D-4420-8AEE-C31D14BAEF0C}"/>
              </a:ext>
            </a:extLst>
          </p:cNvPr>
          <p:cNvSpPr>
            <a:spLocks noChangeArrowheads="1"/>
          </p:cNvSpPr>
          <p:nvPr>
            <p:custDataLst>
              <p:tags r:id="rId10"/>
            </p:custDataLst>
          </p:nvPr>
        </p:nvSpPr>
        <p:spPr bwMode="auto">
          <a:xfrm>
            <a:off x="3657600" y="3505200"/>
            <a:ext cx="762000" cy="381000"/>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Offset</a:t>
            </a:r>
          </a:p>
        </p:txBody>
      </p:sp>
      <p:sp>
        <p:nvSpPr>
          <p:cNvPr id="21" name="Oval 22">
            <a:extLst>
              <a:ext uri="{FF2B5EF4-FFF2-40B4-BE49-F238E27FC236}">
                <a16:creationId xmlns:a16="http://schemas.microsoft.com/office/drawing/2014/main" id="{6EEC67C7-D5D2-457C-889C-05235FE01598}"/>
              </a:ext>
            </a:extLst>
          </p:cNvPr>
          <p:cNvSpPr>
            <a:spLocks noChangeArrowheads="1"/>
          </p:cNvSpPr>
          <p:nvPr>
            <p:custDataLst>
              <p:tags r:id="rId11"/>
            </p:custDataLst>
          </p:nvPr>
        </p:nvSpPr>
        <p:spPr bwMode="auto">
          <a:xfrm>
            <a:off x="4191000" y="4876800"/>
            <a:ext cx="381000" cy="381000"/>
          </a:xfrm>
          <a:prstGeom prst="ellipse">
            <a:avLst/>
          </a:prstGeom>
          <a:solidFill>
            <a:schemeClr val="bg1">
              <a:lumMod val="85000"/>
            </a:schemeClr>
          </a:solidFill>
          <a:ln w="12700">
            <a:solidFill>
              <a:schemeClr val="tx1"/>
            </a:solidFill>
            <a:round/>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a:t>
            </a:r>
          </a:p>
        </p:txBody>
      </p:sp>
      <p:sp>
        <p:nvSpPr>
          <p:cNvPr id="22" name="Line 24">
            <a:extLst>
              <a:ext uri="{FF2B5EF4-FFF2-40B4-BE49-F238E27FC236}">
                <a16:creationId xmlns:a16="http://schemas.microsoft.com/office/drawing/2014/main" id="{4688CFEF-EED9-472B-AFE1-BD8D94917045}"/>
              </a:ext>
            </a:extLst>
          </p:cNvPr>
          <p:cNvSpPr>
            <a:spLocks noChangeShapeType="1"/>
          </p:cNvSpPr>
          <p:nvPr>
            <p:custDataLst>
              <p:tags r:id="rId12"/>
            </p:custDataLst>
          </p:nvPr>
        </p:nvSpPr>
        <p:spPr bwMode="auto">
          <a:xfrm>
            <a:off x="2971800" y="5029200"/>
            <a:ext cx="1219200" cy="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cxnSp>
        <p:nvCxnSpPr>
          <p:cNvPr id="23" name="AutoShape 25">
            <a:extLst>
              <a:ext uri="{FF2B5EF4-FFF2-40B4-BE49-F238E27FC236}">
                <a16:creationId xmlns:a16="http://schemas.microsoft.com/office/drawing/2014/main" id="{27AD3BAB-87F9-4D95-90F8-466CEFF63DEC}"/>
              </a:ext>
            </a:extLst>
          </p:cNvPr>
          <p:cNvCxnSpPr>
            <a:cxnSpLocks noChangeShapeType="1"/>
            <a:stCxn id="19" idx="2"/>
            <a:endCxn id="21" idx="0"/>
          </p:cNvCxnSpPr>
          <p:nvPr>
            <p:custDataLst>
              <p:tags r:id="rId13"/>
            </p:custDataLst>
          </p:nvPr>
        </p:nvCxnSpPr>
        <p:spPr bwMode="auto">
          <a:xfrm rot="16200000" flipH="1">
            <a:off x="2952750" y="3448050"/>
            <a:ext cx="990600" cy="1866900"/>
          </a:xfrm>
          <a:prstGeom prst="bentConnector3">
            <a:avLst>
              <a:gd name="adj1" fmla="val 50000"/>
            </a:avLst>
          </a:prstGeom>
          <a:noFill/>
          <a:ln w="12700">
            <a:solidFill>
              <a:schemeClr val="tx1"/>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24" name="AutoShape 26">
            <a:extLst>
              <a:ext uri="{FF2B5EF4-FFF2-40B4-BE49-F238E27FC236}">
                <a16:creationId xmlns:a16="http://schemas.microsoft.com/office/drawing/2014/main" id="{9479BADC-F445-45BC-A02D-4B829CACD450}"/>
              </a:ext>
            </a:extLst>
          </p:cNvPr>
          <p:cNvCxnSpPr>
            <a:cxnSpLocks noChangeShapeType="1"/>
            <a:stCxn id="21" idx="6"/>
          </p:cNvCxnSpPr>
          <p:nvPr/>
        </p:nvCxnSpPr>
        <p:spPr bwMode="auto">
          <a:xfrm>
            <a:off x="4572000" y="5067300"/>
            <a:ext cx="762000" cy="0"/>
          </a:xfrm>
          <a:prstGeom prst="straightConnector1">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35" name="Rectangle 18">
            <a:extLst>
              <a:ext uri="{FF2B5EF4-FFF2-40B4-BE49-F238E27FC236}">
                <a16:creationId xmlns:a16="http://schemas.microsoft.com/office/drawing/2014/main" id="{5C52C451-FBA6-4F11-9FFD-0C9FC3C78A61}"/>
              </a:ext>
            </a:extLst>
          </p:cNvPr>
          <p:cNvSpPr>
            <a:spLocks noChangeArrowheads="1"/>
          </p:cNvSpPr>
          <p:nvPr>
            <p:custDataLst>
              <p:tags r:id="rId14"/>
            </p:custDataLst>
          </p:nvPr>
        </p:nvSpPr>
        <p:spPr bwMode="auto">
          <a:xfrm>
            <a:off x="1219200" y="4495800"/>
            <a:ext cx="2286000" cy="381000"/>
          </a:xfrm>
          <a:prstGeom prst="rect">
            <a:avLst/>
          </a:prstGeom>
          <a:noFill/>
          <a:ln w="12700">
            <a:noFill/>
            <a:miter lim="800000"/>
            <a:headEnd type="none" w="sm" len="sm"/>
            <a:tailEnd type="none" w="sm" len="sm"/>
          </a:ln>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Page Table Base Register</a:t>
            </a:r>
          </a:p>
        </p:txBody>
      </p:sp>
    </p:spTree>
    <p:custDataLst>
      <p:tags r:id="rId1"/>
    </p:custDataLst>
    <p:extLst>
      <p:ext uri="{BB962C8B-B14F-4D97-AF65-F5344CB8AC3E}">
        <p14:creationId xmlns:p14="http://schemas.microsoft.com/office/powerpoint/2010/main" val="247085527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8C60656-8949-466D-B8BE-1CA86374EF94}"/>
              </a:ext>
            </a:extLst>
          </p:cNvPr>
          <p:cNvSpPr>
            <a:spLocks noGrp="1" noChangeArrowheads="1"/>
          </p:cNvSpPr>
          <p:nvPr>
            <p:ph type="title"/>
          </p:nvPr>
        </p:nvSpPr>
        <p:spPr/>
        <p:txBody>
          <a:bodyPr/>
          <a:lstStyle/>
          <a:p>
            <a:pPr eaLnBrk="1" hangingPunct="1"/>
            <a:r>
              <a:rPr lang="en-US" altLang="en-US" dirty="0"/>
              <a:t>Multi-Level Page Tables</a:t>
            </a:r>
          </a:p>
        </p:txBody>
      </p:sp>
      <p:sp>
        <p:nvSpPr>
          <p:cNvPr id="23555" name="Slide Number Placeholder 5">
            <a:extLst>
              <a:ext uri="{FF2B5EF4-FFF2-40B4-BE49-F238E27FC236}">
                <a16:creationId xmlns:a16="http://schemas.microsoft.com/office/drawing/2014/main" id="{4B1F09A8-EF1A-48E2-9D29-87749A6FE7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68F285F8-70B8-4FC6-9C05-AAC34D2FE095}" type="slidenum">
              <a:rPr lang="en-US" altLang="en-US" sz="1400"/>
              <a:pPr lvl="1" eaLnBrk="1" hangingPunct="1">
                <a:spcBef>
                  <a:spcPct val="0"/>
                </a:spcBef>
                <a:buFontTx/>
                <a:buNone/>
              </a:pPr>
              <a:t>7</a:t>
            </a:fld>
            <a:endParaRPr lang="en-US" altLang="en-US" sz="1400">
              <a:latin typeface="Times New Roman" panose="02020603050405020304" pitchFamily="18" charset="0"/>
            </a:endParaRPr>
          </a:p>
        </p:txBody>
      </p:sp>
      <p:sp>
        <p:nvSpPr>
          <p:cNvPr id="2" name="Rectangle 1">
            <a:extLst>
              <a:ext uri="{FF2B5EF4-FFF2-40B4-BE49-F238E27FC236}">
                <a16:creationId xmlns:a16="http://schemas.microsoft.com/office/drawing/2014/main" id="{5D247504-9942-3F60-1BC4-EE793F9A4E72}"/>
              </a:ext>
            </a:extLst>
          </p:cNvPr>
          <p:cNvSpPr>
            <a:spLocks noChangeArrowheads="1"/>
          </p:cNvSpPr>
          <p:nvPr>
            <p:custDataLst>
              <p:tags r:id="rId1"/>
            </p:custDataLst>
          </p:nvPr>
        </p:nvSpPr>
        <p:spPr bwMode="auto">
          <a:xfrm>
            <a:off x="2192957" y="4111495"/>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 name="Rectangle 2">
            <a:extLst>
              <a:ext uri="{FF2B5EF4-FFF2-40B4-BE49-F238E27FC236}">
                <a16:creationId xmlns:a16="http://schemas.microsoft.com/office/drawing/2014/main" id="{0882766C-6DB2-7AD7-DB74-103A2B19B6ED}"/>
              </a:ext>
            </a:extLst>
          </p:cNvPr>
          <p:cNvSpPr>
            <a:spLocks noChangeArrowheads="1"/>
          </p:cNvSpPr>
          <p:nvPr>
            <p:custDataLst>
              <p:tags r:id="rId2"/>
            </p:custDataLst>
          </p:nvPr>
        </p:nvSpPr>
        <p:spPr bwMode="auto">
          <a:xfrm>
            <a:off x="2192957" y="4263895"/>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 name="Rectangle 3">
            <a:extLst>
              <a:ext uri="{FF2B5EF4-FFF2-40B4-BE49-F238E27FC236}">
                <a16:creationId xmlns:a16="http://schemas.microsoft.com/office/drawing/2014/main" id="{B2DFD3D1-6CDA-3113-289E-32977A7E148C}"/>
              </a:ext>
            </a:extLst>
          </p:cNvPr>
          <p:cNvSpPr>
            <a:spLocks noChangeArrowheads="1"/>
          </p:cNvSpPr>
          <p:nvPr>
            <p:custDataLst>
              <p:tags r:id="rId3"/>
            </p:custDataLst>
          </p:nvPr>
        </p:nvSpPr>
        <p:spPr bwMode="auto">
          <a:xfrm>
            <a:off x="2188075" y="6475916"/>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5" name="Rectangle 4">
            <a:extLst>
              <a:ext uri="{FF2B5EF4-FFF2-40B4-BE49-F238E27FC236}">
                <a16:creationId xmlns:a16="http://schemas.microsoft.com/office/drawing/2014/main" id="{FBC5A01E-9A92-071B-6D06-9962AD12CED4}"/>
              </a:ext>
            </a:extLst>
          </p:cNvPr>
          <p:cNvSpPr>
            <a:spLocks noChangeArrowheads="1"/>
          </p:cNvSpPr>
          <p:nvPr>
            <p:custDataLst>
              <p:tags r:id="rId4"/>
            </p:custDataLst>
          </p:nvPr>
        </p:nvSpPr>
        <p:spPr bwMode="auto">
          <a:xfrm>
            <a:off x="2192957" y="442221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6" name="Rectangle 5">
            <a:extLst>
              <a:ext uri="{FF2B5EF4-FFF2-40B4-BE49-F238E27FC236}">
                <a16:creationId xmlns:a16="http://schemas.microsoft.com/office/drawing/2014/main" id="{FFAB0FDF-7698-6A9C-822B-67606D2D272A}"/>
              </a:ext>
            </a:extLst>
          </p:cNvPr>
          <p:cNvSpPr>
            <a:spLocks noChangeArrowheads="1"/>
          </p:cNvSpPr>
          <p:nvPr>
            <p:custDataLst>
              <p:tags r:id="rId5"/>
            </p:custDataLst>
          </p:nvPr>
        </p:nvSpPr>
        <p:spPr bwMode="auto">
          <a:xfrm>
            <a:off x="2192957" y="457461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7" name="Rectangle 6">
            <a:extLst>
              <a:ext uri="{FF2B5EF4-FFF2-40B4-BE49-F238E27FC236}">
                <a16:creationId xmlns:a16="http://schemas.microsoft.com/office/drawing/2014/main" id="{2A0FFF97-3259-4BB6-63F0-5E3695931F60}"/>
              </a:ext>
            </a:extLst>
          </p:cNvPr>
          <p:cNvSpPr>
            <a:spLocks noChangeArrowheads="1"/>
          </p:cNvSpPr>
          <p:nvPr>
            <p:custDataLst>
              <p:tags r:id="rId6"/>
            </p:custDataLst>
          </p:nvPr>
        </p:nvSpPr>
        <p:spPr bwMode="auto">
          <a:xfrm>
            <a:off x="2192957" y="32000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8" name="Rectangle 7">
            <a:extLst>
              <a:ext uri="{FF2B5EF4-FFF2-40B4-BE49-F238E27FC236}">
                <a16:creationId xmlns:a16="http://schemas.microsoft.com/office/drawing/2014/main" id="{73B25C30-E7CB-D136-07EE-10A652590F17}"/>
              </a:ext>
            </a:extLst>
          </p:cNvPr>
          <p:cNvSpPr>
            <a:spLocks noChangeArrowheads="1"/>
          </p:cNvSpPr>
          <p:nvPr>
            <p:custDataLst>
              <p:tags r:id="rId7"/>
            </p:custDataLst>
          </p:nvPr>
        </p:nvSpPr>
        <p:spPr bwMode="auto">
          <a:xfrm>
            <a:off x="2192957" y="3352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9" name="Rectangle 8">
            <a:extLst>
              <a:ext uri="{FF2B5EF4-FFF2-40B4-BE49-F238E27FC236}">
                <a16:creationId xmlns:a16="http://schemas.microsoft.com/office/drawing/2014/main" id="{6A7EBB26-2156-8C3F-D732-0DC06A8BC012}"/>
              </a:ext>
            </a:extLst>
          </p:cNvPr>
          <p:cNvSpPr>
            <a:spLocks noChangeArrowheads="1"/>
          </p:cNvSpPr>
          <p:nvPr>
            <p:custDataLst>
              <p:tags r:id="rId8"/>
            </p:custDataLst>
          </p:nvPr>
        </p:nvSpPr>
        <p:spPr bwMode="auto">
          <a:xfrm>
            <a:off x="2192957" y="35048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0" name="Rectangle 9">
            <a:extLst>
              <a:ext uri="{FF2B5EF4-FFF2-40B4-BE49-F238E27FC236}">
                <a16:creationId xmlns:a16="http://schemas.microsoft.com/office/drawing/2014/main" id="{19C07A1E-1B34-6AA4-4772-CBA1F7024A3C}"/>
              </a:ext>
            </a:extLst>
          </p:cNvPr>
          <p:cNvSpPr>
            <a:spLocks noChangeArrowheads="1"/>
          </p:cNvSpPr>
          <p:nvPr>
            <p:custDataLst>
              <p:tags r:id="rId9"/>
            </p:custDataLst>
          </p:nvPr>
        </p:nvSpPr>
        <p:spPr bwMode="auto">
          <a:xfrm>
            <a:off x="2192957" y="36572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1" name="Rectangle 10">
            <a:extLst>
              <a:ext uri="{FF2B5EF4-FFF2-40B4-BE49-F238E27FC236}">
                <a16:creationId xmlns:a16="http://schemas.microsoft.com/office/drawing/2014/main" id="{B496FE0A-208E-78BA-0571-007961118BD8}"/>
              </a:ext>
            </a:extLst>
          </p:cNvPr>
          <p:cNvSpPr>
            <a:spLocks noChangeArrowheads="1"/>
          </p:cNvSpPr>
          <p:nvPr>
            <p:custDataLst>
              <p:tags r:id="rId10"/>
            </p:custDataLst>
          </p:nvPr>
        </p:nvSpPr>
        <p:spPr bwMode="auto">
          <a:xfrm>
            <a:off x="2192957" y="3803739"/>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2" name="Rectangle 11">
            <a:extLst>
              <a:ext uri="{FF2B5EF4-FFF2-40B4-BE49-F238E27FC236}">
                <a16:creationId xmlns:a16="http://schemas.microsoft.com/office/drawing/2014/main" id="{7E4CD2C8-CD0C-E29E-AB50-E910B5646184}"/>
              </a:ext>
            </a:extLst>
          </p:cNvPr>
          <p:cNvSpPr>
            <a:spLocks noChangeArrowheads="1"/>
          </p:cNvSpPr>
          <p:nvPr>
            <p:custDataLst>
              <p:tags r:id="rId11"/>
            </p:custDataLst>
          </p:nvPr>
        </p:nvSpPr>
        <p:spPr bwMode="auto">
          <a:xfrm>
            <a:off x="2192957" y="3956139"/>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3" name="Rectangle 12">
            <a:extLst>
              <a:ext uri="{FF2B5EF4-FFF2-40B4-BE49-F238E27FC236}">
                <a16:creationId xmlns:a16="http://schemas.microsoft.com/office/drawing/2014/main" id="{AD322820-DFDF-E57F-8F1C-B0D8EA1EAE56}"/>
              </a:ext>
            </a:extLst>
          </p:cNvPr>
          <p:cNvSpPr>
            <a:spLocks noChangeArrowheads="1"/>
          </p:cNvSpPr>
          <p:nvPr>
            <p:custDataLst>
              <p:tags r:id="rId12"/>
            </p:custDataLst>
          </p:nvPr>
        </p:nvSpPr>
        <p:spPr bwMode="auto">
          <a:xfrm>
            <a:off x="2187133" y="259489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000" b="1" dirty="0">
              <a:latin typeface="+mn-lt"/>
            </a:endParaRPr>
          </a:p>
        </p:txBody>
      </p:sp>
      <p:sp>
        <p:nvSpPr>
          <p:cNvPr id="14" name="Rectangle 13">
            <a:extLst>
              <a:ext uri="{FF2B5EF4-FFF2-40B4-BE49-F238E27FC236}">
                <a16:creationId xmlns:a16="http://schemas.microsoft.com/office/drawing/2014/main" id="{489B36E9-F2CA-A494-8784-892C6DE8400A}"/>
              </a:ext>
            </a:extLst>
          </p:cNvPr>
          <p:cNvSpPr>
            <a:spLocks noChangeArrowheads="1"/>
          </p:cNvSpPr>
          <p:nvPr>
            <p:custDataLst>
              <p:tags r:id="rId13"/>
            </p:custDataLst>
          </p:nvPr>
        </p:nvSpPr>
        <p:spPr bwMode="auto">
          <a:xfrm>
            <a:off x="2187133" y="3049129"/>
            <a:ext cx="609600" cy="1524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pPr algn="ctr"/>
            <a:r>
              <a:rPr lang="en-US" sz="1000" b="1" dirty="0">
                <a:latin typeface="+mn-lt"/>
              </a:rPr>
              <a:t>PPN</a:t>
            </a:r>
          </a:p>
        </p:txBody>
      </p:sp>
      <p:sp>
        <p:nvSpPr>
          <p:cNvPr id="15" name="Rectangle 14">
            <a:extLst>
              <a:ext uri="{FF2B5EF4-FFF2-40B4-BE49-F238E27FC236}">
                <a16:creationId xmlns:a16="http://schemas.microsoft.com/office/drawing/2014/main" id="{18125D4F-DE85-7C10-D6CC-6FCAC248F997}"/>
              </a:ext>
            </a:extLst>
          </p:cNvPr>
          <p:cNvSpPr>
            <a:spLocks noChangeArrowheads="1"/>
          </p:cNvSpPr>
          <p:nvPr>
            <p:custDataLst>
              <p:tags r:id="rId14"/>
            </p:custDataLst>
          </p:nvPr>
        </p:nvSpPr>
        <p:spPr bwMode="auto">
          <a:xfrm>
            <a:off x="2187133" y="289969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6" name="Rectangle 15">
            <a:extLst>
              <a:ext uri="{FF2B5EF4-FFF2-40B4-BE49-F238E27FC236}">
                <a16:creationId xmlns:a16="http://schemas.microsoft.com/office/drawing/2014/main" id="{542789E4-94CB-676D-2C51-E31E3C065920}"/>
              </a:ext>
            </a:extLst>
          </p:cNvPr>
          <p:cNvSpPr>
            <a:spLocks noChangeArrowheads="1"/>
          </p:cNvSpPr>
          <p:nvPr>
            <p:custDataLst>
              <p:tags r:id="rId15"/>
            </p:custDataLst>
          </p:nvPr>
        </p:nvSpPr>
        <p:spPr bwMode="auto">
          <a:xfrm>
            <a:off x="2187133" y="2750244"/>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7" name="Rectangle 16">
            <a:extLst>
              <a:ext uri="{FF2B5EF4-FFF2-40B4-BE49-F238E27FC236}">
                <a16:creationId xmlns:a16="http://schemas.microsoft.com/office/drawing/2014/main" id="{36A72259-3F58-7FE4-CA70-5989823AD510}"/>
              </a:ext>
            </a:extLst>
          </p:cNvPr>
          <p:cNvSpPr>
            <a:spLocks noChangeArrowheads="1"/>
          </p:cNvSpPr>
          <p:nvPr>
            <p:custDataLst>
              <p:tags r:id="rId16"/>
            </p:custDataLst>
          </p:nvPr>
        </p:nvSpPr>
        <p:spPr bwMode="auto">
          <a:xfrm>
            <a:off x="2187133" y="6323516"/>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18" name="Line 32">
            <a:extLst>
              <a:ext uri="{FF2B5EF4-FFF2-40B4-BE49-F238E27FC236}">
                <a16:creationId xmlns:a16="http://schemas.microsoft.com/office/drawing/2014/main" id="{6DA36099-C39A-2AFE-1337-4CBEEF6BE5B1}"/>
              </a:ext>
            </a:extLst>
          </p:cNvPr>
          <p:cNvSpPr>
            <a:spLocks noChangeShapeType="1"/>
          </p:cNvSpPr>
          <p:nvPr>
            <p:custDataLst>
              <p:tags r:id="rId17"/>
            </p:custDataLst>
          </p:nvPr>
        </p:nvSpPr>
        <p:spPr bwMode="auto">
          <a:xfrm>
            <a:off x="2491933" y="4740328"/>
            <a:ext cx="0" cy="1572768"/>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19" name="Text Box 36">
            <a:extLst>
              <a:ext uri="{FF2B5EF4-FFF2-40B4-BE49-F238E27FC236}">
                <a16:creationId xmlns:a16="http://schemas.microsoft.com/office/drawing/2014/main" id="{A7C82DC8-BCB9-F5AB-763F-723FDA43FA9E}"/>
              </a:ext>
            </a:extLst>
          </p:cNvPr>
          <p:cNvSpPr txBox="1">
            <a:spLocks noChangeArrowheads="1"/>
          </p:cNvSpPr>
          <p:nvPr>
            <p:custDataLst>
              <p:tags r:id="rId18"/>
            </p:custDataLst>
          </p:nvPr>
        </p:nvSpPr>
        <p:spPr bwMode="auto">
          <a:xfrm>
            <a:off x="2214709" y="2306977"/>
            <a:ext cx="570092"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PTEs</a:t>
            </a:r>
          </a:p>
        </p:txBody>
      </p:sp>
      <p:sp>
        <p:nvSpPr>
          <p:cNvPr id="20" name="Line 41">
            <a:extLst>
              <a:ext uri="{FF2B5EF4-FFF2-40B4-BE49-F238E27FC236}">
                <a16:creationId xmlns:a16="http://schemas.microsoft.com/office/drawing/2014/main" id="{46A1D538-B55F-CCF9-13C0-C088F3808246}"/>
              </a:ext>
            </a:extLst>
          </p:cNvPr>
          <p:cNvSpPr>
            <a:spLocks noChangeShapeType="1"/>
          </p:cNvSpPr>
          <p:nvPr>
            <p:custDataLst>
              <p:tags r:id="rId19"/>
            </p:custDataLst>
          </p:nvPr>
        </p:nvSpPr>
        <p:spPr bwMode="auto">
          <a:xfrm>
            <a:off x="1272733" y="2594890"/>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21" name="Text Box 42">
            <a:extLst>
              <a:ext uri="{FF2B5EF4-FFF2-40B4-BE49-F238E27FC236}">
                <a16:creationId xmlns:a16="http://schemas.microsoft.com/office/drawing/2014/main" id="{C042D062-584B-368D-5A9E-EDF3D57C1521}"/>
              </a:ext>
            </a:extLst>
          </p:cNvPr>
          <p:cNvSpPr txBox="1">
            <a:spLocks noChangeArrowheads="1"/>
          </p:cNvSpPr>
          <p:nvPr>
            <p:custDataLst>
              <p:tags r:id="rId20"/>
            </p:custDataLst>
          </p:nvPr>
        </p:nvSpPr>
        <p:spPr bwMode="auto">
          <a:xfrm>
            <a:off x="533400" y="2314486"/>
            <a:ext cx="1228926"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base pointer</a:t>
            </a:r>
          </a:p>
        </p:txBody>
      </p:sp>
      <p:sp>
        <p:nvSpPr>
          <p:cNvPr id="22" name="Freeform 43">
            <a:extLst>
              <a:ext uri="{FF2B5EF4-FFF2-40B4-BE49-F238E27FC236}">
                <a16:creationId xmlns:a16="http://schemas.microsoft.com/office/drawing/2014/main" id="{F0906250-B413-F2C3-3637-39B908A049F4}"/>
              </a:ext>
            </a:extLst>
          </p:cNvPr>
          <p:cNvSpPr>
            <a:spLocks/>
          </p:cNvSpPr>
          <p:nvPr>
            <p:custDataLst>
              <p:tags r:id="rId21"/>
            </p:custDataLst>
          </p:nvPr>
        </p:nvSpPr>
        <p:spPr bwMode="auto">
          <a:xfrm>
            <a:off x="1729933" y="1756690"/>
            <a:ext cx="457200" cy="1387867"/>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23" name="Rectangle 22">
            <a:extLst>
              <a:ext uri="{FF2B5EF4-FFF2-40B4-BE49-F238E27FC236}">
                <a16:creationId xmlns:a16="http://schemas.microsoft.com/office/drawing/2014/main" id="{01D7080B-E9F4-817F-3522-D8BA32AA176E}"/>
              </a:ext>
            </a:extLst>
          </p:cNvPr>
          <p:cNvSpPr>
            <a:spLocks noChangeArrowheads="1"/>
          </p:cNvSpPr>
          <p:nvPr>
            <p:custDataLst>
              <p:tags r:id="rId22"/>
            </p:custDataLst>
          </p:nvPr>
        </p:nvSpPr>
        <p:spPr bwMode="auto">
          <a:xfrm>
            <a:off x="967933" y="1451890"/>
            <a:ext cx="2438400" cy="3048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VPN</a:t>
            </a:r>
          </a:p>
        </p:txBody>
      </p:sp>
      <p:sp>
        <p:nvSpPr>
          <p:cNvPr id="24" name="Rectangle 23">
            <a:extLst>
              <a:ext uri="{FF2B5EF4-FFF2-40B4-BE49-F238E27FC236}">
                <a16:creationId xmlns:a16="http://schemas.microsoft.com/office/drawing/2014/main" id="{D4FD2EDD-23B5-0D45-8E0C-3758F119E96D}"/>
              </a:ext>
            </a:extLst>
          </p:cNvPr>
          <p:cNvSpPr>
            <a:spLocks noChangeArrowheads="1"/>
          </p:cNvSpPr>
          <p:nvPr>
            <p:custDataLst>
              <p:tags r:id="rId23"/>
            </p:custDataLst>
          </p:nvPr>
        </p:nvSpPr>
        <p:spPr bwMode="auto">
          <a:xfrm>
            <a:off x="7436497" y="35810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5" name="Rectangle 24">
            <a:extLst>
              <a:ext uri="{FF2B5EF4-FFF2-40B4-BE49-F238E27FC236}">
                <a16:creationId xmlns:a16="http://schemas.microsoft.com/office/drawing/2014/main" id="{4C5266E3-61F6-1D4F-DEF3-C5EE6DC74831}"/>
              </a:ext>
            </a:extLst>
          </p:cNvPr>
          <p:cNvSpPr>
            <a:spLocks noChangeArrowheads="1"/>
          </p:cNvSpPr>
          <p:nvPr>
            <p:custDataLst>
              <p:tags r:id="rId24"/>
            </p:custDataLst>
          </p:nvPr>
        </p:nvSpPr>
        <p:spPr bwMode="auto">
          <a:xfrm>
            <a:off x="7436497" y="3733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6" name="Rectangle 25">
            <a:extLst>
              <a:ext uri="{FF2B5EF4-FFF2-40B4-BE49-F238E27FC236}">
                <a16:creationId xmlns:a16="http://schemas.microsoft.com/office/drawing/2014/main" id="{5EC2FB5F-B34A-DCBA-C03E-8667427598DC}"/>
              </a:ext>
            </a:extLst>
          </p:cNvPr>
          <p:cNvSpPr>
            <a:spLocks noChangeArrowheads="1"/>
          </p:cNvSpPr>
          <p:nvPr>
            <p:custDataLst>
              <p:tags r:id="rId25"/>
            </p:custDataLst>
          </p:nvPr>
        </p:nvSpPr>
        <p:spPr bwMode="auto">
          <a:xfrm>
            <a:off x="7436497" y="3885860"/>
            <a:ext cx="609600" cy="1524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1000" b="1" dirty="0">
                <a:latin typeface="+mn-lt"/>
              </a:rPr>
              <a:t>PPN</a:t>
            </a:r>
          </a:p>
        </p:txBody>
      </p:sp>
      <p:sp>
        <p:nvSpPr>
          <p:cNvPr id="27" name="Rectangle 26">
            <a:extLst>
              <a:ext uri="{FF2B5EF4-FFF2-40B4-BE49-F238E27FC236}">
                <a16:creationId xmlns:a16="http://schemas.microsoft.com/office/drawing/2014/main" id="{FAC66633-1343-8805-D44F-9019AF4EE19F}"/>
              </a:ext>
            </a:extLst>
          </p:cNvPr>
          <p:cNvSpPr>
            <a:spLocks noChangeArrowheads="1"/>
          </p:cNvSpPr>
          <p:nvPr>
            <p:custDataLst>
              <p:tags r:id="rId26"/>
            </p:custDataLst>
          </p:nvPr>
        </p:nvSpPr>
        <p:spPr bwMode="auto">
          <a:xfrm>
            <a:off x="7436497" y="40382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8" name="Rectangle 27">
            <a:extLst>
              <a:ext uri="{FF2B5EF4-FFF2-40B4-BE49-F238E27FC236}">
                <a16:creationId xmlns:a16="http://schemas.microsoft.com/office/drawing/2014/main" id="{269D9D2E-974D-6DE1-0297-02CF5319F165}"/>
              </a:ext>
            </a:extLst>
          </p:cNvPr>
          <p:cNvSpPr>
            <a:spLocks noChangeArrowheads="1"/>
          </p:cNvSpPr>
          <p:nvPr>
            <p:custDataLst>
              <p:tags r:id="rId27"/>
            </p:custDataLst>
          </p:nvPr>
        </p:nvSpPr>
        <p:spPr bwMode="auto">
          <a:xfrm>
            <a:off x="7436497" y="4495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29" name="Rectangle 28">
            <a:extLst>
              <a:ext uri="{FF2B5EF4-FFF2-40B4-BE49-F238E27FC236}">
                <a16:creationId xmlns:a16="http://schemas.microsoft.com/office/drawing/2014/main" id="{A97E6E57-D1BE-A191-A463-7C85B2FA53EA}"/>
              </a:ext>
            </a:extLst>
          </p:cNvPr>
          <p:cNvSpPr>
            <a:spLocks noChangeArrowheads="1"/>
          </p:cNvSpPr>
          <p:nvPr>
            <p:custDataLst>
              <p:tags r:id="rId28"/>
            </p:custDataLst>
          </p:nvPr>
        </p:nvSpPr>
        <p:spPr bwMode="auto">
          <a:xfrm>
            <a:off x="7436497" y="46478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30" name="Line 10">
            <a:extLst>
              <a:ext uri="{FF2B5EF4-FFF2-40B4-BE49-F238E27FC236}">
                <a16:creationId xmlns:a16="http://schemas.microsoft.com/office/drawing/2014/main" id="{8AE0EF53-DCE8-F484-A624-4031E166D72D}"/>
              </a:ext>
            </a:extLst>
          </p:cNvPr>
          <p:cNvSpPr>
            <a:spLocks noChangeShapeType="1"/>
          </p:cNvSpPr>
          <p:nvPr>
            <p:custDataLst>
              <p:tags r:id="rId29"/>
            </p:custDataLst>
          </p:nvPr>
        </p:nvSpPr>
        <p:spPr bwMode="auto">
          <a:xfrm>
            <a:off x="7741297" y="4190660"/>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31" name="Rectangle 30">
            <a:extLst>
              <a:ext uri="{FF2B5EF4-FFF2-40B4-BE49-F238E27FC236}">
                <a16:creationId xmlns:a16="http://schemas.microsoft.com/office/drawing/2014/main" id="{0FFD8F44-BB26-A235-401D-C497B9D1F89E}"/>
              </a:ext>
            </a:extLst>
          </p:cNvPr>
          <p:cNvSpPr>
            <a:spLocks noChangeArrowheads="1"/>
          </p:cNvSpPr>
          <p:nvPr>
            <p:custDataLst>
              <p:tags r:id="rId30"/>
            </p:custDataLst>
          </p:nvPr>
        </p:nvSpPr>
        <p:spPr bwMode="auto">
          <a:xfrm>
            <a:off x="7436497" y="54098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32" name="Rectangle 31">
            <a:extLst>
              <a:ext uri="{FF2B5EF4-FFF2-40B4-BE49-F238E27FC236}">
                <a16:creationId xmlns:a16="http://schemas.microsoft.com/office/drawing/2014/main" id="{94814EC0-1687-E34B-867E-74FFA0F7180E}"/>
              </a:ext>
            </a:extLst>
          </p:cNvPr>
          <p:cNvSpPr>
            <a:spLocks noChangeArrowheads="1"/>
          </p:cNvSpPr>
          <p:nvPr>
            <p:custDataLst>
              <p:tags r:id="rId31"/>
            </p:custDataLst>
          </p:nvPr>
        </p:nvSpPr>
        <p:spPr bwMode="auto">
          <a:xfrm>
            <a:off x="7436497" y="55622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36" name="Rectangle 35">
            <a:extLst>
              <a:ext uri="{FF2B5EF4-FFF2-40B4-BE49-F238E27FC236}">
                <a16:creationId xmlns:a16="http://schemas.microsoft.com/office/drawing/2014/main" id="{ACB885B0-91AC-9566-6426-9EB3E5AF37AD}"/>
              </a:ext>
            </a:extLst>
          </p:cNvPr>
          <p:cNvSpPr>
            <a:spLocks noChangeArrowheads="1"/>
          </p:cNvSpPr>
          <p:nvPr>
            <p:custDataLst>
              <p:tags r:id="rId32"/>
            </p:custDataLst>
          </p:nvPr>
        </p:nvSpPr>
        <p:spPr bwMode="auto">
          <a:xfrm>
            <a:off x="7436497" y="57146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37" name="Rectangle 36">
            <a:extLst>
              <a:ext uri="{FF2B5EF4-FFF2-40B4-BE49-F238E27FC236}">
                <a16:creationId xmlns:a16="http://schemas.microsoft.com/office/drawing/2014/main" id="{BD27E08D-6A1C-AD01-1F50-7B57FB691B1A}"/>
              </a:ext>
            </a:extLst>
          </p:cNvPr>
          <p:cNvSpPr>
            <a:spLocks noChangeArrowheads="1"/>
          </p:cNvSpPr>
          <p:nvPr>
            <p:custDataLst>
              <p:tags r:id="rId33"/>
            </p:custDataLst>
          </p:nvPr>
        </p:nvSpPr>
        <p:spPr bwMode="auto">
          <a:xfrm>
            <a:off x="7436497" y="58670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38" name="Rectangle 37">
            <a:extLst>
              <a:ext uri="{FF2B5EF4-FFF2-40B4-BE49-F238E27FC236}">
                <a16:creationId xmlns:a16="http://schemas.microsoft.com/office/drawing/2014/main" id="{104A2230-7BA5-BD9C-4D0A-96D03111CF12}"/>
              </a:ext>
            </a:extLst>
          </p:cNvPr>
          <p:cNvSpPr>
            <a:spLocks noChangeArrowheads="1"/>
          </p:cNvSpPr>
          <p:nvPr>
            <p:custDataLst>
              <p:tags r:id="rId34"/>
            </p:custDataLst>
          </p:nvPr>
        </p:nvSpPr>
        <p:spPr bwMode="auto">
          <a:xfrm>
            <a:off x="7436497" y="63242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39" name="Rectangle 38">
            <a:extLst>
              <a:ext uri="{FF2B5EF4-FFF2-40B4-BE49-F238E27FC236}">
                <a16:creationId xmlns:a16="http://schemas.microsoft.com/office/drawing/2014/main" id="{8976E61A-D775-8DF9-9889-8C8FD5FAEEDA}"/>
              </a:ext>
            </a:extLst>
          </p:cNvPr>
          <p:cNvSpPr>
            <a:spLocks noChangeArrowheads="1"/>
          </p:cNvSpPr>
          <p:nvPr>
            <p:custDataLst>
              <p:tags r:id="rId35"/>
            </p:custDataLst>
          </p:nvPr>
        </p:nvSpPr>
        <p:spPr bwMode="auto">
          <a:xfrm>
            <a:off x="7436497" y="6476660"/>
            <a:ext cx="609600" cy="152400"/>
          </a:xfrm>
          <a:prstGeom prst="rect">
            <a:avLst/>
          </a:prstGeom>
          <a:solidFill>
            <a:schemeClr val="bg1"/>
          </a:solidFill>
          <a:ln w="28575">
            <a:solidFill>
              <a:srgbClr val="000000"/>
            </a:solidFill>
            <a:prstDash val="sysDot"/>
            <a:miter lim="800000"/>
            <a:headEnd/>
            <a:tailEnd/>
          </a:ln>
        </p:spPr>
        <p:txBody>
          <a:bodyPr wrap="none" anchor="ctr">
            <a:prstTxWarp prst="textNoShape">
              <a:avLst/>
            </a:prstTxWarp>
          </a:bodyPr>
          <a:lstStyle/>
          <a:p>
            <a:pPr algn="ctr"/>
            <a:endParaRPr lang="en-US" sz="1600">
              <a:latin typeface="+mn-lt"/>
            </a:endParaRPr>
          </a:p>
        </p:txBody>
      </p:sp>
      <p:sp>
        <p:nvSpPr>
          <p:cNvPr id="40" name="Line 17">
            <a:extLst>
              <a:ext uri="{FF2B5EF4-FFF2-40B4-BE49-F238E27FC236}">
                <a16:creationId xmlns:a16="http://schemas.microsoft.com/office/drawing/2014/main" id="{64D0ADC3-8BD9-89F1-FD16-F874B3C4DEEB}"/>
              </a:ext>
            </a:extLst>
          </p:cNvPr>
          <p:cNvSpPr>
            <a:spLocks noChangeShapeType="1"/>
          </p:cNvSpPr>
          <p:nvPr>
            <p:custDataLst>
              <p:tags r:id="rId36"/>
            </p:custDataLst>
          </p:nvPr>
        </p:nvSpPr>
        <p:spPr bwMode="auto">
          <a:xfrm>
            <a:off x="7741297" y="6019460"/>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41" name="Rectangle 40">
            <a:extLst>
              <a:ext uri="{FF2B5EF4-FFF2-40B4-BE49-F238E27FC236}">
                <a16:creationId xmlns:a16="http://schemas.microsoft.com/office/drawing/2014/main" id="{C004BDE9-0C30-8F2D-C108-094F1333BE5D}"/>
              </a:ext>
            </a:extLst>
          </p:cNvPr>
          <p:cNvSpPr>
            <a:spLocks noChangeArrowheads="1"/>
          </p:cNvSpPr>
          <p:nvPr>
            <p:custDataLst>
              <p:tags r:id="rId37"/>
            </p:custDataLst>
          </p:nvPr>
        </p:nvSpPr>
        <p:spPr bwMode="auto">
          <a:xfrm>
            <a:off x="7436497" y="20570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2" name="Rectangle 41">
            <a:extLst>
              <a:ext uri="{FF2B5EF4-FFF2-40B4-BE49-F238E27FC236}">
                <a16:creationId xmlns:a16="http://schemas.microsoft.com/office/drawing/2014/main" id="{31738996-DD51-8ECF-B7C4-9A5D7788E2BA}"/>
              </a:ext>
            </a:extLst>
          </p:cNvPr>
          <p:cNvSpPr>
            <a:spLocks noChangeArrowheads="1"/>
          </p:cNvSpPr>
          <p:nvPr>
            <p:custDataLst>
              <p:tags r:id="rId38"/>
            </p:custDataLst>
          </p:nvPr>
        </p:nvSpPr>
        <p:spPr bwMode="auto">
          <a:xfrm>
            <a:off x="7436497" y="2209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3" name="Rectangle 42">
            <a:extLst>
              <a:ext uri="{FF2B5EF4-FFF2-40B4-BE49-F238E27FC236}">
                <a16:creationId xmlns:a16="http://schemas.microsoft.com/office/drawing/2014/main" id="{4F2A1DB5-BAD9-86C6-CCF9-E4AD484F86E4}"/>
              </a:ext>
            </a:extLst>
          </p:cNvPr>
          <p:cNvSpPr>
            <a:spLocks noChangeArrowheads="1"/>
          </p:cNvSpPr>
          <p:nvPr>
            <p:custDataLst>
              <p:tags r:id="rId39"/>
            </p:custDataLst>
          </p:nvPr>
        </p:nvSpPr>
        <p:spPr bwMode="auto">
          <a:xfrm>
            <a:off x="7436497" y="23618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4" name="Rectangle 43">
            <a:extLst>
              <a:ext uri="{FF2B5EF4-FFF2-40B4-BE49-F238E27FC236}">
                <a16:creationId xmlns:a16="http://schemas.microsoft.com/office/drawing/2014/main" id="{2AAA4A69-E7DF-6B35-03CC-5EDA9922F652}"/>
              </a:ext>
            </a:extLst>
          </p:cNvPr>
          <p:cNvSpPr>
            <a:spLocks noChangeArrowheads="1"/>
          </p:cNvSpPr>
          <p:nvPr>
            <p:custDataLst>
              <p:tags r:id="rId40"/>
            </p:custDataLst>
          </p:nvPr>
        </p:nvSpPr>
        <p:spPr bwMode="auto">
          <a:xfrm>
            <a:off x="7436497" y="25142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5" name="Rectangle 44">
            <a:extLst>
              <a:ext uri="{FF2B5EF4-FFF2-40B4-BE49-F238E27FC236}">
                <a16:creationId xmlns:a16="http://schemas.microsoft.com/office/drawing/2014/main" id="{820324F7-7193-A5D6-B364-CA2E5CD25CC7}"/>
              </a:ext>
            </a:extLst>
          </p:cNvPr>
          <p:cNvSpPr>
            <a:spLocks noChangeArrowheads="1"/>
          </p:cNvSpPr>
          <p:nvPr>
            <p:custDataLst>
              <p:tags r:id="rId41"/>
            </p:custDataLst>
          </p:nvPr>
        </p:nvSpPr>
        <p:spPr bwMode="auto">
          <a:xfrm>
            <a:off x="7436497" y="2971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6" name="Rectangle 45">
            <a:extLst>
              <a:ext uri="{FF2B5EF4-FFF2-40B4-BE49-F238E27FC236}">
                <a16:creationId xmlns:a16="http://schemas.microsoft.com/office/drawing/2014/main" id="{0D3EFC44-9279-F91A-90DD-275F31C59C77}"/>
              </a:ext>
            </a:extLst>
          </p:cNvPr>
          <p:cNvSpPr>
            <a:spLocks noChangeArrowheads="1"/>
          </p:cNvSpPr>
          <p:nvPr>
            <p:custDataLst>
              <p:tags r:id="rId42"/>
            </p:custDataLst>
          </p:nvPr>
        </p:nvSpPr>
        <p:spPr bwMode="auto">
          <a:xfrm>
            <a:off x="7436497" y="31238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47" name="Line 24">
            <a:extLst>
              <a:ext uri="{FF2B5EF4-FFF2-40B4-BE49-F238E27FC236}">
                <a16:creationId xmlns:a16="http://schemas.microsoft.com/office/drawing/2014/main" id="{7C32C3F0-1023-A2D5-0D8E-E8B987E5EDB8}"/>
              </a:ext>
            </a:extLst>
          </p:cNvPr>
          <p:cNvSpPr>
            <a:spLocks noChangeShapeType="1"/>
          </p:cNvSpPr>
          <p:nvPr>
            <p:custDataLst>
              <p:tags r:id="rId43"/>
            </p:custDataLst>
          </p:nvPr>
        </p:nvSpPr>
        <p:spPr bwMode="auto">
          <a:xfrm>
            <a:off x="7741297" y="2666660"/>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48" name="Rectangle 47">
            <a:extLst>
              <a:ext uri="{FF2B5EF4-FFF2-40B4-BE49-F238E27FC236}">
                <a16:creationId xmlns:a16="http://schemas.microsoft.com/office/drawing/2014/main" id="{7B018755-77CD-FA2A-B481-97F193366678}"/>
              </a:ext>
            </a:extLst>
          </p:cNvPr>
          <p:cNvSpPr>
            <a:spLocks noChangeArrowheads="1"/>
          </p:cNvSpPr>
          <p:nvPr>
            <p:custDataLst>
              <p:tags r:id="rId44"/>
            </p:custDataLst>
          </p:nvPr>
        </p:nvSpPr>
        <p:spPr bwMode="auto">
          <a:xfrm>
            <a:off x="5912497" y="25904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r>
              <a:rPr lang="en-US" sz="1000" b="1" dirty="0">
                <a:latin typeface="+mn-lt"/>
              </a:rPr>
              <a:t>valid</a:t>
            </a:r>
          </a:p>
        </p:txBody>
      </p:sp>
      <p:sp>
        <p:nvSpPr>
          <p:cNvPr id="49" name="Rectangle 48">
            <a:extLst>
              <a:ext uri="{FF2B5EF4-FFF2-40B4-BE49-F238E27FC236}">
                <a16:creationId xmlns:a16="http://schemas.microsoft.com/office/drawing/2014/main" id="{9092488E-E1D5-3384-7261-5691D341718D}"/>
              </a:ext>
            </a:extLst>
          </p:cNvPr>
          <p:cNvSpPr>
            <a:spLocks noChangeArrowheads="1"/>
          </p:cNvSpPr>
          <p:nvPr>
            <p:custDataLst>
              <p:tags r:id="rId45"/>
            </p:custDataLst>
          </p:nvPr>
        </p:nvSpPr>
        <p:spPr bwMode="auto">
          <a:xfrm>
            <a:off x="5912497" y="2742860"/>
            <a:ext cx="609600" cy="1524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pPr algn="ctr"/>
            <a:r>
              <a:rPr lang="en-US" sz="1000" b="1" dirty="0">
                <a:latin typeface="+mn-lt"/>
              </a:rPr>
              <a:t>valid</a:t>
            </a:r>
          </a:p>
        </p:txBody>
      </p:sp>
      <p:sp>
        <p:nvSpPr>
          <p:cNvPr id="50" name="Rectangle 49">
            <a:extLst>
              <a:ext uri="{FF2B5EF4-FFF2-40B4-BE49-F238E27FC236}">
                <a16:creationId xmlns:a16="http://schemas.microsoft.com/office/drawing/2014/main" id="{1BD415B4-99E5-C39B-11CB-E1461A7D0086}"/>
              </a:ext>
            </a:extLst>
          </p:cNvPr>
          <p:cNvSpPr>
            <a:spLocks noChangeArrowheads="1"/>
          </p:cNvSpPr>
          <p:nvPr>
            <p:custDataLst>
              <p:tags r:id="rId46"/>
            </p:custDataLst>
          </p:nvPr>
        </p:nvSpPr>
        <p:spPr bwMode="auto">
          <a:xfrm>
            <a:off x="5912497" y="28952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51" name="Rectangle 50">
            <a:extLst>
              <a:ext uri="{FF2B5EF4-FFF2-40B4-BE49-F238E27FC236}">
                <a16:creationId xmlns:a16="http://schemas.microsoft.com/office/drawing/2014/main" id="{8780AB3F-6344-B9F3-F73E-CA67834AD877}"/>
              </a:ext>
            </a:extLst>
          </p:cNvPr>
          <p:cNvSpPr>
            <a:spLocks noChangeArrowheads="1"/>
          </p:cNvSpPr>
          <p:nvPr>
            <p:custDataLst>
              <p:tags r:id="rId47"/>
            </p:custDataLst>
          </p:nvPr>
        </p:nvSpPr>
        <p:spPr bwMode="auto">
          <a:xfrm>
            <a:off x="5912497" y="30476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52" name="Rectangle 51">
            <a:extLst>
              <a:ext uri="{FF2B5EF4-FFF2-40B4-BE49-F238E27FC236}">
                <a16:creationId xmlns:a16="http://schemas.microsoft.com/office/drawing/2014/main" id="{E97C2DE3-8869-4C01-F43D-8C8D5AE71232}"/>
              </a:ext>
            </a:extLst>
          </p:cNvPr>
          <p:cNvSpPr>
            <a:spLocks noChangeArrowheads="1"/>
          </p:cNvSpPr>
          <p:nvPr>
            <p:custDataLst>
              <p:tags r:id="rId48"/>
            </p:custDataLst>
          </p:nvPr>
        </p:nvSpPr>
        <p:spPr bwMode="auto">
          <a:xfrm>
            <a:off x="5912497" y="3504860"/>
            <a:ext cx="609600" cy="152400"/>
          </a:xfrm>
          <a:prstGeom prst="rect">
            <a:avLst/>
          </a:prstGeom>
          <a:solidFill>
            <a:schemeClr val="bg1">
              <a:lumMod val="85000"/>
            </a:schemeClr>
          </a:solidFill>
          <a:ln w="28575">
            <a:solidFill>
              <a:srgbClr val="000000"/>
            </a:solidFill>
            <a:miter lim="800000"/>
            <a:headEnd/>
            <a:tailEnd/>
          </a:ln>
        </p:spPr>
        <p:txBody>
          <a:bodyPr wrap="none" anchor="ctr">
            <a:prstTxWarp prst="textNoShape">
              <a:avLst/>
            </a:prstTxWarp>
          </a:bodyPr>
          <a:lstStyle/>
          <a:p>
            <a:pPr algn="ctr"/>
            <a:endParaRPr lang="en-US" sz="1600">
              <a:latin typeface="+mn-lt"/>
            </a:endParaRPr>
          </a:p>
        </p:txBody>
      </p:sp>
      <p:sp>
        <p:nvSpPr>
          <p:cNvPr id="53" name="Rectangle 52">
            <a:extLst>
              <a:ext uri="{FF2B5EF4-FFF2-40B4-BE49-F238E27FC236}">
                <a16:creationId xmlns:a16="http://schemas.microsoft.com/office/drawing/2014/main" id="{766F43D6-1ABE-F76B-8E8D-A0D8FC5F2558}"/>
              </a:ext>
            </a:extLst>
          </p:cNvPr>
          <p:cNvSpPr>
            <a:spLocks noChangeArrowheads="1"/>
          </p:cNvSpPr>
          <p:nvPr>
            <p:custDataLst>
              <p:tags r:id="rId49"/>
            </p:custDataLst>
          </p:nvPr>
        </p:nvSpPr>
        <p:spPr bwMode="auto">
          <a:xfrm>
            <a:off x="5912497" y="3657260"/>
            <a:ext cx="609600" cy="1524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pPr algn="ctr"/>
            <a:r>
              <a:rPr lang="en-US" sz="1000" b="1" dirty="0">
                <a:latin typeface="+mn-lt"/>
              </a:rPr>
              <a:t>invalid</a:t>
            </a:r>
          </a:p>
        </p:txBody>
      </p:sp>
      <p:sp>
        <p:nvSpPr>
          <p:cNvPr id="54" name="Line 32">
            <a:extLst>
              <a:ext uri="{FF2B5EF4-FFF2-40B4-BE49-F238E27FC236}">
                <a16:creationId xmlns:a16="http://schemas.microsoft.com/office/drawing/2014/main" id="{C45F724E-C68A-1BCF-38BC-49830621B953}"/>
              </a:ext>
            </a:extLst>
          </p:cNvPr>
          <p:cNvSpPr>
            <a:spLocks noChangeShapeType="1"/>
          </p:cNvSpPr>
          <p:nvPr>
            <p:custDataLst>
              <p:tags r:id="rId50"/>
            </p:custDataLst>
          </p:nvPr>
        </p:nvSpPr>
        <p:spPr bwMode="auto">
          <a:xfrm>
            <a:off x="6217297" y="3200060"/>
            <a:ext cx="0" cy="304800"/>
          </a:xfrm>
          <a:prstGeom prst="line">
            <a:avLst/>
          </a:prstGeom>
          <a:noFill/>
          <a:ln w="28575">
            <a:solidFill>
              <a:srgbClr val="000000"/>
            </a:solidFill>
            <a:prstDash val="sysDot"/>
            <a:round/>
            <a:headEnd/>
            <a:tailEnd/>
          </a:ln>
        </p:spPr>
        <p:txBody>
          <a:bodyPr wrap="none" anchor="ctr">
            <a:prstTxWarp prst="textNoShape">
              <a:avLst/>
            </a:prstTxWarp>
          </a:bodyPr>
          <a:lstStyle/>
          <a:p>
            <a:pPr algn="ctr"/>
            <a:endParaRPr lang="en-US" sz="1600">
              <a:latin typeface="+mn-lt"/>
            </a:endParaRPr>
          </a:p>
        </p:txBody>
      </p:sp>
      <p:sp>
        <p:nvSpPr>
          <p:cNvPr id="55" name="Freeform 33">
            <a:extLst>
              <a:ext uri="{FF2B5EF4-FFF2-40B4-BE49-F238E27FC236}">
                <a16:creationId xmlns:a16="http://schemas.microsoft.com/office/drawing/2014/main" id="{504295C3-8161-B78A-EA08-3572A3109610}"/>
              </a:ext>
            </a:extLst>
          </p:cNvPr>
          <p:cNvSpPr>
            <a:spLocks/>
          </p:cNvSpPr>
          <p:nvPr>
            <p:custDataLst>
              <p:tags r:id="rId51"/>
            </p:custDataLst>
          </p:nvPr>
        </p:nvSpPr>
        <p:spPr bwMode="auto">
          <a:xfrm>
            <a:off x="6522097" y="2057060"/>
            <a:ext cx="914400" cy="6096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56" name="Freeform 34">
            <a:extLst>
              <a:ext uri="{FF2B5EF4-FFF2-40B4-BE49-F238E27FC236}">
                <a16:creationId xmlns:a16="http://schemas.microsoft.com/office/drawing/2014/main" id="{FB46999A-A559-CA73-3DF2-6BDD18F029BD}"/>
              </a:ext>
            </a:extLst>
          </p:cNvPr>
          <p:cNvSpPr>
            <a:spLocks/>
          </p:cNvSpPr>
          <p:nvPr>
            <p:custDataLst>
              <p:tags r:id="rId52"/>
            </p:custDataLst>
          </p:nvPr>
        </p:nvSpPr>
        <p:spPr bwMode="auto">
          <a:xfrm flipV="1">
            <a:off x="6522097" y="2819060"/>
            <a:ext cx="914400" cy="762000"/>
          </a:xfrm>
          <a:custGeom>
            <a:avLst/>
            <a:gdLst>
              <a:gd name="T0" fmla="*/ 0 w 576"/>
              <a:gd name="T1" fmla="*/ 144 h 144"/>
              <a:gd name="T2" fmla="*/ 288 w 576"/>
              <a:gd name="T3" fmla="*/ 144 h 144"/>
              <a:gd name="T4" fmla="*/ 288 w 576"/>
              <a:gd name="T5" fmla="*/ 0 h 144"/>
              <a:gd name="T6" fmla="*/ 576 w 576"/>
              <a:gd name="T7" fmla="*/ 0 h 144"/>
              <a:gd name="T8" fmla="*/ 0 60000 65536"/>
              <a:gd name="T9" fmla="*/ 0 60000 65536"/>
              <a:gd name="T10" fmla="*/ 0 60000 65536"/>
              <a:gd name="T11" fmla="*/ 0 60000 65536"/>
              <a:gd name="T12" fmla="*/ 0 w 576"/>
              <a:gd name="T13" fmla="*/ 0 h 144"/>
              <a:gd name="T14" fmla="*/ 576 w 576"/>
              <a:gd name="T15" fmla="*/ 144 h 144"/>
            </a:gdLst>
            <a:ahLst/>
            <a:cxnLst>
              <a:cxn ang="T8">
                <a:pos x="T0" y="T1"/>
              </a:cxn>
              <a:cxn ang="T9">
                <a:pos x="T2" y="T3"/>
              </a:cxn>
              <a:cxn ang="T10">
                <a:pos x="T4" y="T5"/>
              </a:cxn>
              <a:cxn ang="T11">
                <a:pos x="T6" y="T7"/>
              </a:cxn>
            </a:cxnLst>
            <a:rect l="T12" t="T13" r="T14" b="T15"/>
            <a:pathLst>
              <a:path w="576" h="144">
                <a:moveTo>
                  <a:pt x="0" y="144"/>
                </a:moveTo>
                <a:lnTo>
                  <a:pt x="288" y="144"/>
                </a:lnTo>
                <a:lnTo>
                  <a:pt x="288" y="0"/>
                </a:lnTo>
                <a:lnTo>
                  <a:pt x="576" y="0"/>
                </a:lnTo>
              </a:path>
            </a:pathLst>
          </a:cu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57" name="Freeform 35">
            <a:extLst>
              <a:ext uri="{FF2B5EF4-FFF2-40B4-BE49-F238E27FC236}">
                <a16:creationId xmlns:a16="http://schemas.microsoft.com/office/drawing/2014/main" id="{F29C3D93-2E72-762E-8011-49E46D2D3D3D}"/>
              </a:ext>
            </a:extLst>
          </p:cNvPr>
          <p:cNvSpPr>
            <a:spLocks/>
          </p:cNvSpPr>
          <p:nvPr>
            <p:custDataLst>
              <p:tags r:id="rId53"/>
            </p:custDataLst>
          </p:nvPr>
        </p:nvSpPr>
        <p:spPr bwMode="auto">
          <a:xfrm flipV="1">
            <a:off x="6522097" y="3733460"/>
            <a:ext cx="914400" cy="1676400"/>
          </a:xfrm>
          <a:custGeom>
            <a:avLst/>
            <a:gdLst>
              <a:gd name="T0" fmla="*/ 0 w 576"/>
              <a:gd name="T1" fmla="*/ 1008 h 1008"/>
              <a:gd name="T2" fmla="*/ 192 w 576"/>
              <a:gd name="T3" fmla="*/ 1008 h 1008"/>
              <a:gd name="T4" fmla="*/ 192 w 576"/>
              <a:gd name="T5" fmla="*/ 0 h 1008"/>
              <a:gd name="T6" fmla="*/ 576 w 576"/>
              <a:gd name="T7" fmla="*/ 0 h 1008"/>
              <a:gd name="T8" fmla="*/ 0 60000 65536"/>
              <a:gd name="T9" fmla="*/ 0 60000 65536"/>
              <a:gd name="T10" fmla="*/ 0 60000 65536"/>
              <a:gd name="T11" fmla="*/ 0 60000 65536"/>
              <a:gd name="T12" fmla="*/ 0 w 576"/>
              <a:gd name="T13" fmla="*/ 0 h 1008"/>
              <a:gd name="T14" fmla="*/ 576 w 576"/>
              <a:gd name="T15" fmla="*/ 1008 h 1008"/>
            </a:gdLst>
            <a:ahLst/>
            <a:cxnLst>
              <a:cxn ang="T8">
                <a:pos x="T0" y="T1"/>
              </a:cxn>
              <a:cxn ang="T9">
                <a:pos x="T2" y="T3"/>
              </a:cxn>
              <a:cxn ang="T10">
                <a:pos x="T4" y="T5"/>
              </a:cxn>
              <a:cxn ang="T11">
                <a:pos x="T6" y="T7"/>
              </a:cxn>
            </a:cxnLst>
            <a:rect l="T12" t="T13" r="T14" b="T15"/>
            <a:pathLst>
              <a:path w="576" h="1008">
                <a:moveTo>
                  <a:pt x="0" y="1008"/>
                </a:moveTo>
                <a:lnTo>
                  <a:pt x="192" y="1008"/>
                </a:lnTo>
                <a:lnTo>
                  <a:pt x="192" y="0"/>
                </a:lnTo>
                <a:lnTo>
                  <a:pt x="576" y="0"/>
                </a:lnTo>
              </a:path>
            </a:pathLst>
          </a:custGeom>
          <a:noFill/>
          <a:ln w="28575">
            <a:solidFill>
              <a:srgbClr val="000000"/>
            </a:solidFill>
            <a:prstDash val="sysDot"/>
            <a:round/>
            <a:headEnd/>
            <a:tailEnd type="arrow" w="med" len="med"/>
          </a:ln>
        </p:spPr>
        <p:txBody>
          <a:bodyPr wrap="none" anchor="ctr">
            <a:prstTxWarp prst="textNoShape">
              <a:avLst/>
            </a:prstTxWarp>
          </a:bodyPr>
          <a:lstStyle/>
          <a:p>
            <a:pPr algn="ctr"/>
            <a:endParaRPr lang="en-US" sz="1600">
              <a:latin typeface="+mn-lt"/>
            </a:endParaRPr>
          </a:p>
        </p:txBody>
      </p:sp>
      <p:sp>
        <p:nvSpPr>
          <p:cNvPr id="58" name="Text Box 36">
            <a:extLst>
              <a:ext uri="{FF2B5EF4-FFF2-40B4-BE49-F238E27FC236}">
                <a16:creationId xmlns:a16="http://schemas.microsoft.com/office/drawing/2014/main" id="{CAFA6562-E315-E04C-5C3A-A73909798EA8}"/>
              </a:ext>
            </a:extLst>
          </p:cNvPr>
          <p:cNvSpPr txBox="1">
            <a:spLocks noChangeArrowheads="1"/>
          </p:cNvSpPr>
          <p:nvPr>
            <p:custDataLst>
              <p:tags r:id="rId54"/>
            </p:custDataLst>
          </p:nvPr>
        </p:nvSpPr>
        <p:spPr bwMode="auto">
          <a:xfrm>
            <a:off x="5781985" y="2036214"/>
            <a:ext cx="886268"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1st-level</a:t>
            </a:r>
          </a:p>
          <a:p>
            <a:pPr algn="ctr"/>
            <a:r>
              <a:rPr lang="en-US" sz="1600" dirty="0">
                <a:latin typeface="+mn-lt"/>
              </a:rPr>
              <a:t>pointers</a:t>
            </a:r>
          </a:p>
        </p:txBody>
      </p:sp>
      <p:sp>
        <p:nvSpPr>
          <p:cNvPr id="59" name="Text Box 37">
            <a:extLst>
              <a:ext uri="{FF2B5EF4-FFF2-40B4-BE49-F238E27FC236}">
                <a16:creationId xmlns:a16="http://schemas.microsoft.com/office/drawing/2014/main" id="{C5E08549-0F21-EB68-EE06-C95779D2C390}"/>
              </a:ext>
            </a:extLst>
          </p:cNvPr>
          <p:cNvSpPr txBox="1">
            <a:spLocks noChangeArrowheads="1"/>
          </p:cNvSpPr>
          <p:nvPr>
            <p:custDataLst>
              <p:tags r:id="rId55"/>
            </p:custDataLst>
          </p:nvPr>
        </p:nvSpPr>
        <p:spPr bwMode="auto">
          <a:xfrm>
            <a:off x="7278106" y="1504490"/>
            <a:ext cx="954300" cy="584775"/>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2nd-level</a:t>
            </a:r>
          </a:p>
          <a:p>
            <a:pPr algn="ctr"/>
            <a:r>
              <a:rPr lang="en-US" sz="1600" dirty="0">
                <a:latin typeface="+mn-lt"/>
              </a:rPr>
              <a:t>PTEs</a:t>
            </a:r>
          </a:p>
        </p:txBody>
      </p:sp>
      <p:sp>
        <p:nvSpPr>
          <p:cNvPr id="60" name="Rectangle 59">
            <a:extLst>
              <a:ext uri="{FF2B5EF4-FFF2-40B4-BE49-F238E27FC236}">
                <a16:creationId xmlns:a16="http://schemas.microsoft.com/office/drawing/2014/main" id="{DB3BB046-C219-8020-4176-D701771557D4}"/>
              </a:ext>
            </a:extLst>
          </p:cNvPr>
          <p:cNvSpPr>
            <a:spLocks noChangeArrowheads="1"/>
          </p:cNvSpPr>
          <p:nvPr>
            <p:custDataLst>
              <p:tags r:id="rId56"/>
            </p:custDataLst>
          </p:nvPr>
        </p:nvSpPr>
        <p:spPr bwMode="auto">
          <a:xfrm>
            <a:off x="5912497" y="1447460"/>
            <a:ext cx="1219200" cy="304800"/>
          </a:xfrm>
          <a:prstGeom prst="rect">
            <a:avLst/>
          </a:prstGeom>
          <a:solidFill>
            <a:srgbClr val="52F4C2"/>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L2</a:t>
            </a:r>
          </a:p>
        </p:txBody>
      </p:sp>
      <p:sp>
        <p:nvSpPr>
          <p:cNvPr id="61" name="Rectangle 60">
            <a:extLst>
              <a:ext uri="{FF2B5EF4-FFF2-40B4-BE49-F238E27FC236}">
                <a16:creationId xmlns:a16="http://schemas.microsoft.com/office/drawing/2014/main" id="{C42DB7C5-F682-C6DF-7BA6-A30973E808C4}"/>
              </a:ext>
            </a:extLst>
          </p:cNvPr>
          <p:cNvSpPr>
            <a:spLocks noChangeArrowheads="1"/>
          </p:cNvSpPr>
          <p:nvPr>
            <p:custDataLst>
              <p:tags r:id="rId57"/>
            </p:custDataLst>
          </p:nvPr>
        </p:nvSpPr>
        <p:spPr bwMode="auto">
          <a:xfrm>
            <a:off x="4693297" y="1447460"/>
            <a:ext cx="1219200" cy="304800"/>
          </a:xfrm>
          <a:prstGeom prst="rect">
            <a:avLst/>
          </a:prstGeom>
          <a:solidFill>
            <a:schemeClr val="accent6">
              <a:lumMod val="60000"/>
              <a:lumOff val="40000"/>
            </a:schemeClr>
          </a:solidFill>
          <a:ln w="28575">
            <a:solidFill>
              <a:srgbClr val="000000"/>
            </a:solidFill>
            <a:miter lim="800000"/>
            <a:headEnd/>
            <a:tailEnd/>
          </a:ln>
        </p:spPr>
        <p:txBody>
          <a:bodyPr wrap="none" anchor="ctr">
            <a:prstTxWarp prst="textNoShape">
              <a:avLst/>
            </a:prstTxWarp>
          </a:bodyPr>
          <a:lstStyle/>
          <a:p>
            <a:pPr algn="ctr"/>
            <a:r>
              <a:rPr lang="en-US" sz="2000" dirty="0">
                <a:latin typeface="+mn-lt"/>
              </a:rPr>
              <a:t>L1</a:t>
            </a:r>
          </a:p>
        </p:txBody>
      </p:sp>
      <p:sp>
        <p:nvSpPr>
          <p:cNvPr id="62" name="Line 41">
            <a:extLst>
              <a:ext uri="{FF2B5EF4-FFF2-40B4-BE49-F238E27FC236}">
                <a16:creationId xmlns:a16="http://schemas.microsoft.com/office/drawing/2014/main" id="{2B687FB2-DED7-6D97-B107-37777CB0AD5C}"/>
              </a:ext>
            </a:extLst>
          </p:cNvPr>
          <p:cNvSpPr>
            <a:spLocks noChangeShapeType="1"/>
          </p:cNvSpPr>
          <p:nvPr>
            <p:custDataLst>
              <p:tags r:id="rId58"/>
            </p:custDataLst>
          </p:nvPr>
        </p:nvSpPr>
        <p:spPr bwMode="auto">
          <a:xfrm>
            <a:off x="4998097" y="2590460"/>
            <a:ext cx="914400" cy="0"/>
          </a:xfrm>
          <a:prstGeom prst="line">
            <a:avLst/>
          </a:prstGeom>
          <a:noFill/>
          <a:ln w="28575">
            <a:solidFill>
              <a:srgbClr val="000000"/>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63" name="Text Box 42">
            <a:extLst>
              <a:ext uri="{FF2B5EF4-FFF2-40B4-BE49-F238E27FC236}">
                <a16:creationId xmlns:a16="http://schemas.microsoft.com/office/drawing/2014/main" id="{D34F9183-60CC-2AFB-BF2D-F02C39DA8967}"/>
              </a:ext>
            </a:extLst>
          </p:cNvPr>
          <p:cNvSpPr txBox="1">
            <a:spLocks noChangeArrowheads="1"/>
          </p:cNvSpPr>
          <p:nvPr>
            <p:custDataLst>
              <p:tags r:id="rId59"/>
            </p:custDataLst>
          </p:nvPr>
        </p:nvSpPr>
        <p:spPr bwMode="auto">
          <a:xfrm>
            <a:off x="4258764" y="2310056"/>
            <a:ext cx="1228926"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base pointer</a:t>
            </a:r>
          </a:p>
        </p:txBody>
      </p:sp>
      <p:sp>
        <p:nvSpPr>
          <p:cNvPr id="23552" name="Freeform 43">
            <a:extLst>
              <a:ext uri="{FF2B5EF4-FFF2-40B4-BE49-F238E27FC236}">
                <a16:creationId xmlns:a16="http://schemas.microsoft.com/office/drawing/2014/main" id="{020F3B50-C51A-7763-D1D5-595389481E0A}"/>
              </a:ext>
            </a:extLst>
          </p:cNvPr>
          <p:cNvSpPr>
            <a:spLocks/>
          </p:cNvSpPr>
          <p:nvPr>
            <p:custDataLst>
              <p:tags r:id="rId60"/>
            </p:custDataLst>
          </p:nvPr>
        </p:nvSpPr>
        <p:spPr bwMode="auto">
          <a:xfrm>
            <a:off x="5455297" y="1752260"/>
            <a:ext cx="457200" cy="1066799"/>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6">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23553" name="Freeform 44">
            <a:extLst>
              <a:ext uri="{FF2B5EF4-FFF2-40B4-BE49-F238E27FC236}">
                <a16:creationId xmlns:a16="http://schemas.microsoft.com/office/drawing/2014/main" id="{023B0669-1639-0C07-5DA1-D6FBB4DDCEE5}"/>
              </a:ext>
            </a:extLst>
          </p:cNvPr>
          <p:cNvSpPr>
            <a:spLocks/>
          </p:cNvSpPr>
          <p:nvPr>
            <p:custDataLst>
              <p:tags r:id="rId61"/>
            </p:custDataLst>
          </p:nvPr>
        </p:nvSpPr>
        <p:spPr bwMode="auto">
          <a:xfrm>
            <a:off x="6903097" y="1752260"/>
            <a:ext cx="533400" cy="2209800"/>
          </a:xfrm>
          <a:custGeom>
            <a:avLst/>
            <a:gdLst>
              <a:gd name="T0" fmla="*/ 0 w 288"/>
              <a:gd name="T1" fmla="*/ 0 h 864"/>
              <a:gd name="T2" fmla="*/ 0 w 288"/>
              <a:gd name="T3" fmla="*/ 864 h 864"/>
              <a:gd name="T4" fmla="*/ 288 w 288"/>
              <a:gd name="T5" fmla="*/ 864 h 864"/>
              <a:gd name="T6" fmla="*/ 0 60000 65536"/>
              <a:gd name="T7" fmla="*/ 0 60000 65536"/>
              <a:gd name="T8" fmla="*/ 0 60000 65536"/>
              <a:gd name="T9" fmla="*/ 0 w 288"/>
              <a:gd name="T10" fmla="*/ 0 h 864"/>
              <a:gd name="T11" fmla="*/ 288 w 288"/>
              <a:gd name="T12" fmla="*/ 864 h 864"/>
            </a:gdLst>
            <a:ahLst/>
            <a:cxnLst>
              <a:cxn ang="T6">
                <a:pos x="T0" y="T1"/>
              </a:cxn>
              <a:cxn ang="T7">
                <a:pos x="T2" y="T3"/>
              </a:cxn>
              <a:cxn ang="T8">
                <a:pos x="T4" y="T5"/>
              </a:cxn>
            </a:cxnLst>
            <a:rect l="T9" t="T10" r="T11" b="T12"/>
            <a:pathLst>
              <a:path w="288" h="864">
                <a:moveTo>
                  <a:pt x="0" y="0"/>
                </a:moveTo>
                <a:lnTo>
                  <a:pt x="0" y="864"/>
                </a:lnTo>
                <a:lnTo>
                  <a:pt x="288" y="864"/>
                </a:lnTo>
              </a:path>
            </a:pathLst>
          </a:custGeom>
          <a:noFill/>
          <a:ln w="38100">
            <a:solidFill>
              <a:schemeClr val="accent3">
                <a:lumMod val="75000"/>
              </a:schemeClr>
            </a:solidFill>
            <a:round/>
            <a:headEnd/>
            <a:tailEnd type="arrow" w="med" len="med"/>
          </a:ln>
        </p:spPr>
        <p:txBody>
          <a:bodyPr wrap="none" anchor="ctr">
            <a:prstTxWarp prst="textNoShape">
              <a:avLst/>
            </a:prstTxWarp>
          </a:bodyPr>
          <a:lstStyle/>
          <a:p>
            <a:pPr algn="ctr"/>
            <a:endParaRPr lang="en-US" sz="1600">
              <a:latin typeface="+mn-lt"/>
            </a:endParaRPr>
          </a:p>
        </p:txBody>
      </p:sp>
      <p:sp>
        <p:nvSpPr>
          <p:cNvPr id="23585" name="Text Box 42">
            <a:extLst>
              <a:ext uri="{FF2B5EF4-FFF2-40B4-BE49-F238E27FC236}">
                <a16:creationId xmlns:a16="http://schemas.microsoft.com/office/drawing/2014/main" id="{7523C4CE-B1A0-A7A6-E34E-4EF5B669851D}"/>
              </a:ext>
            </a:extLst>
          </p:cNvPr>
          <p:cNvSpPr txBox="1">
            <a:spLocks noChangeArrowheads="1"/>
          </p:cNvSpPr>
          <p:nvPr>
            <p:custDataLst>
              <p:tags r:id="rId62"/>
            </p:custDataLst>
          </p:nvPr>
        </p:nvSpPr>
        <p:spPr bwMode="auto">
          <a:xfrm>
            <a:off x="5664836" y="1143000"/>
            <a:ext cx="540533" cy="338554"/>
          </a:xfrm>
          <a:prstGeom prst="rect">
            <a:avLst/>
          </a:prstGeom>
          <a:noFill/>
          <a:ln w="12700">
            <a:noFill/>
            <a:miter lim="800000"/>
            <a:headEnd/>
            <a:tailEnd/>
          </a:ln>
        </p:spPr>
        <p:txBody>
          <a:bodyPr wrap="none">
            <a:prstTxWarp prst="textNoShape">
              <a:avLst/>
            </a:prstTxWarp>
            <a:spAutoFit/>
          </a:bodyPr>
          <a:lstStyle/>
          <a:p>
            <a:pPr algn="ctr"/>
            <a:r>
              <a:rPr lang="en-US" sz="1600" dirty="0">
                <a:latin typeface="+mn-lt"/>
              </a:rPr>
              <a:t>VPN</a:t>
            </a:r>
          </a:p>
        </p:txBody>
      </p:sp>
      <p:sp>
        <p:nvSpPr>
          <p:cNvPr id="23586" name="Text Box 42">
            <a:extLst>
              <a:ext uri="{FF2B5EF4-FFF2-40B4-BE49-F238E27FC236}">
                <a16:creationId xmlns:a16="http://schemas.microsoft.com/office/drawing/2014/main" id="{347588C7-1676-4028-A267-02E86BF07F53}"/>
              </a:ext>
            </a:extLst>
          </p:cNvPr>
          <p:cNvSpPr txBox="1">
            <a:spLocks noChangeArrowheads="1"/>
          </p:cNvSpPr>
          <p:nvPr>
            <p:custDataLst>
              <p:tags r:id="rId63"/>
            </p:custDataLst>
          </p:nvPr>
        </p:nvSpPr>
        <p:spPr bwMode="auto">
          <a:xfrm>
            <a:off x="3881143" y="3786862"/>
            <a:ext cx="592598" cy="461665"/>
          </a:xfrm>
          <a:prstGeom prst="rect">
            <a:avLst/>
          </a:prstGeom>
          <a:noFill/>
          <a:ln w="12700">
            <a:noFill/>
            <a:miter lim="800000"/>
            <a:headEnd/>
            <a:tailEnd/>
          </a:ln>
        </p:spPr>
        <p:txBody>
          <a:bodyPr wrap="none">
            <a:prstTxWarp prst="textNoShape">
              <a:avLst/>
            </a:prstTxWarp>
            <a:spAutoFit/>
          </a:bodyPr>
          <a:lstStyle/>
          <a:p>
            <a:pPr algn="ctr"/>
            <a:r>
              <a:rPr lang="en-US" sz="2400" b="1" dirty="0">
                <a:latin typeface="+mn-lt"/>
              </a:rPr>
              <a:t>VS.</a:t>
            </a:r>
          </a:p>
        </p:txBody>
      </p:sp>
    </p:spTree>
    <p:extLst>
      <p:ext uri="{BB962C8B-B14F-4D97-AF65-F5344CB8AC3E}">
        <p14:creationId xmlns:p14="http://schemas.microsoft.com/office/powerpoint/2010/main" val="428003642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8F68764F-ED09-4C94-95E6-0EAF24A41CD3}"/>
              </a:ext>
            </a:extLst>
          </p:cNvPr>
          <p:cNvPicPr>
            <a:picLocks noChangeAspect="1" noChangeArrowheads="1"/>
          </p:cNvPicPr>
          <p:nvPr/>
        </p:nvPicPr>
        <p:blipFill>
          <a:blip r:embed="rId5">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nvPr>
        </p:nvSpPr>
        <p:spPr>
          <a:xfrm>
            <a:off x="457200" y="274638"/>
            <a:ext cx="7772400" cy="1143000"/>
          </a:xfrm>
        </p:spPr>
        <p:txBody>
          <a:bodyPr/>
          <a:lstStyle/>
          <a:p>
            <a:pPr eaLnBrk="1" hangingPunct="1"/>
            <a:r>
              <a:rPr lang="en-US" altLang="en-US" dirty="0"/>
              <a:t>Virtual Memory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8</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nvSpPr>
        <p:spPr>
          <a:xfrm>
            <a:off x="1376362" y="3886200"/>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nvSpPr>
        <p:spPr>
          <a:xfrm>
            <a:off x="6176962" y="3866717"/>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sp>
        <p:nvSpPr>
          <p:cNvPr id="18" name="Rectangle 17">
            <a:extLst>
              <a:ext uri="{FF2B5EF4-FFF2-40B4-BE49-F238E27FC236}">
                <a16:creationId xmlns:a16="http://schemas.microsoft.com/office/drawing/2014/main" id="{2D7A2886-7379-423F-85D4-322ACFAFD94C}"/>
              </a:ext>
            </a:extLst>
          </p:cNvPr>
          <p:cNvSpPr/>
          <p:nvPr/>
        </p:nvSpPr>
        <p:spPr>
          <a:xfrm>
            <a:off x="2906701" y="5029200"/>
            <a:ext cx="3330597"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nvSpPr>
        <p:spPr>
          <a:xfrm>
            <a:off x="1731234" y="5943600"/>
            <a:ext cx="5681530"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68064B-1E50-4180-A1A3-2C481C7060FE}"/>
              </a:ext>
            </a:extLst>
          </p:cNvPr>
          <p:cNvSpPr/>
          <p:nvPr/>
        </p:nvSpPr>
        <p:spPr>
          <a:xfrm>
            <a:off x="6096005" y="5943600"/>
            <a:ext cx="1316758" cy="533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cxnSp>
        <p:nvCxnSpPr>
          <p:cNvPr id="26" name="Straight Connector 25">
            <a:extLst>
              <a:ext uri="{FF2B5EF4-FFF2-40B4-BE49-F238E27FC236}">
                <a16:creationId xmlns:a16="http://schemas.microsoft.com/office/drawing/2014/main" id="{E045391E-B695-4246-BB2B-6586C3716530}"/>
              </a:ext>
            </a:extLst>
          </p:cNvPr>
          <p:cNvCxnSpPr>
            <a:cxnSpLocks/>
          </p:cNvCxnSpPr>
          <p:nvPr/>
        </p:nvCxnSpPr>
        <p:spPr>
          <a:xfrm>
            <a:off x="2133600" y="3505200"/>
            <a:ext cx="6263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6A592D-870D-4A0F-A77D-D2C426AC1009}"/>
              </a:ext>
            </a:extLst>
          </p:cNvPr>
          <p:cNvCxnSpPr>
            <a:cxnSpLocks/>
          </p:cNvCxnSpPr>
          <p:nvPr/>
        </p:nvCxnSpPr>
        <p:spPr>
          <a:xfrm>
            <a:off x="8382000" y="3505200"/>
            <a:ext cx="0" cy="26517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51E0218-F441-49B1-8F2B-F01DADCD705E}"/>
              </a:ext>
            </a:extLst>
          </p:cNvPr>
          <p:cNvCxnSpPr>
            <a:cxnSpLocks/>
          </p:cNvCxnSpPr>
          <p:nvPr/>
        </p:nvCxnSpPr>
        <p:spPr>
          <a:xfrm>
            <a:off x="7412763" y="6172200"/>
            <a:ext cx="9692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1950720" y="36991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6751320" y="36762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5AF3BC0-1483-43FA-B8C7-5E5F4F95352B}"/>
              </a:ext>
            </a:extLst>
          </p:cNvPr>
          <p:cNvSpPr txBox="1"/>
          <p:nvPr>
            <p:custDataLst>
              <p:tags r:id="rId1"/>
            </p:custDataLst>
          </p:nvPr>
        </p:nvSpPr>
        <p:spPr>
          <a:xfrm>
            <a:off x="685800" y="1833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39" name="TextBox 38">
            <a:extLst>
              <a:ext uri="{FF2B5EF4-FFF2-40B4-BE49-F238E27FC236}">
                <a16:creationId xmlns:a16="http://schemas.microsoft.com/office/drawing/2014/main" id="{F7B87341-1DF7-49E0-9DBF-454018877583}"/>
              </a:ext>
            </a:extLst>
          </p:cNvPr>
          <p:cNvSpPr txBox="1"/>
          <p:nvPr>
            <p:custDataLst>
              <p:tags r:id="rId2"/>
            </p:custDataLst>
          </p:nvPr>
        </p:nvSpPr>
        <p:spPr>
          <a:xfrm>
            <a:off x="3352800" y="1833706"/>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sp>
        <p:nvSpPr>
          <p:cNvPr id="40" name="TextBox 39">
            <a:extLst>
              <a:ext uri="{FF2B5EF4-FFF2-40B4-BE49-F238E27FC236}">
                <a16:creationId xmlns:a16="http://schemas.microsoft.com/office/drawing/2014/main" id="{931E1588-BE6D-4CBB-B890-093B3FCBE416}"/>
              </a:ext>
            </a:extLst>
          </p:cNvPr>
          <p:cNvSpPr txBox="1"/>
          <p:nvPr>
            <p:custDataLst>
              <p:tags r:id="rId3"/>
            </p:custDataLst>
          </p:nvPr>
        </p:nvSpPr>
        <p:spPr>
          <a:xfrm>
            <a:off x="5994578" y="1833706"/>
            <a:ext cx="2438399" cy="1290494"/>
          </a:xfrm>
          <a:prstGeom prst="rect">
            <a:avLst/>
          </a:prstGeom>
          <a:solidFill>
            <a:schemeClr val="bg1"/>
          </a:solidFill>
        </p:spPr>
        <p:txBody>
          <a:bodyPr wrap="square" rtlCol="0" anchor="t">
            <a:noAutofit/>
          </a:bodyPr>
          <a:lstStyle/>
          <a:p>
            <a:r>
              <a:rPr lang="en-US" sz="2000" b="1" dirty="0">
                <a:solidFill>
                  <a:srgbClr val="00B050"/>
                </a:solidFill>
                <a:latin typeface="Courier New" panose="02070309020205020404" pitchFamily="49" charset="0"/>
                <a:cs typeface="Courier New" panose="02070309020205020404" pitchFamily="49" charset="0"/>
              </a:rPr>
              <a:t>int main ()</a:t>
            </a:r>
          </a:p>
          <a:p>
            <a:r>
              <a:rPr lang="en-US" sz="2000" b="1" dirty="0">
                <a:solidFill>
                  <a:srgbClr val="00B050"/>
                </a:solidFill>
                <a:latin typeface="Courier New" panose="02070309020205020404" pitchFamily="49" charset="0"/>
                <a:cs typeface="Courier New" panose="02070309020205020404" pitchFamily="49" charset="0"/>
              </a:rPr>
              <a:t>{</a:t>
            </a:r>
          </a:p>
          <a:p>
            <a:r>
              <a:rPr lang="en-US" sz="2000" b="1" dirty="0">
                <a:solidFill>
                  <a:srgbClr val="00B050"/>
                </a:solidFill>
                <a:latin typeface="Courier New" panose="02070309020205020404" pitchFamily="49" charset="0"/>
                <a:cs typeface="Courier New" panose="02070309020205020404" pitchFamily="49" charset="0"/>
              </a:rPr>
              <a:t>  // process C</a:t>
            </a:r>
          </a:p>
          <a:p>
            <a:r>
              <a:rPr lang="en-US" sz="2000" b="1" dirty="0">
                <a:solidFill>
                  <a:srgbClr val="00B050"/>
                </a:solidFill>
                <a:latin typeface="Courier New" panose="02070309020205020404" pitchFamily="49" charset="0"/>
                <a:cs typeface="Courier New" panose="02070309020205020404" pitchFamily="49" charset="0"/>
              </a:rPr>
              <a:t>}</a:t>
            </a:r>
          </a:p>
        </p:txBody>
      </p:sp>
      <p:cxnSp>
        <p:nvCxnSpPr>
          <p:cNvPr id="41" name="Straight Connector 40">
            <a:extLst>
              <a:ext uri="{FF2B5EF4-FFF2-40B4-BE49-F238E27FC236}">
                <a16:creationId xmlns:a16="http://schemas.microsoft.com/office/drawing/2014/main" id="{62E49063-AF09-4BEF-9DB0-2F9ACDB1873A}"/>
              </a:ext>
            </a:extLst>
          </p:cNvPr>
          <p:cNvCxnSpPr>
            <a:cxnSpLocks/>
          </p:cNvCxnSpPr>
          <p:nvPr/>
        </p:nvCxnSpPr>
        <p:spPr>
          <a:xfrm>
            <a:off x="-1" y="3733800"/>
            <a:ext cx="9144000" cy="0"/>
          </a:xfrm>
          <a:prstGeom prst="line">
            <a:avLst/>
          </a:prstGeom>
          <a:ln w="635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0480F0D-B961-48CB-B06A-3D9370286BB0}"/>
              </a:ext>
            </a:extLst>
          </p:cNvPr>
          <p:cNvSpPr txBox="1"/>
          <p:nvPr/>
        </p:nvSpPr>
        <p:spPr>
          <a:xfrm>
            <a:off x="-819" y="3291642"/>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virtual</a:t>
            </a:r>
          </a:p>
        </p:txBody>
      </p:sp>
      <p:sp>
        <p:nvSpPr>
          <p:cNvPr id="43" name="TextBox 42">
            <a:extLst>
              <a:ext uri="{FF2B5EF4-FFF2-40B4-BE49-F238E27FC236}">
                <a16:creationId xmlns:a16="http://schemas.microsoft.com/office/drawing/2014/main" id="{08387C94-E2F3-4419-8EBA-C5215726AF7F}"/>
              </a:ext>
            </a:extLst>
          </p:cNvPr>
          <p:cNvSpPr txBox="1"/>
          <p:nvPr/>
        </p:nvSpPr>
        <p:spPr>
          <a:xfrm>
            <a:off x="-1585" y="3696979"/>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physical</a:t>
            </a:r>
          </a:p>
        </p:txBody>
      </p:sp>
    </p:spTree>
    <p:extLst>
      <p:ext uri="{BB962C8B-B14F-4D97-AF65-F5344CB8AC3E}">
        <p14:creationId xmlns:p14="http://schemas.microsoft.com/office/powerpoint/2010/main" val="341480333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DB8FAD64-3EC8-471B-AD0C-FDE236B18A9C}"/>
              </a:ext>
            </a:extLst>
          </p:cNvPr>
          <p:cNvPicPr>
            <a:picLocks noChangeAspect="1" noChangeArrowheads="1"/>
          </p:cNvPicPr>
          <p:nvPr/>
        </p:nvPicPr>
        <p:blipFill>
          <a:blip r:embed="rId5">
            <a:alphaModFix amt="5000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42151963-6848-41DB-BAF8-9A363EC64527}"/>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37A6515-ADA9-441D-A996-DFF0A333FBA0}"/>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866B52-1967-4E48-9017-66B111B55C20}"/>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AD41A51-DD74-4CC0-AF1A-FBF3F09D0EC9}"/>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nvPr>
        </p:nvSpPr>
        <p:spPr>
          <a:xfrm>
            <a:off x="457200" y="274638"/>
            <a:ext cx="7772400" cy="1143000"/>
          </a:xfrm>
        </p:spPr>
        <p:txBody>
          <a:bodyPr/>
          <a:lstStyle/>
          <a:p>
            <a:pPr eaLnBrk="1" hangingPunct="1"/>
            <a:r>
              <a:rPr lang="en-US" altLang="en-US" dirty="0"/>
              <a:t>Virtual Memory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9</a:t>
            </a:fld>
            <a:endParaRPr lang="en-US" altLang="en-US" sz="1400"/>
          </a:p>
        </p:txBody>
      </p:sp>
      <p:sp>
        <p:nvSpPr>
          <p:cNvPr id="4" name="Rectangle 3">
            <a:extLst>
              <a:ext uri="{FF2B5EF4-FFF2-40B4-BE49-F238E27FC236}">
                <a16:creationId xmlns:a16="http://schemas.microsoft.com/office/drawing/2014/main" id="{ED009F42-8219-4094-9CC2-F2B7670971BF}"/>
              </a:ext>
            </a:extLst>
          </p:cNvPr>
          <p:cNvSpPr/>
          <p:nvPr/>
        </p:nvSpPr>
        <p:spPr>
          <a:xfrm>
            <a:off x="1376362" y="3886200"/>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nvSpPr>
        <p:spPr>
          <a:xfrm>
            <a:off x="6176962" y="3866717"/>
            <a:ext cx="1595438"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sp>
        <p:nvSpPr>
          <p:cNvPr id="18" name="Rectangle 17">
            <a:extLst>
              <a:ext uri="{FF2B5EF4-FFF2-40B4-BE49-F238E27FC236}">
                <a16:creationId xmlns:a16="http://schemas.microsoft.com/office/drawing/2014/main" id="{2D7A2886-7379-423F-85D4-322ACFAFD94C}"/>
              </a:ext>
            </a:extLst>
          </p:cNvPr>
          <p:cNvSpPr/>
          <p:nvPr/>
        </p:nvSpPr>
        <p:spPr>
          <a:xfrm>
            <a:off x="2906701" y="5029200"/>
            <a:ext cx="3330597"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nvSpPr>
        <p:spPr>
          <a:xfrm>
            <a:off x="1731234" y="5943600"/>
            <a:ext cx="5681530" cy="533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468064B-1E50-4180-A1A3-2C481C7060FE}"/>
              </a:ext>
            </a:extLst>
          </p:cNvPr>
          <p:cNvSpPr/>
          <p:nvPr/>
        </p:nvSpPr>
        <p:spPr>
          <a:xfrm>
            <a:off x="6096005" y="5943600"/>
            <a:ext cx="1316758" cy="5334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page table</a:t>
            </a:r>
          </a:p>
        </p:txBody>
      </p:sp>
      <p:cxnSp>
        <p:nvCxnSpPr>
          <p:cNvPr id="26" name="Straight Connector 25">
            <a:extLst>
              <a:ext uri="{FF2B5EF4-FFF2-40B4-BE49-F238E27FC236}">
                <a16:creationId xmlns:a16="http://schemas.microsoft.com/office/drawing/2014/main" id="{E045391E-B695-4246-BB2B-6586C3716530}"/>
              </a:ext>
            </a:extLst>
          </p:cNvPr>
          <p:cNvCxnSpPr>
            <a:cxnSpLocks/>
          </p:cNvCxnSpPr>
          <p:nvPr/>
        </p:nvCxnSpPr>
        <p:spPr>
          <a:xfrm>
            <a:off x="2487179" y="3394494"/>
            <a:ext cx="589482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6A592D-870D-4A0F-A77D-D2C426AC1009}"/>
              </a:ext>
            </a:extLst>
          </p:cNvPr>
          <p:cNvCxnSpPr>
            <a:cxnSpLocks/>
          </p:cNvCxnSpPr>
          <p:nvPr/>
        </p:nvCxnSpPr>
        <p:spPr>
          <a:xfrm>
            <a:off x="8382000" y="3394494"/>
            <a:ext cx="0" cy="277770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51E0218-F441-49B1-8F2B-F01DADCD705E}"/>
              </a:ext>
            </a:extLst>
          </p:cNvPr>
          <p:cNvCxnSpPr>
            <a:cxnSpLocks/>
          </p:cNvCxnSpPr>
          <p:nvPr/>
        </p:nvCxnSpPr>
        <p:spPr>
          <a:xfrm>
            <a:off x="7412763" y="6172200"/>
            <a:ext cx="96923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01D632-2BB9-4387-95F1-E6529E85FA4B}"/>
              </a:ext>
            </a:extLst>
          </p:cNvPr>
          <p:cNvCxnSpPr>
            <a:cxnSpLocks/>
          </p:cNvCxnSpPr>
          <p:nvPr/>
        </p:nvCxnSpPr>
        <p:spPr>
          <a:xfrm rot="5400000">
            <a:off x="1950720" y="36991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BBE81F-9C19-4CF3-8FD8-F4A9D48F9E98}"/>
              </a:ext>
            </a:extLst>
          </p:cNvPr>
          <p:cNvCxnSpPr>
            <a:cxnSpLocks/>
          </p:cNvCxnSpPr>
          <p:nvPr/>
        </p:nvCxnSpPr>
        <p:spPr>
          <a:xfrm rot="5400000">
            <a:off x="6751320" y="3676255"/>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0599568-8419-41FC-BEE1-E4A87420EBC3}"/>
              </a:ext>
            </a:extLst>
          </p:cNvPr>
          <p:cNvSpPr/>
          <p:nvPr/>
        </p:nvSpPr>
        <p:spPr>
          <a:xfrm>
            <a:off x="6562987" y="3200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sp>
        <p:nvSpPr>
          <p:cNvPr id="27" name="Rectangle 26">
            <a:extLst>
              <a:ext uri="{FF2B5EF4-FFF2-40B4-BE49-F238E27FC236}">
                <a16:creationId xmlns:a16="http://schemas.microsoft.com/office/drawing/2014/main" id="{4E186134-61F3-4505-826F-7F8686DD71AD}"/>
              </a:ext>
            </a:extLst>
          </p:cNvPr>
          <p:cNvSpPr/>
          <p:nvPr/>
        </p:nvSpPr>
        <p:spPr>
          <a:xfrm>
            <a:off x="1752600" y="3200400"/>
            <a:ext cx="734579" cy="408421"/>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TLB</a:t>
            </a:r>
          </a:p>
        </p:txBody>
      </p:sp>
      <p:sp>
        <p:nvSpPr>
          <p:cNvPr id="38" name="TextBox 37">
            <a:extLst>
              <a:ext uri="{FF2B5EF4-FFF2-40B4-BE49-F238E27FC236}">
                <a16:creationId xmlns:a16="http://schemas.microsoft.com/office/drawing/2014/main" id="{6B8FD11E-C14B-4A60-B2CB-1543D32C437A}"/>
              </a:ext>
            </a:extLst>
          </p:cNvPr>
          <p:cNvSpPr txBox="1"/>
          <p:nvPr>
            <p:custDataLst>
              <p:tags r:id="rId1"/>
            </p:custDataLst>
          </p:nvPr>
        </p:nvSpPr>
        <p:spPr>
          <a:xfrm>
            <a:off x="685800" y="1833706"/>
            <a:ext cx="2438399" cy="1290494"/>
          </a:xfrm>
          <a:prstGeom prst="rect">
            <a:avLst/>
          </a:prstGeom>
          <a:solidFill>
            <a:schemeClr val="bg1"/>
          </a:solidFill>
        </p:spPr>
        <p:txBody>
          <a:bodyPr wrap="square" rtlCol="0" anchor="t">
            <a:noAutofit/>
          </a:bodyPr>
          <a:lstStyle/>
          <a:p>
            <a:r>
              <a:rPr lang="en-US" sz="2000" b="1" dirty="0">
                <a:solidFill>
                  <a:srgbClr val="0070C0"/>
                </a:solidFill>
                <a:latin typeface="Courier New" panose="02070309020205020404" pitchFamily="49" charset="0"/>
                <a:cs typeface="Courier New" panose="02070309020205020404" pitchFamily="49" charset="0"/>
              </a:rPr>
              <a:t>int main ()</a:t>
            </a:r>
          </a:p>
          <a:p>
            <a:r>
              <a:rPr lang="en-US" sz="2000" b="1" dirty="0">
                <a:solidFill>
                  <a:srgbClr val="0070C0"/>
                </a:solidFill>
                <a:latin typeface="Courier New" panose="02070309020205020404" pitchFamily="49" charset="0"/>
                <a:cs typeface="Courier New" panose="02070309020205020404" pitchFamily="49" charset="0"/>
              </a:rPr>
              <a:t>{</a:t>
            </a:r>
          </a:p>
          <a:p>
            <a:r>
              <a:rPr lang="en-US" sz="2000" b="1" dirty="0">
                <a:solidFill>
                  <a:srgbClr val="0070C0"/>
                </a:solidFill>
                <a:latin typeface="Courier New" panose="02070309020205020404" pitchFamily="49" charset="0"/>
                <a:cs typeface="Courier New" panose="02070309020205020404" pitchFamily="49" charset="0"/>
              </a:rPr>
              <a:t>  // process A</a:t>
            </a:r>
          </a:p>
          <a:p>
            <a:r>
              <a:rPr lang="en-US" sz="2000" b="1" dirty="0">
                <a:solidFill>
                  <a:srgbClr val="0070C0"/>
                </a:solidFill>
                <a:latin typeface="Courier New" panose="02070309020205020404" pitchFamily="49" charset="0"/>
                <a:cs typeface="Courier New" panose="02070309020205020404" pitchFamily="49" charset="0"/>
              </a:rPr>
              <a:t>}</a:t>
            </a:r>
          </a:p>
        </p:txBody>
      </p:sp>
      <p:sp>
        <p:nvSpPr>
          <p:cNvPr id="39" name="TextBox 38">
            <a:extLst>
              <a:ext uri="{FF2B5EF4-FFF2-40B4-BE49-F238E27FC236}">
                <a16:creationId xmlns:a16="http://schemas.microsoft.com/office/drawing/2014/main" id="{F7273EA8-D97E-40C9-928E-AAAE39992750}"/>
              </a:ext>
            </a:extLst>
          </p:cNvPr>
          <p:cNvSpPr txBox="1"/>
          <p:nvPr>
            <p:custDataLst>
              <p:tags r:id="rId2"/>
            </p:custDataLst>
          </p:nvPr>
        </p:nvSpPr>
        <p:spPr>
          <a:xfrm>
            <a:off x="3352800" y="1833706"/>
            <a:ext cx="2438399" cy="1290494"/>
          </a:xfrm>
          <a:prstGeom prst="rect">
            <a:avLst/>
          </a:prstGeom>
          <a:solidFill>
            <a:schemeClr val="bg1"/>
          </a:solidFill>
        </p:spPr>
        <p:txBody>
          <a:bodyPr wrap="square" rtlCol="0" anchor="t">
            <a:noAutofit/>
          </a:bodyPr>
          <a:lstStyle/>
          <a:p>
            <a:r>
              <a:rPr lang="en-US" sz="2000" b="1" dirty="0">
                <a:solidFill>
                  <a:srgbClr val="FF0000"/>
                </a:solidFill>
                <a:latin typeface="Courier New" panose="02070309020205020404" pitchFamily="49" charset="0"/>
                <a:cs typeface="Courier New" panose="02070309020205020404" pitchFamily="49" charset="0"/>
              </a:rPr>
              <a:t>int main ()</a:t>
            </a:r>
          </a:p>
          <a:p>
            <a:r>
              <a:rPr lang="en-US" sz="2000" b="1" dirty="0">
                <a:solidFill>
                  <a:srgbClr val="FF0000"/>
                </a:solidFill>
                <a:latin typeface="Courier New" panose="02070309020205020404" pitchFamily="49" charset="0"/>
                <a:cs typeface="Courier New" panose="02070309020205020404" pitchFamily="49" charset="0"/>
              </a:rPr>
              <a:t>{</a:t>
            </a:r>
          </a:p>
          <a:p>
            <a:r>
              <a:rPr lang="en-US" sz="2000" b="1" dirty="0">
                <a:solidFill>
                  <a:srgbClr val="FF0000"/>
                </a:solidFill>
                <a:latin typeface="Courier New" panose="02070309020205020404" pitchFamily="49" charset="0"/>
                <a:cs typeface="Courier New" panose="02070309020205020404" pitchFamily="49" charset="0"/>
              </a:rPr>
              <a:t>  // process B</a:t>
            </a:r>
          </a:p>
          <a:p>
            <a:r>
              <a:rPr lang="en-US" sz="2000" b="1" dirty="0">
                <a:solidFill>
                  <a:srgbClr val="FF0000"/>
                </a:solidFill>
                <a:latin typeface="Courier New" panose="02070309020205020404" pitchFamily="49" charset="0"/>
                <a:cs typeface="Courier New" panose="02070309020205020404" pitchFamily="49" charset="0"/>
              </a:rPr>
              <a:t>}</a:t>
            </a:r>
          </a:p>
        </p:txBody>
      </p:sp>
      <p:sp>
        <p:nvSpPr>
          <p:cNvPr id="40" name="TextBox 39">
            <a:extLst>
              <a:ext uri="{FF2B5EF4-FFF2-40B4-BE49-F238E27FC236}">
                <a16:creationId xmlns:a16="http://schemas.microsoft.com/office/drawing/2014/main" id="{56D47035-1C4E-4CB4-80A8-B8114E61FC9F}"/>
              </a:ext>
            </a:extLst>
          </p:cNvPr>
          <p:cNvSpPr txBox="1"/>
          <p:nvPr>
            <p:custDataLst>
              <p:tags r:id="rId3"/>
            </p:custDataLst>
          </p:nvPr>
        </p:nvSpPr>
        <p:spPr>
          <a:xfrm>
            <a:off x="5994578" y="1833706"/>
            <a:ext cx="2438399" cy="1290494"/>
          </a:xfrm>
          <a:prstGeom prst="rect">
            <a:avLst/>
          </a:prstGeom>
          <a:solidFill>
            <a:schemeClr val="bg1"/>
          </a:solidFill>
        </p:spPr>
        <p:txBody>
          <a:bodyPr wrap="square" rtlCol="0" anchor="t">
            <a:noAutofit/>
          </a:bodyPr>
          <a:lstStyle/>
          <a:p>
            <a:r>
              <a:rPr lang="en-US" sz="2000" b="1" dirty="0">
                <a:solidFill>
                  <a:srgbClr val="00B050"/>
                </a:solidFill>
                <a:latin typeface="Courier New" panose="02070309020205020404" pitchFamily="49" charset="0"/>
                <a:cs typeface="Courier New" panose="02070309020205020404" pitchFamily="49" charset="0"/>
              </a:rPr>
              <a:t>int main ()</a:t>
            </a:r>
          </a:p>
          <a:p>
            <a:r>
              <a:rPr lang="en-US" sz="2000" b="1" dirty="0">
                <a:solidFill>
                  <a:srgbClr val="00B050"/>
                </a:solidFill>
                <a:latin typeface="Courier New" panose="02070309020205020404" pitchFamily="49" charset="0"/>
                <a:cs typeface="Courier New" panose="02070309020205020404" pitchFamily="49" charset="0"/>
              </a:rPr>
              <a:t>{</a:t>
            </a:r>
          </a:p>
          <a:p>
            <a:r>
              <a:rPr lang="en-US" sz="2000" b="1" dirty="0">
                <a:solidFill>
                  <a:srgbClr val="00B050"/>
                </a:solidFill>
                <a:latin typeface="Courier New" panose="02070309020205020404" pitchFamily="49" charset="0"/>
                <a:cs typeface="Courier New" panose="02070309020205020404" pitchFamily="49" charset="0"/>
              </a:rPr>
              <a:t>  // process C</a:t>
            </a:r>
          </a:p>
          <a:p>
            <a:r>
              <a:rPr lang="en-US" sz="2000" b="1" dirty="0">
                <a:solidFill>
                  <a:srgbClr val="00B050"/>
                </a:solidFill>
                <a:latin typeface="Courier New" panose="02070309020205020404" pitchFamily="49" charset="0"/>
                <a:cs typeface="Courier New" panose="02070309020205020404" pitchFamily="49" charset="0"/>
              </a:rPr>
              <a:t>}</a:t>
            </a:r>
          </a:p>
        </p:txBody>
      </p:sp>
      <p:sp>
        <p:nvSpPr>
          <p:cNvPr id="32" name="TextBox 31">
            <a:extLst>
              <a:ext uri="{FF2B5EF4-FFF2-40B4-BE49-F238E27FC236}">
                <a16:creationId xmlns:a16="http://schemas.microsoft.com/office/drawing/2014/main" id="{B4DC666C-762A-43E2-92CB-CBA5EC3A4209}"/>
              </a:ext>
            </a:extLst>
          </p:cNvPr>
          <p:cNvSpPr txBox="1"/>
          <p:nvPr/>
        </p:nvSpPr>
        <p:spPr>
          <a:xfrm>
            <a:off x="6176962" y="1219200"/>
            <a:ext cx="3053917" cy="458674"/>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cache for page table entries</a:t>
            </a:r>
          </a:p>
        </p:txBody>
      </p:sp>
      <p:cxnSp>
        <p:nvCxnSpPr>
          <p:cNvPr id="33" name="Straight Connector 32">
            <a:extLst>
              <a:ext uri="{FF2B5EF4-FFF2-40B4-BE49-F238E27FC236}">
                <a16:creationId xmlns:a16="http://schemas.microsoft.com/office/drawing/2014/main" id="{364099E4-5A4B-4FB2-BC0B-A3AA8271E1E5}"/>
              </a:ext>
            </a:extLst>
          </p:cNvPr>
          <p:cNvCxnSpPr>
            <a:cxnSpLocks/>
          </p:cNvCxnSpPr>
          <p:nvPr/>
        </p:nvCxnSpPr>
        <p:spPr>
          <a:xfrm flipH="1">
            <a:off x="7068964" y="1636004"/>
            <a:ext cx="523614" cy="164419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479C103-41DC-4C94-B7E4-1D7C208055A8}"/>
              </a:ext>
            </a:extLst>
          </p:cNvPr>
          <p:cNvCxnSpPr>
            <a:cxnSpLocks/>
          </p:cNvCxnSpPr>
          <p:nvPr/>
        </p:nvCxnSpPr>
        <p:spPr>
          <a:xfrm>
            <a:off x="-1" y="3733800"/>
            <a:ext cx="9144000" cy="0"/>
          </a:xfrm>
          <a:prstGeom prst="line">
            <a:avLst/>
          </a:prstGeom>
          <a:ln w="635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917C5FE-1839-4EFE-8694-C37F9053ED5A}"/>
              </a:ext>
            </a:extLst>
          </p:cNvPr>
          <p:cNvSpPr txBox="1"/>
          <p:nvPr/>
        </p:nvSpPr>
        <p:spPr>
          <a:xfrm>
            <a:off x="-819" y="3291642"/>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virtual</a:t>
            </a:r>
          </a:p>
        </p:txBody>
      </p:sp>
      <p:sp>
        <p:nvSpPr>
          <p:cNvPr id="43" name="TextBox 42">
            <a:extLst>
              <a:ext uri="{FF2B5EF4-FFF2-40B4-BE49-F238E27FC236}">
                <a16:creationId xmlns:a16="http://schemas.microsoft.com/office/drawing/2014/main" id="{137E0695-3D7A-42CE-854E-D1E9AF9E9B87}"/>
              </a:ext>
            </a:extLst>
          </p:cNvPr>
          <p:cNvSpPr txBox="1"/>
          <p:nvPr/>
        </p:nvSpPr>
        <p:spPr>
          <a:xfrm>
            <a:off x="-1585" y="3696979"/>
            <a:ext cx="1371600" cy="458674"/>
          </a:xfrm>
          <a:prstGeom prst="rect">
            <a:avLst/>
          </a:prstGeom>
          <a:noFill/>
        </p:spPr>
        <p:txBody>
          <a:bodyPr wrap="square" rtlCol="0" anchor="ctr">
            <a:noAutofit/>
          </a:bodyPr>
          <a:lstStyle/>
          <a:p>
            <a:r>
              <a:rPr lang="en-US" sz="1800" b="1" dirty="0">
                <a:solidFill>
                  <a:schemeClr val="accent6">
                    <a:lumMod val="75000"/>
                  </a:schemeClr>
                </a:solidFill>
                <a:latin typeface="+mn-lt"/>
              </a:rPr>
              <a:t>physical</a:t>
            </a:r>
          </a:p>
        </p:txBody>
      </p:sp>
    </p:spTree>
    <p:extLst>
      <p:ext uri="{BB962C8B-B14F-4D97-AF65-F5344CB8AC3E}">
        <p14:creationId xmlns:p14="http://schemas.microsoft.com/office/powerpoint/2010/main" val="310642148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PERSISTENCEDATA" val="MMPROD_UIPERSISTENCEDATA"/>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MMPROD_UIDATA" val="&lt;database version=&quot;11.0&quot;&gt;&lt;object type=&quot;1&quot; unique_id=&quot;10001&quot;&gt;&lt;property id=&quot;20141&quot; value=&quot;ECE/CS 552 - Virtual Memory&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VirtualMemory&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8&quot; unique_id=&quot;10476&quot;&gt;&lt;/object&gt;&lt;object type=&quot;2&quot; unique_id=&quot;10477&quot;&gt;&lt;object type=&quot;3&quot; unique_id=&quot;19606&quot;&gt;&lt;property id=&quot;20148&quot; value=&quot;5&quot;/&gt;&lt;property id=&quot;20300&quot; value=&quot;Slide 1 - &amp;quot;ECE/CS 552: Virtual Memory&amp;quot;&quot;/&gt;&lt;property id=&quot;20307&quot; value=&quot;546&quot;/&gt;&lt;property id=&quot;20309&quot; value=&quot;-1&quot;/&gt;&lt;/object&gt;&lt;object type=&quot;3&quot; unique_id=&quot;20308&quot;&gt;&lt;property id=&quot;20148&quot; value=&quot;5&quot;/&gt;&lt;property id=&quot;20300&quot; value=&quot;Slide 2 - &amp;quot;Virtual Memory&amp;quot;&quot;/&gt;&lt;property id=&quot;20307&quot; value=&quot;665&quot;/&gt;&lt;property id=&quot;20309&quot; value=&quot;-1&quot;/&gt;&lt;/object&gt;&lt;object type=&quot;3&quot; unique_id=&quot;200900&quot;&gt;&lt;property id=&quot;20148&quot; value=&quot;5&quot;/&gt;&lt;property id=&quot;20300&quot; value=&quot;Slide 3 - &amp;quot;Virtual Memory&amp;quot;&quot;/&gt;&lt;property id=&quot;20307&quot; value=&quot;804&quot;/&gt;&lt;/object&gt;&lt;object type=&quot;3&quot; unique_id=&quot;200901&quot;&gt;&lt;property id=&quot;20148&quot; value=&quot;5&quot;/&gt;&lt;property id=&quot;20300&quot; value=&quot;Slide 5 - &amp;quot;Multi-Level Page Table&amp;quot;&quot;/&gt;&lt;property id=&quot;20307&quot; value=&quot;802&quot;/&gt;&lt;/object&gt;&lt;object type=&quot;3&quot; unique_id=&quot;201062&quot;&gt;&lt;property id=&quot;20148&quot; value=&quot;5&quot;/&gt;&lt;property id=&quot;20300&quot; value=&quot;Slide 4 - &amp;quot;Virtual Memory&amp;quot;&quot;/&gt;&lt;property id=&quot;20307&quot; value=&quot;805&quot;/&gt;&lt;/object&gt;&lt;/object&gt;&lt;object type=&quot;10&quot; unique_id=&quot;19997&quot;&gt;&lt;object type=&quot;11&quot; unique_id=&quot;19998&quot;&gt;&lt;property id=&quot;20180&quot; value=&quot;0&quot;/&gt;&lt;property id=&quot;20181&quot; value=&quot;1&quot;/&gt;&lt;property id=&quot;20183&quot; value=&quot;1&quot;/&gt;&lt;/object&gt;&lt;object type=&quot;12&quot; unique_id=&quot;200472&quot;&gt;&lt;/object&gt;&lt;/object&gt;&lt;object type=&quot;4&quot; unique_id=&quot;19999&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HTML_SHAPEINFO" val="&lt;ThreeDShapeInfo&gt;&lt;uuid val=&quot;&quot;/&gt;&lt;isInvalidForFieldText val=&quot;0&quot;/&gt;&lt;Image&gt;&lt;filename val=&quot;C:\Users\sanmi\Documents\My Adobe Presentations\ece552-VirtualMemory\data\asimages\{99D2A8CA-6B98-4692-AC74-9DE0EBE2DBE6}_1.png&quot;/&gt;&lt;left val=&quot;35&quot;/&gt;&lt;top val=&quot;195&quot;/&gt;&lt;width val=&quot;648&quot;/&gt;&lt;height val=&quot;102&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1&quot;/&gt;&lt;lineCharCount val=&quot;55&quot;/&gt;&lt;lineCharCount val=&quot;61&quot;/&gt;&lt;lineCharCount val=&quot;6&quot;/&gt;&lt;lineCharCount val=&quot;3&quot;/&gt;&lt;/TableIndex&gt;&lt;/ShapeTextInfo&gt;"/>
  <p:tag name="HTML_SHAPEINFO" val="&lt;ThreeDShapeInfo&gt;&lt;uuid val=&quot;&quot;/&gt;&lt;isInvalidForFieldText val=&quot;0&quot;/&gt;&lt;Image&gt;&lt;filename val=&quot;C:\Users\sanmi\Documents\My Adobe Presentations\ece552-VirtualMemory\data\asimages\{FCE0028F-8032-4FE7-A4FA-D4A5889AA6C8}_1.png&quot;/&gt;&lt;left val=&quot;104&quot;/&gt;&lt;top val=&quot;298&quot;/&gt;&lt;width val=&quot;515&quot;/&gt;&lt;height val=&quot;145&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FD5A8D9E-6BC1-4DE4-A500-891C2ED0E967}_2.png&quot;/&gt;&lt;left val=&quot;35&quot;/&gt;&lt;top val=&quot;21&quot;/&gt;&lt;width val=&quot;612&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1E394919-F5C2-4182-8DA1-4DFECB4063CF}_2.png&quot;/&gt;&lt;left val=&quot;599&quot;/&gt;&lt;top val=&quot;500&quot;/&gt;&lt;width val=&quot;86&quot;/&gt;&lt;height val=&quot;32&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578D3EE8-2BF1-4884-832B-658C9DE6E351}_2.png&quot;/&gt;&lt;left val=&quot;107&quot;/&gt;&lt;top val=&quot;305&quot;/&gt;&lt;width val=&quot;126&quot;/&gt;&lt;height val=&quot;45&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2AE66F08-6FE0-4B6D-8BBA-E46CB301AB20}_2.png&quot;/&gt;&lt;left val=&quot;485&quot;/&gt;&lt;top val=&quot;303&quot;/&gt;&lt;width val=&quot;126&quot;/&gt;&lt;height val=&quot;46&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4CD9516B-707E-45A0-A0C9-DF0FD39E5996}_2.png&quot;/&gt;&lt;left val=&quot;228&quot;/&gt;&lt;top val=&quot;395&quot;/&gt;&lt;width val=&quot;263&quot;/&gt;&lt;height val=&quot;45&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661941C1-0B00-47A5-9ADB-EFA977C12FD0}_2.png&quot;/&gt;&lt;left val=&quot;135&quot;/&gt;&lt;top val=&quot;467&quot;/&gt;&lt;width val=&quot;448&quot;/&gt;&lt;height val=&quot;45&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39165799-09CB-4539-8DB1-A5811F7F5AB9}_2.png&quot;/&gt;&lt;left val=&quot;48&quot;/&gt;&lt;top val=&quot;141&quot;/&gt;&lt;width val=&quot;197&quot;/&gt;&lt;height val=&quot;115&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B47A354-B9F0-4A81-95C7-7E6EE39B18E8}_2.png&quot;/&gt;&lt;left val=&quot;258&quot;/&gt;&lt;top val=&quot;141&quot;/&gt;&lt;width val=&quot;197&quot;/&gt;&lt;height val=&quot;115&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B944580C-C331-4C51-9210-DDA10E3E2442}_2.png&quot;/&gt;&lt;left val=&quot;466&quot;/&gt;&lt;top val=&quot;141&quot;/&gt;&lt;width val=&quot;197&quot;/&gt;&lt;height val=&quot;115&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39165799-09CB-4539-8DB1-A5811F7F5AB9}_2.png&quot;/&gt;&lt;left val=&quot;48&quot;/&gt;&lt;top val=&quot;141&quot;/&gt;&lt;width val=&quot;197&quot;/&gt;&lt;height val=&quot;115&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B47A354-B9F0-4A81-95C7-7E6EE39B18E8}_2.png&quot;/&gt;&lt;left val=&quot;258&quot;/&gt;&lt;top val=&quot;141&quot;/&gt;&lt;width val=&quot;197&quot;/&gt;&lt;height val=&quot;115&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B944580C-C331-4C51-9210-DDA10E3E2442}_2.png&quot;/&gt;&lt;left val=&quot;466&quot;/&gt;&lt;top val=&quot;141&quot;/&gt;&lt;width val=&quot;197&quot;/&gt;&lt;height val=&quot;115&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1947083624,C:\Users\sanmi\GoogleDrive\UWMdrive\Courses\ECE552\ece552-lec13_VirtualMemory_pptx\Media.ppcx"/>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5ECD83F2-AFC0-42FD-A3F2-95CBF5D5303F}_10.png&quot;/&gt;&lt;left val=&quot;35&quot;/&gt;&lt;top val=&quot;21&quot;/&gt;&lt;width val=&quot;588&quot;/&gt;&lt;height val=&quot;98&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73EF76A9-6C34-482E-8CC4-81335369FCF2}_10.png&quot;/&gt;&lt;left val=&quot;599&quot;/&gt;&lt;top val=&quot;500&quot;/&gt;&lt;width val=&quot;86&quot;/&gt;&lt;height val=&quot;32&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9&quot;/&gt;&lt;lineCharCount val=&quot;44&quot;/&gt;&lt;lineCharCount val=&quot;18&quot;/&gt;&lt;lineCharCount val=&quot;47&quot;/&gt;&lt;lineCharCount val=&quot;49&quot;/&gt;&lt;/TableIndex&gt;&lt;/ShapeTextInfo&gt;"/>
  <p:tag name="HTML_SHAPEINFO" val="&lt;ThreeDShapeInfo&gt;&lt;uuid val=&quot;&quot;/&gt;&lt;isInvalidForFieldText val=&quot;0&quot;/&gt;&lt;Image&gt;&lt;filename val=&quot;C:\Users\sanmi\Documents\My Adobe Presentations\ece552-VirtualMemory\data\asimages\{FC7175FC-D1A3-46EF-A332-90376620344E}_10.png&quot;/&gt;&lt;left val=&quot;29&quot;/&gt;&lt;top val=&quot;105&quot;/&gt;&lt;width val=&quot;702&quot;/&gt;&lt;height val=&quot;426&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6BEAF0F2-EA0A-4F30-9D32-0AFEA692028C}_10.png&quot;/&gt;&lt;left val=&quot;197&quot;/&gt;&lt;top val=&quot;320&quot;/&gt;&lt;width val=&quot;258&quot;/&gt;&lt;height val=&quot;35&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VirtualMemory\data\asimages\{922267DA-60A9-4E42-B019-521EA7877351}_10.png&quot;/&gt;&lt;left val=&quot;239&quot;/&gt;&lt;top val=&quot;452&quot;/&gt;&lt;width val=&quot;216&quot;/&gt;&lt;height val=&quot;35&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5B6FC5B2-DB29-4663-A65E-AAD133A94D25}_10.png&quot;/&gt;&lt;left val=&quot;455&quot;/&gt;&lt;top val=&quot;452&quot;/&gt;&lt;width val=&quot;162&quot;/&gt;&lt;height val=&quot;35&quot;/&gt;&lt;hasText val=&quot;1&quot;/&gt;&lt;/Image&gt;&lt;/ThreeDShape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26D58085-33D3-4BA3-B05D-F347F79E6506}_10.png&quot;/&gt;&lt;left val=&quot;251&quot;/&gt;&lt;top val=&quot;372&quot;/&gt;&lt;width val=&quot;180&quot;/&gt;&lt;height val=&quot;60&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6A722030-3BD7-4B78-B213-0DC52531A665}_10.png&quot;/&gt;&lt;left val=&quot;59&quot;/&gt;&lt;top val=&quot;317&quot;/&gt;&lt;width val=&quot;145&quot;/&gt;&lt;height val=&quot;40&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1EFE3BAE-8DB5-4A54-A4FF-C267654F37E8}_10.png&quot;/&gt;&lt;left val=&quot;100&quot;/&gt;&lt;top val=&quot;449&quot;/&gt;&lt;width val=&quot;145&quot;/&gt;&lt;height val=&quot;40&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D7FF9F1F-BDE4-4652-BDC5-18BAE7D769AD}_10.png&quot;/&gt;&lt;left val=&quot;455&quot;/&gt;&lt;top val=&quot;320&quot;/&gt;&lt;width val=&quot;162&quot;/&gt;&lt;height val=&quot;35&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1947083624,C:\Users\sanmi\GoogleDrive\UWMdrive\Courses\ECE552\ece552-lec13_VirtualMemory_pptx\Media.ppcx"/>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E980EC77-CDB5-486F-A121-B3949078E51A}_13.png&quot;/&gt;&lt;left val=&quot;599&quot;/&gt;&lt;top val=&quot;500&quot;/&gt;&lt;width val=&quot;86&quot;/&gt;&lt;height val=&quot;3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E6CE2091-DD64-483A-B0C7-F28041700D76}_13.png&quot;/&gt;&lt;left val=&quot;48&quot;/&gt;&lt;top val=&quot;233&quot;/&gt;&lt;width val=&quot;197&quot;/&gt;&lt;height val=&quot;115&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282D759-7FF3-43ED-AC86-2124D2B04CAF}_13.png&quot;/&gt;&lt;left val=&quot;48&quot;/&gt;&lt;top val=&quot;413&quot;/&gt;&lt;width val=&quot;197&quot;/&gt;&lt;height val=&quot;115&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2D456672-6238-4B5C-98E7-99EC04FF72AD}_13.png&quot;/&gt;&lt;left val=&quot;224&quot;/&gt;&lt;top val=&quot;196&quot;/&gt;&lt;width val=&quot;186&quot;/&gt;&lt;height val=&quot;34&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quot;/&gt;&lt;isInvalidForFieldText val=&quot;0&quot;/&gt;&lt;Image&gt;&lt;filename val=&quot;C:\Users\sanmi\Documents\My Adobe Presentations\ece552-VirtualMemory\data\asimages\{7705B961-BC91-4A49-9054-ADEC74E4E2F8}_13.png&quot;/&gt;&lt;left val=&quot;229&quot;/&gt;&lt;top val=&quot;375&quot;/&gt;&lt;width val=&quot;186&quot;/&gt;&lt;height val=&quot;34&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HTML_SHAPEINFO" val="&lt;ThreeDShapeInfo&gt;&lt;uuid val=&quot;&quot;/&gt;&lt;isInvalidForFieldText val=&quot;0&quot;/&gt;&lt;Image&gt;&lt;filename val=&quot;C:\Users\sanmi\Documents\My Adobe Presentations\ece552-VirtualMemory\data\asimages\{1228C066-0301-414A-A622-3C1C130CFEFD}_13.png&quot;/&gt;&lt;left val=&quot;437&quot;/&gt;&lt;top val=&quot;312&quot;/&gt;&lt;width val=&quot;186&quot;/&gt;&lt;height val=&quot;34&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TableIndex row=&quot;2&quot; col=&quot;1&quot;&gt;&lt;linesCount val=&quot;0&quot;/&gt;&lt;/TableIndex&gt;&lt;TableIndex row=&quot;3&quot; col=&quot;1&quot;&gt;&lt;linesCount val=&quot;0&quot;/&gt;&lt;/TableIndex&gt;&lt;TableIndex row=&quot;4&quot; col=&quot;1&quot;&gt;&lt;linesCount val=&quot;0&quot;/&gt;&lt;/TableIndex&gt;&lt;TableIndex row=&quot;5&quot; col=&quot;1&quot;&gt;&lt;linesCount val=&quot;0&quot;/&gt;&lt;/TableIndex&gt;&lt;TableIndex row=&quot;6&quot; col=&quot;1&quot;&gt;&lt;linesCount val=&quot;0&quot;/&gt;&lt;/TableIndex&gt;&lt;TableIndex row=&quot;7&quot; col=&quot;1&quot;&gt;&lt;linesCount val=&quot;0&quot;/&gt;&lt;/TableIndex&gt;&lt;TableIndex row=&quot;8&quot; col=&quot;1&quot;&gt;&lt;linesCount val=&quot;0&quot;/&gt;&lt;/TableIndex&gt;&lt;TableIndex row=&quot;9&quot; col=&quot;1&quot;&gt;&lt;linesCount val=&quot;0&quot;/&gt;&lt;/TableIndex&gt;&lt;TableIndex row=&quot;10&quot; col=&quot;1&quot;&gt;&lt;linesCount val=&quot;0&quot;/&gt;&lt;/TableIndex&gt;&lt;TableIndex row=&quot;11&quot; col=&quot;1&quot;&gt;&lt;linesCount val=&quot;0&quot;/&gt;&lt;/TableIndex&gt;&lt;TableIndex row=&quot;12&quot; col=&quot;1&quot;&gt;&lt;linesCount val=&quot;0&quot;/&gt;&lt;/TableIndex&gt;&lt;TableIndex row=&quot;13&quot; col=&quot;1&quot;&gt;&lt;linesCount val=&quot;0&quot;/&gt;&lt;/TableIndex&gt;&lt;TableIndex row=&quot;14&quot; col=&quot;1&quot;&gt;&lt;linesCount val=&quot;0&quot;/&gt;&lt;/TableIndex&gt;&lt;TableIndex row=&quot;15&quot; col=&quot;1&quot;&gt;&lt;linesCount val=&quot;0&quot;/&gt;&lt;/TableIndex&gt;&lt;TableIndex row=&quot;16&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61FB09B8-971C-46C6-B440-38BB81865108}_13.png&quot;/&gt;&lt;left val=&quot;557&quot;/&gt;&lt;top val=&quot;228&quot;/&gt;&lt;width val=&quot;186&quot;/&gt;&lt;height val=&quot;34&quot;/&gt;&lt;hasText val=&quot;1&quot;/&gt;&lt;/Image&gt;&lt;/ThreeDShape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VirtualMemory\data\asimages\{BDD039D7-2C75-41DA-9FC6-73C091886618}_13.png&quot;/&gt;&lt;left val=&quot;401&quot;/&gt;&lt;top val=&quot;453&quot;/&gt;&lt;width val=&quot;108&quot;/&gt;&lt;height val=&quot;40&quot;/&gt;&lt;hasText val=&quot;1&quot;/&gt;&lt;/Image&gt;&lt;/ThreeDShape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4&quot;/&gt;&lt;lineCharCount val=&quot;6&quot;/&gt;&lt;/TableIndex&gt;&lt;/ShapeTextInfo&gt;"/>
  <p:tag name="HTML_SHAPEINFO" val="&lt;ThreeDShapeInfo&gt;&lt;uuid val=&quot;&quot;/&gt;&lt;isInvalidForFieldText val=&quot;0&quot;/&gt;&lt;Image&gt;&lt;filename val=&quot;C:\Users\sanmi\Documents\My Adobe Presentations\ece552-VirtualMemory\data\asimages\{9B772679-C1AE-45EB-9977-F29560C61C60}_13.png&quot;/&gt;&lt;left val=&quot;32&quot;/&gt;&lt;top val=&quot;105&quot;/&gt;&lt;width val=&quot;642&quot;/&gt;&lt;height val=&quot;93&quot;/&gt;&lt;hasText val=&quot;1&quot;/&gt;&lt;/Image&gt;&lt;/ThreeDShape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71E83484-4125-49CA-9C48-682D63B94868}_13.png&quot;/&gt;&lt;left val=&quot;35&quot;/&gt;&lt;top val=&quot;21&quot;/&gt;&lt;width val=&quot;588&quot;/&gt;&lt;height val=&quot;98&quot;/&gt;&lt;hasText val=&quot;1&quot;/&gt;&lt;/Image&gt;&lt;/ThreeDShape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1947083624,C:\Users\sanmi\GoogleDrive\UWMdrive\Courses\ECE552\ece552-lec13_VirtualMemory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VirtualMemory\data\asimages\{9EBD995A-D90F-43CA-8682-92E8316F0A19}_11.png&quot;/&gt;&lt;left val=&quot;35&quot;/&gt;&lt;top val=&quot;21&quot;/&gt;&lt;width val=&quot;588&quot;/&gt;&lt;height val=&quot;98&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12D229FA-22D0-4BD9-B058-E579479B64BB}_11.png&quot;/&gt;&lt;left val=&quot;599&quot;/&gt;&lt;top val=&quot;500&quot;/&gt;&lt;width val=&quot;86&quot;/&gt;&lt;height val=&quot;32&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7&quot;/&gt;&lt;lineCharCount val=&quot;21&quot;/&gt;&lt;lineCharCount val=&quot;51&quot;/&gt;&lt;lineCharCount val=&quot;41&quot;/&gt;&lt;lineCharCount val=&quot;32&quot;/&gt;&lt;/TableIndex&gt;&lt;/ShapeTextInfo&gt;"/>
  <p:tag name="HTML_SHAPEINFO" val="&lt;ThreeDShapeInfo&gt;&lt;uuid val=&quot;&quot;/&gt;&lt;isInvalidForFieldText val=&quot;0&quot;/&gt;&lt;Image&gt;&lt;filename val=&quot;C:\Users\sanmi\Documents\My Adobe Presentations\ece552-VirtualMemory\data\asimages\{1D1875C9-FAF7-4EA4-B221-95629FD90269}_11.png&quot;/&gt;&lt;left val=&quot;32&quot;/&gt;&lt;top val=&quot;105&quot;/&gt;&lt;width val=&quot;687&quot;/&gt;&lt;height val=&quot;425&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VirtualMemory\data\asimages\{730BCC10-BACC-4F38-AD84-3445F76D570B}_11.png&quot;/&gt;&lt;left val=&quot;419&quot;/&gt;&lt;top val=&quot;407&quot;/&gt;&lt;width val=&quot;186&quot;/&gt;&lt;height val=&quot;35&quot;/&gt;&lt;hasText val=&quot;1&quot;/&gt;&lt;/Image&gt;&lt;/ThreeDShape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VirtualMemory\data\asimages\{4B1B2279-3086-4E4F-9E45-F0F3B9E6F1E3}_11.png&quot;/&gt;&lt;left val=&quot;137&quot;/&gt;&lt;top val=&quot;407&quot;/&gt;&lt;width val=&quot;96&quot;/&gt;&lt;height val=&quot;35&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HTML_SHAPEINFO" val="&lt;ThreeDShapeInfo&gt;&lt;uuid val=&quot;&quot;/&gt;&lt;isInvalidForFieldText val=&quot;0&quot;/&gt;&lt;Image&gt;&lt;filename val=&quot;C:\Users\sanmi\Documents\My Adobe Presentations\ece552-VirtualMemory\data\asimages\{50DEEDF9-30CB-42A4-91AA-FDFFE1FA0385}_11.png&quot;/&gt;&lt;left val=&quot;107&quot;/&gt;&lt;top val=&quot;299&quot;/&gt;&lt;width val=&quot;180&quot;/&gt;&lt;height val=&quot;35&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Documents\My Adobe Presentations\ece552-VirtualMemory\data\asimages\{CEF9CB73-C16B-4A71-A36F-480603B32C92}_11.png&quot;/&gt;&lt;left val=&quot;286&quot;/&gt;&lt;top val=&quot;299&quot;/&gt;&lt;width val=&quot;62&quot;/&gt;&lt;height val=&quot;35&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VirtualMemory\data\asimages\{2F559F68-5553-4E22-BD41-087C65D35953}_11.png&quot;/&gt;&lt;left val=&quot;329&quot;/&gt;&lt;top val=&quot;407&quot;/&gt;&lt;width val=&quot;31&quot;/&gt;&lt;height val=&quot;35&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6F75CD-B628-4C64-AF39-13E2B25D8B9C}&quot;/&gt;&lt;isInvalidForFieldText val=&quot;0&quot;/&gt;&lt;Image&gt;&lt;filename val=&quot;C:\Users\sanmi\Documents\My Adobe Presentations\ece552-VirtualMemory\data\asimages\{626F75CD-B628-4C64-AF39-13E2B25D8B9C}_11.png&quot;/&gt;&lt;left val=&quot;197&quot;/&gt;&lt;top val=&quot;329&quot;/&gt;&lt;width val=&quot;152&quot;/&gt;&lt;height val=&quot;83&quot;/&gt;&lt;hasText val=&quot;1&quot;/&gt;&lt;/Image&gt;&lt;/ThreeDShape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HTML_SHAPEINFO" val="&lt;ThreeDShapeInfo&gt;&lt;uuid val=&quot;&quot;/&gt;&lt;isInvalidForFieldText val=&quot;0&quot;/&gt;&lt;Image&gt;&lt;filename val=&quot;C:\Users\sanmi\Documents\My Adobe Presentations\ece552-VirtualMemory\data\asimages\{A52220BC-9887-4AD7-8EC5-8EB4913BDFAE}_11.png&quot;/&gt;&lt;left val=&quot;87&quot;/&gt;&lt;top val=&quot;377&quot;/&gt;&lt;width val=&quot;196&quot;/&gt;&lt;height val=&quot;35&quot;/&gt;&lt;hasText val=&quot;1&quot;/&gt;&lt;/Image&gt;&lt;/ThreeDShape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3F78C38E-090B-444B-B226-77471309ABBC}_18.png&quot;/&gt;&lt;left val=&quot;516&quot;/&gt;&lt;top val=&quot;155&quot;/&gt;&lt;width val=&quot;75&quot;/&gt;&lt;height val=&quot;53&quot;/&gt;&lt;hasText val=&quot;1&quot;/&gt;&lt;/Image&gt;&lt;/ThreeDShape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DBCA85C-3237-44C0-9C7C-DE47DEF3D85C}_18.png&quot;/&gt;&lt;left val=&quot;398&quot;/&gt;&lt;top val=&quot;180&quot;/&gt;&lt;width val=&quot;99&quot;/&gt;&lt;height val=&quot;34&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6AF74F6-6FEF-40EB-A7AE-43C8A5C6BDA4}&quot;/&gt;&lt;isInvalidForFieldText val=&quot;1&quot;/&gt;&lt;Image&gt;&lt;filename val=&quot;C:\Users\sanmi\Documents\My Adobe Presentations\ece552-VirtualMemory\data\asimages\{F6AF74F6-6FEF-40EB-A7AE-43C8A5C6BDA4}_18_S.png&quot;/&gt;&lt;left val=&quot;491&quot;/&gt;&lt;top val=&quot;141&quot;/&gt;&lt;width val=&quot;51&quot;/&gt;&lt;height val=&quot;122&quot;/&gt;&lt;hasText val=&quot;0&quot;/&gt;&lt;/Image&gt;&lt;Image&gt;&lt;filename val=&quot;C:\Users\sanmi\Documents\My Adobe Presentations\ece552-VirtualMemory\data\asimages\{F6AF74F6-6FEF-40EB-A7AE-43C8A5C6BDA4}_18_T.png&quot;/&gt;&lt;left val=&quot;493&quot;/&gt;&lt;top val=&quot;141&quot;/&gt;&lt;width val=&quot;37&quot;/&gt;&lt;height val=&quot;108&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11DCBE0-E855-40E8-99C1-1578203659E1}_18.png&quot;/&gt;&lt;left val=&quot;433&quot;/&gt;&lt;top val=&quot;110&quot;/&gt;&lt;width val=&quot;97&quot;/&gt;&lt;height val=&quot;43&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698FC3D3-C740-459D-8FD6-7230A617DC3D}&quot;/&gt;&lt;isInvalidForFieldText val=&quot;1&quot;/&gt;&lt;Image&gt;&lt;filename val=&quot;C:\Users\sanmi\Documents\My Adobe Presentations\ece552-VirtualMemory\data\asimages\{698FC3D3-C740-459D-8FD6-7230A617DC3D}_18_S.png&quot;/&gt;&lt;left val=&quot;577&quot;/&gt;&lt;top val=&quot;154&quot;/&gt;&lt;width val=&quot;83&quot;/&gt;&lt;height val=&quot;60&quot;/&gt;&lt;hasText val=&quot;0&quot;/&gt;&lt;/Image&gt;&lt;Image&gt;&lt;filename val=&quot;C:\Users\sanmi\Documents\My Adobe Presentations\ece552-VirtualMemory\data\asimages\{698FC3D3-C740-459D-8FD6-7230A617DC3D}_18_T.png&quot;/&gt;&lt;left val=&quot;577&quot;/&gt;&lt;top val=&quot;165&quot;/&gt;&lt;width val=&quot;73&quot;/&gt;&lt;height val=&quot;48&quot;/&gt;&lt;hasText val=&quot;1&quot;/&gt;&lt;/Image&gt;&lt;/ThreeDShape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7369E059-39B8-43F3-9932-D520282E6F22}&quot;/&gt;&lt;isInvalidForFieldText val=&quot;1&quot;/&gt;&lt;Image&gt;&lt;filename val=&quot;C:\Users\sanmi\Documents\My Adobe Presentations\ece552-VirtualMemory\data\asimages\{7369E059-39B8-43F3-9932-D520282E6F22}_18_S.png&quot;/&gt;&lt;left val=&quot;577&quot;/&gt;&lt;top val=&quot;223&quot;/&gt;&lt;width val=&quot;83&quot;/&gt;&lt;height val=&quot;72&quot;/&gt;&lt;hasText val=&quot;0&quot;/&gt;&lt;/Image&gt;&lt;Image&gt;&lt;filename val=&quot;C:\Users\sanmi\Documents\My Adobe Presentations\ece552-VirtualMemory\data\asimages\{7369E059-39B8-43F3-9932-D520282E6F22}_18_T.png&quot;/&gt;&lt;left val=&quot;577&quot;/&gt;&lt;top val=&quot;225&quot;/&gt;&lt;width val=&quot;73&quot;/&gt;&lt;height val=&quot;60&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2DA95CD1-9BA0-4826-BE61-2E300D0437CB}&quot;/&gt;&lt;isInvalidForFieldText val=&quot;1&quot;/&gt;&lt;Image&gt;&lt;filename val=&quot;C:\Users\sanmi\Documents\My Adobe Presentations\ece552-VirtualMemory\data\asimages\{2DA95CD1-9BA0-4826-BE61-2E300D0437CB}_18_S.png&quot;/&gt;&lt;left val=&quot;577&quot;/&gt;&lt;top val=&quot;295&quot;/&gt;&lt;width val=&quot;83&quot;/&gt;&lt;height val=&quot;144&quot;/&gt;&lt;hasText val=&quot;0&quot;/&gt;&lt;/Image&gt;&lt;Image&gt;&lt;filename val=&quot;C:\Users\sanmi\Documents\My Adobe Presentations\ece552-VirtualMemory\data\asimages\{2DA95CD1-9BA0-4826-BE61-2E300D0437CB}_18_T.png&quot;/&gt;&lt;left val=&quot;577&quot;/&gt;&lt;top val=&quot;297&quot;/&gt;&lt;width val=&quot;73&quot;/&gt;&lt;height val=&quot;132&quot;/&gt;&lt;hasText val=&quot;1&quot;/&gt;&lt;/Image&gt;&lt;/ThreeDShape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8&quot;/&gt;&lt;/TableIndex&gt;&lt;/ShapeTextInfo&gt;"/>
  <p:tag name="HTML_SHAPEINFO" val="&lt;ThreeDShapeInfo&gt;&lt;uuid val=&quot;&quot;/&gt;&lt;isInvalidForFieldText val=&quot;0&quot;/&gt;&lt;Image&gt;&lt;filename val=&quot;C:\Users\sanmi\Documents\My Adobe Presentations\ece552-VirtualMemory\data\asimages\{3F78C38E-090B-444B-B226-77471309ABBC}_18.png&quot;/&gt;&lt;left val=&quot;516&quot;/&gt;&lt;top val=&quot;155&quot;/&gt;&lt;width val=&quot;75&quot;/&gt;&lt;height val=&quot;53&quot;/&gt;&lt;hasText val=&quot;1&quot;/&gt;&lt;/Image&gt;&lt;/ThreeDShape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0&quot;/&gt;&lt;lineCharCount val=&quot;4&quot;/&gt;&lt;/TableIndex&gt;&lt;/ShapeTextInfo&gt;"/>
  <p:tag name="HTML_SHAPEINFO" val="&lt;ThreeDShapeInfo&gt;&lt;uuid val=&quot;&quot;/&gt;&lt;isInvalidForFieldText val=&quot;0&quot;/&gt;&lt;Image&gt;&lt;filename val=&quot;C:\Users\sanmi\Documents\My Adobe Presentations\ece552-VirtualMemory\data\asimages\{7D50C6F6-4C7B-4E86-B63E-F319360FE59A}_18.png&quot;/&gt;&lt;left val=&quot;634&quot;/&gt;&lt;top val=&quot;113&quot;/&gt;&lt;width val=&quot;80&quot;/&gt;&lt;height val=&quot;54&quot;/&gt;&lt;hasText val=&quot;1&quot;/&gt;&lt;/Image&gt;&lt;/ThreeDShape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6DB445A5-A0E3-4CB7-9097-51EEF818E864}_18.png&quot;/&gt;&lt;left val=&quot;529&quot;/&gt;&lt;top val=&quot;110&quot;/&gt;&lt;width val=&quot;97&quot;/&gt;&lt;height val=&quot;43&quot;/&gt;&lt;hasText val=&quot;1&quot;/&gt;&lt;/Image&gt;&lt;/ThreeDShape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VirtualMemory\data\asimages\{D11DCBE0-E855-40E8-99C1-1578203659E1}_18.png&quot;/&gt;&lt;left val=&quot;433&quot;/&gt;&lt;top val=&quot;110&quot;/&gt;&lt;width val=&quot;97&quot;/&gt;&lt;height val=&quot;43&quot;/&gt;&lt;hasText val=&quot;1&quot;/&gt;&lt;/Image&gt;&lt;/ThreeDShape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DBCA85C-3237-44C0-9C7C-DE47DEF3D85C}_18.png&quot;/&gt;&lt;left val=&quot;398&quot;/&gt;&lt;top val=&quot;180&quot;/&gt;&lt;width val=&quot;99&quot;/&gt;&lt;height val=&quot;34&quot;/&gt;&lt;hasText val=&quot;1&quot;/&gt;&lt;/Image&gt;&lt;/ThreeDShape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F6AF74F6-6FEF-40EB-A7AE-43C8A5C6BDA4}&quot;/&gt;&lt;isInvalidForFieldText val=&quot;1&quot;/&gt;&lt;Image&gt;&lt;filename val=&quot;C:\Users\sanmi\Documents\My Adobe Presentations\ece552-VirtualMemory\data\asimages\{F6AF74F6-6FEF-40EB-A7AE-43C8A5C6BDA4}_18_S.png&quot;/&gt;&lt;left val=&quot;491&quot;/&gt;&lt;top val=&quot;141&quot;/&gt;&lt;width val=&quot;51&quot;/&gt;&lt;height val=&quot;122&quot;/&gt;&lt;hasText val=&quot;0&quot;/&gt;&lt;/Image&gt;&lt;Image&gt;&lt;filename val=&quot;C:\Users\sanmi\Documents\My Adobe Presentations\ece552-VirtualMemory\data\asimages\{F6AF74F6-6FEF-40EB-A7AE-43C8A5C6BDA4}_18_T.png&quot;/&gt;&lt;left val=&quot;493&quot;/&gt;&lt;top val=&quot;141&quot;/&gt;&lt;width val=&quot;37&quot;/&gt;&lt;height val=&quot;108&quot;/&gt;&lt;hasText val=&quot;1&quot;/&gt;&lt;/Image&gt;&lt;/ThreeDShape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AUTOSHAPE_INFO" val="&lt;ThreeDShapeInfo&gt;&lt;uuid val=&quot;{E925BBD2-A922-4F2D-8970-F0F73EC461AD}&quot;/&gt;&lt;isInvalidForFieldText val=&quot;1&quot;/&gt;&lt;Image&gt;&lt;filename val=&quot;C:\Users\sanmi\Documents\My Adobe Presentations\ece552-VirtualMemory\data\asimages\{E925BBD2-A922-4F2D-8970-F0F73EC461AD}_18_S.png&quot;/&gt;&lt;left val=&quot;605&quot;/&gt;&lt;top val=&quot;141&quot;/&gt;&lt;width val=&quot;57&quot;/&gt;&lt;height val=&quot;188&quot;/&gt;&lt;hasText val=&quot;0&quot;/&gt;&lt;/Image&gt;&lt;Image&gt;&lt;filename val=&quot;C:\Users\sanmi\Documents\My Adobe Presentations\ece552-VirtualMemory\data\asimages\{E925BBD2-A922-4F2D-8970-F0F73EC461AD}_18_T.png&quot;/&gt;&lt;left val=&quot;607&quot;/&gt;&lt;top val=&quot;141&quot;/&gt;&lt;width val=&quot;43&quot;/&gt;&lt;height val=&quot;174&quot;/&gt;&lt;hasText val=&quot;1&quot;/&gt;&lt;/Image&gt;&lt;/ThreeDShape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VirtualMemory\data\asimages\{F8469BC5-F822-4C20-B85C-2AAA13B61D76}_18.png&quot;/&gt;&lt;left val=&quot;507&quot;/&gt;&lt;top val=&quot;91&quot;/&gt;&lt;width val=&quot;48&quot;/&gt;&lt;height val=&quot;34&quot;/&gt;&lt;hasText val=&quot;1&quot;/&gt;&lt;/Image&gt;&lt;/ThreeDShape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VirtualMemory\data\asimages\{1DBCA85C-3237-44C0-9C7C-DE47DEF3D85C}_18.png&quot;/&gt;&lt;left val=&quot;398&quot;/&gt;&lt;top val=&quot;180&quot;/&gt;&lt;width val=&quot;99&quot;/&gt;&lt;height val=&quot;34&quot;/&gt;&lt;hasText val=&quot;1&quot;/&gt;&lt;/Image&gt;&lt;/ThreeDShape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39165799-09CB-4539-8DB1-A5811F7F5AB9}_2.png&quot;/&gt;&lt;left val=&quot;48&quot;/&gt;&lt;top val=&quot;141&quot;/&gt;&lt;width val=&quot;197&quot;/&gt;&lt;height val=&quot;115&quot;/&gt;&lt;hasText val=&quot;1&quot;/&gt;&lt;/Image&gt;&lt;/ThreeDShape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B47A354-B9F0-4A81-95C7-7E6EE39B18E8}_2.png&quot;/&gt;&lt;left val=&quot;258&quot;/&gt;&lt;top val=&quot;141&quot;/&gt;&lt;width val=&quot;197&quot;/&gt;&lt;height val=&quot;115&quot;/&gt;&lt;hasText val=&quot;1&quot;/&gt;&lt;/Image&gt;&lt;/ThreeDShape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B944580C-C331-4C51-9210-DDA10E3E2442}_2.png&quot;/&gt;&lt;left val=&quot;466&quot;/&gt;&lt;top val=&quot;141&quot;/&gt;&lt;width val=&quot;197&quot;/&gt;&lt;height val=&quot;115&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39165799-09CB-4539-8DB1-A5811F7F5AB9}_2.png&quot;/&gt;&lt;left val=&quot;48&quot;/&gt;&lt;top val=&quot;141&quot;/&gt;&lt;width val=&quot;197&quot;/&gt;&lt;height val=&quot;115&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1B47A354-B9F0-4A81-95C7-7E6EE39B18E8}_2.png&quot;/&gt;&lt;left val=&quot;258&quot;/&gt;&lt;top val=&quot;141&quot;/&gt;&lt;width val=&quot;197&quot;/&gt;&lt;height val=&quot;115&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2&quot;/&gt;&lt;lineCharCount val=&quot;2&quot;/&gt;&lt;lineCharCount val=&quot;15&quot;/&gt;&lt;lineCharCount val=&quot;1&quot;/&gt;&lt;/TableIndex&gt;&lt;/ShapeTextInfo&gt;"/>
  <p:tag name="HTML_SHAPEINFO" val="&lt;ThreeDShapeInfo&gt;&lt;uuid val=&quot;&quot;/&gt;&lt;isInvalidForFieldText val=&quot;0&quot;/&gt;&lt;Image&gt;&lt;filename val=&quot;C:\Users\sanmi\Documents\My Adobe Presentations\ece552-VirtualMemory\data\asimages\{B944580C-C331-4C51-9210-DDA10E3E2442}_2.png&quot;/&gt;&lt;left val=&quot;466&quot;/&gt;&lt;top val=&quot;141&quot;/&gt;&lt;width val=&quot;197&quot;/&gt;&lt;height val=&quot;115&quot;/&gt;&lt;hasText val=&quot;1&quot;/&gt;&lt;/Image&gt;&lt;/ThreeDShape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576</TotalTime>
  <Words>425</Words>
  <Application>Microsoft Macintosh PowerPoint</Application>
  <PresentationFormat>On-screen Show (4:3)</PresentationFormat>
  <Paragraphs>158</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Courier New</vt:lpstr>
      <vt:lpstr>Tahoma</vt:lpstr>
      <vt:lpstr>Times New Roman</vt:lpstr>
      <vt:lpstr>Wingdings</vt:lpstr>
      <vt:lpstr>Lecture Notes 552</vt:lpstr>
      <vt:lpstr>ECE/CS 552: Virtual Memory</vt:lpstr>
      <vt:lpstr>Virtual Memory</vt:lpstr>
      <vt:lpstr>Virtual Memory</vt:lpstr>
      <vt:lpstr>Page Tables</vt:lpstr>
      <vt:lpstr>Page Tables</vt:lpstr>
      <vt:lpstr>Page Tables</vt:lpstr>
      <vt:lpstr>Multi-Level Page Tables</vt:lpstr>
      <vt:lpstr>Virtual Memory</vt:lpstr>
      <vt:lpstr>Virtual Memory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Virtual Memory</dc:title>
  <dc:creator/>
  <cp:lastModifiedBy>Boone Severson</cp:lastModifiedBy>
  <cp:revision>726</cp:revision>
  <cp:lastPrinted>1601-01-01T00:00:00Z</cp:lastPrinted>
  <dcterms:created xsi:type="dcterms:W3CDTF">1601-01-01T00:00:00Z</dcterms:created>
  <dcterms:modified xsi:type="dcterms:W3CDTF">2024-10-31T01:05:56Z</dcterms:modified>
</cp:coreProperties>
</file>