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5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8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9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0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1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2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3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18"/>
  </p:notesMasterIdLst>
  <p:handoutMasterIdLst>
    <p:handoutMasterId r:id="rId19"/>
  </p:handoutMasterIdLst>
  <p:sldIdLst>
    <p:sldId id="495" r:id="rId2"/>
    <p:sldId id="654" r:id="rId3"/>
    <p:sldId id="655" r:id="rId4"/>
    <p:sldId id="506" r:id="rId5"/>
    <p:sldId id="576" r:id="rId6"/>
    <p:sldId id="575" r:id="rId7"/>
    <p:sldId id="649" r:id="rId8"/>
    <p:sldId id="547" r:id="rId9"/>
    <p:sldId id="546" r:id="rId10"/>
    <p:sldId id="651" r:id="rId11"/>
    <p:sldId id="577" r:id="rId12"/>
    <p:sldId id="650" r:id="rId13"/>
    <p:sldId id="652" r:id="rId14"/>
    <p:sldId id="653" r:id="rId15"/>
    <p:sldId id="543" r:id="rId16"/>
    <p:sldId id="551" r:id="rId17"/>
  </p:sldIdLst>
  <p:sldSz cx="9144000" cy="6858000" type="screen4x3"/>
  <p:notesSz cx="6845300" cy="9396413"/>
  <p:custDataLst>
    <p:tags r:id="rId2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8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DBEEF4"/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236A4-FD33-234D-8DF1-202EB6A0A948}" v="70" dt="2024-10-03T01:26:38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 autoAdjust="0"/>
    <p:restoredTop sz="94674"/>
  </p:normalViewPr>
  <p:slideViewPr>
    <p:cSldViewPr>
      <p:cViewPr>
        <p:scale>
          <a:sx n="191" d="100"/>
          <a:sy n="191" d="100"/>
        </p:scale>
        <p:origin x="408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5046" y="108"/>
      </p:cViewPr>
      <p:guideLst>
        <p:guide orient="horz" pos="2958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D8B236A4-FD33-234D-8DF1-202EB6A0A948}"/>
    <pc:docChg chg="undo custSel addSld delSld modSld">
      <pc:chgData name="Boone Severson" userId="1d942a2b-e0b5-491a-b49e-d500fa0ad426" providerId="ADAL" clId="{D8B236A4-FD33-234D-8DF1-202EB6A0A948}" dt="2024-10-03T01:29:35.795" v="1122" actId="478"/>
      <pc:docMkLst>
        <pc:docMk/>
      </pc:docMkLst>
      <pc:sldChg chg="modSp mod">
        <pc:chgData name="Boone Severson" userId="1d942a2b-e0b5-491a-b49e-d500fa0ad426" providerId="ADAL" clId="{D8B236A4-FD33-234D-8DF1-202EB6A0A948}" dt="2024-09-26T01:44:29.384" v="24" actId="20577"/>
        <pc:sldMkLst>
          <pc:docMk/>
          <pc:sldMk cId="2392838502" sldId="495"/>
        </pc:sldMkLst>
        <pc:spChg chg="mod">
          <ac:chgData name="Boone Severson" userId="1d942a2b-e0b5-491a-b49e-d500fa0ad426" providerId="ADAL" clId="{D8B236A4-FD33-234D-8DF1-202EB6A0A948}" dt="2024-09-26T01:44:29.384" v="24" actId="20577"/>
          <ac:spMkLst>
            <pc:docMk/>
            <pc:sldMk cId="2392838502" sldId="495"/>
            <ac:spMk id="3" creationId="{00000000-0000-0000-0000-000000000000}"/>
          </ac:spMkLst>
        </pc:spChg>
      </pc:sldChg>
      <pc:sldChg chg="modSp">
        <pc:chgData name="Boone Severson" userId="1d942a2b-e0b5-491a-b49e-d500fa0ad426" providerId="ADAL" clId="{D8B236A4-FD33-234D-8DF1-202EB6A0A948}" dt="2024-09-26T01:46:22.605" v="66"/>
        <pc:sldMkLst>
          <pc:docMk/>
          <pc:sldMk cId="3258989444" sldId="506"/>
        </pc:sldMkLst>
        <pc:graphicFrameChg chg="mod">
          <ac:chgData name="Boone Severson" userId="1d942a2b-e0b5-491a-b49e-d500fa0ad426" providerId="ADAL" clId="{D8B236A4-FD33-234D-8DF1-202EB6A0A948}" dt="2024-09-26T01:46:22.605" v="66"/>
          <ac:graphicFrameMkLst>
            <pc:docMk/>
            <pc:sldMk cId="3258989444" sldId="506"/>
            <ac:graphicFrameMk id="2" creationId="{B65E4BC6-C7A0-AFEA-5CB0-754376AC3EAC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7:46.429" v="76"/>
        <pc:sldMkLst>
          <pc:docMk/>
          <pc:sldMk cId="4118086837" sldId="546"/>
        </pc:sldMkLst>
        <pc:graphicFrameChg chg="mod">
          <ac:chgData name="Boone Severson" userId="1d942a2b-e0b5-491a-b49e-d500fa0ad426" providerId="ADAL" clId="{D8B236A4-FD33-234D-8DF1-202EB6A0A948}" dt="2024-09-26T01:47:46.429" v="76"/>
          <ac:graphicFrameMkLst>
            <pc:docMk/>
            <pc:sldMk cId="4118086837" sldId="546"/>
            <ac:graphicFrameMk id="11" creationId="{C0B13A61-F505-4DFA-8029-821FFB7FD258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7:13.403" v="74"/>
        <pc:sldMkLst>
          <pc:docMk/>
          <pc:sldMk cId="3354526697" sldId="547"/>
        </pc:sldMkLst>
        <pc:graphicFrameChg chg="mod">
          <ac:chgData name="Boone Severson" userId="1d942a2b-e0b5-491a-b49e-d500fa0ad426" providerId="ADAL" clId="{D8B236A4-FD33-234D-8DF1-202EB6A0A948}" dt="2024-09-26T01:47:13.403" v="74"/>
          <ac:graphicFrameMkLst>
            <pc:docMk/>
            <pc:sldMk cId="3354526697" sldId="547"/>
            <ac:graphicFrameMk id="11" creationId="{C0B13A61-F505-4DFA-8029-821FFB7FD258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6:49.841" v="70"/>
        <pc:sldMkLst>
          <pc:docMk/>
          <pc:sldMk cId="1680692326" sldId="575"/>
        </pc:sldMkLst>
        <pc:graphicFrameChg chg="mod">
          <ac:chgData name="Boone Severson" userId="1d942a2b-e0b5-491a-b49e-d500fa0ad426" providerId="ADAL" clId="{D8B236A4-FD33-234D-8DF1-202EB6A0A948}" dt="2024-09-26T01:46:49.841" v="70"/>
          <ac:graphicFrameMkLst>
            <pc:docMk/>
            <pc:sldMk cId="1680692326" sldId="575"/>
            <ac:graphicFrameMk id="11" creationId="{C0B13A61-F505-4DFA-8029-821FFB7FD258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6:42.315" v="68"/>
        <pc:sldMkLst>
          <pc:docMk/>
          <pc:sldMk cId="748303692" sldId="576"/>
        </pc:sldMkLst>
        <pc:graphicFrameChg chg="mod">
          <ac:chgData name="Boone Severson" userId="1d942a2b-e0b5-491a-b49e-d500fa0ad426" providerId="ADAL" clId="{D8B236A4-FD33-234D-8DF1-202EB6A0A948}" dt="2024-09-26T01:46:42.315" v="68"/>
          <ac:graphicFrameMkLst>
            <pc:docMk/>
            <pc:sldMk cId="748303692" sldId="576"/>
            <ac:graphicFrameMk id="2" creationId="{9C044C7D-DE79-9862-F40C-66A9B3FCCA58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8:22.973" v="80"/>
        <pc:sldMkLst>
          <pc:docMk/>
          <pc:sldMk cId="2548887531" sldId="577"/>
        </pc:sldMkLst>
        <pc:graphicFrameChg chg="mod">
          <ac:chgData name="Boone Severson" userId="1d942a2b-e0b5-491a-b49e-d500fa0ad426" providerId="ADAL" clId="{D8B236A4-FD33-234D-8DF1-202EB6A0A948}" dt="2024-09-26T01:48:22.973" v="80"/>
          <ac:graphicFrameMkLst>
            <pc:docMk/>
            <pc:sldMk cId="2548887531" sldId="577"/>
            <ac:graphicFrameMk id="24" creationId="{E29C3379-C66D-4AA3-85C6-CC0F769A3E85}"/>
          </ac:graphicFrameMkLst>
        </pc:graphicFrameChg>
      </pc:sldChg>
      <pc:sldChg chg="modSp del mod">
        <pc:chgData name="Boone Severson" userId="1d942a2b-e0b5-491a-b49e-d500fa0ad426" providerId="ADAL" clId="{D8B236A4-FD33-234D-8DF1-202EB6A0A948}" dt="2024-09-26T01:45:44.309" v="64" actId="2696"/>
        <pc:sldMkLst>
          <pc:docMk/>
          <pc:sldMk cId="3752741187" sldId="647"/>
        </pc:sldMkLst>
        <pc:spChg chg="mod">
          <ac:chgData name="Boone Severson" userId="1d942a2b-e0b5-491a-b49e-d500fa0ad426" providerId="ADAL" clId="{D8B236A4-FD33-234D-8DF1-202EB6A0A948}" dt="2024-09-26T01:45:42.443" v="63" actId="20577"/>
          <ac:spMkLst>
            <pc:docMk/>
            <pc:sldMk cId="3752741187" sldId="647"/>
            <ac:spMk id="9219" creationId="{86B2681B-653A-4C3E-9623-0EF5A9ADD078}"/>
          </ac:spMkLst>
        </pc:spChg>
      </pc:sldChg>
      <pc:sldChg chg="modSp">
        <pc:chgData name="Boone Severson" userId="1d942a2b-e0b5-491a-b49e-d500fa0ad426" providerId="ADAL" clId="{D8B236A4-FD33-234D-8DF1-202EB6A0A948}" dt="2024-09-26T01:47:00.578" v="72"/>
        <pc:sldMkLst>
          <pc:docMk/>
          <pc:sldMk cId="2335404398" sldId="649"/>
        </pc:sldMkLst>
        <pc:graphicFrameChg chg="mod">
          <ac:chgData name="Boone Severson" userId="1d942a2b-e0b5-491a-b49e-d500fa0ad426" providerId="ADAL" clId="{D8B236A4-FD33-234D-8DF1-202EB6A0A948}" dt="2024-09-26T01:47:00.578" v="72"/>
          <ac:graphicFrameMkLst>
            <pc:docMk/>
            <pc:sldMk cId="2335404398" sldId="649"/>
            <ac:graphicFrameMk id="11" creationId="{C0B13A61-F505-4DFA-8029-821FFB7FD258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8:34.522" v="82"/>
        <pc:sldMkLst>
          <pc:docMk/>
          <pc:sldMk cId="2895135124" sldId="650"/>
        </pc:sldMkLst>
        <pc:graphicFrameChg chg="mod">
          <ac:chgData name="Boone Severson" userId="1d942a2b-e0b5-491a-b49e-d500fa0ad426" providerId="ADAL" clId="{D8B236A4-FD33-234D-8DF1-202EB6A0A948}" dt="2024-09-26T01:48:34.522" v="82"/>
          <ac:graphicFrameMkLst>
            <pc:docMk/>
            <pc:sldMk cId="2895135124" sldId="650"/>
            <ac:graphicFrameMk id="24" creationId="{E29C3379-C66D-4AA3-85C6-CC0F769A3E85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7:58.718" v="78"/>
        <pc:sldMkLst>
          <pc:docMk/>
          <pc:sldMk cId="3021850635" sldId="651"/>
        </pc:sldMkLst>
        <pc:graphicFrameChg chg="mod">
          <ac:chgData name="Boone Severson" userId="1d942a2b-e0b5-491a-b49e-d500fa0ad426" providerId="ADAL" clId="{D8B236A4-FD33-234D-8DF1-202EB6A0A948}" dt="2024-09-26T01:47:58.718" v="78"/>
          <ac:graphicFrameMkLst>
            <pc:docMk/>
            <pc:sldMk cId="3021850635" sldId="651"/>
            <ac:graphicFrameMk id="24" creationId="{E29C3379-C66D-4AA3-85C6-CC0F769A3E85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8:46.060" v="84"/>
        <pc:sldMkLst>
          <pc:docMk/>
          <pc:sldMk cId="3933280892" sldId="652"/>
        </pc:sldMkLst>
        <pc:graphicFrameChg chg="mod">
          <ac:chgData name="Boone Severson" userId="1d942a2b-e0b5-491a-b49e-d500fa0ad426" providerId="ADAL" clId="{D8B236A4-FD33-234D-8DF1-202EB6A0A948}" dt="2024-09-26T01:48:46.060" v="84"/>
          <ac:graphicFrameMkLst>
            <pc:docMk/>
            <pc:sldMk cId="3933280892" sldId="652"/>
            <ac:graphicFrameMk id="24" creationId="{E29C3379-C66D-4AA3-85C6-CC0F769A3E85}"/>
          </ac:graphicFrameMkLst>
        </pc:graphicFrameChg>
      </pc:sldChg>
      <pc:sldChg chg="modSp">
        <pc:chgData name="Boone Severson" userId="1d942a2b-e0b5-491a-b49e-d500fa0ad426" providerId="ADAL" clId="{D8B236A4-FD33-234D-8DF1-202EB6A0A948}" dt="2024-09-26T01:48:57.443" v="87"/>
        <pc:sldMkLst>
          <pc:docMk/>
          <pc:sldMk cId="3322459190" sldId="653"/>
        </pc:sldMkLst>
        <pc:graphicFrameChg chg="mod">
          <ac:chgData name="Boone Severson" userId="1d942a2b-e0b5-491a-b49e-d500fa0ad426" providerId="ADAL" clId="{D8B236A4-FD33-234D-8DF1-202EB6A0A948}" dt="2024-09-26T01:48:57.443" v="87"/>
          <ac:graphicFrameMkLst>
            <pc:docMk/>
            <pc:sldMk cId="3322459190" sldId="653"/>
            <ac:graphicFrameMk id="24" creationId="{E29C3379-C66D-4AA3-85C6-CC0F769A3E85}"/>
          </ac:graphicFrameMkLst>
        </pc:graphicFrameChg>
      </pc:sldChg>
      <pc:sldChg chg="addSp delSp modSp new mod">
        <pc:chgData name="Boone Severson" userId="1d942a2b-e0b5-491a-b49e-d500fa0ad426" providerId="ADAL" clId="{D8B236A4-FD33-234D-8DF1-202EB6A0A948}" dt="2024-10-03T01:16:59.896" v="762" actId="21"/>
        <pc:sldMkLst>
          <pc:docMk/>
          <pc:sldMk cId="1067341062" sldId="654"/>
        </pc:sldMkLst>
        <pc:spChg chg="del">
          <ac:chgData name="Boone Severson" userId="1d942a2b-e0b5-491a-b49e-d500fa0ad426" providerId="ADAL" clId="{D8B236A4-FD33-234D-8DF1-202EB6A0A948}" dt="2024-10-03T00:55:30.293" v="91" actId="478"/>
          <ac:spMkLst>
            <pc:docMk/>
            <pc:sldMk cId="1067341062" sldId="654"/>
            <ac:spMk id="2" creationId="{8135F60A-3747-1D1D-F0A5-9A7777DE3446}"/>
          </ac:spMkLst>
        </pc:spChg>
        <pc:spChg chg="del">
          <ac:chgData name="Boone Severson" userId="1d942a2b-e0b5-491a-b49e-d500fa0ad426" providerId="ADAL" clId="{D8B236A4-FD33-234D-8DF1-202EB6A0A948}" dt="2024-10-03T00:55:27.828" v="90" actId="478"/>
          <ac:spMkLst>
            <pc:docMk/>
            <pc:sldMk cId="1067341062" sldId="654"/>
            <ac:spMk id="3" creationId="{F374BFEB-9AA8-B5C3-A08D-F758F2570F55}"/>
          </ac:spMkLst>
        </pc:spChg>
        <pc:spChg chg="del">
          <ac:chgData name="Boone Severson" userId="1d942a2b-e0b5-491a-b49e-d500fa0ad426" providerId="ADAL" clId="{D8B236A4-FD33-234D-8DF1-202EB6A0A948}" dt="2024-10-03T00:55:25.107" v="89" actId="478"/>
          <ac:spMkLst>
            <pc:docMk/>
            <pc:sldMk cId="1067341062" sldId="654"/>
            <ac:spMk id="4" creationId="{A7C9B477-0483-2846-5527-B16C6A1D133F}"/>
          </ac:spMkLst>
        </pc:spChg>
        <pc:spChg chg="add mod">
          <ac:chgData name="Boone Severson" userId="1d942a2b-e0b5-491a-b49e-d500fa0ad426" providerId="ADAL" clId="{D8B236A4-FD33-234D-8DF1-202EB6A0A948}" dt="2024-10-03T01:00:50.058" v="276" actId="1076"/>
          <ac:spMkLst>
            <pc:docMk/>
            <pc:sldMk cId="1067341062" sldId="654"/>
            <ac:spMk id="8" creationId="{F30FA8AA-A019-3FCB-9ED5-7C05FDEDDD02}"/>
          </ac:spMkLst>
        </pc:spChg>
        <pc:spChg chg="add mod">
          <ac:chgData name="Boone Severson" userId="1d942a2b-e0b5-491a-b49e-d500fa0ad426" providerId="ADAL" clId="{D8B236A4-FD33-234D-8DF1-202EB6A0A948}" dt="2024-10-03T01:00:59.425" v="278" actId="14100"/>
          <ac:spMkLst>
            <pc:docMk/>
            <pc:sldMk cId="1067341062" sldId="654"/>
            <ac:spMk id="9" creationId="{1ED89F5B-D9BE-751D-F0D4-FB695FBAA7A9}"/>
          </ac:spMkLst>
        </pc:spChg>
        <pc:spChg chg="add mod">
          <ac:chgData name="Boone Severson" userId="1d942a2b-e0b5-491a-b49e-d500fa0ad426" providerId="ADAL" clId="{D8B236A4-FD33-234D-8DF1-202EB6A0A948}" dt="2024-10-03T01:00:56.189" v="277" actId="1076"/>
          <ac:spMkLst>
            <pc:docMk/>
            <pc:sldMk cId="1067341062" sldId="654"/>
            <ac:spMk id="10" creationId="{16D40C44-CCBE-6130-69B5-0668194D8332}"/>
          </ac:spMkLst>
        </pc:spChg>
        <pc:spChg chg="add mod">
          <ac:chgData name="Boone Severson" userId="1d942a2b-e0b5-491a-b49e-d500fa0ad426" providerId="ADAL" clId="{D8B236A4-FD33-234D-8DF1-202EB6A0A948}" dt="2024-10-03T01:01:02.266" v="279" actId="1076"/>
          <ac:spMkLst>
            <pc:docMk/>
            <pc:sldMk cId="1067341062" sldId="654"/>
            <ac:spMk id="11" creationId="{297C0E77-DC5B-6CB9-E14F-258AE018F9C1}"/>
          </ac:spMkLst>
        </pc:spChg>
        <pc:spChg chg="add mod">
          <ac:chgData name="Boone Severson" userId="1d942a2b-e0b5-491a-b49e-d500fa0ad426" providerId="ADAL" clId="{D8B236A4-FD33-234D-8DF1-202EB6A0A948}" dt="2024-10-03T01:01:06.502" v="280" actId="1076"/>
          <ac:spMkLst>
            <pc:docMk/>
            <pc:sldMk cId="1067341062" sldId="654"/>
            <ac:spMk id="12" creationId="{2BA38156-1104-7B58-1193-A177DF046B4A}"/>
          </ac:spMkLst>
        </pc:spChg>
        <pc:spChg chg="add mod">
          <ac:chgData name="Boone Severson" userId="1d942a2b-e0b5-491a-b49e-d500fa0ad426" providerId="ADAL" clId="{D8B236A4-FD33-234D-8DF1-202EB6A0A948}" dt="2024-10-03T01:01:18.211" v="281" actId="207"/>
          <ac:spMkLst>
            <pc:docMk/>
            <pc:sldMk cId="1067341062" sldId="654"/>
            <ac:spMk id="13" creationId="{5B141EFF-A0BC-D9E7-B9F7-47D0588C63F7}"/>
          </ac:spMkLst>
        </pc:spChg>
        <pc:spChg chg="add mod">
          <ac:chgData name="Boone Severson" userId="1d942a2b-e0b5-491a-b49e-d500fa0ad426" providerId="ADAL" clId="{D8B236A4-FD33-234D-8DF1-202EB6A0A948}" dt="2024-10-03T01:02:27.067" v="291" actId="208"/>
          <ac:spMkLst>
            <pc:docMk/>
            <pc:sldMk cId="1067341062" sldId="654"/>
            <ac:spMk id="14" creationId="{77B4E53F-F4D9-634B-DEF4-2874A35DEB59}"/>
          </ac:spMkLst>
        </pc:spChg>
        <pc:spChg chg="add mod">
          <ac:chgData name="Boone Severson" userId="1d942a2b-e0b5-491a-b49e-d500fa0ad426" providerId="ADAL" clId="{D8B236A4-FD33-234D-8DF1-202EB6A0A948}" dt="2024-10-03T01:02:38.675" v="320" actId="1076"/>
          <ac:spMkLst>
            <pc:docMk/>
            <pc:sldMk cId="1067341062" sldId="654"/>
            <ac:spMk id="15" creationId="{DA4243FC-9F77-FCB6-E2DF-1BA8B8681C5D}"/>
          </ac:spMkLst>
        </pc:spChg>
        <pc:spChg chg="add mod">
          <ac:chgData name="Boone Severson" userId="1d942a2b-e0b5-491a-b49e-d500fa0ad426" providerId="ADAL" clId="{D8B236A4-FD33-234D-8DF1-202EB6A0A948}" dt="2024-10-03T01:02:50.142" v="323" actId="1076"/>
          <ac:spMkLst>
            <pc:docMk/>
            <pc:sldMk cId="1067341062" sldId="654"/>
            <ac:spMk id="16" creationId="{026CC510-FAD3-1921-CE9D-5D4922F06B29}"/>
          </ac:spMkLst>
        </pc:spChg>
        <pc:spChg chg="add mod">
          <ac:chgData name="Boone Severson" userId="1d942a2b-e0b5-491a-b49e-d500fa0ad426" providerId="ADAL" clId="{D8B236A4-FD33-234D-8DF1-202EB6A0A948}" dt="2024-10-03T01:02:56.749" v="325" actId="1076"/>
          <ac:spMkLst>
            <pc:docMk/>
            <pc:sldMk cId="1067341062" sldId="654"/>
            <ac:spMk id="17" creationId="{2B44E1E8-CFC8-0F31-0F55-F4F1B27020DC}"/>
          </ac:spMkLst>
        </pc:spChg>
        <pc:spChg chg="add mod">
          <ac:chgData name="Boone Severson" userId="1d942a2b-e0b5-491a-b49e-d500fa0ad426" providerId="ADAL" clId="{D8B236A4-FD33-234D-8DF1-202EB6A0A948}" dt="2024-10-03T01:03:50.246" v="385" actId="207"/>
          <ac:spMkLst>
            <pc:docMk/>
            <pc:sldMk cId="1067341062" sldId="654"/>
            <ac:spMk id="18" creationId="{40915E33-D695-B3DC-D517-A312F97382D9}"/>
          </ac:spMkLst>
        </pc:spChg>
        <pc:spChg chg="add del mod">
          <ac:chgData name="Boone Severson" userId="1d942a2b-e0b5-491a-b49e-d500fa0ad426" providerId="ADAL" clId="{D8B236A4-FD33-234D-8DF1-202EB6A0A948}" dt="2024-10-03T01:05:35.602" v="393" actId="21"/>
          <ac:spMkLst>
            <pc:docMk/>
            <pc:sldMk cId="1067341062" sldId="654"/>
            <ac:spMk id="19" creationId="{AFDF0A56-D02D-7DF2-2D05-098433A09A0E}"/>
          </ac:spMkLst>
        </pc:spChg>
        <pc:spChg chg="add del">
          <ac:chgData name="Boone Severson" userId="1d942a2b-e0b5-491a-b49e-d500fa0ad426" providerId="ADAL" clId="{D8B236A4-FD33-234D-8DF1-202EB6A0A948}" dt="2024-10-03T01:16:00.114" v="755" actId="478"/>
          <ac:spMkLst>
            <pc:docMk/>
            <pc:sldMk cId="1067341062" sldId="654"/>
            <ac:spMk id="20" creationId="{06210BC6-47E1-9253-9DE4-31086F642F52}"/>
          </ac:spMkLst>
        </pc:spChg>
        <pc:spChg chg="add del mod">
          <ac:chgData name="Boone Severson" userId="1d942a2b-e0b5-491a-b49e-d500fa0ad426" providerId="ADAL" clId="{D8B236A4-FD33-234D-8DF1-202EB6A0A948}" dt="2024-10-03T01:16:59.896" v="762" actId="21"/>
          <ac:spMkLst>
            <pc:docMk/>
            <pc:sldMk cId="1067341062" sldId="654"/>
            <ac:spMk id="21" creationId="{70809C00-849C-E249-3666-B3CBF0175DE8}"/>
          </ac:spMkLst>
        </pc:spChg>
        <pc:picChg chg="add mod">
          <ac:chgData name="Boone Severson" userId="1d942a2b-e0b5-491a-b49e-d500fa0ad426" providerId="ADAL" clId="{D8B236A4-FD33-234D-8DF1-202EB6A0A948}" dt="2024-10-03T00:57:43.960" v="95" actId="1076"/>
          <ac:picMkLst>
            <pc:docMk/>
            <pc:sldMk cId="1067341062" sldId="654"/>
            <ac:picMk id="7" creationId="{ADCBB755-56E1-9571-F41D-4860D39342DA}"/>
          </ac:picMkLst>
        </pc:picChg>
      </pc:sldChg>
      <pc:sldChg chg="addSp delSp modSp new mod">
        <pc:chgData name="Boone Severson" userId="1d942a2b-e0b5-491a-b49e-d500fa0ad426" providerId="ADAL" clId="{D8B236A4-FD33-234D-8DF1-202EB6A0A948}" dt="2024-10-03T01:29:35.795" v="1122" actId="478"/>
        <pc:sldMkLst>
          <pc:docMk/>
          <pc:sldMk cId="2358081033" sldId="655"/>
        </pc:sldMkLst>
        <pc:spChg chg="del">
          <ac:chgData name="Boone Severson" userId="1d942a2b-e0b5-491a-b49e-d500fa0ad426" providerId="ADAL" clId="{D8B236A4-FD33-234D-8DF1-202EB6A0A948}" dt="2024-10-03T01:04:11.858" v="389" actId="478"/>
          <ac:spMkLst>
            <pc:docMk/>
            <pc:sldMk cId="2358081033" sldId="655"/>
            <ac:spMk id="2" creationId="{C6CCEEF6-DB3E-5785-C0AD-91BFF28E6A9D}"/>
          </ac:spMkLst>
        </pc:spChg>
        <pc:spChg chg="del">
          <ac:chgData name="Boone Severson" userId="1d942a2b-e0b5-491a-b49e-d500fa0ad426" providerId="ADAL" clId="{D8B236A4-FD33-234D-8DF1-202EB6A0A948}" dt="2024-10-03T01:04:10.798" v="388" actId="478"/>
          <ac:spMkLst>
            <pc:docMk/>
            <pc:sldMk cId="2358081033" sldId="655"/>
            <ac:spMk id="3" creationId="{D811B3DC-C89B-76CA-6CC8-2F45E180D758}"/>
          </ac:spMkLst>
        </pc:spChg>
        <pc:spChg chg="del">
          <ac:chgData name="Boone Severson" userId="1d942a2b-e0b5-491a-b49e-d500fa0ad426" providerId="ADAL" clId="{D8B236A4-FD33-234D-8DF1-202EB6A0A948}" dt="2024-10-03T01:04:09.987" v="387" actId="478"/>
          <ac:spMkLst>
            <pc:docMk/>
            <pc:sldMk cId="2358081033" sldId="655"/>
            <ac:spMk id="4" creationId="{62CC5D9E-0764-17F1-3E4D-568BA89A5A9C}"/>
          </ac:spMkLst>
        </pc:spChg>
        <pc:spChg chg="add del mod">
          <ac:chgData name="Boone Severson" userId="1d942a2b-e0b5-491a-b49e-d500fa0ad426" providerId="ADAL" clId="{D8B236A4-FD33-234D-8DF1-202EB6A0A948}" dt="2024-10-03T01:07:16.193" v="442" actId="478"/>
          <ac:spMkLst>
            <pc:docMk/>
            <pc:sldMk cId="2358081033" sldId="655"/>
            <ac:spMk id="6" creationId="{96760342-9473-B64E-EBEC-98E598EDCAE2}"/>
          </ac:spMkLst>
        </pc:spChg>
        <pc:spChg chg="add del mod">
          <ac:chgData name="Boone Severson" userId="1d942a2b-e0b5-491a-b49e-d500fa0ad426" providerId="ADAL" clId="{D8B236A4-FD33-234D-8DF1-202EB6A0A948}" dt="2024-10-03T01:25:37.158" v="994" actId="1076"/>
          <ac:spMkLst>
            <pc:docMk/>
            <pc:sldMk cId="2358081033" sldId="655"/>
            <ac:spMk id="7" creationId="{0BDBDEE0-ADDE-4A23-F705-7A415A8020A3}"/>
          </ac:spMkLst>
        </pc:spChg>
        <pc:spChg chg="add mod">
          <ac:chgData name="Boone Severson" userId="1d942a2b-e0b5-491a-b49e-d500fa0ad426" providerId="ADAL" clId="{D8B236A4-FD33-234D-8DF1-202EB6A0A948}" dt="2024-10-03T01:26:07.891" v="1027" actId="14100"/>
          <ac:spMkLst>
            <pc:docMk/>
            <pc:sldMk cId="2358081033" sldId="655"/>
            <ac:spMk id="8" creationId="{209D037F-0999-7C0F-FC81-B98DE18E8263}"/>
          </ac:spMkLst>
        </pc:spChg>
        <pc:spChg chg="add del mod">
          <ac:chgData name="Boone Severson" userId="1d942a2b-e0b5-491a-b49e-d500fa0ad426" providerId="ADAL" clId="{D8B236A4-FD33-234D-8DF1-202EB6A0A948}" dt="2024-10-03T01:14:53.261" v="742" actId="478"/>
          <ac:spMkLst>
            <pc:docMk/>
            <pc:sldMk cId="2358081033" sldId="655"/>
            <ac:spMk id="9" creationId="{DA2DAF72-6D36-9E69-35CE-A2D913226697}"/>
          </ac:spMkLst>
        </pc:spChg>
        <pc:spChg chg="add del mod">
          <ac:chgData name="Boone Severson" userId="1d942a2b-e0b5-491a-b49e-d500fa0ad426" providerId="ADAL" clId="{D8B236A4-FD33-234D-8DF1-202EB6A0A948}" dt="2024-10-03T01:14:51.643" v="741" actId="478"/>
          <ac:spMkLst>
            <pc:docMk/>
            <pc:sldMk cId="2358081033" sldId="655"/>
            <ac:spMk id="10" creationId="{40BCCE8B-D8B3-4FAB-3E4D-D37A5221869E}"/>
          </ac:spMkLst>
        </pc:spChg>
        <pc:spChg chg="add mod">
          <ac:chgData name="Boone Severson" userId="1d942a2b-e0b5-491a-b49e-d500fa0ad426" providerId="ADAL" clId="{D8B236A4-FD33-234D-8DF1-202EB6A0A948}" dt="2024-10-03T01:25:53.926" v="1017" actId="20577"/>
          <ac:spMkLst>
            <pc:docMk/>
            <pc:sldMk cId="2358081033" sldId="655"/>
            <ac:spMk id="11" creationId="{E4CC6F09-48EC-475F-4269-1C84128549E8}"/>
          </ac:spMkLst>
        </pc:spChg>
        <pc:spChg chg="add del mod">
          <ac:chgData name="Boone Severson" userId="1d942a2b-e0b5-491a-b49e-d500fa0ad426" providerId="ADAL" clId="{D8B236A4-FD33-234D-8DF1-202EB6A0A948}" dt="2024-10-03T01:07:17.429" v="443" actId="478"/>
          <ac:spMkLst>
            <pc:docMk/>
            <pc:sldMk cId="2358081033" sldId="655"/>
            <ac:spMk id="12" creationId="{E909564F-70C9-742D-E911-F43AF96D8ED4}"/>
          </ac:spMkLst>
        </pc:spChg>
        <pc:spChg chg="add mod">
          <ac:chgData name="Boone Severson" userId="1d942a2b-e0b5-491a-b49e-d500fa0ad426" providerId="ADAL" clId="{D8B236A4-FD33-234D-8DF1-202EB6A0A948}" dt="2024-10-03T01:28:08.846" v="1089" actId="14100"/>
          <ac:spMkLst>
            <pc:docMk/>
            <pc:sldMk cId="2358081033" sldId="655"/>
            <ac:spMk id="13" creationId="{1198BB80-02CA-196C-7087-35D8E38F889D}"/>
          </ac:spMkLst>
        </pc:spChg>
        <pc:spChg chg="add del mod">
          <ac:chgData name="Boone Severson" userId="1d942a2b-e0b5-491a-b49e-d500fa0ad426" providerId="ADAL" clId="{D8B236A4-FD33-234D-8DF1-202EB6A0A948}" dt="2024-10-03T01:11:01.903" v="598" actId="478"/>
          <ac:spMkLst>
            <pc:docMk/>
            <pc:sldMk cId="2358081033" sldId="655"/>
            <ac:spMk id="14" creationId="{1431E009-F3D0-E938-CEB0-4D8660FE926D}"/>
          </ac:spMkLst>
        </pc:spChg>
        <pc:spChg chg="add del mod">
          <ac:chgData name="Boone Severson" userId="1d942a2b-e0b5-491a-b49e-d500fa0ad426" providerId="ADAL" clId="{D8B236A4-FD33-234D-8DF1-202EB6A0A948}" dt="2024-10-03T01:11:01.903" v="598" actId="478"/>
          <ac:spMkLst>
            <pc:docMk/>
            <pc:sldMk cId="2358081033" sldId="655"/>
            <ac:spMk id="15" creationId="{B7FEEDB1-B955-FACF-8800-FA2E9CD97D95}"/>
          </ac:spMkLst>
        </pc:spChg>
        <pc:spChg chg="add del mod">
          <ac:chgData name="Boone Severson" userId="1d942a2b-e0b5-491a-b49e-d500fa0ad426" providerId="ADAL" clId="{D8B236A4-FD33-234D-8DF1-202EB6A0A948}" dt="2024-10-03T01:07:35.319" v="467" actId="1037"/>
          <ac:spMkLst>
            <pc:docMk/>
            <pc:sldMk cId="2358081033" sldId="655"/>
            <ac:spMk id="16" creationId="{EAC24BE7-995F-59F2-4003-F1B4D3793837}"/>
          </ac:spMkLst>
        </pc:spChg>
        <pc:spChg chg="add del mod">
          <ac:chgData name="Boone Severson" userId="1d942a2b-e0b5-491a-b49e-d500fa0ad426" providerId="ADAL" clId="{D8B236A4-FD33-234D-8DF1-202EB6A0A948}" dt="2024-10-03T01:05:59.356" v="400" actId="478"/>
          <ac:spMkLst>
            <pc:docMk/>
            <pc:sldMk cId="2358081033" sldId="655"/>
            <ac:spMk id="17" creationId="{FD12539F-6B39-AD00-FB87-5C1D76BDED58}"/>
          </ac:spMkLst>
        </pc:spChg>
        <pc:spChg chg="add mod">
          <ac:chgData name="Boone Severson" userId="1d942a2b-e0b5-491a-b49e-d500fa0ad426" providerId="ADAL" clId="{D8B236A4-FD33-234D-8DF1-202EB6A0A948}" dt="2024-10-03T01:12:13.036" v="678" actId="1076"/>
          <ac:spMkLst>
            <pc:docMk/>
            <pc:sldMk cId="2358081033" sldId="655"/>
            <ac:spMk id="18" creationId="{E60BE23E-5340-68E0-ED6D-83E549A5761B}"/>
          </ac:spMkLst>
        </pc:spChg>
        <pc:spChg chg="add mod">
          <ac:chgData name="Boone Severson" userId="1d942a2b-e0b5-491a-b49e-d500fa0ad426" providerId="ADAL" clId="{D8B236A4-FD33-234D-8DF1-202EB6A0A948}" dt="2024-10-03T01:06:27.532" v="410"/>
          <ac:spMkLst>
            <pc:docMk/>
            <pc:sldMk cId="2358081033" sldId="655"/>
            <ac:spMk id="19" creationId="{0D1D5C75-C1E8-D645-B216-7DCA641D6FC6}"/>
          </ac:spMkLst>
        </pc:spChg>
        <pc:spChg chg="add del mod">
          <ac:chgData name="Boone Severson" userId="1d942a2b-e0b5-491a-b49e-d500fa0ad426" providerId="ADAL" clId="{D8B236A4-FD33-234D-8DF1-202EB6A0A948}" dt="2024-10-03T01:09:26.272" v="573" actId="478"/>
          <ac:spMkLst>
            <pc:docMk/>
            <pc:sldMk cId="2358081033" sldId="655"/>
            <ac:spMk id="20" creationId="{DDA14EC4-2ABC-69E5-EA18-A1CABC418489}"/>
          </ac:spMkLst>
        </pc:spChg>
        <pc:spChg chg="add mod">
          <ac:chgData name="Boone Severson" userId="1d942a2b-e0b5-491a-b49e-d500fa0ad426" providerId="ADAL" clId="{D8B236A4-FD33-234D-8DF1-202EB6A0A948}" dt="2024-10-03T01:26:15.506" v="1030" actId="1076"/>
          <ac:spMkLst>
            <pc:docMk/>
            <pc:sldMk cId="2358081033" sldId="655"/>
            <ac:spMk id="21" creationId="{714AB0A4-6DF1-4372-DC89-CFC2EB027C87}"/>
          </ac:spMkLst>
        </pc:spChg>
        <pc:spChg chg="add mod">
          <ac:chgData name="Boone Severson" userId="1d942a2b-e0b5-491a-b49e-d500fa0ad426" providerId="ADAL" clId="{D8B236A4-FD33-234D-8DF1-202EB6A0A948}" dt="2024-10-03T01:11:45.039" v="665" actId="1076"/>
          <ac:spMkLst>
            <pc:docMk/>
            <pc:sldMk cId="2358081033" sldId="655"/>
            <ac:spMk id="22" creationId="{CFB1D942-7020-BC00-0E7A-892CC29668A7}"/>
          </ac:spMkLst>
        </pc:spChg>
        <pc:spChg chg="add mod">
          <ac:chgData name="Boone Severson" userId="1d942a2b-e0b5-491a-b49e-d500fa0ad426" providerId="ADAL" clId="{D8B236A4-FD33-234D-8DF1-202EB6A0A948}" dt="2024-10-03T01:27:06.831" v="1088" actId="1076"/>
          <ac:spMkLst>
            <pc:docMk/>
            <pc:sldMk cId="2358081033" sldId="655"/>
            <ac:spMk id="26" creationId="{0CABF9AB-8401-CF7B-EFF7-AC0A9C564377}"/>
          </ac:spMkLst>
        </pc:spChg>
        <pc:spChg chg="add mod">
          <ac:chgData name="Boone Severson" userId="1d942a2b-e0b5-491a-b49e-d500fa0ad426" providerId="ADAL" clId="{D8B236A4-FD33-234D-8DF1-202EB6A0A948}" dt="2024-10-03T01:13:26.875" v="697" actId="1076"/>
          <ac:spMkLst>
            <pc:docMk/>
            <pc:sldMk cId="2358081033" sldId="655"/>
            <ac:spMk id="27" creationId="{5E67DEE9-6947-EDED-72B0-6F8458ED0DA9}"/>
          </ac:spMkLst>
        </pc:spChg>
        <pc:spChg chg="add mod">
          <ac:chgData name="Boone Severson" userId="1d942a2b-e0b5-491a-b49e-d500fa0ad426" providerId="ADAL" clId="{D8B236A4-FD33-234D-8DF1-202EB6A0A948}" dt="2024-10-03T01:13:20.641" v="695" actId="1076"/>
          <ac:spMkLst>
            <pc:docMk/>
            <pc:sldMk cId="2358081033" sldId="655"/>
            <ac:spMk id="31" creationId="{B975F2E5-EF75-5941-7B99-D8D5C03B2DA1}"/>
          </ac:spMkLst>
        </pc:spChg>
        <pc:spChg chg="add mod">
          <ac:chgData name="Boone Severson" userId="1d942a2b-e0b5-491a-b49e-d500fa0ad426" providerId="ADAL" clId="{D8B236A4-FD33-234D-8DF1-202EB6A0A948}" dt="2024-10-03T01:26:11.646" v="1028" actId="1076"/>
          <ac:spMkLst>
            <pc:docMk/>
            <pc:sldMk cId="2358081033" sldId="655"/>
            <ac:spMk id="33" creationId="{FC29B9D9-B6D4-5168-FD92-B05C381287DD}"/>
          </ac:spMkLst>
        </pc:spChg>
        <pc:spChg chg="add mod">
          <ac:chgData name="Boone Severson" userId="1d942a2b-e0b5-491a-b49e-d500fa0ad426" providerId="ADAL" clId="{D8B236A4-FD33-234D-8DF1-202EB6A0A948}" dt="2024-10-03T01:14:14.141" v="728" actId="20577"/>
          <ac:spMkLst>
            <pc:docMk/>
            <pc:sldMk cId="2358081033" sldId="655"/>
            <ac:spMk id="34" creationId="{55197993-0EE0-A3DC-6640-2B24CC12E4C1}"/>
          </ac:spMkLst>
        </pc:spChg>
        <pc:spChg chg="add mod">
          <ac:chgData name="Boone Severson" userId="1d942a2b-e0b5-491a-b49e-d500fa0ad426" providerId="ADAL" clId="{D8B236A4-FD33-234D-8DF1-202EB6A0A948}" dt="2024-10-03T01:13:53.096" v="710" actId="1076"/>
          <ac:spMkLst>
            <pc:docMk/>
            <pc:sldMk cId="2358081033" sldId="655"/>
            <ac:spMk id="36" creationId="{DF1A8F08-43BE-C19C-7D6F-2A429223DC61}"/>
          </ac:spMkLst>
        </pc:spChg>
        <pc:spChg chg="add mod">
          <ac:chgData name="Boone Severson" userId="1d942a2b-e0b5-491a-b49e-d500fa0ad426" providerId="ADAL" clId="{D8B236A4-FD33-234D-8DF1-202EB6A0A948}" dt="2024-10-03T01:28:12.704" v="1090" actId="14100"/>
          <ac:spMkLst>
            <pc:docMk/>
            <pc:sldMk cId="2358081033" sldId="655"/>
            <ac:spMk id="37" creationId="{19059E31-A8B3-BC9A-1481-60D6BC60B428}"/>
          </ac:spMkLst>
        </pc:spChg>
        <pc:spChg chg="add mod">
          <ac:chgData name="Boone Severson" userId="1d942a2b-e0b5-491a-b49e-d500fa0ad426" providerId="ADAL" clId="{D8B236A4-FD33-234D-8DF1-202EB6A0A948}" dt="2024-10-03T01:28:16.110" v="1091" actId="14100"/>
          <ac:spMkLst>
            <pc:docMk/>
            <pc:sldMk cId="2358081033" sldId="655"/>
            <ac:spMk id="38" creationId="{905576DB-CDF0-4654-8458-E7C1C430AA0E}"/>
          </ac:spMkLst>
        </pc:spChg>
        <pc:spChg chg="add del mod">
          <ac:chgData name="Boone Severson" userId="1d942a2b-e0b5-491a-b49e-d500fa0ad426" providerId="ADAL" clId="{D8B236A4-FD33-234D-8DF1-202EB6A0A948}" dt="2024-10-03T01:14:37.070" v="738" actId="478"/>
          <ac:spMkLst>
            <pc:docMk/>
            <pc:sldMk cId="2358081033" sldId="655"/>
            <ac:spMk id="39" creationId="{ABEEC4AB-22D2-9B20-21EE-C7AF16BA82F6}"/>
          </ac:spMkLst>
        </pc:spChg>
        <pc:spChg chg="add mod">
          <ac:chgData name="Boone Severson" userId="1d942a2b-e0b5-491a-b49e-d500fa0ad426" providerId="ADAL" clId="{D8B236A4-FD33-234D-8DF1-202EB6A0A948}" dt="2024-10-03T01:26:36.682" v="1059" actId="1076"/>
          <ac:spMkLst>
            <pc:docMk/>
            <pc:sldMk cId="2358081033" sldId="655"/>
            <ac:spMk id="40" creationId="{FCCF94B3-7C61-7D25-31D0-9288CBB4DAC9}"/>
          </ac:spMkLst>
        </pc:spChg>
        <pc:spChg chg="add mod">
          <ac:chgData name="Boone Severson" userId="1d942a2b-e0b5-491a-b49e-d500fa0ad426" providerId="ADAL" clId="{D8B236A4-FD33-234D-8DF1-202EB6A0A948}" dt="2024-10-03T01:17:02.480" v="763"/>
          <ac:spMkLst>
            <pc:docMk/>
            <pc:sldMk cId="2358081033" sldId="655"/>
            <ac:spMk id="46" creationId="{9E650214-6374-722C-EA9D-653AE962FE43}"/>
          </ac:spMkLst>
        </pc:spChg>
        <pc:spChg chg="add mod">
          <ac:chgData name="Boone Severson" userId="1d942a2b-e0b5-491a-b49e-d500fa0ad426" providerId="ADAL" clId="{D8B236A4-FD33-234D-8DF1-202EB6A0A948}" dt="2024-10-03T01:17:41.523" v="774" actId="1076"/>
          <ac:spMkLst>
            <pc:docMk/>
            <pc:sldMk cId="2358081033" sldId="655"/>
            <ac:spMk id="50" creationId="{386297A9-1D79-1F9B-C063-A6138BB90254}"/>
          </ac:spMkLst>
        </pc:spChg>
        <pc:spChg chg="add del mod">
          <ac:chgData name="Boone Severson" userId="1d942a2b-e0b5-491a-b49e-d500fa0ad426" providerId="ADAL" clId="{D8B236A4-FD33-234D-8DF1-202EB6A0A948}" dt="2024-10-03T01:18:23.991" v="778" actId="478"/>
          <ac:spMkLst>
            <pc:docMk/>
            <pc:sldMk cId="2358081033" sldId="655"/>
            <ac:spMk id="51" creationId="{261B140B-DC05-937B-1190-1D10A9891A7E}"/>
          </ac:spMkLst>
        </pc:spChg>
        <pc:spChg chg="add del mod">
          <ac:chgData name="Boone Severson" userId="1d942a2b-e0b5-491a-b49e-d500fa0ad426" providerId="ADAL" clId="{D8B236A4-FD33-234D-8DF1-202EB6A0A948}" dt="2024-10-03T01:18:23.991" v="778" actId="478"/>
          <ac:spMkLst>
            <pc:docMk/>
            <pc:sldMk cId="2358081033" sldId="655"/>
            <ac:spMk id="58" creationId="{7E122764-96C6-47D1-46E7-1FB1E64D037E}"/>
          </ac:spMkLst>
        </pc:spChg>
        <pc:spChg chg="add del mod">
          <ac:chgData name="Boone Severson" userId="1d942a2b-e0b5-491a-b49e-d500fa0ad426" providerId="ADAL" clId="{D8B236A4-FD33-234D-8DF1-202EB6A0A948}" dt="2024-10-03T01:18:23.991" v="778" actId="478"/>
          <ac:spMkLst>
            <pc:docMk/>
            <pc:sldMk cId="2358081033" sldId="655"/>
            <ac:spMk id="59" creationId="{BFB1AC6A-16BC-3383-74FD-9EA1DA92511D}"/>
          </ac:spMkLst>
        </pc:spChg>
        <pc:spChg chg="add del mod">
          <ac:chgData name="Boone Severson" userId="1d942a2b-e0b5-491a-b49e-d500fa0ad426" providerId="ADAL" clId="{D8B236A4-FD33-234D-8DF1-202EB6A0A948}" dt="2024-10-03T01:18:28.723" v="779" actId="478"/>
          <ac:spMkLst>
            <pc:docMk/>
            <pc:sldMk cId="2358081033" sldId="655"/>
            <ac:spMk id="60" creationId="{E4E6CF50-A3F7-F682-45DA-B207AF981BEE}"/>
          </ac:spMkLst>
        </pc:spChg>
        <pc:spChg chg="add mod">
          <ac:chgData name="Boone Severson" userId="1d942a2b-e0b5-491a-b49e-d500fa0ad426" providerId="ADAL" clId="{D8B236A4-FD33-234D-8DF1-202EB6A0A948}" dt="2024-10-03T01:19:54.656" v="919" actId="207"/>
          <ac:spMkLst>
            <pc:docMk/>
            <pc:sldMk cId="2358081033" sldId="655"/>
            <ac:spMk id="62" creationId="{C8187485-015D-C3D6-62A6-268D7AA9F3DD}"/>
          </ac:spMkLst>
        </pc:spChg>
        <pc:spChg chg="add mod">
          <ac:chgData name="Boone Severson" userId="1d942a2b-e0b5-491a-b49e-d500fa0ad426" providerId="ADAL" clId="{D8B236A4-FD33-234D-8DF1-202EB6A0A948}" dt="2024-10-03T01:22:02.967" v="941" actId="14100"/>
          <ac:spMkLst>
            <pc:docMk/>
            <pc:sldMk cId="2358081033" sldId="655"/>
            <ac:spMk id="63" creationId="{69ABD577-0311-6DA6-3993-2C89639C2583}"/>
          </ac:spMkLst>
        </pc:spChg>
        <pc:spChg chg="add mod">
          <ac:chgData name="Boone Severson" userId="1d942a2b-e0b5-491a-b49e-d500fa0ad426" providerId="ADAL" clId="{D8B236A4-FD33-234D-8DF1-202EB6A0A948}" dt="2024-10-03T01:23:47.981" v="973" actId="1038"/>
          <ac:spMkLst>
            <pc:docMk/>
            <pc:sldMk cId="2358081033" sldId="655"/>
            <ac:spMk id="88" creationId="{DA9D0924-8103-1549-008B-8575057ACF18}"/>
          </ac:spMkLst>
        </pc:spChg>
        <pc:spChg chg="add mod">
          <ac:chgData name="Boone Severson" userId="1d942a2b-e0b5-491a-b49e-d500fa0ad426" providerId="ADAL" clId="{D8B236A4-FD33-234D-8DF1-202EB6A0A948}" dt="2024-10-03T01:23:47.981" v="973" actId="1038"/>
          <ac:spMkLst>
            <pc:docMk/>
            <pc:sldMk cId="2358081033" sldId="655"/>
            <ac:spMk id="89" creationId="{5682EA89-A771-CC2D-2F03-3C5207D6FC86}"/>
          </ac:spMkLst>
        </pc:spChg>
        <pc:spChg chg="add mod">
          <ac:chgData name="Boone Severson" userId="1d942a2b-e0b5-491a-b49e-d500fa0ad426" providerId="ADAL" clId="{D8B236A4-FD33-234D-8DF1-202EB6A0A948}" dt="2024-10-03T01:23:55.322" v="974" actId="1076"/>
          <ac:spMkLst>
            <pc:docMk/>
            <pc:sldMk cId="2358081033" sldId="655"/>
            <ac:spMk id="90" creationId="{C9E7599F-D6A1-36E5-54F1-1AE3BF092435}"/>
          </ac:spMkLst>
        </pc:spChg>
        <pc:spChg chg="add mod">
          <ac:chgData name="Boone Severson" userId="1d942a2b-e0b5-491a-b49e-d500fa0ad426" providerId="ADAL" clId="{D8B236A4-FD33-234D-8DF1-202EB6A0A948}" dt="2024-10-03T01:25:18.477" v="993" actId="207"/>
          <ac:spMkLst>
            <pc:docMk/>
            <pc:sldMk cId="2358081033" sldId="655"/>
            <ac:spMk id="91" creationId="{56C47D3A-D643-25CB-14D9-E1D5EFA668D9}"/>
          </ac:spMkLst>
        </pc:spChg>
        <pc:spChg chg="add mod">
          <ac:chgData name="Boone Severson" userId="1d942a2b-e0b5-491a-b49e-d500fa0ad426" providerId="ADAL" clId="{D8B236A4-FD33-234D-8DF1-202EB6A0A948}" dt="2024-10-03T01:26:25.561" v="1055" actId="1037"/>
          <ac:spMkLst>
            <pc:docMk/>
            <pc:sldMk cId="2358081033" sldId="655"/>
            <ac:spMk id="92" creationId="{2335E125-66BF-DD05-7CE2-2BF34D3F7B09}"/>
          </ac:spMkLst>
        </pc:spChg>
        <pc:spChg chg="add mod">
          <ac:chgData name="Boone Severson" userId="1d942a2b-e0b5-491a-b49e-d500fa0ad426" providerId="ADAL" clId="{D8B236A4-FD33-234D-8DF1-202EB6A0A948}" dt="2024-10-03T01:26:29.292" v="1058" actId="20577"/>
          <ac:spMkLst>
            <pc:docMk/>
            <pc:sldMk cId="2358081033" sldId="655"/>
            <ac:spMk id="93" creationId="{4FC70458-66CC-218C-D497-9287556DBF50}"/>
          </ac:spMkLst>
        </pc:spChg>
        <pc:spChg chg="add mod">
          <ac:chgData name="Boone Severson" userId="1d942a2b-e0b5-491a-b49e-d500fa0ad426" providerId="ADAL" clId="{D8B236A4-FD33-234D-8DF1-202EB6A0A948}" dt="2024-10-03T01:26:45.893" v="1061" actId="1076"/>
          <ac:spMkLst>
            <pc:docMk/>
            <pc:sldMk cId="2358081033" sldId="655"/>
            <ac:spMk id="94" creationId="{41A58726-926F-77C3-33DE-0A21A48E1D81}"/>
          </ac:spMkLst>
        </pc:spChg>
        <pc:spChg chg="add mod">
          <ac:chgData name="Boone Severson" userId="1d942a2b-e0b5-491a-b49e-d500fa0ad426" providerId="ADAL" clId="{D8B236A4-FD33-234D-8DF1-202EB6A0A948}" dt="2024-10-03T01:26:52.894" v="1086" actId="20577"/>
          <ac:spMkLst>
            <pc:docMk/>
            <pc:sldMk cId="2358081033" sldId="655"/>
            <ac:spMk id="95" creationId="{06A0ADC1-7DAB-756D-EAA2-69569ACF15BA}"/>
          </ac:spMkLst>
        </pc:spChg>
        <pc:grpChg chg="add del mod">
          <ac:chgData name="Boone Severson" userId="1d942a2b-e0b5-491a-b49e-d500fa0ad426" providerId="ADAL" clId="{D8B236A4-FD33-234D-8DF1-202EB6A0A948}" dt="2024-10-03T01:18:50.640" v="784" actId="478"/>
          <ac:grpSpMkLst>
            <pc:docMk/>
            <pc:sldMk cId="2358081033" sldId="655"/>
            <ac:grpSpMk id="61" creationId="{C4B926A0-97CB-294B-4B76-E6FF18D4B687}"/>
          </ac:grpSpMkLst>
        </pc:grpChg>
        <pc:grpChg chg="add mod">
          <ac:chgData name="Boone Severson" userId="1d942a2b-e0b5-491a-b49e-d500fa0ad426" providerId="ADAL" clId="{D8B236A4-FD33-234D-8DF1-202EB6A0A948}" dt="2024-10-03T01:23:47.981" v="973" actId="1038"/>
          <ac:grpSpMkLst>
            <pc:docMk/>
            <pc:sldMk cId="2358081033" sldId="655"/>
            <ac:grpSpMk id="87" creationId="{387F89FE-CB34-FFBD-418E-EF39F28A3055}"/>
          </ac:grpSpMkLst>
        </pc:grpChg>
        <pc:graphicFrameChg chg="add del mod modGraphic">
          <ac:chgData name="Boone Severson" userId="1d942a2b-e0b5-491a-b49e-d500fa0ad426" providerId="ADAL" clId="{D8B236A4-FD33-234D-8DF1-202EB6A0A948}" dt="2024-10-03T01:29:35.795" v="1122" actId="478"/>
          <ac:graphicFrameMkLst>
            <pc:docMk/>
            <pc:sldMk cId="2358081033" sldId="655"/>
            <ac:graphicFrameMk id="96" creationId="{19F0DDDE-98D0-701A-3837-9E6E7858CF06}"/>
          </ac:graphicFrameMkLst>
        </pc:graphicFrameChg>
        <pc:cxnChg chg="add mod">
          <ac:chgData name="Boone Severson" userId="1d942a2b-e0b5-491a-b49e-d500fa0ad426" providerId="ADAL" clId="{D8B236A4-FD33-234D-8DF1-202EB6A0A948}" dt="2024-10-03T01:11:57.403" v="667" actId="208"/>
          <ac:cxnSpMkLst>
            <pc:docMk/>
            <pc:sldMk cId="2358081033" sldId="655"/>
            <ac:cxnSpMk id="24" creationId="{F780E1E1-503D-BBDB-9B47-40BAFFB773AE}"/>
          </ac:cxnSpMkLst>
        </pc:cxnChg>
        <pc:cxnChg chg="add mod">
          <ac:chgData name="Boone Severson" userId="1d942a2b-e0b5-491a-b49e-d500fa0ad426" providerId="ADAL" clId="{D8B236A4-FD33-234D-8DF1-202EB6A0A948}" dt="2024-10-03T01:13:23.251" v="696" actId="14100"/>
          <ac:cxnSpMkLst>
            <pc:docMk/>
            <pc:sldMk cId="2358081033" sldId="655"/>
            <ac:cxnSpMk id="28" creationId="{18B099F5-8003-5A72-8B67-701136FB6DCC}"/>
          </ac:cxnSpMkLst>
        </pc:cxnChg>
        <pc:cxnChg chg="add mod">
          <ac:chgData name="Boone Severson" userId="1d942a2b-e0b5-491a-b49e-d500fa0ad426" providerId="ADAL" clId="{D8B236A4-FD33-234D-8DF1-202EB6A0A948}" dt="2024-10-03T01:13:53.096" v="710" actId="1076"/>
          <ac:cxnSpMkLst>
            <pc:docMk/>
            <pc:sldMk cId="2358081033" sldId="655"/>
            <ac:cxnSpMk id="35" creationId="{FE9328BB-10D7-0C0C-9A0A-3FBDB8DEE7C6}"/>
          </ac:cxnSpMkLst>
        </pc:cxnChg>
        <pc:cxnChg chg="add del mod">
          <ac:chgData name="Boone Severson" userId="1d942a2b-e0b5-491a-b49e-d500fa0ad426" providerId="ADAL" clId="{D8B236A4-FD33-234D-8DF1-202EB6A0A948}" dt="2024-10-03T01:15:18.608" v="749" actId="478"/>
          <ac:cxnSpMkLst>
            <pc:docMk/>
            <pc:sldMk cId="2358081033" sldId="655"/>
            <ac:cxnSpMk id="41" creationId="{BAC472E4-6D09-D410-E83A-F62758F2356F}"/>
          </ac:cxnSpMkLst>
        </pc:cxnChg>
        <pc:cxnChg chg="add del mod">
          <ac:chgData name="Boone Severson" userId="1d942a2b-e0b5-491a-b49e-d500fa0ad426" providerId="ADAL" clId="{D8B236A4-FD33-234D-8DF1-202EB6A0A948}" dt="2024-10-03T01:15:27.903" v="751" actId="478"/>
          <ac:cxnSpMkLst>
            <pc:docMk/>
            <pc:sldMk cId="2358081033" sldId="655"/>
            <ac:cxnSpMk id="43" creationId="{7B78B8BA-6973-6693-E62F-8283A7B7DC7F}"/>
          </ac:cxnSpMkLst>
        </pc:cxnChg>
        <pc:cxnChg chg="add mod">
          <ac:chgData name="Boone Severson" userId="1d942a2b-e0b5-491a-b49e-d500fa0ad426" providerId="ADAL" clId="{D8B236A4-FD33-234D-8DF1-202EB6A0A948}" dt="2024-10-03T01:17:14.951" v="765" actId="208"/>
          <ac:cxnSpMkLst>
            <pc:docMk/>
            <pc:sldMk cId="2358081033" sldId="655"/>
            <ac:cxnSpMk id="45" creationId="{6C671B80-83CF-F776-02AD-C6FBE19DEFDD}"/>
          </ac:cxnSpMkLst>
        </pc:cxnChg>
        <pc:cxnChg chg="add mod">
          <ac:chgData name="Boone Severson" userId="1d942a2b-e0b5-491a-b49e-d500fa0ad426" providerId="ADAL" clId="{D8B236A4-FD33-234D-8DF1-202EB6A0A948}" dt="2024-10-03T01:17:29.270" v="767" actId="208"/>
          <ac:cxnSpMkLst>
            <pc:docMk/>
            <pc:sldMk cId="2358081033" sldId="655"/>
            <ac:cxnSpMk id="49" creationId="{CB625A0C-5185-5CD2-A242-399FCF0DA139}"/>
          </ac:cxnSpMkLst>
        </pc:cxnChg>
        <pc:cxnChg chg="add del mod">
          <ac:chgData name="Boone Severson" userId="1d942a2b-e0b5-491a-b49e-d500fa0ad426" providerId="ADAL" clId="{D8B236A4-FD33-234D-8DF1-202EB6A0A948}" dt="2024-10-03T01:18:23.991" v="778" actId="478"/>
          <ac:cxnSpMkLst>
            <pc:docMk/>
            <pc:sldMk cId="2358081033" sldId="655"/>
            <ac:cxnSpMk id="52" creationId="{579E697F-6D60-C0A5-3B6E-FA008A91E217}"/>
          </ac:cxnSpMkLst>
        </pc:cxnChg>
        <pc:cxnChg chg="add del mod">
          <ac:chgData name="Boone Severson" userId="1d942a2b-e0b5-491a-b49e-d500fa0ad426" providerId="ADAL" clId="{D8B236A4-FD33-234D-8DF1-202EB6A0A948}" dt="2024-10-03T01:18:23.991" v="778" actId="478"/>
          <ac:cxnSpMkLst>
            <pc:docMk/>
            <pc:sldMk cId="2358081033" sldId="655"/>
            <ac:cxnSpMk id="53" creationId="{2486033E-3767-2452-A884-E93514F39110}"/>
          </ac:cxnSpMkLst>
        </pc:cxnChg>
        <pc:cxnChg chg="add del mod">
          <ac:chgData name="Boone Severson" userId="1d942a2b-e0b5-491a-b49e-d500fa0ad426" providerId="ADAL" clId="{D8B236A4-FD33-234D-8DF1-202EB6A0A948}" dt="2024-10-03T01:18:23.991" v="778" actId="478"/>
          <ac:cxnSpMkLst>
            <pc:docMk/>
            <pc:sldMk cId="2358081033" sldId="655"/>
            <ac:cxnSpMk id="54" creationId="{5FBB4F74-8A59-C1C0-A507-8E4C30D2BE23}"/>
          </ac:cxnSpMkLst>
        </pc:cxnChg>
        <pc:cxnChg chg="add del mod">
          <ac:chgData name="Boone Severson" userId="1d942a2b-e0b5-491a-b49e-d500fa0ad426" providerId="ADAL" clId="{D8B236A4-FD33-234D-8DF1-202EB6A0A948}" dt="2024-10-03T01:18:23.991" v="778" actId="478"/>
          <ac:cxnSpMkLst>
            <pc:docMk/>
            <pc:sldMk cId="2358081033" sldId="655"/>
            <ac:cxnSpMk id="55" creationId="{294DBC9F-CDE0-CFAD-2295-B13EE195DDAE}"/>
          </ac:cxnSpMkLst>
        </pc:cxnChg>
        <pc:cxnChg chg="add del mod">
          <ac:chgData name="Boone Severson" userId="1d942a2b-e0b5-491a-b49e-d500fa0ad426" providerId="ADAL" clId="{D8B236A4-FD33-234D-8DF1-202EB6A0A948}" dt="2024-10-03T01:18:29.937" v="780" actId="478"/>
          <ac:cxnSpMkLst>
            <pc:docMk/>
            <pc:sldMk cId="2358081033" sldId="655"/>
            <ac:cxnSpMk id="56" creationId="{3D508929-535F-7C84-27B9-6D3C56430308}"/>
          </ac:cxnSpMkLst>
        </pc:cxnChg>
        <pc:cxnChg chg="add del mod">
          <ac:chgData name="Boone Severson" userId="1d942a2b-e0b5-491a-b49e-d500fa0ad426" providerId="ADAL" clId="{D8B236A4-FD33-234D-8DF1-202EB6A0A948}" dt="2024-10-03T01:18:23.991" v="778" actId="478"/>
          <ac:cxnSpMkLst>
            <pc:docMk/>
            <pc:sldMk cId="2358081033" sldId="655"/>
            <ac:cxnSpMk id="57" creationId="{202D937D-B194-0802-A07E-3E256E0BB6E1}"/>
          </ac:cxnSpMkLst>
        </pc:cxnChg>
        <pc:cxnChg chg="add del">
          <ac:chgData name="Boone Severson" userId="1d942a2b-e0b5-491a-b49e-d500fa0ad426" providerId="ADAL" clId="{D8B236A4-FD33-234D-8DF1-202EB6A0A948}" dt="2024-10-03T01:20:46.707" v="925" actId="478"/>
          <ac:cxnSpMkLst>
            <pc:docMk/>
            <pc:sldMk cId="2358081033" sldId="655"/>
            <ac:cxnSpMk id="65" creationId="{D1CC4470-50B9-7C9B-FAFD-73FE85D80017}"/>
          </ac:cxnSpMkLst>
        </pc:cxnChg>
        <pc:cxnChg chg="add mod">
          <ac:chgData name="Boone Severson" userId="1d942a2b-e0b5-491a-b49e-d500fa0ad426" providerId="ADAL" clId="{D8B236A4-FD33-234D-8DF1-202EB6A0A948}" dt="2024-10-03T01:22:02.967" v="941" actId="14100"/>
          <ac:cxnSpMkLst>
            <pc:docMk/>
            <pc:sldMk cId="2358081033" sldId="655"/>
            <ac:cxnSpMk id="67" creationId="{6E53FEB7-B526-B907-6277-7B77BC95CE82}"/>
          </ac:cxnSpMkLst>
        </pc:cxnChg>
        <pc:cxnChg chg="add mod">
          <ac:chgData name="Boone Severson" userId="1d942a2b-e0b5-491a-b49e-d500fa0ad426" providerId="ADAL" clId="{D8B236A4-FD33-234D-8DF1-202EB6A0A948}" dt="2024-10-03T01:22:02.967" v="941" actId="14100"/>
          <ac:cxnSpMkLst>
            <pc:docMk/>
            <pc:sldMk cId="2358081033" sldId="655"/>
            <ac:cxnSpMk id="69" creationId="{340DCF23-2F73-2B17-D97E-325EAE5ED9EC}"/>
          </ac:cxnSpMkLst>
        </pc:cxnChg>
        <pc:cxnChg chg="add mod">
          <ac:chgData name="Boone Severson" userId="1d942a2b-e0b5-491a-b49e-d500fa0ad426" providerId="ADAL" clId="{D8B236A4-FD33-234D-8DF1-202EB6A0A948}" dt="2024-10-03T01:22:02.967" v="941" actId="14100"/>
          <ac:cxnSpMkLst>
            <pc:docMk/>
            <pc:sldMk cId="2358081033" sldId="655"/>
            <ac:cxnSpMk id="70" creationId="{8AC158FC-4CC4-62CF-D977-F3A1B629B9F2}"/>
          </ac:cxnSpMkLst>
        </pc:cxnChg>
        <pc:cxnChg chg="add mod">
          <ac:chgData name="Boone Severson" userId="1d942a2b-e0b5-491a-b49e-d500fa0ad426" providerId="ADAL" clId="{D8B236A4-FD33-234D-8DF1-202EB6A0A948}" dt="2024-10-03T01:22:02.967" v="941" actId="14100"/>
          <ac:cxnSpMkLst>
            <pc:docMk/>
            <pc:sldMk cId="2358081033" sldId="655"/>
            <ac:cxnSpMk id="72" creationId="{AFF7E498-D87A-A46C-BC13-B5C580C1A173}"/>
          </ac:cxnSpMkLst>
        </pc:cxnChg>
        <pc:cxnChg chg="add mod">
          <ac:chgData name="Boone Severson" userId="1d942a2b-e0b5-491a-b49e-d500fa0ad426" providerId="ADAL" clId="{D8B236A4-FD33-234D-8DF1-202EB6A0A948}" dt="2024-10-03T01:22:33.438" v="943" actId="13822"/>
          <ac:cxnSpMkLst>
            <pc:docMk/>
            <pc:sldMk cId="2358081033" sldId="655"/>
            <ac:cxnSpMk id="83" creationId="{3EBA030E-7DA9-B997-DE4D-B73590C6B786}"/>
          </ac:cxnSpMkLst>
        </pc:cxnChg>
        <pc:cxnChg chg="add mod">
          <ac:chgData name="Boone Severson" userId="1d942a2b-e0b5-491a-b49e-d500fa0ad426" providerId="ADAL" clId="{D8B236A4-FD33-234D-8DF1-202EB6A0A948}" dt="2024-10-03T01:22:51.833" v="945" actId="13822"/>
          <ac:cxnSpMkLst>
            <pc:docMk/>
            <pc:sldMk cId="2358081033" sldId="655"/>
            <ac:cxnSpMk id="86" creationId="{8F96F5BD-BD84-9118-213C-4F32AEA8D75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8100"/>
            <a:ext cx="2967038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 smtClean="0"/>
            </a:lvl1pPr>
          </a:lstStyle>
          <a:p>
            <a:pPr>
              <a:defRPr/>
            </a:pPr>
            <a:r>
              <a:rPr lang="en-US"/>
              <a:t>CS/ECE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8100"/>
            <a:ext cx="2967037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A83ACFC1-9505-4A40-9977-AABD749608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075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t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t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6438"/>
            <a:ext cx="4694237" cy="352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59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8100"/>
            <a:ext cx="2967038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b" anchorCtr="0" compatLnSpc="1">
            <a:prstTxWarp prst="textNoShape">
              <a:avLst/>
            </a:prstTxWarp>
          </a:bodyPr>
          <a:lstStyle>
            <a:lvl1pPr defTabSz="935038" eaLnBrk="0" hangingPunct="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8100"/>
            <a:ext cx="2967037" cy="468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502" tIns="46751" rIns="93502" bIns="46751" numCol="1" anchor="b" anchorCtr="0" compatLnSpc="1">
            <a:prstTxWarp prst="textNoShape">
              <a:avLst/>
            </a:prstTxWarp>
          </a:bodyPr>
          <a:lstStyle>
            <a:lvl1pPr algn="r" defTabSz="935038" eaLnBrk="0" hangingPunct="0">
              <a:defRPr sz="1200"/>
            </a:lvl1pPr>
          </a:lstStyle>
          <a:p>
            <a:fld id="{BD4F155C-6C9D-4ED5-8550-5376FDF284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738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994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799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455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806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924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07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62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8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811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856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3638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786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523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F155C-6C9D-4ED5-8550-5376FDF284CA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36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5A2B101-C660-424C-9ADC-11231547BD22}" type="slidenum">
              <a:rPr lang="en-US" altLang="en-US" smtClean="0"/>
              <a:pPr lvl="1"/>
              <a:t>‹#›</a:t>
            </a:fld>
            <a:endParaRPr lang="en-US" altLang="en-US"/>
          </a:p>
        </p:txBody>
      </p:sp>
      <p:pic>
        <p:nvPicPr>
          <p:cNvPr id="7" name="Picture 6" descr="LOGO_20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LOGO_20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51014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35B60D93-CC8C-4BE3-8466-59E10CB9DAB3}" type="slidenum">
              <a:rPr lang="en-US" altLang="en-US" smtClean="0"/>
              <a:pPr lvl="1"/>
              <a:t>‹#›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7527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 Hill, Shen, Lipasti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lvl="1" algn="r">
              <a:defRPr baseline="0">
                <a:latin typeface="Calibri" panose="020F0502020204030204" pitchFamily="34" charset="0"/>
              </a:defRPr>
            </a:lvl2pPr>
          </a:lstStyle>
          <a:p>
            <a:pPr lvl="1"/>
            <a:fld id="{364C03C9-A82B-4593-8D4F-5FC476352E11}" type="slidenum">
              <a:rPr lang="en-US" altLang="en-US" smtClean="0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83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transition/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24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32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3.emf"/><Relationship Id="rId5" Type="http://schemas.openxmlformats.org/officeDocument/2006/relationships/tags" Target="../tags/tag41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3.emf"/><Relationship Id="rId5" Type="http://schemas.openxmlformats.org/officeDocument/2006/relationships/tags" Target="../tags/tag49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3.emf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7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image" Target="../media/image3.emf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3.emf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7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image" Target="../media/image3.emf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notesSlide" Target="../notesSlides/notesSlide9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6" Type="http://schemas.openxmlformats.org/officeDocument/2006/relationships/image" Target="../media/image3.emf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notesSlide" Target="../notesSlides/notesSlide10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2" Type="http://schemas.openxmlformats.org/officeDocument/2006/relationships/tags" Target="../tags/tag106.xml"/><Relationship Id="rId16" Type="http://schemas.openxmlformats.org/officeDocument/2006/relationships/image" Target="../media/image3.emf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2" Type="http://schemas.openxmlformats.org/officeDocument/2006/relationships/tags" Target="../tags/tag119.xml"/><Relationship Id="rId16" Type="http://schemas.openxmlformats.org/officeDocument/2006/relationships/image" Target="../media/image3.emf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5" Type="http://schemas.openxmlformats.org/officeDocument/2006/relationships/tags" Target="../tags/tag122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127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image" Target="../media/image4.emf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notesSlide" Target="../notesSlides/notesSlide13.xml"/><Relationship Id="rId5" Type="http://schemas.openxmlformats.org/officeDocument/2006/relationships/tags" Target="../tags/tag13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34.xml"/><Relationship Id="rId9" Type="http://schemas.openxmlformats.org/officeDocument/2006/relationships/tags" Target="../tags/tag1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7" Type="http://schemas.openxmlformats.org/officeDocument/2006/relationships/image" Target="../media/image4.emf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362200"/>
            <a:ext cx="8229600" cy="152400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Data Hazards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/>
              <a:t>Boone Severson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Lecture notes based in part on slides created by Joshua San Miguel, </a:t>
            </a:r>
            <a:r>
              <a:rPr lang="en-US" dirty="0" err="1"/>
              <a:t>Mikko</a:t>
            </a:r>
            <a:r>
              <a:rPr lang="en-US" dirty="0"/>
              <a:t> </a:t>
            </a:r>
            <a:r>
              <a:rPr lang="en-US" dirty="0" err="1"/>
              <a:t>Lipasti</a:t>
            </a:r>
            <a:r>
              <a:rPr lang="en-US" dirty="0"/>
              <a:t>, Mark Hill and John Shen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28385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82CA-0995-9D5F-8DDD-65352DAD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/>
            <a:fld id="{35B60D93-CC8C-4BE3-8466-59E10CB9DAB3}" type="slidenum">
              <a:rPr lang="en-US" altLang="en-US" smtClean="0"/>
              <a:pPr lvl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7" name="Picture 6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ADCBB755-56E1-9571-F41D-4860D393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94082"/>
            <a:ext cx="7772400" cy="4362268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F30FA8AA-A019-3FCB-9ED5-7C05FDEDDD02}"/>
              </a:ext>
            </a:extLst>
          </p:cNvPr>
          <p:cNvSpPr/>
          <p:nvPr/>
        </p:nvSpPr>
        <p:spPr>
          <a:xfrm rot="16200000">
            <a:off x="1083821" y="800100"/>
            <a:ext cx="304800" cy="1295400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ED89F5B-D9BE-751D-F0D4-FB695FBAA7A9}"/>
              </a:ext>
            </a:extLst>
          </p:cNvPr>
          <p:cNvSpPr/>
          <p:nvPr/>
        </p:nvSpPr>
        <p:spPr>
          <a:xfrm rot="16200000">
            <a:off x="2819399" y="609601"/>
            <a:ext cx="304800" cy="1676398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6D40C44-CCBE-6130-69B5-0668194D8332}"/>
              </a:ext>
            </a:extLst>
          </p:cNvPr>
          <p:cNvSpPr/>
          <p:nvPr/>
        </p:nvSpPr>
        <p:spPr>
          <a:xfrm rot="16200000">
            <a:off x="4766147" y="609600"/>
            <a:ext cx="304800" cy="1676398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97C0E77-DC5B-6CB9-E14F-258AE018F9C1}"/>
              </a:ext>
            </a:extLst>
          </p:cNvPr>
          <p:cNvSpPr/>
          <p:nvPr/>
        </p:nvSpPr>
        <p:spPr>
          <a:xfrm rot="16200000">
            <a:off x="6446195" y="876300"/>
            <a:ext cx="304800" cy="1142998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BA38156-1104-7B58-1193-A177DF046B4A}"/>
              </a:ext>
            </a:extLst>
          </p:cNvPr>
          <p:cNvSpPr/>
          <p:nvPr/>
        </p:nvSpPr>
        <p:spPr>
          <a:xfrm rot="16200000">
            <a:off x="7829550" y="971549"/>
            <a:ext cx="304800" cy="952500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41EFF-A0BC-D9E7-B9F7-47D0588C63F7}"/>
              </a:ext>
            </a:extLst>
          </p:cNvPr>
          <p:cNvSpPr txBox="1"/>
          <p:nvPr/>
        </p:nvSpPr>
        <p:spPr>
          <a:xfrm>
            <a:off x="609600" y="6858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FETCH             DECODE              EXECUTE              MEM              WB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B4E53F-F4D9-634B-DEF4-2874A35DEB59}"/>
              </a:ext>
            </a:extLst>
          </p:cNvPr>
          <p:cNvSpPr/>
          <p:nvPr/>
        </p:nvSpPr>
        <p:spPr>
          <a:xfrm>
            <a:off x="1828801" y="3023682"/>
            <a:ext cx="228600" cy="24627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243FC-9F77-FCB6-E2DF-1BA8B8681C5D}"/>
              </a:ext>
            </a:extLst>
          </p:cNvPr>
          <p:cNvSpPr/>
          <p:nvPr/>
        </p:nvSpPr>
        <p:spPr>
          <a:xfrm>
            <a:off x="3840802" y="3023682"/>
            <a:ext cx="228600" cy="24627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6CC510-FAD3-1921-CE9D-5D4922F06B29}"/>
              </a:ext>
            </a:extLst>
          </p:cNvPr>
          <p:cNvSpPr/>
          <p:nvPr/>
        </p:nvSpPr>
        <p:spPr>
          <a:xfrm>
            <a:off x="5821194" y="3023682"/>
            <a:ext cx="228600" cy="24627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4E1E8-CFC8-0F31-0F55-F4F1B27020DC}"/>
              </a:ext>
            </a:extLst>
          </p:cNvPr>
          <p:cNvSpPr/>
          <p:nvPr/>
        </p:nvSpPr>
        <p:spPr>
          <a:xfrm>
            <a:off x="7200899" y="3023682"/>
            <a:ext cx="228600" cy="246271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15E33-D695-B3DC-D517-A312F97382D9}"/>
              </a:ext>
            </a:extLst>
          </p:cNvPr>
          <p:cNvSpPr txBox="1"/>
          <p:nvPr/>
        </p:nvSpPr>
        <p:spPr>
          <a:xfrm>
            <a:off x="2418609" y="6307378"/>
            <a:ext cx="46923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Precise Naming: Stage vs Pipeline Register </a:t>
            </a:r>
          </a:p>
        </p:txBody>
      </p:sp>
    </p:spTree>
    <p:extLst>
      <p:ext uri="{BB962C8B-B14F-4D97-AF65-F5344CB8AC3E}">
        <p14:creationId xmlns:p14="http://schemas.microsoft.com/office/powerpoint/2010/main" val="10673410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AFCD5-0BD2-9056-A755-7975B729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/>
            <a:fld id="{35B60D93-CC8C-4BE3-8466-59E10CB9DAB3}" type="slidenum">
              <a:rPr lang="en-US" altLang="en-US" smtClean="0"/>
              <a:pPr lvl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BDBDEE0-ADDE-4A23-F705-7A415A8020A3}"/>
              </a:ext>
            </a:extLst>
          </p:cNvPr>
          <p:cNvSpPr/>
          <p:nvPr/>
        </p:nvSpPr>
        <p:spPr>
          <a:xfrm rot="16200000">
            <a:off x="1629766" y="1378120"/>
            <a:ext cx="304800" cy="1676398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09D037F-0999-7C0F-FC81-B98DE18E8263}"/>
              </a:ext>
            </a:extLst>
          </p:cNvPr>
          <p:cNvSpPr/>
          <p:nvPr/>
        </p:nvSpPr>
        <p:spPr>
          <a:xfrm rot="16200000">
            <a:off x="3477614" y="1564858"/>
            <a:ext cx="304800" cy="1269922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C6F09-48EC-475F-4269-1C84128549E8}"/>
              </a:ext>
            </a:extLst>
          </p:cNvPr>
          <p:cNvSpPr txBox="1"/>
          <p:nvPr/>
        </p:nvSpPr>
        <p:spPr>
          <a:xfrm>
            <a:off x="1066800" y="1657291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Decode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8BB80-02CA-196C-7087-35D8E38F889D}"/>
              </a:ext>
            </a:extLst>
          </p:cNvPr>
          <p:cNvSpPr/>
          <p:nvPr/>
        </p:nvSpPr>
        <p:spPr>
          <a:xfrm>
            <a:off x="2744821" y="2828955"/>
            <a:ext cx="228600" cy="128584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dirty="0"/>
              <a:t>ID/EX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AC24BE7-995F-59F2-4003-F1B4D3793837}"/>
              </a:ext>
            </a:extLst>
          </p:cNvPr>
          <p:cNvSpPr/>
          <p:nvPr/>
        </p:nvSpPr>
        <p:spPr>
          <a:xfrm>
            <a:off x="1066800" y="2286000"/>
            <a:ext cx="457200" cy="6858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0BE23E-5340-68E0-ED6D-83E549A5761B}"/>
              </a:ext>
            </a:extLst>
          </p:cNvPr>
          <p:cNvSpPr txBox="1"/>
          <p:nvPr/>
        </p:nvSpPr>
        <p:spPr>
          <a:xfrm>
            <a:off x="1007498" y="2490555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714AB0A4-6DF1-4372-DC89-CFC2EB027C8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Lifecycle of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MemtoReg</a:t>
            </a:r>
            <a:endParaRPr lang="en-US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B1D942-7020-BC00-0E7A-892CC29668A7}"/>
              </a:ext>
            </a:extLst>
          </p:cNvPr>
          <p:cNvSpPr/>
          <p:nvPr/>
        </p:nvSpPr>
        <p:spPr>
          <a:xfrm>
            <a:off x="2743200" y="2428845"/>
            <a:ext cx="22860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WB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80E1E1-503D-BBDB-9B47-40BAFFB773AE}"/>
              </a:ext>
            </a:extLst>
          </p:cNvPr>
          <p:cNvCxnSpPr>
            <a:stCxn id="16" idx="6"/>
            <a:endCxn id="22" idx="1"/>
          </p:cNvCxnSpPr>
          <p:nvPr/>
        </p:nvCxnSpPr>
        <p:spPr>
          <a:xfrm>
            <a:off x="1524000" y="2628900"/>
            <a:ext cx="121920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ABF9AB-8401-CF7B-EFF7-AC0A9C564377}"/>
              </a:ext>
            </a:extLst>
          </p:cNvPr>
          <p:cNvSpPr txBox="1"/>
          <p:nvPr/>
        </p:nvSpPr>
        <p:spPr>
          <a:xfrm>
            <a:off x="1609464" y="2399460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MemtoReg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67DEE9-6947-EDED-72B0-6F8458ED0DA9}"/>
              </a:ext>
            </a:extLst>
          </p:cNvPr>
          <p:cNvSpPr txBox="1"/>
          <p:nvPr/>
        </p:nvSpPr>
        <p:spPr>
          <a:xfrm>
            <a:off x="2973086" y="23826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ID/</a:t>
            </a:r>
            <a:r>
              <a:rPr lang="en-US" dirty="0" err="1"/>
              <a:t>EX.MemtoReg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B099F5-8003-5A72-8B67-701136FB6DCC}"/>
              </a:ext>
            </a:extLst>
          </p:cNvPr>
          <p:cNvCxnSpPr>
            <a:cxnSpLocks/>
            <a:stCxn id="22" idx="3"/>
            <a:endCxn id="31" idx="1"/>
          </p:cNvCxnSpPr>
          <p:nvPr/>
        </p:nvCxnSpPr>
        <p:spPr>
          <a:xfrm>
            <a:off x="2971800" y="2628900"/>
            <a:ext cx="131445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975F2E5-EF75-5941-7B99-D8D5C03B2DA1}"/>
              </a:ext>
            </a:extLst>
          </p:cNvPr>
          <p:cNvSpPr/>
          <p:nvPr/>
        </p:nvSpPr>
        <p:spPr>
          <a:xfrm>
            <a:off x="4286250" y="2428845"/>
            <a:ext cx="22860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WB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29B9D9-B6D4-5168-FD92-B05C381287DD}"/>
              </a:ext>
            </a:extLst>
          </p:cNvPr>
          <p:cNvSpPr txBox="1"/>
          <p:nvPr/>
        </p:nvSpPr>
        <p:spPr>
          <a:xfrm>
            <a:off x="2969575" y="1665886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Execute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197993-0EE0-A3DC-6640-2B24CC12E4C1}"/>
              </a:ext>
            </a:extLst>
          </p:cNvPr>
          <p:cNvSpPr txBox="1"/>
          <p:nvPr/>
        </p:nvSpPr>
        <p:spPr>
          <a:xfrm>
            <a:off x="4522554" y="2381508"/>
            <a:ext cx="13067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EX/</a:t>
            </a:r>
            <a:r>
              <a:rPr lang="en-US" dirty="0" err="1"/>
              <a:t>MEM.MemtoReg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E9328BB-10D7-0C0C-9A0A-3FBDB8DEE7C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521268" y="2627729"/>
            <a:ext cx="131445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F1A8F08-43BE-C19C-7D6F-2A429223DC61}"/>
              </a:ext>
            </a:extLst>
          </p:cNvPr>
          <p:cNvSpPr/>
          <p:nvPr/>
        </p:nvSpPr>
        <p:spPr>
          <a:xfrm>
            <a:off x="5835718" y="2427674"/>
            <a:ext cx="22860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WB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059E31-A8B3-BC9A-1481-60D6BC60B428}"/>
              </a:ext>
            </a:extLst>
          </p:cNvPr>
          <p:cNvSpPr/>
          <p:nvPr/>
        </p:nvSpPr>
        <p:spPr>
          <a:xfrm>
            <a:off x="4286250" y="2828955"/>
            <a:ext cx="228600" cy="128583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dirty="0"/>
              <a:t>EX/MEM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5576DB-CDF0-4654-8458-E7C1C430AA0E}"/>
              </a:ext>
            </a:extLst>
          </p:cNvPr>
          <p:cNvSpPr/>
          <p:nvPr/>
        </p:nvSpPr>
        <p:spPr>
          <a:xfrm>
            <a:off x="5835718" y="2827784"/>
            <a:ext cx="228600" cy="12858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dirty="0"/>
              <a:t>MEM/WB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CF94B3-7C61-7D25-31D0-9288CBB4DAC9}"/>
              </a:ext>
            </a:extLst>
          </p:cNvPr>
          <p:cNvSpPr txBox="1"/>
          <p:nvPr/>
        </p:nvSpPr>
        <p:spPr>
          <a:xfrm>
            <a:off x="6090485" y="2400546"/>
            <a:ext cx="13420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MEM/</a:t>
            </a:r>
            <a:r>
              <a:rPr lang="en-US" dirty="0" err="1"/>
              <a:t>WB.MemtoReg</a:t>
            </a: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671B80-83CF-F776-02AD-C6FBE19DEFDD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6064318" y="2627729"/>
            <a:ext cx="186048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rminator 45">
            <a:extLst>
              <a:ext uri="{FF2B5EF4-FFF2-40B4-BE49-F238E27FC236}">
                <a16:creationId xmlns:a16="http://schemas.microsoft.com/office/drawing/2014/main" id="{9E650214-6374-722C-EA9D-653AE962FE43}"/>
              </a:ext>
            </a:extLst>
          </p:cNvPr>
          <p:cNvSpPr/>
          <p:nvPr/>
        </p:nvSpPr>
        <p:spPr>
          <a:xfrm>
            <a:off x="7801586" y="3657600"/>
            <a:ext cx="228600" cy="533400"/>
          </a:xfrm>
          <a:prstGeom prst="flowChartTerminator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B625A0C-5185-5CD2-A242-399FCF0DA139}"/>
              </a:ext>
            </a:extLst>
          </p:cNvPr>
          <p:cNvCxnSpPr>
            <a:endCxn id="46" idx="0"/>
          </p:cNvCxnSpPr>
          <p:nvPr/>
        </p:nvCxnSpPr>
        <p:spPr>
          <a:xfrm flipH="1">
            <a:off x="7915886" y="2627729"/>
            <a:ext cx="8914" cy="10298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86297A9-1D79-1F9B-C063-A6138BB90254}"/>
              </a:ext>
            </a:extLst>
          </p:cNvPr>
          <p:cNvSpPr txBox="1"/>
          <p:nvPr/>
        </p:nvSpPr>
        <p:spPr>
          <a:xfrm>
            <a:off x="7775560" y="3657600"/>
            <a:ext cx="2984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X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87F89FE-CB34-FFBD-418E-EF39F28A3055}"/>
              </a:ext>
            </a:extLst>
          </p:cNvPr>
          <p:cNvGrpSpPr/>
          <p:nvPr/>
        </p:nvGrpSpPr>
        <p:grpSpPr>
          <a:xfrm>
            <a:off x="977225" y="5334000"/>
            <a:ext cx="1049902" cy="1415784"/>
            <a:chOff x="1007498" y="5305691"/>
            <a:chExt cx="1049902" cy="141578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8187485-015D-C3D6-62A6-268D7AA9F3DD}"/>
                </a:ext>
              </a:extLst>
            </p:cNvPr>
            <p:cNvSpPr/>
            <p:nvPr/>
          </p:nvSpPr>
          <p:spPr>
            <a:xfrm>
              <a:off x="1181096" y="5305691"/>
              <a:ext cx="723903" cy="1267020"/>
            </a:xfrm>
            <a:prstGeom prst="rect">
              <a:avLst/>
            </a:prstGeom>
            <a:solidFill>
              <a:schemeClr val="accent6">
                <a:lumMod val="75000"/>
                <a:alpha val="1889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9ABD577-0311-6DA6-3993-2C89639C2583}"/>
                </a:ext>
              </a:extLst>
            </p:cNvPr>
            <p:cNvSpPr/>
            <p:nvPr/>
          </p:nvSpPr>
          <p:spPr>
            <a:xfrm>
              <a:off x="1401795" y="5458090"/>
              <a:ext cx="244409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E53FEB7-B526-B907-6277-7B77BC95CE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795" y="5762890"/>
              <a:ext cx="76200" cy="76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40DCF23-2F73-2B17-D97E-325EAE5ED9EC}"/>
                </a:ext>
              </a:extLst>
            </p:cNvPr>
            <p:cNvCxnSpPr>
              <a:cxnSpLocks/>
            </p:cNvCxnSpPr>
            <p:nvPr/>
          </p:nvCxnSpPr>
          <p:spPr>
            <a:xfrm>
              <a:off x="1401795" y="5680340"/>
              <a:ext cx="76200" cy="76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AC158FC-4CC4-62CF-D977-F3A1B629B9F2}"/>
                </a:ext>
              </a:extLst>
            </p:cNvPr>
            <p:cNvCxnSpPr>
              <a:cxnSpLocks/>
            </p:cNvCxnSpPr>
            <p:nvPr/>
          </p:nvCxnSpPr>
          <p:spPr>
            <a:xfrm>
              <a:off x="1007498" y="5534290"/>
              <a:ext cx="39429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F7E498-D87A-A46C-BC13-B5C580C1A173}"/>
                </a:ext>
              </a:extLst>
            </p:cNvPr>
            <p:cNvCxnSpPr>
              <a:cxnSpLocks/>
            </p:cNvCxnSpPr>
            <p:nvPr/>
          </p:nvCxnSpPr>
          <p:spPr>
            <a:xfrm>
              <a:off x="1646204" y="5531115"/>
              <a:ext cx="4111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EBA030E-7DA9-B997-DE4D-B73590C6B786}"/>
                </a:ext>
              </a:extLst>
            </p:cNvPr>
            <p:cNvCxnSpPr/>
            <p:nvPr/>
          </p:nvCxnSpPr>
          <p:spPr>
            <a:xfrm flipH="1">
              <a:off x="1295400" y="5762890"/>
              <a:ext cx="10639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F96F5BD-BD84-9118-213C-4F32AEA8D75C}"/>
                </a:ext>
              </a:extLst>
            </p:cNvPr>
            <p:cNvCxnSpPr/>
            <p:nvPr/>
          </p:nvCxnSpPr>
          <p:spPr>
            <a:xfrm>
              <a:off x="1295400" y="5762890"/>
              <a:ext cx="0" cy="9585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DA9D0924-8103-1549-008B-8575057ACF18}"/>
              </a:ext>
            </a:extLst>
          </p:cNvPr>
          <p:cNvSpPr txBox="1"/>
          <p:nvPr/>
        </p:nvSpPr>
        <p:spPr>
          <a:xfrm>
            <a:off x="215478" y="5428433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MemtoReg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82EA89-A771-CC2D-2F03-3C5207D6FC86}"/>
              </a:ext>
            </a:extLst>
          </p:cNvPr>
          <p:cNvSpPr txBox="1"/>
          <p:nvPr/>
        </p:nvSpPr>
        <p:spPr>
          <a:xfrm>
            <a:off x="1987350" y="5422632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ID/</a:t>
            </a:r>
            <a:r>
              <a:rPr lang="en-US" dirty="0" err="1"/>
              <a:t>EX.MemtoReg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E7599F-D6A1-36E5-54F1-1AE3BF092435}"/>
              </a:ext>
            </a:extLst>
          </p:cNvPr>
          <p:cNvSpPr txBox="1"/>
          <p:nvPr/>
        </p:nvSpPr>
        <p:spPr>
          <a:xfrm>
            <a:off x="1131774" y="5092052"/>
            <a:ext cx="723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ID/EX</a:t>
            </a:r>
          </a:p>
        </p:txBody>
      </p:sp>
      <p:sp>
        <p:nvSpPr>
          <p:cNvPr id="91" name="Down Arrow 90">
            <a:extLst>
              <a:ext uri="{FF2B5EF4-FFF2-40B4-BE49-F238E27FC236}">
                <a16:creationId xmlns:a16="http://schemas.microsoft.com/office/drawing/2014/main" id="{56C47D3A-D643-25CB-14D9-E1D5EFA668D9}"/>
              </a:ext>
            </a:extLst>
          </p:cNvPr>
          <p:cNvSpPr/>
          <p:nvPr/>
        </p:nvSpPr>
        <p:spPr>
          <a:xfrm rot="1409205">
            <a:off x="1837139" y="2657378"/>
            <a:ext cx="574073" cy="2448446"/>
          </a:xfrm>
          <a:prstGeom prst="downArrow">
            <a:avLst>
              <a:gd name="adj1" fmla="val 25406"/>
              <a:gd name="adj2" fmla="val 85925"/>
            </a:avLst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2" name="Right Brace 91">
            <a:extLst>
              <a:ext uri="{FF2B5EF4-FFF2-40B4-BE49-F238E27FC236}">
                <a16:creationId xmlns:a16="http://schemas.microsoft.com/office/drawing/2014/main" id="{2335E125-66BF-DD05-7CE2-2BF34D3F7B09}"/>
              </a:ext>
            </a:extLst>
          </p:cNvPr>
          <p:cNvSpPr/>
          <p:nvPr/>
        </p:nvSpPr>
        <p:spPr>
          <a:xfrm rot="16200000">
            <a:off x="5003839" y="1575372"/>
            <a:ext cx="304800" cy="1269922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C70458-66CC-218C-D497-9287556DBF50}"/>
              </a:ext>
            </a:extLst>
          </p:cNvPr>
          <p:cNvSpPr txBox="1"/>
          <p:nvPr/>
        </p:nvSpPr>
        <p:spPr>
          <a:xfrm>
            <a:off x="4495800" y="1676400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Mem   </a:t>
            </a:r>
          </a:p>
        </p:txBody>
      </p:sp>
      <p:sp>
        <p:nvSpPr>
          <p:cNvPr id="94" name="Right Brace 93">
            <a:extLst>
              <a:ext uri="{FF2B5EF4-FFF2-40B4-BE49-F238E27FC236}">
                <a16:creationId xmlns:a16="http://schemas.microsoft.com/office/drawing/2014/main" id="{41A58726-926F-77C3-33DE-0A21A48E1D81}"/>
              </a:ext>
            </a:extLst>
          </p:cNvPr>
          <p:cNvSpPr/>
          <p:nvPr/>
        </p:nvSpPr>
        <p:spPr>
          <a:xfrm rot="16200000">
            <a:off x="6572579" y="1575372"/>
            <a:ext cx="304800" cy="1269922"/>
          </a:xfrm>
          <a:prstGeom prst="rightBrace">
            <a:avLst>
              <a:gd name="adj1" fmla="val 74290"/>
              <a:gd name="adj2" fmla="val 5000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6A0ADC1-7DAB-756D-EAA2-69569ACF15BA}"/>
              </a:ext>
            </a:extLst>
          </p:cNvPr>
          <p:cNvSpPr txBox="1"/>
          <p:nvPr/>
        </p:nvSpPr>
        <p:spPr>
          <a:xfrm>
            <a:off x="6064540" y="1676400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WriteBack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80810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492E841-F6B3-4B4A-A8F2-94C0016ECD7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600200"/>
            <a:ext cx="84582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RAW register data dependence:</a:t>
            </a:r>
          </a:p>
          <a:p>
            <a:pPr lvl="1"/>
            <a:r>
              <a:rPr lang="en-US" altLang="en-US" sz="2400" dirty="0"/>
              <a:t>Hazard: when sub is reading [$1] in ID stage, add is still in EX stage and has not written the new value of [$1] to the register file yet</a:t>
            </a:r>
          </a:p>
        </p:txBody>
      </p:sp>
      <p:sp>
        <p:nvSpPr>
          <p:cNvPr id="4506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Pipeline Data Hazards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3657600"/>
            <a:ext cx="7772400" cy="2133600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/>
              <a:t>add $1, $2, $3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8782E18-9ABC-41E9-BAD3-86F8EB4EABA0}" type="slidenum">
              <a:rPr lang="en-US" altLang="en-US"/>
              <a:pPr lvl="1" eaLnBrk="1" hangingPunct="1"/>
              <a:t>4</a:t>
            </a:fld>
            <a:endParaRPr lang="en-US" altLang="en-US"/>
          </a:p>
        </p:txBody>
      </p:sp>
      <p:sp>
        <p:nvSpPr>
          <p:cNvPr id="45059" name="Line 6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057400" y="3886200"/>
            <a:ext cx="6858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B65E4BC6-C7A0-AFEA-5CB0-754376AC3EAC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685834460"/>
              </p:ext>
            </p:extLst>
          </p:nvPr>
        </p:nvGraphicFramePr>
        <p:xfrm>
          <a:off x="2971800" y="4592465"/>
          <a:ext cx="5638803" cy="1249626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Line 67">
            <a:extLst>
              <a:ext uri="{FF2B5EF4-FFF2-40B4-BE49-F238E27FC236}">
                <a16:creationId xmlns:a16="http://schemas.microsoft.com/office/drawing/2014/main" id="{B29A010F-53E0-5D46-454F-FC29B67D501F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5410200" y="5257800"/>
            <a:ext cx="762000" cy="231303"/>
          </a:xfrm>
          <a:prstGeom prst="line">
            <a:avLst/>
          </a:prstGeom>
          <a:noFill/>
          <a:ln w="76200">
            <a:solidFill>
              <a:schemeClr val="accent6">
                <a:lumMod val="75000"/>
              </a:schemeClr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89894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D492E841-F6B3-4B4A-A8F2-94C0016ECD7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1600200"/>
            <a:ext cx="84582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RAW register data dependence:</a:t>
            </a:r>
          </a:p>
          <a:p>
            <a:pPr lvl="1"/>
            <a:r>
              <a:rPr lang="en-US" altLang="en-US" sz="2400" dirty="0"/>
              <a:t>Hazard: when sub is reading [$1] in ID stage, add is still in EX stage and has not written the new value of [$1] to the register file yet</a:t>
            </a:r>
          </a:p>
        </p:txBody>
      </p:sp>
      <p:sp>
        <p:nvSpPr>
          <p:cNvPr id="45062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Pipeline Data Hazards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682625" y="3657600"/>
            <a:ext cx="7772400" cy="2133600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/>
              <a:t>add $1, $2, $3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$6, 0($7)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8782E18-9ABC-41E9-BAD3-86F8EB4EABA0}" type="slidenum">
              <a:rPr lang="en-US" altLang="en-US"/>
              <a:pPr lvl="1" eaLnBrk="1" hangingPunct="1"/>
              <a:t>5</a:t>
            </a:fld>
            <a:endParaRPr lang="en-US" altLang="en-US"/>
          </a:p>
        </p:txBody>
      </p:sp>
      <p:sp>
        <p:nvSpPr>
          <p:cNvPr id="45059" name="Line 6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057400" y="3886200"/>
            <a:ext cx="6858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9C044C7D-DE79-9862-F40C-66A9B3FCCA5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618850162"/>
              </p:ext>
            </p:extLst>
          </p:nvPr>
        </p:nvGraphicFramePr>
        <p:xfrm>
          <a:off x="2971800" y="4592465"/>
          <a:ext cx="5638803" cy="1615368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899613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125" name="Line 6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400800" y="5181600"/>
            <a:ext cx="76199" cy="380999"/>
          </a:xfrm>
          <a:prstGeom prst="line">
            <a:avLst/>
          </a:prstGeom>
          <a:noFill/>
          <a:ln w="76200">
            <a:solidFill>
              <a:schemeClr val="accent6">
                <a:lumMod val="75000"/>
              </a:schemeClr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83036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RF Bypassing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786D29-EA36-4919-AB57-5D34846C2E5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add $1, $2, $3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…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…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10" name="Line 66">
            <a:extLst>
              <a:ext uri="{FF2B5EF4-FFF2-40B4-BE49-F238E27FC236}">
                <a16:creationId xmlns:a16="http://schemas.microsoft.com/office/drawing/2014/main" id="{A2D3606C-6E8D-4530-AC1C-02EDD60B4D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676400" y="5347969"/>
            <a:ext cx="606425" cy="1052831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C0B13A61-F505-4DFA-8029-821FFB7FD25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093038533"/>
              </p:ext>
            </p:extLst>
          </p:nvPr>
        </p:nvGraphicFramePr>
        <p:xfrm>
          <a:off x="2822575" y="4883989"/>
          <a:ext cx="5638803" cy="1981110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884913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17014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Line 66">
            <a:extLst>
              <a:ext uri="{FF2B5EF4-FFF2-40B4-BE49-F238E27FC236}">
                <a16:creationId xmlns:a16="http://schemas.microsoft.com/office/drawing/2014/main" id="{264D54A0-BA7C-4188-A78B-5706CC17D509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867400" y="5486400"/>
            <a:ext cx="0" cy="1066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533400" y="2438400"/>
            <a:ext cx="0" cy="21336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8229600" y="2788920"/>
            <a:ext cx="0" cy="18288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flipH="1">
            <a:off x="533400" y="4572000"/>
            <a:ext cx="7696200" cy="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flipH="1">
            <a:off x="1310640" y="2438400"/>
            <a:ext cx="731520" cy="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1EF285-D5A3-265C-5B18-8DBC3D32CB5F}"/>
              </a:ext>
            </a:extLst>
          </p:cNvPr>
          <p:cNvCxnSpPr>
            <a:cxnSpLocks/>
          </p:cNvCxnSpPr>
          <p:nvPr/>
        </p:nvCxnSpPr>
        <p:spPr>
          <a:xfrm flipH="1">
            <a:off x="868680" y="1783080"/>
            <a:ext cx="1188720" cy="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D91473-ACEC-FB46-5F80-48014D495F3B}"/>
              </a:ext>
            </a:extLst>
          </p:cNvPr>
          <p:cNvCxnSpPr>
            <a:cxnSpLocks/>
          </p:cNvCxnSpPr>
          <p:nvPr/>
        </p:nvCxnSpPr>
        <p:spPr>
          <a:xfrm>
            <a:off x="1325880" y="1783080"/>
            <a:ext cx="0" cy="64008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910CA1-72D6-D269-706D-E493A0DEEFCA}"/>
              </a:ext>
            </a:extLst>
          </p:cNvPr>
          <p:cNvCxnSpPr>
            <a:cxnSpLocks/>
          </p:cNvCxnSpPr>
          <p:nvPr/>
        </p:nvCxnSpPr>
        <p:spPr>
          <a:xfrm>
            <a:off x="838200" y="1798320"/>
            <a:ext cx="0" cy="64008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B01E23-AA02-D39D-1A45-451F48BE216F}"/>
              </a:ext>
            </a:extLst>
          </p:cNvPr>
          <p:cNvSpPr/>
          <p:nvPr/>
        </p:nvSpPr>
        <p:spPr>
          <a:xfrm>
            <a:off x="990600" y="1600200"/>
            <a:ext cx="152399" cy="3047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6CA48A-9CD2-E88E-E5A0-6DB247133D54}"/>
              </a:ext>
            </a:extLst>
          </p:cNvPr>
          <p:cNvCxnSpPr>
            <a:cxnSpLocks/>
          </p:cNvCxnSpPr>
          <p:nvPr/>
        </p:nvCxnSpPr>
        <p:spPr>
          <a:xfrm rot="5400000">
            <a:off x="701040" y="2301240"/>
            <a:ext cx="0" cy="27432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806923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RF Bypassing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786D29-EA36-4919-AB57-5D34846C2E5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add $1, $2, $3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…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…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10" name="Line 66">
            <a:extLst>
              <a:ext uri="{FF2B5EF4-FFF2-40B4-BE49-F238E27FC236}">
                <a16:creationId xmlns:a16="http://schemas.microsoft.com/office/drawing/2014/main" id="{A2D3606C-6E8D-4530-AC1C-02EDD60B4D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676400" y="5347969"/>
            <a:ext cx="606425" cy="1052831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C0B13A61-F505-4DFA-8029-821FFB7FD25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93767316"/>
              </p:ext>
            </p:extLst>
          </p:nvPr>
        </p:nvGraphicFramePr>
        <p:xfrm>
          <a:off x="2822575" y="4883989"/>
          <a:ext cx="5638803" cy="1981110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884913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17014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Line 66">
            <a:extLst>
              <a:ext uri="{FF2B5EF4-FFF2-40B4-BE49-F238E27FC236}">
                <a16:creationId xmlns:a16="http://schemas.microsoft.com/office/drawing/2014/main" id="{264D54A0-BA7C-4188-A78B-5706CC17D509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867400" y="5486400"/>
            <a:ext cx="0" cy="1066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533400" y="2438400"/>
            <a:ext cx="0" cy="21336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8229600" y="2788920"/>
            <a:ext cx="0" cy="18288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flipH="1">
            <a:off x="533400" y="4572000"/>
            <a:ext cx="7696200" cy="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flipH="1">
            <a:off x="502920" y="2438400"/>
            <a:ext cx="1554480" cy="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1EF285-D5A3-265C-5B18-8DBC3D32CB5F}"/>
              </a:ext>
            </a:extLst>
          </p:cNvPr>
          <p:cNvCxnSpPr>
            <a:cxnSpLocks/>
          </p:cNvCxnSpPr>
          <p:nvPr/>
        </p:nvCxnSpPr>
        <p:spPr>
          <a:xfrm flipH="1">
            <a:off x="868680" y="1783080"/>
            <a:ext cx="1188720" cy="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D91473-ACEC-FB46-5F80-48014D495F3B}"/>
              </a:ext>
            </a:extLst>
          </p:cNvPr>
          <p:cNvCxnSpPr>
            <a:cxnSpLocks/>
          </p:cNvCxnSpPr>
          <p:nvPr/>
        </p:nvCxnSpPr>
        <p:spPr>
          <a:xfrm>
            <a:off x="1325880" y="1783080"/>
            <a:ext cx="0" cy="64008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910CA1-72D6-D269-706D-E493A0DEEFCA}"/>
              </a:ext>
            </a:extLst>
          </p:cNvPr>
          <p:cNvCxnSpPr>
            <a:cxnSpLocks/>
          </p:cNvCxnSpPr>
          <p:nvPr/>
        </p:nvCxnSpPr>
        <p:spPr>
          <a:xfrm>
            <a:off x="838200" y="1798320"/>
            <a:ext cx="0" cy="64008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B01E23-AA02-D39D-1A45-451F48BE216F}"/>
              </a:ext>
            </a:extLst>
          </p:cNvPr>
          <p:cNvSpPr/>
          <p:nvPr/>
        </p:nvSpPr>
        <p:spPr>
          <a:xfrm>
            <a:off x="990600" y="1600200"/>
            <a:ext cx="152399" cy="3047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540439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MEM-to-EX Forwarding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786D29-EA36-4919-AB57-5D34846C2E5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add $1, $2, $3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…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10" name="Line 66">
            <a:extLst>
              <a:ext uri="{FF2B5EF4-FFF2-40B4-BE49-F238E27FC236}">
                <a16:creationId xmlns:a16="http://schemas.microsoft.com/office/drawing/2014/main" id="{A2D3606C-6E8D-4530-AC1C-02EDD60B4D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679575" y="5302250"/>
            <a:ext cx="682625" cy="691466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C0B13A61-F505-4DFA-8029-821FFB7FD25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12655259"/>
              </p:ext>
            </p:extLst>
          </p:nvPr>
        </p:nvGraphicFramePr>
        <p:xfrm>
          <a:off x="2822575" y="4883989"/>
          <a:ext cx="5638803" cy="1615368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884913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Line 66">
            <a:extLst>
              <a:ext uri="{FF2B5EF4-FFF2-40B4-BE49-F238E27FC236}">
                <a16:creationId xmlns:a16="http://schemas.microsoft.com/office/drawing/2014/main" id="{264D54A0-BA7C-4188-A78B-5706CC17D509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867400" y="5486400"/>
            <a:ext cx="0" cy="685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2743200" y="1798320"/>
            <a:ext cx="0" cy="283464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8229600" y="2788920"/>
            <a:ext cx="0" cy="18288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rot="5400000">
            <a:off x="5486400" y="1828800"/>
            <a:ext cx="0" cy="54864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E23FED-6576-42F9-BE5F-143F50FA4BAA}"/>
              </a:ext>
            </a:extLst>
          </p:cNvPr>
          <p:cNvCxnSpPr>
            <a:cxnSpLocks/>
          </p:cNvCxnSpPr>
          <p:nvPr/>
        </p:nvCxnSpPr>
        <p:spPr>
          <a:xfrm rot="5400000">
            <a:off x="2907451" y="15697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44856A-2B61-4366-ADD2-4C87D8F0824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rot="5400000">
            <a:off x="2913723" y="1618328"/>
            <a:ext cx="593974" cy="284173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rot="5400000">
            <a:off x="2921079" y="24841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BC847F-3734-4F81-94BC-A207B827A54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rot="5400000">
            <a:off x="2937787" y="2496163"/>
            <a:ext cx="559474" cy="270545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452669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EX-to-EX Forwarding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786D29-EA36-4919-AB57-5D34846C2E5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add $1, $2, $3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10" name="Line 66">
            <a:extLst>
              <a:ext uri="{FF2B5EF4-FFF2-40B4-BE49-F238E27FC236}">
                <a16:creationId xmlns:a16="http://schemas.microsoft.com/office/drawing/2014/main" id="{A2D3606C-6E8D-4530-AC1C-02EDD60B4D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679575" y="5302250"/>
            <a:ext cx="685800" cy="343739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C0B13A61-F505-4DFA-8029-821FFB7FD25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883645229"/>
              </p:ext>
            </p:extLst>
          </p:nvPr>
        </p:nvGraphicFramePr>
        <p:xfrm>
          <a:off x="2822575" y="4883989"/>
          <a:ext cx="5638803" cy="1249626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add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Line 66">
            <a:extLst>
              <a:ext uri="{FF2B5EF4-FFF2-40B4-BE49-F238E27FC236}">
                <a16:creationId xmlns:a16="http://schemas.microsoft.com/office/drawing/2014/main" id="{264D54A0-BA7C-4188-A78B-5706CC17D509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5440680" y="5530539"/>
            <a:ext cx="6350" cy="271444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2895600" y="1981200"/>
            <a:ext cx="0" cy="246888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5410200" y="2194560"/>
            <a:ext cx="0" cy="22860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rot="5400000">
            <a:off x="4160520" y="3139440"/>
            <a:ext cx="0" cy="256032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E23FED-6576-42F9-BE5F-143F50FA4BAA}"/>
              </a:ext>
            </a:extLst>
          </p:cNvPr>
          <p:cNvCxnSpPr>
            <a:cxnSpLocks/>
          </p:cNvCxnSpPr>
          <p:nvPr/>
        </p:nvCxnSpPr>
        <p:spPr>
          <a:xfrm rot="5400000">
            <a:off x="3003299" y="1894168"/>
            <a:ext cx="0" cy="174064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44856A-2B61-4366-ADD2-4C87D8F0824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rot="5400000">
            <a:off x="2913723" y="1618328"/>
            <a:ext cx="593974" cy="284173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rot="5400000">
            <a:off x="3016927" y="2732368"/>
            <a:ext cx="0" cy="174064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BC847F-3734-4F81-94BC-A207B827A54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rot="5400000">
            <a:off x="2937787" y="2496163"/>
            <a:ext cx="559474" cy="270545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80868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Load-to-Use Stalls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A7BD455-CAD7-4B00-B9F2-F3340A8AF23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2971800" y="1455612"/>
            <a:ext cx="1523998" cy="59397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3F893CB-DF42-44DA-8F49-73159ACF199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$1, 0($2)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23" name="Line 66">
            <a:extLst>
              <a:ext uri="{FF2B5EF4-FFF2-40B4-BE49-F238E27FC236}">
                <a16:creationId xmlns:a16="http://schemas.microsoft.com/office/drawing/2014/main" id="{CEB54310-4640-40DB-B893-63427429D6CB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524001" y="5334001"/>
            <a:ext cx="7620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E29C3379-C66D-4AA3-85C6-CC0F769A3E85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125655509"/>
              </p:ext>
            </p:extLst>
          </p:nvPr>
        </p:nvGraphicFramePr>
        <p:xfrm>
          <a:off x="2822575" y="4883989"/>
          <a:ext cx="5638803" cy="1249626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AC7706FE-B339-0758-4C00-500965E159A3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80902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sub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18506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Load-to-Use Stalls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A7BD455-CAD7-4B00-B9F2-F3340A8AF23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5376331" y="1455612"/>
            <a:ext cx="1523998" cy="59397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3F893CB-DF42-44DA-8F49-73159ACF199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$1, 0($2)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23" name="Line 66">
            <a:extLst>
              <a:ext uri="{FF2B5EF4-FFF2-40B4-BE49-F238E27FC236}">
                <a16:creationId xmlns:a16="http://schemas.microsoft.com/office/drawing/2014/main" id="{CEB54310-4640-40DB-B893-63427429D6CB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524001" y="5334001"/>
            <a:ext cx="7620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E29C3379-C66D-4AA3-85C6-CC0F769A3E85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997126487"/>
              </p:ext>
            </p:extLst>
          </p:nvPr>
        </p:nvGraphicFramePr>
        <p:xfrm>
          <a:off x="2822575" y="4883989"/>
          <a:ext cx="5638803" cy="1615368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nop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844539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6D7EC0CE-DDA2-0FCA-5F4D-D73EA53442C1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71800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nop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0B1906-EFDC-FBDF-D79E-575F15A46166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80902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sub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8875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Load-to-Use Stalls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2743200" y="1798320"/>
            <a:ext cx="0" cy="283464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8229600" y="2788920"/>
            <a:ext cx="0" cy="18288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rot="5400000">
            <a:off x="5486400" y="1828800"/>
            <a:ext cx="0" cy="54864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E23FED-6576-42F9-BE5F-143F50FA4BAA}"/>
              </a:ext>
            </a:extLst>
          </p:cNvPr>
          <p:cNvCxnSpPr>
            <a:cxnSpLocks/>
          </p:cNvCxnSpPr>
          <p:nvPr/>
        </p:nvCxnSpPr>
        <p:spPr>
          <a:xfrm rot="5400000">
            <a:off x="2907451" y="15697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44856A-2B61-4366-ADD2-4C87D8F0824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5400000">
            <a:off x="2913723" y="1618328"/>
            <a:ext cx="593974" cy="284173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rot="5400000">
            <a:off x="2921079" y="24841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BC847F-3734-4F81-94BC-A207B827A54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5400000">
            <a:off x="2937787" y="2496163"/>
            <a:ext cx="559474" cy="270545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A7BD455-CAD7-4B00-B9F2-F3340A8AF23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7"/>
            </p:custDataLst>
          </p:nvPr>
        </p:nvSpPr>
        <p:spPr>
          <a:xfrm>
            <a:off x="5376331" y="1455612"/>
            <a:ext cx="1523998" cy="59397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nop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3F893CB-DF42-44DA-8F49-73159ACF199E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$1, 0($2)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23" name="Line 66">
            <a:extLst>
              <a:ext uri="{FF2B5EF4-FFF2-40B4-BE49-F238E27FC236}">
                <a16:creationId xmlns:a16="http://schemas.microsoft.com/office/drawing/2014/main" id="{CEB54310-4640-40DB-B893-63427429D6C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524001" y="5334001"/>
            <a:ext cx="7620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E29C3379-C66D-4AA3-85C6-CC0F769A3E85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171073009"/>
              </p:ext>
            </p:extLst>
          </p:nvPr>
        </p:nvGraphicFramePr>
        <p:xfrm>
          <a:off x="2822575" y="4883989"/>
          <a:ext cx="5638803" cy="1615368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nop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844539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Line 66">
            <a:extLst>
              <a:ext uri="{FF2B5EF4-FFF2-40B4-BE49-F238E27FC236}">
                <a16:creationId xmlns:a16="http://schemas.microsoft.com/office/drawing/2014/main" id="{F2E1CDDA-2370-42EF-9D40-35F74902BA46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861050" y="5486400"/>
            <a:ext cx="6350" cy="746428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D4042F-F2AC-BE16-0813-3C5B5E58ACEF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971800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sub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3357A-C64A-720C-E202-33F291CCFD22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391401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51351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Load-to-Use Stalls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2743200" y="1798320"/>
            <a:ext cx="0" cy="283464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8229600" y="2788920"/>
            <a:ext cx="0" cy="18288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rot="5400000">
            <a:off x="5486400" y="1828800"/>
            <a:ext cx="0" cy="54864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E23FED-6576-42F9-BE5F-143F50FA4BAA}"/>
              </a:ext>
            </a:extLst>
          </p:cNvPr>
          <p:cNvCxnSpPr>
            <a:cxnSpLocks/>
          </p:cNvCxnSpPr>
          <p:nvPr/>
        </p:nvCxnSpPr>
        <p:spPr>
          <a:xfrm rot="5400000">
            <a:off x="2907451" y="15697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44856A-2B61-4366-ADD2-4C87D8F0824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5400000">
            <a:off x="2913723" y="1618328"/>
            <a:ext cx="593974" cy="284173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rot="5400000">
            <a:off x="2921079" y="24841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BC847F-3734-4F81-94BC-A207B827A54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5400000">
            <a:off x="2937787" y="2496163"/>
            <a:ext cx="559474" cy="270545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A7BD455-CAD7-4B00-B9F2-F3340A8AF23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7"/>
            </p:custDataLst>
          </p:nvPr>
        </p:nvSpPr>
        <p:spPr>
          <a:xfrm>
            <a:off x="5376331" y="1455612"/>
            <a:ext cx="1523998" cy="59397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nop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3F893CB-DF42-44DA-8F49-73159ACF199E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$1, 0($2)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23" name="Line 66">
            <a:extLst>
              <a:ext uri="{FF2B5EF4-FFF2-40B4-BE49-F238E27FC236}">
                <a16:creationId xmlns:a16="http://schemas.microsoft.com/office/drawing/2014/main" id="{CEB54310-4640-40DB-B893-63427429D6C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524001" y="5334001"/>
            <a:ext cx="7620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E29C3379-C66D-4AA3-85C6-CC0F769A3E85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398046653"/>
              </p:ext>
            </p:extLst>
          </p:nvPr>
        </p:nvGraphicFramePr>
        <p:xfrm>
          <a:off x="2822575" y="4883989"/>
          <a:ext cx="5638803" cy="1615368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itchFamily="18" charset="0"/>
                        </a:rPr>
                        <a:t>nop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844539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Line 66">
            <a:extLst>
              <a:ext uri="{FF2B5EF4-FFF2-40B4-BE49-F238E27FC236}">
                <a16:creationId xmlns:a16="http://schemas.microsoft.com/office/drawing/2014/main" id="{F2E1CDDA-2370-42EF-9D40-35F74902BA46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861050" y="5486400"/>
            <a:ext cx="6350" cy="746428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D4042F-F2AC-BE16-0813-3C5B5E58ACEF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971800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sub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3357A-C64A-720C-E202-33F291CCFD22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391401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328089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D1A53-102A-4258-AF29-1E5F7A5F8A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7200" y="1156977"/>
            <a:ext cx="7924799" cy="3491223"/>
          </a:xfrm>
          <a:prstGeom prst="rect">
            <a:avLst/>
          </a:prstGeom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Load-to-Use Stalls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B982DB-3A0F-45E8-802C-A0CC2DB91B14}"/>
              </a:ext>
            </a:extLst>
          </p:cNvPr>
          <p:cNvCxnSpPr>
            <a:cxnSpLocks/>
          </p:cNvCxnSpPr>
          <p:nvPr/>
        </p:nvCxnSpPr>
        <p:spPr>
          <a:xfrm>
            <a:off x="2743200" y="1798320"/>
            <a:ext cx="0" cy="283464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12999E-2DBB-4A17-8144-C2F2CDAFFD97}"/>
              </a:ext>
            </a:extLst>
          </p:cNvPr>
          <p:cNvCxnSpPr>
            <a:cxnSpLocks/>
          </p:cNvCxnSpPr>
          <p:nvPr/>
        </p:nvCxnSpPr>
        <p:spPr>
          <a:xfrm>
            <a:off x="8229600" y="2788920"/>
            <a:ext cx="0" cy="18288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3637C0-7B22-4470-A53D-32D8AC1FC45F}"/>
              </a:ext>
            </a:extLst>
          </p:cNvPr>
          <p:cNvCxnSpPr>
            <a:cxnSpLocks/>
          </p:cNvCxnSpPr>
          <p:nvPr/>
        </p:nvCxnSpPr>
        <p:spPr>
          <a:xfrm rot="5400000">
            <a:off x="5486400" y="1828800"/>
            <a:ext cx="0" cy="548640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E23FED-6576-42F9-BE5F-143F50FA4BAA}"/>
              </a:ext>
            </a:extLst>
          </p:cNvPr>
          <p:cNvCxnSpPr>
            <a:cxnSpLocks/>
          </p:cNvCxnSpPr>
          <p:nvPr/>
        </p:nvCxnSpPr>
        <p:spPr>
          <a:xfrm rot="5400000">
            <a:off x="2907451" y="15697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44856A-2B61-4366-ADD2-4C87D8F0824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5400000">
            <a:off x="2913723" y="1618328"/>
            <a:ext cx="593974" cy="284173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419BC8-DC54-40BE-98B5-9601934B070E}"/>
              </a:ext>
            </a:extLst>
          </p:cNvPr>
          <p:cNvCxnSpPr>
            <a:cxnSpLocks/>
          </p:cNvCxnSpPr>
          <p:nvPr/>
        </p:nvCxnSpPr>
        <p:spPr>
          <a:xfrm rot="5400000">
            <a:off x="2921079" y="2484120"/>
            <a:ext cx="0" cy="365760"/>
          </a:xfrm>
          <a:prstGeom prst="line">
            <a:avLst/>
          </a:prstGeom>
          <a:ln w="57150" cmpd="sng">
            <a:solidFill>
              <a:schemeClr val="accent6">
                <a:lumMod val="75000"/>
              </a:schemeClr>
            </a:solidFill>
            <a:prstDash val="sysDot"/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BC847F-3734-4F81-94BC-A207B827A54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5400000">
            <a:off x="2937787" y="2496163"/>
            <a:ext cx="559474" cy="270545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A7BD455-CAD7-4B00-B9F2-F3340A8AF23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7"/>
            </p:custDataLst>
          </p:nvPr>
        </p:nvSpPr>
        <p:spPr>
          <a:xfrm>
            <a:off x="5376331" y="1455612"/>
            <a:ext cx="1523998" cy="59397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nop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3F893CB-DF42-44DA-8F49-73159ACF199E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4800" y="5073650"/>
            <a:ext cx="2670175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$1, 0($2)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/>
              <a:t>sub $4, $5, $1</a:t>
            </a:r>
          </a:p>
          <a:p>
            <a:pPr marL="457200" lvl="1" indent="0">
              <a:lnSpc>
                <a:spcPct val="90000"/>
              </a:lnSpc>
              <a:buFont typeface="Arial" charset="0"/>
              <a:buNone/>
            </a:pPr>
            <a:endParaRPr lang="en-US" altLang="en-US" sz="2400" dirty="0"/>
          </a:p>
        </p:txBody>
      </p:sp>
      <p:sp>
        <p:nvSpPr>
          <p:cNvPr id="23" name="Line 66">
            <a:extLst>
              <a:ext uri="{FF2B5EF4-FFF2-40B4-BE49-F238E27FC236}">
                <a16:creationId xmlns:a16="http://schemas.microsoft.com/office/drawing/2014/main" id="{CEB54310-4640-40DB-B893-63427429D6C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524001" y="5334001"/>
            <a:ext cx="762000" cy="304800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" name="Group 4">
            <a:extLst>
              <a:ext uri="{FF2B5EF4-FFF2-40B4-BE49-F238E27FC236}">
                <a16:creationId xmlns:a16="http://schemas.microsoft.com/office/drawing/2014/main" id="{E29C3379-C66D-4AA3-85C6-CC0F769A3E85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83428166"/>
              </p:ext>
            </p:extLst>
          </p:nvPr>
        </p:nvGraphicFramePr>
        <p:xfrm>
          <a:off x="2822575" y="4883989"/>
          <a:ext cx="5638803" cy="1249626"/>
        </p:xfrm>
        <a:graphic>
          <a:graphicData uri="http://schemas.openxmlformats.org/drawingml/2006/table">
            <a:tbl>
              <a:tblPr/>
              <a:tblGrid>
                <a:gridCol w="124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809071843"/>
                    </a:ext>
                  </a:extLst>
                </a:gridCol>
                <a:gridCol w="43972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824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Cycle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Instruction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D*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lang="en-US" sz="1600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Line 66">
            <a:extLst>
              <a:ext uri="{FF2B5EF4-FFF2-40B4-BE49-F238E27FC236}">
                <a16:creationId xmlns:a16="http://schemas.microsoft.com/office/drawing/2014/main" id="{F2E1CDDA-2370-42EF-9D40-35F74902BA46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5861050" y="5530539"/>
            <a:ext cx="6350" cy="271444"/>
          </a:xfrm>
          <a:prstGeom prst="line">
            <a:avLst/>
          </a:prstGeom>
          <a:noFill/>
          <a:ln w="571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CB12D53-0C62-54ED-6B0C-D3E87D49E79D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971800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sub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568B4F-02BD-D7E5-4C01-F1D080A9562F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391401" y="1455612"/>
            <a:ext cx="1523998" cy="5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45919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9FA08E9-6D39-40B7-9DFC-0F3152A2F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Pipeline Stalls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961C9D5-DF85-43D8-8038-65E5091C64D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95400"/>
            <a:ext cx="8458200" cy="5121275"/>
          </a:xfrm>
        </p:spPr>
        <p:txBody>
          <a:bodyPr/>
          <a:lstStyle/>
          <a:p>
            <a:r>
              <a:rPr lang="en-US" altLang="en-US" sz="2800" dirty="0"/>
              <a:t>To stall an instruction at the ID stage:</a:t>
            </a:r>
          </a:p>
          <a:p>
            <a:pPr lvl="1"/>
            <a:r>
              <a:rPr lang="en-US" altLang="en-US" sz="2400" dirty="0"/>
              <a:t>Disable </a:t>
            </a:r>
            <a:r>
              <a:rPr lang="en-US" altLang="en-US" sz="2400" dirty="0" err="1"/>
              <a:t>PCWrite</a:t>
            </a:r>
            <a:r>
              <a:rPr lang="en-US" altLang="en-US" sz="2400" dirty="0"/>
              <a:t> and IF/</a:t>
            </a:r>
            <a:r>
              <a:rPr lang="en-US" altLang="en-US" sz="2400" dirty="0" err="1"/>
              <a:t>IDWrite</a:t>
            </a:r>
            <a:endParaRPr lang="en-US" altLang="en-US" sz="2400" dirty="0"/>
          </a:p>
          <a:p>
            <a:pPr lvl="1"/>
            <a:r>
              <a:rPr lang="en-US" altLang="en-US" sz="2400" dirty="0"/>
              <a:t>Clear ID/EX control signals to all 0s (i.e., insert </a:t>
            </a:r>
            <a:r>
              <a:rPr lang="en-US" altLang="en-US" sz="2400" dirty="0" err="1"/>
              <a:t>nop</a:t>
            </a:r>
            <a:r>
              <a:rPr lang="en-US" altLang="en-US" sz="2400" dirty="0"/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0F936-1ECE-4538-88BA-45ED871DF6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2E02B0E-BE2D-4EAD-A481-D47A6FE165C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36590A-4034-4500-BC77-592BFA1A040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12250" y="2662919"/>
            <a:ext cx="6975169" cy="4195081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2F3CDB5-7726-4E14-8B5C-8A484EACFA7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393987" y="3124200"/>
            <a:ext cx="1635213" cy="990600"/>
          </a:xfrm>
          <a:prstGeom prst="ellipse">
            <a:avLst/>
          </a:prstGeom>
          <a:solidFill>
            <a:schemeClr val="bg1">
              <a:alpha val="1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7553FB-A628-4676-BF97-D7D15DF53B0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828800" y="2971800"/>
            <a:ext cx="377194" cy="685800"/>
          </a:xfrm>
          <a:prstGeom prst="ellipse">
            <a:avLst/>
          </a:prstGeom>
          <a:solidFill>
            <a:schemeClr val="bg1">
              <a:alpha val="1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6D0246-09FB-4F0A-B9A2-DDCB9274081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18206" y="3581400"/>
            <a:ext cx="377194" cy="685800"/>
          </a:xfrm>
          <a:prstGeom prst="ellipse">
            <a:avLst/>
          </a:prstGeom>
          <a:solidFill>
            <a:schemeClr val="bg1">
              <a:alpha val="1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2574FE2-1CB5-4EE4-8EF7-06670605DF5E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724401" y="2743200"/>
            <a:ext cx="75985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400" b="1" dirty="0" err="1">
                <a:solidFill>
                  <a:schemeClr val="accent6">
                    <a:lumMod val="75000"/>
                  </a:schemeClr>
                </a:solidFill>
              </a:rPr>
              <a:t>nop</a:t>
            </a:r>
            <a:endParaRPr lang="en-US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577857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Data Forwarding</a:t>
            </a:r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8782E18-9ABC-41E9-BAD3-86F8EB4EABA0}" type="slidenum">
              <a:rPr lang="en-US" altLang="en-US"/>
              <a:pPr lvl="1" eaLnBrk="1" hangingPunct="1"/>
              <a:t>16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0DA557-8B50-40B1-B152-5B5A8B64D03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0923" y="1219200"/>
            <a:ext cx="8742154" cy="5257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A1B002-4F73-8C6D-E318-336E5BD3EA1A}"/>
              </a:ext>
            </a:extLst>
          </p:cNvPr>
          <p:cNvSpPr txBox="1"/>
          <p:nvPr/>
        </p:nvSpPr>
        <p:spPr>
          <a:xfrm>
            <a:off x="5562600" y="3640594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ForwardA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C6797-A169-CB52-F3CF-141C536FE2CC}"/>
              </a:ext>
            </a:extLst>
          </p:cNvPr>
          <p:cNvSpPr txBox="1"/>
          <p:nvPr/>
        </p:nvSpPr>
        <p:spPr>
          <a:xfrm>
            <a:off x="5257800" y="4645184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ForwardB</a:t>
            </a:r>
            <a:endParaRPr lang="en-US" sz="9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185FD-52B7-575F-BDC6-7C5B48D2B0BD}"/>
              </a:ext>
            </a:extLst>
          </p:cNvPr>
          <p:cNvSpPr txBox="1"/>
          <p:nvPr/>
        </p:nvSpPr>
        <p:spPr>
          <a:xfrm>
            <a:off x="5822769" y="5227638"/>
            <a:ext cx="8066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WriteRegister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AF4D7-20DB-26BA-C220-6D4F3A98F33A}"/>
              </a:ext>
            </a:extLst>
          </p:cNvPr>
          <p:cNvSpPr txBox="1"/>
          <p:nvPr/>
        </p:nvSpPr>
        <p:spPr>
          <a:xfrm>
            <a:off x="3145536" y="1965960"/>
            <a:ext cx="7088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RegDst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</a:p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MemRead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MemtoReg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ALUOp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MemWrite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ALUSrc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RegWrite</a:t>
            </a:r>
            <a:endParaRPr lang="en-US" sz="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877183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property id=&quot;20141&quot; value=&quot;ECE/CS 552 - Data Hazard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DataHazard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2&quot; unique_id=&quot;10002&quot;&gt;&lt;object type=&quot;3&quot; unique_id=&quot;16988&quot;&gt;&lt;property id=&quot;20148&quot; value=&quot;5&quot;/&gt;&lt;property id=&quot;20300&quot; value=&quot;Slide 1 - &amp;quot;ECE/CS 552: Data Hazards&amp;quot;&quot;/&gt;&lt;property id=&quot;20307&quot; value=&quot;495&quot;/&gt;&lt;property id=&quot;20309&quot; value=&quot;-1&quot;/&gt;&lt;/object&gt;&lt;object type=&quot;3&quot; unique_id=&quot;148396&quot;&gt;&lt;property id=&quot;20148&quot; value=&quot;5&quot;/&gt;&lt;property id=&quot;20300&quot; value=&quot;Slide 3 - &amp;quot;Program Data Dependences&amp;quot;&quot;/&gt;&lt;property id=&quot;20307&quot; value=&quot;505&quot;/&gt;&lt;property id=&quot;20309&quot; value=&quot;-1&quot;/&gt;&lt;/object&gt;&lt;object type=&quot;3&quot; unique_id=&quot;148397&quot;&gt;&lt;property id=&quot;20148&quot; value=&quot;5&quot;/&gt;&lt;property id=&quot;20300&quot; value=&quot;Slide 14 - &amp;quot;Pipeline Data Hazards&amp;quot;&quot;/&gt;&lt;property id=&quot;20307&quot; value=&quot;498&quot;/&gt;&lt;property id=&quot;20309&quot; value=&quot;-1&quot;/&gt;&lt;/object&gt;&lt;object type=&quot;3&quot; unique_id=&quot;148404&quot;&gt;&lt;property id=&quot;20148&quot; value=&quot;5&quot;/&gt;&lt;property id=&quot;20300&quot; value=&quot;Slide 9 - &amp;quot;Pipeline Data Hazards&amp;quot;&quot;/&gt;&lt;property id=&quot;20307&quot; value=&quot;506&quot;/&gt;&lt;property id=&quot;20309&quot; value=&quot;-1&quot;/&gt;&lt;/object&gt;&lt;object type=&quot;3&quot; unique_id=&quot;148624&quot;&gt;&lt;property id=&quot;20148&quot; value=&quot;5&quot;/&gt;&lt;property id=&quot;20300&quot; value=&quot;Slide 2 - &amp;quot;Pipeline Hazards&amp;quot;&quot;/&gt;&lt;property id=&quot;20307&quot; value=&quot;525&quot;/&gt;&lt;property id=&quot;20309&quot; value=&quot;-1&quot;/&gt;&lt;/object&gt;&lt;object type=&quot;3&quot; unique_id=&quot;148915&quot;&gt;&lt;property id=&quot;20148&quot; value=&quot;5&quot;/&gt;&lt;property id=&quot;20300&quot; value=&quot;Slide 4 - &amp;quot;Program Data Dependences&amp;quot;&quot;/&gt;&lt;property id=&quot;20307&quot; value=&quot;526&quot;/&gt;&lt;property id=&quot;20309&quot; value=&quot;-1&quot;/&gt;&lt;/object&gt;&lt;object type=&quot;3&quot; unique_id=&quot;149816&quot;&gt;&lt;property id=&quot;20148&quot; value=&quot;5&quot;/&gt;&lt;property id=&quot;20300&quot; value=&quot;Slide 5 - &amp;quot;Program Data Dependences&amp;quot;&quot;/&gt;&lt;property id=&quot;20307&quot; value=&quot;527&quot;/&gt;&lt;property id=&quot;20309&quot; value=&quot;-1&quot;/&gt;&lt;/object&gt;&lt;object type=&quot;3&quot; unique_id=&quot;150034&quot;&gt;&lt;property id=&quot;20148&quot; value=&quot;5&quot;/&gt;&lt;property id=&quot;20300&quot; value=&quot;Slide 6 - &amp;quot;Program Data Dependences&amp;quot;&quot;/&gt;&lt;property id=&quot;20307&quot; value=&quot;528&quot;/&gt;&lt;property id=&quot;20309&quot; value=&quot;-1&quot;/&gt;&lt;/object&gt;&lt;object type=&quot;3&quot; unique_id=&quot;150195&quot;&gt;&lt;property id=&quot;20148&quot; value=&quot;5&quot;/&gt;&lt;property id=&quot;20300&quot; value=&quot;Slide 7 - &amp;quot;Pipeline Data Hazards&amp;quot;&quot;/&gt;&lt;property id=&quot;20307&quot; value=&quot;529&quot;/&gt;&lt;property id=&quot;20309&quot; value=&quot;-1&quot;/&gt;&lt;/object&gt;&lt;object type=&quot;3&quot; unique_id=&quot;150493&quot;&gt;&lt;property id=&quot;20148&quot; value=&quot;5&quot;/&gt;&lt;property id=&quot;20300&quot; value=&quot;Slide 8 - &amp;quot;Pipeline Data Hazards&amp;quot;&quot;/&gt;&lt;property id=&quot;20307&quot; value=&quot;530&quot;/&gt;&lt;property id=&quot;20309&quot; value=&quot;-1&quot;/&gt;&lt;/object&gt;&lt;object type=&quot;3&quot; unique_id=&quot;151618&quot;&gt;&lt;property id=&quot;20148&quot; value=&quot;5&quot;/&gt;&lt;property id=&quot;20300&quot; value=&quot;Slide 11 - &amp;quot;Pipeline Data Hazards&amp;quot;&quot;/&gt;&lt;property id=&quot;20307&quot; value=&quot;532&quot;/&gt;&lt;property id=&quot;20309&quot; value=&quot;-1&quot;/&gt;&lt;/object&gt;&lt;object type=&quot;3&quot; unique_id=&quot;151769&quot;&gt;&lt;property id=&quot;20148&quot; value=&quot;5&quot;/&gt;&lt;property id=&quot;20300&quot; value=&quot;Slide 13 - &amp;quot;Pipeline Data Hazards&amp;quot;&quot;/&gt;&lt;property id=&quot;20307&quot; value=&quot;533&quot;/&gt;&lt;property id=&quot;20309&quot; value=&quot;-1&quot;/&gt;&lt;/object&gt;&lt;object type=&quot;3&quot; unique_id=&quot;151894&quot;&gt;&lt;property id=&quot;20148&quot; value=&quot;5&quot;/&gt;&lt;property id=&quot;20300&quot; value=&quot;Slide 10 - &amp;quot;Pipeline Data Hazards&amp;quot;&quot;/&gt;&lt;property id=&quot;20307&quot; value=&quot;535&quot;/&gt;&lt;property id=&quot;20309&quot; value=&quot;-1&quot;/&gt;&lt;/object&gt;&lt;object type=&quot;3&quot; unique_id=&quot;151895&quot;&gt;&lt;property id=&quot;20148&quot; value=&quot;5&quot;/&gt;&lt;property id=&quot;20300&quot; value=&quot;Slide 12 - &amp;quot;Pipeline Data Hazards&amp;quot;&quot;/&gt;&lt;property id=&quot;20307&quot; value=&quot;534&quot;/&gt;&lt;property id=&quot;20309&quot; value=&quot;-1&quot;/&gt;&lt;/object&gt;&lt;object type=&quot;3&quot; unique_id=&quot;152455&quot;&gt;&lt;property id=&quot;20148&quot; value=&quot;5&quot;/&gt;&lt;property id=&quot;20300&quot; value=&quot;Slide 15 - &amp;quot;Resolving RAW Hazards&amp;quot;&quot;/&gt;&lt;property id=&quot;20307&quot; value=&quot;536&quot;/&gt;&lt;property id=&quot;20309&quot; value=&quot;-1&quot;/&gt;&lt;/object&gt;&lt;object type=&quot;3&quot; unique_id=&quot;152819&quot;&gt;&lt;property id=&quot;20148&quot; value=&quot;5&quot;/&gt;&lt;property id=&quot;20300&quot; value=&quot;Slide 16 - &amp;quot;Resolving RAW Hazards&amp;quot;&quot;/&gt;&lt;property id=&quot;20307&quot; value=&quot;537&quot;/&gt;&lt;property id=&quot;20309&quot; value=&quot;-1&quot;/&gt;&lt;/object&gt;&lt;object type=&quot;3&quot; unique_id=&quot;153500&quot;&gt;&lt;property id=&quot;20148&quot; value=&quot;5&quot;/&gt;&lt;property id=&quot;20300&quot; value=&quot;Slide 17 - &amp;quot;Resolving RAW Hazards&amp;quot;&quot;/&gt;&lt;property id=&quot;20307&quot; value=&quot;539&quot;/&gt;&lt;property id=&quot;20309&quot; value=&quot;-1&quot;/&gt;&lt;/object&gt;&lt;object type=&quot;3&quot; unique_id=&quot;153501&quot;&gt;&lt;property id=&quot;20148&quot; value=&quot;5&quot;/&gt;&lt;property id=&quot;20300&quot; value=&quot;Slide 18 - &amp;quot;Resolving RAW Hazards&amp;quot;&quot;/&gt;&lt;property id=&quot;20307&quot; value=&quot;538&quot;/&gt;&lt;property id=&quot;20309&quot; value=&quot;-1&quot;/&gt;&lt;/object&gt;&lt;object type=&quot;3&quot; unique_id=&quot;153754&quot;&gt;&lt;property id=&quot;20148&quot; value=&quot;5&quot;/&gt;&lt;property id=&quot;20300&quot; value=&quot;Slide 19 - &amp;quot;Resolving RAW Hazards&amp;quot;&quot;/&gt;&lt;property id=&quot;20307&quot; value=&quot;540&quot;/&gt;&lt;property id=&quot;20309&quot; value=&quot;-1&quot;/&gt;&lt;/object&gt;&lt;object type=&quot;3&quot; unique_id=&quot;154162&quot;&gt;&lt;property id=&quot;20148&quot; value=&quot;5&quot;/&gt;&lt;property id=&quot;20300&quot; value=&quot;Slide 20 - &amp;quot;Resolving RAW Hazards&amp;quot;&quot;/&gt;&lt;property id=&quot;20307&quot; value=&quot;541&quot;/&gt;&lt;property id=&quot;20309&quot; value=&quot;-1&quot;/&gt;&lt;/object&gt;&lt;object type=&quot;3&quot; unique_id=&quot;155355&quot;&gt;&lt;property id=&quot;20148&quot; value=&quot;5&quot;/&gt;&lt;property id=&quot;20300&quot; value=&quot;Slide 21 - &amp;quot;Resolving RAW Hazards&amp;quot;&quot;/&gt;&lt;property id=&quot;20307&quot; value=&quot;542&quot;/&gt;&lt;property id=&quot;20309&quot; value=&quot;-1&quot;/&gt;&lt;/object&gt;&lt;object type=&quot;3&quot; unique_id=&quot;155750&quot;&gt;&lt;property id=&quot;20148&quot; value=&quot;5&quot;/&gt;&lt;property id=&quot;20300&quot; value=&quot;Slide 22 - &amp;quot;Resolving RAW Hazards&amp;quot;&quot;/&gt;&lt;property id=&quot;20307&quot; value=&quot;543&quot;/&gt;&lt;property id=&quot;20309&quot; value=&quot;-1&quot;/&gt;&lt;/object&gt;&lt;object type=&quot;3&quot; unique_id=&quot;156031&quot;&gt;&lt;property id=&quot;20148&quot; value=&quot;5&quot;/&gt;&lt;property id=&quot;20300&quot; value=&quot;Slide 23 - &amp;quot;RF Bypassing&amp;quot;&quot;/&gt;&lt;property id=&quot;20307&quot; value=&quot;544&quot;/&gt;&lt;property id=&quot;20309&quot; value=&quot;-1&quot;/&gt;&lt;/object&gt;&lt;object type=&quot;3&quot; unique_id=&quot;156483&quot;&gt;&lt;property id=&quot;20148&quot; value=&quot;5&quot;/&gt;&lt;property id=&quot;20300&quot; value=&quot;Slide 24 - &amp;quot;Data Forwarding&amp;quot;&quot;/&gt;&lt;property id=&quot;20307&quot; value=&quot;545&quot;/&gt;&lt;property id=&quot;20309&quot; value=&quot;-1&quot;/&gt;&lt;/object&gt;&lt;object type=&quot;3&quot; unique_id=&quot;156946&quot;&gt;&lt;property id=&quot;20148&quot; value=&quot;5&quot;/&gt;&lt;property id=&quot;20300&quot; value=&quot;Slide 25 - &amp;quot;EX-to-EX Forwarding&amp;quot;&quot;/&gt;&lt;property id=&quot;20307&quot; value=&quot;546&quot;/&gt;&lt;property id=&quot;20309&quot; value=&quot;-1&quot;/&gt;&lt;/object&gt;&lt;object type=&quot;3&quot; unique_id=&quot;157465&quot;&gt;&lt;property id=&quot;20148&quot; value=&quot;5&quot;/&gt;&lt;property id=&quot;20300&quot; value=&quot;Slide 26 - &amp;quot;MEM-to-EX Forwarding&amp;quot;&quot;/&gt;&lt;property id=&quot;20307&quot; value=&quot;547&quot;/&gt;&lt;property id=&quot;20309&quot; value=&quot;-1&quot;/&gt;&lt;/object&gt;&lt;object type=&quot;3&quot; unique_id=&quot;157774&quot;&gt;&lt;property id=&quot;20148&quot; value=&quot;5&quot;/&gt;&lt;property id=&quot;20300&quot; value=&quot;Slide 27 - &amp;quot;Load-to-Use Stalls&amp;quot;&quot;/&gt;&lt;property id=&quot;20307&quot; value=&quot;548&quot;/&gt;&lt;property id=&quot;20309&quot; value=&quot;-1&quot;/&gt;&lt;/object&gt;&lt;object type=&quot;3&quot; unique_id=&quot;158360&quot;&gt;&lt;property id=&quot;20148&quot; value=&quot;5&quot;/&gt;&lt;property id=&quot;20300&quot; value=&quot;Slide 29 - &amp;quot;All Together&amp;quot;&quot;/&gt;&lt;property id=&quot;20307&quot; value=&quot;551&quot;/&gt;&lt;property id=&quot;20309&quot; value=&quot;-1&quot;/&gt;&lt;/object&gt;&lt;object type=&quot;3&quot; unique_id=&quot;158361&quot;&gt;&lt;property id=&quot;20148&quot; value=&quot;5&quot;/&gt;&lt;property id=&quot;20300&quot; value=&quot;Slide 28 - &amp;quot;Data Forwarding&amp;quot;&quot;/&gt;&lt;property id=&quot;20307&quot; value=&quot;550&quot;/&gt;&lt;property id=&quot;20309&quot; value=&quot;-1&quot;/&gt;&lt;/object&gt;&lt;object type=&quot;3&quot; unique_id=&quot;160216&quot;&gt;&lt;property id=&quot;20148&quot; value=&quot;5&quot;/&gt;&lt;property id=&quot;20300&quot; value=&quot;Slide 30 - &amp;quot;Exercise&amp;quot;&quot;/&gt;&lt;property id=&quot;20307&quot; value=&quot;552&quot;/&gt;&lt;property id=&quot;20309&quot; value=&quot;-1&quot;/&gt;&lt;/object&gt;&lt;object type=&quot;3&quot; unique_id=&quot;160217&quot;&gt;&lt;property id=&quot;20148&quot; value=&quot;5&quot;/&gt;&lt;property id=&quot;20300&quot; value=&quot;Slide 31 - &amp;quot;Exercise&amp;quot;&quot;/&gt;&lt;property id=&quot;20307&quot; value=&quot;558&quot;/&gt;&lt;property id=&quot;20309&quot; value=&quot;-1&quot;/&gt;&lt;/object&gt;&lt;object type=&quot;3&quot; unique_id=&quot;160218&quot;&gt;&lt;property id=&quot;20148&quot; value=&quot;5&quot;/&gt;&lt;property id=&quot;20300&quot; value=&quot;Slide 32 - &amp;quot;Exercise&amp;quot;&quot;/&gt;&lt;property id=&quot;20307&quot; value=&quot;561&quot;/&gt;&lt;property id=&quot;20309&quot; value=&quot;-1&quot;/&gt;&lt;/object&gt;&lt;object type=&quot;3&quot; unique_id=&quot;160219&quot;&gt;&lt;property id=&quot;20148&quot; value=&quot;5&quot;/&gt;&lt;property id=&quot;20300&quot; value=&quot;Slide 33 - &amp;quot;Exercise&amp;quot;&quot;/&gt;&lt;property id=&quot;20307&quot; value=&quot;563&quot;/&gt;&lt;property id=&quot;20309&quot; value=&quot;-1&quot;/&gt;&lt;/object&gt;&lt;object type=&quot;3&quot; unique_id=&quot;160220&quot;&gt;&lt;property id=&quot;20148&quot; value=&quot;5&quot;/&gt;&lt;property id=&quot;20300&quot; value=&quot;Slide 34 - &amp;quot;Exercise&amp;quot;&quot;/&gt;&lt;property id=&quot;20307&quot; value=&quot;564&quot;/&gt;&lt;property id=&quot;20309&quot; value=&quot;-1&quot;/&gt;&lt;/object&gt;&lt;object type=&quot;3&quot; unique_id=&quot;160221&quot;&gt;&lt;property id=&quot;20148&quot; value=&quot;5&quot;/&gt;&lt;property id=&quot;20300&quot; value=&quot;Slide 35 - &amp;quot;Exercise&amp;quot;&quot;/&gt;&lt;property id=&quot;20307&quot; value=&quot;566&quot;/&gt;&lt;property id=&quot;20309&quot; value=&quot;-1&quot;/&gt;&lt;/object&gt;&lt;object type=&quot;3&quot; unique_id=&quot;160223&quot;&gt;&lt;property id=&quot;20148&quot; value=&quot;5&quot;/&gt;&lt;property id=&quot;20300&quot; value=&quot;Slide 36 - &amp;quot;Exercise&amp;quot;&quot;/&gt;&lt;property id=&quot;20307&quot; value=&quot;568&quot;/&gt;&lt;property id=&quot;20309&quot; value=&quot;-1&quot;/&gt;&lt;/object&gt;&lt;object type=&quot;3&quot; unique_id=&quot;160224&quot;&gt;&lt;property id=&quot;20148&quot; value=&quot;5&quot;/&gt;&lt;property id=&quot;20300&quot; value=&quot;Slide 37 - &amp;quot;Exercise&amp;quot;&quot;/&gt;&lt;property id=&quot;20307&quot; value=&quot;570&quot;/&gt;&lt;property id=&quot;20309&quot; value=&quot;-1&quot;/&gt;&lt;/object&gt;&lt;object type=&quot;3&quot; unique_id=&quot;160225&quot;&gt;&lt;property id=&quot;20148&quot; value=&quot;5&quot;/&gt;&lt;property id=&quot;20300&quot; value=&quot;Slide 38 - &amp;quot;Exercise&amp;quot;&quot;/&gt;&lt;property id=&quot;20307&quot; value=&quot;571&quot;/&gt;&lt;property id=&quot;20309&quot; value=&quot;-1&quot;/&gt;&lt;/object&gt;&lt;object type=&quot;3&quot; unique_id=&quot;160227&quot;&gt;&lt;property id=&quot;20148&quot; value=&quot;5&quot;/&gt;&lt;property id=&quot;20300&quot; value=&quot;Slide 39 - &amp;quot;Exercise&amp;quot;&quot;/&gt;&lt;property id=&quot;20307&quot; value=&quot;573&quot;/&gt;&lt;property id=&quot;20309&quot; value=&quot;-1&quot;/&gt;&lt;/object&gt;&lt;object type=&quot;3&quot; unique_id=&quot;167937&quot;&gt;&lt;property id=&quot;20148&quot; value=&quot;5&quot;/&gt;&lt;property id=&quot;20300&quot; value=&quot;Slide 40 - &amp;quot;Exercise&amp;quot;&quot;/&gt;&lt;property id=&quot;20307&quot; value=&quot;574&quot;/&gt;&lt;property id=&quot;20309&quot; value=&quot;-1&quot;/&gt;&lt;/object&gt;&lt;/object&gt;&lt;object type=&quot;8&quot; unique_id=&quot;10130&quot;&gt;&lt;/object&gt;&lt;object type=&quot;10&quot; unique_id=&quot;170501&quot;&gt;&lt;object type=&quot;11&quot; unique_id=&quot;170502&quot;&gt;&lt;property id=&quot;20180&quot; value=&quot;0&quot;/&gt;&lt;property id=&quot;20181&quot; value=&quot;1&quot;/&gt;&lt;property id=&quot;20183&quot; value=&quot;1&quot;/&gt;&lt;/object&gt;&lt;object type=&quot;12&quot; unique_id=&quot;170504&quot;&gt;&lt;/object&gt;&lt;/object&gt;&lt;object type=&quot;4&quot; unique_id=&quot;170503&quot;&gt;&lt;/object&gt;&lt;/object&gt;&lt;/database&gt;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398844766,C:\Users\sanmi\GoogleDrive\UWMdrive\Courses\ECE552\ece552-lec09_DataHazards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DBC52169-A83F-484F-9438-6E0DC5E4DB22}_1.png&quot;/&gt;&lt;left val=&quot;35&quot;/&gt;&lt;top val=&quot;185&quot;/&gt;&lt;width val=&quot;648&quot;/&gt;&lt;height val=&quot;120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F0BA1BC-5A00-44DD-8643-3810554D8935}_1.png&quot;/&gt;&lt;left val=&quot;103&quot;/&gt;&lt;top val=&quot;297&quot;/&gt;&lt;width val=&quot;512&quot;/&gt;&lt;height val=&quot;146&quot;/&gt;&lt;hasText val=&quot;1&quot;/&gt;&lt;/Image&gt;&lt;/ThreeDShapeInfo&gt;"/>
  <p:tag name="PRESENTER_SHAPETEXTINFO" val="&lt;ShapeTextInfo&gt;&lt;TableIndex row=&quot;-1&quot; col=&quot;-1&quot;&gt;&lt;linesCount val=&quot;5&quot;/&gt;&lt;lineCharCount val=&quot;24&quot;/&gt;&lt;lineCharCount val=&quot;1&quot;/&gt;&lt;lineCharCount val=&quot;55&quot;/&gt;&lt;lineCharCount val=&quot;33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E1B404B-661F-4ED5-A220-14B63713D409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398844766,C:\Users\sanmi\GoogleDrive\UWMdrive\Courses\ECE552\ece552-lec09_DataHazards_pptx\Media.ppcx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DataHazards\data\asimages\{7BC107CB-C271-4DB2-9742-0B0D2E7A87AC}_1.png_crop.png&quot;/&gt;&lt;left val=&quot;44&quot;/&gt;&lt;top val=&quot;136&quot;/&gt;&lt;width val=&quot;437&quot;/&gt;&lt;height val=&quot;24&quot;/&gt;&lt;hasText val=&quot;1&quot;/&gt;&lt;paraId val=&quot;1&quot;/&gt;&lt;/Image&gt;&lt;Image&gt;&lt;filename val=&quot;C:\Users\sanmi\Documents\My Adobe Presentations\ece552f2019-DataHazards\data\asimages\{46825281-4413-49A2-A19C-5013B4477DB8}_1.png_crop.png&quot;/&gt;&lt;left val=&quot;78&quot;/&gt;&lt;top val=&quot;173&quot;/&gt;&lt;width val=&quot;606&quot;/&gt;&lt;height val=&quot;80&quot;/&gt;&lt;hasText val=&quot;1&quot;/&gt;&lt;paraId val=&quot;2&quot;/&gt;&lt;/Image&gt;&lt;/TextEffect&gt;"/>
  <p:tag name="PRESENTER_SHAPETEXTINFO" val="&lt;ShapeTextInfo&gt;&lt;TableIndex row=&quot;-1&quot; col=&quot;-1&quot;&gt;&lt;linesCount val=&quot;4&quot;/&gt;&lt;lineCharCount val=&quot;36&quot;/&gt;&lt;lineCharCount val=&quot;65&quot;/&gt;&lt;lineCharCount val=&quot;55&quot;/&gt;&lt;lineCharCount val=&quot;17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6F59CD93-D29E-4E58-817E-43F2433F54D6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9EB69BE-444C-439B-9BBC-E2485B2DB9FB}_9.png&quot;/&gt;&lt;left val=&quot;53&quot;/&gt;&lt;top val=&quot;281&quot;/&gt;&lt;width val=&quot;612&quot;/&gt;&lt;height val=&quot;175&quot;/&gt;&lt;hasText val=&quot;1&quot;/&gt;&lt;/Image&gt;&lt;/ThreeDShapeInfo&gt;"/>
  <p:tag name="PRESENTER_SHAPETEXTINFO" val="&lt;ShapeTextInfo&gt;&lt;TableIndex row=&quot;-1&quot; col=&quot;-1&quot;&gt;&lt;linesCount val=&quot;3&quot;/&gt;&lt;lineCharCount val=&quot;15&quot;/&gt;&lt;lineCharCount val=&quot;15&quot;/&gt;&lt;lineCharCount val=&quot;1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920AD4-175C-47CC-BAE5-77FADF8DDB60}_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B8513F1-63BF-4D6B-8CB1-7EFC23DD5E6F}_20.png&quot;/&gt;&lt;left val=&quot;216&quot;/&gt;&lt;top val=&quot;333&quot;/&gt;&lt;width val=&quot;452&quot;/&gt;&lt;height val=&quot;128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2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0&quot;/&gt;&lt;/TableIndex&gt;&lt;TableIndex row=&quot;4&quot; col=&quot;1&quot;&gt;&lt;linesCount val=&quot;1&quot;/&gt;&lt;lineCharCount val=&quot;2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2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398844766,C:\Users\sanmi\GoogleDrive\UWMdrive\Courses\ECE552\ece552-lec09_DataHazards_pptx\Media.ppcx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DataHazards\data\asimages\{7BC107CB-C271-4DB2-9742-0B0D2E7A87AC}_1.png_crop.png&quot;/&gt;&lt;left val=&quot;44&quot;/&gt;&lt;top val=&quot;136&quot;/&gt;&lt;width val=&quot;437&quot;/&gt;&lt;height val=&quot;24&quot;/&gt;&lt;hasText val=&quot;1&quot;/&gt;&lt;paraId val=&quot;1&quot;/&gt;&lt;/Image&gt;&lt;Image&gt;&lt;filename val=&quot;C:\Users\sanmi\Documents\My Adobe Presentations\ece552f2019-DataHazards\data\asimages\{46825281-4413-49A2-A19C-5013B4477DB8}_1.png_crop.png&quot;/&gt;&lt;left val=&quot;78&quot;/&gt;&lt;top val=&quot;173&quot;/&gt;&lt;width val=&quot;606&quot;/&gt;&lt;height val=&quot;80&quot;/&gt;&lt;hasText val=&quot;1&quot;/&gt;&lt;paraId val=&quot;2&quot;/&gt;&lt;/Image&gt;&lt;/TextEffect&gt;"/>
  <p:tag name="PRESENTER_SHAPETEXTINFO" val="&lt;ShapeTextInfo&gt;&lt;TableIndex row=&quot;-1&quot; col=&quot;-1&quot;&gt;&lt;linesCount val=&quot;4&quot;/&gt;&lt;lineCharCount val=&quot;36&quot;/&gt;&lt;lineCharCount val=&quot;65&quot;/&gt;&lt;lineCharCount val=&quot;55&quot;/&gt;&lt;lineCharCount val=&quot;17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6F59CD93-D29E-4E58-817E-43F2433F54D6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9EB69BE-444C-439B-9BBC-E2485B2DB9FB}_9.png&quot;/&gt;&lt;left val=&quot;53&quot;/&gt;&lt;top val=&quot;281&quot;/&gt;&lt;width val=&quot;612&quot;/&gt;&lt;height val=&quot;175&quot;/&gt;&lt;hasText val=&quot;1&quot;/&gt;&lt;/Image&gt;&lt;/ThreeDShapeInfo&gt;"/>
  <p:tag name="PRESENTER_SHAPETEXTINFO" val="&lt;ShapeTextInfo&gt;&lt;TableIndex row=&quot;-1&quot; col=&quot;-1&quot;&gt;&lt;linesCount val=&quot;3&quot;/&gt;&lt;lineCharCount val=&quot;15&quot;/&gt;&lt;lineCharCount val=&quot;15&quot;/&gt;&lt;lineCharCount val=&quot;1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920AD4-175C-47CC-BAE5-77FADF8DDB60}_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B8513F1-63BF-4D6B-8CB1-7EFC23DD5E6F}_20.png&quot;/&gt;&lt;left val=&quot;216&quot;/&gt;&lt;top val=&quot;333&quot;/&gt;&lt;width val=&quot;452&quot;/&gt;&lt;height val=&quot;128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2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0&quot;/&gt;&lt;/TableIndex&gt;&lt;TableIndex row=&quot;4&quot; col=&quot;1&quot;&gt;&lt;linesCount val=&quot;1&quot;/&gt;&lt;lineCharCount val=&quot;2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2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1&quot;/&gt;&lt;lineCharCount val=&quot;1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398844766,C:\Users\sanmi\GoogleDrive\UWMdrive\Courses\ECE552\ece552-lec09_DataHazards_pptx\Media.ppcx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8DF9EF-C9EC-492A-8BE8-F21B8E4E4F6E}&quot;/&gt;&lt;isInvalidForFieldText val=&quot;0&quot;/&gt;&lt;Image&gt;&lt;filename val=&quot;C:\Users\sanmi\Documents\My Adobe Presentations\ece552f2019-DataHazards\data\asimages\{638DF9EF-C9EC-492A-8BE8-F21B8E4E4F6E}.png&quot;/&gt;&lt;left val=&quot;35&quot;/&gt;&lt;top val=&quot;90&quot;/&gt;&lt;width val=&quot;624&quot;/&gt;&lt;height val=&quot;275&quot;/&gt;&lt;hasText val=&quot;1&quot;/&gt;&lt;/Image&gt;&lt;/ThreeDShape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E1B404B-661F-4ED5-A220-14B63713D409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E53A10DF-0336-4AA1-8F66-437286CED87B}_2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A9AF10EB-354D-40DE-B19B-61556FB5E8C0}_26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3&quot;/&gt;&lt;lineCharCount val=&quot;15&quot;/&gt;&lt;lineCharCount val=&quot;2&quot;/&gt;&lt;lineCharCount val=&quot;15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38E9C986-437A-4FE5-8E3F-8410A8A921B2}_26.png&quot;/&gt;&lt;left val=&quot;216&quot;/&gt;&lt;top val=&quot;381&quot;/&gt;&lt;width val=&quot;452&quot;/&gt;&lt;height val=&quot;128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1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398844766,C:\Users\sanmi\GoogleDrive\UWMdrive\Courses\ECE552\ece552-lec09_DataHazards_pptx\Media.ppcx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8DF9EF-C9EC-492A-8BE8-F21B8E4E4F6E}&quot;/&gt;&lt;isInvalidForFieldText val=&quot;0&quot;/&gt;&lt;Image&gt;&lt;filename val=&quot;C:\Users\sanmi\Documents\My Adobe Presentations\ece552f2019-DataHazards\data\asimages\{638DF9EF-C9EC-492A-8BE8-F21B8E4E4F6E}.png&quot;/&gt;&lt;left val=&quot;35&quot;/&gt;&lt;top val=&quot;90&quot;/&gt;&lt;width val=&quot;624&quot;/&gt;&lt;height val=&quot;275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E1B404B-661F-4ED5-A220-14B63713D409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E53A10DF-0336-4AA1-8F66-437286CED87B}_2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A9AF10EB-354D-40DE-B19B-61556FB5E8C0}_26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3&quot;/&gt;&lt;lineCharCount val=&quot;15&quot;/&gt;&lt;lineCharCount val=&quot;2&quot;/&gt;&lt;lineCharCount val=&quot;15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38E9C986-437A-4FE5-8E3F-8410A8A921B2}_26.png&quot;/&gt;&lt;left val=&quot;216&quot;/&gt;&lt;top val=&quot;381&quot;/&gt;&lt;width val=&quot;452&quot;/&gt;&lt;height val=&quot;128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1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398844766,C:\Users\sanmi\GoogleDrive\UWMdrive\Courses\ECE552\ece552-lec09_DataHazards_pptx\Media.ppcx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8DF9EF-C9EC-492A-8BE8-F21B8E4E4F6E}&quot;/&gt;&lt;isInvalidForFieldText val=&quot;0&quot;/&gt;&lt;Image&gt;&lt;filename val=&quot;C:\Users\sanmi\Documents\My Adobe Presentations\ece552f2019-DataHazards\data\asimages\{638DF9EF-C9EC-492A-8BE8-F21B8E4E4F6E}.png&quot;/&gt;&lt;left val=&quot;35&quot;/&gt;&lt;top val=&quot;90&quot;/&gt;&lt;width val=&quot;624&quot;/&gt;&lt;height val=&quot;275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E1B404B-661F-4ED5-A220-14B63713D409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E53A10DF-0336-4AA1-8F66-437286CED87B}_2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A9AF10EB-354D-40DE-B19B-61556FB5E8C0}_26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3&quot;/&gt;&lt;lineCharCount val=&quot;15&quot;/&gt;&lt;lineCharCount val=&quot;2&quot;/&gt;&lt;lineCharCount val=&quot;15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38E9C986-437A-4FE5-8E3F-8410A8A921B2}_26.png&quot;/&gt;&lt;left val=&quot;216&quot;/&gt;&lt;top val=&quot;381&quot;/&gt;&lt;width val=&quot;452&quot;/&gt;&lt;height val=&quot;128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1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5,398844766,C:\Users\sanmi\GoogleDrive\UWMdrive\Courses\ECE552\ece552-lec09_DataHazards_pptx\Media.ppcx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B8C9CA8-3937-49F8-A5B7-DCE97A21A031}&quot;/&gt;&lt;isInvalidForFieldText val=&quot;0&quot;/&gt;&lt;Image&gt;&lt;filename val=&quot;C:\Users\sanmi\Documents\My Adobe Presentations\ece552f2019-DataHazards\data\asimages\{7B8C9CA8-3937-49F8-A5B7-DCE97A21A031}.png&quot;/&gt;&lt;left val=&quot;35&quot;/&gt;&lt;top val=&quot;90&quot;/&gt;&lt;width val=&quot;624&quot;/&gt;&lt;height val=&quot;275&quot;/&gt;&lt;hasText val=&quot;1&quot;/&gt;&lt;/Image&gt;&lt;/ThreeDShape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0161723-726F-4195-BDDB-205617D8E5E8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EAD0BF65-A75A-47D7-9D55-0B96854FBD84}_25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BB1612A-92AE-4BD2-B6B7-FE8B1680A71D}_25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2&quot;/&gt;&lt;lineCharCount val=&quot;15&quot;/&gt;&lt;lineCharCount val=&quot;15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ACE5E8B2-BED7-4074-A6A5-B73DAA95E20E}_25.png&quot;/&gt;&lt;left val=&quot;216&quot;/&gt;&lt;top val=&quot;381&quot;/&gt;&lt;width val=&quot;452&quot;/&gt;&lt;height val=&quot;99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398844766,C:\Users\sanmi\GoogleDrive\UWMdrive\Courses\ECE552\ece552-lec09_DataHazards_pptx\Media.ppcx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9F3454-9A9C-4E7A-B5F2-0981E8D2A920}&quot;/&gt;&lt;isInvalidForFieldText val=&quot;0&quot;/&gt;&lt;Image&gt;&lt;filename val=&quot;C:\Users\sanmi\Documents\My Adobe Presentations\ece552f2019-DataHazards\data\asimages\{479F3454-9A9C-4E7A-B5F2-0981E8D2A920}.png&quot;/&gt;&lt;left val=&quot;35&quot;/&gt;&lt;top val=&quot;90&quot;/&gt;&lt;width val=&quot;624&quot;/&gt;&lt;height val=&quot;275&quot;/&gt;&lt;hasText val=&quot;1&quot;/&gt;&lt;/Image&gt;&lt;/ThreeDShape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7B9F7F1-A9D7-4561-B1E2-FC2E49DFE655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0DAE52E-8301-41F8-A056-1A6B0405D0A0}_2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4CC6F46C-FF50-4905-A091-7CF56A25134D}_27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5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688E66-2BEC-4F43-AFCA-6688D4DF1822}_27.png&quot;/&gt;&lt;left val=&quot;216&quot;/&gt;&lt;top val=&quot;381&quot;/&gt;&lt;width val=&quot;452&quot;/&gt;&lt;height val=&quot;99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398844766,C:\Users\sanmi\GoogleDrive\UWMdrive\Courses\ECE552\ece552-lec09_DataHazards_pptx\Media.ppcx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9F3454-9A9C-4E7A-B5F2-0981E8D2A920}&quot;/&gt;&lt;isInvalidForFieldText val=&quot;0&quot;/&gt;&lt;Image&gt;&lt;filename val=&quot;C:\Users\sanmi\Documents\My Adobe Presentations\ece552f2019-DataHazards\data\asimages\{479F3454-9A9C-4E7A-B5F2-0981E8D2A920}.png&quot;/&gt;&lt;left val=&quot;35&quot;/&gt;&lt;top val=&quot;90&quot;/&gt;&lt;width val=&quot;624&quot;/&gt;&lt;height val=&quot;275&quot;/&gt;&lt;hasText val=&quot;1&quot;/&gt;&lt;/Image&gt;&lt;/ThreeDShape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7B9F7F1-A9D7-4561-B1E2-FC2E49DFE655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0DAE52E-8301-41F8-A056-1A6B0405D0A0}_2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4CC6F46C-FF50-4905-A091-7CF56A25134D}_27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5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688E66-2BEC-4F43-AFCA-6688D4DF1822}_27.png&quot;/&gt;&lt;left val=&quot;216&quot;/&gt;&lt;top val=&quot;381&quot;/&gt;&lt;width val=&quot;452&quot;/&gt;&lt;height val=&quot;99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398844766,C:\Users\sanmi\GoogleDrive\UWMdrive\Courses\ECE552\ece552-lec09_DataHazards_pptx\Media.ppcx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9F3454-9A9C-4E7A-B5F2-0981E8D2A920}&quot;/&gt;&lt;isInvalidForFieldText val=&quot;0&quot;/&gt;&lt;Image&gt;&lt;filename val=&quot;C:\Users\sanmi\Documents\My Adobe Presentations\ece552f2019-DataHazards\data\asimages\{479F3454-9A9C-4E7A-B5F2-0981E8D2A920}.png&quot;/&gt;&lt;left val=&quot;35&quot;/&gt;&lt;top val=&quot;90&quot;/&gt;&lt;width val=&quot;624&quot;/&gt;&lt;height val=&quot;275&quot;/&gt;&lt;hasText val=&quot;1&quot;/&gt;&lt;/Image&gt;&lt;/ThreeDShape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7B9F7F1-A9D7-4561-B1E2-FC2E49DFE655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0DAE52E-8301-41F8-A056-1A6B0405D0A0}_2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4CC6F46C-FF50-4905-A091-7CF56A25134D}_27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5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688E66-2BEC-4F43-AFCA-6688D4DF1822}_27.png&quot;/&gt;&lt;left val=&quot;216&quot;/&gt;&lt;top val=&quot;381&quot;/&gt;&lt;width val=&quot;452&quot;/&gt;&lt;height val=&quot;99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398844766,C:\Users\sanmi\GoogleDrive\UWMdrive\Courses\ECE552\ece552-lec09_DataHazards_pptx\Media.ppcx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9F3454-9A9C-4E7A-B5F2-0981E8D2A920}&quot;/&gt;&lt;isInvalidForFieldText val=&quot;0&quot;/&gt;&lt;Image&gt;&lt;filename val=&quot;C:\Users\sanmi\Documents\My Adobe Presentations\ece552f2019-DataHazards\data\asimages\{479F3454-9A9C-4E7A-B5F2-0981E8D2A920}.png&quot;/&gt;&lt;left val=&quot;35&quot;/&gt;&lt;top val=&quot;90&quot;/&gt;&lt;width val=&quot;624&quot;/&gt;&lt;height val=&quot;275&quot;/&gt;&lt;hasText val=&quot;1&quot;/&gt;&lt;/Image&gt;&lt;/ThreeDShape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7B9F7F1-A9D7-4561-B1E2-FC2E49DFE655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0DAE52E-8301-41F8-A056-1A6B0405D0A0}_2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4CC6F46C-FF50-4905-A091-7CF56A25134D}_27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5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688E66-2BEC-4F43-AFCA-6688D4DF1822}_27.png&quot;/&gt;&lt;left val=&quot;216&quot;/&gt;&lt;top val=&quot;381&quot;/&gt;&lt;width val=&quot;452&quot;/&gt;&lt;height val=&quot;99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398844766,C:\Users\sanmi\GoogleDrive\UWMdrive\Courses\ECE552\ece552-lec09_DataHazards_pptx\Media.ppcx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79F3454-9A9C-4E7A-B5F2-0981E8D2A920}&quot;/&gt;&lt;isInvalidForFieldText val=&quot;0&quot;/&gt;&lt;Image&gt;&lt;filename val=&quot;C:\Users\sanmi\Documents\My Adobe Presentations\ece552f2019-DataHazards\data\asimages\{479F3454-9A9C-4E7A-B5F2-0981E8D2A920}.png&quot;/&gt;&lt;left val=&quot;35&quot;/&gt;&lt;top val=&quot;90&quot;/&gt;&lt;width val=&quot;624&quot;/&gt;&lt;height val=&quot;275&quot;/&gt;&lt;hasText val=&quot;1&quot;/&gt;&lt;/Image&gt;&lt;/ThreeDShape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07B9F7F1-A9D7-4561-B1E2-FC2E49DFE655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70DAE52E-8301-41F8-A056-1A6B0405D0A0}_2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4CC6F46C-FF50-4905-A091-7CF56A25134D}_27.png&quot;/&gt;&lt;left val=&quot;23&quot;/&gt;&lt;top val=&quot;392&quot;/&gt;&lt;width val=&quot;211&quot;/&gt;&lt;height val=&quot;141&quot;/&gt;&lt;hasText val=&quot;1&quot;/&gt;&lt;/Image&gt;&lt;/ThreeDShapeInfo&gt;"/>
  <p:tag name="PRESENTER_SHAPETEXTINFO" val="&lt;ShapeTextInfo&gt;&lt;TableIndex row=&quot;-1&quot; col=&quot;-1&quot;&gt;&lt;linesCount val=&quot;2&quot;/&gt;&lt;lineCharCount val=&quot;13&quot;/&gt;&lt;lineCharCount val=&quot;15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0688E66-2BEC-4F43-AFCA-6688D4DF1822}_27.png&quot;/&gt;&lt;left val=&quot;216&quot;/&gt;&lt;top val=&quot;381&quot;/&gt;&lt;width val=&quot;452&quot;/&gt;&lt;height val=&quot;99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3&quot; col=&quot;1&quot;&gt;&lt;linesCount val=&quot;1&quot;/&gt;&lt;lineCharCount val=&quot;3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B61A2FE6-EA95-4037-98E0-6123E5F94819}_27.png&quot;/&gt;&lt;left val=&quot;422&quot;/&gt;&lt;top val=&quot;109&quot;/&gt;&lt;width val=&quot;120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398844766,C:\Users\sanmi\GoogleDrive\UWMdrive\Courses\ECE552\ece552-lec09_DataHazards_pptx\Media.ppcx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DB413F26-4403-4F75-B043-91BEF13AC534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DataHazards\data\asimages\{FB7B6A05-4EAC-4126-B633-BAFF04243104}_1.png_crop.png&quot;/&gt;&lt;left val=&quot;44&quot;/&gt;&lt;top val=&quot;112&quot;/&gt;&lt;width val=&quot;443&quot;/&gt;&lt;height val=&quot;24&quot;/&gt;&lt;hasText val=&quot;1&quot;/&gt;&lt;paraId val=&quot;1&quot;/&gt;&lt;/Image&gt;&lt;Image&gt;&lt;filename val=&quot;C:\Users\sanmi\Documents\My Adobe Presentations\ece552f2019-DataHazards\data\asimages\{D51F9746-03F1-4CC0-B690-F7AC25F01576}_1.png_crop.png&quot;/&gt;&lt;left val=&quot;78&quot;/&gt;&lt;top val=&quot;149&quot;/&gt;&lt;width val=&quot;325&quot;/&gt;&lt;height val=&quot;20&quot;/&gt;&lt;hasText val=&quot;1&quot;/&gt;&lt;paraId val=&quot;2&quot;/&gt;&lt;/Image&gt;&lt;Image&gt;&lt;filename val=&quot;C:\Users\sanmi\Documents\My Adobe Presentations\ece552f2019-DataHazards\data\asimages\{2CD9526D-F3EB-43DF-A627-85FC130BF6C7}_1.png_crop.png&quot;/&gt;&lt;left val=&quot;78&quot;/&gt;&lt;top val=&quot;184&quot;/&gt;&lt;width val=&quot;516&quot;/&gt;&lt;height val=&quot;21&quot;/&gt;&lt;hasText val=&quot;1&quot;/&gt;&lt;paraId val=&quot;3&quot;/&gt;&lt;/Image&gt;&lt;/TextEffect&gt;"/>
  <p:tag name="PRESENTER_SHAPETEXTINFO" val="&lt;ShapeTextInfo&gt;&lt;TableIndex row=&quot;-1&quot; col=&quot;-1&quot;&gt;&lt;linesCount val=&quot;3&quot;/&gt;&lt;lineCharCount val=&quot;41&quot;/&gt;&lt;lineCharCount val=&quot;31&quot;/&gt;&lt;lineCharCount val=&quot;56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A0E08916-216E-4933-853B-6BAB1CD18F1A}_22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884103-EBA6-4FED-9D94-77227F35B482}&quot;/&gt;&lt;isInvalidForFieldText val=&quot;0&quot;/&gt;&lt;Image&gt;&lt;filename val=&quot;C:\Users\sanmi\Documents\My Adobe Presentations\ece552f2019-DataHazards\data\asimages\{E1884103-EBA6-4FED-9D94-77227F35B482}.png&quot;/&gt;&lt;left val=&quot;71&quot;/&gt;&lt;top val=&quot;209&quot;/&gt;&lt;width val=&quot;550&quot;/&gt;&lt;height val=&quot;331&quot;/&gt;&lt;hasText val=&quot;1&quot;/&gt;&lt;/Image&gt;&lt;/ThreeDShape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ED2079A0-1333-4F16-833B-75032A2BFAFE}_22.png&quot;/&gt;&lt;left val=&quot;370&quot;/&gt;&lt;top val=&quot;215&quot;/&gt;&lt;width val=&quot;261&quot;/&gt;&lt;height val=&quot;62&quot;/&gt;&lt;hasText val=&quot;1&quot;/&gt;&lt;/Image&gt;&lt;/ThreeDShapeInfo&gt;"/>
  <p:tag name="PRESENTER_SHAPETEXTINFO" val="&lt;ShapeTextInfo&gt;&lt;TableIndex row=&quot;-1&quot; col=&quot;-1&quot;&gt;&lt;linesCount val=&quot;1&quot;/&gt;&lt;lineCharCount val=&quot;25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9,398844766,C:\Users\sanmi\GoogleDrive\UWMdrive\Courses\ECE552\ece552-lec09_DataHazards_pptx\Media.ppcx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3C50302E-31D7-431D-8EA3-75537D6CABC5}_2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DataHazards\data\asimages\{827A1B1F-B3A8-40A4-9B6E-5DF2DD23D3F0}_2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D7739AF-6311-44D8-BB68-6410C0A611F4}&quot;/&gt;&lt;isInvalidForFieldText val=&quot;0&quot;/&gt;&lt;Image&gt;&lt;filename val=&quot;C:\Users\sanmi\Documents\My Adobe Presentations\ece552f2019-DataHazards\data\asimages\{1D7739AF-6311-44D8-BB68-6410C0A611F4}.png&quot;/&gt;&lt;left val=&quot;15&quot;/&gt;&lt;top val=&quot;103&quot;/&gt;&lt;width val=&quot;689&quot;/&gt;&lt;height val=&quot;414&quot;/&gt;&lt;hasText val=&quot;1&quot;/&gt;&lt;/Image&gt;&lt;/ThreeDShape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1055</TotalTime>
  <Words>786</Words>
  <Application>Microsoft Macintosh PowerPoint</Application>
  <PresentationFormat>On-screen Show (4:3)</PresentationFormat>
  <Paragraphs>415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Times New Roman</vt:lpstr>
      <vt:lpstr>Wingdings</vt:lpstr>
      <vt:lpstr>Lecture Notes 552</vt:lpstr>
      <vt:lpstr>ECE/CS 552: Data Hazards</vt:lpstr>
      <vt:lpstr>PowerPoint Presentation</vt:lpstr>
      <vt:lpstr>Lifecycle of MemtoReg</vt:lpstr>
      <vt:lpstr>Pipeline Data Hazards</vt:lpstr>
      <vt:lpstr>Pipeline Data Hazards</vt:lpstr>
      <vt:lpstr>RF Bypassing</vt:lpstr>
      <vt:lpstr>RF Bypassing</vt:lpstr>
      <vt:lpstr>MEM-to-EX Forwarding</vt:lpstr>
      <vt:lpstr>EX-to-EX Forwarding</vt:lpstr>
      <vt:lpstr>Load-to-Use Stalls</vt:lpstr>
      <vt:lpstr>Load-to-Use Stalls</vt:lpstr>
      <vt:lpstr>Load-to-Use Stalls</vt:lpstr>
      <vt:lpstr>Load-to-Use Stalls</vt:lpstr>
      <vt:lpstr>Load-to-Use Stalls</vt:lpstr>
      <vt:lpstr>Pipeline Stalls</vt:lpstr>
      <vt:lpstr>Data Forwarding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Data Hazards</dc:title>
  <dc:creator/>
  <cp:lastModifiedBy>Boone Severson</cp:lastModifiedBy>
  <cp:revision>573</cp:revision>
  <cp:lastPrinted>1601-01-01T00:00:00Z</cp:lastPrinted>
  <dcterms:created xsi:type="dcterms:W3CDTF">1601-01-01T00:00:00Z</dcterms:created>
  <dcterms:modified xsi:type="dcterms:W3CDTF">2024-10-03T01:29:41Z</dcterms:modified>
</cp:coreProperties>
</file>