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7"/>
  </p:notesMasterIdLst>
  <p:handoutMasterIdLst>
    <p:handoutMasterId r:id="rId8"/>
  </p:handoutMasterIdLst>
  <p:sldIdLst>
    <p:sldId id="386" r:id="rId2"/>
    <p:sldId id="380" r:id="rId3"/>
    <p:sldId id="383" r:id="rId4"/>
    <p:sldId id="384" r:id="rId5"/>
    <p:sldId id="385" r:id="rId6"/>
  </p:sldIdLst>
  <p:sldSz cx="9144000" cy="6858000" type="screen4x3"/>
  <p:notesSz cx="6845300" cy="9396413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18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23DBEDD-5FD2-43A5-9F20-85A2AADC8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AD4ACD-46C9-4BDD-8721-5CB862199F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138BE3B-B4FC-47E2-BD81-42EF136F8F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4DBA325-EDCB-4F79-B49B-6C948EC03A0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5D3EB99-9D63-43C5-86E9-E8DCE9011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B6C3C6-9525-4349-BF9B-818C9D08B1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8E9A85D-1009-44FA-9FED-4AF6B73044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E29E7C7-EBDC-42EB-A111-5AC77006C5E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9D9E7BFF-F745-479A-A2B3-068B01427B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8AB3A8AF-22FF-4B3F-8411-EAA94D25A7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8D83F9A9-165D-470F-BC5C-9CCD4D2CB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1C35C152-3DB7-435C-A533-CD1DD6D96D3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3726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128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6615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96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35C152-3DB7-435C-A533-CD1DD6D96D3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19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D6D32831-2C8B-4D09-9F1E-8AB74892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C374E429-1925-4A10-9B19-5EC670A6D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F139AA9-7CBD-446F-8050-7CB57F801FB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F7CE92-8237-4EDF-9506-0F32E6DD423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5D103E-DC49-4873-835E-61240C1324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A94755AC-6E93-46D4-83A9-A14BFD27E00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40915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5736440-2B54-48C6-9B5F-63D6508056C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86D31D8-4737-4233-ADC5-E2794C58093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DF2F38D-6108-431B-BA6F-3B417A65D9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10C3512-AF1C-4C61-A68F-3AAEA35C96B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3671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12B75CD-D702-4371-84DB-DF40520E7BD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608C824-03E0-4194-82A9-C145EB7C7B81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E0958-E1B6-4ED0-8F04-E50F3B1C6FF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B088D-9636-41E8-941C-3BC9B83E3DCC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BD024-3BC3-4018-A48B-E06F6E5361F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B1AEF592-F6E8-4F0B-940C-5C64E2DC1EB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2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3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3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6C5233D-EB16-4FAF-AB96-A26AC7DE2B2E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36220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Single-Cycle Data Path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C14C3-D3E9-4C80-B100-3FF50B0DE756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BE53BC4-C7B8-4D7A-894E-06670A22FA9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Single-Cycle Data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CF24DE-0C47-449D-815C-51B24571DB1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638800" y="35814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A05AB-D744-4AE0-8848-94EA7A14F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676400"/>
            <a:ext cx="8048625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D704EF-4BC5-4784-8BA3-E1C216CCED0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562600" y="33528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088837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If no </a:t>
            </a:r>
            <a:r>
              <a:rPr lang="en-US" altLang="en-US" dirty="0" err="1"/>
              <a:t>ALUSrc</a:t>
            </a:r>
            <a:r>
              <a:rPr lang="en-US" altLang="en-US" dirty="0"/>
              <a:t> mux,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$t0, $t1, LOOP </a:t>
            </a:r>
            <a:r>
              <a:rPr lang="en-US" altLang="en-US" dirty="0"/>
              <a:t>correct?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ED02D-7047-411E-909C-3309D46E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2514600"/>
            <a:ext cx="8048625" cy="419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D9389E-F7C5-406F-B624-6B36EE1C81E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562600" y="41910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552617-F7C0-2A79-9C45-D7AC11C4C12F}"/>
              </a:ext>
            </a:extLst>
          </p:cNvPr>
          <p:cNvSpPr/>
          <p:nvPr/>
        </p:nvSpPr>
        <p:spPr>
          <a:xfrm>
            <a:off x="4800600" y="4800599"/>
            <a:ext cx="609600" cy="914401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0068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If no </a:t>
            </a:r>
            <a:r>
              <a:rPr lang="en-US" altLang="en-US" dirty="0" err="1"/>
              <a:t>ALUSrc</a:t>
            </a:r>
            <a:r>
              <a:rPr lang="en-US" altLang="en-US" dirty="0"/>
              <a:t> mux,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$t0, $t1, LOOP </a:t>
            </a:r>
            <a:r>
              <a:rPr lang="en-US" altLang="en-US" dirty="0"/>
              <a:t>correct?</a:t>
            </a:r>
          </a:p>
          <a:p>
            <a:pPr eaLnBrk="1" hangingPunct="1"/>
            <a:endParaRPr lang="en-US" alt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1914F-9D47-F6E0-B118-47DCC051F5E8}"/>
              </a:ext>
            </a:extLst>
          </p:cNvPr>
          <p:cNvGrpSpPr/>
          <p:nvPr/>
        </p:nvGrpSpPr>
        <p:grpSpPr>
          <a:xfrm>
            <a:off x="547688" y="2514600"/>
            <a:ext cx="8048625" cy="4198393"/>
            <a:chOff x="547688" y="2514600"/>
            <a:chExt cx="8048625" cy="41983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2ED02D-7047-411E-909C-3309D46ED5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8" y="2514600"/>
              <a:ext cx="8048625" cy="4198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D3DBF7-AFC6-4D02-8BBC-80797877DC2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4648200" y="4876800"/>
              <a:ext cx="990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0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164659-AE9D-4D44-BF4A-6359E19B11ED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648200" y="5407223"/>
              <a:ext cx="990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1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D9389E-F7C5-406F-B624-6B36EE1C81E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562600" y="4191000"/>
              <a:ext cx="1524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3C6ECF-F1BE-F23B-BEA0-5304DF70359B}"/>
                </a:ext>
              </a:extLst>
            </p:cNvPr>
            <p:cNvSpPr/>
            <p:nvPr/>
          </p:nvSpPr>
          <p:spPr>
            <a:xfrm flipH="1">
              <a:off x="4571999" y="4343400"/>
              <a:ext cx="896112" cy="134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BD38C68-069E-42F7-5F68-B4EBFFFE37DA}"/>
                </a:ext>
              </a:extLst>
            </p:cNvPr>
            <p:cNvCxnSpPr/>
            <p:nvPr/>
          </p:nvCxnSpPr>
          <p:spPr>
            <a:xfrm>
              <a:off x="4663440" y="4267200"/>
              <a:ext cx="0" cy="1600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4BA621E-FB9A-A473-627F-CF693E5AE7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37760" y="4096512"/>
              <a:ext cx="0" cy="109728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17FF10D-CF3C-DC2B-CA65-08F7E2078F8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074920" y="4864608"/>
              <a:ext cx="0" cy="82296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8F49D482-A5FE-AC83-E81C-6A33F847F0C6}"/>
              </a:ext>
            </a:extLst>
          </p:cNvPr>
          <p:cNvSpPr/>
          <p:nvPr/>
        </p:nvSpPr>
        <p:spPr>
          <a:xfrm>
            <a:off x="4800600" y="4800599"/>
            <a:ext cx="609600" cy="914401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6394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D7BB1B6-94A5-467F-8CC5-3D279D92CAA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0A9947-3AD8-45BA-A917-193A103957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371600"/>
            <a:ext cx="8534400" cy="121919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If no </a:t>
            </a:r>
            <a:r>
              <a:rPr lang="en-US" altLang="en-US" dirty="0" err="1"/>
              <a:t>ALUSrc</a:t>
            </a:r>
            <a:r>
              <a:rPr lang="en-US" altLang="en-US" dirty="0"/>
              <a:t> mux, 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$t0, $t1, LOOP </a:t>
            </a:r>
            <a:r>
              <a:rPr lang="en-US" altLang="en-US" dirty="0"/>
              <a:t>correct?</a:t>
            </a:r>
          </a:p>
          <a:p>
            <a:pPr lvl="1" eaLnBrk="1" hangingPunct="1"/>
            <a:r>
              <a:rPr lang="en-US" altLang="en-US" b="1" dirty="0"/>
              <a:t>No, would compare: [$t0] == LOOP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1914F-9D47-F6E0-B118-47DCC051F5E8}"/>
              </a:ext>
            </a:extLst>
          </p:cNvPr>
          <p:cNvGrpSpPr/>
          <p:nvPr/>
        </p:nvGrpSpPr>
        <p:grpSpPr>
          <a:xfrm>
            <a:off x="547688" y="2514600"/>
            <a:ext cx="8048625" cy="4198393"/>
            <a:chOff x="547688" y="2514600"/>
            <a:chExt cx="8048625" cy="41983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2ED02D-7047-411E-909C-3309D46ED5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8" y="2514600"/>
              <a:ext cx="8048625" cy="4198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D3DBF7-AFC6-4D02-8BBC-80797877DC2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4648200" y="4876800"/>
              <a:ext cx="990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0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164659-AE9D-4D44-BF4A-6359E19B11ED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648200" y="5407223"/>
              <a:ext cx="990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1</a:t>
              </a: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D9389E-F7C5-406F-B624-6B36EE1C81E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562600" y="4191000"/>
              <a:ext cx="1524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3C6ECF-F1BE-F23B-BEA0-5304DF70359B}"/>
                </a:ext>
              </a:extLst>
            </p:cNvPr>
            <p:cNvSpPr/>
            <p:nvPr/>
          </p:nvSpPr>
          <p:spPr>
            <a:xfrm flipH="1">
              <a:off x="4571999" y="4343400"/>
              <a:ext cx="896112" cy="134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BD38C68-069E-42F7-5F68-B4EBFFFE37DA}"/>
                </a:ext>
              </a:extLst>
            </p:cNvPr>
            <p:cNvCxnSpPr/>
            <p:nvPr/>
          </p:nvCxnSpPr>
          <p:spPr>
            <a:xfrm>
              <a:off x="4663440" y="4267200"/>
              <a:ext cx="0" cy="1600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4BA621E-FB9A-A473-627F-CF693E5AE77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37760" y="4096512"/>
              <a:ext cx="0" cy="109728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17FF10D-CF3C-DC2B-CA65-08F7E2078F8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074920" y="4864608"/>
              <a:ext cx="0" cy="82296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8F49D482-A5FE-AC83-E81C-6A33F847F0C6}"/>
              </a:ext>
            </a:extLst>
          </p:cNvPr>
          <p:cNvSpPr/>
          <p:nvPr/>
        </p:nvSpPr>
        <p:spPr>
          <a:xfrm>
            <a:off x="4800600" y="4800599"/>
            <a:ext cx="609600" cy="914401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057978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Single-Cycle Data Path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SingleCycleDataPath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2008&quot;&gt;&lt;property id=&quot;20148&quot; value=&quot;5&quot;/&gt;&lt;property id=&quot;20300&quot; value=&quot;Slide 1 - &amp;quot;ECE/CS 552: Single-Cycle Data Path&amp;quot;&quot;/&gt;&lt;property id=&quot;20307&quot; value=&quot;363&quot;/&gt;&lt;property id=&quot;20309&quot; value=&quot;-1&quot;/&gt;&lt;/object&gt;&lt;object type=&quot;3&quot; unique_id=&quot;17187&quot;&gt;&lt;property id=&quot;20148&quot; value=&quot;5&quot;/&gt;&lt;property id=&quot;20300&quot; value=&quot;Slide 2 - &amp;quot;Single-Cycle Data Path&amp;quot;&quot;/&gt;&lt;property id=&quot;20307&quot; value=&quot;380&quot;/&gt;&lt;property id=&quot;20309&quot; value=&quot;-1&quot;/&gt;&lt;/object&gt;&lt;object type=&quot;3&quot; unique_id=&quot;19105&quot;&gt;&lt;property id=&quot;20148&quot; value=&quot;5&quot;/&gt;&lt;property id=&quot;20300&quot; value=&quot;Slide 3 - &amp;quot;Exercise&amp;quot;&quot;/&gt;&lt;property id=&quot;20307&quot; value=&quot;381&quot;/&gt;&lt;/object&gt;&lt;object type=&quot;3&quot; unique_id=&quot;19106&quot;&gt;&lt;property id=&quot;20148&quot; value=&quot;5&quot;/&gt;&lt;property id=&quot;20300&quot; value=&quot;Slide 4 - &amp;quot;Exercise&amp;quot;&quot;/&gt;&lt;property id=&quot;20307&quot; value=&quot;382&quot;/&gt;&lt;/object&gt;&lt;/object&gt;&lt;object type=&quot;10&quot; unique_id=&quot;16035&quot;&gt;&lt;object type=&quot;11&quot; unique_id=&quot;16036&quot;&gt;&lt;property id=&quot;20180&quot; value=&quot;0&quot;/&gt;&lt;property id=&quot;20181&quot; value=&quot;1&quot;/&gt;&lt;property id=&quot;20183&quot; value=&quot;1&quot;/&gt;&lt;/object&gt;&lt;object type=&quot;12&quot; unique_id=&quot;18380&quot;&gt;&lt;/object&gt;&lt;/object&gt;&lt;object type=&quot;4&quot; unique_id=&quot;16037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777315193,C:\Users\sanmi\GoogleDrive\UWMdrive\Courses\ECE552\ece552-lec06_SingleCycleDataPath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16791DCE-F54A-47B8-BCE8-7370F538AFAB}_1.png&quot;/&gt;&lt;left val=&quot;22&quot;/&gt;&lt;top val=&quot;185&quot;/&gt;&lt;width val=&quot;675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D6DEFB26-21E0-4694-9968-BFA19DB3FDA4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BA93233-971C-4AF2-91C4-4F2A7BC17D9F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93FD7C5-8602-4DEC-B53C-15320AD5AE8D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EA70544-C5FD-4B61-ABDE-08012C83C588}_24.png&quot;/&gt;&lt;left val=&quot;24&quot;/&gt;&lt;top val=&quot;101&quot;/&gt;&lt;width val=&quot;687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50&quot;/&gt;&lt;lineCharCount val=&quot;3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93FD7C5-8602-4DEC-B53C-15320AD5AE8D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EA70544-C5FD-4B61-ABDE-08012C83C588}_24.png&quot;/&gt;&lt;left val=&quot;24&quot;/&gt;&lt;top val=&quot;101&quot;/&gt;&lt;width val=&quot;687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50&quot;/&gt;&lt;lineCharCount val=&quot;32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EB16A7C9-1F49-4780-BC4C-A809924C79DB}_24.png&quot;/&gt;&lt;left val=&quot;365&quot;/&gt;&lt;top val=&quot;382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57EB384-D3B2-46D1-B5DB-8474C37CB5C5}_24.png&quot;/&gt;&lt;left val=&quot;365&quot;/&gt;&lt;top val=&quot;424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93FD7C5-8602-4DEC-B53C-15320AD5AE8D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9EA70544-C5FD-4B61-ABDE-08012C83C588}_24.png&quot;/&gt;&lt;left val=&quot;24&quot;/&gt;&lt;top val=&quot;101&quot;/&gt;&lt;width val=&quot;687&quot;/&gt;&lt;height val=&quot;106&quot;/&gt;&lt;hasText val=&quot;1&quot;/&gt;&lt;/Image&gt;&lt;/ThreeDShapeInfo&gt;"/>
  <p:tag name="PRESENTER_SHAPETEXTINFO" val="&lt;ShapeTextInfo&gt;&lt;TableIndex row=&quot;-1&quot; col=&quot;-1&quot;&gt;&lt;linesCount val=&quot;2&quot;/&gt;&lt;lineCharCount val=&quot;50&quot;/&gt;&lt;lineCharCount val=&quot;32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EB16A7C9-1F49-4780-BC4C-A809924C79DB}_24.png&quot;/&gt;&lt;left val=&quot;365&quot;/&gt;&lt;top val=&quot;382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SingleCycleDataPath\data\asimages\{857EB384-D3B2-46D1-B5DB-8474C37CB5C5}_24.png&quot;/&gt;&lt;left val=&quot;365&quot;/&gt;&lt;top val=&quot;424&quot;/&gt;&lt;width val=&quot;78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745</TotalTime>
  <Words>111</Words>
  <Application>Microsoft Macintosh PowerPoint</Application>
  <PresentationFormat>On-screen Show (4:3)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Times New Roman</vt:lpstr>
      <vt:lpstr>Lecture Notes 552</vt:lpstr>
      <vt:lpstr>ECE/CS 552: Single-Cycle Data Path</vt:lpstr>
      <vt:lpstr>Single-Cycle Data Path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Single Cycle Data Path</dc:title>
  <dc:creator/>
  <cp:lastModifiedBy>Boone Severson</cp:lastModifiedBy>
  <cp:revision>468</cp:revision>
  <cp:lastPrinted>1601-01-01T00:00:00Z</cp:lastPrinted>
  <dcterms:created xsi:type="dcterms:W3CDTF">1601-01-01T00:00:00Z</dcterms:created>
  <dcterms:modified xsi:type="dcterms:W3CDTF">2024-09-02T03:57:16Z</dcterms:modified>
</cp:coreProperties>
</file>