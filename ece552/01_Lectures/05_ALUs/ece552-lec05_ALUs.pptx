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7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8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0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1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3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notesSlides/notesSlide14.xml" ContentType="application/vnd.openxmlformats-officedocument.presentationml.notesSlide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notesSlides/notesSlide15.xml" ContentType="application/vnd.openxmlformats-officedocument.presentationml.notesSlide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notesSlides/notesSlide16.xml" ContentType="application/vnd.openxmlformats-officedocument.presentationml.notesSlide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notesSlides/notesSlide17.xml" ContentType="application/vnd.openxmlformats-officedocument.presentationml.notesSlide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notesSlides/notesSlide18.xml" ContentType="application/vnd.openxmlformats-officedocument.presentationml.notesSlide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notesSlides/notesSlide19.xml" ContentType="application/vnd.openxmlformats-officedocument.presentationml.notesSlide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notesSlides/notesSlide20.xml" ContentType="application/vnd.openxmlformats-officedocument.presentationml.notesSlide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notesSlides/notesSlide21.xml" ContentType="application/vnd.openxmlformats-officedocument.presentationml.notesSlide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notesSlides/notesSlide22.xml" ContentType="application/vnd.openxmlformats-officedocument.presentationml.notesSlide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notesSlides/notesSlide23.xml" ContentType="application/vnd.openxmlformats-officedocument.presentationml.notesSlide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notesSlides/notesSlide24.xml" ContentType="application/vnd.openxmlformats-officedocument.presentationml.notesSlide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notesSlides/notesSlide25.xml" ContentType="application/vnd.openxmlformats-officedocument.presentationml.notesSlide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notesSlides/notesSlide26.xml" ContentType="application/vnd.openxmlformats-officedocument.presentationml.notesSlide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notesSlides/notesSlide27.xml" ContentType="application/vnd.openxmlformats-officedocument.presentationml.notesSlide+xml"/>
  <Override PartName="/ppt/ink/ink1.xml" ContentType="application/inkml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notesSlides/notesSlide28.xml" ContentType="application/vnd.openxmlformats-officedocument.presentationml.notesSlide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notesSlides/notesSlide29.xml" ContentType="application/vnd.openxmlformats-officedocument.presentationml.notesSlide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notesSlides/notesSlide30.xml" ContentType="application/vnd.openxmlformats-officedocument.presentationml.notesSlide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notesSlides/notesSlide31.xml" ContentType="application/vnd.openxmlformats-officedocument.presentationml.notesSlide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notesSlides/notesSlide32.xml" ContentType="application/vnd.openxmlformats-officedocument.presentationml.notesSlide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notesSlides/notesSlide33.xml" ContentType="application/vnd.openxmlformats-officedocument.presentationml.notesSlide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notesSlides/notesSlide34.xml" ContentType="application/vnd.openxmlformats-officedocument.presentationml.notesSlide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notesSlides/notesSlide35.xml" ContentType="application/vnd.openxmlformats-officedocument.presentationml.notesSlide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notesSlides/notesSlide36.xml" ContentType="application/vnd.openxmlformats-officedocument.presentationml.notesSlide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notesSlides/notesSlide37.xml" ContentType="application/vnd.openxmlformats-officedocument.presentationml.notesSlide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notesSlides/notesSlide38.xml" ContentType="application/vnd.openxmlformats-officedocument.presentationml.notesSlide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notesSlides/notesSlide39.xml" ContentType="application/vnd.openxmlformats-officedocument.presentationml.notesSlide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notesSlides/notesSlide40.xml" ContentType="application/vnd.openxmlformats-officedocument.presentationml.notesSlide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notesSlides/notesSlide41.xml" ContentType="application/vnd.openxmlformats-officedocument.presentationml.notesSlide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notesSlides/notesSlide42.xml" ContentType="application/vnd.openxmlformats-officedocument.presentationml.notesSlide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notesSlides/notesSlide43.xml" ContentType="application/vnd.openxmlformats-officedocument.presentationml.notesSlide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notesSlides/notesSlide44.xml" ContentType="application/vnd.openxmlformats-officedocument.presentationml.notesSlide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notesSlides/notesSlide45.xml" ContentType="application/vnd.openxmlformats-officedocument.presentationml.notesSlide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6" r:id="rId1"/>
  </p:sldMasterIdLst>
  <p:notesMasterIdLst>
    <p:notesMasterId r:id="rId48"/>
  </p:notesMasterIdLst>
  <p:handoutMasterIdLst>
    <p:handoutMasterId r:id="rId49"/>
  </p:handoutMasterIdLst>
  <p:sldIdLst>
    <p:sldId id="297" r:id="rId2"/>
    <p:sldId id="258" r:id="rId3"/>
    <p:sldId id="259" r:id="rId4"/>
    <p:sldId id="348" r:id="rId5"/>
    <p:sldId id="262" r:id="rId6"/>
    <p:sldId id="263" r:id="rId7"/>
    <p:sldId id="360" r:id="rId8"/>
    <p:sldId id="361" r:id="rId9"/>
    <p:sldId id="3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4" r:id="rId18"/>
    <p:sldId id="298" r:id="rId19"/>
    <p:sldId id="288" r:id="rId20"/>
    <p:sldId id="289" r:id="rId21"/>
    <p:sldId id="290" r:id="rId22"/>
    <p:sldId id="286" r:id="rId23"/>
    <p:sldId id="291" r:id="rId24"/>
    <p:sldId id="314" r:id="rId25"/>
    <p:sldId id="292" r:id="rId26"/>
    <p:sldId id="293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9" r:id="rId35"/>
    <p:sldId id="356" r:id="rId36"/>
    <p:sldId id="316" r:id="rId37"/>
    <p:sldId id="317" r:id="rId38"/>
    <p:sldId id="318" r:id="rId39"/>
    <p:sldId id="324" r:id="rId40"/>
    <p:sldId id="331" r:id="rId41"/>
    <p:sldId id="326" r:id="rId42"/>
    <p:sldId id="358" r:id="rId43"/>
    <p:sldId id="357" r:id="rId44"/>
    <p:sldId id="345" r:id="rId45"/>
    <p:sldId id="346" r:id="rId46"/>
    <p:sldId id="335" r:id="rId47"/>
  </p:sldIdLst>
  <p:sldSz cx="9144000" cy="6858000" type="screen4x3"/>
  <p:notesSz cx="7004050" cy="9290050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6">
          <p15:clr>
            <a:srgbClr val="A4A3A4"/>
          </p15:clr>
        </p15:guide>
        <p15:guide id="2" pos="220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0000"/>
    <a:srgbClr val="0066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 autoAdjust="0"/>
    <p:restoredTop sz="64759" autoAdjust="0"/>
  </p:normalViewPr>
  <p:slideViewPr>
    <p:cSldViewPr>
      <p:cViewPr varScale="1">
        <p:scale>
          <a:sx n="166" d="100"/>
          <a:sy n="166" d="100"/>
        </p:scale>
        <p:origin x="29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547"/>
    </p:cViewPr>
  </p:sorterViewPr>
  <p:notesViewPr>
    <p:cSldViewPr>
      <p:cViewPr varScale="1">
        <p:scale>
          <a:sx n="65" d="100"/>
          <a:sy n="65" d="100"/>
        </p:scale>
        <p:origin x="2565" y="60"/>
      </p:cViewPr>
      <p:guideLst>
        <p:guide orient="horz" pos="2926"/>
        <p:guide pos="22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875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4913"/>
            <a:ext cx="36576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875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3CB1B8AE-5CBD-4264-8A1D-E89D3DEB1E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949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76" units="cm"/>
          <inkml:channel name="Y" type="integer" max="2048" units="cm"/>
        </inkml:traceFormat>
        <inkml:channelProperties>
          <inkml:channelProperty channel="X" name="resolution" value="128.43538" units="1/cm"/>
          <inkml:channelProperty channel="Y" name="resolution" value="123.3735" units="1/cm"/>
        </inkml:channelProperties>
      </inkml:inkSource>
      <inkml:timestamp xml:id="ts0" timeString="2014-01-16T13:28:59.139"/>
    </inkml:context>
    <inkml:brush xml:id="br0">
      <inkml:brushProperty name="width" value="0.08333" units="cm"/>
      <inkml:brushProperty name="height" value="0.08333" units="cm"/>
      <inkml:brushProperty name="color" value="#E46C0A"/>
      <inkml:brushProperty name="fitToCurve" value="1"/>
    </inkml:brush>
  </inkml:definitions>
  <inkml:trace contextRef="#ctx0" brushRef="#br0">316 11534,'0'0,"0"0,0 0,0 0,0 0,0 0,-15 0,0 0,0 0,0 0,0 0,0 0,0 0,0 0,0 0,0 0,15-15,0-1,0 1,0-16,15 0,0-16,0 1,0-1,0 1,0-1,0-46,-15-15,0 46,15-31,-15 0,0 31,0 0,0 15,0 1,0-1,15-15,0 0,0 16,0-1,0-15,0 0,0-31,14-15,-14 46,-15 0,0 0,0 0,0 0,-15 15,0-15,1 16,-1-16,30 0,-1 15,1-15,0-31,-15-46,0 30,0 47,0 0,-15 0,0 0,1 15,-1 1,15-1,0 1,0-1,-15 1,0-1,0 1,-15-47,15-16,-15 16,15-15,0 46,15 0,0 0,-15 0,15 15,0 1,0-16,0 15,0 1,0-1,-15 1,0-1,0-15,15 0,0-31,-15-15,15 46,0 0,0 15,0 1,0-1,0 1,0-1,0 1,0-1,-15 1,15-1,0-15,-15 0,15 0,0-31,-14-16,-1 47,0 0,0 16,15-1,0 1,-15-1,0 1,15-1,0 1,-15-16,15 0,0 15,0-15,0 0,0-46,-15-1,15 47,0 0,0 0,0 0,0 0,0 0,0 0,0 16,0-1,0 1,15-1,-15 1,15-1,0-15,0 0,30-31,29-31,-29 47,-15 30,0 1,0-1,15 1,-15 14,-1 1,1 0,0 0,0 0,15 16,0-1,0 1,0-1,29-15,16 0,0 0,-1 16,-29-1,0 1,0 15,44 0,-14-16,-30 16,0 0,-1 0,46 0,30-15,-46-1,-29 16,0 0,0 0,44 0,-14 0,-30 0,0 0,-1 0,1 0,0 0,45 0,44 16,-59-16,-30 0,-1 0,1 15,0 1,0-1,-1 1,1-1,0 1,0-16,45 15,29 1,-29-16,-46 15,1 1,0-1,0 1,0-1,-1 1,46-1,-15 16,-30-15,-1-1,31 1,45 15,-46 0,-29-15,0-1,44 1,-14 15,-30-16,0-15,0 16,-1-1,46 1,30 15,-31-31,-44 15,0-15,0 0,-1 0,1 0,0 16,0-16,-1 15,46 1,-15-1,14 1,31-16,-45 0,-31 0,46 15,-15-15,-30 0,44 0,-14 0,-30 0,104 16,1-1,-106-15,1 0,45 0,-16 0,-29 0,0 0,0 0,0 0,-1 0,46 16,45-1,-1-15,-59 0,-30 0,-1 0,46 16,-15-16,-31 15,1-15,0 16,104-1,1-15,-105 0,-1 0,1 0,0 0,0 0,0 0,-1 0,1 0,0 0,0 0,0 0,44 0,46 0,-61 0,-29 0,0 0,0 0,0 0,-1 0,1 0,0 0,0 0,0 0,-16 16,1-16,0 0,45 15,-1 1,-29-16,0 0,0 0,0 0,-16 15,1 1,0-16,0 15,0-15,0 0,0 0,-1 0,1 16,0-1,15-15,-15 16,59-1,-14-15,-30 0,0 0,-1 0,1 0,0 0,0 0,0 0,-1 0,1 0,0 0,0 0,0 0,44 16,-14-16,-30 0,-1 0,1 0,0 0,0 0,-15 0,14 0,-14 0,0 0,0 0,0 0,0 0,0 0,-1 0,16 0,45 0,-1 0,-44 0,0 0,0 0,0 0,-1 0,1 0,0 0,-15 0,0 0,0 0,-1 0,1 0,0 0,0 0,45 15,-1-15,-29 0,0 0,0 0,-1 0,1 0,-15 0,0 0,0 0,0 0,14 0,-14 0,0 0,0 0,0 0,0 0,44 0,1 0,-30 0,0 0,-1 0,1 0,0 0,0 0,-15 0,0 0,-1 0,1 0,0 0,0 0,-15 0,0 0,0 0,-1 0,1 0,0 0,0 0,0 0,15 0,0 0,0 0,14 0,-14 0,0 0,0 0,0 0,-15 0,0 0,-1 0,1 0,0 0,0 0,0 0,0 0,0 0,-15 0,0 0,0 0,0 0,0 0,0 0,-1-15,16-1,-15 16,0-15,15-1,-15 1,0-1,0 1,0-1,0 1,0-1,0 1,0-1,0 1,0-16,0 0,0 0,-1 0,1 0,0 0,15-16,0 1,-15-1,0 1,0-1,0 0,0 1,0 15,0-16,0 1,0-1,0 1,0 15,0-16,-1-15,1 16,0-1,-15-15,0 0,0 0,0 0,15 16,0-1,-15 1,0-1,0 1,0-16,0 15,0 1,0-1,0 1,0-1,0 1,0-1,0 1,0-16,0 15,-15 1,0-16,15 15,-15-15,0 16,1-1,-1 1,15-1,0 1,-15-1,15 1,-15 15,15-16,-15 16,15 0,0 0,0 0,0 0,0 0,0-15,0 15,0 0,0-16,0 16,0 0,0 0,0 0,0 0,0 0,0 0,0-16,0 16,0 0,0 0,0 0,0 0,0 0,0 0,0 0,0 16,0-16,0 15,0-15,0 16,0-1,0 1,0-1,0 1,0-1,0 1,0-1,0 1,0-1,0 1,0-1,0 1,0-1,0 1,0-1,0 1,0-1,0 1,0-1,0 1,0-1,0 1,0-1,0 1,0-1,0 1,0-1,0 1,0 15,0 0,0 0,0-16,0 16,0 0,0 0,0 0,0-15,0-16,-15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875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5025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3250"/>
            <a:ext cx="5137150" cy="417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875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862AF6C-1AE5-4399-86D2-69862224E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2329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33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76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91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08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540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766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45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38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333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5822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594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076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0373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446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6233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649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84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060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730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871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242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973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BC5787-4491-46DB-AC7D-5ED454DD0430}" type="slidenum">
              <a:rPr kumimoji="0" lang="en-US" altLang="en-US"/>
              <a:pPr>
                <a:spcBef>
                  <a:spcPct val="0"/>
                </a:spcBef>
              </a:pPr>
              <a:t>23</a:t>
            </a:fld>
            <a:endParaRPr kumimoji="0" lang="en-US" alt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dirty="0"/>
              <a:t>Let’s apply what we’ve learned with some signed 3-bit examples. Say we’re adding 2+3. We know the sum is 5, which would be 0101 with 4 bits, but signed 3 bit math results in 101 or negative 3. We have a new rule: if we sum 2 positive numbers and the result is negative, we know an overflow happened.</a:t>
            </a:r>
          </a:p>
          <a:p>
            <a:endParaRPr lang="en-US" altLang="en-US" dirty="0"/>
          </a:p>
          <a:p>
            <a:r>
              <a:rPr lang="en-US" altLang="en-US" dirty="0"/>
              <a:t>Let’s consider a similar, but opposite situation with -1 + -4. If we had 4-bits, the result should be 1011 but we only get the bottom 3 bits which is 011, or positive 3. Since the sum of 2 negative numbers resulted in a positive number, we can conclude that an overflow occurred.</a:t>
            </a:r>
          </a:p>
        </p:txBody>
      </p:sp>
    </p:spTree>
    <p:extLst>
      <p:ext uri="{BB962C8B-B14F-4D97-AF65-F5344CB8AC3E}">
        <p14:creationId xmlns:p14="http://schemas.microsoft.com/office/powerpoint/2010/main" val="549187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231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780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867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584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5764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41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1346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954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378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0573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6018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7213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287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935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0039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6636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8308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8230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73247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717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885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8762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00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82AA85B-1F6C-46DA-A011-F304FE3F68F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22271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48A9C6-7E71-4447-B3A6-378EB0C1BF9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0787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D7111E3A-CC32-435B-9C4D-5D27629589D6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26" Type="http://schemas.openxmlformats.org/officeDocument/2006/relationships/tags" Target="../tags/tag77.xml"/><Relationship Id="rId39" Type="http://schemas.openxmlformats.org/officeDocument/2006/relationships/tags" Target="../tags/tag90.xml"/><Relationship Id="rId21" Type="http://schemas.openxmlformats.org/officeDocument/2006/relationships/tags" Target="../tags/tag72.xml"/><Relationship Id="rId34" Type="http://schemas.openxmlformats.org/officeDocument/2006/relationships/tags" Target="../tags/tag85.xml"/><Relationship Id="rId42" Type="http://schemas.openxmlformats.org/officeDocument/2006/relationships/tags" Target="../tags/tag93.xml"/><Relationship Id="rId47" Type="http://schemas.openxmlformats.org/officeDocument/2006/relationships/notesSlide" Target="../notesSlides/notesSlide10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9" Type="http://schemas.openxmlformats.org/officeDocument/2006/relationships/tags" Target="../tags/tag80.xml"/><Relationship Id="rId11" Type="http://schemas.openxmlformats.org/officeDocument/2006/relationships/tags" Target="../tags/tag62.xml"/><Relationship Id="rId24" Type="http://schemas.openxmlformats.org/officeDocument/2006/relationships/tags" Target="../tags/tag75.xml"/><Relationship Id="rId32" Type="http://schemas.openxmlformats.org/officeDocument/2006/relationships/tags" Target="../tags/tag83.xml"/><Relationship Id="rId37" Type="http://schemas.openxmlformats.org/officeDocument/2006/relationships/tags" Target="../tags/tag88.xml"/><Relationship Id="rId40" Type="http://schemas.openxmlformats.org/officeDocument/2006/relationships/tags" Target="../tags/tag91.xml"/><Relationship Id="rId45" Type="http://schemas.openxmlformats.org/officeDocument/2006/relationships/tags" Target="../tags/tag96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tags" Target="../tags/tag74.xml"/><Relationship Id="rId28" Type="http://schemas.openxmlformats.org/officeDocument/2006/relationships/tags" Target="../tags/tag79.xml"/><Relationship Id="rId36" Type="http://schemas.openxmlformats.org/officeDocument/2006/relationships/tags" Target="../tags/tag87.xml"/><Relationship Id="rId49" Type="http://schemas.openxmlformats.org/officeDocument/2006/relationships/image" Target="../media/image3.png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31" Type="http://schemas.openxmlformats.org/officeDocument/2006/relationships/tags" Target="../tags/tag82.xml"/><Relationship Id="rId44" Type="http://schemas.openxmlformats.org/officeDocument/2006/relationships/tags" Target="../tags/tag95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tags" Target="../tags/tag73.xml"/><Relationship Id="rId27" Type="http://schemas.openxmlformats.org/officeDocument/2006/relationships/tags" Target="../tags/tag78.xml"/><Relationship Id="rId30" Type="http://schemas.openxmlformats.org/officeDocument/2006/relationships/tags" Target="../tags/tag81.xml"/><Relationship Id="rId35" Type="http://schemas.openxmlformats.org/officeDocument/2006/relationships/tags" Target="../tags/tag86.xml"/><Relationship Id="rId43" Type="http://schemas.openxmlformats.org/officeDocument/2006/relationships/tags" Target="../tags/tag94.xml"/><Relationship Id="rId48" Type="http://schemas.openxmlformats.org/officeDocument/2006/relationships/image" Target="../media/image2.png"/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5" Type="http://schemas.openxmlformats.org/officeDocument/2006/relationships/tags" Target="../tags/tag76.xml"/><Relationship Id="rId33" Type="http://schemas.openxmlformats.org/officeDocument/2006/relationships/tags" Target="../tags/tag84.xml"/><Relationship Id="rId38" Type="http://schemas.openxmlformats.org/officeDocument/2006/relationships/tags" Target="../tags/tag89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71.xml"/><Relationship Id="rId41" Type="http://schemas.openxmlformats.org/officeDocument/2006/relationships/tags" Target="../tags/tag92.xml"/><Relationship Id="rId1" Type="http://schemas.openxmlformats.org/officeDocument/2006/relationships/tags" Target="../tags/tag52.xml"/><Relationship Id="rId6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10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232.xml"/><Relationship Id="rId21" Type="http://schemas.openxmlformats.org/officeDocument/2006/relationships/tags" Target="../tags/tag136.xml"/><Relationship Id="rId42" Type="http://schemas.openxmlformats.org/officeDocument/2006/relationships/tags" Target="../tags/tag157.xml"/><Relationship Id="rId63" Type="http://schemas.openxmlformats.org/officeDocument/2006/relationships/tags" Target="../tags/tag178.xml"/><Relationship Id="rId84" Type="http://schemas.openxmlformats.org/officeDocument/2006/relationships/tags" Target="../tags/tag199.xml"/><Relationship Id="rId138" Type="http://schemas.openxmlformats.org/officeDocument/2006/relationships/tags" Target="../tags/tag253.xml"/><Relationship Id="rId107" Type="http://schemas.openxmlformats.org/officeDocument/2006/relationships/tags" Target="../tags/tag222.xml"/><Relationship Id="rId11" Type="http://schemas.openxmlformats.org/officeDocument/2006/relationships/tags" Target="../tags/tag126.xml"/><Relationship Id="rId32" Type="http://schemas.openxmlformats.org/officeDocument/2006/relationships/tags" Target="../tags/tag147.xml"/><Relationship Id="rId37" Type="http://schemas.openxmlformats.org/officeDocument/2006/relationships/tags" Target="../tags/tag152.xml"/><Relationship Id="rId53" Type="http://schemas.openxmlformats.org/officeDocument/2006/relationships/tags" Target="../tags/tag168.xml"/><Relationship Id="rId58" Type="http://schemas.openxmlformats.org/officeDocument/2006/relationships/tags" Target="../tags/tag173.xml"/><Relationship Id="rId74" Type="http://schemas.openxmlformats.org/officeDocument/2006/relationships/tags" Target="../tags/tag189.xml"/><Relationship Id="rId79" Type="http://schemas.openxmlformats.org/officeDocument/2006/relationships/tags" Target="../tags/tag194.xml"/><Relationship Id="rId102" Type="http://schemas.openxmlformats.org/officeDocument/2006/relationships/tags" Target="../tags/tag217.xml"/><Relationship Id="rId123" Type="http://schemas.openxmlformats.org/officeDocument/2006/relationships/tags" Target="../tags/tag238.xml"/><Relationship Id="rId128" Type="http://schemas.openxmlformats.org/officeDocument/2006/relationships/tags" Target="../tags/tag243.xml"/><Relationship Id="rId5" Type="http://schemas.openxmlformats.org/officeDocument/2006/relationships/tags" Target="../tags/tag120.xml"/><Relationship Id="rId90" Type="http://schemas.openxmlformats.org/officeDocument/2006/relationships/tags" Target="../tags/tag205.xml"/><Relationship Id="rId95" Type="http://schemas.openxmlformats.org/officeDocument/2006/relationships/tags" Target="../tags/tag210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43" Type="http://schemas.openxmlformats.org/officeDocument/2006/relationships/tags" Target="../tags/tag158.xml"/><Relationship Id="rId48" Type="http://schemas.openxmlformats.org/officeDocument/2006/relationships/tags" Target="../tags/tag163.xml"/><Relationship Id="rId64" Type="http://schemas.openxmlformats.org/officeDocument/2006/relationships/tags" Target="../tags/tag179.xml"/><Relationship Id="rId69" Type="http://schemas.openxmlformats.org/officeDocument/2006/relationships/tags" Target="../tags/tag184.xml"/><Relationship Id="rId113" Type="http://schemas.openxmlformats.org/officeDocument/2006/relationships/tags" Target="../tags/tag228.xml"/><Relationship Id="rId118" Type="http://schemas.openxmlformats.org/officeDocument/2006/relationships/tags" Target="../tags/tag233.xml"/><Relationship Id="rId134" Type="http://schemas.openxmlformats.org/officeDocument/2006/relationships/tags" Target="../tags/tag249.xml"/><Relationship Id="rId139" Type="http://schemas.openxmlformats.org/officeDocument/2006/relationships/tags" Target="../tags/tag254.xml"/><Relationship Id="rId80" Type="http://schemas.openxmlformats.org/officeDocument/2006/relationships/tags" Target="../tags/tag195.xml"/><Relationship Id="rId85" Type="http://schemas.openxmlformats.org/officeDocument/2006/relationships/tags" Target="../tags/tag200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33" Type="http://schemas.openxmlformats.org/officeDocument/2006/relationships/tags" Target="../tags/tag148.xml"/><Relationship Id="rId38" Type="http://schemas.openxmlformats.org/officeDocument/2006/relationships/tags" Target="../tags/tag153.xml"/><Relationship Id="rId59" Type="http://schemas.openxmlformats.org/officeDocument/2006/relationships/tags" Target="../tags/tag174.xml"/><Relationship Id="rId103" Type="http://schemas.openxmlformats.org/officeDocument/2006/relationships/tags" Target="../tags/tag218.xml"/><Relationship Id="rId108" Type="http://schemas.openxmlformats.org/officeDocument/2006/relationships/tags" Target="../tags/tag223.xml"/><Relationship Id="rId124" Type="http://schemas.openxmlformats.org/officeDocument/2006/relationships/tags" Target="../tags/tag239.xml"/><Relationship Id="rId129" Type="http://schemas.openxmlformats.org/officeDocument/2006/relationships/tags" Target="../tags/tag244.xml"/><Relationship Id="rId54" Type="http://schemas.openxmlformats.org/officeDocument/2006/relationships/tags" Target="../tags/tag169.xml"/><Relationship Id="rId70" Type="http://schemas.openxmlformats.org/officeDocument/2006/relationships/tags" Target="../tags/tag185.xml"/><Relationship Id="rId75" Type="http://schemas.openxmlformats.org/officeDocument/2006/relationships/tags" Target="../tags/tag190.xml"/><Relationship Id="rId91" Type="http://schemas.openxmlformats.org/officeDocument/2006/relationships/tags" Target="../tags/tag206.xml"/><Relationship Id="rId96" Type="http://schemas.openxmlformats.org/officeDocument/2006/relationships/tags" Target="../tags/tag211.xml"/><Relationship Id="rId140" Type="http://schemas.openxmlformats.org/officeDocument/2006/relationships/tags" Target="../tags/tag255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49" Type="http://schemas.openxmlformats.org/officeDocument/2006/relationships/tags" Target="../tags/tag164.xml"/><Relationship Id="rId114" Type="http://schemas.openxmlformats.org/officeDocument/2006/relationships/tags" Target="../tags/tag229.xml"/><Relationship Id="rId119" Type="http://schemas.openxmlformats.org/officeDocument/2006/relationships/tags" Target="../tags/tag234.xml"/><Relationship Id="rId44" Type="http://schemas.openxmlformats.org/officeDocument/2006/relationships/tags" Target="../tags/tag159.xml"/><Relationship Id="rId60" Type="http://schemas.openxmlformats.org/officeDocument/2006/relationships/tags" Target="../tags/tag175.xml"/><Relationship Id="rId65" Type="http://schemas.openxmlformats.org/officeDocument/2006/relationships/tags" Target="../tags/tag180.xml"/><Relationship Id="rId81" Type="http://schemas.openxmlformats.org/officeDocument/2006/relationships/tags" Target="../tags/tag196.xml"/><Relationship Id="rId86" Type="http://schemas.openxmlformats.org/officeDocument/2006/relationships/tags" Target="../tags/tag201.xml"/><Relationship Id="rId130" Type="http://schemas.openxmlformats.org/officeDocument/2006/relationships/tags" Target="../tags/tag245.xml"/><Relationship Id="rId135" Type="http://schemas.openxmlformats.org/officeDocument/2006/relationships/tags" Target="../tags/tag250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39" Type="http://schemas.openxmlformats.org/officeDocument/2006/relationships/tags" Target="../tags/tag154.xml"/><Relationship Id="rId109" Type="http://schemas.openxmlformats.org/officeDocument/2006/relationships/tags" Target="../tags/tag224.xml"/><Relationship Id="rId34" Type="http://schemas.openxmlformats.org/officeDocument/2006/relationships/tags" Target="../tags/tag149.xml"/><Relationship Id="rId50" Type="http://schemas.openxmlformats.org/officeDocument/2006/relationships/tags" Target="../tags/tag165.xml"/><Relationship Id="rId55" Type="http://schemas.openxmlformats.org/officeDocument/2006/relationships/tags" Target="../tags/tag170.xml"/><Relationship Id="rId76" Type="http://schemas.openxmlformats.org/officeDocument/2006/relationships/tags" Target="../tags/tag191.xml"/><Relationship Id="rId97" Type="http://schemas.openxmlformats.org/officeDocument/2006/relationships/tags" Target="../tags/tag212.xml"/><Relationship Id="rId104" Type="http://schemas.openxmlformats.org/officeDocument/2006/relationships/tags" Target="../tags/tag219.xml"/><Relationship Id="rId120" Type="http://schemas.openxmlformats.org/officeDocument/2006/relationships/tags" Target="../tags/tag235.xml"/><Relationship Id="rId125" Type="http://schemas.openxmlformats.org/officeDocument/2006/relationships/tags" Target="../tags/tag240.xml"/><Relationship Id="rId141" Type="http://schemas.openxmlformats.org/officeDocument/2006/relationships/slideLayout" Target="../slideLayouts/slideLayout2.xml"/><Relationship Id="rId7" Type="http://schemas.openxmlformats.org/officeDocument/2006/relationships/tags" Target="../tags/tag122.xml"/><Relationship Id="rId71" Type="http://schemas.openxmlformats.org/officeDocument/2006/relationships/tags" Target="../tags/tag186.xml"/><Relationship Id="rId92" Type="http://schemas.openxmlformats.org/officeDocument/2006/relationships/tags" Target="../tags/tag207.xml"/><Relationship Id="rId2" Type="http://schemas.openxmlformats.org/officeDocument/2006/relationships/tags" Target="../tags/tag117.xml"/><Relationship Id="rId29" Type="http://schemas.openxmlformats.org/officeDocument/2006/relationships/tags" Target="../tags/tag144.xml"/><Relationship Id="rId24" Type="http://schemas.openxmlformats.org/officeDocument/2006/relationships/tags" Target="../tags/tag139.xml"/><Relationship Id="rId40" Type="http://schemas.openxmlformats.org/officeDocument/2006/relationships/tags" Target="../tags/tag155.xml"/><Relationship Id="rId45" Type="http://schemas.openxmlformats.org/officeDocument/2006/relationships/tags" Target="../tags/tag160.xml"/><Relationship Id="rId66" Type="http://schemas.openxmlformats.org/officeDocument/2006/relationships/tags" Target="../tags/tag181.xml"/><Relationship Id="rId87" Type="http://schemas.openxmlformats.org/officeDocument/2006/relationships/tags" Target="../tags/tag202.xml"/><Relationship Id="rId110" Type="http://schemas.openxmlformats.org/officeDocument/2006/relationships/tags" Target="../tags/tag225.xml"/><Relationship Id="rId115" Type="http://schemas.openxmlformats.org/officeDocument/2006/relationships/tags" Target="../tags/tag230.xml"/><Relationship Id="rId131" Type="http://schemas.openxmlformats.org/officeDocument/2006/relationships/tags" Target="../tags/tag246.xml"/><Relationship Id="rId136" Type="http://schemas.openxmlformats.org/officeDocument/2006/relationships/tags" Target="../tags/tag251.xml"/><Relationship Id="rId61" Type="http://schemas.openxmlformats.org/officeDocument/2006/relationships/tags" Target="../tags/tag176.xml"/><Relationship Id="rId82" Type="http://schemas.openxmlformats.org/officeDocument/2006/relationships/tags" Target="../tags/tag197.xml"/><Relationship Id="rId19" Type="http://schemas.openxmlformats.org/officeDocument/2006/relationships/tags" Target="../tags/tag134.xml"/><Relationship Id="rId14" Type="http://schemas.openxmlformats.org/officeDocument/2006/relationships/tags" Target="../tags/tag129.xml"/><Relationship Id="rId30" Type="http://schemas.openxmlformats.org/officeDocument/2006/relationships/tags" Target="../tags/tag145.xml"/><Relationship Id="rId35" Type="http://schemas.openxmlformats.org/officeDocument/2006/relationships/tags" Target="../tags/tag150.xml"/><Relationship Id="rId56" Type="http://schemas.openxmlformats.org/officeDocument/2006/relationships/tags" Target="../tags/tag171.xml"/><Relationship Id="rId77" Type="http://schemas.openxmlformats.org/officeDocument/2006/relationships/tags" Target="../tags/tag192.xml"/><Relationship Id="rId100" Type="http://schemas.openxmlformats.org/officeDocument/2006/relationships/tags" Target="../tags/tag215.xml"/><Relationship Id="rId105" Type="http://schemas.openxmlformats.org/officeDocument/2006/relationships/tags" Target="../tags/tag220.xml"/><Relationship Id="rId126" Type="http://schemas.openxmlformats.org/officeDocument/2006/relationships/tags" Target="../tags/tag241.xml"/><Relationship Id="rId8" Type="http://schemas.openxmlformats.org/officeDocument/2006/relationships/tags" Target="../tags/tag123.xml"/><Relationship Id="rId51" Type="http://schemas.openxmlformats.org/officeDocument/2006/relationships/tags" Target="../tags/tag166.xml"/><Relationship Id="rId72" Type="http://schemas.openxmlformats.org/officeDocument/2006/relationships/tags" Target="../tags/tag187.xml"/><Relationship Id="rId93" Type="http://schemas.openxmlformats.org/officeDocument/2006/relationships/tags" Target="../tags/tag208.xml"/><Relationship Id="rId98" Type="http://schemas.openxmlformats.org/officeDocument/2006/relationships/tags" Target="../tags/tag213.xml"/><Relationship Id="rId121" Type="http://schemas.openxmlformats.org/officeDocument/2006/relationships/tags" Target="../tags/tag236.xml"/><Relationship Id="rId142" Type="http://schemas.openxmlformats.org/officeDocument/2006/relationships/notesSlide" Target="../notesSlides/notesSlide14.xml"/><Relationship Id="rId3" Type="http://schemas.openxmlformats.org/officeDocument/2006/relationships/tags" Target="../tags/tag118.xml"/><Relationship Id="rId25" Type="http://schemas.openxmlformats.org/officeDocument/2006/relationships/tags" Target="../tags/tag140.xml"/><Relationship Id="rId46" Type="http://schemas.openxmlformats.org/officeDocument/2006/relationships/tags" Target="../tags/tag161.xml"/><Relationship Id="rId67" Type="http://schemas.openxmlformats.org/officeDocument/2006/relationships/tags" Target="../tags/tag182.xml"/><Relationship Id="rId116" Type="http://schemas.openxmlformats.org/officeDocument/2006/relationships/tags" Target="../tags/tag231.xml"/><Relationship Id="rId137" Type="http://schemas.openxmlformats.org/officeDocument/2006/relationships/tags" Target="../tags/tag252.xml"/><Relationship Id="rId20" Type="http://schemas.openxmlformats.org/officeDocument/2006/relationships/tags" Target="../tags/tag135.xml"/><Relationship Id="rId41" Type="http://schemas.openxmlformats.org/officeDocument/2006/relationships/tags" Target="../tags/tag156.xml"/><Relationship Id="rId62" Type="http://schemas.openxmlformats.org/officeDocument/2006/relationships/tags" Target="../tags/tag177.xml"/><Relationship Id="rId83" Type="http://schemas.openxmlformats.org/officeDocument/2006/relationships/tags" Target="../tags/tag198.xml"/><Relationship Id="rId88" Type="http://schemas.openxmlformats.org/officeDocument/2006/relationships/tags" Target="../tags/tag203.xml"/><Relationship Id="rId111" Type="http://schemas.openxmlformats.org/officeDocument/2006/relationships/tags" Target="../tags/tag226.xml"/><Relationship Id="rId132" Type="http://schemas.openxmlformats.org/officeDocument/2006/relationships/tags" Target="../tags/tag247.xml"/><Relationship Id="rId15" Type="http://schemas.openxmlformats.org/officeDocument/2006/relationships/tags" Target="../tags/tag130.xml"/><Relationship Id="rId36" Type="http://schemas.openxmlformats.org/officeDocument/2006/relationships/tags" Target="../tags/tag151.xml"/><Relationship Id="rId57" Type="http://schemas.openxmlformats.org/officeDocument/2006/relationships/tags" Target="../tags/tag172.xml"/><Relationship Id="rId106" Type="http://schemas.openxmlformats.org/officeDocument/2006/relationships/tags" Target="../tags/tag221.xml"/><Relationship Id="rId127" Type="http://schemas.openxmlformats.org/officeDocument/2006/relationships/tags" Target="../tags/tag242.xml"/><Relationship Id="rId10" Type="http://schemas.openxmlformats.org/officeDocument/2006/relationships/tags" Target="../tags/tag125.xml"/><Relationship Id="rId31" Type="http://schemas.openxmlformats.org/officeDocument/2006/relationships/tags" Target="../tags/tag146.xml"/><Relationship Id="rId52" Type="http://schemas.openxmlformats.org/officeDocument/2006/relationships/tags" Target="../tags/tag167.xml"/><Relationship Id="rId73" Type="http://schemas.openxmlformats.org/officeDocument/2006/relationships/tags" Target="../tags/tag188.xml"/><Relationship Id="rId78" Type="http://schemas.openxmlformats.org/officeDocument/2006/relationships/tags" Target="../tags/tag193.xml"/><Relationship Id="rId94" Type="http://schemas.openxmlformats.org/officeDocument/2006/relationships/tags" Target="../tags/tag209.xml"/><Relationship Id="rId99" Type="http://schemas.openxmlformats.org/officeDocument/2006/relationships/tags" Target="../tags/tag214.xml"/><Relationship Id="rId101" Type="http://schemas.openxmlformats.org/officeDocument/2006/relationships/tags" Target="../tags/tag216.xml"/><Relationship Id="rId122" Type="http://schemas.openxmlformats.org/officeDocument/2006/relationships/tags" Target="../tags/tag237.xml"/><Relationship Id="rId143" Type="http://schemas.openxmlformats.org/officeDocument/2006/relationships/image" Target="../media/image2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26" Type="http://schemas.openxmlformats.org/officeDocument/2006/relationships/tags" Target="../tags/tag141.xml"/><Relationship Id="rId47" Type="http://schemas.openxmlformats.org/officeDocument/2006/relationships/tags" Target="../tags/tag162.xml"/><Relationship Id="rId68" Type="http://schemas.openxmlformats.org/officeDocument/2006/relationships/tags" Target="../tags/tag183.xml"/><Relationship Id="rId89" Type="http://schemas.openxmlformats.org/officeDocument/2006/relationships/tags" Target="../tags/tag204.xml"/><Relationship Id="rId112" Type="http://schemas.openxmlformats.org/officeDocument/2006/relationships/tags" Target="../tags/tag227.xml"/><Relationship Id="rId133" Type="http://schemas.openxmlformats.org/officeDocument/2006/relationships/tags" Target="../tags/tag248.xml"/><Relationship Id="rId16" Type="http://schemas.openxmlformats.org/officeDocument/2006/relationships/tags" Target="../tags/tag131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tags" Target="../tags/tag372.xml"/><Relationship Id="rId21" Type="http://schemas.openxmlformats.org/officeDocument/2006/relationships/tags" Target="../tags/tag276.xml"/><Relationship Id="rId42" Type="http://schemas.openxmlformats.org/officeDocument/2006/relationships/tags" Target="../tags/tag297.xml"/><Relationship Id="rId63" Type="http://schemas.openxmlformats.org/officeDocument/2006/relationships/tags" Target="../tags/tag318.xml"/><Relationship Id="rId84" Type="http://schemas.openxmlformats.org/officeDocument/2006/relationships/tags" Target="../tags/tag339.xml"/><Relationship Id="rId138" Type="http://schemas.openxmlformats.org/officeDocument/2006/relationships/tags" Target="../tags/tag393.xml"/><Relationship Id="rId159" Type="http://schemas.openxmlformats.org/officeDocument/2006/relationships/tags" Target="../tags/tag414.xml"/><Relationship Id="rId170" Type="http://schemas.openxmlformats.org/officeDocument/2006/relationships/tags" Target="../tags/tag425.xml"/><Relationship Id="rId191" Type="http://schemas.openxmlformats.org/officeDocument/2006/relationships/tags" Target="../tags/tag446.xml"/><Relationship Id="rId205" Type="http://schemas.openxmlformats.org/officeDocument/2006/relationships/image" Target="../media/image2.png"/><Relationship Id="rId107" Type="http://schemas.openxmlformats.org/officeDocument/2006/relationships/tags" Target="../tags/tag362.xml"/><Relationship Id="rId11" Type="http://schemas.openxmlformats.org/officeDocument/2006/relationships/tags" Target="../tags/tag266.xml"/><Relationship Id="rId32" Type="http://schemas.openxmlformats.org/officeDocument/2006/relationships/tags" Target="../tags/tag287.xml"/><Relationship Id="rId53" Type="http://schemas.openxmlformats.org/officeDocument/2006/relationships/tags" Target="../tags/tag308.xml"/><Relationship Id="rId74" Type="http://schemas.openxmlformats.org/officeDocument/2006/relationships/tags" Target="../tags/tag329.xml"/><Relationship Id="rId128" Type="http://schemas.openxmlformats.org/officeDocument/2006/relationships/tags" Target="../tags/tag383.xml"/><Relationship Id="rId149" Type="http://schemas.openxmlformats.org/officeDocument/2006/relationships/tags" Target="../tags/tag404.xml"/><Relationship Id="rId5" Type="http://schemas.openxmlformats.org/officeDocument/2006/relationships/tags" Target="../tags/tag260.xml"/><Relationship Id="rId95" Type="http://schemas.openxmlformats.org/officeDocument/2006/relationships/tags" Target="../tags/tag350.xml"/><Relationship Id="rId160" Type="http://schemas.openxmlformats.org/officeDocument/2006/relationships/tags" Target="../tags/tag415.xml"/><Relationship Id="rId181" Type="http://schemas.openxmlformats.org/officeDocument/2006/relationships/tags" Target="../tags/tag436.xml"/><Relationship Id="rId22" Type="http://schemas.openxmlformats.org/officeDocument/2006/relationships/tags" Target="../tags/tag277.xml"/><Relationship Id="rId43" Type="http://schemas.openxmlformats.org/officeDocument/2006/relationships/tags" Target="../tags/tag298.xml"/><Relationship Id="rId64" Type="http://schemas.openxmlformats.org/officeDocument/2006/relationships/tags" Target="../tags/tag319.xml"/><Relationship Id="rId118" Type="http://schemas.openxmlformats.org/officeDocument/2006/relationships/tags" Target="../tags/tag373.xml"/><Relationship Id="rId139" Type="http://schemas.openxmlformats.org/officeDocument/2006/relationships/tags" Target="../tags/tag394.xml"/><Relationship Id="rId85" Type="http://schemas.openxmlformats.org/officeDocument/2006/relationships/tags" Target="../tags/tag340.xml"/><Relationship Id="rId150" Type="http://schemas.openxmlformats.org/officeDocument/2006/relationships/tags" Target="../tags/tag405.xml"/><Relationship Id="rId171" Type="http://schemas.openxmlformats.org/officeDocument/2006/relationships/tags" Target="../tags/tag426.xml"/><Relationship Id="rId192" Type="http://schemas.openxmlformats.org/officeDocument/2006/relationships/tags" Target="../tags/tag447.xml"/><Relationship Id="rId12" Type="http://schemas.openxmlformats.org/officeDocument/2006/relationships/tags" Target="../tags/tag267.xml"/><Relationship Id="rId33" Type="http://schemas.openxmlformats.org/officeDocument/2006/relationships/tags" Target="../tags/tag288.xml"/><Relationship Id="rId108" Type="http://schemas.openxmlformats.org/officeDocument/2006/relationships/tags" Target="../tags/tag363.xml"/><Relationship Id="rId129" Type="http://schemas.openxmlformats.org/officeDocument/2006/relationships/tags" Target="../tags/tag384.xml"/><Relationship Id="rId54" Type="http://schemas.openxmlformats.org/officeDocument/2006/relationships/tags" Target="../tags/tag309.xml"/><Relationship Id="rId75" Type="http://schemas.openxmlformats.org/officeDocument/2006/relationships/tags" Target="../tags/tag330.xml"/><Relationship Id="rId96" Type="http://schemas.openxmlformats.org/officeDocument/2006/relationships/tags" Target="../tags/tag351.xml"/><Relationship Id="rId140" Type="http://schemas.openxmlformats.org/officeDocument/2006/relationships/tags" Target="../tags/tag395.xml"/><Relationship Id="rId161" Type="http://schemas.openxmlformats.org/officeDocument/2006/relationships/tags" Target="../tags/tag416.xml"/><Relationship Id="rId182" Type="http://schemas.openxmlformats.org/officeDocument/2006/relationships/tags" Target="../tags/tag437.xml"/><Relationship Id="rId6" Type="http://schemas.openxmlformats.org/officeDocument/2006/relationships/tags" Target="../tags/tag261.xml"/><Relationship Id="rId23" Type="http://schemas.openxmlformats.org/officeDocument/2006/relationships/tags" Target="../tags/tag278.xml"/><Relationship Id="rId119" Type="http://schemas.openxmlformats.org/officeDocument/2006/relationships/tags" Target="../tags/tag374.xml"/><Relationship Id="rId44" Type="http://schemas.openxmlformats.org/officeDocument/2006/relationships/tags" Target="../tags/tag299.xml"/><Relationship Id="rId65" Type="http://schemas.openxmlformats.org/officeDocument/2006/relationships/tags" Target="../tags/tag320.xml"/><Relationship Id="rId86" Type="http://schemas.openxmlformats.org/officeDocument/2006/relationships/tags" Target="../tags/tag341.xml"/><Relationship Id="rId130" Type="http://schemas.openxmlformats.org/officeDocument/2006/relationships/tags" Target="../tags/tag385.xml"/><Relationship Id="rId151" Type="http://schemas.openxmlformats.org/officeDocument/2006/relationships/tags" Target="../tags/tag406.xml"/><Relationship Id="rId172" Type="http://schemas.openxmlformats.org/officeDocument/2006/relationships/tags" Target="../tags/tag427.xml"/><Relationship Id="rId193" Type="http://schemas.openxmlformats.org/officeDocument/2006/relationships/tags" Target="../tags/tag448.xml"/><Relationship Id="rId13" Type="http://schemas.openxmlformats.org/officeDocument/2006/relationships/tags" Target="../tags/tag268.xml"/><Relationship Id="rId109" Type="http://schemas.openxmlformats.org/officeDocument/2006/relationships/tags" Target="../tags/tag364.xml"/><Relationship Id="rId34" Type="http://schemas.openxmlformats.org/officeDocument/2006/relationships/tags" Target="../tags/tag289.xml"/><Relationship Id="rId55" Type="http://schemas.openxmlformats.org/officeDocument/2006/relationships/tags" Target="../tags/tag310.xml"/><Relationship Id="rId76" Type="http://schemas.openxmlformats.org/officeDocument/2006/relationships/tags" Target="../tags/tag331.xml"/><Relationship Id="rId97" Type="http://schemas.openxmlformats.org/officeDocument/2006/relationships/tags" Target="../tags/tag352.xml"/><Relationship Id="rId120" Type="http://schemas.openxmlformats.org/officeDocument/2006/relationships/tags" Target="../tags/tag375.xml"/><Relationship Id="rId141" Type="http://schemas.openxmlformats.org/officeDocument/2006/relationships/tags" Target="../tags/tag396.xml"/><Relationship Id="rId7" Type="http://schemas.openxmlformats.org/officeDocument/2006/relationships/tags" Target="../tags/tag262.xml"/><Relationship Id="rId162" Type="http://schemas.openxmlformats.org/officeDocument/2006/relationships/tags" Target="../tags/tag417.xml"/><Relationship Id="rId183" Type="http://schemas.openxmlformats.org/officeDocument/2006/relationships/tags" Target="../tags/tag438.xml"/><Relationship Id="rId24" Type="http://schemas.openxmlformats.org/officeDocument/2006/relationships/tags" Target="../tags/tag279.xml"/><Relationship Id="rId40" Type="http://schemas.openxmlformats.org/officeDocument/2006/relationships/tags" Target="../tags/tag295.xml"/><Relationship Id="rId45" Type="http://schemas.openxmlformats.org/officeDocument/2006/relationships/tags" Target="../tags/tag300.xml"/><Relationship Id="rId66" Type="http://schemas.openxmlformats.org/officeDocument/2006/relationships/tags" Target="../tags/tag321.xml"/><Relationship Id="rId87" Type="http://schemas.openxmlformats.org/officeDocument/2006/relationships/tags" Target="../tags/tag342.xml"/><Relationship Id="rId110" Type="http://schemas.openxmlformats.org/officeDocument/2006/relationships/tags" Target="../tags/tag365.xml"/><Relationship Id="rId115" Type="http://schemas.openxmlformats.org/officeDocument/2006/relationships/tags" Target="../tags/tag370.xml"/><Relationship Id="rId131" Type="http://schemas.openxmlformats.org/officeDocument/2006/relationships/tags" Target="../tags/tag386.xml"/><Relationship Id="rId136" Type="http://schemas.openxmlformats.org/officeDocument/2006/relationships/tags" Target="../tags/tag391.xml"/><Relationship Id="rId157" Type="http://schemas.openxmlformats.org/officeDocument/2006/relationships/tags" Target="../tags/tag412.xml"/><Relationship Id="rId178" Type="http://schemas.openxmlformats.org/officeDocument/2006/relationships/tags" Target="../tags/tag433.xml"/><Relationship Id="rId61" Type="http://schemas.openxmlformats.org/officeDocument/2006/relationships/tags" Target="../tags/tag316.xml"/><Relationship Id="rId82" Type="http://schemas.openxmlformats.org/officeDocument/2006/relationships/tags" Target="../tags/tag337.xml"/><Relationship Id="rId152" Type="http://schemas.openxmlformats.org/officeDocument/2006/relationships/tags" Target="../tags/tag407.xml"/><Relationship Id="rId173" Type="http://schemas.openxmlformats.org/officeDocument/2006/relationships/tags" Target="../tags/tag428.xml"/><Relationship Id="rId194" Type="http://schemas.openxmlformats.org/officeDocument/2006/relationships/tags" Target="../tags/tag449.xml"/><Relationship Id="rId199" Type="http://schemas.openxmlformats.org/officeDocument/2006/relationships/tags" Target="../tags/tag454.xml"/><Relationship Id="rId203" Type="http://schemas.openxmlformats.org/officeDocument/2006/relationships/slideLayout" Target="../slideLayouts/slideLayout2.xml"/><Relationship Id="rId19" Type="http://schemas.openxmlformats.org/officeDocument/2006/relationships/tags" Target="../tags/tag274.xml"/><Relationship Id="rId14" Type="http://schemas.openxmlformats.org/officeDocument/2006/relationships/tags" Target="../tags/tag269.xml"/><Relationship Id="rId30" Type="http://schemas.openxmlformats.org/officeDocument/2006/relationships/tags" Target="../tags/tag285.xml"/><Relationship Id="rId35" Type="http://schemas.openxmlformats.org/officeDocument/2006/relationships/tags" Target="../tags/tag290.xml"/><Relationship Id="rId56" Type="http://schemas.openxmlformats.org/officeDocument/2006/relationships/tags" Target="../tags/tag311.xml"/><Relationship Id="rId77" Type="http://schemas.openxmlformats.org/officeDocument/2006/relationships/tags" Target="../tags/tag332.xml"/><Relationship Id="rId100" Type="http://schemas.openxmlformats.org/officeDocument/2006/relationships/tags" Target="../tags/tag355.xml"/><Relationship Id="rId105" Type="http://schemas.openxmlformats.org/officeDocument/2006/relationships/tags" Target="../tags/tag360.xml"/><Relationship Id="rId126" Type="http://schemas.openxmlformats.org/officeDocument/2006/relationships/tags" Target="../tags/tag381.xml"/><Relationship Id="rId147" Type="http://schemas.openxmlformats.org/officeDocument/2006/relationships/tags" Target="../tags/tag402.xml"/><Relationship Id="rId168" Type="http://schemas.openxmlformats.org/officeDocument/2006/relationships/tags" Target="../tags/tag423.xml"/><Relationship Id="rId8" Type="http://schemas.openxmlformats.org/officeDocument/2006/relationships/tags" Target="../tags/tag263.xml"/><Relationship Id="rId51" Type="http://schemas.openxmlformats.org/officeDocument/2006/relationships/tags" Target="../tags/tag306.xml"/><Relationship Id="rId72" Type="http://schemas.openxmlformats.org/officeDocument/2006/relationships/tags" Target="../tags/tag327.xml"/><Relationship Id="rId93" Type="http://schemas.openxmlformats.org/officeDocument/2006/relationships/tags" Target="../tags/tag348.xml"/><Relationship Id="rId98" Type="http://schemas.openxmlformats.org/officeDocument/2006/relationships/tags" Target="../tags/tag353.xml"/><Relationship Id="rId121" Type="http://schemas.openxmlformats.org/officeDocument/2006/relationships/tags" Target="../tags/tag376.xml"/><Relationship Id="rId142" Type="http://schemas.openxmlformats.org/officeDocument/2006/relationships/tags" Target="../tags/tag397.xml"/><Relationship Id="rId163" Type="http://schemas.openxmlformats.org/officeDocument/2006/relationships/tags" Target="../tags/tag418.xml"/><Relationship Id="rId184" Type="http://schemas.openxmlformats.org/officeDocument/2006/relationships/tags" Target="../tags/tag439.xml"/><Relationship Id="rId189" Type="http://schemas.openxmlformats.org/officeDocument/2006/relationships/tags" Target="../tags/tag444.xml"/><Relationship Id="rId3" Type="http://schemas.openxmlformats.org/officeDocument/2006/relationships/tags" Target="../tags/tag258.xml"/><Relationship Id="rId25" Type="http://schemas.openxmlformats.org/officeDocument/2006/relationships/tags" Target="../tags/tag280.xml"/><Relationship Id="rId46" Type="http://schemas.openxmlformats.org/officeDocument/2006/relationships/tags" Target="../tags/tag301.xml"/><Relationship Id="rId67" Type="http://schemas.openxmlformats.org/officeDocument/2006/relationships/tags" Target="../tags/tag322.xml"/><Relationship Id="rId116" Type="http://schemas.openxmlformats.org/officeDocument/2006/relationships/tags" Target="../tags/tag371.xml"/><Relationship Id="rId137" Type="http://schemas.openxmlformats.org/officeDocument/2006/relationships/tags" Target="../tags/tag392.xml"/><Relationship Id="rId158" Type="http://schemas.openxmlformats.org/officeDocument/2006/relationships/tags" Target="../tags/tag413.xml"/><Relationship Id="rId20" Type="http://schemas.openxmlformats.org/officeDocument/2006/relationships/tags" Target="../tags/tag275.xml"/><Relationship Id="rId41" Type="http://schemas.openxmlformats.org/officeDocument/2006/relationships/tags" Target="../tags/tag296.xml"/><Relationship Id="rId62" Type="http://schemas.openxmlformats.org/officeDocument/2006/relationships/tags" Target="../tags/tag317.xml"/><Relationship Id="rId83" Type="http://schemas.openxmlformats.org/officeDocument/2006/relationships/tags" Target="../tags/tag338.xml"/><Relationship Id="rId88" Type="http://schemas.openxmlformats.org/officeDocument/2006/relationships/tags" Target="../tags/tag343.xml"/><Relationship Id="rId111" Type="http://schemas.openxmlformats.org/officeDocument/2006/relationships/tags" Target="../tags/tag366.xml"/><Relationship Id="rId132" Type="http://schemas.openxmlformats.org/officeDocument/2006/relationships/tags" Target="../tags/tag387.xml"/><Relationship Id="rId153" Type="http://schemas.openxmlformats.org/officeDocument/2006/relationships/tags" Target="../tags/tag408.xml"/><Relationship Id="rId174" Type="http://schemas.openxmlformats.org/officeDocument/2006/relationships/tags" Target="../tags/tag429.xml"/><Relationship Id="rId179" Type="http://schemas.openxmlformats.org/officeDocument/2006/relationships/tags" Target="../tags/tag434.xml"/><Relationship Id="rId195" Type="http://schemas.openxmlformats.org/officeDocument/2006/relationships/tags" Target="../tags/tag450.xml"/><Relationship Id="rId190" Type="http://schemas.openxmlformats.org/officeDocument/2006/relationships/tags" Target="../tags/tag445.xml"/><Relationship Id="rId204" Type="http://schemas.openxmlformats.org/officeDocument/2006/relationships/notesSlide" Target="../notesSlides/notesSlide15.xml"/><Relationship Id="rId15" Type="http://schemas.openxmlformats.org/officeDocument/2006/relationships/tags" Target="../tags/tag270.xml"/><Relationship Id="rId36" Type="http://schemas.openxmlformats.org/officeDocument/2006/relationships/tags" Target="../tags/tag291.xml"/><Relationship Id="rId57" Type="http://schemas.openxmlformats.org/officeDocument/2006/relationships/tags" Target="../tags/tag312.xml"/><Relationship Id="rId106" Type="http://schemas.openxmlformats.org/officeDocument/2006/relationships/tags" Target="../tags/tag361.xml"/><Relationship Id="rId127" Type="http://schemas.openxmlformats.org/officeDocument/2006/relationships/tags" Target="../tags/tag382.xml"/><Relationship Id="rId10" Type="http://schemas.openxmlformats.org/officeDocument/2006/relationships/tags" Target="../tags/tag265.xml"/><Relationship Id="rId31" Type="http://schemas.openxmlformats.org/officeDocument/2006/relationships/tags" Target="../tags/tag286.xml"/><Relationship Id="rId52" Type="http://schemas.openxmlformats.org/officeDocument/2006/relationships/tags" Target="../tags/tag307.xml"/><Relationship Id="rId73" Type="http://schemas.openxmlformats.org/officeDocument/2006/relationships/tags" Target="../tags/tag328.xml"/><Relationship Id="rId78" Type="http://schemas.openxmlformats.org/officeDocument/2006/relationships/tags" Target="../tags/tag333.xml"/><Relationship Id="rId94" Type="http://schemas.openxmlformats.org/officeDocument/2006/relationships/tags" Target="../tags/tag349.xml"/><Relationship Id="rId99" Type="http://schemas.openxmlformats.org/officeDocument/2006/relationships/tags" Target="../tags/tag354.xml"/><Relationship Id="rId101" Type="http://schemas.openxmlformats.org/officeDocument/2006/relationships/tags" Target="../tags/tag356.xml"/><Relationship Id="rId122" Type="http://schemas.openxmlformats.org/officeDocument/2006/relationships/tags" Target="../tags/tag377.xml"/><Relationship Id="rId143" Type="http://schemas.openxmlformats.org/officeDocument/2006/relationships/tags" Target="../tags/tag398.xml"/><Relationship Id="rId148" Type="http://schemas.openxmlformats.org/officeDocument/2006/relationships/tags" Target="../tags/tag403.xml"/><Relationship Id="rId164" Type="http://schemas.openxmlformats.org/officeDocument/2006/relationships/tags" Target="../tags/tag419.xml"/><Relationship Id="rId169" Type="http://schemas.openxmlformats.org/officeDocument/2006/relationships/tags" Target="../tags/tag424.xml"/><Relationship Id="rId185" Type="http://schemas.openxmlformats.org/officeDocument/2006/relationships/tags" Target="../tags/tag440.xml"/><Relationship Id="rId4" Type="http://schemas.openxmlformats.org/officeDocument/2006/relationships/tags" Target="../tags/tag259.xml"/><Relationship Id="rId9" Type="http://schemas.openxmlformats.org/officeDocument/2006/relationships/tags" Target="../tags/tag264.xml"/><Relationship Id="rId180" Type="http://schemas.openxmlformats.org/officeDocument/2006/relationships/tags" Target="../tags/tag435.xml"/><Relationship Id="rId26" Type="http://schemas.openxmlformats.org/officeDocument/2006/relationships/tags" Target="../tags/tag281.xml"/><Relationship Id="rId47" Type="http://schemas.openxmlformats.org/officeDocument/2006/relationships/tags" Target="../tags/tag302.xml"/><Relationship Id="rId68" Type="http://schemas.openxmlformats.org/officeDocument/2006/relationships/tags" Target="../tags/tag323.xml"/><Relationship Id="rId89" Type="http://schemas.openxmlformats.org/officeDocument/2006/relationships/tags" Target="../tags/tag344.xml"/><Relationship Id="rId112" Type="http://schemas.openxmlformats.org/officeDocument/2006/relationships/tags" Target="../tags/tag367.xml"/><Relationship Id="rId133" Type="http://schemas.openxmlformats.org/officeDocument/2006/relationships/tags" Target="../tags/tag388.xml"/><Relationship Id="rId154" Type="http://schemas.openxmlformats.org/officeDocument/2006/relationships/tags" Target="../tags/tag409.xml"/><Relationship Id="rId175" Type="http://schemas.openxmlformats.org/officeDocument/2006/relationships/tags" Target="../tags/tag430.xml"/><Relationship Id="rId196" Type="http://schemas.openxmlformats.org/officeDocument/2006/relationships/tags" Target="../tags/tag451.xml"/><Relationship Id="rId200" Type="http://schemas.openxmlformats.org/officeDocument/2006/relationships/tags" Target="../tags/tag455.xml"/><Relationship Id="rId16" Type="http://schemas.openxmlformats.org/officeDocument/2006/relationships/tags" Target="../tags/tag271.xml"/><Relationship Id="rId37" Type="http://schemas.openxmlformats.org/officeDocument/2006/relationships/tags" Target="../tags/tag292.xml"/><Relationship Id="rId58" Type="http://schemas.openxmlformats.org/officeDocument/2006/relationships/tags" Target="../tags/tag313.xml"/><Relationship Id="rId79" Type="http://schemas.openxmlformats.org/officeDocument/2006/relationships/tags" Target="../tags/tag334.xml"/><Relationship Id="rId102" Type="http://schemas.openxmlformats.org/officeDocument/2006/relationships/tags" Target="../tags/tag357.xml"/><Relationship Id="rId123" Type="http://schemas.openxmlformats.org/officeDocument/2006/relationships/tags" Target="../tags/tag378.xml"/><Relationship Id="rId144" Type="http://schemas.openxmlformats.org/officeDocument/2006/relationships/tags" Target="../tags/tag399.xml"/><Relationship Id="rId90" Type="http://schemas.openxmlformats.org/officeDocument/2006/relationships/tags" Target="../tags/tag345.xml"/><Relationship Id="rId165" Type="http://schemas.openxmlformats.org/officeDocument/2006/relationships/tags" Target="../tags/tag420.xml"/><Relationship Id="rId186" Type="http://schemas.openxmlformats.org/officeDocument/2006/relationships/tags" Target="../tags/tag441.xml"/><Relationship Id="rId27" Type="http://schemas.openxmlformats.org/officeDocument/2006/relationships/tags" Target="../tags/tag282.xml"/><Relationship Id="rId48" Type="http://schemas.openxmlformats.org/officeDocument/2006/relationships/tags" Target="../tags/tag303.xml"/><Relationship Id="rId69" Type="http://schemas.openxmlformats.org/officeDocument/2006/relationships/tags" Target="../tags/tag324.xml"/><Relationship Id="rId113" Type="http://schemas.openxmlformats.org/officeDocument/2006/relationships/tags" Target="../tags/tag368.xml"/><Relationship Id="rId134" Type="http://schemas.openxmlformats.org/officeDocument/2006/relationships/tags" Target="../tags/tag389.xml"/><Relationship Id="rId80" Type="http://schemas.openxmlformats.org/officeDocument/2006/relationships/tags" Target="../tags/tag335.xml"/><Relationship Id="rId155" Type="http://schemas.openxmlformats.org/officeDocument/2006/relationships/tags" Target="../tags/tag410.xml"/><Relationship Id="rId176" Type="http://schemas.openxmlformats.org/officeDocument/2006/relationships/tags" Target="../tags/tag431.xml"/><Relationship Id="rId197" Type="http://schemas.openxmlformats.org/officeDocument/2006/relationships/tags" Target="../tags/tag452.xml"/><Relationship Id="rId201" Type="http://schemas.openxmlformats.org/officeDocument/2006/relationships/tags" Target="../tags/tag456.xml"/><Relationship Id="rId17" Type="http://schemas.openxmlformats.org/officeDocument/2006/relationships/tags" Target="../tags/tag272.xml"/><Relationship Id="rId38" Type="http://schemas.openxmlformats.org/officeDocument/2006/relationships/tags" Target="../tags/tag293.xml"/><Relationship Id="rId59" Type="http://schemas.openxmlformats.org/officeDocument/2006/relationships/tags" Target="../tags/tag314.xml"/><Relationship Id="rId103" Type="http://schemas.openxmlformats.org/officeDocument/2006/relationships/tags" Target="../tags/tag358.xml"/><Relationship Id="rId124" Type="http://schemas.openxmlformats.org/officeDocument/2006/relationships/tags" Target="../tags/tag379.xml"/><Relationship Id="rId70" Type="http://schemas.openxmlformats.org/officeDocument/2006/relationships/tags" Target="../tags/tag325.xml"/><Relationship Id="rId91" Type="http://schemas.openxmlformats.org/officeDocument/2006/relationships/tags" Target="../tags/tag346.xml"/><Relationship Id="rId145" Type="http://schemas.openxmlformats.org/officeDocument/2006/relationships/tags" Target="../tags/tag400.xml"/><Relationship Id="rId166" Type="http://schemas.openxmlformats.org/officeDocument/2006/relationships/tags" Target="../tags/tag421.xml"/><Relationship Id="rId187" Type="http://schemas.openxmlformats.org/officeDocument/2006/relationships/tags" Target="../tags/tag442.xml"/><Relationship Id="rId1" Type="http://schemas.openxmlformats.org/officeDocument/2006/relationships/tags" Target="../tags/tag256.xml"/><Relationship Id="rId28" Type="http://schemas.openxmlformats.org/officeDocument/2006/relationships/tags" Target="../tags/tag283.xml"/><Relationship Id="rId49" Type="http://schemas.openxmlformats.org/officeDocument/2006/relationships/tags" Target="../tags/tag304.xml"/><Relationship Id="rId114" Type="http://schemas.openxmlformats.org/officeDocument/2006/relationships/tags" Target="../tags/tag369.xml"/><Relationship Id="rId60" Type="http://schemas.openxmlformats.org/officeDocument/2006/relationships/tags" Target="../tags/tag315.xml"/><Relationship Id="rId81" Type="http://schemas.openxmlformats.org/officeDocument/2006/relationships/tags" Target="../tags/tag336.xml"/><Relationship Id="rId135" Type="http://schemas.openxmlformats.org/officeDocument/2006/relationships/tags" Target="../tags/tag390.xml"/><Relationship Id="rId156" Type="http://schemas.openxmlformats.org/officeDocument/2006/relationships/tags" Target="../tags/tag411.xml"/><Relationship Id="rId177" Type="http://schemas.openxmlformats.org/officeDocument/2006/relationships/tags" Target="../tags/tag432.xml"/><Relationship Id="rId198" Type="http://schemas.openxmlformats.org/officeDocument/2006/relationships/tags" Target="../tags/tag453.xml"/><Relationship Id="rId202" Type="http://schemas.openxmlformats.org/officeDocument/2006/relationships/tags" Target="../tags/tag457.xml"/><Relationship Id="rId18" Type="http://schemas.openxmlformats.org/officeDocument/2006/relationships/tags" Target="../tags/tag273.xml"/><Relationship Id="rId39" Type="http://schemas.openxmlformats.org/officeDocument/2006/relationships/tags" Target="../tags/tag294.xml"/><Relationship Id="rId50" Type="http://schemas.openxmlformats.org/officeDocument/2006/relationships/tags" Target="../tags/tag305.xml"/><Relationship Id="rId104" Type="http://schemas.openxmlformats.org/officeDocument/2006/relationships/tags" Target="../tags/tag359.xml"/><Relationship Id="rId125" Type="http://schemas.openxmlformats.org/officeDocument/2006/relationships/tags" Target="../tags/tag380.xml"/><Relationship Id="rId146" Type="http://schemas.openxmlformats.org/officeDocument/2006/relationships/tags" Target="../tags/tag401.xml"/><Relationship Id="rId167" Type="http://schemas.openxmlformats.org/officeDocument/2006/relationships/tags" Target="../tags/tag422.xml"/><Relationship Id="rId188" Type="http://schemas.openxmlformats.org/officeDocument/2006/relationships/tags" Target="../tags/tag443.xml"/><Relationship Id="rId71" Type="http://schemas.openxmlformats.org/officeDocument/2006/relationships/tags" Target="../tags/tag326.xml"/><Relationship Id="rId92" Type="http://schemas.openxmlformats.org/officeDocument/2006/relationships/tags" Target="../tags/tag347.xml"/><Relationship Id="rId2" Type="http://schemas.openxmlformats.org/officeDocument/2006/relationships/tags" Target="../tags/tag257.xml"/><Relationship Id="rId29" Type="http://schemas.openxmlformats.org/officeDocument/2006/relationships/tags" Target="../tags/tag284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tags" Target="../tags/tag574.xml"/><Relationship Id="rId299" Type="http://schemas.openxmlformats.org/officeDocument/2006/relationships/tags" Target="../tags/tag756.xml"/><Relationship Id="rId21" Type="http://schemas.openxmlformats.org/officeDocument/2006/relationships/tags" Target="../tags/tag478.xml"/><Relationship Id="rId63" Type="http://schemas.openxmlformats.org/officeDocument/2006/relationships/tags" Target="../tags/tag520.xml"/><Relationship Id="rId159" Type="http://schemas.openxmlformats.org/officeDocument/2006/relationships/tags" Target="../tags/tag616.xml"/><Relationship Id="rId324" Type="http://schemas.openxmlformats.org/officeDocument/2006/relationships/tags" Target="../tags/tag781.xml"/><Relationship Id="rId366" Type="http://schemas.openxmlformats.org/officeDocument/2006/relationships/tags" Target="../tags/tag823.xml"/><Relationship Id="rId170" Type="http://schemas.openxmlformats.org/officeDocument/2006/relationships/tags" Target="../tags/tag627.xml"/><Relationship Id="rId226" Type="http://schemas.openxmlformats.org/officeDocument/2006/relationships/tags" Target="../tags/tag683.xml"/><Relationship Id="rId268" Type="http://schemas.openxmlformats.org/officeDocument/2006/relationships/tags" Target="../tags/tag725.xml"/><Relationship Id="rId32" Type="http://schemas.openxmlformats.org/officeDocument/2006/relationships/tags" Target="../tags/tag489.xml"/><Relationship Id="rId74" Type="http://schemas.openxmlformats.org/officeDocument/2006/relationships/tags" Target="../tags/tag531.xml"/><Relationship Id="rId128" Type="http://schemas.openxmlformats.org/officeDocument/2006/relationships/tags" Target="../tags/tag585.xml"/><Relationship Id="rId335" Type="http://schemas.openxmlformats.org/officeDocument/2006/relationships/tags" Target="../tags/tag792.xml"/><Relationship Id="rId377" Type="http://schemas.openxmlformats.org/officeDocument/2006/relationships/tags" Target="../tags/tag834.xml"/><Relationship Id="rId5" Type="http://schemas.openxmlformats.org/officeDocument/2006/relationships/tags" Target="../tags/tag462.xml"/><Relationship Id="rId181" Type="http://schemas.openxmlformats.org/officeDocument/2006/relationships/tags" Target="../tags/tag638.xml"/><Relationship Id="rId237" Type="http://schemas.openxmlformats.org/officeDocument/2006/relationships/tags" Target="../tags/tag694.xml"/><Relationship Id="rId402" Type="http://schemas.openxmlformats.org/officeDocument/2006/relationships/tags" Target="../tags/tag859.xml"/><Relationship Id="rId279" Type="http://schemas.openxmlformats.org/officeDocument/2006/relationships/tags" Target="../tags/tag736.xml"/><Relationship Id="rId43" Type="http://schemas.openxmlformats.org/officeDocument/2006/relationships/tags" Target="../tags/tag500.xml"/><Relationship Id="rId139" Type="http://schemas.openxmlformats.org/officeDocument/2006/relationships/tags" Target="../tags/tag596.xml"/><Relationship Id="rId290" Type="http://schemas.openxmlformats.org/officeDocument/2006/relationships/tags" Target="../tags/tag747.xml"/><Relationship Id="rId304" Type="http://schemas.openxmlformats.org/officeDocument/2006/relationships/tags" Target="../tags/tag761.xml"/><Relationship Id="rId346" Type="http://schemas.openxmlformats.org/officeDocument/2006/relationships/tags" Target="../tags/tag803.xml"/><Relationship Id="rId388" Type="http://schemas.openxmlformats.org/officeDocument/2006/relationships/tags" Target="../tags/tag845.xml"/><Relationship Id="rId85" Type="http://schemas.openxmlformats.org/officeDocument/2006/relationships/tags" Target="../tags/tag542.xml"/><Relationship Id="rId150" Type="http://schemas.openxmlformats.org/officeDocument/2006/relationships/tags" Target="../tags/tag607.xml"/><Relationship Id="rId192" Type="http://schemas.openxmlformats.org/officeDocument/2006/relationships/tags" Target="../tags/tag649.xml"/><Relationship Id="rId206" Type="http://schemas.openxmlformats.org/officeDocument/2006/relationships/tags" Target="../tags/tag663.xml"/><Relationship Id="rId413" Type="http://schemas.openxmlformats.org/officeDocument/2006/relationships/tags" Target="../tags/tag870.xml"/><Relationship Id="rId248" Type="http://schemas.openxmlformats.org/officeDocument/2006/relationships/tags" Target="../tags/tag705.xml"/><Relationship Id="rId12" Type="http://schemas.openxmlformats.org/officeDocument/2006/relationships/tags" Target="../tags/tag469.xml"/><Relationship Id="rId108" Type="http://schemas.openxmlformats.org/officeDocument/2006/relationships/tags" Target="../tags/tag565.xml"/><Relationship Id="rId315" Type="http://schemas.openxmlformats.org/officeDocument/2006/relationships/tags" Target="../tags/tag772.xml"/><Relationship Id="rId357" Type="http://schemas.openxmlformats.org/officeDocument/2006/relationships/tags" Target="../tags/tag814.xml"/><Relationship Id="rId54" Type="http://schemas.openxmlformats.org/officeDocument/2006/relationships/tags" Target="../tags/tag511.xml"/><Relationship Id="rId96" Type="http://schemas.openxmlformats.org/officeDocument/2006/relationships/tags" Target="../tags/tag553.xml"/><Relationship Id="rId161" Type="http://schemas.openxmlformats.org/officeDocument/2006/relationships/tags" Target="../tags/tag618.xml"/><Relationship Id="rId217" Type="http://schemas.openxmlformats.org/officeDocument/2006/relationships/tags" Target="../tags/tag674.xml"/><Relationship Id="rId399" Type="http://schemas.openxmlformats.org/officeDocument/2006/relationships/tags" Target="../tags/tag856.xml"/><Relationship Id="rId259" Type="http://schemas.openxmlformats.org/officeDocument/2006/relationships/tags" Target="../tags/tag716.xml"/><Relationship Id="rId23" Type="http://schemas.openxmlformats.org/officeDocument/2006/relationships/tags" Target="../tags/tag480.xml"/><Relationship Id="rId119" Type="http://schemas.openxmlformats.org/officeDocument/2006/relationships/tags" Target="../tags/tag576.xml"/><Relationship Id="rId270" Type="http://schemas.openxmlformats.org/officeDocument/2006/relationships/tags" Target="../tags/tag727.xml"/><Relationship Id="rId326" Type="http://schemas.openxmlformats.org/officeDocument/2006/relationships/tags" Target="../tags/tag783.xml"/><Relationship Id="rId65" Type="http://schemas.openxmlformats.org/officeDocument/2006/relationships/tags" Target="../tags/tag522.xml"/><Relationship Id="rId130" Type="http://schemas.openxmlformats.org/officeDocument/2006/relationships/tags" Target="../tags/tag587.xml"/><Relationship Id="rId368" Type="http://schemas.openxmlformats.org/officeDocument/2006/relationships/tags" Target="../tags/tag825.xml"/><Relationship Id="rId172" Type="http://schemas.openxmlformats.org/officeDocument/2006/relationships/tags" Target="../tags/tag629.xml"/><Relationship Id="rId228" Type="http://schemas.openxmlformats.org/officeDocument/2006/relationships/tags" Target="../tags/tag685.xml"/><Relationship Id="rId281" Type="http://schemas.openxmlformats.org/officeDocument/2006/relationships/tags" Target="../tags/tag738.xml"/><Relationship Id="rId337" Type="http://schemas.openxmlformats.org/officeDocument/2006/relationships/tags" Target="../tags/tag794.xml"/><Relationship Id="rId34" Type="http://schemas.openxmlformats.org/officeDocument/2006/relationships/tags" Target="../tags/tag491.xml"/><Relationship Id="rId76" Type="http://schemas.openxmlformats.org/officeDocument/2006/relationships/tags" Target="../tags/tag533.xml"/><Relationship Id="rId141" Type="http://schemas.openxmlformats.org/officeDocument/2006/relationships/tags" Target="../tags/tag598.xml"/><Relationship Id="rId379" Type="http://schemas.openxmlformats.org/officeDocument/2006/relationships/tags" Target="../tags/tag836.xml"/><Relationship Id="rId7" Type="http://schemas.openxmlformats.org/officeDocument/2006/relationships/tags" Target="../tags/tag464.xml"/><Relationship Id="rId183" Type="http://schemas.openxmlformats.org/officeDocument/2006/relationships/tags" Target="../tags/tag640.xml"/><Relationship Id="rId239" Type="http://schemas.openxmlformats.org/officeDocument/2006/relationships/tags" Target="../tags/tag696.xml"/><Relationship Id="rId390" Type="http://schemas.openxmlformats.org/officeDocument/2006/relationships/tags" Target="../tags/tag847.xml"/><Relationship Id="rId404" Type="http://schemas.openxmlformats.org/officeDocument/2006/relationships/tags" Target="../tags/tag861.xml"/><Relationship Id="rId250" Type="http://schemas.openxmlformats.org/officeDocument/2006/relationships/tags" Target="../tags/tag707.xml"/><Relationship Id="rId292" Type="http://schemas.openxmlformats.org/officeDocument/2006/relationships/tags" Target="../tags/tag749.xml"/><Relationship Id="rId306" Type="http://schemas.openxmlformats.org/officeDocument/2006/relationships/tags" Target="../tags/tag763.xml"/><Relationship Id="rId45" Type="http://schemas.openxmlformats.org/officeDocument/2006/relationships/tags" Target="../tags/tag502.xml"/><Relationship Id="rId87" Type="http://schemas.openxmlformats.org/officeDocument/2006/relationships/tags" Target="../tags/tag544.xml"/><Relationship Id="rId110" Type="http://schemas.openxmlformats.org/officeDocument/2006/relationships/tags" Target="../tags/tag567.xml"/><Relationship Id="rId348" Type="http://schemas.openxmlformats.org/officeDocument/2006/relationships/tags" Target="../tags/tag805.xml"/><Relationship Id="rId152" Type="http://schemas.openxmlformats.org/officeDocument/2006/relationships/tags" Target="../tags/tag609.xml"/><Relationship Id="rId194" Type="http://schemas.openxmlformats.org/officeDocument/2006/relationships/tags" Target="../tags/tag651.xml"/><Relationship Id="rId208" Type="http://schemas.openxmlformats.org/officeDocument/2006/relationships/tags" Target="../tags/tag665.xml"/><Relationship Id="rId415" Type="http://schemas.openxmlformats.org/officeDocument/2006/relationships/tags" Target="../tags/tag872.xml"/><Relationship Id="rId261" Type="http://schemas.openxmlformats.org/officeDocument/2006/relationships/tags" Target="../tags/tag718.xml"/><Relationship Id="rId14" Type="http://schemas.openxmlformats.org/officeDocument/2006/relationships/tags" Target="../tags/tag471.xml"/><Relationship Id="rId56" Type="http://schemas.openxmlformats.org/officeDocument/2006/relationships/tags" Target="../tags/tag513.xml"/><Relationship Id="rId317" Type="http://schemas.openxmlformats.org/officeDocument/2006/relationships/tags" Target="../tags/tag774.xml"/><Relationship Id="rId359" Type="http://schemas.openxmlformats.org/officeDocument/2006/relationships/tags" Target="../tags/tag816.xml"/><Relationship Id="rId98" Type="http://schemas.openxmlformats.org/officeDocument/2006/relationships/tags" Target="../tags/tag555.xml"/><Relationship Id="rId121" Type="http://schemas.openxmlformats.org/officeDocument/2006/relationships/tags" Target="../tags/tag578.xml"/><Relationship Id="rId163" Type="http://schemas.openxmlformats.org/officeDocument/2006/relationships/tags" Target="../tags/tag620.xml"/><Relationship Id="rId219" Type="http://schemas.openxmlformats.org/officeDocument/2006/relationships/tags" Target="../tags/tag676.xml"/><Relationship Id="rId370" Type="http://schemas.openxmlformats.org/officeDocument/2006/relationships/tags" Target="../tags/tag827.xml"/><Relationship Id="rId230" Type="http://schemas.openxmlformats.org/officeDocument/2006/relationships/tags" Target="../tags/tag687.xml"/><Relationship Id="rId25" Type="http://schemas.openxmlformats.org/officeDocument/2006/relationships/tags" Target="../tags/tag482.xml"/><Relationship Id="rId67" Type="http://schemas.openxmlformats.org/officeDocument/2006/relationships/tags" Target="../tags/tag524.xml"/><Relationship Id="rId272" Type="http://schemas.openxmlformats.org/officeDocument/2006/relationships/tags" Target="../tags/tag729.xml"/><Relationship Id="rId328" Type="http://schemas.openxmlformats.org/officeDocument/2006/relationships/tags" Target="../tags/tag785.xml"/><Relationship Id="rId132" Type="http://schemas.openxmlformats.org/officeDocument/2006/relationships/tags" Target="../tags/tag589.xml"/><Relationship Id="rId174" Type="http://schemas.openxmlformats.org/officeDocument/2006/relationships/tags" Target="../tags/tag631.xml"/><Relationship Id="rId381" Type="http://schemas.openxmlformats.org/officeDocument/2006/relationships/tags" Target="../tags/tag838.xml"/><Relationship Id="rId241" Type="http://schemas.openxmlformats.org/officeDocument/2006/relationships/tags" Target="../tags/tag698.xml"/><Relationship Id="rId36" Type="http://schemas.openxmlformats.org/officeDocument/2006/relationships/tags" Target="../tags/tag493.xml"/><Relationship Id="rId283" Type="http://schemas.openxmlformats.org/officeDocument/2006/relationships/tags" Target="../tags/tag740.xml"/><Relationship Id="rId339" Type="http://schemas.openxmlformats.org/officeDocument/2006/relationships/tags" Target="../tags/tag796.xml"/><Relationship Id="rId78" Type="http://schemas.openxmlformats.org/officeDocument/2006/relationships/tags" Target="../tags/tag535.xml"/><Relationship Id="rId101" Type="http://schemas.openxmlformats.org/officeDocument/2006/relationships/tags" Target="../tags/tag558.xml"/><Relationship Id="rId143" Type="http://schemas.openxmlformats.org/officeDocument/2006/relationships/tags" Target="../tags/tag600.xml"/><Relationship Id="rId185" Type="http://schemas.openxmlformats.org/officeDocument/2006/relationships/tags" Target="../tags/tag642.xml"/><Relationship Id="rId350" Type="http://schemas.openxmlformats.org/officeDocument/2006/relationships/tags" Target="../tags/tag807.xml"/><Relationship Id="rId406" Type="http://schemas.openxmlformats.org/officeDocument/2006/relationships/tags" Target="../tags/tag863.xml"/><Relationship Id="rId9" Type="http://schemas.openxmlformats.org/officeDocument/2006/relationships/tags" Target="../tags/tag466.xml"/><Relationship Id="rId210" Type="http://schemas.openxmlformats.org/officeDocument/2006/relationships/tags" Target="../tags/tag667.xml"/><Relationship Id="rId392" Type="http://schemas.openxmlformats.org/officeDocument/2006/relationships/tags" Target="../tags/tag849.xml"/><Relationship Id="rId252" Type="http://schemas.openxmlformats.org/officeDocument/2006/relationships/tags" Target="../tags/tag709.xml"/><Relationship Id="rId294" Type="http://schemas.openxmlformats.org/officeDocument/2006/relationships/tags" Target="../tags/tag751.xml"/><Relationship Id="rId308" Type="http://schemas.openxmlformats.org/officeDocument/2006/relationships/tags" Target="../tags/tag765.xml"/><Relationship Id="rId47" Type="http://schemas.openxmlformats.org/officeDocument/2006/relationships/tags" Target="../tags/tag504.xml"/><Relationship Id="rId89" Type="http://schemas.openxmlformats.org/officeDocument/2006/relationships/tags" Target="../tags/tag546.xml"/><Relationship Id="rId112" Type="http://schemas.openxmlformats.org/officeDocument/2006/relationships/tags" Target="../tags/tag569.xml"/><Relationship Id="rId154" Type="http://schemas.openxmlformats.org/officeDocument/2006/relationships/tags" Target="../tags/tag611.xml"/><Relationship Id="rId361" Type="http://schemas.openxmlformats.org/officeDocument/2006/relationships/tags" Target="../tags/tag818.xml"/><Relationship Id="rId196" Type="http://schemas.openxmlformats.org/officeDocument/2006/relationships/tags" Target="../tags/tag653.xml"/><Relationship Id="rId417" Type="http://schemas.openxmlformats.org/officeDocument/2006/relationships/slideLayout" Target="../slideLayouts/slideLayout2.xml"/><Relationship Id="rId16" Type="http://schemas.openxmlformats.org/officeDocument/2006/relationships/tags" Target="../tags/tag473.xml"/><Relationship Id="rId221" Type="http://schemas.openxmlformats.org/officeDocument/2006/relationships/tags" Target="../tags/tag678.xml"/><Relationship Id="rId263" Type="http://schemas.openxmlformats.org/officeDocument/2006/relationships/tags" Target="../tags/tag720.xml"/><Relationship Id="rId319" Type="http://schemas.openxmlformats.org/officeDocument/2006/relationships/tags" Target="../tags/tag776.xml"/><Relationship Id="rId58" Type="http://schemas.openxmlformats.org/officeDocument/2006/relationships/tags" Target="../tags/tag515.xml"/><Relationship Id="rId123" Type="http://schemas.openxmlformats.org/officeDocument/2006/relationships/tags" Target="../tags/tag580.xml"/><Relationship Id="rId330" Type="http://schemas.openxmlformats.org/officeDocument/2006/relationships/tags" Target="../tags/tag787.xml"/><Relationship Id="rId165" Type="http://schemas.openxmlformats.org/officeDocument/2006/relationships/tags" Target="../tags/tag622.xml"/><Relationship Id="rId372" Type="http://schemas.openxmlformats.org/officeDocument/2006/relationships/tags" Target="../tags/tag829.xml"/><Relationship Id="rId232" Type="http://schemas.openxmlformats.org/officeDocument/2006/relationships/tags" Target="../tags/tag689.xml"/><Relationship Id="rId274" Type="http://schemas.openxmlformats.org/officeDocument/2006/relationships/tags" Target="../tags/tag731.xml"/><Relationship Id="rId27" Type="http://schemas.openxmlformats.org/officeDocument/2006/relationships/tags" Target="../tags/tag484.xml"/><Relationship Id="rId69" Type="http://schemas.openxmlformats.org/officeDocument/2006/relationships/tags" Target="../tags/tag526.xml"/><Relationship Id="rId134" Type="http://schemas.openxmlformats.org/officeDocument/2006/relationships/tags" Target="../tags/tag591.xml"/><Relationship Id="rId80" Type="http://schemas.openxmlformats.org/officeDocument/2006/relationships/tags" Target="../tags/tag537.xml"/><Relationship Id="rId176" Type="http://schemas.openxmlformats.org/officeDocument/2006/relationships/tags" Target="../tags/tag633.xml"/><Relationship Id="rId341" Type="http://schemas.openxmlformats.org/officeDocument/2006/relationships/tags" Target="../tags/tag798.xml"/><Relationship Id="rId383" Type="http://schemas.openxmlformats.org/officeDocument/2006/relationships/tags" Target="../tags/tag840.xml"/><Relationship Id="rId201" Type="http://schemas.openxmlformats.org/officeDocument/2006/relationships/tags" Target="../tags/tag658.xml"/><Relationship Id="rId222" Type="http://schemas.openxmlformats.org/officeDocument/2006/relationships/tags" Target="../tags/tag679.xml"/><Relationship Id="rId243" Type="http://schemas.openxmlformats.org/officeDocument/2006/relationships/tags" Target="../tags/tag700.xml"/><Relationship Id="rId264" Type="http://schemas.openxmlformats.org/officeDocument/2006/relationships/tags" Target="../tags/tag721.xml"/><Relationship Id="rId285" Type="http://schemas.openxmlformats.org/officeDocument/2006/relationships/tags" Target="../tags/tag742.xml"/><Relationship Id="rId17" Type="http://schemas.openxmlformats.org/officeDocument/2006/relationships/tags" Target="../tags/tag474.xml"/><Relationship Id="rId38" Type="http://schemas.openxmlformats.org/officeDocument/2006/relationships/tags" Target="../tags/tag495.xml"/><Relationship Id="rId59" Type="http://schemas.openxmlformats.org/officeDocument/2006/relationships/tags" Target="../tags/tag516.xml"/><Relationship Id="rId103" Type="http://schemas.openxmlformats.org/officeDocument/2006/relationships/tags" Target="../tags/tag560.xml"/><Relationship Id="rId124" Type="http://schemas.openxmlformats.org/officeDocument/2006/relationships/tags" Target="../tags/tag581.xml"/><Relationship Id="rId310" Type="http://schemas.openxmlformats.org/officeDocument/2006/relationships/tags" Target="../tags/tag767.xml"/><Relationship Id="rId70" Type="http://schemas.openxmlformats.org/officeDocument/2006/relationships/tags" Target="../tags/tag527.xml"/><Relationship Id="rId91" Type="http://schemas.openxmlformats.org/officeDocument/2006/relationships/tags" Target="../tags/tag548.xml"/><Relationship Id="rId145" Type="http://schemas.openxmlformats.org/officeDocument/2006/relationships/tags" Target="../tags/tag602.xml"/><Relationship Id="rId166" Type="http://schemas.openxmlformats.org/officeDocument/2006/relationships/tags" Target="../tags/tag623.xml"/><Relationship Id="rId187" Type="http://schemas.openxmlformats.org/officeDocument/2006/relationships/tags" Target="../tags/tag644.xml"/><Relationship Id="rId331" Type="http://schemas.openxmlformats.org/officeDocument/2006/relationships/tags" Target="../tags/tag788.xml"/><Relationship Id="rId352" Type="http://schemas.openxmlformats.org/officeDocument/2006/relationships/tags" Target="../tags/tag809.xml"/><Relationship Id="rId373" Type="http://schemas.openxmlformats.org/officeDocument/2006/relationships/tags" Target="../tags/tag830.xml"/><Relationship Id="rId394" Type="http://schemas.openxmlformats.org/officeDocument/2006/relationships/tags" Target="../tags/tag851.xml"/><Relationship Id="rId408" Type="http://schemas.openxmlformats.org/officeDocument/2006/relationships/tags" Target="../tags/tag865.xml"/><Relationship Id="rId1" Type="http://schemas.openxmlformats.org/officeDocument/2006/relationships/tags" Target="../tags/tag458.xml"/><Relationship Id="rId212" Type="http://schemas.openxmlformats.org/officeDocument/2006/relationships/tags" Target="../tags/tag669.xml"/><Relationship Id="rId233" Type="http://schemas.openxmlformats.org/officeDocument/2006/relationships/tags" Target="../tags/tag690.xml"/><Relationship Id="rId254" Type="http://schemas.openxmlformats.org/officeDocument/2006/relationships/tags" Target="../tags/tag711.xml"/><Relationship Id="rId28" Type="http://schemas.openxmlformats.org/officeDocument/2006/relationships/tags" Target="../tags/tag485.xml"/><Relationship Id="rId49" Type="http://schemas.openxmlformats.org/officeDocument/2006/relationships/tags" Target="../tags/tag506.xml"/><Relationship Id="rId114" Type="http://schemas.openxmlformats.org/officeDocument/2006/relationships/tags" Target="../tags/tag571.xml"/><Relationship Id="rId275" Type="http://schemas.openxmlformats.org/officeDocument/2006/relationships/tags" Target="../tags/tag732.xml"/><Relationship Id="rId296" Type="http://schemas.openxmlformats.org/officeDocument/2006/relationships/tags" Target="../tags/tag753.xml"/><Relationship Id="rId300" Type="http://schemas.openxmlformats.org/officeDocument/2006/relationships/tags" Target="../tags/tag757.xml"/><Relationship Id="rId60" Type="http://schemas.openxmlformats.org/officeDocument/2006/relationships/tags" Target="../tags/tag517.xml"/><Relationship Id="rId81" Type="http://schemas.openxmlformats.org/officeDocument/2006/relationships/tags" Target="../tags/tag538.xml"/><Relationship Id="rId135" Type="http://schemas.openxmlformats.org/officeDocument/2006/relationships/tags" Target="../tags/tag592.xml"/><Relationship Id="rId156" Type="http://schemas.openxmlformats.org/officeDocument/2006/relationships/tags" Target="../tags/tag613.xml"/><Relationship Id="rId177" Type="http://schemas.openxmlformats.org/officeDocument/2006/relationships/tags" Target="../tags/tag634.xml"/><Relationship Id="rId198" Type="http://schemas.openxmlformats.org/officeDocument/2006/relationships/tags" Target="../tags/tag655.xml"/><Relationship Id="rId321" Type="http://schemas.openxmlformats.org/officeDocument/2006/relationships/tags" Target="../tags/tag778.xml"/><Relationship Id="rId342" Type="http://schemas.openxmlformats.org/officeDocument/2006/relationships/tags" Target="../tags/tag799.xml"/><Relationship Id="rId363" Type="http://schemas.openxmlformats.org/officeDocument/2006/relationships/tags" Target="../tags/tag820.xml"/><Relationship Id="rId384" Type="http://schemas.openxmlformats.org/officeDocument/2006/relationships/tags" Target="../tags/tag841.xml"/><Relationship Id="rId419" Type="http://schemas.openxmlformats.org/officeDocument/2006/relationships/image" Target="../media/image2.png"/><Relationship Id="rId202" Type="http://schemas.openxmlformats.org/officeDocument/2006/relationships/tags" Target="../tags/tag659.xml"/><Relationship Id="rId223" Type="http://schemas.openxmlformats.org/officeDocument/2006/relationships/tags" Target="../tags/tag680.xml"/><Relationship Id="rId244" Type="http://schemas.openxmlformats.org/officeDocument/2006/relationships/tags" Target="../tags/tag701.xml"/><Relationship Id="rId18" Type="http://schemas.openxmlformats.org/officeDocument/2006/relationships/tags" Target="../tags/tag475.xml"/><Relationship Id="rId39" Type="http://schemas.openxmlformats.org/officeDocument/2006/relationships/tags" Target="../tags/tag496.xml"/><Relationship Id="rId265" Type="http://schemas.openxmlformats.org/officeDocument/2006/relationships/tags" Target="../tags/tag722.xml"/><Relationship Id="rId286" Type="http://schemas.openxmlformats.org/officeDocument/2006/relationships/tags" Target="../tags/tag743.xml"/><Relationship Id="rId50" Type="http://schemas.openxmlformats.org/officeDocument/2006/relationships/tags" Target="../tags/tag507.xml"/><Relationship Id="rId104" Type="http://schemas.openxmlformats.org/officeDocument/2006/relationships/tags" Target="../tags/tag561.xml"/><Relationship Id="rId125" Type="http://schemas.openxmlformats.org/officeDocument/2006/relationships/tags" Target="../tags/tag582.xml"/><Relationship Id="rId146" Type="http://schemas.openxmlformats.org/officeDocument/2006/relationships/tags" Target="../tags/tag603.xml"/><Relationship Id="rId167" Type="http://schemas.openxmlformats.org/officeDocument/2006/relationships/tags" Target="../tags/tag624.xml"/><Relationship Id="rId188" Type="http://schemas.openxmlformats.org/officeDocument/2006/relationships/tags" Target="../tags/tag645.xml"/><Relationship Id="rId311" Type="http://schemas.openxmlformats.org/officeDocument/2006/relationships/tags" Target="../tags/tag768.xml"/><Relationship Id="rId332" Type="http://schemas.openxmlformats.org/officeDocument/2006/relationships/tags" Target="../tags/tag789.xml"/><Relationship Id="rId353" Type="http://schemas.openxmlformats.org/officeDocument/2006/relationships/tags" Target="../tags/tag810.xml"/><Relationship Id="rId374" Type="http://schemas.openxmlformats.org/officeDocument/2006/relationships/tags" Target="../tags/tag831.xml"/><Relationship Id="rId395" Type="http://schemas.openxmlformats.org/officeDocument/2006/relationships/tags" Target="../tags/tag852.xml"/><Relationship Id="rId409" Type="http://schemas.openxmlformats.org/officeDocument/2006/relationships/tags" Target="../tags/tag866.xml"/><Relationship Id="rId71" Type="http://schemas.openxmlformats.org/officeDocument/2006/relationships/tags" Target="../tags/tag528.xml"/><Relationship Id="rId92" Type="http://schemas.openxmlformats.org/officeDocument/2006/relationships/tags" Target="../tags/tag549.xml"/><Relationship Id="rId213" Type="http://schemas.openxmlformats.org/officeDocument/2006/relationships/tags" Target="../tags/tag670.xml"/><Relationship Id="rId234" Type="http://schemas.openxmlformats.org/officeDocument/2006/relationships/tags" Target="../tags/tag691.xml"/><Relationship Id="rId420" Type="http://schemas.openxmlformats.org/officeDocument/2006/relationships/image" Target="../media/image3.png"/><Relationship Id="rId2" Type="http://schemas.openxmlformats.org/officeDocument/2006/relationships/tags" Target="../tags/tag459.xml"/><Relationship Id="rId29" Type="http://schemas.openxmlformats.org/officeDocument/2006/relationships/tags" Target="../tags/tag486.xml"/><Relationship Id="rId255" Type="http://schemas.openxmlformats.org/officeDocument/2006/relationships/tags" Target="../tags/tag712.xml"/><Relationship Id="rId276" Type="http://schemas.openxmlformats.org/officeDocument/2006/relationships/tags" Target="../tags/tag733.xml"/><Relationship Id="rId297" Type="http://schemas.openxmlformats.org/officeDocument/2006/relationships/tags" Target="../tags/tag754.xml"/><Relationship Id="rId40" Type="http://schemas.openxmlformats.org/officeDocument/2006/relationships/tags" Target="../tags/tag497.xml"/><Relationship Id="rId115" Type="http://schemas.openxmlformats.org/officeDocument/2006/relationships/tags" Target="../tags/tag572.xml"/><Relationship Id="rId136" Type="http://schemas.openxmlformats.org/officeDocument/2006/relationships/tags" Target="../tags/tag593.xml"/><Relationship Id="rId157" Type="http://schemas.openxmlformats.org/officeDocument/2006/relationships/tags" Target="../tags/tag614.xml"/><Relationship Id="rId178" Type="http://schemas.openxmlformats.org/officeDocument/2006/relationships/tags" Target="../tags/tag635.xml"/><Relationship Id="rId301" Type="http://schemas.openxmlformats.org/officeDocument/2006/relationships/tags" Target="../tags/tag758.xml"/><Relationship Id="rId322" Type="http://schemas.openxmlformats.org/officeDocument/2006/relationships/tags" Target="../tags/tag779.xml"/><Relationship Id="rId343" Type="http://schemas.openxmlformats.org/officeDocument/2006/relationships/tags" Target="../tags/tag800.xml"/><Relationship Id="rId364" Type="http://schemas.openxmlformats.org/officeDocument/2006/relationships/tags" Target="../tags/tag821.xml"/><Relationship Id="rId61" Type="http://schemas.openxmlformats.org/officeDocument/2006/relationships/tags" Target="../tags/tag518.xml"/><Relationship Id="rId82" Type="http://schemas.openxmlformats.org/officeDocument/2006/relationships/tags" Target="../tags/tag539.xml"/><Relationship Id="rId199" Type="http://schemas.openxmlformats.org/officeDocument/2006/relationships/tags" Target="../tags/tag656.xml"/><Relationship Id="rId203" Type="http://schemas.openxmlformats.org/officeDocument/2006/relationships/tags" Target="../tags/tag660.xml"/><Relationship Id="rId385" Type="http://schemas.openxmlformats.org/officeDocument/2006/relationships/tags" Target="../tags/tag842.xml"/><Relationship Id="rId19" Type="http://schemas.openxmlformats.org/officeDocument/2006/relationships/tags" Target="../tags/tag476.xml"/><Relationship Id="rId224" Type="http://schemas.openxmlformats.org/officeDocument/2006/relationships/tags" Target="../tags/tag681.xml"/><Relationship Id="rId245" Type="http://schemas.openxmlformats.org/officeDocument/2006/relationships/tags" Target="../tags/tag702.xml"/><Relationship Id="rId266" Type="http://schemas.openxmlformats.org/officeDocument/2006/relationships/tags" Target="../tags/tag723.xml"/><Relationship Id="rId287" Type="http://schemas.openxmlformats.org/officeDocument/2006/relationships/tags" Target="../tags/tag744.xml"/><Relationship Id="rId410" Type="http://schemas.openxmlformats.org/officeDocument/2006/relationships/tags" Target="../tags/tag867.xml"/><Relationship Id="rId30" Type="http://schemas.openxmlformats.org/officeDocument/2006/relationships/tags" Target="../tags/tag487.xml"/><Relationship Id="rId105" Type="http://schemas.openxmlformats.org/officeDocument/2006/relationships/tags" Target="../tags/tag562.xml"/><Relationship Id="rId126" Type="http://schemas.openxmlformats.org/officeDocument/2006/relationships/tags" Target="../tags/tag583.xml"/><Relationship Id="rId147" Type="http://schemas.openxmlformats.org/officeDocument/2006/relationships/tags" Target="../tags/tag604.xml"/><Relationship Id="rId168" Type="http://schemas.openxmlformats.org/officeDocument/2006/relationships/tags" Target="../tags/tag625.xml"/><Relationship Id="rId312" Type="http://schemas.openxmlformats.org/officeDocument/2006/relationships/tags" Target="../tags/tag769.xml"/><Relationship Id="rId333" Type="http://schemas.openxmlformats.org/officeDocument/2006/relationships/tags" Target="../tags/tag790.xml"/><Relationship Id="rId354" Type="http://schemas.openxmlformats.org/officeDocument/2006/relationships/tags" Target="../tags/tag811.xml"/><Relationship Id="rId51" Type="http://schemas.openxmlformats.org/officeDocument/2006/relationships/tags" Target="../tags/tag508.xml"/><Relationship Id="rId72" Type="http://schemas.openxmlformats.org/officeDocument/2006/relationships/tags" Target="../tags/tag529.xml"/><Relationship Id="rId93" Type="http://schemas.openxmlformats.org/officeDocument/2006/relationships/tags" Target="../tags/tag550.xml"/><Relationship Id="rId189" Type="http://schemas.openxmlformats.org/officeDocument/2006/relationships/tags" Target="../tags/tag646.xml"/><Relationship Id="rId375" Type="http://schemas.openxmlformats.org/officeDocument/2006/relationships/tags" Target="../tags/tag832.xml"/><Relationship Id="rId396" Type="http://schemas.openxmlformats.org/officeDocument/2006/relationships/tags" Target="../tags/tag853.xml"/><Relationship Id="rId3" Type="http://schemas.openxmlformats.org/officeDocument/2006/relationships/tags" Target="../tags/tag460.xml"/><Relationship Id="rId214" Type="http://schemas.openxmlformats.org/officeDocument/2006/relationships/tags" Target="../tags/tag671.xml"/><Relationship Id="rId235" Type="http://schemas.openxmlformats.org/officeDocument/2006/relationships/tags" Target="../tags/tag692.xml"/><Relationship Id="rId256" Type="http://schemas.openxmlformats.org/officeDocument/2006/relationships/tags" Target="../tags/tag713.xml"/><Relationship Id="rId277" Type="http://schemas.openxmlformats.org/officeDocument/2006/relationships/tags" Target="../tags/tag734.xml"/><Relationship Id="rId298" Type="http://schemas.openxmlformats.org/officeDocument/2006/relationships/tags" Target="../tags/tag755.xml"/><Relationship Id="rId400" Type="http://schemas.openxmlformats.org/officeDocument/2006/relationships/tags" Target="../tags/tag857.xml"/><Relationship Id="rId116" Type="http://schemas.openxmlformats.org/officeDocument/2006/relationships/tags" Target="../tags/tag573.xml"/><Relationship Id="rId137" Type="http://schemas.openxmlformats.org/officeDocument/2006/relationships/tags" Target="../tags/tag594.xml"/><Relationship Id="rId158" Type="http://schemas.openxmlformats.org/officeDocument/2006/relationships/tags" Target="../tags/tag615.xml"/><Relationship Id="rId302" Type="http://schemas.openxmlformats.org/officeDocument/2006/relationships/tags" Target="../tags/tag759.xml"/><Relationship Id="rId323" Type="http://schemas.openxmlformats.org/officeDocument/2006/relationships/tags" Target="../tags/tag780.xml"/><Relationship Id="rId344" Type="http://schemas.openxmlformats.org/officeDocument/2006/relationships/tags" Target="../tags/tag801.xml"/><Relationship Id="rId20" Type="http://schemas.openxmlformats.org/officeDocument/2006/relationships/tags" Target="../tags/tag477.xml"/><Relationship Id="rId41" Type="http://schemas.openxmlformats.org/officeDocument/2006/relationships/tags" Target="../tags/tag498.xml"/><Relationship Id="rId62" Type="http://schemas.openxmlformats.org/officeDocument/2006/relationships/tags" Target="../tags/tag519.xml"/><Relationship Id="rId83" Type="http://schemas.openxmlformats.org/officeDocument/2006/relationships/tags" Target="../tags/tag540.xml"/><Relationship Id="rId179" Type="http://schemas.openxmlformats.org/officeDocument/2006/relationships/tags" Target="../tags/tag636.xml"/><Relationship Id="rId365" Type="http://schemas.openxmlformats.org/officeDocument/2006/relationships/tags" Target="../tags/tag822.xml"/><Relationship Id="rId386" Type="http://schemas.openxmlformats.org/officeDocument/2006/relationships/tags" Target="../tags/tag843.xml"/><Relationship Id="rId190" Type="http://schemas.openxmlformats.org/officeDocument/2006/relationships/tags" Target="../tags/tag647.xml"/><Relationship Id="rId204" Type="http://schemas.openxmlformats.org/officeDocument/2006/relationships/tags" Target="../tags/tag661.xml"/><Relationship Id="rId225" Type="http://schemas.openxmlformats.org/officeDocument/2006/relationships/tags" Target="../tags/tag682.xml"/><Relationship Id="rId246" Type="http://schemas.openxmlformats.org/officeDocument/2006/relationships/tags" Target="../tags/tag703.xml"/><Relationship Id="rId267" Type="http://schemas.openxmlformats.org/officeDocument/2006/relationships/tags" Target="../tags/tag724.xml"/><Relationship Id="rId288" Type="http://schemas.openxmlformats.org/officeDocument/2006/relationships/tags" Target="../tags/tag745.xml"/><Relationship Id="rId411" Type="http://schemas.openxmlformats.org/officeDocument/2006/relationships/tags" Target="../tags/tag868.xml"/><Relationship Id="rId106" Type="http://schemas.openxmlformats.org/officeDocument/2006/relationships/tags" Target="../tags/tag563.xml"/><Relationship Id="rId127" Type="http://schemas.openxmlformats.org/officeDocument/2006/relationships/tags" Target="../tags/tag584.xml"/><Relationship Id="rId313" Type="http://schemas.openxmlformats.org/officeDocument/2006/relationships/tags" Target="../tags/tag770.xml"/><Relationship Id="rId10" Type="http://schemas.openxmlformats.org/officeDocument/2006/relationships/tags" Target="../tags/tag467.xml"/><Relationship Id="rId31" Type="http://schemas.openxmlformats.org/officeDocument/2006/relationships/tags" Target="../tags/tag488.xml"/><Relationship Id="rId52" Type="http://schemas.openxmlformats.org/officeDocument/2006/relationships/tags" Target="../tags/tag509.xml"/><Relationship Id="rId73" Type="http://schemas.openxmlformats.org/officeDocument/2006/relationships/tags" Target="../tags/tag530.xml"/><Relationship Id="rId94" Type="http://schemas.openxmlformats.org/officeDocument/2006/relationships/tags" Target="../tags/tag551.xml"/><Relationship Id="rId148" Type="http://schemas.openxmlformats.org/officeDocument/2006/relationships/tags" Target="../tags/tag605.xml"/><Relationship Id="rId169" Type="http://schemas.openxmlformats.org/officeDocument/2006/relationships/tags" Target="../tags/tag626.xml"/><Relationship Id="rId334" Type="http://schemas.openxmlformats.org/officeDocument/2006/relationships/tags" Target="../tags/tag791.xml"/><Relationship Id="rId355" Type="http://schemas.openxmlformats.org/officeDocument/2006/relationships/tags" Target="../tags/tag812.xml"/><Relationship Id="rId376" Type="http://schemas.openxmlformats.org/officeDocument/2006/relationships/tags" Target="../tags/tag833.xml"/><Relationship Id="rId397" Type="http://schemas.openxmlformats.org/officeDocument/2006/relationships/tags" Target="../tags/tag854.xml"/><Relationship Id="rId4" Type="http://schemas.openxmlformats.org/officeDocument/2006/relationships/tags" Target="../tags/tag461.xml"/><Relationship Id="rId180" Type="http://schemas.openxmlformats.org/officeDocument/2006/relationships/tags" Target="../tags/tag637.xml"/><Relationship Id="rId215" Type="http://schemas.openxmlformats.org/officeDocument/2006/relationships/tags" Target="../tags/tag672.xml"/><Relationship Id="rId236" Type="http://schemas.openxmlformats.org/officeDocument/2006/relationships/tags" Target="../tags/tag693.xml"/><Relationship Id="rId257" Type="http://schemas.openxmlformats.org/officeDocument/2006/relationships/tags" Target="../tags/tag714.xml"/><Relationship Id="rId278" Type="http://schemas.openxmlformats.org/officeDocument/2006/relationships/tags" Target="../tags/tag735.xml"/><Relationship Id="rId401" Type="http://schemas.openxmlformats.org/officeDocument/2006/relationships/tags" Target="../tags/tag858.xml"/><Relationship Id="rId303" Type="http://schemas.openxmlformats.org/officeDocument/2006/relationships/tags" Target="../tags/tag760.xml"/><Relationship Id="rId42" Type="http://schemas.openxmlformats.org/officeDocument/2006/relationships/tags" Target="../tags/tag499.xml"/><Relationship Id="rId84" Type="http://schemas.openxmlformats.org/officeDocument/2006/relationships/tags" Target="../tags/tag541.xml"/><Relationship Id="rId138" Type="http://schemas.openxmlformats.org/officeDocument/2006/relationships/tags" Target="../tags/tag595.xml"/><Relationship Id="rId345" Type="http://schemas.openxmlformats.org/officeDocument/2006/relationships/tags" Target="../tags/tag802.xml"/><Relationship Id="rId387" Type="http://schemas.openxmlformats.org/officeDocument/2006/relationships/tags" Target="../tags/tag844.xml"/><Relationship Id="rId191" Type="http://schemas.openxmlformats.org/officeDocument/2006/relationships/tags" Target="../tags/tag648.xml"/><Relationship Id="rId205" Type="http://schemas.openxmlformats.org/officeDocument/2006/relationships/tags" Target="../tags/tag662.xml"/><Relationship Id="rId247" Type="http://schemas.openxmlformats.org/officeDocument/2006/relationships/tags" Target="../tags/tag704.xml"/><Relationship Id="rId412" Type="http://schemas.openxmlformats.org/officeDocument/2006/relationships/tags" Target="../tags/tag869.xml"/><Relationship Id="rId107" Type="http://schemas.openxmlformats.org/officeDocument/2006/relationships/tags" Target="../tags/tag564.xml"/><Relationship Id="rId289" Type="http://schemas.openxmlformats.org/officeDocument/2006/relationships/tags" Target="../tags/tag746.xml"/><Relationship Id="rId11" Type="http://schemas.openxmlformats.org/officeDocument/2006/relationships/tags" Target="../tags/tag468.xml"/><Relationship Id="rId53" Type="http://schemas.openxmlformats.org/officeDocument/2006/relationships/tags" Target="../tags/tag510.xml"/><Relationship Id="rId149" Type="http://schemas.openxmlformats.org/officeDocument/2006/relationships/tags" Target="../tags/tag606.xml"/><Relationship Id="rId314" Type="http://schemas.openxmlformats.org/officeDocument/2006/relationships/tags" Target="../tags/tag771.xml"/><Relationship Id="rId356" Type="http://schemas.openxmlformats.org/officeDocument/2006/relationships/tags" Target="../tags/tag813.xml"/><Relationship Id="rId398" Type="http://schemas.openxmlformats.org/officeDocument/2006/relationships/tags" Target="../tags/tag855.xml"/><Relationship Id="rId95" Type="http://schemas.openxmlformats.org/officeDocument/2006/relationships/tags" Target="../tags/tag552.xml"/><Relationship Id="rId160" Type="http://schemas.openxmlformats.org/officeDocument/2006/relationships/tags" Target="../tags/tag617.xml"/><Relationship Id="rId216" Type="http://schemas.openxmlformats.org/officeDocument/2006/relationships/tags" Target="../tags/tag673.xml"/><Relationship Id="rId258" Type="http://schemas.openxmlformats.org/officeDocument/2006/relationships/tags" Target="../tags/tag715.xml"/><Relationship Id="rId22" Type="http://schemas.openxmlformats.org/officeDocument/2006/relationships/tags" Target="../tags/tag479.xml"/><Relationship Id="rId64" Type="http://schemas.openxmlformats.org/officeDocument/2006/relationships/tags" Target="../tags/tag521.xml"/><Relationship Id="rId118" Type="http://schemas.openxmlformats.org/officeDocument/2006/relationships/tags" Target="../tags/tag575.xml"/><Relationship Id="rId325" Type="http://schemas.openxmlformats.org/officeDocument/2006/relationships/tags" Target="../tags/tag782.xml"/><Relationship Id="rId367" Type="http://schemas.openxmlformats.org/officeDocument/2006/relationships/tags" Target="../tags/tag824.xml"/><Relationship Id="rId171" Type="http://schemas.openxmlformats.org/officeDocument/2006/relationships/tags" Target="../tags/tag628.xml"/><Relationship Id="rId227" Type="http://schemas.openxmlformats.org/officeDocument/2006/relationships/tags" Target="../tags/tag684.xml"/><Relationship Id="rId269" Type="http://schemas.openxmlformats.org/officeDocument/2006/relationships/tags" Target="../tags/tag726.xml"/><Relationship Id="rId33" Type="http://schemas.openxmlformats.org/officeDocument/2006/relationships/tags" Target="../tags/tag490.xml"/><Relationship Id="rId129" Type="http://schemas.openxmlformats.org/officeDocument/2006/relationships/tags" Target="../tags/tag586.xml"/><Relationship Id="rId280" Type="http://schemas.openxmlformats.org/officeDocument/2006/relationships/tags" Target="../tags/tag737.xml"/><Relationship Id="rId336" Type="http://schemas.openxmlformats.org/officeDocument/2006/relationships/tags" Target="../tags/tag793.xml"/><Relationship Id="rId75" Type="http://schemas.openxmlformats.org/officeDocument/2006/relationships/tags" Target="../tags/tag532.xml"/><Relationship Id="rId140" Type="http://schemas.openxmlformats.org/officeDocument/2006/relationships/tags" Target="../tags/tag597.xml"/><Relationship Id="rId182" Type="http://schemas.openxmlformats.org/officeDocument/2006/relationships/tags" Target="../tags/tag639.xml"/><Relationship Id="rId378" Type="http://schemas.openxmlformats.org/officeDocument/2006/relationships/tags" Target="../tags/tag835.xml"/><Relationship Id="rId403" Type="http://schemas.openxmlformats.org/officeDocument/2006/relationships/tags" Target="../tags/tag860.xml"/><Relationship Id="rId6" Type="http://schemas.openxmlformats.org/officeDocument/2006/relationships/tags" Target="../tags/tag463.xml"/><Relationship Id="rId238" Type="http://schemas.openxmlformats.org/officeDocument/2006/relationships/tags" Target="../tags/tag695.xml"/><Relationship Id="rId291" Type="http://schemas.openxmlformats.org/officeDocument/2006/relationships/tags" Target="../tags/tag748.xml"/><Relationship Id="rId305" Type="http://schemas.openxmlformats.org/officeDocument/2006/relationships/tags" Target="../tags/tag762.xml"/><Relationship Id="rId347" Type="http://schemas.openxmlformats.org/officeDocument/2006/relationships/tags" Target="../tags/tag804.xml"/><Relationship Id="rId44" Type="http://schemas.openxmlformats.org/officeDocument/2006/relationships/tags" Target="../tags/tag501.xml"/><Relationship Id="rId86" Type="http://schemas.openxmlformats.org/officeDocument/2006/relationships/tags" Target="../tags/tag543.xml"/><Relationship Id="rId151" Type="http://schemas.openxmlformats.org/officeDocument/2006/relationships/tags" Target="../tags/tag608.xml"/><Relationship Id="rId389" Type="http://schemas.openxmlformats.org/officeDocument/2006/relationships/tags" Target="../tags/tag846.xml"/><Relationship Id="rId193" Type="http://schemas.openxmlformats.org/officeDocument/2006/relationships/tags" Target="../tags/tag650.xml"/><Relationship Id="rId207" Type="http://schemas.openxmlformats.org/officeDocument/2006/relationships/tags" Target="../tags/tag664.xml"/><Relationship Id="rId249" Type="http://schemas.openxmlformats.org/officeDocument/2006/relationships/tags" Target="../tags/tag706.xml"/><Relationship Id="rId414" Type="http://schemas.openxmlformats.org/officeDocument/2006/relationships/tags" Target="../tags/tag871.xml"/><Relationship Id="rId13" Type="http://schemas.openxmlformats.org/officeDocument/2006/relationships/tags" Target="../tags/tag470.xml"/><Relationship Id="rId109" Type="http://schemas.openxmlformats.org/officeDocument/2006/relationships/tags" Target="../tags/tag566.xml"/><Relationship Id="rId260" Type="http://schemas.openxmlformats.org/officeDocument/2006/relationships/tags" Target="../tags/tag717.xml"/><Relationship Id="rId316" Type="http://schemas.openxmlformats.org/officeDocument/2006/relationships/tags" Target="../tags/tag773.xml"/><Relationship Id="rId55" Type="http://schemas.openxmlformats.org/officeDocument/2006/relationships/tags" Target="../tags/tag512.xml"/><Relationship Id="rId97" Type="http://schemas.openxmlformats.org/officeDocument/2006/relationships/tags" Target="../tags/tag554.xml"/><Relationship Id="rId120" Type="http://schemas.openxmlformats.org/officeDocument/2006/relationships/tags" Target="../tags/tag577.xml"/><Relationship Id="rId358" Type="http://schemas.openxmlformats.org/officeDocument/2006/relationships/tags" Target="../tags/tag815.xml"/><Relationship Id="rId162" Type="http://schemas.openxmlformats.org/officeDocument/2006/relationships/tags" Target="../tags/tag619.xml"/><Relationship Id="rId218" Type="http://schemas.openxmlformats.org/officeDocument/2006/relationships/tags" Target="../tags/tag675.xml"/><Relationship Id="rId271" Type="http://schemas.openxmlformats.org/officeDocument/2006/relationships/tags" Target="../tags/tag728.xml"/><Relationship Id="rId24" Type="http://schemas.openxmlformats.org/officeDocument/2006/relationships/tags" Target="../tags/tag481.xml"/><Relationship Id="rId66" Type="http://schemas.openxmlformats.org/officeDocument/2006/relationships/tags" Target="../tags/tag523.xml"/><Relationship Id="rId131" Type="http://schemas.openxmlformats.org/officeDocument/2006/relationships/tags" Target="../tags/tag588.xml"/><Relationship Id="rId327" Type="http://schemas.openxmlformats.org/officeDocument/2006/relationships/tags" Target="../tags/tag784.xml"/><Relationship Id="rId369" Type="http://schemas.openxmlformats.org/officeDocument/2006/relationships/tags" Target="../tags/tag826.xml"/><Relationship Id="rId173" Type="http://schemas.openxmlformats.org/officeDocument/2006/relationships/tags" Target="../tags/tag630.xml"/><Relationship Id="rId229" Type="http://schemas.openxmlformats.org/officeDocument/2006/relationships/tags" Target="../tags/tag686.xml"/><Relationship Id="rId380" Type="http://schemas.openxmlformats.org/officeDocument/2006/relationships/tags" Target="../tags/tag837.xml"/><Relationship Id="rId240" Type="http://schemas.openxmlformats.org/officeDocument/2006/relationships/tags" Target="../tags/tag697.xml"/><Relationship Id="rId35" Type="http://schemas.openxmlformats.org/officeDocument/2006/relationships/tags" Target="../tags/tag492.xml"/><Relationship Id="rId77" Type="http://schemas.openxmlformats.org/officeDocument/2006/relationships/tags" Target="../tags/tag534.xml"/><Relationship Id="rId100" Type="http://schemas.openxmlformats.org/officeDocument/2006/relationships/tags" Target="../tags/tag557.xml"/><Relationship Id="rId282" Type="http://schemas.openxmlformats.org/officeDocument/2006/relationships/tags" Target="../tags/tag739.xml"/><Relationship Id="rId338" Type="http://schemas.openxmlformats.org/officeDocument/2006/relationships/tags" Target="../tags/tag795.xml"/><Relationship Id="rId8" Type="http://schemas.openxmlformats.org/officeDocument/2006/relationships/tags" Target="../tags/tag465.xml"/><Relationship Id="rId142" Type="http://schemas.openxmlformats.org/officeDocument/2006/relationships/tags" Target="../tags/tag599.xml"/><Relationship Id="rId184" Type="http://schemas.openxmlformats.org/officeDocument/2006/relationships/tags" Target="../tags/tag641.xml"/><Relationship Id="rId391" Type="http://schemas.openxmlformats.org/officeDocument/2006/relationships/tags" Target="../tags/tag848.xml"/><Relationship Id="rId405" Type="http://schemas.openxmlformats.org/officeDocument/2006/relationships/tags" Target="../tags/tag862.xml"/><Relationship Id="rId251" Type="http://schemas.openxmlformats.org/officeDocument/2006/relationships/tags" Target="../tags/tag708.xml"/><Relationship Id="rId46" Type="http://schemas.openxmlformats.org/officeDocument/2006/relationships/tags" Target="../tags/tag503.xml"/><Relationship Id="rId293" Type="http://schemas.openxmlformats.org/officeDocument/2006/relationships/tags" Target="../tags/tag750.xml"/><Relationship Id="rId307" Type="http://schemas.openxmlformats.org/officeDocument/2006/relationships/tags" Target="../tags/tag764.xml"/><Relationship Id="rId349" Type="http://schemas.openxmlformats.org/officeDocument/2006/relationships/tags" Target="../tags/tag806.xml"/><Relationship Id="rId88" Type="http://schemas.openxmlformats.org/officeDocument/2006/relationships/tags" Target="../tags/tag545.xml"/><Relationship Id="rId111" Type="http://schemas.openxmlformats.org/officeDocument/2006/relationships/tags" Target="../tags/tag568.xml"/><Relationship Id="rId153" Type="http://schemas.openxmlformats.org/officeDocument/2006/relationships/tags" Target="../tags/tag610.xml"/><Relationship Id="rId195" Type="http://schemas.openxmlformats.org/officeDocument/2006/relationships/tags" Target="../tags/tag652.xml"/><Relationship Id="rId209" Type="http://schemas.openxmlformats.org/officeDocument/2006/relationships/tags" Target="../tags/tag666.xml"/><Relationship Id="rId360" Type="http://schemas.openxmlformats.org/officeDocument/2006/relationships/tags" Target="../tags/tag817.xml"/><Relationship Id="rId416" Type="http://schemas.openxmlformats.org/officeDocument/2006/relationships/tags" Target="../tags/tag873.xml"/><Relationship Id="rId220" Type="http://schemas.openxmlformats.org/officeDocument/2006/relationships/tags" Target="../tags/tag677.xml"/><Relationship Id="rId15" Type="http://schemas.openxmlformats.org/officeDocument/2006/relationships/tags" Target="../tags/tag472.xml"/><Relationship Id="rId57" Type="http://schemas.openxmlformats.org/officeDocument/2006/relationships/tags" Target="../tags/tag514.xml"/><Relationship Id="rId262" Type="http://schemas.openxmlformats.org/officeDocument/2006/relationships/tags" Target="../tags/tag719.xml"/><Relationship Id="rId318" Type="http://schemas.openxmlformats.org/officeDocument/2006/relationships/tags" Target="../tags/tag775.xml"/><Relationship Id="rId99" Type="http://schemas.openxmlformats.org/officeDocument/2006/relationships/tags" Target="../tags/tag556.xml"/><Relationship Id="rId122" Type="http://schemas.openxmlformats.org/officeDocument/2006/relationships/tags" Target="../tags/tag579.xml"/><Relationship Id="rId164" Type="http://schemas.openxmlformats.org/officeDocument/2006/relationships/tags" Target="../tags/tag621.xml"/><Relationship Id="rId371" Type="http://schemas.openxmlformats.org/officeDocument/2006/relationships/tags" Target="../tags/tag828.xml"/><Relationship Id="rId26" Type="http://schemas.openxmlformats.org/officeDocument/2006/relationships/tags" Target="../tags/tag483.xml"/><Relationship Id="rId231" Type="http://schemas.openxmlformats.org/officeDocument/2006/relationships/tags" Target="../tags/tag688.xml"/><Relationship Id="rId273" Type="http://schemas.openxmlformats.org/officeDocument/2006/relationships/tags" Target="../tags/tag730.xml"/><Relationship Id="rId329" Type="http://schemas.openxmlformats.org/officeDocument/2006/relationships/tags" Target="../tags/tag786.xml"/><Relationship Id="rId68" Type="http://schemas.openxmlformats.org/officeDocument/2006/relationships/tags" Target="../tags/tag525.xml"/><Relationship Id="rId133" Type="http://schemas.openxmlformats.org/officeDocument/2006/relationships/tags" Target="../tags/tag590.xml"/><Relationship Id="rId175" Type="http://schemas.openxmlformats.org/officeDocument/2006/relationships/tags" Target="../tags/tag632.xml"/><Relationship Id="rId340" Type="http://schemas.openxmlformats.org/officeDocument/2006/relationships/tags" Target="../tags/tag797.xml"/><Relationship Id="rId200" Type="http://schemas.openxmlformats.org/officeDocument/2006/relationships/tags" Target="../tags/tag657.xml"/><Relationship Id="rId382" Type="http://schemas.openxmlformats.org/officeDocument/2006/relationships/tags" Target="../tags/tag839.xml"/><Relationship Id="rId242" Type="http://schemas.openxmlformats.org/officeDocument/2006/relationships/tags" Target="../tags/tag699.xml"/><Relationship Id="rId284" Type="http://schemas.openxmlformats.org/officeDocument/2006/relationships/tags" Target="../tags/tag741.xml"/><Relationship Id="rId37" Type="http://schemas.openxmlformats.org/officeDocument/2006/relationships/tags" Target="../tags/tag494.xml"/><Relationship Id="rId79" Type="http://schemas.openxmlformats.org/officeDocument/2006/relationships/tags" Target="../tags/tag536.xml"/><Relationship Id="rId102" Type="http://schemas.openxmlformats.org/officeDocument/2006/relationships/tags" Target="../tags/tag559.xml"/><Relationship Id="rId144" Type="http://schemas.openxmlformats.org/officeDocument/2006/relationships/tags" Target="../tags/tag601.xml"/><Relationship Id="rId90" Type="http://schemas.openxmlformats.org/officeDocument/2006/relationships/tags" Target="../tags/tag547.xml"/><Relationship Id="rId186" Type="http://schemas.openxmlformats.org/officeDocument/2006/relationships/tags" Target="../tags/tag643.xml"/><Relationship Id="rId351" Type="http://schemas.openxmlformats.org/officeDocument/2006/relationships/tags" Target="../tags/tag808.xml"/><Relationship Id="rId393" Type="http://schemas.openxmlformats.org/officeDocument/2006/relationships/tags" Target="../tags/tag850.xml"/><Relationship Id="rId407" Type="http://schemas.openxmlformats.org/officeDocument/2006/relationships/tags" Target="../tags/tag864.xml"/><Relationship Id="rId211" Type="http://schemas.openxmlformats.org/officeDocument/2006/relationships/tags" Target="../tags/tag668.xml"/><Relationship Id="rId253" Type="http://schemas.openxmlformats.org/officeDocument/2006/relationships/tags" Target="../tags/tag710.xml"/><Relationship Id="rId295" Type="http://schemas.openxmlformats.org/officeDocument/2006/relationships/tags" Target="../tags/tag752.xml"/><Relationship Id="rId309" Type="http://schemas.openxmlformats.org/officeDocument/2006/relationships/tags" Target="../tags/tag766.xml"/><Relationship Id="rId48" Type="http://schemas.openxmlformats.org/officeDocument/2006/relationships/tags" Target="../tags/tag505.xml"/><Relationship Id="rId113" Type="http://schemas.openxmlformats.org/officeDocument/2006/relationships/tags" Target="../tags/tag570.xml"/><Relationship Id="rId320" Type="http://schemas.openxmlformats.org/officeDocument/2006/relationships/tags" Target="../tags/tag777.xml"/><Relationship Id="rId155" Type="http://schemas.openxmlformats.org/officeDocument/2006/relationships/tags" Target="../tags/tag612.xml"/><Relationship Id="rId197" Type="http://schemas.openxmlformats.org/officeDocument/2006/relationships/tags" Target="../tags/tag654.xml"/><Relationship Id="rId362" Type="http://schemas.openxmlformats.org/officeDocument/2006/relationships/tags" Target="../tags/tag819.xml"/><Relationship Id="rId4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76.xml"/><Relationship Id="rId2" Type="http://schemas.openxmlformats.org/officeDocument/2006/relationships/tags" Target="../tags/tag875.xml"/><Relationship Id="rId1" Type="http://schemas.openxmlformats.org/officeDocument/2006/relationships/tags" Target="../tags/tag874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7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tags" Target="../tags/tag903.xml"/><Relationship Id="rId21" Type="http://schemas.openxmlformats.org/officeDocument/2006/relationships/tags" Target="../tags/tag898.xml"/><Relationship Id="rId42" Type="http://schemas.openxmlformats.org/officeDocument/2006/relationships/tags" Target="../tags/tag919.xml"/><Relationship Id="rId47" Type="http://schemas.openxmlformats.org/officeDocument/2006/relationships/tags" Target="../tags/tag924.xml"/><Relationship Id="rId63" Type="http://schemas.openxmlformats.org/officeDocument/2006/relationships/tags" Target="../tags/tag940.xml"/><Relationship Id="rId68" Type="http://schemas.openxmlformats.org/officeDocument/2006/relationships/tags" Target="../tags/tag945.xml"/><Relationship Id="rId84" Type="http://schemas.openxmlformats.org/officeDocument/2006/relationships/tags" Target="../tags/tag961.xml"/><Relationship Id="rId89" Type="http://schemas.openxmlformats.org/officeDocument/2006/relationships/tags" Target="../tags/tag966.xml"/><Relationship Id="rId16" Type="http://schemas.openxmlformats.org/officeDocument/2006/relationships/tags" Target="../tags/tag893.xml"/><Relationship Id="rId11" Type="http://schemas.openxmlformats.org/officeDocument/2006/relationships/tags" Target="../tags/tag888.xml"/><Relationship Id="rId32" Type="http://schemas.openxmlformats.org/officeDocument/2006/relationships/tags" Target="../tags/tag909.xml"/><Relationship Id="rId37" Type="http://schemas.openxmlformats.org/officeDocument/2006/relationships/tags" Target="../tags/tag914.xml"/><Relationship Id="rId53" Type="http://schemas.openxmlformats.org/officeDocument/2006/relationships/tags" Target="../tags/tag930.xml"/><Relationship Id="rId58" Type="http://schemas.openxmlformats.org/officeDocument/2006/relationships/tags" Target="../tags/tag935.xml"/><Relationship Id="rId74" Type="http://schemas.openxmlformats.org/officeDocument/2006/relationships/tags" Target="../tags/tag951.xml"/><Relationship Id="rId79" Type="http://schemas.openxmlformats.org/officeDocument/2006/relationships/tags" Target="../tags/tag956.xml"/><Relationship Id="rId5" Type="http://schemas.openxmlformats.org/officeDocument/2006/relationships/tags" Target="../tags/tag882.xml"/><Relationship Id="rId90" Type="http://schemas.openxmlformats.org/officeDocument/2006/relationships/tags" Target="../tags/tag967.xml"/><Relationship Id="rId14" Type="http://schemas.openxmlformats.org/officeDocument/2006/relationships/tags" Target="../tags/tag891.xml"/><Relationship Id="rId22" Type="http://schemas.openxmlformats.org/officeDocument/2006/relationships/tags" Target="../tags/tag899.xml"/><Relationship Id="rId27" Type="http://schemas.openxmlformats.org/officeDocument/2006/relationships/tags" Target="../tags/tag904.xml"/><Relationship Id="rId30" Type="http://schemas.openxmlformats.org/officeDocument/2006/relationships/tags" Target="../tags/tag907.xml"/><Relationship Id="rId35" Type="http://schemas.openxmlformats.org/officeDocument/2006/relationships/tags" Target="../tags/tag912.xml"/><Relationship Id="rId43" Type="http://schemas.openxmlformats.org/officeDocument/2006/relationships/tags" Target="../tags/tag920.xml"/><Relationship Id="rId48" Type="http://schemas.openxmlformats.org/officeDocument/2006/relationships/tags" Target="../tags/tag925.xml"/><Relationship Id="rId56" Type="http://schemas.openxmlformats.org/officeDocument/2006/relationships/tags" Target="../tags/tag933.xml"/><Relationship Id="rId64" Type="http://schemas.openxmlformats.org/officeDocument/2006/relationships/tags" Target="../tags/tag941.xml"/><Relationship Id="rId69" Type="http://schemas.openxmlformats.org/officeDocument/2006/relationships/tags" Target="../tags/tag946.xml"/><Relationship Id="rId77" Type="http://schemas.openxmlformats.org/officeDocument/2006/relationships/tags" Target="../tags/tag954.xml"/><Relationship Id="rId8" Type="http://schemas.openxmlformats.org/officeDocument/2006/relationships/tags" Target="../tags/tag885.xml"/><Relationship Id="rId51" Type="http://schemas.openxmlformats.org/officeDocument/2006/relationships/tags" Target="../tags/tag928.xml"/><Relationship Id="rId72" Type="http://schemas.openxmlformats.org/officeDocument/2006/relationships/tags" Target="../tags/tag949.xml"/><Relationship Id="rId80" Type="http://schemas.openxmlformats.org/officeDocument/2006/relationships/tags" Target="../tags/tag957.xml"/><Relationship Id="rId85" Type="http://schemas.openxmlformats.org/officeDocument/2006/relationships/tags" Target="../tags/tag962.xml"/><Relationship Id="rId3" Type="http://schemas.openxmlformats.org/officeDocument/2006/relationships/tags" Target="../tags/tag880.xml"/><Relationship Id="rId12" Type="http://schemas.openxmlformats.org/officeDocument/2006/relationships/tags" Target="../tags/tag889.xml"/><Relationship Id="rId17" Type="http://schemas.openxmlformats.org/officeDocument/2006/relationships/tags" Target="../tags/tag894.xml"/><Relationship Id="rId25" Type="http://schemas.openxmlformats.org/officeDocument/2006/relationships/tags" Target="../tags/tag902.xml"/><Relationship Id="rId33" Type="http://schemas.openxmlformats.org/officeDocument/2006/relationships/tags" Target="../tags/tag910.xml"/><Relationship Id="rId38" Type="http://schemas.openxmlformats.org/officeDocument/2006/relationships/tags" Target="../tags/tag915.xml"/><Relationship Id="rId46" Type="http://schemas.openxmlformats.org/officeDocument/2006/relationships/tags" Target="../tags/tag923.xml"/><Relationship Id="rId59" Type="http://schemas.openxmlformats.org/officeDocument/2006/relationships/tags" Target="../tags/tag936.xml"/><Relationship Id="rId67" Type="http://schemas.openxmlformats.org/officeDocument/2006/relationships/tags" Target="../tags/tag944.xml"/><Relationship Id="rId20" Type="http://schemas.openxmlformats.org/officeDocument/2006/relationships/tags" Target="../tags/tag897.xml"/><Relationship Id="rId41" Type="http://schemas.openxmlformats.org/officeDocument/2006/relationships/tags" Target="../tags/tag918.xml"/><Relationship Id="rId54" Type="http://schemas.openxmlformats.org/officeDocument/2006/relationships/tags" Target="../tags/tag931.xml"/><Relationship Id="rId62" Type="http://schemas.openxmlformats.org/officeDocument/2006/relationships/tags" Target="../tags/tag939.xml"/><Relationship Id="rId70" Type="http://schemas.openxmlformats.org/officeDocument/2006/relationships/tags" Target="../tags/tag947.xml"/><Relationship Id="rId75" Type="http://schemas.openxmlformats.org/officeDocument/2006/relationships/tags" Target="../tags/tag952.xml"/><Relationship Id="rId83" Type="http://schemas.openxmlformats.org/officeDocument/2006/relationships/tags" Target="../tags/tag960.xml"/><Relationship Id="rId88" Type="http://schemas.openxmlformats.org/officeDocument/2006/relationships/tags" Target="../tags/tag965.xml"/><Relationship Id="rId91" Type="http://schemas.openxmlformats.org/officeDocument/2006/relationships/slideLayout" Target="../slideLayouts/slideLayout2.xml"/><Relationship Id="rId1" Type="http://schemas.openxmlformats.org/officeDocument/2006/relationships/tags" Target="../tags/tag878.xml"/><Relationship Id="rId6" Type="http://schemas.openxmlformats.org/officeDocument/2006/relationships/tags" Target="../tags/tag883.xml"/><Relationship Id="rId15" Type="http://schemas.openxmlformats.org/officeDocument/2006/relationships/tags" Target="../tags/tag892.xml"/><Relationship Id="rId23" Type="http://schemas.openxmlformats.org/officeDocument/2006/relationships/tags" Target="../tags/tag900.xml"/><Relationship Id="rId28" Type="http://schemas.openxmlformats.org/officeDocument/2006/relationships/tags" Target="../tags/tag905.xml"/><Relationship Id="rId36" Type="http://schemas.openxmlformats.org/officeDocument/2006/relationships/tags" Target="../tags/tag913.xml"/><Relationship Id="rId49" Type="http://schemas.openxmlformats.org/officeDocument/2006/relationships/tags" Target="../tags/tag926.xml"/><Relationship Id="rId57" Type="http://schemas.openxmlformats.org/officeDocument/2006/relationships/tags" Target="../tags/tag934.xml"/><Relationship Id="rId10" Type="http://schemas.openxmlformats.org/officeDocument/2006/relationships/tags" Target="../tags/tag887.xml"/><Relationship Id="rId31" Type="http://schemas.openxmlformats.org/officeDocument/2006/relationships/tags" Target="../tags/tag908.xml"/><Relationship Id="rId44" Type="http://schemas.openxmlformats.org/officeDocument/2006/relationships/tags" Target="../tags/tag921.xml"/><Relationship Id="rId52" Type="http://schemas.openxmlformats.org/officeDocument/2006/relationships/tags" Target="../tags/tag929.xml"/><Relationship Id="rId60" Type="http://schemas.openxmlformats.org/officeDocument/2006/relationships/tags" Target="../tags/tag937.xml"/><Relationship Id="rId65" Type="http://schemas.openxmlformats.org/officeDocument/2006/relationships/tags" Target="../tags/tag942.xml"/><Relationship Id="rId73" Type="http://schemas.openxmlformats.org/officeDocument/2006/relationships/tags" Target="../tags/tag950.xml"/><Relationship Id="rId78" Type="http://schemas.openxmlformats.org/officeDocument/2006/relationships/tags" Target="../tags/tag955.xml"/><Relationship Id="rId81" Type="http://schemas.openxmlformats.org/officeDocument/2006/relationships/tags" Target="../tags/tag958.xml"/><Relationship Id="rId86" Type="http://schemas.openxmlformats.org/officeDocument/2006/relationships/tags" Target="../tags/tag963.xml"/><Relationship Id="rId4" Type="http://schemas.openxmlformats.org/officeDocument/2006/relationships/tags" Target="../tags/tag881.xml"/><Relationship Id="rId9" Type="http://schemas.openxmlformats.org/officeDocument/2006/relationships/tags" Target="../tags/tag886.xml"/><Relationship Id="rId13" Type="http://schemas.openxmlformats.org/officeDocument/2006/relationships/tags" Target="../tags/tag890.xml"/><Relationship Id="rId18" Type="http://schemas.openxmlformats.org/officeDocument/2006/relationships/tags" Target="../tags/tag895.xml"/><Relationship Id="rId39" Type="http://schemas.openxmlformats.org/officeDocument/2006/relationships/tags" Target="../tags/tag916.xml"/><Relationship Id="rId34" Type="http://schemas.openxmlformats.org/officeDocument/2006/relationships/tags" Target="../tags/tag911.xml"/><Relationship Id="rId50" Type="http://schemas.openxmlformats.org/officeDocument/2006/relationships/tags" Target="../tags/tag927.xml"/><Relationship Id="rId55" Type="http://schemas.openxmlformats.org/officeDocument/2006/relationships/tags" Target="../tags/tag932.xml"/><Relationship Id="rId76" Type="http://schemas.openxmlformats.org/officeDocument/2006/relationships/tags" Target="../tags/tag953.xml"/><Relationship Id="rId7" Type="http://schemas.openxmlformats.org/officeDocument/2006/relationships/tags" Target="../tags/tag884.xml"/><Relationship Id="rId71" Type="http://schemas.openxmlformats.org/officeDocument/2006/relationships/tags" Target="../tags/tag948.xml"/><Relationship Id="rId92" Type="http://schemas.openxmlformats.org/officeDocument/2006/relationships/notesSlide" Target="../notesSlides/notesSlide18.xml"/><Relationship Id="rId2" Type="http://schemas.openxmlformats.org/officeDocument/2006/relationships/tags" Target="../tags/tag879.xml"/><Relationship Id="rId29" Type="http://schemas.openxmlformats.org/officeDocument/2006/relationships/tags" Target="../tags/tag906.xml"/><Relationship Id="rId24" Type="http://schemas.openxmlformats.org/officeDocument/2006/relationships/tags" Target="../tags/tag901.xml"/><Relationship Id="rId40" Type="http://schemas.openxmlformats.org/officeDocument/2006/relationships/tags" Target="../tags/tag917.xml"/><Relationship Id="rId45" Type="http://schemas.openxmlformats.org/officeDocument/2006/relationships/tags" Target="../tags/tag922.xml"/><Relationship Id="rId66" Type="http://schemas.openxmlformats.org/officeDocument/2006/relationships/tags" Target="../tags/tag943.xml"/><Relationship Id="rId87" Type="http://schemas.openxmlformats.org/officeDocument/2006/relationships/tags" Target="../tags/tag964.xml"/><Relationship Id="rId61" Type="http://schemas.openxmlformats.org/officeDocument/2006/relationships/tags" Target="../tags/tag938.xml"/><Relationship Id="rId82" Type="http://schemas.openxmlformats.org/officeDocument/2006/relationships/tags" Target="../tags/tag959.xml"/><Relationship Id="rId19" Type="http://schemas.openxmlformats.org/officeDocument/2006/relationships/tags" Target="../tags/tag896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tags" Target="../tags/tag1084.xml"/><Relationship Id="rId21" Type="http://schemas.openxmlformats.org/officeDocument/2006/relationships/tags" Target="../tags/tag988.xml"/><Relationship Id="rId42" Type="http://schemas.openxmlformats.org/officeDocument/2006/relationships/tags" Target="../tags/tag1009.xml"/><Relationship Id="rId63" Type="http://schemas.openxmlformats.org/officeDocument/2006/relationships/tags" Target="../tags/tag1030.xml"/><Relationship Id="rId84" Type="http://schemas.openxmlformats.org/officeDocument/2006/relationships/tags" Target="../tags/tag1051.xml"/><Relationship Id="rId138" Type="http://schemas.openxmlformats.org/officeDocument/2006/relationships/tags" Target="../tags/tag1105.xml"/><Relationship Id="rId107" Type="http://schemas.openxmlformats.org/officeDocument/2006/relationships/tags" Target="../tags/tag1074.xml"/><Relationship Id="rId11" Type="http://schemas.openxmlformats.org/officeDocument/2006/relationships/tags" Target="../tags/tag978.xml"/><Relationship Id="rId32" Type="http://schemas.openxmlformats.org/officeDocument/2006/relationships/tags" Target="../tags/tag999.xml"/><Relationship Id="rId53" Type="http://schemas.openxmlformats.org/officeDocument/2006/relationships/tags" Target="../tags/tag1020.xml"/><Relationship Id="rId74" Type="http://schemas.openxmlformats.org/officeDocument/2006/relationships/tags" Target="../tags/tag1041.xml"/><Relationship Id="rId128" Type="http://schemas.openxmlformats.org/officeDocument/2006/relationships/tags" Target="../tags/tag1095.xml"/><Relationship Id="rId149" Type="http://schemas.openxmlformats.org/officeDocument/2006/relationships/notesSlide" Target="../notesSlides/notesSlide19.xml"/><Relationship Id="rId5" Type="http://schemas.openxmlformats.org/officeDocument/2006/relationships/tags" Target="../tags/tag972.xml"/><Relationship Id="rId95" Type="http://schemas.openxmlformats.org/officeDocument/2006/relationships/tags" Target="../tags/tag1062.xml"/><Relationship Id="rId22" Type="http://schemas.openxmlformats.org/officeDocument/2006/relationships/tags" Target="../tags/tag989.xml"/><Relationship Id="rId27" Type="http://schemas.openxmlformats.org/officeDocument/2006/relationships/tags" Target="../tags/tag994.xml"/><Relationship Id="rId43" Type="http://schemas.openxmlformats.org/officeDocument/2006/relationships/tags" Target="../tags/tag1010.xml"/><Relationship Id="rId48" Type="http://schemas.openxmlformats.org/officeDocument/2006/relationships/tags" Target="../tags/tag1015.xml"/><Relationship Id="rId64" Type="http://schemas.openxmlformats.org/officeDocument/2006/relationships/tags" Target="../tags/tag1031.xml"/><Relationship Id="rId69" Type="http://schemas.openxmlformats.org/officeDocument/2006/relationships/tags" Target="../tags/tag1036.xml"/><Relationship Id="rId113" Type="http://schemas.openxmlformats.org/officeDocument/2006/relationships/tags" Target="../tags/tag1080.xml"/><Relationship Id="rId118" Type="http://schemas.openxmlformats.org/officeDocument/2006/relationships/tags" Target="../tags/tag1085.xml"/><Relationship Id="rId134" Type="http://schemas.openxmlformats.org/officeDocument/2006/relationships/tags" Target="../tags/tag1101.xml"/><Relationship Id="rId139" Type="http://schemas.openxmlformats.org/officeDocument/2006/relationships/tags" Target="../tags/tag1106.xml"/><Relationship Id="rId80" Type="http://schemas.openxmlformats.org/officeDocument/2006/relationships/tags" Target="../tags/tag1047.xml"/><Relationship Id="rId85" Type="http://schemas.openxmlformats.org/officeDocument/2006/relationships/tags" Target="../tags/tag1052.xml"/><Relationship Id="rId150" Type="http://schemas.openxmlformats.org/officeDocument/2006/relationships/image" Target="../media/image2.png"/><Relationship Id="rId12" Type="http://schemas.openxmlformats.org/officeDocument/2006/relationships/tags" Target="../tags/tag979.xml"/><Relationship Id="rId17" Type="http://schemas.openxmlformats.org/officeDocument/2006/relationships/tags" Target="../tags/tag984.xml"/><Relationship Id="rId33" Type="http://schemas.openxmlformats.org/officeDocument/2006/relationships/tags" Target="../tags/tag1000.xml"/><Relationship Id="rId38" Type="http://schemas.openxmlformats.org/officeDocument/2006/relationships/tags" Target="../tags/tag1005.xml"/><Relationship Id="rId59" Type="http://schemas.openxmlformats.org/officeDocument/2006/relationships/tags" Target="../tags/tag1026.xml"/><Relationship Id="rId103" Type="http://schemas.openxmlformats.org/officeDocument/2006/relationships/tags" Target="../tags/tag1070.xml"/><Relationship Id="rId108" Type="http://schemas.openxmlformats.org/officeDocument/2006/relationships/tags" Target="../tags/tag1075.xml"/><Relationship Id="rId124" Type="http://schemas.openxmlformats.org/officeDocument/2006/relationships/tags" Target="../tags/tag1091.xml"/><Relationship Id="rId129" Type="http://schemas.openxmlformats.org/officeDocument/2006/relationships/tags" Target="../tags/tag1096.xml"/><Relationship Id="rId54" Type="http://schemas.openxmlformats.org/officeDocument/2006/relationships/tags" Target="../tags/tag1021.xml"/><Relationship Id="rId70" Type="http://schemas.openxmlformats.org/officeDocument/2006/relationships/tags" Target="../tags/tag1037.xml"/><Relationship Id="rId75" Type="http://schemas.openxmlformats.org/officeDocument/2006/relationships/tags" Target="../tags/tag1042.xml"/><Relationship Id="rId91" Type="http://schemas.openxmlformats.org/officeDocument/2006/relationships/tags" Target="../tags/tag1058.xml"/><Relationship Id="rId96" Type="http://schemas.openxmlformats.org/officeDocument/2006/relationships/tags" Target="../tags/tag1063.xml"/><Relationship Id="rId140" Type="http://schemas.openxmlformats.org/officeDocument/2006/relationships/tags" Target="../tags/tag1107.xml"/><Relationship Id="rId145" Type="http://schemas.openxmlformats.org/officeDocument/2006/relationships/tags" Target="../tags/tag1112.xml"/><Relationship Id="rId1" Type="http://schemas.openxmlformats.org/officeDocument/2006/relationships/tags" Target="../tags/tag968.xml"/><Relationship Id="rId6" Type="http://schemas.openxmlformats.org/officeDocument/2006/relationships/tags" Target="../tags/tag973.xml"/><Relationship Id="rId23" Type="http://schemas.openxmlformats.org/officeDocument/2006/relationships/tags" Target="../tags/tag990.xml"/><Relationship Id="rId28" Type="http://schemas.openxmlformats.org/officeDocument/2006/relationships/tags" Target="../tags/tag995.xml"/><Relationship Id="rId49" Type="http://schemas.openxmlformats.org/officeDocument/2006/relationships/tags" Target="../tags/tag1016.xml"/><Relationship Id="rId114" Type="http://schemas.openxmlformats.org/officeDocument/2006/relationships/tags" Target="../tags/tag1081.xml"/><Relationship Id="rId119" Type="http://schemas.openxmlformats.org/officeDocument/2006/relationships/tags" Target="../tags/tag1086.xml"/><Relationship Id="rId44" Type="http://schemas.openxmlformats.org/officeDocument/2006/relationships/tags" Target="../tags/tag1011.xml"/><Relationship Id="rId60" Type="http://schemas.openxmlformats.org/officeDocument/2006/relationships/tags" Target="../tags/tag1027.xml"/><Relationship Id="rId65" Type="http://schemas.openxmlformats.org/officeDocument/2006/relationships/tags" Target="../tags/tag1032.xml"/><Relationship Id="rId81" Type="http://schemas.openxmlformats.org/officeDocument/2006/relationships/tags" Target="../tags/tag1048.xml"/><Relationship Id="rId86" Type="http://schemas.openxmlformats.org/officeDocument/2006/relationships/tags" Target="../tags/tag1053.xml"/><Relationship Id="rId130" Type="http://schemas.openxmlformats.org/officeDocument/2006/relationships/tags" Target="../tags/tag1097.xml"/><Relationship Id="rId135" Type="http://schemas.openxmlformats.org/officeDocument/2006/relationships/tags" Target="../tags/tag1102.xml"/><Relationship Id="rId151" Type="http://schemas.openxmlformats.org/officeDocument/2006/relationships/image" Target="../media/image3.png"/><Relationship Id="rId13" Type="http://schemas.openxmlformats.org/officeDocument/2006/relationships/tags" Target="../tags/tag980.xml"/><Relationship Id="rId18" Type="http://schemas.openxmlformats.org/officeDocument/2006/relationships/tags" Target="../tags/tag985.xml"/><Relationship Id="rId39" Type="http://schemas.openxmlformats.org/officeDocument/2006/relationships/tags" Target="../tags/tag1006.xml"/><Relationship Id="rId109" Type="http://schemas.openxmlformats.org/officeDocument/2006/relationships/tags" Target="../tags/tag1076.xml"/><Relationship Id="rId34" Type="http://schemas.openxmlformats.org/officeDocument/2006/relationships/tags" Target="../tags/tag1001.xml"/><Relationship Id="rId50" Type="http://schemas.openxmlformats.org/officeDocument/2006/relationships/tags" Target="../tags/tag1017.xml"/><Relationship Id="rId55" Type="http://schemas.openxmlformats.org/officeDocument/2006/relationships/tags" Target="../tags/tag1022.xml"/><Relationship Id="rId76" Type="http://schemas.openxmlformats.org/officeDocument/2006/relationships/tags" Target="../tags/tag1043.xml"/><Relationship Id="rId97" Type="http://schemas.openxmlformats.org/officeDocument/2006/relationships/tags" Target="../tags/tag1064.xml"/><Relationship Id="rId104" Type="http://schemas.openxmlformats.org/officeDocument/2006/relationships/tags" Target="../tags/tag1071.xml"/><Relationship Id="rId120" Type="http://schemas.openxmlformats.org/officeDocument/2006/relationships/tags" Target="../tags/tag1087.xml"/><Relationship Id="rId125" Type="http://schemas.openxmlformats.org/officeDocument/2006/relationships/tags" Target="../tags/tag1092.xml"/><Relationship Id="rId141" Type="http://schemas.openxmlformats.org/officeDocument/2006/relationships/tags" Target="../tags/tag1108.xml"/><Relationship Id="rId146" Type="http://schemas.openxmlformats.org/officeDocument/2006/relationships/tags" Target="../tags/tag1113.xml"/><Relationship Id="rId7" Type="http://schemas.openxmlformats.org/officeDocument/2006/relationships/tags" Target="../tags/tag974.xml"/><Relationship Id="rId71" Type="http://schemas.openxmlformats.org/officeDocument/2006/relationships/tags" Target="../tags/tag1038.xml"/><Relationship Id="rId92" Type="http://schemas.openxmlformats.org/officeDocument/2006/relationships/tags" Target="../tags/tag1059.xml"/><Relationship Id="rId2" Type="http://schemas.openxmlformats.org/officeDocument/2006/relationships/tags" Target="../tags/tag969.xml"/><Relationship Id="rId29" Type="http://schemas.openxmlformats.org/officeDocument/2006/relationships/tags" Target="../tags/tag996.xml"/><Relationship Id="rId24" Type="http://schemas.openxmlformats.org/officeDocument/2006/relationships/tags" Target="../tags/tag991.xml"/><Relationship Id="rId40" Type="http://schemas.openxmlformats.org/officeDocument/2006/relationships/tags" Target="../tags/tag1007.xml"/><Relationship Id="rId45" Type="http://schemas.openxmlformats.org/officeDocument/2006/relationships/tags" Target="../tags/tag1012.xml"/><Relationship Id="rId66" Type="http://schemas.openxmlformats.org/officeDocument/2006/relationships/tags" Target="../tags/tag1033.xml"/><Relationship Id="rId87" Type="http://schemas.openxmlformats.org/officeDocument/2006/relationships/tags" Target="../tags/tag1054.xml"/><Relationship Id="rId110" Type="http://schemas.openxmlformats.org/officeDocument/2006/relationships/tags" Target="../tags/tag1077.xml"/><Relationship Id="rId115" Type="http://schemas.openxmlformats.org/officeDocument/2006/relationships/tags" Target="../tags/tag1082.xml"/><Relationship Id="rId131" Type="http://schemas.openxmlformats.org/officeDocument/2006/relationships/tags" Target="../tags/tag1098.xml"/><Relationship Id="rId136" Type="http://schemas.openxmlformats.org/officeDocument/2006/relationships/tags" Target="../tags/tag1103.xml"/><Relationship Id="rId61" Type="http://schemas.openxmlformats.org/officeDocument/2006/relationships/tags" Target="../tags/tag1028.xml"/><Relationship Id="rId82" Type="http://schemas.openxmlformats.org/officeDocument/2006/relationships/tags" Target="../tags/tag1049.xml"/><Relationship Id="rId19" Type="http://schemas.openxmlformats.org/officeDocument/2006/relationships/tags" Target="../tags/tag986.xml"/><Relationship Id="rId14" Type="http://schemas.openxmlformats.org/officeDocument/2006/relationships/tags" Target="../tags/tag981.xml"/><Relationship Id="rId30" Type="http://schemas.openxmlformats.org/officeDocument/2006/relationships/tags" Target="../tags/tag997.xml"/><Relationship Id="rId35" Type="http://schemas.openxmlformats.org/officeDocument/2006/relationships/tags" Target="../tags/tag1002.xml"/><Relationship Id="rId56" Type="http://schemas.openxmlformats.org/officeDocument/2006/relationships/tags" Target="../tags/tag1023.xml"/><Relationship Id="rId77" Type="http://schemas.openxmlformats.org/officeDocument/2006/relationships/tags" Target="../tags/tag1044.xml"/><Relationship Id="rId100" Type="http://schemas.openxmlformats.org/officeDocument/2006/relationships/tags" Target="../tags/tag1067.xml"/><Relationship Id="rId105" Type="http://schemas.openxmlformats.org/officeDocument/2006/relationships/tags" Target="../tags/tag1072.xml"/><Relationship Id="rId126" Type="http://schemas.openxmlformats.org/officeDocument/2006/relationships/tags" Target="../tags/tag1093.xml"/><Relationship Id="rId147" Type="http://schemas.openxmlformats.org/officeDocument/2006/relationships/tags" Target="../tags/tag1114.xml"/><Relationship Id="rId8" Type="http://schemas.openxmlformats.org/officeDocument/2006/relationships/tags" Target="../tags/tag975.xml"/><Relationship Id="rId51" Type="http://schemas.openxmlformats.org/officeDocument/2006/relationships/tags" Target="../tags/tag1018.xml"/><Relationship Id="rId72" Type="http://schemas.openxmlformats.org/officeDocument/2006/relationships/tags" Target="../tags/tag1039.xml"/><Relationship Id="rId93" Type="http://schemas.openxmlformats.org/officeDocument/2006/relationships/tags" Target="../tags/tag1060.xml"/><Relationship Id="rId98" Type="http://schemas.openxmlformats.org/officeDocument/2006/relationships/tags" Target="../tags/tag1065.xml"/><Relationship Id="rId121" Type="http://schemas.openxmlformats.org/officeDocument/2006/relationships/tags" Target="../tags/tag1088.xml"/><Relationship Id="rId142" Type="http://schemas.openxmlformats.org/officeDocument/2006/relationships/tags" Target="../tags/tag1109.xml"/><Relationship Id="rId3" Type="http://schemas.openxmlformats.org/officeDocument/2006/relationships/tags" Target="../tags/tag970.xml"/><Relationship Id="rId25" Type="http://schemas.openxmlformats.org/officeDocument/2006/relationships/tags" Target="../tags/tag992.xml"/><Relationship Id="rId46" Type="http://schemas.openxmlformats.org/officeDocument/2006/relationships/tags" Target="../tags/tag1013.xml"/><Relationship Id="rId67" Type="http://schemas.openxmlformats.org/officeDocument/2006/relationships/tags" Target="../tags/tag1034.xml"/><Relationship Id="rId116" Type="http://schemas.openxmlformats.org/officeDocument/2006/relationships/tags" Target="../tags/tag1083.xml"/><Relationship Id="rId137" Type="http://schemas.openxmlformats.org/officeDocument/2006/relationships/tags" Target="../tags/tag1104.xml"/><Relationship Id="rId20" Type="http://schemas.openxmlformats.org/officeDocument/2006/relationships/tags" Target="../tags/tag987.xml"/><Relationship Id="rId41" Type="http://schemas.openxmlformats.org/officeDocument/2006/relationships/tags" Target="../tags/tag1008.xml"/><Relationship Id="rId62" Type="http://schemas.openxmlformats.org/officeDocument/2006/relationships/tags" Target="../tags/tag1029.xml"/><Relationship Id="rId83" Type="http://schemas.openxmlformats.org/officeDocument/2006/relationships/tags" Target="../tags/tag1050.xml"/><Relationship Id="rId88" Type="http://schemas.openxmlformats.org/officeDocument/2006/relationships/tags" Target="../tags/tag1055.xml"/><Relationship Id="rId111" Type="http://schemas.openxmlformats.org/officeDocument/2006/relationships/tags" Target="../tags/tag1078.xml"/><Relationship Id="rId132" Type="http://schemas.openxmlformats.org/officeDocument/2006/relationships/tags" Target="../tags/tag1099.xml"/><Relationship Id="rId15" Type="http://schemas.openxmlformats.org/officeDocument/2006/relationships/tags" Target="../tags/tag982.xml"/><Relationship Id="rId36" Type="http://schemas.openxmlformats.org/officeDocument/2006/relationships/tags" Target="../tags/tag1003.xml"/><Relationship Id="rId57" Type="http://schemas.openxmlformats.org/officeDocument/2006/relationships/tags" Target="../tags/tag1024.xml"/><Relationship Id="rId106" Type="http://schemas.openxmlformats.org/officeDocument/2006/relationships/tags" Target="../tags/tag1073.xml"/><Relationship Id="rId127" Type="http://schemas.openxmlformats.org/officeDocument/2006/relationships/tags" Target="../tags/tag1094.xml"/><Relationship Id="rId10" Type="http://schemas.openxmlformats.org/officeDocument/2006/relationships/tags" Target="../tags/tag977.xml"/><Relationship Id="rId31" Type="http://schemas.openxmlformats.org/officeDocument/2006/relationships/tags" Target="../tags/tag998.xml"/><Relationship Id="rId52" Type="http://schemas.openxmlformats.org/officeDocument/2006/relationships/tags" Target="../tags/tag1019.xml"/><Relationship Id="rId73" Type="http://schemas.openxmlformats.org/officeDocument/2006/relationships/tags" Target="../tags/tag1040.xml"/><Relationship Id="rId78" Type="http://schemas.openxmlformats.org/officeDocument/2006/relationships/tags" Target="../tags/tag1045.xml"/><Relationship Id="rId94" Type="http://schemas.openxmlformats.org/officeDocument/2006/relationships/tags" Target="../tags/tag1061.xml"/><Relationship Id="rId99" Type="http://schemas.openxmlformats.org/officeDocument/2006/relationships/tags" Target="../tags/tag1066.xml"/><Relationship Id="rId101" Type="http://schemas.openxmlformats.org/officeDocument/2006/relationships/tags" Target="../tags/tag1068.xml"/><Relationship Id="rId122" Type="http://schemas.openxmlformats.org/officeDocument/2006/relationships/tags" Target="../tags/tag1089.xml"/><Relationship Id="rId143" Type="http://schemas.openxmlformats.org/officeDocument/2006/relationships/tags" Target="../tags/tag1110.xml"/><Relationship Id="rId148" Type="http://schemas.openxmlformats.org/officeDocument/2006/relationships/slideLayout" Target="../slideLayouts/slideLayout2.xml"/><Relationship Id="rId4" Type="http://schemas.openxmlformats.org/officeDocument/2006/relationships/tags" Target="../tags/tag971.xml"/><Relationship Id="rId9" Type="http://schemas.openxmlformats.org/officeDocument/2006/relationships/tags" Target="../tags/tag976.xml"/><Relationship Id="rId26" Type="http://schemas.openxmlformats.org/officeDocument/2006/relationships/tags" Target="../tags/tag993.xml"/><Relationship Id="rId47" Type="http://schemas.openxmlformats.org/officeDocument/2006/relationships/tags" Target="../tags/tag1014.xml"/><Relationship Id="rId68" Type="http://schemas.openxmlformats.org/officeDocument/2006/relationships/tags" Target="../tags/tag1035.xml"/><Relationship Id="rId89" Type="http://schemas.openxmlformats.org/officeDocument/2006/relationships/tags" Target="../tags/tag1056.xml"/><Relationship Id="rId112" Type="http://schemas.openxmlformats.org/officeDocument/2006/relationships/tags" Target="../tags/tag1079.xml"/><Relationship Id="rId133" Type="http://schemas.openxmlformats.org/officeDocument/2006/relationships/tags" Target="../tags/tag1100.xml"/><Relationship Id="rId16" Type="http://schemas.openxmlformats.org/officeDocument/2006/relationships/tags" Target="../tags/tag983.xml"/><Relationship Id="rId37" Type="http://schemas.openxmlformats.org/officeDocument/2006/relationships/tags" Target="../tags/tag1004.xml"/><Relationship Id="rId58" Type="http://schemas.openxmlformats.org/officeDocument/2006/relationships/tags" Target="../tags/tag1025.xml"/><Relationship Id="rId79" Type="http://schemas.openxmlformats.org/officeDocument/2006/relationships/tags" Target="../tags/tag1046.xml"/><Relationship Id="rId102" Type="http://schemas.openxmlformats.org/officeDocument/2006/relationships/tags" Target="../tags/tag1069.xml"/><Relationship Id="rId123" Type="http://schemas.openxmlformats.org/officeDocument/2006/relationships/tags" Target="../tags/tag1090.xml"/><Relationship Id="rId144" Type="http://schemas.openxmlformats.org/officeDocument/2006/relationships/tags" Target="../tags/tag1111.xml"/><Relationship Id="rId90" Type="http://schemas.openxmlformats.org/officeDocument/2006/relationships/tags" Target="../tags/tag105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17.xml"/><Relationship Id="rId2" Type="http://schemas.openxmlformats.org/officeDocument/2006/relationships/tags" Target="../tags/tag1116.xml"/><Relationship Id="rId1" Type="http://schemas.openxmlformats.org/officeDocument/2006/relationships/tags" Target="../tags/tag1115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21.xml"/><Relationship Id="rId2" Type="http://schemas.openxmlformats.org/officeDocument/2006/relationships/tags" Target="../tags/tag1120.xml"/><Relationship Id="rId1" Type="http://schemas.openxmlformats.org/officeDocument/2006/relationships/tags" Target="../tags/tag1119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125.xml"/><Relationship Id="rId2" Type="http://schemas.openxmlformats.org/officeDocument/2006/relationships/tags" Target="../tags/tag1124.xml"/><Relationship Id="rId1" Type="http://schemas.openxmlformats.org/officeDocument/2006/relationships/tags" Target="../tags/tag1123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29.xml"/><Relationship Id="rId2" Type="http://schemas.openxmlformats.org/officeDocument/2006/relationships/tags" Target="../tags/tag1128.xml"/><Relationship Id="rId1" Type="http://schemas.openxmlformats.org/officeDocument/2006/relationships/tags" Target="../tags/tag1127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33.xml"/><Relationship Id="rId7" Type="http://schemas.openxmlformats.org/officeDocument/2006/relationships/tags" Target="../tags/tag1137.xml"/><Relationship Id="rId2" Type="http://schemas.openxmlformats.org/officeDocument/2006/relationships/tags" Target="../tags/tag1132.xml"/><Relationship Id="rId1" Type="http://schemas.openxmlformats.org/officeDocument/2006/relationships/tags" Target="../tags/tag1131.xml"/><Relationship Id="rId6" Type="http://schemas.openxmlformats.org/officeDocument/2006/relationships/tags" Target="../tags/tag1136.xml"/><Relationship Id="rId5" Type="http://schemas.openxmlformats.org/officeDocument/2006/relationships/tags" Target="../tags/tag1135.xml"/><Relationship Id="rId4" Type="http://schemas.openxmlformats.org/officeDocument/2006/relationships/tags" Target="../tags/tag1134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140.xml"/><Relationship Id="rId2" Type="http://schemas.openxmlformats.org/officeDocument/2006/relationships/tags" Target="../tags/tag1139.xml"/><Relationship Id="rId1" Type="http://schemas.openxmlformats.org/officeDocument/2006/relationships/tags" Target="../tags/tag1138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144.xml"/><Relationship Id="rId2" Type="http://schemas.openxmlformats.org/officeDocument/2006/relationships/tags" Target="../tags/tag1143.xml"/><Relationship Id="rId1" Type="http://schemas.openxmlformats.org/officeDocument/2006/relationships/tags" Target="../tags/tag1142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5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tags" Target="../tags/tag1262.xml"/><Relationship Id="rId299" Type="http://schemas.openxmlformats.org/officeDocument/2006/relationships/tags" Target="../tags/tag1444.xml"/><Relationship Id="rId21" Type="http://schemas.openxmlformats.org/officeDocument/2006/relationships/tags" Target="../tags/tag1166.xml"/><Relationship Id="rId63" Type="http://schemas.openxmlformats.org/officeDocument/2006/relationships/tags" Target="../tags/tag1208.xml"/><Relationship Id="rId159" Type="http://schemas.openxmlformats.org/officeDocument/2006/relationships/tags" Target="../tags/tag1304.xml"/><Relationship Id="rId324" Type="http://schemas.openxmlformats.org/officeDocument/2006/relationships/tags" Target="../tags/tag1469.xml"/><Relationship Id="rId366" Type="http://schemas.openxmlformats.org/officeDocument/2006/relationships/tags" Target="../tags/tag1511.xml"/><Relationship Id="rId170" Type="http://schemas.openxmlformats.org/officeDocument/2006/relationships/tags" Target="../tags/tag1315.xml"/><Relationship Id="rId226" Type="http://schemas.openxmlformats.org/officeDocument/2006/relationships/tags" Target="../tags/tag1371.xml"/><Relationship Id="rId268" Type="http://schemas.openxmlformats.org/officeDocument/2006/relationships/tags" Target="../tags/tag1413.xml"/><Relationship Id="rId32" Type="http://schemas.openxmlformats.org/officeDocument/2006/relationships/tags" Target="../tags/tag1177.xml"/><Relationship Id="rId74" Type="http://schemas.openxmlformats.org/officeDocument/2006/relationships/tags" Target="../tags/tag1219.xml"/><Relationship Id="rId128" Type="http://schemas.openxmlformats.org/officeDocument/2006/relationships/tags" Target="../tags/tag1273.xml"/><Relationship Id="rId335" Type="http://schemas.openxmlformats.org/officeDocument/2006/relationships/tags" Target="../tags/tag1480.xml"/><Relationship Id="rId377" Type="http://schemas.openxmlformats.org/officeDocument/2006/relationships/tags" Target="../tags/tag1522.xml"/><Relationship Id="rId5" Type="http://schemas.openxmlformats.org/officeDocument/2006/relationships/tags" Target="../tags/tag1150.xml"/><Relationship Id="rId181" Type="http://schemas.openxmlformats.org/officeDocument/2006/relationships/tags" Target="../tags/tag1326.xml"/><Relationship Id="rId237" Type="http://schemas.openxmlformats.org/officeDocument/2006/relationships/tags" Target="../tags/tag1382.xml"/><Relationship Id="rId402" Type="http://schemas.openxmlformats.org/officeDocument/2006/relationships/tags" Target="../tags/tag1547.xml"/><Relationship Id="rId279" Type="http://schemas.openxmlformats.org/officeDocument/2006/relationships/tags" Target="../tags/tag1424.xml"/><Relationship Id="rId43" Type="http://schemas.openxmlformats.org/officeDocument/2006/relationships/tags" Target="../tags/tag1188.xml"/><Relationship Id="rId139" Type="http://schemas.openxmlformats.org/officeDocument/2006/relationships/tags" Target="../tags/tag1284.xml"/><Relationship Id="rId290" Type="http://schemas.openxmlformats.org/officeDocument/2006/relationships/tags" Target="../tags/tag1435.xml"/><Relationship Id="rId304" Type="http://schemas.openxmlformats.org/officeDocument/2006/relationships/tags" Target="../tags/tag1449.xml"/><Relationship Id="rId346" Type="http://schemas.openxmlformats.org/officeDocument/2006/relationships/tags" Target="../tags/tag1491.xml"/><Relationship Id="rId388" Type="http://schemas.openxmlformats.org/officeDocument/2006/relationships/tags" Target="../tags/tag1533.xml"/><Relationship Id="rId85" Type="http://schemas.openxmlformats.org/officeDocument/2006/relationships/tags" Target="../tags/tag1230.xml"/><Relationship Id="rId150" Type="http://schemas.openxmlformats.org/officeDocument/2006/relationships/tags" Target="../tags/tag1295.xml"/><Relationship Id="rId192" Type="http://schemas.openxmlformats.org/officeDocument/2006/relationships/tags" Target="../tags/tag1337.xml"/><Relationship Id="rId206" Type="http://schemas.openxmlformats.org/officeDocument/2006/relationships/tags" Target="../tags/tag1351.xml"/><Relationship Id="rId413" Type="http://schemas.openxmlformats.org/officeDocument/2006/relationships/tags" Target="../tags/tag1558.xml"/><Relationship Id="rId248" Type="http://schemas.openxmlformats.org/officeDocument/2006/relationships/tags" Target="../tags/tag1393.xml"/><Relationship Id="rId12" Type="http://schemas.openxmlformats.org/officeDocument/2006/relationships/tags" Target="../tags/tag1157.xml"/><Relationship Id="rId108" Type="http://schemas.openxmlformats.org/officeDocument/2006/relationships/tags" Target="../tags/tag1253.xml"/><Relationship Id="rId315" Type="http://schemas.openxmlformats.org/officeDocument/2006/relationships/tags" Target="../tags/tag1460.xml"/><Relationship Id="rId357" Type="http://schemas.openxmlformats.org/officeDocument/2006/relationships/tags" Target="../tags/tag1502.xml"/><Relationship Id="rId54" Type="http://schemas.openxmlformats.org/officeDocument/2006/relationships/tags" Target="../tags/tag1199.xml"/><Relationship Id="rId96" Type="http://schemas.openxmlformats.org/officeDocument/2006/relationships/tags" Target="../tags/tag1241.xml"/><Relationship Id="rId161" Type="http://schemas.openxmlformats.org/officeDocument/2006/relationships/tags" Target="../tags/tag1306.xml"/><Relationship Id="rId217" Type="http://schemas.openxmlformats.org/officeDocument/2006/relationships/tags" Target="../tags/tag1362.xml"/><Relationship Id="rId399" Type="http://schemas.openxmlformats.org/officeDocument/2006/relationships/tags" Target="../tags/tag1544.xml"/><Relationship Id="rId259" Type="http://schemas.openxmlformats.org/officeDocument/2006/relationships/tags" Target="../tags/tag1404.xml"/><Relationship Id="rId23" Type="http://schemas.openxmlformats.org/officeDocument/2006/relationships/tags" Target="../tags/tag1168.xml"/><Relationship Id="rId119" Type="http://schemas.openxmlformats.org/officeDocument/2006/relationships/tags" Target="../tags/tag1264.xml"/><Relationship Id="rId270" Type="http://schemas.openxmlformats.org/officeDocument/2006/relationships/tags" Target="../tags/tag1415.xml"/><Relationship Id="rId326" Type="http://schemas.openxmlformats.org/officeDocument/2006/relationships/tags" Target="../tags/tag1471.xml"/><Relationship Id="rId65" Type="http://schemas.openxmlformats.org/officeDocument/2006/relationships/tags" Target="../tags/tag1210.xml"/><Relationship Id="rId130" Type="http://schemas.openxmlformats.org/officeDocument/2006/relationships/tags" Target="../tags/tag1275.xml"/><Relationship Id="rId368" Type="http://schemas.openxmlformats.org/officeDocument/2006/relationships/tags" Target="../tags/tag1513.xml"/><Relationship Id="rId172" Type="http://schemas.openxmlformats.org/officeDocument/2006/relationships/tags" Target="../tags/tag1317.xml"/><Relationship Id="rId228" Type="http://schemas.openxmlformats.org/officeDocument/2006/relationships/tags" Target="../tags/tag1373.xml"/><Relationship Id="rId281" Type="http://schemas.openxmlformats.org/officeDocument/2006/relationships/tags" Target="../tags/tag1426.xml"/><Relationship Id="rId337" Type="http://schemas.openxmlformats.org/officeDocument/2006/relationships/tags" Target="../tags/tag1482.xml"/><Relationship Id="rId34" Type="http://schemas.openxmlformats.org/officeDocument/2006/relationships/tags" Target="../tags/tag1179.xml"/><Relationship Id="rId76" Type="http://schemas.openxmlformats.org/officeDocument/2006/relationships/tags" Target="../tags/tag1221.xml"/><Relationship Id="rId141" Type="http://schemas.openxmlformats.org/officeDocument/2006/relationships/tags" Target="../tags/tag1286.xml"/><Relationship Id="rId379" Type="http://schemas.openxmlformats.org/officeDocument/2006/relationships/tags" Target="../tags/tag1524.xml"/><Relationship Id="rId7" Type="http://schemas.openxmlformats.org/officeDocument/2006/relationships/tags" Target="../tags/tag1152.xml"/><Relationship Id="rId183" Type="http://schemas.openxmlformats.org/officeDocument/2006/relationships/tags" Target="../tags/tag1328.xml"/><Relationship Id="rId239" Type="http://schemas.openxmlformats.org/officeDocument/2006/relationships/tags" Target="../tags/tag1384.xml"/><Relationship Id="rId390" Type="http://schemas.openxmlformats.org/officeDocument/2006/relationships/tags" Target="../tags/tag1535.xml"/><Relationship Id="rId404" Type="http://schemas.openxmlformats.org/officeDocument/2006/relationships/tags" Target="../tags/tag1549.xml"/><Relationship Id="rId250" Type="http://schemas.openxmlformats.org/officeDocument/2006/relationships/tags" Target="../tags/tag1395.xml"/><Relationship Id="rId292" Type="http://schemas.openxmlformats.org/officeDocument/2006/relationships/tags" Target="../tags/tag1437.xml"/><Relationship Id="rId306" Type="http://schemas.openxmlformats.org/officeDocument/2006/relationships/tags" Target="../tags/tag1451.xml"/><Relationship Id="rId45" Type="http://schemas.openxmlformats.org/officeDocument/2006/relationships/tags" Target="../tags/tag1190.xml"/><Relationship Id="rId87" Type="http://schemas.openxmlformats.org/officeDocument/2006/relationships/tags" Target="../tags/tag1232.xml"/><Relationship Id="rId110" Type="http://schemas.openxmlformats.org/officeDocument/2006/relationships/tags" Target="../tags/tag1255.xml"/><Relationship Id="rId348" Type="http://schemas.openxmlformats.org/officeDocument/2006/relationships/tags" Target="../tags/tag1493.xml"/><Relationship Id="rId152" Type="http://schemas.openxmlformats.org/officeDocument/2006/relationships/tags" Target="../tags/tag1297.xml"/><Relationship Id="rId194" Type="http://schemas.openxmlformats.org/officeDocument/2006/relationships/tags" Target="../tags/tag1339.xml"/><Relationship Id="rId208" Type="http://schemas.openxmlformats.org/officeDocument/2006/relationships/tags" Target="../tags/tag1353.xml"/><Relationship Id="rId415" Type="http://schemas.openxmlformats.org/officeDocument/2006/relationships/tags" Target="../tags/tag1560.xml"/><Relationship Id="rId261" Type="http://schemas.openxmlformats.org/officeDocument/2006/relationships/tags" Target="../tags/tag1406.xml"/><Relationship Id="rId14" Type="http://schemas.openxmlformats.org/officeDocument/2006/relationships/tags" Target="../tags/tag1159.xml"/><Relationship Id="rId56" Type="http://schemas.openxmlformats.org/officeDocument/2006/relationships/tags" Target="../tags/tag1201.xml"/><Relationship Id="rId317" Type="http://schemas.openxmlformats.org/officeDocument/2006/relationships/tags" Target="../tags/tag1462.xml"/><Relationship Id="rId359" Type="http://schemas.openxmlformats.org/officeDocument/2006/relationships/tags" Target="../tags/tag1504.xml"/><Relationship Id="rId98" Type="http://schemas.openxmlformats.org/officeDocument/2006/relationships/tags" Target="../tags/tag1243.xml"/><Relationship Id="rId121" Type="http://schemas.openxmlformats.org/officeDocument/2006/relationships/tags" Target="../tags/tag1266.xml"/><Relationship Id="rId163" Type="http://schemas.openxmlformats.org/officeDocument/2006/relationships/tags" Target="../tags/tag1308.xml"/><Relationship Id="rId219" Type="http://schemas.openxmlformats.org/officeDocument/2006/relationships/tags" Target="../tags/tag1364.xml"/><Relationship Id="rId370" Type="http://schemas.openxmlformats.org/officeDocument/2006/relationships/tags" Target="../tags/tag1515.xml"/><Relationship Id="rId230" Type="http://schemas.openxmlformats.org/officeDocument/2006/relationships/tags" Target="../tags/tag1375.xml"/><Relationship Id="rId25" Type="http://schemas.openxmlformats.org/officeDocument/2006/relationships/tags" Target="../tags/tag1170.xml"/><Relationship Id="rId67" Type="http://schemas.openxmlformats.org/officeDocument/2006/relationships/tags" Target="../tags/tag1212.xml"/><Relationship Id="rId272" Type="http://schemas.openxmlformats.org/officeDocument/2006/relationships/tags" Target="../tags/tag1417.xml"/><Relationship Id="rId328" Type="http://schemas.openxmlformats.org/officeDocument/2006/relationships/tags" Target="../tags/tag1473.xml"/><Relationship Id="rId132" Type="http://schemas.openxmlformats.org/officeDocument/2006/relationships/tags" Target="../tags/tag1277.xml"/><Relationship Id="rId174" Type="http://schemas.openxmlformats.org/officeDocument/2006/relationships/tags" Target="../tags/tag1319.xml"/><Relationship Id="rId381" Type="http://schemas.openxmlformats.org/officeDocument/2006/relationships/tags" Target="../tags/tag1526.xml"/><Relationship Id="rId241" Type="http://schemas.openxmlformats.org/officeDocument/2006/relationships/tags" Target="../tags/tag1386.xml"/><Relationship Id="rId36" Type="http://schemas.openxmlformats.org/officeDocument/2006/relationships/tags" Target="../tags/tag1181.xml"/><Relationship Id="rId283" Type="http://schemas.openxmlformats.org/officeDocument/2006/relationships/tags" Target="../tags/tag1428.xml"/><Relationship Id="rId339" Type="http://schemas.openxmlformats.org/officeDocument/2006/relationships/tags" Target="../tags/tag1484.xml"/><Relationship Id="rId78" Type="http://schemas.openxmlformats.org/officeDocument/2006/relationships/tags" Target="../tags/tag1223.xml"/><Relationship Id="rId101" Type="http://schemas.openxmlformats.org/officeDocument/2006/relationships/tags" Target="../tags/tag1246.xml"/><Relationship Id="rId143" Type="http://schemas.openxmlformats.org/officeDocument/2006/relationships/tags" Target="../tags/tag1288.xml"/><Relationship Id="rId185" Type="http://schemas.openxmlformats.org/officeDocument/2006/relationships/tags" Target="../tags/tag1330.xml"/><Relationship Id="rId350" Type="http://schemas.openxmlformats.org/officeDocument/2006/relationships/tags" Target="../tags/tag1495.xml"/><Relationship Id="rId406" Type="http://schemas.openxmlformats.org/officeDocument/2006/relationships/tags" Target="../tags/tag1551.xml"/><Relationship Id="rId9" Type="http://schemas.openxmlformats.org/officeDocument/2006/relationships/tags" Target="../tags/tag1154.xml"/><Relationship Id="rId210" Type="http://schemas.openxmlformats.org/officeDocument/2006/relationships/tags" Target="../tags/tag1355.xml"/><Relationship Id="rId392" Type="http://schemas.openxmlformats.org/officeDocument/2006/relationships/tags" Target="../tags/tag1537.xml"/><Relationship Id="rId252" Type="http://schemas.openxmlformats.org/officeDocument/2006/relationships/tags" Target="../tags/tag1397.xml"/><Relationship Id="rId294" Type="http://schemas.openxmlformats.org/officeDocument/2006/relationships/tags" Target="../tags/tag1439.xml"/><Relationship Id="rId308" Type="http://schemas.openxmlformats.org/officeDocument/2006/relationships/tags" Target="../tags/tag1453.xml"/><Relationship Id="rId47" Type="http://schemas.openxmlformats.org/officeDocument/2006/relationships/tags" Target="../tags/tag1192.xml"/><Relationship Id="rId89" Type="http://schemas.openxmlformats.org/officeDocument/2006/relationships/tags" Target="../tags/tag1234.xml"/><Relationship Id="rId112" Type="http://schemas.openxmlformats.org/officeDocument/2006/relationships/tags" Target="../tags/tag1257.xml"/><Relationship Id="rId154" Type="http://schemas.openxmlformats.org/officeDocument/2006/relationships/tags" Target="../tags/tag1299.xml"/><Relationship Id="rId361" Type="http://schemas.openxmlformats.org/officeDocument/2006/relationships/tags" Target="../tags/tag1506.xml"/><Relationship Id="rId196" Type="http://schemas.openxmlformats.org/officeDocument/2006/relationships/tags" Target="../tags/tag1341.xml"/><Relationship Id="rId417" Type="http://schemas.openxmlformats.org/officeDocument/2006/relationships/slideLayout" Target="../slideLayouts/slideLayout2.xml"/><Relationship Id="rId16" Type="http://schemas.openxmlformats.org/officeDocument/2006/relationships/tags" Target="../tags/tag1161.xml"/><Relationship Id="rId221" Type="http://schemas.openxmlformats.org/officeDocument/2006/relationships/tags" Target="../tags/tag1366.xml"/><Relationship Id="rId263" Type="http://schemas.openxmlformats.org/officeDocument/2006/relationships/tags" Target="../tags/tag1408.xml"/><Relationship Id="rId319" Type="http://schemas.openxmlformats.org/officeDocument/2006/relationships/tags" Target="../tags/tag1464.xml"/><Relationship Id="rId58" Type="http://schemas.openxmlformats.org/officeDocument/2006/relationships/tags" Target="../tags/tag1203.xml"/><Relationship Id="rId123" Type="http://schemas.openxmlformats.org/officeDocument/2006/relationships/tags" Target="../tags/tag1268.xml"/><Relationship Id="rId330" Type="http://schemas.openxmlformats.org/officeDocument/2006/relationships/tags" Target="../tags/tag1475.xml"/><Relationship Id="rId165" Type="http://schemas.openxmlformats.org/officeDocument/2006/relationships/tags" Target="../tags/tag1310.xml"/><Relationship Id="rId372" Type="http://schemas.openxmlformats.org/officeDocument/2006/relationships/tags" Target="../tags/tag1517.xml"/><Relationship Id="rId232" Type="http://schemas.openxmlformats.org/officeDocument/2006/relationships/tags" Target="../tags/tag1377.xml"/><Relationship Id="rId274" Type="http://schemas.openxmlformats.org/officeDocument/2006/relationships/tags" Target="../tags/tag1419.xml"/><Relationship Id="rId27" Type="http://schemas.openxmlformats.org/officeDocument/2006/relationships/tags" Target="../tags/tag1172.xml"/><Relationship Id="rId69" Type="http://schemas.openxmlformats.org/officeDocument/2006/relationships/tags" Target="../tags/tag1214.xml"/><Relationship Id="rId134" Type="http://schemas.openxmlformats.org/officeDocument/2006/relationships/tags" Target="../tags/tag1279.xml"/><Relationship Id="rId80" Type="http://schemas.openxmlformats.org/officeDocument/2006/relationships/tags" Target="../tags/tag1225.xml"/><Relationship Id="rId176" Type="http://schemas.openxmlformats.org/officeDocument/2006/relationships/tags" Target="../tags/tag1321.xml"/><Relationship Id="rId341" Type="http://schemas.openxmlformats.org/officeDocument/2006/relationships/tags" Target="../tags/tag1486.xml"/><Relationship Id="rId383" Type="http://schemas.openxmlformats.org/officeDocument/2006/relationships/tags" Target="../tags/tag1528.xml"/><Relationship Id="rId201" Type="http://schemas.openxmlformats.org/officeDocument/2006/relationships/tags" Target="../tags/tag1346.xml"/><Relationship Id="rId243" Type="http://schemas.openxmlformats.org/officeDocument/2006/relationships/tags" Target="../tags/tag1388.xml"/><Relationship Id="rId285" Type="http://schemas.openxmlformats.org/officeDocument/2006/relationships/tags" Target="../tags/tag1430.xml"/><Relationship Id="rId17" Type="http://schemas.openxmlformats.org/officeDocument/2006/relationships/tags" Target="../tags/tag1162.xml"/><Relationship Id="rId38" Type="http://schemas.openxmlformats.org/officeDocument/2006/relationships/tags" Target="../tags/tag1183.xml"/><Relationship Id="rId59" Type="http://schemas.openxmlformats.org/officeDocument/2006/relationships/tags" Target="../tags/tag1204.xml"/><Relationship Id="rId103" Type="http://schemas.openxmlformats.org/officeDocument/2006/relationships/tags" Target="../tags/tag1248.xml"/><Relationship Id="rId124" Type="http://schemas.openxmlformats.org/officeDocument/2006/relationships/tags" Target="../tags/tag1269.xml"/><Relationship Id="rId310" Type="http://schemas.openxmlformats.org/officeDocument/2006/relationships/tags" Target="../tags/tag1455.xml"/><Relationship Id="rId70" Type="http://schemas.openxmlformats.org/officeDocument/2006/relationships/tags" Target="../tags/tag1215.xml"/><Relationship Id="rId91" Type="http://schemas.openxmlformats.org/officeDocument/2006/relationships/tags" Target="../tags/tag1236.xml"/><Relationship Id="rId145" Type="http://schemas.openxmlformats.org/officeDocument/2006/relationships/tags" Target="../tags/tag1290.xml"/><Relationship Id="rId166" Type="http://schemas.openxmlformats.org/officeDocument/2006/relationships/tags" Target="../tags/tag1311.xml"/><Relationship Id="rId187" Type="http://schemas.openxmlformats.org/officeDocument/2006/relationships/tags" Target="../tags/tag1332.xml"/><Relationship Id="rId331" Type="http://schemas.openxmlformats.org/officeDocument/2006/relationships/tags" Target="../tags/tag1476.xml"/><Relationship Id="rId352" Type="http://schemas.openxmlformats.org/officeDocument/2006/relationships/tags" Target="../tags/tag1497.xml"/><Relationship Id="rId373" Type="http://schemas.openxmlformats.org/officeDocument/2006/relationships/tags" Target="../tags/tag1518.xml"/><Relationship Id="rId394" Type="http://schemas.openxmlformats.org/officeDocument/2006/relationships/tags" Target="../tags/tag1539.xml"/><Relationship Id="rId408" Type="http://schemas.openxmlformats.org/officeDocument/2006/relationships/tags" Target="../tags/tag1553.xml"/><Relationship Id="rId1" Type="http://schemas.openxmlformats.org/officeDocument/2006/relationships/tags" Target="../tags/tag1146.xml"/><Relationship Id="rId212" Type="http://schemas.openxmlformats.org/officeDocument/2006/relationships/tags" Target="../tags/tag1357.xml"/><Relationship Id="rId233" Type="http://schemas.openxmlformats.org/officeDocument/2006/relationships/tags" Target="../tags/tag1378.xml"/><Relationship Id="rId254" Type="http://schemas.openxmlformats.org/officeDocument/2006/relationships/tags" Target="../tags/tag1399.xml"/><Relationship Id="rId28" Type="http://schemas.openxmlformats.org/officeDocument/2006/relationships/tags" Target="../tags/tag1173.xml"/><Relationship Id="rId49" Type="http://schemas.openxmlformats.org/officeDocument/2006/relationships/tags" Target="../tags/tag1194.xml"/><Relationship Id="rId114" Type="http://schemas.openxmlformats.org/officeDocument/2006/relationships/tags" Target="../tags/tag1259.xml"/><Relationship Id="rId275" Type="http://schemas.openxmlformats.org/officeDocument/2006/relationships/tags" Target="../tags/tag1420.xml"/><Relationship Id="rId296" Type="http://schemas.openxmlformats.org/officeDocument/2006/relationships/tags" Target="../tags/tag1441.xml"/><Relationship Id="rId300" Type="http://schemas.openxmlformats.org/officeDocument/2006/relationships/tags" Target="../tags/tag1445.xml"/><Relationship Id="rId60" Type="http://schemas.openxmlformats.org/officeDocument/2006/relationships/tags" Target="../tags/tag1205.xml"/><Relationship Id="rId81" Type="http://schemas.openxmlformats.org/officeDocument/2006/relationships/tags" Target="../tags/tag1226.xml"/><Relationship Id="rId135" Type="http://schemas.openxmlformats.org/officeDocument/2006/relationships/tags" Target="../tags/tag1280.xml"/><Relationship Id="rId156" Type="http://schemas.openxmlformats.org/officeDocument/2006/relationships/tags" Target="../tags/tag1301.xml"/><Relationship Id="rId177" Type="http://schemas.openxmlformats.org/officeDocument/2006/relationships/tags" Target="../tags/tag1322.xml"/><Relationship Id="rId198" Type="http://schemas.openxmlformats.org/officeDocument/2006/relationships/tags" Target="../tags/tag1343.xml"/><Relationship Id="rId321" Type="http://schemas.openxmlformats.org/officeDocument/2006/relationships/tags" Target="../tags/tag1466.xml"/><Relationship Id="rId342" Type="http://schemas.openxmlformats.org/officeDocument/2006/relationships/tags" Target="../tags/tag1487.xml"/><Relationship Id="rId363" Type="http://schemas.openxmlformats.org/officeDocument/2006/relationships/tags" Target="../tags/tag1508.xml"/><Relationship Id="rId384" Type="http://schemas.openxmlformats.org/officeDocument/2006/relationships/tags" Target="../tags/tag1529.xml"/><Relationship Id="rId419" Type="http://schemas.openxmlformats.org/officeDocument/2006/relationships/image" Target="../media/image2.png"/><Relationship Id="rId202" Type="http://schemas.openxmlformats.org/officeDocument/2006/relationships/tags" Target="../tags/tag1347.xml"/><Relationship Id="rId223" Type="http://schemas.openxmlformats.org/officeDocument/2006/relationships/tags" Target="../tags/tag1368.xml"/><Relationship Id="rId244" Type="http://schemas.openxmlformats.org/officeDocument/2006/relationships/tags" Target="../tags/tag1389.xml"/><Relationship Id="rId18" Type="http://schemas.openxmlformats.org/officeDocument/2006/relationships/tags" Target="../tags/tag1163.xml"/><Relationship Id="rId39" Type="http://schemas.openxmlformats.org/officeDocument/2006/relationships/tags" Target="../tags/tag1184.xml"/><Relationship Id="rId265" Type="http://schemas.openxmlformats.org/officeDocument/2006/relationships/tags" Target="../tags/tag1410.xml"/><Relationship Id="rId286" Type="http://schemas.openxmlformats.org/officeDocument/2006/relationships/tags" Target="../tags/tag1431.xml"/><Relationship Id="rId50" Type="http://schemas.openxmlformats.org/officeDocument/2006/relationships/tags" Target="../tags/tag1195.xml"/><Relationship Id="rId104" Type="http://schemas.openxmlformats.org/officeDocument/2006/relationships/tags" Target="../tags/tag1249.xml"/><Relationship Id="rId125" Type="http://schemas.openxmlformats.org/officeDocument/2006/relationships/tags" Target="../tags/tag1270.xml"/><Relationship Id="rId146" Type="http://schemas.openxmlformats.org/officeDocument/2006/relationships/tags" Target="../tags/tag1291.xml"/><Relationship Id="rId167" Type="http://schemas.openxmlformats.org/officeDocument/2006/relationships/tags" Target="../tags/tag1312.xml"/><Relationship Id="rId188" Type="http://schemas.openxmlformats.org/officeDocument/2006/relationships/tags" Target="../tags/tag1333.xml"/><Relationship Id="rId311" Type="http://schemas.openxmlformats.org/officeDocument/2006/relationships/tags" Target="../tags/tag1456.xml"/><Relationship Id="rId332" Type="http://schemas.openxmlformats.org/officeDocument/2006/relationships/tags" Target="../tags/tag1477.xml"/><Relationship Id="rId353" Type="http://schemas.openxmlformats.org/officeDocument/2006/relationships/tags" Target="../tags/tag1498.xml"/><Relationship Id="rId374" Type="http://schemas.openxmlformats.org/officeDocument/2006/relationships/tags" Target="../tags/tag1519.xml"/><Relationship Id="rId395" Type="http://schemas.openxmlformats.org/officeDocument/2006/relationships/tags" Target="../tags/tag1540.xml"/><Relationship Id="rId409" Type="http://schemas.openxmlformats.org/officeDocument/2006/relationships/tags" Target="../tags/tag1554.xml"/><Relationship Id="rId71" Type="http://schemas.openxmlformats.org/officeDocument/2006/relationships/tags" Target="../tags/tag1216.xml"/><Relationship Id="rId92" Type="http://schemas.openxmlformats.org/officeDocument/2006/relationships/tags" Target="../tags/tag1237.xml"/><Relationship Id="rId213" Type="http://schemas.openxmlformats.org/officeDocument/2006/relationships/tags" Target="../tags/tag1358.xml"/><Relationship Id="rId234" Type="http://schemas.openxmlformats.org/officeDocument/2006/relationships/tags" Target="../tags/tag1379.xml"/><Relationship Id="rId420" Type="http://schemas.openxmlformats.org/officeDocument/2006/relationships/image" Target="../media/image3.png"/><Relationship Id="rId2" Type="http://schemas.openxmlformats.org/officeDocument/2006/relationships/tags" Target="../tags/tag1147.xml"/><Relationship Id="rId29" Type="http://schemas.openxmlformats.org/officeDocument/2006/relationships/tags" Target="../tags/tag1174.xml"/><Relationship Id="rId255" Type="http://schemas.openxmlformats.org/officeDocument/2006/relationships/tags" Target="../tags/tag1400.xml"/><Relationship Id="rId276" Type="http://schemas.openxmlformats.org/officeDocument/2006/relationships/tags" Target="../tags/tag1421.xml"/><Relationship Id="rId297" Type="http://schemas.openxmlformats.org/officeDocument/2006/relationships/tags" Target="../tags/tag1442.xml"/><Relationship Id="rId40" Type="http://schemas.openxmlformats.org/officeDocument/2006/relationships/tags" Target="../tags/tag1185.xml"/><Relationship Id="rId115" Type="http://schemas.openxmlformats.org/officeDocument/2006/relationships/tags" Target="../tags/tag1260.xml"/><Relationship Id="rId136" Type="http://schemas.openxmlformats.org/officeDocument/2006/relationships/tags" Target="../tags/tag1281.xml"/><Relationship Id="rId157" Type="http://schemas.openxmlformats.org/officeDocument/2006/relationships/tags" Target="../tags/tag1302.xml"/><Relationship Id="rId178" Type="http://schemas.openxmlformats.org/officeDocument/2006/relationships/tags" Target="../tags/tag1323.xml"/><Relationship Id="rId301" Type="http://schemas.openxmlformats.org/officeDocument/2006/relationships/tags" Target="../tags/tag1446.xml"/><Relationship Id="rId322" Type="http://schemas.openxmlformats.org/officeDocument/2006/relationships/tags" Target="../tags/tag1467.xml"/><Relationship Id="rId343" Type="http://schemas.openxmlformats.org/officeDocument/2006/relationships/tags" Target="../tags/tag1488.xml"/><Relationship Id="rId364" Type="http://schemas.openxmlformats.org/officeDocument/2006/relationships/tags" Target="../tags/tag1509.xml"/><Relationship Id="rId61" Type="http://schemas.openxmlformats.org/officeDocument/2006/relationships/tags" Target="../tags/tag1206.xml"/><Relationship Id="rId82" Type="http://schemas.openxmlformats.org/officeDocument/2006/relationships/tags" Target="../tags/tag1227.xml"/><Relationship Id="rId199" Type="http://schemas.openxmlformats.org/officeDocument/2006/relationships/tags" Target="../tags/tag1344.xml"/><Relationship Id="rId203" Type="http://schemas.openxmlformats.org/officeDocument/2006/relationships/tags" Target="../tags/tag1348.xml"/><Relationship Id="rId385" Type="http://schemas.openxmlformats.org/officeDocument/2006/relationships/tags" Target="../tags/tag1530.xml"/><Relationship Id="rId19" Type="http://schemas.openxmlformats.org/officeDocument/2006/relationships/tags" Target="../tags/tag1164.xml"/><Relationship Id="rId224" Type="http://schemas.openxmlformats.org/officeDocument/2006/relationships/tags" Target="../tags/tag1369.xml"/><Relationship Id="rId245" Type="http://schemas.openxmlformats.org/officeDocument/2006/relationships/tags" Target="../tags/tag1390.xml"/><Relationship Id="rId266" Type="http://schemas.openxmlformats.org/officeDocument/2006/relationships/tags" Target="../tags/tag1411.xml"/><Relationship Id="rId287" Type="http://schemas.openxmlformats.org/officeDocument/2006/relationships/tags" Target="../tags/tag1432.xml"/><Relationship Id="rId410" Type="http://schemas.openxmlformats.org/officeDocument/2006/relationships/tags" Target="../tags/tag1555.xml"/><Relationship Id="rId30" Type="http://schemas.openxmlformats.org/officeDocument/2006/relationships/tags" Target="../tags/tag1175.xml"/><Relationship Id="rId105" Type="http://schemas.openxmlformats.org/officeDocument/2006/relationships/tags" Target="../tags/tag1250.xml"/><Relationship Id="rId126" Type="http://schemas.openxmlformats.org/officeDocument/2006/relationships/tags" Target="../tags/tag1271.xml"/><Relationship Id="rId147" Type="http://schemas.openxmlformats.org/officeDocument/2006/relationships/tags" Target="../tags/tag1292.xml"/><Relationship Id="rId168" Type="http://schemas.openxmlformats.org/officeDocument/2006/relationships/tags" Target="../tags/tag1313.xml"/><Relationship Id="rId312" Type="http://schemas.openxmlformats.org/officeDocument/2006/relationships/tags" Target="../tags/tag1457.xml"/><Relationship Id="rId333" Type="http://schemas.openxmlformats.org/officeDocument/2006/relationships/tags" Target="../tags/tag1478.xml"/><Relationship Id="rId354" Type="http://schemas.openxmlformats.org/officeDocument/2006/relationships/tags" Target="../tags/tag1499.xml"/><Relationship Id="rId51" Type="http://schemas.openxmlformats.org/officeDocument/2006/relationships/tags" Target="../tags/tag1196.xml"/><Relationship Id="rId72" Type="http://schemas.openxmlformats.org/officeDocument/2006/relationships/tags" Target="../tags/tag1217.xml"/><Relationship Id="rId93" Type="http://schemas.openxmlformats.org/officeDocument/2006/relationships/tags" Target="../tags/tag1238.xml"/><Relationship Id="rId189" Type="http://schemas.openxmlformats.org/officeDocument/2006/relationships/tags" Target="../tags/tag1334.xml"/><Relationship Id="rId375" Type="http://schemas.openxmlformats.org/officeDocument/2006/relationships/tags" Target="../tags/tag1520.xml"/><Relationship Id="rId396" Type="http://schemas.openxmlformats.org/officeDocument/2006/relationships/tags" Target="../tags/tag1541.xml"/><Relationship Id="rId3" Type="http://schemas.openxmlformats.org/officeDocument/2006/relationships/tags" Target="../tags/tag1148.xml"/><Relationship Id="rId214" Type="http://schemas.openxmlformats.org/officeDocument/2006/relationships/tags" Target="../tags/tag1359.xml"/><Relationship Id="rId235" Type="http://schemas.openxmlformats.org/officeDocument/2006/relationships/tags" Target="../tags/tag1380.xml"/><Relationship Id="rId256" Type="http://schemas.openxmlformats.org/officeDocument/2006/relationships/tags" Target="../tags/tag1401.xml"/><Relationship Id="rId277" Type="http://schemas.openxmlformats.org/officeDocument/2006/relationships/tags" Target="../tags/tag1422.xml"/><Relationship Id="rId298" Type="http://schemas.openxmlformats.org/officeDocument/2006/relationships/tags" Target="../tags/tag1443.xml"/><Relationship Id="rId400" Type="http://schemas.openxmlformats.org/officeDocument/2006/relationships/tags" Target="../tags/tag1545.xml"/><Relationship Id="rId421" Type="http://schemas.openxmlformats.org/officeDocument/2006/relationships/customXml" Target="../ink/ink1.xml"/><Relationship Id="rId116" Type="http://schemas.openxmlformats.org/officeDocument/2006/relationships/tags" Target="../tags/tag1261.xml"/><Relationship Id="rId137" Type="http://schemas.openxmlformats.org/officeDocument/2006/relationships/tags" Target="../tags/tag1282.xml"/><Relationship Id="rId158" Type="http://schemas.openxmlformats.org/officeDocument/2006/relationships/tags" Target="../tags/tag1303.xml"/><Relationship Id="rId302" Type="http://schemas.openxmlformats.org/officeDocument/2006/relationships/tags" Target="../tags/tag1447.xml"/><Relationship Id="rId323" Type="http://schemas.openxmlformats.org/officeDocument/2006/relationships/tags" Target="../tags/tag1468.xml"/><Relationship Id="rId344" Type="http://schemas.openxmlformats.org/officeDocument/2006/relationships/tags" Target="../tags/tag1489.xml"/><Relationship Id="rId20" Type="http://schemas.openxmlformats.org/officeDocument/2006/relationships/tags" Target="../tags/tag1165.xml"/><Relationship Id="rId41" Type="http://schemas.openxmlformats.org/officeDocument/2006/relationships/tags" Target="../tags/tag1186.xml"/><Relationship Id="rId62" Type="http://schemas.openxmlformats.org/officeDocument/2006/relationships/tags" Target="../tags/tag1207.xml"/><Relationship Id="rId83" Type="http://schemas.openxmlformats.org/officeDocument/2006/relationships/tags" Target="../tags/tag1228.xml"/><Relationship Id="rId179" Type="http://schemas.openxmlformats.org/officeDocument/2006/relationships/tags" Target="../tags/tag1324.xml"/><Relationship Id="rId365" Type="http://schemas.openxmlformats.org/officeDocument/2006/relationships/tags" Target="../tags/tag1510.xml"/><Relationship Id="rId386" Type="http://schemas.openxmlformats.org/officeDocument/2006/relationships/tags" Target="../tags/tag1531.xml"/><Relationship Id="rId190" Type="http://schemas.openxmlformats.org/officeDocument/2006/relationships/tags" Target="../tags/tag1335.xml"/><Relationship Id="rId204" Type="http://schemas.openxmlformats.org/officeDocument/2006/relationships/tags" Target="../tags/tag1349.xml"/><Relationship Id="rId225" Type="http://schemas.openxmlformats.org/officeDocument/2006/relationships/tags" Target="../tags/tag1370.xml"/><Relationship Id="rId246" Type="http://schemas.openxmlformats.org/officeDocument/2006/relationships/tags" Target="../tags/tag1391.xml"/><Relationship Id="rId267" Type="http://schemas.openxmlformats.org/officeDocument/2006/relationships/tags" Target="../tags/tag1412.xml"/><Relationship Id="rId288" Type="http://schemas.openxmlformats.org/officeDocument/2006/relationships/tags" Target="../tags/tag1433.xml"/><Relationship Id="rId411" Type="http://schemas.openxmlformats.org/officeDocument/2006/relationships/tags" Target="../tags/tag1556.xml"/><Relationship Id="rId106" Type="http://schemas.openxmlformats.org/officeDocument/2006/relationships/tags" Target="../tags/tag1251.xml"/><Relationship Id="rId127" Type="http://schemas.openxmlformats.org/officeDocument/2006/relationships/tags" Target="../tags/tag1272.xml"/><Relationship Id="rId313" Type="http://schemas.openxmlformats.org/officeDocument/2006/relationships/tags" Target="../tags/tag1458.xml"/><Relationship Id="rId10" Type="http://schemas.openxmlformats.org/officeDocument/2006/relationships/tags" Target="../tags/tag1155.xml"/><Relationship Id="rId31" Type="http://schemas.openxmlformats.org/officeDocument/2006/relationships/tags" Target="../tags/tag1176.xml"/><Relationship Id="rId52" Type="http://schemas.openxmlformats.org/officeDocument/2006/relationships/tags" Target="../tags/tag1197.xml"/><Relationship Id="rId73" Type="http://schemas.openxmlformats.org/officeDocument/2006/relationships/tags" Target="../tags/tag1218.xml"/><Relationship Id="rId94" Type="http://schemas.openxmlformats.org/officeDocument/2006/relationships/tags" Target="../tags/tag1239.xml"/><Relationship Id="rId148" Type="http://schemas.openxmlformats.org/officeDocument/2006/relationships/tags" Target="../tags/tag1293.xml"/><Relationship Id="rId169" Type="http://schemas.openxmlformats.org/officeDocument/2006/relationships/tags" Target="../tags/tag1314.xml"/><Relationship Id="rId334" Type="http://schemas.openxmlformats.org/officeDocument/2006/relationships/tags" Target="../tags/tag1479.xml"/><Relationship Id="rId355" Type="http://schemas.openxmlformats.org/officeDocument/2006/relationships/tags" Target="../tags/tag1500.xml"/><Relationship Id="rId376" Type="http://schemas.openxmlformats.org/officeDocument/2006/relationships/tags" Target="../tags/tag1521.xml"/><Relationship Id="rId397" Type="http://schemas.openxmlformats.org/officeDocument/2006/relationships/tags" Target="../tags/tag1542.xml"/><Relationship Id="rId4" Type="http://schemas.openxmlformats.org/officeDocument/2006/relationships/tags" Target="../tags/tag1149.xml"/><Relationship Id="rId180" Type="http://schemas.openxmlformats.org/officeDocument/2006/relationships/tags" Target="../tags/tag1325.xml"/><Relationship Id="rId215" Type="http://schemas.openxmlformats.org/officeDocument/2006/relationships/tags" Target="../tags/tag1360.xml"/><Relationship Id="rId236" Type="http://schemas.openxmlformats.org/officeDocument/2006/relationships/tags" Target="../tags/tag1381.xml"/><Relationship Id="rId257" Type="http://schemas.openxmlformats.org/officeDocument/2006/relationships/tags" Target="../tags/tag1402.xml"/><Relationship Id="rId278" Type="http://schemas.openxmlformats.org/officeDocument/2006/relationships/tags" Target="../tags/tag1423.xml"/><Relationship Id="rId401" Type="http://schemas.openxmlformats.org/officeDocument/2006/relationships/tags" Target="../tags/tag1546.xml"/><Relationship Id="rId422" Type="http://schemas.openxmlformats.org/officeDocument/2006/relationships/image" Target="../media/image5.png"/><Relationship Id="rId303" Type="http://schemas.openxmlformats.org/officeDocument/2006/relationships/tags" Target="../tags/tag1448.xml"/><Relationship Id="rId42" Type="http://schemas.openxmlformats.org/officeDocument/2006/relationships/tags" Target="../tags/tag1187.xml"/><Relationship Id="rId84" Type="http://schemas.openxmlformats.org/officeDocument/2006/relationships/tags" Target="../tags/tag1229.xml"/><Relationship Id="rId138" Type="http://schemas.openxmlformats.org/officeDocument/2006/relationships/tags" Target="../tags/tag1283.xml"/><Relationship Id="rId345" Type="http://schemas.openxmlformats.org/officeDocument/2006/relationships/tags" Target="../tags/tag1490.xml"/><Relationship Id="rId387" Type="http://schemas.openxmlformats.org/officeDocument/2006/relationships/tags" Target="../tags/tag1532.xml"/><Relationship Id="rId191" Type="http://schemas.openxmlformats.org/officeDocument/2006/relationships/tags" Target="../tags/tag1336.xml"/><Relationship Id="rId205" Type="http://schemas.openxmlformats.org/officeDocument/2006/relationships/tags" Target="../tags/tag1350.xml"/><Relationship Id="rId247" Type="http://schemas.openxmlformats.org/officeDocument/2006/relationships/tags" Target="../tags/tag1392.xml"/><Relationship Id="rId412" Type="http://schemas.openxmlformats.org/officeDocument/2006/relationships/tags" Target="../tags/tag1557.xml"/><Relationship Id="rId107" Type="http://schemas.openxmlformats.org/officeDocument/2006/relationships/tags" Target="../tags/tag1252.xml"/><Relationship Id="rId289" Type="http://schemas.openxmlformats.org/officeDocument/2006/relationships/tags" Target="../tags/tag1434.xml"/><Relationship Id="rId11" Type="http://schemas.openxmlformats.org/officeDocument/2006/relationships/tags" Target="../tags/tag1156.xml"/><Relationship Id="rId53" Type="http://schemas.openxmlformats.org/officeDocument/2006/relationships/tags" Target="../tags/tag1198.xml"/><Relationship Id="rId149" Type="http://schemas.openxmlformats.org/officeDocument/2006/relationships/tags" Target="../tags/tag1294.xml"/><Relationship Id="rId314" Type="http://schemas.openxmlformats.org/officeDocument/2006/relationships/tags" Target="../tags/tag1459.xml"/><Relationship Id="rId356" Type="http://schemas.openxmlformats.org/officeDocument/2006/relationships/tags" Target="../tags/tag1501.xml"/><Relationship Id="rId398" Type="http://schemas.openxmlformats.org/officeDocument/2006/relationships/tags" Target="../tags/tag1543.xml"/><Relationship Id="rId95" Type="http://schemas.openxmlformats.org/officeDocument/2006/relationships/tags" Target="../tags/tag1240.xml"/><Relationship Id="rId160" Type="http://schemas.openxmlformats.org/officeDocument/2006/relationships/tags" Target="../tags/tag1305.xml"/><Relationship Id="rId216" Type="http://schemas.openxmlformats.org/officeDocument/2006/relationships/tags" Target="../tags/tag1361.xml"/><Relationship Id="rId258" Type="http://schemas.openxmlformats.org/officeDocument/2006/relationships/tags" Target="../tags/tag1403.xml"/><Relationship Id="rId22" Type="http://schemas.openxmlformats.org/officeDocument/2006/relationships/tags" Target="../tags/tag1167.xml"/><Relationship Id="rId64" Type="http://schemas.openxmlformats.org/officeDocument/2006/relationships/tags" Target="../tags/tag1209.xml"/><Relationship Id="rId118" Type="http://schemas.openxmlformats.org/officeDocument/2006/relationships/tags" Target="../tags/tag1263.xml"/><Relationship Id="rId325" Type="http://schemas.openxmlformats.org/officeDocument/2006/relationships/tags" Target="../tags/tag1470.xml"/><Relationship Id="rId367" Type="http://schemas.openxmlformats.org/officeDocument/2006/relationships/tags" Target="../tags/tag1512.xml"/><Relationship Id="rId171" Type="http://schemas.openxmlformats.org/officeDocument/2006/relationships/tags" Target="../tags/tag1316.xml"/><Relationship Id="rId227" Type="http://schemas.openxmlformats.org/officeDocument/2006/relationships/tags" Target="../tags/tag1372.xml"/><Relationship Id="rId269" Type="http://schemas.openxmlformats.org/officeDocument/2006/relationships/tags" Target="../tags/tag1414.xml"/><Relationship Id="rId33" Type="http://schemas.openxmlformats.org/officeDocument/2006/relationships/tags" Target="../tags/tag1178.xml"/><Relationship Id="rId129" Type="http://schemas.openxmlformats.org/officeDocument/2006/relationships/tags" Target="../tags/tag1274.xml"/><Relationship Id="rId280" Type="http://schemas.openxmlformats.org/officeDocument/2006/relationships/tags" Target="../tags/tag1425.xml"/><Relationship Id="rId336" Type="http://schemas.openxmlformats.org/officeDocument/2006/relationships/tags" Target="../tags/tag1481.xml"/><Relationship Id="rId75" Type="http://schemas.openxmlformats.org/officeDocument/2006/relationships/tags" Target="../tags/tag1220.xml"/><Relationship Id="rId140" Type="http://schemas.openxmlformats.org/officeDocument/2006/relationships/tags" Target="../tags/tag1285.xml"/><Relationship Id="rId182" Type="http://schemas.openxmlformats.org/officeDocument/2006/relationships/tags" Target="../tags/tag1327.xml"/><Relationship Id="rId378" Type="http://schemas.openxmlformats.org/officeDocument/2006/relationships/tags" Target="../tags/tag1523.xml"/><Relationship Id="rId403" Type="http://schemas.openxmlformats.org/officeDocument/2006/relationships/tags" Target="../tags/tag1548.xml"/><Relationship Id="rId6" Type="http://schemas.openxmlformats.org/officeDocument/2006/relationships/tags" Target="../tags/tag1151.xml"/><Relationship Id="rId238" Type="http://schemas.openxmlformats.org/officeDocument/2006/relationships/tags" Target="../tags/tag1383.xml"/><Relationship Id="rId291" Type="http://schemas.openxmlformats.org/officeDocument/2006/relationships/tags" Target="../tags/tag1436.xml"/><Relationship Id="rId305" Type="http://schemas.openxmlformats.org/officeDocument/2006/relationships/tags" Target="../tags/tag1450.xml"/><Relationship Id="rId347" Type="http://schemas.openxmlformats.org/officeDocument/2006/relationships/tags" Target="../tags/tag1492.xml"/><Relationship Id="rId44" Type="http://schemas.openxmlformats.org/officeDocument/2006/relationships/tags" Target="../tags/tag1189.xml"/><Relationship Id="rId86" Type="http://schemas.openxmlformats.org/officeDocument/2006/relationships/tags" Target="../tags/tag1231.xml"/><Relationship Id="rId151" Type="http://schemas.openxmlformats.org/officeDocument/2006/relationships/tags" Target="../tags/tag1296.xml"/><Relationship Id="rId389" Type="http://schemas.openxmlformats.org/officeDocument/2006/relationships/tags" Target="../tags/tag1534.xml"/><Relationship Id="rId193" Type="http://schemas.openxmlformats.org/officeDocument/2006/relationships/tags" Target="../tags/tag1338.xml"/><Relationship Id="rId207" Type="http://schemas.openxmlformats.org/officeDocument/2006/relationships/tags" Target="../tags/tag1352.xml"/><Relationship Id="rId249" Type="http://schemas.openxmlformats.org/officeDocument/2006/relationships/tags" Target="../tags/tag1394.xml"/><Relationship Id="rId414" Type="http://schemas.openxmlformats.org/officeDocument/2006/relationships/tags" Target="../tags/tag1559.xml"/><Relationship Id="rId13" Type="http://schemas.openxmlformats.org/officeDocument/2006/relationships/tags" Target="../tags/tag1158.xml"/><Relationship Id="rId109" Type="http://schemas.openxmlformats.org/officeDocument/2006/relationships/tags" Target="../tags/tag1254.xml"/><Relationship Id="rId260" Type="http://schemas.openxmlformats.org/officeDocument/2006/relationships/tags" Target="../tags/tag1405.xml"/><Relationship Id="rId316" Type="http://schemas.openxmlformats.org/officeDocument/2006/relationships/tags" Target="../tags/tag1461.xml"/><Relationship Id="rId55" Type="http://schemas.openxmlformats.org/officeDocument/2006/relationships/tags" Target="../tags/tag1200.xml"/><Relationship Id="rId97" Type="http://schemas.openxmlformats.org/officeDocument/2006/relationships/tags" Target="../tags/tag1242.xml"/><Relationship Id="rId120" Type="http://schemas.openxmlformats.org/officeDocument/2006/relationships/tags" Target="../tags/tag1265.xml"/><Relationship Id="rId358" Type="http://schemas.openxmlformats.org/officeDocument/2006/relationships/tags" Target="../tags/tag1503.xml"/><Relationship Id="rId162" Type="http://schemas.openxmlformats.org/officeDocument/2006/relationships/tags" Target="../tags/tag1307.xml"/><Relationship Id="rId218" Type="http://schemas.openxmlformats.org/officeDocument/2006/relationships/tags" Target="../tags/tag1363.xml"/><Relationship Id="rId271" Type="http://schemas.openxmlformats.org/officeDocument/2006/relationships/tags" Target="../tags/tag1416.xml"/><Relationship Id="rId24" Type="http://schemas.openxmlformats.org/officeDocument/2006/relationships/tags" Target="../tags/tag1169.xml"/><Relationship Id="rId66" Type="http://schemas.openxmlformats.org/officeDocument/2006/relationships/tags" Target="../tags/tag1211.xml"/><Relationship Id="rId131" Type="http://schemas.openxmlformats.org/officeDocument/2006/relationships/tags" Target="../tags/tag1276.xml"/><Relationship Id="rId327" Type="http://schemas.openxmlformats.org/officeDocument/2006/relationships/tags" Target="../tags/tag1472.xml"/><Relationship Id="rId369" Type="http://schemas.openxmlformats.org/officeDocument/2006/relationships/tags" Target="../tags/tag1514.xml"/><Relationship Id="rId173" Type="http://schemas.openxmlformats.org/officeDocument/2006/relationships/tags" Target="../tags/tag1318.xml"/><Relationship Id="rId229" Type="http://schemas.openxmlformats.org/officeDocument/2006/relationships/tags" Target="../tags/tag1374.xml"/><Relationship Id="rId380" Type="http://schemas.openxmlformats.org/officeDocument/2006/relationships/tags" Target="../tags/tag1525.xml"/><Relationship Id="rId240" Type="http://schemas.openxmlformats.org/officeDocument/2006/relationships/tags" Target="../tags/tag1385.xml"/><Relationship Id="rId35" Type="http://schemas.openxmlformats.org/officeDocument/2006/relationships/tags" Target="../tags/tag1180.xml"/><Relationship Id="rId77" Type="http://schemas.openxmlformats.org/officeDocument/2006/relationships/tags" Target="../tags/tag1222.xml"/><Relationship Id="rId100" Type="http://schemas.openxmlformats.org/officeDocument/2006/relationships/tags" Target="../tags/tag1245.xml"/><Relationship Id="rId282" Type="http://schemas.openxmlformats.org/officeDocument/2006/relationships/tags" Target="../tags/tag1427.xml"/><Relationship Id="rId338" Type="http://schemas.openxmlformats.org/officeDocument/2006/relationships/tags" Target="../tags/tag1483.xml"/><Relationship Id="rId8" Type="http://schemas.openxmlformats.org/officeDocument/2006/relationships/tags" Target="../tags/tag1153.xml"/><Relationship Id="rId142" Type="http://schemas.openxmlformats.org/officeDocument/2006/relationships/tags" Target="../tags/tag1287.xml"/><Relationship Id="rId184" Type="http://schemas.openxmlformats.org/officeDocument/2006/relationships/tags" Target="../tags/tag1329.xml"/><Relationship Id="rId391" Type="http://schemas.openxmlformats.org/officeDocument/2006/relationships/tags" Target="../tags/tag1536.xml"/><Relationship Id="rId405" Type="http://schemas.openxmlformats.org/officeDocument/2006/relationships/tags" Target="../tags/tag1550.xml"/><Relationship Id="rId251" Type="http://schemas.openxmlformats.org/officeDocument/2006/relationships/tags" Target="../tags/tag1396.xml"/><Relationship Id="rId46" Type="http://schemas.openxmlformats.org/officeDocument/2006/relationships/tags" Target="../tags/tag1191.xml"/><Relationship Id="rId293" Type="http://schemas.openxmlformats.org/officeDocument/2006/relationships/tags" Target="../tags/tag1438.xml"/><Relationship Id="rId307" Type="http://schemas.openxmlformats.org/officeDocument/2006/relationships/tags" Target="../tags/tag1452.xml"/><Relationship Id="rId349" Type="http://schemas.openxmlformats.org/officeDocument/2006/relationships/tags" Target="../tags/tag1494.xml"/><Relationship Id="rId88" Type="http://schemas.openxmlformats.org/officeDocument/2006/relationships/tags" Target="../tags/tag1233.xml"/><Relationship Id="rId111" Type="http://schemas.openxmlformats.org/officeDocument/2006/relationships/tags" Target="../tags/tag1256.xml"/><Relationship Id="rId153" Type="http://schemas.openxmlformats.org/officeDocument/2006/relationships/tags" Target="../tags/tag1298.xml"/><Relationship Id="rId195" Type="http://schemas.openxmlformats.org/officeDocument/2006/relationships/tags" Target="../tags/tag1340.xml"/><Relationship Id="rId209" Type="http://schemas.openxmlformats.org/officeDocument/2006/relationships/tags" Target="../tags/tag1354.xml"/><Relationship Id="rId360" Type="http://schemas.openxmlformats.org/officeDocument/2006/relationships/tags" Target="../tags/tag1505.xml"/><Relationship Id="rId416" Type="http://schemas.openxmlformats.org/officeDocument/2006/relationships/tags" Target="../tags/tag1561.xml"/><Relationship Id="rId220" Type="http://schemas.openxmlformats.org/officeDocument/2006/relationships/tags" Target="../tags/tag1365.xml"/><Relationship Id="rId15" Type="http://schemas.openxmlformats.org/officeDocument/2006/relationships/tags" Target="../tags/tag1160.xml"/><Relationship Id="rId57" Type="http://schemas.openxmlformats.org/officeDocument/2006/relationships/tags" Target="../tags/tag1202.xml"/><Relationship Id="rId262" Type="http://schemas.openxmlformats.org/officeDocument/2006/relationships/tags" Target="../tags/tag1407.xml"/><Relationship Id="rId318" Type="http://schemas.openxmlformats.org/officeDocument/2006/relationships/tags" Target="../tags/tag1463.xml"/><Relationship Id="rId99" Type="http://schemas.openxmlformats.org/officeDocument/2006/relationships/tags" Target="../tags/tag1244.xml"/><Relationship Id="rId122" Type="http://schemas.openxmlformats.org/officeDocument/2006/relationships/tags" Target="../tags/tag1267.xml"/><Relationship Id="rId164" Type="http://schemas.openxmlformats.org/officeDocument/2006/relationships/tags" Target="../tags/tag1309.xml"/><Relationship Id="rId371" Type="http://schemas.openxmlformats.org/officeDocument/2006/relationships/tags" Target="../tags/tag1516.xml"/><Relationship Id="rId26" Type="http://schemas.openxmlformats.org/officeDocument/2006/relationships/tags" Target="../tags/tag1171.xml"/><Relationship Id="rId231" Type="http://schemas.openxmlformats.org/officeDocument/2006/relationships/tags" Target="../tags/tag1376.xml"/><Relationship Id="rId273" Type="http://schemas.openxmlformats.org/officeDocument/2006/relationships/tags" Target="../tags/tag1418.xml"/><Relationship Id="rId329" Type="http://schemas.openxmlformats.org/officeDocument/2006/relationships/tags" Target="../tags/tag1474.xml"/><Relationship Id="rId68" Type="http://schemas.openxmlformats.org/officeDocument/2006/relationships/tags" Target="../tags/tag1213.xml"/><Relationship Id="rId133" Type="http://schemas.openxmlformats.org/officeDocument/2006/relationships/tags" Target="../tags/tag1278.xml"/><Relationship Id="rId175" Type="http://schemas.openxmlformats.org/officeDocument/2006/relationships/tags" Target="../tags/tag1320.xml"/><Relationship Id="rId340" Type="http://schemas.openxmlformats.org/officeDocument/2006/relationships/tags" Target="../tags/tag1485.xml"/><Relationship Id="rId200" Type="http://schemas.openxmlformats.org/officeDocument/2006/relationships/tags" Target="../tags/tag1345.xml"/><Relationship Id="rId382" Type="http://schemas.openxmlformats.org/officeDocument/2006/relationships/tags" Target="../tags/tag1527.xml"/><Relationship Id="rId242" Type="http://schemas.openxmlformats.org/officeDocument/2006/relationships/tags" Target="../tags/tag1387.xml"/><Relationship Id="rId284" Type="http://schemas.openxmlformats.org/officeDocument/2006/relationships/tags" Target="../tags/tag1429.xml"/><Relationship Id="rId37" Type="http://schemas.openxmlformats.org/officeDocument/2006/relationships/tags" Target="../tags/tag1182.xml"/><Relationship Id="rId79" Type="http://schemas.openxmlformats.org/officeDocument/2006/relationships/tags" Target="../tags/tag1224.xml"/><Relationship Id="rId102" Type="http://schemas.openxmlformats.org/officeDocument/2006/relationships/tags" Target="../tags/tag1247.xml"/><Relationship Id="rId144" Type="http://schemas.openxmlformats.org/officeDocument/2006/relationships/tags" Target="../tags/tag1289.xml"/><Relationship Id="rId90" Type="http://schemas.openxmlformats.org/officeDocument/2006/relationships/tags" Target="../tags/tag1235.xml"/><Relationship Id="rId186" Type="http://schemas.openxmlformats.org/officeDocument/2006/relationships/tags" Target="../tags/tag1331.xml"/><Relationship Id="rId351" Type="http://schemas.openxmlformats.org/officeDocument/2006/relationships/tags" Target="../tags/tag1496.xml"/><Relationship Id="rId393" Type="http://schemas.openxmlformats.org/officeDocument/2006/relationships/tags" Target="../tags/tag1538.xml"/><Relationship Id="rId407" Type="http://schemas.openxmlformats.org/officeDocument/2006/relationships/tags" Target="../tags/tag1552.xml"/><Relationship Id="rId211" Type="http://schemas.openxmlformats.org/officeDocument/2006/relationships/tags" Target="../tags/tag1356.xml"/><Relationship Id="rId253" Type="http://schemas.openxmlformats.org/officeDocument/2006/relationships/tags" Target="../tags/tag1398.xml"/><Relationship Id="rId295" Type="http://schemas.openxmlformats.org/officeDocument/2006/relationships/tags" Target="../tags/tag1440.xml"/><Relationship Id="rId309" Type="http://schemas.openxmlformats.org/officeDocument/2006/relationships/tags" Target="../tags/tag1454.xml"/><Relationship Id="rId48" Type="http://schemas.openxmlformats.org/officeDocument/2006/relationships/tags" Target="../tags/tag1193.xml"/><Relationship Id="rId113" Type="http://schemas.openxmlformats.org/officeDocument/2006/relationships/tags" Target="../tags/tag1258.xml"/><Relationship Id="rId320" Type="http://schemas.openxmlformats.org/officeDocument/2006/relationships/tags" Target="../tags/tag1465.xml"/><Relationship Id="rId155" Type="http://schemas.openxmlformats.org/officeDocument/2006/relationships/tags" Target="../tags/tag1300.xml"/><Relationship Id="rId197" Type="http://schemas.openxmlformats.org/officeDocument/2006/relationships/tags" Target="../tags/tag1342.xml"/><Relationship Id="rId362" Type="http://schemas.openxmlformats.org/officeDocument/2006/relationships/tags" Target="../tags/tag1507.xml"/><Relationship Id="rId418" Type="http://schemas.openxmlformats.org/officeDocument/2006/relationships/notesSlide" Target="../notesSlides/notesSlide27.xml"/><Relationship Id="rId222" Type="http://schemas.openxmlformats.org/officeDocument/2006/relationships/tags" Target="../tags/tag1367.xml"/><Relationship Id="rId264" Type="http://schemas.openxmlformats.org/officeDocument/2006/relationships/tags" Target="../tags/tag140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564.xml"/><Relationship Id="rId2" Type="http://schemas.openxmlformats.org/officeDocument/2006/relationships/tags" Target="../tags/tag1563.xml"/><Relationship Id="rId1" Type="http://schemas.openxmlformats.org/officeDocument/2006/relationships/tags" Target="../tags/tag1562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568.xml"/><Relationship Id="rId2" Type="http://schemas.openxmlformats.org/officeDocument/2006/relationships/tags" Target="../tags/tag1567.xml"/><Relationship Id="rId1" Type="http://schemas.openxmlformats.org/officeDocument/2006/relationships/tags" Target="../tags/tag1566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572.xml"/><Relationship Id="rId2" Type="http://schemas.openxmlformats.org/officeDocument/2006/relationships/tags" Target="../tags/tag1571.xml"/><Relationship Id="rId1" Type="http://schemas.openxmlformats.org/officeDocument/2006/relationships/tags" Target="../tags/tag1570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73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tags" Target="../tags/tag1690.xml"/><Relationship Id="rId21" Type="http://schemas.openxmlformats.org/officeDocument/2006/relationships/tags" Target="../tags/tag1594.xml"/><Relationship Id="rId42" Type="http://schemas.openxmlformats.org/officeDocument/2006/relationships/tags" Target="../tags/tag1615.xml"/><Relationship Id="rId63" Type="http://schemas.openxmlformats.org/officeDocument/2006/relationships/tags" Target="../tags/tag1636.xml"/><Relationship Id="rId84" Type="http://schemas.openxmlformats.org/officeDocument/2006/relationships/tags" Target="../tags/tag1657.xml"/><Relationship Id="rId138" Type="http://schemas.openxmlformats.org/officeDocument/2006/relationships/tags" Target="../tags/tag1711.xml"/><Relationship Id="rId159" Type="http://schemas.openxmlformats.org/officeDocument/2006/relationships/tags" Target="../tags/tag1732.xml"/><Relationship Id="rId170" Type="http://schemas.openxmlformats.org/officeDocument/2006/relationships/tags" Target="../tags/tag1743.xml"/><Relationship Id="rId191" Type="http://schemas.openxmlformats.org/officeDocument/2006/relationships/tags" Target="../tags/tag1764.xml"/><Relationship Id="rId205" Type="http://schemas.openxmlformats.org/officeDocument/2006/relationships/tags" Target="../tags/tag1778.xml"/><Relationship Id="rId226" Type="http://schemas.openxmlformats.org/officeDocument/2006/relationships/tags" Target="../tags/tag1799.xml"/><Relationship Id="rId107" Type="http://schemas.openxmlformats.org/officeDocument/2006/relationships/tags" Target="../tags/tag1680.xml"/><Relationship Id="rId11" Type="http://schemas.openxmlformats.org/officeDocument/2006/relationships/tags" Target="../tags/tag1584.xml"/><Relationship Id="rId32" Type="http://schemas.openxmlformats.org/officeDocument/2006/relationships/tags" Target="../tags/tag1605.xml"/><Relationship Id="rId53" Type="http://schemas.openxmlformats.org/officeDocument/2006/relationships/tags" Target="../tags/tag1626.xml"/><Relationship Id="rId74" Type="http://schemas.openxmlformats.org/officeDocument/2006/relationships/tags" Target="../tags/tag1647.xml"/><Relationship Id="rId128" Type="http://schemas.openxmlformats.org/officeDocument/2006/relationships/tags" Target="../tags/tag1701.xml"/><Relationship Id="rId149" Type="http://schemas.openxmlformats.org/officeDocument/2006/relationships/tags" Target="../tags/tag1722.xml"/><Relationship Id="rId5" Type="http://schemas.openxmlformats.org/officeDocument/2006/relationships/tags" Target="../tags/tag1578.xml"/><Relationship Id="rId95" Type="http://schemas.openxmlformats.org/officeDocument/2006/relationships/tags" Target="../tags/tag1668.xml"/><Relationship Id="rId160" Type="http://schemas.openxmlformats.org/officeDocument/2006/relationships/tags" Target="../tags/tag1733.xml"/><Relationship Id="rId181" Type="http://schemas.openxmlformats.org/officeDocument/2006/relationships/tags" Target="../tags/tag1754.xml"/><Relationship Id="rId216" Type="http://schemas.openxmlformats.org/officeDocument/2006/relationships/tags" Target="../tags/tag1789.xml"/><Relationship Id="rId237" Type="http://schemas.openxmlformats.org/officeDocument/2006/relationships/tags" Target="../tags/tag1810.xml"/><Relationship Id="rId22" Type="http://schemas.openxmlformats.org/officeDocument/2006/relationships/tags" Target="../tags/tag1595.xml"/><Relationship Id="rId43" Type="http://schemas.openxmlformats.org/officeDocument/2006/relationships/tags" Target="../tags/tag1616.xml"/><Relationship Id="rId64" Type="http://schemas.openxmlformats.org/officeDocument/2006/relationships/tags" Target="../tags/tag1637.xml"/><Relationship Id="rId118" Type="http://schemas.openxmlformats.org/officeDocument/2006/relationships/tags" Target="../tags/tag1691.xml"/><Relationship Id="rId139" Type="http://schemas.openxmlformats.org/officeDocument/2006/relationships/tags" Target="../tags/tag1712.xml"/><Relationship Id="rId85" Type="http://schemas.openxmlformats.org/officeDocument/2006/relationships/tags" Target="../tags/tag1658.xml"/><Relationship Id="rId150" Type="http://schemas.openxmlformats.org/officeDocument/2006/relationships/tags" Target="../tags/tag1723.xml"/><Relationship Id="rId171" Type="http://schemas.openxmlformats.org/officeDocument/2006/relationships/tags" Target="../tags/tag1744.xml"/><Relationship Id="rId192" Type="http://schemas.openxmlformats.org/officeDocument/2006/relationships/tags" Target="../tags/tag1765.xml"/><Relationship Id="rId206" Type="http://schemas.openxmlformats.org/officeDocument/2006/relationships/tags" Target="../tags/tag1779.xml"/><Relationship Id="rId227" Type="http://schemas.openxmlformats.org/officeDocument/2006/relationships/tags" Target="../tags/tag1800.xml"/><Relationship Id="rId12" Type="http://schemas.openxmlformats.org/officeDocument/2006/relationships/tags" Target="../tags/tag1585.xml"/><Relationship Id="rId33" Type="http://schemas.openxmlformats.org/officeDocument/2006/relationships/tags" Target="../tags/tag1606.xml"/><Relationship Id="rId108" Type="http://schemas.openxmlformats.org/officeDocument/2006/relationships/tags" Target="../tags/tag1681.xml"/><Relationship Id="rId129" Type="http://schemas.openxmlformats.org/officeDocument/2006/relationships/tags" Target="../tags/tag1702.xml"/><Relationship Id="rId54" Type="http://schemas.openxmlformats.org/officeDocument/2006/relationships/tags" Target="../tags/tag1627.xml"/><Relationship Id="rId75" Type="http://schemas.openxmlformats.org/officeDocument/2006/relationships/tags" Target="../tags/tag1648.xml"/><Relationship Id="rId96" Type="http://schemas.openxmlformats.org/officeDocument/2006/relationships/tags" Target="../tags/tag1669.xml"/><Relationship Id="rId140" Type="http://schemas.openxmlformats.org/officeDocument/2006/relationships/tags" Target="../tags/tag1713.xml"/><Relationship Id="rId161" Type="http://schemas.openxmlformats.org/officeDocument/2006/relationships/tags" Target="../tags/tag1734.xml"/><Relationship Id="rId182" Type="http://schemas.openxmlformats.org/officeDocument/2006/relationships/tags" Target="../tags/tag1755.xml"/><Relationship Id="rId217" Type="http://schemas.openxmlformats.org/officeDocument/2006/relationships/tags" Target="../tags/tag1790.xml"/><Relationship Id="rId6" Type="http://schemas.openxmlformats.org/officeDocument/2006/relationships/tags" Target="../tags/tag1579.xml"/><Relationship Id="rId238" Type="http://schemas.openxmlformats.org/officeDocument/2006/relationships/tags" Target="../tags/tag1811.xml"/><Relationship Id="rId23" Type="http://schemas.openxmlformats.org/officeDocument/2006/relationships/tags" Target="../tags/tag1596.xml"/><Relationship Id="rId119" Type="http://schemas.openxmlformats.org/officeDocument/2006/relationships/tags" Target="../tags/tag1692.xml"/><Relationship Id="rId44" Type="http://schemas.openxmlformats.org/officeDocument/2006/relationships/tags" Target="../tags/tag1617.xml"/><Relationship Id="rId65" Type="http://schemas.openxmlformats.org/officeDocument/2006/relationships/tags" Target="../tags/tag1638.xml"/><Relationship Id="rId86" Type="http://schemas.openxmlformats.org/officeDocument/2006/relationships/tags" Target="../tags/tag1659.xml"/><Relationship Id="rId130" Type="http://schemas.openxmlformats.org/officeDocument/2006/relationships/tags" Target="../tags/tag1703.xml"/><Relationship Id="rId151" Type="http://schemas.openxmlformats.org/officeDocument/2006/relationships/tags" Target="../tags/tag1724.xml"/><Relationship Id="rId172" Type="http://schemas.openxmlformats.org/officeDocument/2006/relationships/tags" Target="../tags/tag1745.xml"/><Relationship Id="rId193" Type="http://schemas.openxmlformats.org/officeDocument/2006/relationships/tags" Target="../tags/tag1766.xml"/><Relationship Id="rId207" Type="http://schemas.openxmlformats.org/officeDocument/2006/relationships/tags" Target="../tags/tag1780.xml"/><Relationship Id="rId228" Type="http://schemas.openxmlformats.org/officeDocument/2006/relationships/tags" Target="../tags/tag1801.xml"/><Relationship Id="rId13" Type="http://schemas.openxmlformats.org/officeDocument/2006/relationships/tags" Target="../tags/tag1586.xml"/><Relationship Id="rId109" Type="http://schemas.openxmlformats.org/officeDocument/2006/relationships/tags" Target="../tags/tag1682.xml"/><Relationship Id="rId34" Type="http://schemas.openxmlformats.org/officeDocument/2006/relationships/tags" Target="../tags/tag1607.xml"/><Relationship Id="rId55" Type="http://schemas.openxmlformats.org/officeDocument/2006/relationships/tags" Target="../tags/tag1628.xml"/><Relationship Id="rId76" Type="http://schemas.openxmlformats.org/officeDocument/2006/relationships/tags" Target="../tags/tag1649.xml"/><Relationship Id="rId97" Type="http://schemas.openxmlformats.org/officeDocument/2006/relationships/tags" Target="../tags/tag1670.xml"/><Relationship Id="rId120" Type="http://schemas.openxmlformats.org/officeDocument/2006/relationships/tags" Target="../tags/tag1693.xml"/><Relationship Id="rId141" Type="http://schemas.openxmlformats.org/officeDocument/2006/relationships/tags" Target="../tags/tag1714.xml"/><Relationship Id="rId7" Type="http://schemas.openxmlformats.org/officeDocument/2006/relationships/tags" Target="../tags/tag1580.xml"/><Relationship Id="rId162" Type="http://schemas.openxmlformats.org/officeDocument/2006/relationships/tags" Target="../tags/tag1735.xml"/><Relationship Id="rId183" Type="http://schemas.openxmlformats.org/officeDocument/2006/relationships/tags" Target="../tags/tag1756.xml"/><Relationship Id="rId218" Type="http://schemas.openxmlformats.org/officeDocument/2006/relationships/tags" Target="../tags/tag1791.xml"/><Relationship Id="rId239" Type="http://schemas.openxmlformats.org/officeDocument/2006/relationships/tags" Target="../tags/tag1812.xml"/><Relationship Id="rId24" Type="http://schemas.openxmlformats.org/officeDocument/2006/relationships/tags" Target="../tags/tag1597.xml"/><Relationship Id="rId45" Type="http://schemas.openxmlformats.org/officeDocument/2006/relationships/tags" Target="../tags/tag1618.xml"/><Relationship Id="rId66" Type="http://schemas.openxmlformats.org/officeDocument/2006/relationships/tags" Target="../tags/tag1639.xml"/><Relationship Id="rId87" Type="http://schemas.openxmlformats.org/officeDocument/2006/relationships/tags" Target="../tags/tag1660.xml"/><Relationship Id="rId110" Type="http://schemas.openxmlformats.org/officeDocument/2006/relationships/tags" Target="../tags/tag1683.xml"/><Relationship Id="rId131" Type="http://schemas.openxmlformats.org/officeDocument/2006/relationships/tags" Target="../tags/tag1704.xml"/><Relationship Id="rId152" Type="http://schemas.openxmlformats.org/officeDocument/2006/relationships/tags" Target="../tags/tag1725.xml"/><Relationship Id="rId173" Type="http://schemas.openxmlformats.org/officeDocument/2006/relationships/tags" Target="../tags/tag1746.xml"/><Relationship Id="rId194" Type="http://schemas.openxmlformats.org/officeDocument/2006/relationships/tags" Target="../tags/tag1767.xml"/><Relationship Id="rId208" Type="http://schemas.openxmlformats.org/officeDocument/2006/relationships/tags" Target="../tags/tag1781.xml"/><Relationship Id="rId229" Type="http://schemas.openxmlformats.org/officeDocument/2006/relationships/tags" Target="../tags/tag1802.xml"/><Relationship Id="rId240" Type="http://schemas.openxmlformats.org/officeDocument/2006/relationships/slideLayout" Target="../slideLayouts/slideLayout2.xml"/><Relationship Id="rId14" Type="http://schemas.openxmlformats.org/officeDocument/2006/relationships/tags" Target="../tags/tag1587.xml"/><Relationship Id="rId35" Type="http://schemas.openxmlformats.org/officeDocument/2006/relationships/tags" Target="../tags/tag1608.xml"/><Relationship Id="rId56" Type="http://schemas.openxmlformats.org/officeDocument/2006/relationships/tags" Target="../tags/tag1629.xml"/><Relationship Id="rId77" Type="http://schemas.openxmlformats.org/officeDocument/2006/relationships/tags" Target="../tags/tag1650.xml"/><Relationship Id="rId100" Type="http://schemas.openxmlformats.org/officeDocument/2006/relationships/tags" Target="../tags/tag1673.xml"/><Relationship Id="rId8" Type="http://schemas.openxmlformats.org/officeDocument/2006/relationships/tags" Target="../tags/tag1581.xml"/><Relationship Id="rId98" Type="http://schemas.openxmlformats.org/officeDocument/2006/relationships/tags" Target="../tags/tag1671.xml"/><Relationship Id="rId121" Type="http://schemas.openxmlformats.org/officeDocument/2006/relationships/tags" Target="../tags/tag1694.xml"/><Relationship Id="rId142" Type="http://schemas.openxmlformats.org/officeDocument/2006/relationships/tags" Target="../tags/tag1715.xml"/><Relationship Id="rId163" Type="http://schemas.openxmlformats.org/officeDocument/2006/relationships/tags" Target="../tags/tag1736.xml"/><Relationship Id="rId184" Type="http://schemas.openxmlformats.org/officeDocument/2006/relationships/tags" Target="../tags/tag1757.xml"/><Relationship Id="rId219" Type="http://schemas.openxmlformats.org/officeDocument/2006/relationships/tags" Target="../tags/tag1792.xml"/><Relationship Id="rId230" Type="http://schemas.openxmlformats.org/officeDocument/2006/relationships/tags" Target="../tags/tag1803.xml"/><Relationship Id="rId25" Type="http://schemas.openxmlformats.org/officeDocument/2006/relationships/tags" Target="../tags/tag1598.xml"/><Relationship Id="rId46" Type="http://schemas.openxmlformats.org/officeDocument/2006/relationships/tags" Target="../tags/tag1619.xml"/><Relationship Id="rId67" Type="http://schemas.openxmlformats.org/officeDocument/2006/relationships/tags" Target="../tags/tag1640.xml"/><Relationship Id="rId88" Type="http://schemas.openxmlformats.org/officeDocument/2006/relationships/tags" Target="../tags/tag1661.xml"/><Relationship Id="rId111" Type="http://schemas.openxmlformats.org/officeDocument/2006/relationships/tags" Target="../tags/tag1684.xml"/><Relationship Id="rId132" Type="http://schemas.openxmlformats.org/officeDocument/2006/relationships/tags" Target="../tags/tag1705.xml"/><Relationship Id="rId153" Type="http://schemas.openxmlformats.org/officeDocument/2006/relationships/tags" Target="../tags/tag1726.xml"/><Relationship Id="rId174" Type="http://schemas.openxmlformats.org/officeDocument/2006/relationships/tags" Target="../tags/tag1747.xml"/><Relationship Id="rId195" Type="http://schemas.openxmlformats.org/officeDocument/2006/relationships/tags" Target="../tags/tag1768.xml"/><Relationship Id="rId209" Type="http://schemas.openxmlformats.org/officeDocument/2006/relationships/tags" Target="../tags/tag1782.xml"/><Relationship Id="rId220" Type="http://schemas.openxmlformats.org/officeDocument/2006/relationships/tags" Target="../tags/tag1793.xml"/><Relationship Id="rId241" Type="http://schemas.openxmlformats.org/officeDocument/2006/relationships/notesSlide" Target="../notesSlides/notesSlide31.xml"/><Relationship Id="rId15" Type="http://schemas.openxmlformats.org/officeDocument/2006/relationships/tags" Target="../tags/tag1588.xml"/><Relationship Id="rId36" Type="http://schemas.openxmlformats.org/officeDocument/2006/relationships/tags" Target="../tags/tag1609.xml"/><Relationship Id="rId57" Type="http://schemas.openxmlformats.org/officeDocument/2006/relationships/tags" Target="../tags/tag1630.xml"/><Relationship Id="rId106" Type="http://schemas.openxmlformats.org/officeDocument/2006/relationships/tags" Target="../tags/tag1679.xml"/><Relationship Id="rId127" Type="http://schemas.openxmlformats.org/officeDocument/2006/relationships/tags" Target="../tags/tag1700.xml"/><Relationship Id="rId10" Type="http://schemas.openxmlformats.org/officeDocument/2006/relationships/tags" Target="../tags/tag1583.xml"/><Relationship Id="rId31" Type="http://schemas.openxmlformats.org/officeDocument/2006/relationships/tags" Target="../tags/tag1604.xml"/><Relationship Id="rId52" Type="http://schemas.openxmlformats.org/officeDocument/2006/relationships/tags" Target="../tags/tag1625.xml"/><Relationship Id="rId73" Type="http://schemas.openxmlformats.org/officeDocument/2006/relationships/tags" Target="../tags/tag1646.xml"/><Relationship Id="rId78" Type="http://schemas.openxmlformats.org/officeDocument/2006/relationships/tags" Target="../tags/tag1651.xml"/><Relationship Id="rId94" Type="http://schemas.openxmlformats.org/officeDocument/2006/relationships/tags" Target="../tags/tag1667.xml"/><Relationship Id="rId99" Type="http://schemas.openxmlformats.org/officeDocument/2006/relationships/tags" Target="../tags/tag1672.xml"/><Relationship Id="rId101" Type="http://schemas.openxmlformats.org/officeDocument/2006/relationships/tags" Target="../tags/tag1674.xml"/><Relationship Id="rId122" Type="http://schemas.openxmlformats.org/officeDocument/2006/relationships/tags" Target="../tags/tag1695.xml"/><Relationship Id="rId143" Type="http://schemas.openxmlformats.org/officeDocument/2006/relationships/tags" Target="../tags/tag1716.xml"/><Relationship Id="rId148" Type="http://schemas.openxmlformats.org/officeDocument/2006/relationships/tags" Target="../tags/tag1721.xml"/><Relationship Id="rId164" Type="http://schemas.openxmlformats.org/officeDocument/2006/relationships/tags" Target="../tags/tag1737.xml"/><Relationship Id="rId169" Type="http://schemas.openxmlformats.org/officeDocument/2006/relationships/tags" Target="../tags/tag1742.xml"/><Relationship Id="rId185" Type="http://schemas.openxmlformats.org/officeDocument/2006/relationships/tags" Target="../tags/tag1758.xml"/><Relationship Id="rId4" Type="http://schemas.openxmlformats.org/officeDocument/2006/relationships/tags" Target="../tags/tag1577.xml"/><Relationship Id="rId9" Type="http://schemas.openxmlformats.org/officeDocument/2006/relationships/tags" Target="../tags/tag1582.xml"/><Relationship Id="rId180" Type="http://schemas.openxmlformats.org/officeDocument/2006/relationships/tags" Target="../tags/tag1753.xml"/><Relationship Id="rId210" Type="http://schemas.openxmlformats.org/officeDocument/2006/relationships/tags" Target="../tags/tag1783.xml"/><Relationship Id="rId215" Type="http://schemas.openxmlformats.org/officeDocument/2006/relationships/tags" Target="../tags/tag1788.xml"/><Relationship Id="rId236" Type="http://schemas.openxmlformats.org/officeDocument/2006/relationships/tags" Target="../tags/tag1809.xml"/><Relationship Id="rId26" Type="http://schemas.openxmlformats.org/officeDocument/2006/relationships/tags" Target="../tags/tag1599.xml"/><Relationship Id="rId231" Type="http://schemas.openxmlformats.org/officeDocument/2006/relationships/tags" Target="../tags/tag1804.xml"/><Relationship Id="rId47" Type="http://schemas.openxmlformats.org/officeDocument/2006/relationships/tags" Target="../tags/tag1620.xml"/><Relationship Id="rId68" Type="http://schemas.openxmlformats.org/officeDocument/2006/relationships/tags" Target="../tags/tag1641.xml"/><Relationship Id="rId89" Type="http://schemas.openxmlformats.org/officeDocument/2006/relationships/tags" Target="../tags/tag1662.xml"/><Relationship Id="rId112" Type="http://schemas.openxmlformats.org/officeDocument/2006/relationships/tags" Target="../tags/tag1685.xml"/><Relationship Id="rId133" Type="http://schemas.openxmlformats.org/officeDocument/2006/relationships/tags" Target="../tags/tag1706.xml"/><Relationship Id="rId154" Type="http://schemas.openxmlformats.org/officeDocument/2006/relationships/tags" Target="../tags/tag1727.xml"/><Relationship Id="rId175" Type="http://schemas.openxmlformats.org/officeDocument/2006/relationships/tags" Target="../tags/tag1748.xml"/><Relationship Id="rId196" Type="http://schemas.openxmlformats.org/officeDocument/2006/relationships/tags" Target="../tags/tag1769.xml"/><Relationship Id="rId200" Type="http://schemas.openxmlformats.org/officeDocument/2006/relationships/tags" Target="../tags/tag1773.xml"/><Relationship Id="rId16" Type="http://schemas.openxmlformats.org/officeDocument/2006/relationships/tags" Target="../tags/tag1589.xml"/><Relationship Id="rId221" Type="http://schemas.openxmlformats.org/officeDocument/2006/relationships/tags" Target="../tags/tag1794.xml"/><Relationship Id="rId242" Type="http://schemas.openxmlformats.org/officeDocument/2006/relationships/image" Target="../media/image2.png"/><Relationship Id="rId37" Type="http://schemas.openxmlformats.org/officeDocument/2006/relationships/tags" Target="../tags/tag1610.xml"/><Relationship Id="rId58" Type="http://schemas.openxmlformats.org/officeDocument/2006/relationships/tags" Target="../tags/tag1631.xml"/><Relationship Id="rId79" Type="http://schemas.openxmlformats.org/officeDocument/2006/relationships/tags" Target="../tags/tag1652.xml"/><Relationship Id="rId102" Type="http://schemas.openxmlformats.org/officeDocument/2006/relationships/tags" Target="../tags/tag1675.xml"/><Relationship Id="rId123" Type="http://schemas.openxmlformats.org/officeDocument/2006/relationships/tags" Target="../tags/tag1696.xml"/><Relationship Id="rId144" Type="http://schemas.openxmlformats.org/officeDocument/2006/relationships/tags" Target="../tags/tag1717.xml"/><Relationship Id="rId90" Type="http://schemas.openxmlformats.org/officeDocument/2006/relationships/tags" Target="../tags/tag1663.xml"/><Relationship Id="rId165" Type="http://schemas.openxmlformats.org/officeDocument/2006/relationships/tags" Target="../tags/tag1738.xml"/><Relationship Id="rId186" Type="http://schemas.openxmlformats.org/officeDocument/2006/relationships/tags" Target="../tags/tag1759.xml"/><Relationship Id="rId211" Type="http://schemas.openxmlformats.org/officeDocument/2006/relationships/tags" Target="../tags/tag1784.xml"/><Relationship Id="rId232" Type="http://schemas.openxmlformats.org/officeDocument/2006/relationships/tags" Target="../tags/tag1805.xml"/><Relationship Id="rId27" Type="http://schemas.openxmlformats.org/officeDocument/2006/relationships/tags" Target="../tags/tag1600.xml"/><Relationship Id="rId48" Type="http://schemas.openxmlformats.org/officeDocument/2006/relationships/tags" Target="../tags/tag1621.xml"/><Relationship Id="rId69" Type="http://schemas.openxmlformats.org/officeDocument/2006/relationships/tags" Target="../tags/tag1642.xml"/><Relationship Id="rId113" Type="http://schemas.openxmlformats.org/officeDocument/2006/relationships/tags" Target="../tags/tag1686.xml"/><Relationship Id="rId134" Type="http://schemas.openxmlformats.org/officeDocument/2006/relationships/tags" Target="../tags/tag1707.xml"/><Relationship Id="rId80" Type="http://schemas.openxmlformats.org/officeDocument/2006/relationships/tags" Target="../tags/tag1653.xml"/><Relationship Id="rId155" Type="http://schemas.openxmlformats.org/officeDocument/2006/relationships/tags" Target="../tags/tag1728.xml"/><Relationship Id="rId176" Type="http://schemas.openxmlformats.org/officeDocument/2006/relationships/tags" Target="../tags/tag1749.xml"/><Relationship Id="rId197" Type="http://schemas.openxmlformats.org/officeDocument/2006/relationships/tags" Target="../tags/tag1770.xml"/><Relationship Id="rId201" Type="http://schemas.openxmlformats.org/officeDocument/2006/relationships/tags" Target="../tags/tag1774.xml"/><Relationship Id="rId222" Type="http://schemas.openxmlformats.org/officeDocument/2006/relationships/tags" Target="../tags/tag1795.xml"/><Relationship Id="rId17" Type="http://schemas.openxmlformats.org/officeDocument/2006/relationships/tags" Target="../tags/tag1590.xml"/><Relationship Id="rId38" Type="http://schemas.openxmlformats.org/officeDocument/2006/relationships/tags" Target="../tags/tag1611.xml"/><Relationship Id="rId59" Type="http://schemas.openxmlformats.org/officeDocument/2006/relationships/tags" Target="../tags/tag1632.xml"/><Relationship Id="rId103" Type="http://schemas.openxmlformats.org/officeDocument/2006/relationships/tags" Target="../tags/tag1676.xml"/><Relationship Id="rId124" Type="http://schemas.openxmlformats.org/officeDocument/2006/relationships/tags" Target="../tags/tag1697.xml"/><Relationship Id="rId70" Type="http://schemas.openxmlformats.org/officeDocument/2006/relationships/tags" Target="../tags/tag1643.xml"/><Relationship Id="rId91" Type="http://schemas.openxmlformats.org/officeDocument/2006/relationships/tags" Target="../tags/tag1664.xml"/><Relationship Id="rId145" Type="http://schemas.openxmlformats.org/officeDocument/2006/relationships/tags" Target="../tags/tag1718.xml"/><Relationship Id="rId166" Type="http://schemas.openxmlformats.org/officeDocument/2006/relationships/tags" Target="../tags/tag1739.xml"/><Relationship Id="rId187" Type="http://schemas.openxmlformats.org/officeDocument/2006/relationships/tags" Target="../tags/tag1760.xml"/><Relationship Id="rId1" Type="http://schemas.openxmlformats.org/officeDocument/2006/relationships/tags" Target="../tags/tag1574.xml"/><Relationship Id="rId212" Type="http://schemas.openxmlformats.org/officeDocument/2006/relationships/tags" Target="../tags/tag1785.xml"/><Relationship Id="rId233" Type="http://schemas.openxmlformats.org/officeDocument/2006/relationships/tags" Target="../tags/tag1806.xml"/><Relationship Id="rId28" Type="http://schemas.openxmlformats.org/officeDocument/2006/relationships/tags" Target="../tags/tag1601.xml"/><Relationship Id="rId49" Type="http://schemas.openxmlformats.org/officeDocument/2006/relationships/tags" Target="../tags/tag1622.xml"/><Relationship Id="rId114" Type="http://schemas.openxmlformats.org/officeDocument/2006/relationships/tags" Target="../tags/tag1687.xml"/><Relationship Id="rId60" Type="http://schemas.openxmlformats.org/officeDocument/2006/relationships/tags" Target="../tags/tag1633.xml"/><Relationship Id="rId81" Type="http://schemas.openxmlformats.org/officeDocument/2006/relationships/tags" Target="../tags/tag1654.xml"/><Relationship Id="rId135" Type="http://schemas.openxmlformats.org/officeDocument/2006/relationships/tags" Target="../tags/tag1708.xml"/><Relationship Id="rId156" Type="http://schemas.openxmlformats.org/officeDocument/2006/relationships/tags" Target="../tags/tag1729.xml"/><Relationship Id="rId177" Type="http://schemas.openxmlformats.org/officeDocument/2006/relationships/tags" Target="../tags/tag1750.xml"/><Relationship Id="rId198" Type="http://schemas.openxmlformats.org/officeDocument/2006/relationships/tags" Target="../tags/tag1771.xml"/><Relationship Id="rId202" Type="http://schemas.openxmlformats.org/officeDocument/2006/relationships/tags" Target="../tags/tag1775.xml"/><Relationship Id="rId223" Type="http://schemas.openxmlformats.org/officeDocument/2006/relationships/tags" Target="../tags/tag1796.xml"/><Relationship Id="rId18" Type="http://schemas.openxmlformats.org/officeDocument/2006/relationships/tags" Target="../tags/tag1591.xml"/><Relationship Id="rId39" Type="http://schemas.openxmlformats.org/officeDocument/2006/relationships/tags" Target="../tags/tag1612.xml"/><Relationship Id="rId50" Type="http://schemas.openxmlformats.org/officeDocument/2006/relationships/tags" Target="../tags/tag1623.xml"/><Relationship Id="rId104" Type="http://schemas.openxmlformats.org/officeDocument/2006/relationships/tags" Target="../tags/tag1677.xml"/><Relationship Id="rId125" Type="http://schemas.openxmlformats.org/officeDocument/2006/relationships/tags" Target="../tags/tag1698.xml"/><Relationship Id="rId146" Type="http://schemas.openxmlformats.org/officeDocument/2006/relationships/tags" Target="../tags/tag1719.xml"/><Relationship Id="rId167" Type="http://schemas.openxmlformats.org/officeDocument/2006/relationships/tags" Target="../tags/tag1740.xml"/><Relationship Id="rId188" Type="http://schemas.openxmlformats.org/officeDocument/2006/relationships/tags" Target="../tags/tag1761.xml"/><Relationship Id="rId71" Type="http://schemas.openxmlformats.org/officeDocument/2006/relationships/tags" Target="../tags/tag1644.xml"/><Relationship Id="rId92" Type="http://schemas.openxmlformats.org/officeDocument/2006/relationships/tags" Target="../tags/tag1665.xml"/><Relationship Id="rId213" Type="http://schemas.openxmlformats.org/officeDocument/2006/relationships/tags" Target="../tags/tag1786.xml"/><Relationship Id="rId234" Type="http://schemas.openxmlformats.org/officeDocument/2006/relationships/tags" Target="../tags/tag1807.xml"/><Relationship Id="rId2" Type="http://schemas.openxmlformats.org/officeDocument/2006/relationships/tags" Target="../tags/tag1575.xml"/><Relationship Id="rId29" Type="http://schemas.openxmlformats.org/officeDocument/2006/relationships/tags" Target="../tags/tag1602.xml"/><Relationship Id="rId40" Type="http://schemas.openxmlformats.org/officeDocument/2006/relationships/tags" Target="../tags/tag1613.xml"/><Relationship Id="rId115" Type="http://schemas.openxmlformats.org/officeDocument/2006/relationships/tags" Target="../tags/tag1688.xml"/><Relationship Id="rId136" Type="http://schemas.openxmlformats.org/officeDocument/2006/relationships/tags" Target="../tags/tag1709.xml"/><Relationship Id="rId157" Type="http://schemas.openxmlformats.org/officeDocument/2006/relationships/tags" Target="../tags/tag1730.xml"/><Relationship Id="rId178" Type="http://schemas.openxmlformats.org/officeDocument/2006/relationships/tags" Target="../tags/tag1751.xml"/><Relationship Id="rId61" Type="http://schemas.openxmlformats.org/officeDocument/2006/relationships/tags" Target="../tags/tag1634.xml"/><Relationship Id="rId82" Type="http://schemas.openxmlformats.org/officeDocument/2006/relationships/tags" Target="../tags/tag1655.xml"/><Relationship Id="rId199" Type="http://schemas.openxmlformats.org/officeDocument/2006/relationships/tags" Target="../tags/tag1772.xml"/><Relationship Id="rId203" Type="http://schemas.openxmlformats.org/officeDocument/2006/relationships/tags" Target="../tags/tag1776.xml"/><Relationship Id="rId19" Type="http://schemas.openxmlformats.org/officeDocument/2006/relationships/tags" Target="../tags/tag1592.xml"/><Relationship Id="rId224" Type="http://schemas.openxmlformats.org/officeDocument/2006/relationships/tags" Target="../tags/tag1797.xml"/><Relationship Id="rId30" Type="http://schemas.openxmlformats.org/officeDocument/2006/relationships/tags" Target="../tags/tag1603.xml"/><Relationship Id="rId105" Type="http://schemas.openxmlformats.org/officeDocument/2006/relationships/tags" Target="../tags/tag1678.xml"/><Relationship Id="rId126" Type="http://schemas.openxmlformats.org/officeDocument/2006/relationships/tags" Target="../tags/tag1699.xml"/><Relationship Id="rId147" Type="http://schemas.openxmlformats.org/officeDocument/2006/relationships/tags" Target="../tags/tag1720.xml"/><Relationship Id="rId168" Type="http://schemas.openxmlformats.org/officeDocument/2006/relationships/tags" Target="../tags/tag1741.xml"/><Relationship Id="rId51" Type="http://schemas.openxmlformats.org/officeDocument/2006/relationships/tags" Target="../tags/tag1624.xml"/><Relationship Id="rId72" Type="http://schemas.openxmlformats.org/officeDocument/2006/relationships/tags" Target="../tags/tag1645.xml"/><Relationship Id="rId93" Type="http://schemas.openxmlformats.org/officeDocument/2006/relationships/tags" Target="../tags/tag1666.xml"/><Relationship Id="rId189" Type="http://schemas.openxmlformats.org/officeDocument/2006/relationships/tags" Target="../tags/tag1762.xml"/><Relationship Id="rId3" Type="http://schemas.openxmlformats.org/officeDocument/2006/relationships/tags" Target="../tags/tag1576.xml"/><Relationship Id="rId214" Type="http://schemas.openxmlformats.org/officeDocument/2006/relationships/tags" Target="../tags/tag1787.xml"/><Relationship Id="rId235" Type="http://schemas.openxmlformats.org/officeDocument/2006/relationships/tags" Target="../tags/tag1808.xml"/><Relationship Id="rId116" Type="http://schemas.openxmlformats.org/officeDocument/2006/relationships/tags" Target="../tags/tag1689.xml"/><Relationship Id="rId137" Type="http://schemas.openxmlformats.org/officeDocument/2006/relationships/tags" Target="../tags/tag1710.xml"/><Relationship Id="rId158" Type="http://schemas.openxmlformats.org/officeDocument/2006/relationships/tags" Target="../tags/tag1731.xml"/><Relationship Id="rId20" Type="http://schemas.openxmlformats.org/officeDocument/2006/relationships/tags" Target="../tags/tag1593.xml"/><Relationship Id="rId41" Type="http://schemas.openxmlformats.org/officeDocument/2006/relationships/tags" Target="../tags/tag1614.xml"/><Relationship Id="rId62" Type="http://schemas.openxmlformats.org/officeDocument/2006/relationships/tags" Target="../tags/tag1635.xml"/><Relationship Id="rId83" Type="http://schemas.openxmlformats.org/officeDocument/2006/relationships/tags" Target="../tags/tag1656.xml"/><Relationship Id="rId179" Type="http://schemas.openxmlformats.org/officeDocument/2006/relationships/tags" Target="../tags/tag1752.xml"/><Relationship Id="rId190" Type="http://schemas.openxmlformats.org/officeDocument/2006/relationships/tags" Target="../tags/tag1763.xml"/><Relationship Id="rId204" Type="http://schemas.openxmlformats.org/officeDocument/2006/relationships/tags" Target="../tags/tag1777.xml"/><Relationship Id="rId225" Type="http://schemas.openxmlformats.org/officeDocument/2006/relationships/tags" Target="../tags/tag1798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tags" Target="../tags/tag1929.xml"/><Relationship Id="rId21" Type="http://schemas.openxmlformats.org/officeDocument/2006/relationships/tags" Target="../tags/tag1833.xml"/><Relationship Id="rId42" Type="http://schemas.openxmlformats.org/officeDocument/2006/relationships/tags" Target="../tags/tag1854.xml"/><Relationship Id="rId63" Type="http://schemas.openxmlformats.org/officeDocument/2006/relationships/tags" Target="../tags/tag1875.xml"/><Relationship Id="rId84" Type="http://schemas.openxmlformats.org/officeDocument/2006/relationships/tags" Target="../tags/tag1896.xml"/><Relationship Id="rId138" Type="http://schemas.openxmlformats.org/officeDocument/2006/relationships/tags" Target="../tags/tag1950.xml"/><Relationship Id="rId159" Type="http://schemas.openxmlformats.org/officeDocument/2006/relationships/tags" Target="../tags/tag1971.xml"/><Relationship Id="rId170" Type="http://schemas.openxmlformats.org/officeDocument/2006/relationships/tags" Target="../tags/tag1982.xml"/><Relationship Id="rId191" Type="http://schemas.openxmlformats.org/officeDocument/2006/relationships/tags" Target="../tags/tag2003.xml"/><Relationship Id="rId205" Type="http://schemas.openxmlformats.org/officeDocument/2006/relationships/tags" Target="../tags/tag2017.xml"/><Relationship Id="rId226" Type="http://schemas.openxmlformats.org/officeDocument/2006/relationships/tags" Target="../tags/tag2038.xml"/><Relationship Id="rId107" Type="http://schemas.openxmlformats.org/officeDocument/2006/relationships/tags" Target="../tags/tag1919.xml"/><Relationship Id="rId11" Type="http://schemas.openxmlformats.org/officeDocument/2006/relationships/tags" Target="../tags/tag1823.xml"/><Relationship Id="rId32" Type="http://schemas.openxmlformats.org/officeDocument/2006/relationships/tags" Target="../tags/tag1844.xml"/><Relationship Id="rId53" Type="http://schemas.openxmlformats.org/officeDocument/2006/relationships/tags" Target="../tags/tag1865.xml"/><Relationship Id="rId74" Type="http://schemas.openxmlformats.org/officeDocument/2006/relationships/tags" Target="../tags/tag1886.xml"/><Relationship Id="rId128" Type="http://schemas.openxmlformats.org/officeDocument/2006/relationships/tags" Target="../tags/tag1940.xml"/><Relationship Id="rId149" Type="http://schemas.openxmlformats.org/officeDocument/2006/relationships/tags" Target="../tags/tag1961.xml"/><Relationship Id="rId5" Type="http://schemas.openxmlformats.org/officeDocument/2006/relationships/tags" Target="../tags/tag1817.xml"/><Relationship Id="rId95" Type="http://schemas.openxmlformats.org/officeDocument/2006/relationships/tags" Target="../tags/tag1907.xml"/><Relationship Id="rId160" Type="http://schemas.openxmlformats.org/officeDocument/2006/relationships/tags" Target="../tags/tag1972.xml"/><Relationship Id="rId181" Type="http://schemas.openxmlformats.org/officeDocument/2006/relationships/tags" Target="../tags/tag1993.xml"/><Relationship Id="rId216" Type="http://schemas.openxmlformats.org/officeDocument/2006/relationships/tags" Target="../tags/tag2028.xml"/><Relationship Id="rId237" Type="http://schemas.openxmlformats.org/officeDocument/2006/relationships/tags" Target="../tags/tag2049.xml"/><Relationship Id="rId22" Type="http://schemas.openxmlformats.org/officeDocument/2006/relationships/tags" Target="../tags/tag1834.xml"/><Relationship Id="rId43" Type="http://schemas.openxmlformats.org/officeDocument/2006/relationships/tags" Target="../tags/tag1855.xml"/><Relationship Id="rId64" Type="http://schemas.openxmlformats.org/officeDocument/2006/relationships/tags" Target="../tags/tag1876.xml"/><Relationship Id="rId118" Type="http://schemas.openxmlformats.org/officeDocument/2006/relationships/tags" Target="../tags/tag1930.xml"/><Relationship Id="rId139" Type="http://schemas.openxmlformats.org/officeDocument/2006/relationships/tags" Target="../tags/tag1951.xml"/><Relationship Id="rId85" Type="http://schemas.openxmlformats.org/officeDocument/2006/relationships/tags" Target="../tags/tag1897.xml"/><Relationship Id="rId150" Type="http://schemas.openxmlformats.org/officeDocument/2006/relationships/tags" Target="../tags/tag1962.xml"/><Relationship Id="rId171" Type="http://schemas.openxmlformats.org/officeDocument/2006/relationships/tags" Target="../tags/tag1983.xml"/><Relationship Id="rId192" Type="http://schemas.openxmlformats.org/officeDocument/2006/relationships/tags" Target="../tags/tag2004.xml"/><Relationship Id="rId206" Type="http://schemas.openxmlformats.org/officeDocument/2006/relationships/tags" Target="../tags/tag2018.xml"/><Relationship Id="rId227" Type="http://schemas.openxmlformats.org/officeDocument/2006/relationships/tags" Target="../tags/tag2039.xml"/><Relationship Id="rId12" Type="http://schemas.openxmlformats.org/officeDocument/2006/relationships/tags" Target="../tags/tag1824.xml"/><Relationship Id="rId33" Type="http://schemas.openxmlformats.org/officeDocument/2006/relationships/tags" Target="../tags/tag1845.xml"/><Relationship Id="rId108" Type="http://schemas.openxmlformats.org/officeDocument/2006/relationships/tags" Target="../tags/tag1920.xml"/><Relationship Id="rId129" Type="http://schemas.openxmlformats.org/officeDocument/2006/relationships/tags" Target="../tags/tag1941.xml"/><Relationship Id="rId54" Type="http://schemas.openxmlformats.org/officeDocument/2006/relationships/tags" Target="../tags/tag1866.xml"/><Relationship Id="rId75" Type="http://schemas.openxmlformats.org/officeDocument/2006/relationships/tags" Target="../tags/tag1887.xml"/><Relationship Id="rId96" Type="http://schemas.openxmlformats.org/officeDocument/2006/relationships/tags" Target="../tags/tag1908.xml"/><Relationship Id="rId140" Type="http://schemas.openxmlformats.org/officeDocument/2006/relationships/tags" Target="../tags/tag1952.xml"/><Relationship Id="rId161" Type="http://schemas.openxmlformats.org/officeDocument/2006/relationships/tags" Target="../tags/tag1973.xml"/><Relationship Id="rId182" Type="http://schemas.openxmlformats.org/officeDocument/2006/relationships/tags" Target="../tags/tag1994.xml"/><Relationship Id="rId217" Type="http://schemas.openxmlformats.org/officeDocument/2006/relationships/tags" Target="../tags/tag2029.xml"/><Relationship Id="rId6" Type="http://schemas.openxmlformats.org/officeDocument/2006/relationships/tags" Target="../tags/tag1818.xml"/><Relationship Id="rId238" Type="http://schemas.openxmlformats.org/officeDocument/2006/relationships/tags" Target="../tags/tag2050.xml"/><Relationship Id="rId23" Type="http://schemas.openxmlformats.org/officeDocument/2006/relationships/tags" Target="../tags/tag1835.xml"/><Relationship Id="rId119" Type="http://schemas.openxmlformats.org/officeDocument/2006/relationships/tags" Target="../tags/tag1931.xml"/><Relationship Id="rId44" Type="http://schemas.openxmlformats.org/officeDocument/2006/relationships/tags" Target="../tags/tag1856.xml"/><Relationship Id="rId65" Type="http://schemas.openxmlformats.org/officeDocument/2006/relationships/tags" Target="../tags/tag1877.xml"/><Relationship Id="rId86" Type="http://schemas.openxmlformats.org/officeDocument/2006/relationships/tags" Target="../tags/tag1898.xml"/><Relationship Id="rId130" Type="http://schemas.openxmlformats.org/officeDocument/2006/relationships/tags" Target="../tags/tag1942.xml"/><Relationship Id="rId151" Type="http://schemas.openxmlformats.org/officeDocument/2006/relationships/tags" Target="../tags/tag1963.xml"/><Relationship Id="rId172" Type="http://schemas.openxmlformats.org/officeDocument/2006/relationships/tags" Target="../tags/tag1984.xml"/><Relationship Id="rId193" Type="http://schemas.openxmlformats.org/officeDocument/2006/relationships/tags" Target="../tags/tag2005.xml"/><Relationship Id="rId207" Type="http://schemas.openxmlformats.org/officeDocument/2006/relationships/tags" Target="../tags/tag2019.xml"/><Relationship Id="rId228" Type="http://schemas.openxmlformats.org/officeDocument/2006/relationships/tags" Target="../tags/tag2040.xml"/><Relationship Id="rId13" Type="http://schemas.openxmlformats.org/officeDocument/2006/relationships/tags" Target="../tags/tag1825.xml"/><Relationship Id="rId109" Type="http://schemas.openxmlformats.org/officeDocument/2006/relationships/tags" Target="../tags/tag1921.xml"/><Relationship Id="rId34" Type="http://schemas.openxmlformats.org/officeDocument/2006/relationships/tags" Target="../tags/tag1846.xml"/><Relationship Id="rId55" Type="http://schemas.openxmlformats.org/officeDocument/2006/relationships/tags" Target="../tags/tag1867.xml"/><Relationship Id="rId76" Type="http://schemas.openxmlformats.org/officeDocument/2006/relationships/tags" Target="../tags/tag1888.xml"/><Relationship Id="rId97" Type="http://schemas.openxmlformats.org/officeDocument/2006/relationships/tags" Target="../tags/tag1909.xml"/><Relationship Id="rId120" Type="http://schemas.openxmlformats.org/officeDocument/2006/relationships/tags" Target="../tags/tag1932.xml"/><Relationship Id="rId141" Type="http://schemas.openxmlformats.org/officeDocument/2006/relationships/tags" Target="../tags/tag1953.xml"/><Relationship Id="rId7" Type="http://schemas.openxmlformats.org/officeDocument/2006/relationships/tags" Target="../tags/tag1819.xml"/><Relationship Id="rId162" Type="http://schemas.openxmlformats.org/officeDocument/2006/relationships/tags" Target="../tags/tag1974.xml"/><Relationship Id="rId183" Type="http://schemas.openxmlformats.org/officeDocument/2006/relationships/tags" Target="../tags/tag1995.xml"/><Relationship Id="rId218" Type="http://schemas.openxmlformats.org/officeDocument/2006/relationships/tags" Target="../tags/tag2030.xml"/><Relationship Id="rId239" Type="http://schemas.openxmlformats.org/officeDocument/2006/relationships/tags" Target="../tags/tag2051.xml"/><Relationship Id="rId24" Type="http://schemas.openxmlformats.org/officeDocument/2006/relationships/tags" Target="../tags/tag1836.xml"/><Relationship Id="rId45" Type="http://schemas.openxmlformats.org/officeDocument/2006/relationships/tags" Target="../tags/tag1857.xml"/><Relationship Id="rId66" Type="http://schemas.openxmlformats.org/officeDocument/2006/relationships/tags" Target="../tags/tag1878.xml"/><Relationship Id="rId87" Type="http://schemas.openxmlformats.org/officeDocument/2006/relationships/tags" Target="../tags/tag1899.xml"/><Relationship Id="rId110" Type="http://schemas.openxmlformats.org/officeDocument/2006/relationships/tags" Target="../tags/tag1922.xml"/><Relationship Id="rId131" Type="http://schemas.openxmlformats.org/officeDocument/2006/relationships/tags" Target="../tags/tag1943.xml"/><Relationship Id="rId152" Type="http://schemas.openxmlformats.org/officeDocument/2006/relationships/tags" Target="../tags/tag1964.xml"/><Relationship Id="rId173" Type="http://schemas.openxmlformats.org/officeDocument/2006/relationships/tags" Target="../tags/tag1985.xml"/><Relationship Id="rId194" Type="http://schemas.openxmlformats.org/officeDocument/2006/relationships/tags" Target="../tags/tag2006.xml"/><Relationship Id="rId208" Type="http://schemas.openxmlformats.org/officeDocument/2006/relationships/tags" Target="../tags/tag2020.xml"/><Relationship Id="rId229" Type="http://schemas.openxmlformats.org/officeDocument/2006/relationships/tags" Target="../tags/tag2041.xml"/><Relationship Id="rId240" Type="http://schemas.openxmlformats.org/officeDocument/2006/relationships/tags" Target="../tags/tag2052.xml"/><Relationship Id="rId14" Type="http://schemas.openxmlformats.org/officeDocument/2006/relationships/tags" Target="../tags/tag1826.xml"/><Relationship Id="rId35" Type="http://schemas.openxmlformats.org/officeDocument/2006/relationships/tags" Target="../tags/tag1847.xml"/><Relationship Id="rId56" Type="http://schemas.openxmlformats.org/officeDocument/2006/relationships/tags" Target="../tags/tag1868.xml"/><Relationship Id="rId77" Type="http://schemas.openxmlformats.org/officeDocument/2006/relationships/tags" Target="../tags/tag1889.xml"/><Relationship Id="rId100" Type="http://schemas.openxmlformats.org/officeDocument/2006/relationships/tags" Target="../tags/tag1912.xml"/><Relationship Id="rId8" Type="http://schemas.openxmlformats.org/officeDocument/2006/relationships/tags" Target="../tags/tag1820.xml"/><Relationship Id="rId98" Type="http://schemas.openxmlformats.org/officeDocument/2006/relationships/tags" Target="../tags/tag1910.xml"/><Relationship Id="rId121" Type="http://schemas.openxmlformats.org/officeDocument/2006/relationships/tags" Target="../tags/tag1933.xml"/><Relationship Id="rId142" Type="http://schemas.openxmlformats.org/officeDocument/2006/relationships/tags" Target="../tags/tag1954.xml"/><Relationship Id="rId163" Type="http://schemas.openxmlformats.org/officeDocument/2006/relationships/tags" Target="../tags/tag1975.xml"/><Relationship Id="rId184" Type="http://schemas.openxmlformats.org/officeDocument/2006/relationships/tags" Target="../tags/tag1996.xml"/><Relationship Id="rId219" Type="http://schemas.openxmlformats.org/officeDocument/2006/relationships/tags" Target="../tags/tag2031.xml"/><Relationship Id="rId230" Type="http://schemas.openxmlformats.org/officeDocument/2006/relationships/tags" Target="../tags/tag2042.xml"/><Relationship Id="rId25" Type="http://schemas.openxmlformats.org/officeDocument/2006/relationships/tags" Target="../tags/tag1837.xml"/><Relationship Id="rId46" Type="http://schemas.openxmlformats.org/officeDocument/2006/relationships/tags" Target="../tags/tag1858.xml"/><Relationship Id="rId67" Type="http://schemas.openxmlformats.org/officeDocument/2006/relationships/tags" Target="../tags/tag1879.xml"/><Relationship Id="rId88" Type="http://schemas.openxmlformats.org/officeDocument/2006/relationships/tags" Target="../tags/tag1900.xml"/><Relationship Id="rId111" Type="http://schemas.openxmlformats.org/officeDocument/2006/relationships/tags" Target="../tags/tag1923.xml"/><Relationship Id="rId132" Type="http://schemas.openxmlformats.org/officeDocument/2006/relationships/tags" Target="../tags/tag1944.xml"/><Relationship Id="rId153" Type="http://schemas.openxmlformats.org/officeDocument/2006/relationships/tags" Target="../tags/tag1965.xml"/><Relationship Id="rId174" Type="http://schemas.openxmlformats.org/officeDocument/2006/relationships/tags" Target="../tags/tag1986.xml"/><Relationship Id="rId195" Type="http://schemas.openxmlformats.org/officeDocument/2006/relationships/tags" Target="../tags/tag2007.xml"/><Relationship Id="rId209" Type="http://schemas.openxmlformats.org/officeDocument/2006/relationships/tags" Target="../tags/tag2021.xml"/><Relationship Id="rId220" Type="http://schemas.openxmlformats.org/officeDocument/2006/relationships/tags" Target="../tags/tag2032.xml"/><Relationship Id="rId241" Type="http://schemas.openxmlformats.org/officeDocument/2006/relationships/tags" Target="../tags/tag2053.xml"/><Relationship Id="rId15" Type="http://schemas.openxmlformats.org/officeDocument/2006/relationships/tags" Target="../tags/tag1827.xml"/><Relationship Id="rId36" Type="http://schemas.openxmlformats.org/officeDocument/2006/relationships/tags" Target="../tags/tag1848.xml"/><Relationship Id="rId57" Type="http://schemas.openxmlformats.org/officeDocument/2006/relationships/tags" Target="../tags/tag1869.xml"/><Relationship Id="rId106" Type="http://schemas.openxmlformats.org/officeDocument/2006/relationships/tags" Target="../tags/tag1918.xml"/><Relationship Id="rId127" Type="http://schemas.openxmlformats.org/officeDocument/2006/relationships/tags" Target="../tags/tag1939.xml"/><Relationship Id="rId10" Type="http://schemas.openxmlformats.org/officeDocument/2006/relationships/tags" Target="../tags/tag1822.xml"/><Relationship Id="rId31" Type="http://schemas.openxmlformats.org/officeDocument/2006/relationships/tags" Target="../tags/tag1843.xml"/><Relationship Id="rId52" Type="http://schemas.openxmlformats.org/officeDocument/2006/relationships/tags" Target="../tags/tag1864.xml"/><Relationship Id="rId73" Type="http://schemas.openxmlformats.org/officeDocument/2006/relationships/tags" Target="../tags/tag1885.xml"/><Relationship Id="rId78" Type="http://schemas.openxmlformats.org/officeDocument/2006/relationships/tags" Target="../tags/tag1890.xml"/><Relationship Id="rId94" Type="http://schemas.openxmlformats.org/officeDocument/2006/relationships/tags" Target="../tags/tag1906.xml"/><Relationship Id="rId99" Type="http://schemas.openxmlformats.org/officeDocument/2006/relationships/tags" Target="../tags/tag1911.xml"/><Relationship Id="rId101" Type="http://schemas.openxmlformats.org/officeDocument/2006/relationships/tags" Target="../tags/tag1913.xml"/><Relationship Id="rId122" Type="http://schemas.openxmlformats.org/officeDocument/2006/relationships/tags" Target="../tags/tag1934.xml"/><Relationship Id="rId143" Type="http://schemas.openxmlformats.org/officeDocument/2006/relationships/tags" Target="../tags/tag1955.xml"/><Relationship Id="rId148" Type="http://schemas.openxmlformats.org/officeDocument/2006/relationships/tags" Target="../tags/tag1960.xml"/><Relationship Id="rId164" Type="http://schemas.openxmlformats.org/officeDocument/2006/relationships/tags" Target="../tags/tag1976.xml"/><Relationship Id="rId169" Type="http://schemas.openxmlformats.org/officeDocument/2006/relationships/tags" Target="../tags/tag1981.xml"/><Relationship Id="rId185" Type="http://schemas.openxmlformats.org/officeDocument/2006/relationships/tags" Target="../tags/tag1997.xml"/><Relationship Id="rId4" Type="http://schemas.openxmlformats.org/officeDocument/2006/relationships/tags" Target="../tags/tag1816.xml"/><Relationship Id="rId9" Type="http://schemas.openxmlformats.org/officeDocument/2006/relationships/tags" Target="../tags/tag1821.xml"/><Relationship Id="rId180" Type="http://schemas.openxmlformats.org/officeDocument/2006/relationships/tags" Target="../tags/tag1992.xml"/><Relationship Id="rId210" Type="http://schemas.openxmlformats.org/officeDocument/2006/relationships/tags" Target="../tags/tag2022.xml"/><Relationship Id="rId215" Type="http://schemas.openxmlformats.org/officeDocument/2006/relationships/tags" Target="../tags/tag2027.xml"/><Relationship Id="rId236" Type="http://schemas.openxmlformats.org/officeDocument/2006/relationships/tags" Target="../tags/tag2048.xml"/><Relationship Id="rId26" Type="http://schemas.openxmlformats.org/officeDocument/2006/relationships/tags" Target="../tags/tag1838.xml"/><Relationship Id="rId231" Type="http://schemas.openxmlformats.org/officeDocument/2006/relationships/tags" Target="../tags/tag2043.xml"/><Relationship Id="rId47" Type="http://schemas.openxmlformats.org/officeDocument/2006/relationships/tags" Target="../tags/tag1859.xml"/><Relationship Id="rId68" Type="http://schemas.openxmlformats.org/officeDocument/2006/relationships/tags" Target="../tags/tag1880.xml"/><Relationship Id="rId89" Type="http://schemas.openxmlformats.org/officeDocument/2006/relationships/tags" Target="../tags/tag1901.xml"/><Relationship Id="rId112" Type="http://schemas.openxmlformats.org/officeDocument/2006/relationships/tags" Target="../tags/tag1924.xml"/><Relationship Id="rId133" Type="http://schemas.openxmlformats.org/officeDocument/2006/relationships/tags" Target="../tags/tag1945.xml"/><Relationship Id="rId154" Type="http://schemas.openxmlformats.org/officeDocument/2006/relationships/tags" Target="../tags/tag1966.xml"/><Relationship Id="rId175" Type="http://schemas.openxmlformats.org/officeDocument/2006/relationships/tags" Target="../tags/tag1987.xml"/><Relationship Id="rId196" Type="http://schemas.openxmlformats.org/officeDocument/2006/relationships/tags" Target="../tags/tag2008.xml"/><Relationship Id="rId200" Type="http://schemas.openxmlformats.org/officeDocument/2006/relationships/tags" Target="../tags/tag2012.xml"/><Relationship Id="rId16" Type="http://schemas.openxmlformats.org/officeDocument/2006/relationships/tags" Target="../tags/tag1828.xml"/><Relationship Id="rId221" Type="http://schemas.openxmlformats.org/officeDocument/2006/relationships/tags" Target="../tags/tag2033.xml"/><Relationship Id="rId242" Type="http://schemas.openxmlformats.org/officeDocument/2006/relationships/slideLayout" Target="../slideLayouts/slideLayout2.xml"/><Relationship Id="rId37" Type="http://schemas.openxmlformats.org/officeDocument/2006/relationships/tags" Target="../tags/tag1849.xml"/><Relationship Id="rId58" Type="http://schemas.openxmlformats.org/officeDocument/2006/relationships/tags" Target="../tags/tag1870.xml"/><Relationship Id="rId79" Type="http://schemas.openxmlformats.org/officeDocument/2006/relationships/tags" Target="../tags/tag1891.xml"/><Relationship Id="rId102" Type="http://schemas.openxmlformats.org/officeDocument/2006/relationships/tags" Target="../tags/tag1914.xml"/><Relationship Id="rId123" Type="http://schemas.openxmlformats.org/officeDocument/2006/relationships/tags" Target="../tags/tag1935.xml"/><Relationship Id="rId144" Type="http://schemas.openxmlformats.org/officeDocument/2006/relationships/tags" Target="../tags/tag1956.xml"/><Relationship Id="rId90" Type="http://schemas.openxmlformats.org/officeDocument/2006/relationships/tags" Target="../tags/tag1902.xml"/><Relationship Id="rId165" Type="http://schemas.openxmlformats.org/officeDocument/2006/relationships/tags" Target="../tags/tag1977.xml"/><Relationship Id="rId186" Type="http://schemas.openxmlformats.org/officeDocument/2006/relationships/tags" Target="../tags/tag1998.xml"/><Relationship Id="rId211" Type="http://schemas.openxmlformats.org/officeDocument/2006/relationships/tags" Target="../tags/tag2023.xml"/><Relationship Id="rId232" Type="http://schemas.openxmlformats.org/officeDocument/2006/relationships/tags" Target="../tags/tag2044.xml"/><Relationship Id="rId27" Type="http://schemas.openxmlformats.org/officeDocument/2006/relationships/tags" Target="../tags/tag1839.xml"/><Relationship Id="rId48" Type="http://schemas.openxmlformats.org/officeDocument/2006/relationships/tags" Target="../tags/tag1860.xml"/><Relationship Id="rId69" Type="http://schemas.openxmlformats.org/officeDocument/2006/relationships/tags" Target="../tags/tag1881.xml"/><Relationship Id="rId113" Type="http://schemas.openxmlformats.org/officeDocument/2006/relationships/tags" Target="../tags/tag1925.xml"/><Relationship Id="rId134" Type="http://schemas.openxmlformats.org/officeDocument/2006/relationships/tags" Target="../tags/tag1946.xml"/><Relationship Id="rId80" Type="http://schemas.openxmlformats.org/officeDocument/2006/relationships/tags" Target="../tags/tag1892.xml"/><Relationship Id="rId155" Type="http://schemas.openxmlformats.org/officeDocument/2006/relationships/tags" Target="../tags/tag1967.xml"/><Relationship Id="rId176" Type="http://schemas.openxmlformats.org/officeDocument/2006/relationships/tags" Target="../tags/tag1988.xml"/><Relationship Id="rId197" Type="http://schemas.openxmlformats.org/officeDocument/2006/relationships/tags" Target="../tags/tag2009.xml"/><Relationship Id="rId201" Type="http://schemas.openxmlformats.org/officeDocument/2006/relationships/tags" Target="../tags/tag2013.xml"/><Relationship Id="rId222" Type="http://schemas.openxmlformats.org/officeDocument/2006/relationships/tags" Target="../tags/tag2034.xml"/><Relationship Id="rId243" Type="http://schemas.openxmlformats.org/officeDocument/2006/relationships/notesSlide" Target="../notesSlides/notesSlide32.xml"/><Relationship Id="rId17" Type="http://schemas.openxmlformats.org/officeDocument/2006/relationships/tags" Target="../tags/tag1829.xml"/><Relationship Id="rId38" Type="http://schemas.openxmlformats.org/officeDocument/2006/relationships/tags" Target="../tags/tag1850.xml"/><Relationship Id="rId59" Type="http://schemas.openxmlformats.org/officeDocument/2006/relationships/tags" Target="../tags/tag1871.xml"/><Relationship Id="rId103" Type="http://schemas.openxmlformats.org/officeDocument/2006/relationships/tags" Target="../tags/tag1915.xml"/><Relationship Id="rId124" Type="http://schemas.openxmlformats.org/officeDocument/2006/relationships/tags" Target="../tags/tag1936.xml"/><Relationship Id="rId70" Type="http://schemas.openxmlformats.org/officeDocument/2006/relationships/tags" Target="../tags/tag1882.xml"/><Relationship Id="rId91" Type="http://schemas.openxmlformats.org/officeDocument/2006/relationships/tags" Target="../tags/tag1903.xml"/><Relationship Id="rId145" Type="http://schemas.openxmlformats.org/officeDocument/2006/relationships/tags" Target="../tags/tag1957.xml"/><Relationship Id="rId166" Type="http://schemas.openxmlformats.org/officeDocument/2006/relationships/tags" Target="../tags/tag1978.xml"/><Relationship Id="rId187" Type="http://schemas.openxmlformats.org/officeDocument/2006/relationships/tags" Target="../tags/tag1999.xml"/><Relationship Id="rId1" Type="http://schemas.openxmlformats.org/officeDocument/2006/relationships/tags" Target="../tags/tag1813.xml"/><Relationship Id="rId212" Type="http://schemas.openxmlformats.org/officeDocument/2006/relationships/tags" Target="../tags/tag2024.xml"/><Relationship Id="rId233" Type="http://schemas.openxmlformats.org/officeDocument/2006/relationships/tags" Target="../tags/tag2045.xml"/><Relationship Id="rId28" Type="http://schemas.openxmlformats.org/officeDocument/2006/relationships/tags" Target="../tags/tag1840.xml"/><Relationship Id="rId49" Type="http://schemas.openxmlformats.org/officeDocument/2006/relationships/tags" Target="../tags/tag1861.xml"/><Relationship Id="rId114" Type="http://schemas.openxmlformats.org/officeDocument/2006/relationships/tags" Target="../tags/tag1926.xml"/><Relationship Id="rId60" Type="http://schemas.openxmlformats.org/officeDocument/2006/relationships/tags" Target="../tags/tag1872.xml"/><Relationship Id="rId81" Type="http://schemas.openxmlformats.org/officeDocument/2006/relationships/tags" Target="../tags/tag1893.xml"/><Relationship Id="rId135" Type="http://schemas.openxmlformats.org/officeDocument/2006/relationships/tags" Target="../tags/tag1947.xml"/><Relationship Id="rId156" Type="http://schemas.openxmlformats.org/officeDocument/2006/relationships/tags" Target="../tags/tag1968.xml"/><Relationship Id="rId177" Type="http://schemas.openxmlformats.org/officeDocument/2006/relationships/tags" Target="../tags/tag1989.xml"/><Relationship Id="rId198" Type="http://schemas.openxmlformats.org/officeDocument/2006/relationships/tags" Target="../tags/tag2010.xml"/><Relationship Id="rId202" Type="http://schemas.openxmlformats.org/officeDocument/2006/relationships/tags" Target="../tags/tag2014.xml"/><Relationship Id="rId223" Type="http://schemas.openxmlformats.org/officeDocument/2006/relationships/tags" Target="../tags/tag2035.xml"/><Relationship Id="rId244" Type="http://schemas.openxmlformats.org/officeDocument/2006/relationships/image" Target="../media/image2.png"/><Relationship Id="rId18" Type="http://schemas.openxmlformats.org/officeDocument/2006/relationships/tags" Target="../tags/tag1830.xml"/><Relationship Id="rId39" Type="http://schemas.openxmlformats.org/officeDocument/2006/relationships/tags" Target="../tags/tag1851.xml"/><Relationship Id="rId50" Type="http://schemas.openxmlformats.org/officeDocument/2006/relationships/tags" Target="../tags/tag1862.xml"/><Relationship Id="rId104" Type="http://schemas.openxmlformats.org/officeDocument/2006/relationships/tags" Target="../tags/tag1916.xml"/><Relationship Id="rId125" Type="http://schemas.openxmlformats.org/officeDocument/2006/relationships/tags" Target="../tags/tag1937.xml"/><Relationship Id="rId146" Type="http://schemas.openxmlformats.org/officeDocument/2006/relationships/tags" Target="../tags/tag1958.xml"/><Relationship Id="rId167" Type="http://schemas.openxmlformats.org/officeDocument/2006/relationships/tags" Target="../tags/tag1979.xml"/><Relationship Id="rId188" Type="http://schemas.openxmlformats.org/officeDocument/2006/relationships/tags" Target="../tags/tag2000.xml"/><Relationship Id="rId71" Type="http://schemas.openxmlformats.org/officeDocument/2006/relationships/tags" Target="../tags/tag1883.xml"/><Relationship Id="rId92" Type="http://schemas.openxmlformats.org/officeDocument/2006/relationships/tags" Target="../tags/tag1904.xml"/><Relationship Id="rId213" Type="http://schemas.openxmlformats.org/officeDocument/2006/relationships/tags" Target="../tags/tag2025.xml"/><Relationship Id="rId234" Type="http://schemas.openxmlformats.org/officeDocument/2006/relationships/tags" Target="../tags/tag2046.xml"/><Relationship Id="rId2" Type="http://schemas.openxmlformats.org/officeDocument/2006/relationships/tags" Target="../tags/tag1814.xml"/><Relationship Id="rId29" Type="http://schemas.openxmlformats.org/officeDocument/2006/relationships/tags" Target="../tags/tag1841.xml"/><Relationship Id="rId40" Type="http://schemas.openxmlformats.org/officeDocument/2006/relationships/tags" Target="../tags/tag1852.xml"/><Relationship Id="rId115" Type="http://schemas.openxmlformats.org/officeDocument/2006/relationships/tags" Target="../tags/tag1927.xml"/><Relationship Id="rId136" Type="http://schemas.openxmlformats.org/officeDocument/2006/relationships/tags" Target="../tags/tag1948.xml"/><Relationship Id="rId157" Type="http://schemas.openxmlformats.org/officeDocument/2006/relationships/tags" Target="../tags/tag1969.xml"/><Relationship Id="rId178" Type="http://schemas.openxmlformats.org/officeDocument/2006/relationships/tags" Target="../tags/tag1990.xml"/><Relationship Id="rId61" Type="http://schemas.openxmlformats.org/officeDocument/2006/relationships/tags" Target="../tags/tag1873.xml"/><Relationship Id="rId82" Type="http://schemas.openxmlformats.org/officeDocument/2006/relationships/tags" Target="../tags/tag1894.xml"/><Relationship Id="rId199" Type="http://schemas.openxmlformats.org/officeDocument/2006/relationships/tags" Target="../tags/tag2011.xml"/><Relationship Id="rId203" Type="http://schemas.openxmlformats.org/officeDocument/2006/relationships/tags" Target="../tags/tag2015.xml"/><Relationship Id="rId19" Type="http://schemas.openxmlformats.org/officeDocument/2006/relationships/tags" Target="../tags/tag1831.xml"/><Relationship Id="rId224" Type="http://schemas.openxmlformats.org/officeDocument/2006/relationships/tags" Target="../tags/tag2036.xml"/><Relationship Id="rId30" Type="http://schemas.openxmlformats.org/officeDocument/2006/relationships/tags" Target="../tags/tag1842.xml"/><Relationship Id="rId105" Type="http://schemas.openxmlformats.org/officeDocument/2006/relationships/tags" Target="../tags/tag1917.xml"/><Relationship Id="rId126" Type="http://schemas.openxmlformats.org/officeDocument/2006/relationships/tags" Target="../tags/tag1938.xml"/><Relationship Id="rId147" Type="http://schemas.openxmlformats.org/officeDocument/2006/relationships/tags" Target="../tags/tag1959.xml"/><Relationship Id="rId168" Type="http://schemas.openxmlformats.org/officeDocument/2006/relationships/tags" Target="../tags/tag1980.xml"/><Relationship Id="rId51" Type="http://schemas.openxmlformats.org/officeDocument/2006/relationships/tags" Target="../tags/tag1863.xml"/><Relationship Id="rId72" Type="http://schemas.openxmlformats.org/officeDocument/2006/relationships/tags" Target="../tags/tag1884.xml"/><Relationship Id="rId93" Type="http://schemas.openxmlformats.org/officeDocument/2006/relationships/tags" Target="../tags/tag1905.xml"/><Relationship Id="rId189" Type="http://schemas.openxmlformats.org/officeDocument/2006/relationships/tags" Target="../tags/tag2001.xml"/><Relationship Id="rId3" Type="http://schemas.openxmlformats.org/officeDocument/2006/relationships/tags" Target="../tags/tag1815.xml"/><Relationship Id="rId214" Type="http://schemas.openxmlformats.org/officeDocument/2006/relationships/tags" Target="../tags/tag2026.xml"/><Relationship Id="rId235" Type="http://schemas.openxmlformats.org/officeDocument/2006/relationships/tags" Target="../tags/tag2047.xml"/><Relationship Id="rId116" Type="http://schemas.openxmlformats.org/officeDocument/2006/relationships/tags" Target="../tags/tag1928.xml"/><Relationship Id="rId137" Type="http://schemas.openxmlformats.org/officeDocument/2006/relationships/tags" Target="../tags/tag1949.xml"/><Relationship Id="rId158" Type="http://schemas.openxmlformats.org/officeDocument/2006/relationships/tags" Target="../tags/tag1970.xml"/><Relationship Id="rId20" Type="http://schemas.openxmlformats.org/officeDocument/2006/relationships/tags" Target="../tags/tag1832.xml"/><Relationship Id="rId41" Type="http://schemas.openxmlformats.org/officeDocument/2006/relationships/tags" Target="../tags/tag1853.xml"/><Relationship Id="rId62" Type="http://schemas.openxmlformats.org/officeDocument/2006/relationships/tags" Target="../tags/tag1874.xml"/><Relationship Id="rId83" Type="http://schemas.openxmlformats.org/officeDocument/2006/relationships/tags" Target="../tags/tag1895.xml"/><Relationship Id="rId179" Type="http://schemas.openxmlformats.org/officeDocument/2006/relationships/tags" Target="../tags/tag1991.xml"/><Relationship Id="rId190" Type="http://schemas.openxmlformats.org/officeDocument/2006/relationships/tags" Target="../tags/tag2002.xml"/><Relationship Id="rId204" Type="http://schemas.openxmlformats.org/officeDocument/2006/relationships/tags" Target="../tags/tag2016.xml"/><Relationship Id="rId225" Type="http://schemas.openxmlformats.org/officeDocument/2006/relationships/tags" Target="../tags/tag20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2056.xml"/><Relationship Id="rId2" Type="http://schemas.openxmlformats.org/officeDocument/2006/relationships/tags" Target="../tags/tag2055.xml"/><Relationship Id="rId1" Type="http://schemas.openxmlformats.org/officeDocument/2006/relationships/tags" Target="../tags/tag2054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5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2060.xml"/><Relationship Id="rId7" Type="http://schemas.openxmlformats.org/officeDocument/2006/relationships/image" Target="../media/image4.png"/><Relationship Id="rId2" Type="http://schemas.openxmlformats.org/officeDocument/2006/relationships/tags" Target="../tags/tag2059.xml"/><Relationship Id="rId1" Type="http://schemas.openxmlformats.org/officeDocument/2006/relationships/tags" Target="../tags/tag2058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064.xml"/><Relationship Id="rId7" Type="http://schemas.openxmlformats.org/officeDocument/2006/relationships/image" Target="../media/image4.png"/><Relationship Id="rId2" Type="http://schemas.openxmlformats.org/officeDocument/2006/relationships/tags" Target="../tags/tag2063.xml"/><Relationship Id="rId1" Type="http://schemas.openxmlformats.org/officeDocument/2006/relationships/tags" Target="../tags/tag2062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068.xml"/><Relationship Id="rId7" Type="http://schemas.openxmlformats.org/officeDocument/2006/relationships/image" Target="../media/image4.png"/><Relationship Id="rId2" Type="http://schemas.openxmlformats.org/officeDocument/2006/relationships/tags" Target="../tags/tag2067.xml"/><Relationship Id="rId1" Type="http://schemas.openxmlformats.org/officeDocument/2006/relationships/tags" Target="../tags/tag2066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2072.xml"/><Relationship Id="rId7" Type="http://schemas.openxmlformats.org/officeDocument/2006/relationships/image" Target="../media/image4.png"/><Relationship Id="rId2" Type="http://schemas.openxmlformats.org/officeDocument/2006/relationships/tags" Target="../tags/tag2071.xml"/><Relationship Id="rId1" Type="http://schemas.openxmlformats.org/officeDocument/2006/relationships/tags" Target="../tags/tag2070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7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076.xml"/><Relationship Id="rId7" Type="http://schemas.openxmlformats.org/officeDocument/2006/relationships/image" Target="../media/image4.png"/><Relationship Id="rId2" Type="http://schemas.openxmlformats.org/officeDocument/2006/relationships/tags" Target="../tags/tag2075.xml"/><Relationship Id="rId1" Type="http://schemas.openxmlformats.org/officeDocument/2006/relationships/tags" Target="../tags/tag2074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7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2080.xml"/><Relationship Id="rId2" Type="http://schemas.openxmlformats.org/officeDocument/2006/relationships/tags" Target="../tags/tag2079.xml"/><Relationship Id="rId1" Type="http://schemas.openxmlformats.org/officeDocument/2006/relationships/tags" Target="../tags/tag2078.xml"/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8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2084.xml"/><Relationship Id="rId2" Type="http://schemas.openxmlformats.org/officeDocument/2006/relationships/tags" Target="../tags/tag2083.xml"/><Relationship Id="rId1" Type="http://schemas.openxmlformats.org/officeDocument/2006/relationships/tags" Target="../tags/tag2082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8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2088.xml"/><Relationship Id="rId2" Type="http://schemas.openxmlformats.org/officeDocument/2006/relationships/tags" Target="../tags/tag2087.xml"/><Relationship Id="rId1" Type="http://schemas.openxmlformats.org/officeDocument/2006/relationships/tags" Target="../tags/tag2086.xml"/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8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2092.xml"/><Relationship Id="rId2" Type="http://schemas.openxmlformats.org/officeDocument/2006/relationships/tags" Target="../tags/tag2091.xml"/><Relationship Id="rId1" Type="http://schemas.openxmlformats.org/officeDocument/2006/relationships/tags" Target="../tags/tag2090.xml"/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9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2096.xml"/><Relationship Id="rId2" Type="http://schemas.openxmlformats.org/officeDocument/2006/relationships/tags" Target="../tags/tag2095.xml"/><Relationship Id="rId1" Type="http://schemas.openxmlformats.org/officeDocument/2006/relationships/tags" Target="../tags/tag2094.xml"/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9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2100.xml"/><Relationship Id="rId2" Type="http://schemas.openxmlformats.org/officeDocument/2006/relationships/tags" Target="../tags/tag2099.xml"/><Relationship Id="rId1" Type="http://schemas.openxmlformats.org/officeDocument/2006/relationships/tags" Target="../tags/tag2098.xml"/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0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2104.xml"/><Relationship Id="rId2" Type="http://schemas.openxmlformats.org/officeDocument/2006/relationships/tags" Target="../tags/tag2103.xml"/><Relationship Id="rId1" Type="http://schemas.openxmlformats.org/officeDocument/2006/relationships/tags" Target="../tags/tag2102.xml"/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0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2108.xml"/><Relationship Id="rId2" Type="http://schemas.openxmlformats.org/officeDocument/2006/relationships/tags" Target="../tags/tag2107.xml"/><Relationship Id="rId1" Type="http://schemas.openxmlformats.org/officeDocument/2006/relationships/tags" Target="../tags/tag2106.xml"/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628021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Arithmetic Logic Units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0386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Basic Arithmetic and the ALU</a:t>
            </a:r>
          </a:p>
        </p:txBody>
      </p:sp>
      <p:sp>
        <p:nvSpPr>
          <p:cNvPr id="1433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6764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</a:rPr>
              <a:t>Signed/unsigned integers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</a:rPr>
              <a:t>Addition/subtraction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</a:rPr>
              <a:t>ALUs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</a:rPr>
              <a:t>Overflow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endParaRPr lang="en-US" altLang="en-US" sz="28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EA047FDF-1EB7-45C9-A15B-BE8B50D49596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Basic Arithmetic and the ALU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Covered later in the semester:</a:t>
            </a:r>
          </a:p>
          <a:p>
            <a:pPr lvl="1" eaLnBrk="1" hangingPunct="1"/>
            <a:r>
              <a:rPr lang="en-US" altLang="en-US"/>
              <a:t>Integer multiplication, division</a:t>
            </a:r>
          </a:p>
          <a:p>
            <a:pPr lvl="1" eaLnBrk="1" hangingPunct="1"/>
            <a:r>
              <a:rPr lang="en-US" altLang="en-US"/>
              <a:t>Floating point arithmetic</a:t>
            </a:r>
          </a:p>
          <a:p>
            <a:pPr eaLnBrk="1" hangingPunct="1"/>
            <a:r>
              <a:rPr lang="en-US" altLang="en-US"/>
              <a:t>These are not crucial for the project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815E4B90-7CB2-47C8-BAB5-89FF3148EA03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523999"/>
            <a:ext cx="8382000" cy="5197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32-bit word: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31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30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…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Recall: n bits enables 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 unique combinations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No inherent meaning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In isolation, all bits in registers and memory are just arbitrary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Instructions define datatypes by how they use the bits</a:t>
            </a:r>
          </a:p>
          <a:p>
            <a:pPr eaLnBrk="1" hangingPunct="1">
              <a:lnSpc>
                <a:spcPct val="80000"/>
              </a:lnSpc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For example: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If [$t0] = 10101101001010000000000000000000, then: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an integer value: -1389887488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an unsigned integer value: 2905079808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 memory address: 0xAD280000</a:t>
            </a:r>
          </a:p>
          <a:p>
            <a:pPr lvl="1" eaLnBrk="1" hangingPunct="1">
              <a:lnSpc>
                <a:spcPct val="80000"/>
              </a:lnSpc>
            </a:pPr>
            <a:r>
              <a:rPr lang="fr-FR" altLang="en-US" sz="2400" dirty="0"/>
              <a:t>$t0 may contain a machine instruction: sw $t0, 0($t1)</a:t>
            </a:r>
          </a:p>
          <a:p>
            <a:pPr lvl="2" eaLnBrk="1" hangingPunct="1">
              <a:lnSpc>
                <a:spcPct val="80000"/>
              </a:lnSpc>
            </a:pPr>
            <a:r>
              <a:rPr lang="fr-FR" altLang="en-US" sz="2000" b="1" dirty="0" err="1">
                <a:solidFill>
                  <a:schemeClr val="accent6">
                    <a:lumMod val="75000"/>
                  </a:schemeClr>
                </a:solidFill>
              </a:rPr>
              <a:t>Aside</a:t>
            </a:r>
            <a:r>
              <a:rPr lang="fr-FR" altLang="en-US" sz="20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fr-FR" altLang="en-US" sz="2000" dirty="0" err="1">
                <a:solidFill>
                  <a:schemeClr val="accent6">
                    <a:lumMod val="75000"/>
                  </a:schemeClr>
                </a:solidFill>
              </a:rPr>
              <a:t>What</a:t>
            </a:r>
            <a:r>
              <a:rPr lang="fr-FR" altLang="en-US" sz="2000" dirty="0">
                <a:solidFill>
                  <a:schemeClr val="accent6">
                    <a:lumMod val="75000"/>
                  </a:schemeClr>
                </a:solidFill>
              </a:rPr>
              <a:t> MIPS instruction </a:t>
            </a:r>
            <a:r>
              <a:rPr lang="fr-FR" altLang="en-US" sz="200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altLang="en-US" sz="2000" dirty="0">
                <a:solidFill>
                  <a:schemeClr val="accent6">
                    <a:lumMod val="75000"/>
                  </a:schemeClr>
                </a:solidFill>
              </a:rPr>
              <a:t> 0x00000000?</a:t>
            </a:r>
            <a:endParaRPr lang="en-US" alt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9EAAF0F-E26C-402D-BDC6-AFF7E83F4DD9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8570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F701168-25D1-4683-8DFA-FA03CFC2F36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Unsigned Integers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4DF1440-8295-4E01-AC87-5C1E15ED93C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f(b</a:t>
            </a:r>
            <a:r>
              <a:rPr lang="en-US" altLang="en-US" sz="2800" baseline="-25000" dirty="0"/>
              <a:t>31</a:t>
            </a:r>
            <a:r>
              <a:rPr lang="en-US" altLang="en-US" sz="2800" dirty="0"/>
              <a:t>…b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) = b</a:t>
            </a:r>
            <a:r>
              <a:rPr lang="en-US" altLang="en-US" sz="2800" baseline="-25000" dirty="0"/>
              <a:t>31</a:t>
            </a:r>
            <a:r>
              <a:rPr lang="en-US" altLang="en-US" sz="2800" dirty="0"/>
              <a:t> x 2</a:t>
            </a:r>
            <a:r>
              <a:rPr lang="en-US" altLang="en-US" sz="2800" baseline="30000" dirty="0"/>
              <a:t>31</a:t>
            </a:r>
            <a:r>
              <a:rPr lang="en-US" altLang="en-US" sz="2800" dirty="0"/>
              <a:t> + … + 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x 2</a:t>
            </a:r>
            <a:r>
              <a:rPr lang="en-US" altLang="en-US" sz="2800" baseline="30000" dirty="0"/>
              <a:t>1</a:t>
            </a:r>
            <a:r>
              <a:rPr lang="en-US" altLang="en-US" sz="2800" dirty="0"/>
              <a:t> + b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x 2</a:t>
            </a:r>
            <a:r>
              <a:rPr lang="en-US" altLang="en-US" sz="2800" baseline="30000" dirty="0"/>
              <a:t>0</a:t>
            </a:r>
          </a:p>
          <a:p>
            <a:pPr eaLnBrk="1" hangingPunct="1"/>
            <a:r>
              <a:rPr lang="en-US" altLang="en-US" sz="2800" dirty="0"/>
              <a:t>Treat as normal binary number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E.g. 0…011010101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= </a:t>
            </a:r>
            <a:r>
              <a:rPr lang="en-US" altLang="en-US" sz="2000" dirty="0"/>
              <a:t>1 x 2</a:t>
            </a:r>
            <a:r>
              <a:rPr lang="en-US" altLang="en-US" sz="2000" baseline="30000" dirty="0"/>
              <a:t>7</a:t>
            </a:r>
            <a:r>
              <a:rPr lang="en-US" altLang="en-US" sz="2000" dirty="0"/>
              <a:t> + 1 x 2</a:t>
            </a:r>
            <a:r>
              <a:rPr lang="en-US" altLang="en-US" sz="2000" baseline="30000" dirty="0"/>
              <a:t>6</a:t>
            </a:r>
            <a:r>
              <a:rPr lang="en-US" altLang="en-US" sz="2000" dirty="0"/>
              <a:t> + 0 x 2</a:t>
            </a:r>
            <a:r>
              <a:rPr lang="en-US" altLang="en-US" sz="2000" baseline="30000" dirty="0"/>
              <a:t>5</a:t>
            </a:r>
            <a:r>
              <a:rPr lang="en-US" altLang="en-US" sz="2000" dirty="0"/>
              <a:t> + 1 x 2</a:t>
            </a:r>
            <a:r>
              <a:rPr lang="en-US" altLang="en-US" sz="2000" baseline="30000" dirty="0"/>
              <a:t>4</a:t>
            </a:r>
            <a:r>
              <a:rPr lang="en-US" altLang="en-US" sz="2000" dirty="0"/>
              <a:t> + 0 x 2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 + 1 x 2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+ 0 x 2</a:t>
            </a:r>
            <a:r>
              <a:rPr lang="en-US" altLang="en-US" sz="2000" baseline="30000" dirty="0"/>
              <a:t>1</a:t>
            </a:r>
            <a:r>
              <a:rPr lang="en-US" altLang="en-US" sz="2000" dirty="0"/>
              <a:t> + 1 x 2</a:t>
            </a:r>
            <a:r>
              <a:rPr lang="en-US" altLang="en-US" sz="2000" baseline="30000" dirty="0"/>
              <a:t>0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= 128 + 64 + 16 + 4 + 1 = 213</a:t>
            </a:r>
          </a:p>
          <a:p>
            <a:pPr eaLnBrk="1" hangingPunct="1"/>
            <a:r>
              <a:rPr lang="en-US" altLang="en-US" sz="2800" dirty="0"/>
              <a:t>Max f(111…11) = 2</a:t>
            </a:r>
            <a:r>
              <a:rPr lang="en-US" altLang="en-US" sz="2800" baseline="30000" dirty="0"/>
              <a:t>32</a:t>
            </a:r>
            <a:r>
              <a:rPr lang="en-US" altLang="en-US" sz="2800" dirty="0"/>
              <a:t> – 1 = 4,294,967,295</a:t>
            </a:r>
          </a:p>
          <a:p>
            <a:pPr eaLnBrk="1" hangingPunct="1"/>
            <a:r>
              <a:rPr lang="en-US" altLang="en-US" sz="2800" dirty="0"/>
              <a:t>Min f(000…00) = 0</a:t>
            </a:r>
          </a:p>
          <a:p>
            <a:pPr eaLnBrk="1" hangingPunct="1"/>
            <a:r>
              <a:rPr lang="en-US" altLang="en-US" sz="2800" dirty="0"/>
              <a:t>Range [0,2</a:t>
            </a:r>
            <a:r>
              <a:rPr lang="en-US" altLang="en-US" sz="2800" baseline="30000" dirty="0"/>
              <a:t>32</a:t>
            </a:r>
            <a:r>
              <a:rPr lang="en-US" altLang="en-US" sz="2800" dirty="0"/>
              <a:t>-1]</a:t>
            </a:r>
            <a:endParaRPr lang="en-US" altLang="en-US" sz="2800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098043-FE45-4D23-BE8C-41916BBFB9C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89957D8A-D4B9-442E-8884-8F9935DBF00D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10D569-0B84-4191-A447-4ED78E6F88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Signed Integers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B4083A-ADF4-43F1-B469-67FF6308BD4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2’s complement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f(b</a:t>
            </a:r>
            <a:r>
              <a:rPr lang="en-US" altLang="en-US" baseline="-25000" dirty="0"/>
              <a:t>31</a:t>
            </a:r>
            <a:r>
              <a:rPr lang="en-US" altLang="en-US" dirty="0"/>
              <a:t>…b</a:t>
            </a:r>
            <a:r>
              <a:rPr lang="en-US" altLang="en-US" baseline="-25000" dirty="0"/>
              <a:t>0</a:t>
            </a:r>
            <a:r>
              <a:rPr lang="en-US" altLang="en-US" dirty="0"/>
              <a:t>) = -b</a:t>
            </a:r>
            <a:r>
              <a:rPr lang="en-US" altLang="en-US" baseline="-25000" dirty="0"/>
              <a:t>31</a:t>
            </a:r>
            <a:r>
              <a:rPr lang="en-US" altLang="en-US" dirty="0"/>
              <a:t> x 2</a:t>
            </a:r>
            <a:r>
              <a:rPr lang="en-US" altLang="en-US" baseline="30000" dirty="0"/>
              <a:t>31</a:t>
            </a:r>
            <a:r>
              <a:rPr lang="en-US" altLang="en-US" dirty="0"/>
              <a:t> + … b</a:t>
            </a:r>
            <a:r>
              <a:rPr lang="en-US" altLang="en-US" baseline="-25000" dirty="0"/>
              <a:t>1</a:t>
            </a:r>
            <a:r>
              <a:rPr lang="en-US" altLang="en-US" dirty="0"/>
              <a:t> x 2</a:t>
            </a:r>
            <a:r>
              <a:rPr lang="en-US" altLang="en-US" baseline="30000" dirty="0"/>
              <a:t>1</a:t>
            </a:r>
            <a:r>
              <a:rPr lang="en-US" altLang="en-US" dirty="0"/>
              <a:t> + b</a:t>
            </a:r>
            <a:r>
              <a:rPr lang="en-US" altLang="en-US" baseline="-25000" dirty="0"/>
              <a:t>0</a:t>
            </a:r>
            <a:r>
              <a:rPr lang="en-US" altLang="en-US" dirty="0"/>
              <a:t> x 2</a:t>
            </a:r>
            <a:r>
              <a:rPr lang="en-US" altLang="en-US" baseline="30000" dirty="0"/>
              <a:t>0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Max f(0111…11) = 2</a:t>
            </a:r>
            <a:r>
              <a:rPr lang="en-US" altLang="en-US" sz="2800" baseline="30000" dirty="0"/>
              <a:t>31</a:t>
            </a:r>
            <a:r>
              <a:rPr lang="en-US" altLang="en-US" sz="2800" dirty="0"/>
              <a:t> – 1 = 2147483647</a:t>
            </a:r>
          </a:p>
          <a:p>
            <a:pPr eaLnBrk="1" hangingPunct="1"/>
            <a:r>
              <a:rPr lang="en-US" altLang="en-US" sz="2800" dirty="0"/>
              <a:t>Min f(100…00) = -2</a:t>
            </a:r>
            <a:r>
              <a:rPr lang="en-US" altLang="en-US" sz="2800" baseline="30000" dirty="0"/>
              <a:t>31</a:t>
            </a:r>
            <a:r>
              <a:rPr lang="en-US" altLang="en-US" sz="2800" dirty="0"/>
              <a:t> = -2147483648 (asymmetric)</a:t>
            </a:r>
          </a:p>
          <a:p>
            <a:pPr eaLnBrk="1" hangingPunct="1"/>
            <a:r>
              <a:rPr lang="en-US" altLang="en-US" sz="2800" dirty="0"/>
              <a:t>Range[-2</a:t>
            </a:r>
            <a:r>
              <a:rPr lang="en-US" altLang="en-US" sz="2800" baseline="30000" dirty="0"/>
              <a:t>31</a:t>
            </a:r>
            <a:r>
              <a:rPr lang="en-US" altLang="en-US" sz="2800" dirty="0"/>
              <a:t>,2</a:t>
            </a:r>
            <a:r>
              <a:rPr lang="en-US" altLang="en-US" sz="2800" baseline="30000" dirty="0"/>
              <a:t>31</a:t>
            </a:r>
            <a:r>
              <a:rPr lang="en-US" altLang="en-US" sz="2800" dirty="0"/>
              <a:t>-1]</a:t>
            </a:r>
          </a:p>
          <a:p>
            <a:pPr eaLnBrk="1" hangingPunct="1"/>
            <a:r>
              <a:rPr lang="en-US" altLang="en-US" sz="2800" dirty="0"/>
              <a:t>Invert bits and add one: e.g. –6</a:t>
            </a:r>
          </a:p>
          <a:p>
            <a:pPr marL="457200" lvl="1" indent="0" eaLnBrk="1" hangingPunct="1">
              <a:buNone/>
            </a:pPr>
            <a:r>
              <a:rPr lang="en-US" altLang="en-US" dirty="0"/>
              <a:t>000…0110 =&gt; 111…1001 + 1 =&gt; 111…1010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629CF-6766-4F92-A6E0-A1E76CE64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9CC09E01-3551-4759-B836-736BF003C984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10D569-0B84-4191-A447-4ED78E6F88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Signed Integers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B4083A-ADF4-43F1-B469-67FF6308BD4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Consider a signed 8-bit number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-b</a:t>
            </a:r>
            <a:r>
              <a:rPr lang="en-US" altLang="en-US" baseline="-25000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dirty="0"/>
              <a:t>x 2</a:t>
            </a:r>
            <a:r>
              <a:rPr lang="en-US" altLang="en-US" baseline="30000" dirty="0"/>
              <a:t>7</a:t>
            </a:r>
            <a:r>
              <a:rPr lang="en-US" altLang="en-US" dirty="0"/>
              <a:t> + … b</a:t>
            </a:r>
            <a:r>
              <a:rPr lang="en-US" altLang="en-US" baseline="-25000" dirty="0"/>
              <a:t>1</a:t>
            </a:r>
            <a:r>
              <a:rPr lang="en-US" altLang="en-US" dirty="0"/>
              <a:t> x 2</a:t>
            </a:r>
            <a:r>
              <a:rPr lang="en-US" altLang="en-US" baseline="30000" dirty="0"/>
              <a:t>1</a:t>
            </a:r>
            <a:r>
              <a:rPr lang="en-US" altLang="en-US" dirty="0"/>
              <a:t> + b</a:t>
            </a:r>
            <a:r>
              <a:rPr lang="en-US" altLang="en-US" baseline="-25000" dirty="0"/>
              <a:t>0</a:t>
            </a:r>
            <a:r>
              <a:rPr lang="en-US" altLang="en-US" dirty="0"/>
              <a:t> x 2</a:t>
            </a:r>
            <a:r>
              <a:rPr lang="en-US" altLang="en-US" baseline="30000" dirty="0"/>
              <a:t>0</a:t>
            </a:r>
          </a:p>
          <a:p>
            <a:pPr marL="514350" indent="-457200" eaLnBrk="1" hangingPunct="1"/>
            <a:r>
              <a:rPr lang="en-US" altLang="en-US" dirty="0"/>
              <a:t>11110001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-2</a:t>
            </a:r>
            <a:r>
              <a:rPr lang="en-US" altLang="en-US" baseline="30000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dirty="0"/>
              <a:t>+ 2</a:t>
            </a:r>
            <a:r>
              <a:rPr lang="en-US" altLang="en-US" baseline="30000" dirty="0"/>
              <a:t>6</a:t>
            </a:r>
            <a:r>
              <a:rPr lang="en-US" altLang="en-US" dirty="0"/>
              <a:t> + 2</a:t>
            </a:r>
            <a:r>
              <a:rPr lang="en-US" altLang="en-US" baseline="30000" dirty="0"/>
              <a:t>5</a:t>
            </a:r>
            <a:r>
              <a:rPr lang="en-US" altLang="en-US" dirty="0"/>
              <a:t> + 2</a:t>
            </a:r>
            <a:r>
              <a:rPr lang="en-US" altLang="en-US" baseline="30000" dirty="0"/>
              <a:t>4</a:t>
            </a:r>
            <a:r>
              <a:rPr lang="en-US" altLang="en-US" dirty="0"/>
              <a:t> + 2</a:t>
            </a:r>
            <a:r>
              <a:rPr lang="en-US" altLang="en-US" baseline="30000" dirty="0"/>
              <a:t>0</a:t>
            </a:r>
            <a:r>
              <a:rPr lang="en-US" altLang="en-US" dirty="0"/>
              <a:t> =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-128 </a:t>
            </a:r>
            <a:r>
              <a:rPr lang="en-US" altLang="en-US" dirty="0"/>
              <a:t>+ 64 + 32 + 16 + 1 = -15</a:t>
            </a:r>
            <a:endParaRPr lang="en-US" alt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629CF-6766-4F92-A6E0-A1E76CE64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9CC09E01-3551-4759-B836-736BF003C984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08630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10D569-0B84-4191-A447-4ED78E6F88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Sign Extension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B4083A-ADF4-43F1-B469-67FF6308BD4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Convert signed 8-bit integer to 16-bit integer?</a:t>
            </a:r>
          </a:p>
          <a:p>
            <a:pPr eaLnBrk="1" hangingPunct="1"/>
            <a:r>
              <a:rPr lang="en-US" altLang="en-US" dirty="0"/>
              <a:t>Copy MSB bit[7] to bits [15:8]</a:t>
            </a:r>
          </a:p>
          <a:p>
            <a:pPr eaLnBrk="1" hangingPunct="1"/>
            <a:r>
              <a:rPr lang="en-US" altLang="en-US" dirty="0"/>
              <a:t>What does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en-US" dirty="0"/>
              <a:t>1110001 become?</a:t>
            </a:r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rgbClr val="FFC000"/>
                </a:solidFill>
              </a:rPr>
              <a:t>	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11111111</a:t>
            </a:r>
            <a:r>
              <a:rPr lang="en-US" altLang="en-US" dirty="0"/>
              <a:t>11110001</a:t>
            </a:r>
          </a:p>
          <a:p>
            <a:pPr eaLnBrk="1" hangingPunct="1"/>
            <a:r>
              <a:rPr lang="en-US" altLang="en-US" dirty="0"/>
              <a:t>How about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altLang="en-US" dirty="0"/>
              <a:t>1110001?</a:t>
            </a:r>
          </a:p>
          <a:p>
            <a:pPr marL="0" indent="0" eaLnBrk="1" hangingPunct="1"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00000000</a:t>
            </a:r>
            <a:r>
              <a:rPr lang="en-US" altLang="en-US" dirty="0"/>
              <a:t>01110001</a:t>
            </a:r>
          </a:p>
          <a:p>
            <a:pPr marL="57150" indent="0" eaLnBrk="1" hangingPunct="1">
              <a:buNone/>
            </a:pPr>
            <a:r>
              <a:rPr lang="en-US" altLang="en-US" dirty="0"/>
              <a:t>Why does sign extension work for negative numbers?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629CF-6766-4F92-A6E0-A1E76CE64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9CC09E01-3551-4759-B836-736BF003C984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5921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10D569-0B84-4191-A447-4ED78E6F88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Sign Extension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B4083A-ADF4-43F1-B469-67FF6308BD4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Convert signed 4 bit to signed 5 bit</a:t>
            </a:r>
          </a:p>
          <a:p>
            <a:pPr marL="0" indent="0" eaLnBrk="1" hangingPunct="1">
              <a:buNone/>
            </a:pPr>
            <a:r>
              <a:rPr lang="en-US" altLang="en-US" dirty="0"/>
              <a:t>	Copy the MSB: 1001 </a:t>
            </a:r>
            <a:r>
              <a:rPr lang="en-US" altLang="en-US" dirty="0">
                <a:sym typeface="Wingdings" pitchFamily="2" charset="2"/>
              </a:rPr>
              <a:t>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1</a:t>
            </a:r>
            <a:r>
              <a:rPr lang="en-US" altLang="en-US" dirty="0">
                <a:sym typeface="Wingdings" pitchFamily="2" charset="2"/>
              </a:rPr>
              <a:t>1001 </a:t>
            </a:r>
            <a:endParaRPr lang="en-US" altLang="en-US" dirty="0"/>
          </a:p>
          <a:p>
            <a:pPr eaLnBrk="1" hangingPunct="1"/>
            <a:r>
              <a:rPr lang="en-US" altLang="en-US" dirty="0"/>
              <a:t>1001 =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-8 </a:t>
            </a:r>
            <a:r>
              <a:rPr lang="en-US" altLang="en-US" dirty="0"/>
              <a:t>+ 1 = -7</a:t>
            </a:r>
          </a:p>
          <a:p>
            <a:pPr eaLnBrk="1" hangingPunct="1"/>
            <a:r>
              <a:rPr lang="en-US" altLang="en-US" dirty="0">
                <a:sym typeface="Wingdings" pitchFamily="2" charset="2"/>
              </a:rPr>
              <a:t>11001 = -16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+ 8 </a:t>
            </a:r>
            <a:r>
              <a:rPr lang="en-US" altLang="en-US" dirty="0">
                <a:sym typeface="Wingdings" pitchFamily="2" charset="2"/>
              </a:rPr>
              <a:t>+ 1 = -7</a:t>
            </a:r>
          </a:p>
          <a:p>
            <a:pPr marL="0" indent="0" eaLnBrk="1" hangingPunct="1">
              <a:buNone/>
            </a:pPr>
            <a:r>
              <a:rPr lang="en-US" altLang="en-US" dirty="0">
                <a:sym typeface="Wingdings" pitchFamily="2" charset="2"/>
              </a:rPr>
              <a:t>                        -8</a:t>
            </a:r>
          </a:p>
          <a:p>
            <a:pPr eaLnBrk="1" hangingPunct="1"/>
            <a:r>
              <a:rPr lang="en-US" altLang="en-US" dirty="0">
                <a:sym typeface="Wingdings" pitchFamily="2" charset="2"/>
              </a:rPr>
              <a:t>The old negative MSB becomes positive, and the new negative MSB offsets for zero sum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629CF-6766-4F92-A6E0-A1E76CE64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9CC09E01-3551-4759-B836-736BF003C984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DEAE830-B854-2D7B-ECCC-89CB2FE2DA71}"/>
              </a:ext>
            </a:extLst>
          </p:cNvPr>
          <p:cNvSpPr/>
          <p:nvPr/>
        </p:nvSpPr>
        <p:spPr>
          <a:xfrm>
            <a:off x="2057400" y="2819400"/>
            <a:ext cx="457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538BB6-D4CA-C733-4CE1-67D0ACB641B3}"/>
              </a:ext>
            </a:extLst>
          </p:cNvPr>
          <p:cNvSpPr/>
          <p:nvPr/>
        </p:nvSpPr>
        <p:spPr>
          <a:xfrm>
            <a:off x="2667000" y="4057760"/>
            <a:ext cx="457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518BBC5-81D2-2A76-99BE-7FF66839F292}"/>
              </a:ext>
            </a:extLst>
          </p:cNvPr>
          <p:cNvSpPr/>
          <p:nvPr/>
        </p:nvSpPr>
        <p:spPr>
          <a:xfrm rot="5400000">
            <a:off x="2767013" y="3327509"/>
            <a:ext cx="257175" cy="113654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353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F3703B4-E90C-4E48-A4DB-AC02D726560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Why 2’s Complement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70257F8-6F04-4030-A1D2-91D2EC6970A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7772400" cy="2438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Why not use sign-magnitude?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2’s complement makes hardware simpler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Representation affects ease of calculation, not correctness of answer</a:t>
            </a:r>
          </a:p>
        </p:txBody>
      </p:sp>
      <p:sp>
        <p:nvSpPr>
          <p:cNvPr id="11268" name="Freeform 7">
            <a:extLst>
              <a:ext uri="{FF2B5EF4-FFF2-40B4-BE49-F238E27FC236}">
                <a16:creationId xmlns:a16="http://schemas.microsoft.com/office/drawing/2014/main" id="{C58D4DA1-F50B-4443-96C2-C9819B20DD4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517900" y="5000429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7 w 8"/>
              <a:gd name="T7" fmla="*/ 0 h 1588"/>
              <a:gd name="T8" fmla="*/ 2147483647 w 8"/>
              <a:gd name="T9" fmla="*/ 0 h 1588"/>
              <a:gd name="T10" fmla="*/ 2147483647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69" name="Group 44">
            <a:extLst>
              <a:ext uri="{FF2B5EF4-FFF2-40B4-BE49-F238E27FC236}">
                <a16:creationId xmlns:a16="http://schemas.microsoft.com/office/drawing/2014/main" id="{2FB45627-F736-4882-8851-4FFBB5066D14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12900" y="3860604"/>
            <a:ext cx="5653088" cy="2290763"/>
            <a:chOff x="1016" y="2648"/>
            <a:chExt cx="3561" cy="1443"/>
          </a:xfrm>
        </p:grpSpPr>
        <p:sp>
          <p:nvSpPr>
            <p:cNvPr id="11275" name="Freeform 5">
              <a:extLst>
                <a:ext uri="{FF2B5EF4-FFF2-40B4-BE49-F238E27FC236}">
                  <a16:creationId xmlns:a16="http://schemas.microsoft.com/office/drawing/2014/main" id="{B1F7E60A-0981-42B8-BC28-F9DE2E16C80C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1392" y="2911"/>
              <a:ext cx="824" cy="911"/>
            </a:xfrm>
            <a:custGeom>
              <a:avLst/>
              <a:gdLst>
                <a:gd name="T0" fmla="*/ 824 w 824"/>
                <a:gd name="T1" fmla="*/ 455 h 911"/>
                <a:gd name="T2" fmla="*/ 808 w 824"/>
                <a:gd name="T3" fmla="*/ 360 h 911"/>
                <a:gd name="T4" fmla="*/ 784 w 824"/>
                <a:gd name="T5" fmla="*/ 280 h 911"/>
                <a:gd name="T6" fmla="*/ 752 w 824"/>
                <a:gd name="T7" fmla="*/ 200 h 911"/>
                <a:gd name="T8" fmla="*/ 696 w 824"/>
                <a:gd name="T9" fmla="*/ 136 h 911"/>
                <a:gd name="T10" fmla="*/ 640 w 824"/>
                <a:gd name="T11" fmla="*/ 80 h 911"/>
                <a:gd name="T12" fmla="*/ 568 w 824"/>
                <a:gd name="T13" fmla="*/ 32 h 911"/>
                <a:gd name="T14" fmla="*/ 496 w 824"/>
                <a:gd name="T15" fmla="*/ 8 h 911"/>
                <a:gd name="T16" fmla="*/ 408 w 824"/>
                <a:gd name="T17" fmla="*/ 0 h 911"/>
                <a:gd name="T18" fmla="*/ 328 w 824"/>
                <a:gd name="T19" fmla="*/ 8 h 911"/>
                <a:gd name="T20" fmla="*/ 248 w 824"/>
                <a:gd name="T21" fmla="*/ 32 h 911"/>
                <a:gd name="T22" fmla="*/ 184 w 824"/>
                <a:gd name="T23" fmla="*/ 80 h 911"/>
                <a:gd name="T24" fmla="*/ 120 w 824"/>
                <a:gd name="T25" fmla="*/ 136 h 911"/>
                <a:gd name="T26" fmla="*/ 72 w 824"/>
                <a:gd name="T27" fmla="*/ 200 h 911"/>
                <a:gd name="T28" fmla="*/ 32 w 824"/>
                <a:gd name="T29" fmla="*/ 280 h 911"/>
                <a:gd name="T30" fmla="*/ 8 w 824"/>
                <a:gd name="T31" fmla="*/ 360 h 911"/>
                <a:gd name="T32" fmla="*/ 0 w 824"/>
                <a:gd name="T33" fmla="*/ 455 h 911"/>
                <a:gd name="T34" fmla="*/ 8 w 824"/>
                <a:gd name="T35" fmla="*/ 543 h 911"/>
                <a:gd name="T36" fmla="*/ 32 w 824"/>
                <a:gd name="T37" fmla="*/ 631 h 911"/>
                <a:gd name="T38" fmla="*/ 72 w 824"/>
                <a:gd name="T39" fmla="*/ 711 h 911"/>
                <a:gd name="T40" fmla="*/ 120 w 824"/>
                <a:gd name="T41" fmla="*/ 775 h 911"/>
                <a:gd name="T42" fmla="*/ 184 w 824"/>
                <a:gd name="T43" fmla="*/ 831 h 911"/>
                <a:gd name="T44" fmla="*/ 248 w 824"/>
                <a:gd name="T45" fmla="*/ 879 h 911"/>
                <a:gd name="T46" fmla="*/ 328 w 824"/>
                <a:gd name="T47" fmla="*/ 903 h 911"/>
                <a:gd name="T48" fmla="*/ 408 w 824"/>
                <a:gd name="T49" fmla="*/ 911 h 911"/>
                <a:gd name="T50" fmla="*/ 496 w 824"/>
                <a:gd name="T51" fmla="*/ 903 h 911"/>
                <a:gd name="T52" fmla="*/ 568 w 824"/>
                <a:gd name="T53" fmla="*/ 879 h 911"/>
                <a:gd name="T54" fmla="*/ 640 w 824"/>
                <a:gd name="T55" fmla="*/ 831 h 911"/>
                <a:gd name="T56" fmla="*/ 696 w 824"/>
                <a:gd name="T57" fmla="*/ 775 h 911"/>
                <a:gd name="T58" fmla="*/ 752 w 824"/>
                <a:gd name="T59" fmla="*/ 711 h 911"/>
                <a:gd name="T60" fmla="*/ 784 w 824"/>
                <a:gd name="T61" fmla="*/ 631 h 911"/>
                <a:gd name="T62" fmla="*/ 808 w 824"/>
                <a:gd name="T63" fmla="*/ 543 h 911"/>
                <a:gd name="T64" fmla="*/ 824 w 824"/>
                <a:gd name="T65" fmla="*/ 455 h 91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24"/>
                <a:gd name="T100" fmla="*/ 0 h 911"/>
                <a:gd name="T101" fmla="*/ 824 w 824"/>
                <a:gd name="T102" fmla="*/ 911 h 91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24" h="911">
                  <a:moveTo>
                    <a:pt x="824" y="455"/>
                  </a:moveTo>
                  <a:lnTo>
                    <a:pt x="808" y="360"/>
                  </a:lnTo>
                  <a:lnTo>
                    <a:pt x="784" y="280"/>
                  </a:lnTo>
                  <a:lnTo>
                    <a:pt x="752" y="200"/>
                  </a:lnTo>
                  <a:lnTo>
                    <a:pt x="696" y="136"/>
                  </a:lnTo>
                  <a:lnTo>
                    <a:pt x="640" y="80"/>
                  </a:lnTo>
                  <a:lnTo>
                    <a:pt x="568" y="32"/>
                  </a:lnTo>
                  <a:lnTo>
                    <a:pt x="496" y="8"/>
                  </a:lnTo>
                  <a:lnTo>
                    <a:pt x="408" y="0"/>
                  </a:lnTo>
                  <a:lnTo>
                    <a:pt x="328" y="8"/>
                  </a:lnTo>
                  <a:lnTo>
                    <a:pt x="248" y="32"/>
                  </a:lnTo>
                  <a:lnTo>
                    <a:pt x="184" y="80"/>
                  </a:lnTo>
                  <a:lnTo>
                    <a:pt x="120" y="136"/>
                  </a:lnTo>
                  <a:lnTo>
                    <a:pt x="72" y="200"/>
                  </a:lnTo>
                  <a:lnTo>
                    <a:pt x="32" y="280"/>
                  </a:lnTo>
                  <a:lnTo>
                    <a:pt x="8" y="360"/>
                  </a:lnTo>
                  <a:lnTo>
                    <a:pt x="0" y="455"/>
                  </a:lnTo>
                  <a:lnTo>
                    <a:pt x="8" y="543"/>
                  </a:lnTo>
                  <a:lnTo>
                    <a:pt x="32" y="631"/>
                  </a:lnTo>
                  <a:lnTo>
                    <a:pt x="72" y="711"/>
                  </a:lnTo>
                  <a:lnTo>
                    <a:pt x="120" y="775"/>
                  </a:lnTo>
                  <a:lnTo>
                    <a:pt x="184" y="831"/>
                  </a:lnTo>
                  <a:lnTo>
                    <a:pt x="248" y="879"/>
                  </a:lnTo>
                  <a:lnTo>
                    <a:pt x="328" y="903"/>
                  </a:lnTo>
                  <a:lnTo>
                    <a:pt x="408" y="911"/>
                  </a:lnTo>
                  <a:lnTo>
                    <a:pt x="496" y="903"/>
                  </a:lnTo>
                  <a:lnTo>
                    <a:pt x="568" y="879"/>
                  </a:lnTo>
                  <a:lnTo>
                    <a:pt x="640" y="831"/>
                  </a:lnTo>
                  <a:lnTo>
                    <a:pt x="696" y="775"/>
                  </a:lnTo>
                  <a:lnTo>
                    <a:pt x="752" y="711"/>
                  </a:lnTo>
                  <a:lnTo>
                    <a:pt x="784" y="631"/>
                  </a:lnTo>
                  <a:lnTo>
                    <a:pt x="808" y="543"/>
                  </a:lnTo>
                  <a:lnTo>
                    <a:pt x="824" y="455"/>
                  </a:lnTo>
                  <a:close/>
                </a:path>
              </a:pathLst>
            </a:custGeom>
            <a:blipFill dpi="0" rotWithShape="0">
              <a:blip r:embed="rId4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Rectangle 8">
              <a:extLst>
                <a:ext uri="{FF2B5EF4-FFF2-40B4-BE49-F238E27FC236}">
                  <a16:creationId xmlns:a16="http://schemas.microsoft.com/office/drawing/2014/main" id="{2152DCD8-95FD-4511-9E26-EDA6FA3A0EA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672" y="2688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000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8" name="Rectangle 9">
              <a:extLst>
                <a:ext uri="{FF2B5EF4-FFF2-40B4-BE49-F238E27FC236}">
                  <a16:creationId xmlns:a16="http://schemas.microsoft.com/office/drawing/2014/main" id="{6DA9983A-E63F-4F07-98F0-93D626C82627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120" y="2807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001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9" name="Rectangle 10">
              <a:extLst>
                <a:ext uri="{FF2B5EF4-FFF2-40B4-BE49-F238E27FC236}">
                  <a16:creationId xmlns:a16="http://schemas.microsoft.com/office/drawing/2014/main" id="{C3CAF9ED-5822-4C03-993C-47A1AD3BA38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264" y="3255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010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0" name="Rectangle 11">
              <a:extLst>
                <a:ext uri="{FF2B5EF4-FFF2-40B4-BE49-F238E27FC236}">
                  <a16:creationId xmlns:a16="http://schemas.microsoft.com/office/drawing/2014/main" id="{72339885-7F53-4325-B8B3-350D1E477E5E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232" y="3622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011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1" name="Rectangle 12">
              <a:extLst>
                <a:ext uri="{FF2B5EF4-FFF2-40B4-BE49-F238E27FC236}">
                  <a16:creationId xmlns:a16="http://schemas.microsoft.com/office/drawing/2014/main" id="{C5D33C66-D32D-4603-A80D-8833947C40D7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672" y="3861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100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2" name="Rectangle 13">
              <a:extLst>
                <a:ext uri="{FF2B5EF4-FFF2-40B4-BE49-F238E27FC236}">
                  <a16:creationId xmlns:a16="http://schemas.microsoft.com/office/drawing/2014/main" id="{F946EF15-381D-4F25-A3F2-622DB790AAFA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68" y="3622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101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3" name="Rectangle 14">
              <a:extLst>
                <a:ext uri="{FF2B5EF4-FFF2-40B4-BE49-F238E27FC236}">
                  <a16:creationId xmlns:a16="http://schemas.microsoft.com/office/drawing/2014/main" id="{3FE21A9A-FB9B-4D35-B36D-062DC7B21466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16" y="3215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110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4" name="Rectangle 15">
              <a:extLst>
                <a:ext uri="{FF2B5EF4-FFF2-40B4-BE49-F238E27FC236}">
                  <a16:creationId xmlns:a16="http://schemas.microsoft.com/office/drawing/2014/main" id="{1373F80B-376D-4664-ACD6-4B7C61451685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76" y="2807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111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5" name="Rectangle 16">
              <a:extLst>
                <a:ext uri="{FF2B5EF4-FFF2-40B4-BE49-F238E27FC236}">
                  <a16:creationId xmlns:a16="http://schemas.microsoft.com/office/drawing/2014/main" id="{770B1263-2D38-4790-9248-AC27CB6CFB0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768" y="288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6" name="Rectangle 17">
              <a:extLst>
                <a:ext uri="{FF2B5EF4-FFF2-40B4-BE49-F238E27FC236}">
                  <a16:creationId xmlns:a16="http://schemas.microsoft.com/office/drawing/2014/main" id="{65F12B3F-F146-490A-95CB-FB6D08AAC9FE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976" y="2943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7" name="Rectangle 18">
              <a:extLst>
                <a:ext uri="{FF2B5EF4-FFF2-40B4-BE49-F238E27FC236}">
                  <a16:creationId xmlns:a16="http://schemas.microsoft.com/office/drawing/2014/main" id="{28B27F0E-737B-4360-B9D1-D0919DB7494C}"/>
                </a:ext>
              </a:extLst>
            </p:cNvPr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064" y="3223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8" name="Rectangle 19">
              <a:extLst>
                <a:ext uri="{FF2B5EF4-FFF2-40B4-BE49-F238E27FC236}">
                  <a16:creationId xmlns:a16="http://schemas.microsoft.com/office/drawing/2014/main" id="{02653F4B-FF25-48FD-A457-A1C20A6138EE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016" y="3494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9" name="Rectangle 20">
              <a:extLst>
                <a:ext uri="{FF2B5EF4-FFF2-40B4-BE49-F238E27FC236}">
                  <a16:creationId xmlns:a16="http://schemas.microsoft.com/office/drawing/2014/main" id="{22607C27-1ED5-471D-8DBA-FD7F455CAA0D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728" y="3566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0" name="Rectangle 21">
              <a:extLst>
                <a:ext uri="{FF2B5EF4-FFF2-40B4-BE49-F238E27FC236}">
                  <a16:creationId xmlns:a16="http://schemas.microsoft.com/office/drawing/2014/main" id="{C387C535-B17F-4A3A-8DFC-EE098A7ADF68}"/>
                </a:ext>
              </a:extLst>
            </p:cNvPr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488" y="3446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1" name="Rectangle 22">
              <a:extLst>
                <a:ext uri="{FF2B5EF4-FFF2-40B4-BE49-F238E27FC236}">
                  <a16:creationId xmlns:a16="http://schemas.microsoft.com/office/drawing/2014/main" id="{C6A56A88-E87A-424D-8C4F-87AB4276DC3D}"/>
                </a:ext>
              </a:extLst>
            </p:cNvPr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56" y="321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2" name="Rectangle 23">
              <a:extLst>
                <a:ext uri="{FF2B5EF4-FFF2-40B4-BE49-F238E27FC236}">
                  <a16:creationId xmlns:a16="http://schemas.microsoft.com/office/drawing/2014/main" id="{3D973F52-0819-4A34-965D-C5BED1E8064A}"/>
                </a:ext>
              </a:extLst>
            </p:cNvPr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528" y="295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00"/>
                  </a:solidFill>
                  <a:latin typeface="Helvetica" panose="020B0604020202020204" pitchFamily="34" charset="0"/>
                </a:rPr>
                <a:t>-1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Freeform 24">
              <a:extLst>
                <a:ext uri="{FF2B5EF4-FFF2-40B4-BE49-F238E27FC236}">
                  <a16:creationId xmlns:a16="http://schemas.microsoft.com/office/drawing/2014/main" id="{AA7A5100-163E-48CD-ADA4-503383381416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3384" y="2871"/>
              <a:ext cx="816" cy="911"/>
            </a:xfrm>
            <a:custGeom>
              <a:avLst/>
              <a:gdLst>
                <a:gd name="T0" fmla="*/ 816 w 816"/>
                <a:gd name="T1" fmla="*/ 455 h 911"/>
                <a:gd name="T2" fmla="*/ 808 w 816"/>
                <a:gd name="T3" fmla="*/ 360 h 911"/>
                <a:gd name="T4" fmla="*/ 784 w 816"/>
                <a:gd name="T5" fmla="*/ 272 h 911"/>
                <a:gd name="T6" fmla="*/ 752 w 816"/>
                <a:gd name="T7" fmla="*/ 200 h 911"/>
                <a:gd name="T8" fmla="*/ 696 w 816"/>
                <a:gd name="T9" fmla="*/ 128 h 911"/>
                <a:gd name="T10" fmla="*/ 640 w 816"/>
                <a:gd name="T11" fmla="*/ 72 h 911"/>
                <a:gd name="T12" fmla="*/ 568 w 816"/>
                <a:gd name="T13" fmla="*/ 32 h 911"/>
                <a:gd name="T14" fmla="*/ 488 w 816"/>
                <a:gd name="T15" fmla="*/ 8 h 911"/>
                <a:gd name="T16" fmla="*/ 408 w 816"/>
                <a:gd name="T17" fmla="*/ 0 h 911"/>
                <a:gd name="T18" fmla="*/ 328 w 816"/>
                <a:gd name="T19" fmla="*/ 8 h 911"/>
                <a:gd name="T20" fmla="*/ 248 w 816"/>
                <a:gd name="T21" fmla="*/ 32 h 911"/>
                <a:gd name="T22" fmla="*/ 176 w 816"/>
                <a:gd name="T23" fmla="*/ 72 h 911"/>
                <a:gd name="T24" fmla="*/ 120 w 816"/>
                <a:gd name="T25" fmla="*/ 128 h 911"/>
                <a:gd name="T26" fmla="*/ 72 w 816"/>
                <a:gd name="T27" fmla="*/ 200 h 911"/>
                <a:gd name="T28" fmla="*/ 32 w 816"/>
                <a:gd name="T29" fmla="*/ 272 h 911"/>
                <a:gd name="T30" fmla="*/ 8 w 816"/>
                <a:gd name="T31" fmla="*/ 360 h 911"/>
                <a:gd name="T32" fmla="*/ 0 w 816"/>
                <a:gd name="T33" fmla="*/ 455 h 911"/>
                <a:gd name="T34" fmla="*/ 8 w 816"/>
                <a:gd name="T35" fmla="*/ 543 h 911"/>
                <a:gd name="T36" fmla="*/ 32 w 816"/>
                <a:gd name="T37" fmla="*/ 631 h 911"/>
                <a:gd name="T38" fmla="*/ 72 w 816"/>
                <a:gd name="T39" fmla="*/ 711 h 911"/>
                <a:gd name="T40" fmla="*/ 120 w 816"/>
                <a:gd name="T41" fmla="*/ 775 h 911"/>
                <a:gd name="T42" fmla="*/ 176 w 816"/>
                <a:gd name="T43" fmla="*/ 831 h 911"/>
                <a:gd name="T44" fmla="*/ 248 w 816"/>
                <a:gd name="T45" fmla="*/ 871 h 911"/>
                <a:gd name="T46" fmla="*/ 328 w 816"/>
                <a:gd name="T47" fmla="*/ 903 h 911"/>
                <a:gd name="T48" fmla="*/ 408 w 816"/>
                <a:gd name="T49" fmla="*/ 911 h 911"/>
                <a:gd name="T50" fmla="*/ 488 w 816"/>
                <a:gd name="T51" fmla="*/ 903 h 911"/>
                <a:gd name="T52" fmla="*/ 568 w 816"/>
                <a:gd name="T53" fmla="*/ 871 h 911"/>
                <a:gd name="T54" fmla="*/ 640 w 816"/>
                <a:gd name="T55" fmla="*/ 831 h 911"/>
                <a:gd name="T56" fmla="*/ 696 w 816"/>
                <a:gd name="T57" fmla="*/ 775 h 911"/>
                <a:gd name="T58" fmla="*/ 752 w 816"/>
                <a:gd name="T59" fmla="*/ 703 h 911"/>
                <a:gd name="T60" fmla="*/ 784 w 816"/>
                <a:gd name="T61" fmla="*/ 631 h 911"/>
                <a:gd name="T62" fmla="*/ 808 w 816"/>
                <a:gd name="T63" fmla="*/ 543 h 911"/>
                <a:gd name="T64" fmla="*/ 816 w 816"/>
                <a:gd name="T65" fmla="*/ 455 h 91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16"/>
                <a:gd name="T100" fmla="*/ 0 h 911"/>
                <a:gd name="T101" fmla="*/ 816 w 816"/>
                <a:gd name="T102" fmla="*/ 911 h 91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16" h="911">
                  <a:moveTo>
                    <a:pt x="816" y="455"/>
                  </a:moveTo>
                  <a:lnTo>
                    <a:pt x="808" y="360"/>
                  </a:lnTo>
                  <a:lnTo>
                    <a:pt x="784" y="272"/>
                  </a:lnTo>
                  <a:lnTo>
                    <a:pt x="752" y="200"/>
                  </a:lnTo>
                  <a:lnTo>
                    <a:pt x="696" y="128"/>
                  </a:lnTo>
                  <a:lnTo>
                    <a:pt x="640" y="72"/>
                  </a:lnTo>
                  <a:lnTo>
                    <a:pt x="568" y="32"/>
                  </a:lnTo>
                  <a:lnTo>
                    <a:pt x="488" y="8"/>
                  </a:lnTo>
                  <a:lnTo>
                    <a:pt x="408" y="0"/>
                  </a:lnTo>
                  <a:lnTo>
                    <a:pt x="328" y="8"/>
                  </a:lnTo>
                  <a:lnTo>
                    <a:pt x="248" y="32"/>
                  </a:lnTo>
                  <a:lnTo>
                    <a:pt x="176" y="72"/>
                  </a:lnTo>
                  <a:lnTo>
                    <a:pt x="120" y="128"/>
                  </a:lnTo>
                  <a:lnTo>
                    <a:pt x="72" y="200"/>
                  </a:lnTo>
                  <a:lnTo>
                    <a:pt x="32" y="272"/>
                  </a:lnTo>
                  <a:lnTo>
                    <a:pt x="8" y="360"/>
                  </a:lnTo>
                  <a:lnTo>
                    <a:pt x="0" y="455"/>
                  </a:lnTo>
                  <a:lnTo>
                    <a:pt x="8" y="543"/>
                  </a:lnTo>
                  <a:lnTo>
                    <a:pt x="32" y="631"/>
                  </a:lnTo>
                  <a:lnTo>
                    <a:pt x="72" y="711"/>
                  </a:lnTo>
                  <a:lnTo>
                    <a:pt x="120" y="775"/>
                  </a:lnTo>
                  <a:lnTo>
                    <a:pt x="176" y="831"/>
                  </a:lnTo>
                  <a:lnTo>
                    <a:pt x="248" y="871"/>
                  </a:lnTo>
                  <a:lnTo>
                    <a:pt x="328" y="903"/>
                  </a:lnTo>
                  <a:lnTo>
                    <a:pt x="408" y="911"/>
                  </a:lnTo>
                  <a:lnTo>
                    <a:pt x="488" y="903"/>
                  </a:lnTo>
                  <a:lnTo>
                    <a:pt x="568" y="871"/>
                  </a:lnTo>
                  <a:lnTo>
                    <a:pt x="640" y="831"/>
                  </a:lnTo>
                  <a:lnTo>
                    <a:pt x="696" y="775"/>
                  </a:lnTo>
                  <a:lnTo>
                    <a:pt x="752" y="703"/>
                  </a:lnTo>
                  <a:lnTo>
                    <a:pt x="784" y="631"/>
                  </a:lnTo>
                  <a:lnTo>
                    <a:pt x="808" y="543"/>
                  </a:lnTo>
                  <a:lnTo>
                    <a:pt x="816" y="455"/>
                  </a:lnTo>
                  <a:close/>
                </a:path>
              </a:pathLst>
            </a:custGeom>
            <a:blipFill dpi="0" rotWithShape="0">
              <a:blip r:embed="rId4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6">
              <a:extLst>
                <a:ext uri="{FF2B5EF4-FFF2-40B4-BE49-F238E27FC236}">
                  <a16:creationId xmlns:a16="http://schemas.microsoft.com/office/drawing/2014/main" id="{C04D5459-8D82-4408-BF41-43B1E93AC1D6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4200" y="3326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8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Rectangle 27">
              <a:extLst>
                <a:ext uri="{FF2B5EF4-FFF2-40B4-BE49-F238E27FC236}">
                  <a16:creationId xmlns:a16="http://schemas.microsoft.com/office/drawing/2014/main" id="{D35B7C02-8BD9-423F-90BD-7C71680ACAFE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664" y="2648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000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7" name="Rectangle 28">
              <a:extLst>
                <a:ext uri="{FF2B5EF4-FFF2-40B4-BE49-F238E27FC236}">
                  <a16:creationId xmlns:a16="http://schemas.microsoft.com/office/drawing/2014/main" id="{4181C0EF-20E5-4059-817D-7B8AC8C5142A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112" y="2767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001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8" name="Rectangle 29">
              <a:extLst>
                <a:ext uri="{FF2B5EF4-FFF2-40B4-BE49-F238E27FC236}">
                  <a16:creationId xmlns:a16="http://schemas.microsoft.com/office/drawing/2014/main" id="{D6FB1635-B026-4EBE-84E6-6A8B8F86ED6D}"/>
                </a:ext>
              </a:extLst>
            </p:cNvPr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256" y="3215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010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9" name="Rectangle 30">
              <a:extLst>
                <a:ext uri="{FF2B5EF4-FFF2-40B4-BE49-F238E27FC236}">
                  <a16:creationId xmlns:a16="http://schemas.microsoft.com/office/drawing/2014/main" id="{B0C5C8C0-B920-40F6-85C8-DCEF8DD19A74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224" y="3582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011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0" name="Rectangle 31">
              <a:extLst>
                <a:ext uri="{FF2B5EF4-FFF2-40B4-BE49-F238E27FC236}">
                  <a16:creationId xmlns:a16="http://schemas.microsoft.com/office/drawing/2014/main" id="{599792F4-38D5-4E7F-B9B3-FE2FFD4689C8}"/>
                </a:ext>
              </a:extLst>
            </p:cNvPr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664" y="3822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100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1" name="Rectangle 32">
              <a:extLst>
                <a:ext uri="{FF2B5EF4-FFF2-40B4-BE49-F238E27FC236}">
                  <a16:creationId xmlns:a16="http://schemas.microsoft.com/office/drawing/2014/main" id="{AD4E2969-F652-4131-8F76-863530B8B3CF}"/>
                </a:ext>
              </a:extLst>
            </p:cNvPr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160" y="3582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101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2" name="Rectangle 33">
              <a:extLst>
                <a:ext uri="{FF2B5EF4-FFF2-40B4-BE49-F238E27FC236}">
                  <a16:creationId xmlns:a16="http://schemas.microsoft.com/office/drawing/2014/main" id="{A753B6ED-047B-49D8-A9BC-18E674EBA971}"/>
                </a:ext>
              </a:extLst>
            </p:cNvPr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000" y="3175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110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3" name="Rectangle 34">
              <a:extLst>
                <a:ext uri="{FF2B5EF4-FFF2-40B4-BE49-F238E27FC236}">
                  <a16:creationId xmlns:a16="http://schemas.microsoft.com/office/drawing/2014/main" id="{190D1123-3079-496C-A1F0-1C3D80BC556C}"/>
                </a:ext>
              </a:extLst>
            </p:cNvPr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160" y="2767"/>
              <a:ext cx="3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111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4" name="Rectangle 35">
              <a:extLst>
                <a:ext uri="{FF2B5EF4-FFF2-40B4-BE49-F238E27FC236}">
                  <a16:creationId xmlns:a16="http://schemas.microsoft.com/office/drawing/2014/main" id="{1489BCC6-9317-450E-8472-7D5B87E1FD6F}"/>
                </a:ext>
              </a:extLst>
            </p:cNvPr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760" y="284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5" name="Rectangle 36">
              <a:extLst>
                <a:ext uri="{FF2B5EF4-FFF2-40B4-BE49-F238E27FC236}">
                  <a16:creationId xmlns:a16="http://schemas.microsoft.com/office/drawing/2014/main" id="{F128D49C-232A-44DB-B428-F558A3B4F5E4}"/>
                </a:ext>
              </a:extLst>
            </p:cNvPr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968" y="2903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6" name="Rectangle 37">
              <a:extLst>
                <a:ext uri="{FF2B5EF4-FFF2-40B4-BE49-F238E27FC236}">
                  <a16:creationId xmlns:a16="http://schemas.microsoft.com/office/drawing/2014/main" id="{5FD15D20-137A-433E-8219-BEFF4DC026A9}"/>
                </a:ext>
              </a:extLst>
            </p:cNvPr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056" y="3183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7" name="Rectangle 38">
              <a:extLst>
                <a:ext uri="{FF2B5EF4-FFF2-40B4-BE49-F238E27FC236}">
                  <a16:creationId xmlns:a16="http://schemas.microsoft.com/office/drawing/2014/main" id="{D841E4CF-DA54-48B1-9A32-2AAE154FDFB9}"/>
                </a:ext>
              </a:extLst>
            </p:cNvPr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000" y="3454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8" name="Rectangle 39">
              <a:extLst>
                <a:ext uri="{FF2B5EF4-FFF2-40B4-BE49-F238E27FC236}">
                  <a16:creationId xmlns:a16="http://schemas.microsoft.com/office/drawing/2014/main" id="{ED96ED2A-3155-4402-85B2-4901448FF135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720" y="3526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9" name="Rectangle 40">
              <a:extLst>
                <a:ext uri="{FF2B5EF4-FFF2-40B4-BE49-F238E27FC236}">
                  <a16:creationId xmlns:a16="http://schemas.microsoft.com/office/drawing/2014/main" id="{EE593A3E-AF76-4CEE-876A-818AEA3B349C}"/>
                </a:ext>
              </a:extLst>
            </p:cNvPr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480" y="3406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0" name="Rectangle 41">
              <a:extLst>
                <a:ext uri="{FF2B5EF4-FFF2-40B4-BE49-F238E27FC236}">
                  <a16:creationId xmlns:a16="http://schemas.microsoft.com/office/drawing/2014/main" id="{D2EF2A83-D1B0-4580-9603-C31CC50FE84B}"/>
                </a:ext>
              </a:extLst>
            </p:cNvPr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440" y="317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1" name="Rectangle 42">
              <a:extLst>
                <a:ext uri="{FF2B5EF4-FFF2-40B4-BE49-F238E27FC236}">
                  <a16:creationId xmlns:a16="http://schemas.microsoft.com/office/drawing/2014/main" id="{F1767A3F-E1FD-4358-8021-536E91C9497E}"/>
                </a:ext>
              </a:extLst>
            </p:cNvPr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520" y="291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Helvetica" panose="020B0604020202020204" pitchFamily="34" charset="0"/>
                </a:rPr>
                <a:t>-3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93833-4D2B-4848-BED9-2CBAC8C2D7F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E14B8BF0-E6BF-4CFA-B800-0682706251A2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2A8169-03AA-4BF5-8241-762D7CC70DB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09800" y="4228904"/>
            <a:ext cx="1371600" cy="14827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4BD9A5C-A77F-4EB4-88EC-3723CA668B0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64372" y="4173341"/>
            <a:ext cx="1371600" cy="14827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9C83D-16BE-461C-8086-B501C91041E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956343" y="3505200"/>
            <a:ext cx="1870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2’s complement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A5C70B-2E3F-42ED-B36D-CC1A4413E8D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30690" y="3508120"/>
            <a:ext cx="1838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sign-magnitude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4FA24EC-F979-43D8-BD6C-AADBEDB3135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Addition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225EA36-C9CC-4716-AB0A-1332CFE66F6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4-bit unsigned example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4-bit signed example</a:t>
            </a:r>
          </a:p>
        </p:txBody>
      </p:sp>
      <p:graphicFrame>
        <p:nvGraphicFramePr>
          <p:cNvPr id="139560" name="Group 296">
            <a:extLst>
              <a:ext uri="{FF2B5EF4-FFF2-40B4-BE49-F238E27FC236}">
                <a16:creationId xmlns:a16="http://schemas.microsoft.com/office/drawing/2014/main" id="{DB0AA9F6-B8FA-4D67-93C1-A001333D1540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79001660"/>
              </p:ext>
            </p:extLst>
          </p:nvPr>
        </p:nvGraphicFramePr>
        <p:xfrm>
          <a:off x="1371600" y="2286000"/>
          <a:ext cx="3657600" cy="159226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668" name="Group 404">
            <a:extLst>
              <a:ext uri="{FF2B5EF4-FFF2-40B4-BE49-F238E27FC236}">
                <a16:creationId xmlns:a16="http://schemas.microsoft.com/office/drawing/2014/main" id="{1AA66B4B-B770-4DB9-9511-E786B0A5908F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371600" y="4724400"/>
          <a:ext cx="3657600" cy="1574801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C05C09-EA6E-4B54-B695-233264DA98B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2A2E591-1061-45DB-AA76-2C5F8B8531D5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5D876D-B24E-4EB0-8495-5C8905657754}"/>
              </a:ext>
            </a:extLst>
          </p:cNvPr>
          <p:cNvCxnSpPr/>
          <p:nvPr/>
        </p:nvCxnSpPr>
        <p:spPr>
          <a:xfrm>
            <a:off x="990600" y="3352800"/>
            <a:ext cx="42672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0EA604-3548-435B-B789-A11AA9D5C7F9}"/>
              </a:ext>
            </a:extLst>
          </p:cNvPr>
          <p:cNvCxnSpPr/>
          <p:nvPr/>
        </p:nvCxnSpPr>
        <p:spPr>
          <a:xfrm>
            <a:off x="990600" y="5791200"/>
            <a:ext cx="42672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2C640A6-E34F-4E4A-803E-61F14656C58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81749" y="2862015"/>
            <a:ext cx="389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0654D6-0141-4405-85B4-E69AB51FD40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81748" y="5295995"/>
            <a:ext cx="389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+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880D5FA-4690-4931-A8F7-01D2158764A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Subtraction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35AC334-5815-4D12-851B-8F55A5F8E7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A – B = A + -B = A + </a:t>
            </a:r>
            <a:r>
              <a:rPr lang="en-US" altLang="en-US" i="1" dirty="0"/>
              <a:t>2’s complement of</a:t>
            </a:r>
            <a:r>
              <a:rPr lang="en-US" altLang="en-US" dirty="0"/>
              <a:t> B</a:t>
            </a:r>
          </a:p>
          <a:p>
            <a:pPr eaLnBrk="1" hangingPunct="1"/>
            <a:r>
              <a:rPr lang="en-US" altLang="en-US" dirty="0"/>
              <a:t>e.g. 3 – 2 = 3 + -2 = 1</a:t>
            </a:r>
          </a:p>
        </p:txBody>
      </p:sp>
      <p:graphicFrame>
        <p:nvGraphicFramePr>
          <p:cNvPr id="140292" name="Group 4">
            <a:extLst>
              <a:ext uri="{FF2B5EF4-FFF2-40B4-BE49-F238E27FC236}">
                <a16:creationId xmlns:a16="http://schemas.microsoft.com/office/drawing/2014/main" id="{776FBE28-BDEB-46EC-AE77-26EAD95567E5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71600" y="3429000"/>
          <a:ext cx="3657600" cy="1574801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A9457-CD49-4E1E-87A3-5F43AFF2BEC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D04C35CD-39F4-4AAA-9EA2-4482D839A1E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CD46C3-CC8F-4243-832A-AC50EA70A63C}"/>
              </a:ext>
            </a:extLst>
          </p:cNvPr>
          <p:cNvCxnSpPr/>
          <p:nvPr/>
        </p:nvCxnSpPr>
        <p:spPr>
          <a:xfrm>
            <a:off x="990600" y="4495800"/>
            <a:ext cx="42672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268A44-6966-4EEE-B902-7ABFC5083B8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81749" y="4005015"/>
            <a:ext cx="389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+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Full Adder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524000"/>
            <a:ext cx="7772400" cy="129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Full adder (a,b,c</a:t>
            </a:r>
            <a:r>
              <a:rPr lang="en-US" altLang="en-US" sz="2800" baseline="-25000"/>
              <a:t>in</a:t>
            </a:r>
            <a:r>
              <a:rPr lang="en-US" altLang="en-US" sz="2800"/>
              <a:t>) =&gt; (c</a:t>
            </a:r>
            <a:r>
              <a:rPr lang="en-US" altLang="en-US" sz="2800" baseline="-25000"/>
              <a:t>out</a:t>
            </a:r>
            <a:r>
              <a:rPr lang="en-US" altLang="en-US" sz="2800"/>
              <a:t>, 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c</a:t>
            </a:r>
            <a:r>
              <a:rPr lang="en-US" altLang="en-US" sz="2800" baseline="-25000">
                <a:solidFill>
                  <a:schemeClr val="hlink"/>
                </a:solidFill>
              </a:rPr>
              <a:t>out</a:t>
            </a:r>
            <a:r>
              <a:rPr lang="en-US" altLang="en-US" sz="2800">
                <a:solidFill>
                  <a:schemeClr val="hlink"/>
                </a:solidFill>
              </a:rPr>
              <a:t> = two or more of (a, b, c</a:t>
            </a:r>
            <a:r>
              <a:rPr lang="en-US" altLang="en-US" sz="2800" baseline="-25000">
                <a:solidFill>
                  <a:schemeClr val="hlink"/>
                </a:solidFill>
              </a:rPr>
              <a:t>in</a:t>
            </a:r>
            <a:r>
              <a:rPr lang="en-US" altLang="en-US" sz="2800">
                <a:solidFill>
                  <a:schemeClr val="hlink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s = exactly one or three of (a,b,c</a:t>
            </a:r>
            <a:r>
              <a:rPr lang="en-US" altLang="en-US" sz="2800" baseline="-25000"/>
              <a:t>in</a:t>
            </a:r>
            <a:r>
              <a:rPr lang="en-US" altLang="en-US" sz="2800"/>
              <a:t>)</a:t>
            </a:r>
          </a:p>
        </p:txBody>
      </p:sp>
      <p:graphicFrame>
        <p:nvGraphicFramePr>
          <p:cNvPr id="141398" name="Group 8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71600" y="2971800"/>
          <a:ext cx="6096000" cy="3292479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out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hlink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accent1"/>
                      </a:fgClr>
                      <a:bgClr>
                        <a:srgbClr val="FFFF66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accent1"/>
                      </a:fgClr>
                      <a:bgClr>
                        <a:srgbClr val="FFFF66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accent1"/>
                      </a:fgClr>
                      <a:bgClr>
                        <a:srgbClr val="FFFF66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accent1"/>
                      </a:fgClr>
                      <a:bgClr>
                        <a:srgbClr val="FFFF66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pattFill prst="zigZag">
                      <a:fgClr>
                        <a:schemeClr val="accent1"/>
                      </a:fgClr>
                      <a:bgClr>
                        <a:srgbClr val="FFFF66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9EAAF0F-E26C-402D-BDC6-AFF7E83F4DD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28531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Ripple-carry Adder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76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/>
              <a:t>Just concatenate the full adders</a:t>
            </a:r>
          </a:p>
        </p:txBody>
      </p:sp>
      <p:sp>
        <p:nvSpPr>
          <p:cNvPr id="15364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7250" y="5795963"/>
            <a:ext cx="11113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5" name="Rectangle 2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57288" y="5795963"/>
            <a:ext cx="11112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6" name="Rectangle 3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862263" y="3252788"/>
            <a:ext cx="1587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7" name="Rectangle 3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438525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8" name="Rectangle 3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78238" y="3252788"/>
            <a:ext cx="1587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9" name="Rectangle 4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38525" y="3252788"/>
            <a:ext cx="239713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0" name="Rectangle 4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981325" y="5795963"/>
            <a:ext cx="12700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1" name="Rectangle 4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125788" y="2705100"/>
            <a:ext cx="12700" cy="1588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2" name="Rectangle 5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270250" y="5795963"/>
            <a:ext cx="11113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3" name="Rectangle 6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36750" y="5795963"/>
            <a:ext cx="12700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4" name="Rectangle 8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25675" y="5795963"/>
            <a:ext cx="12700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5" name="Rectangle 8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280275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6" name="Rectangle 88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519988" y="3252788"/>
            <a:ext cx="1587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7" name="Rectangle 8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280275" y="3252788"/>
            <a:ext cx="239713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8" name="Rectangle 9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096250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9" name="Rectangle 9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8348663" y="3252788"/>
            <a:ext cx="1587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0" name="Rectangle 92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8096250" y="3252788"/>
            <a:ext cx="252413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1" name="Rectangle 93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639050" y="5795963"/>
            <a:ext cx="12700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2" name="Rectangle 96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796213" y="2705100"/>
            <a:ext cx="11112" cy="1588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3" name="Rectangle 106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940675" y="5795963"/>
            <a:ext cx="11113" cy="1587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4" name="Rectangle 113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654425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5" name="Rectangle 114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690938" y="3252788"/>
            <a:ext cx="0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86" name="Rectangle 115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654425" y="3252788"/>
            <a:ext cx="36513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5387" name="Group 141"/>
          <p:cNvGrpSpPr>
            <a:grpSpLocks/>
          </p:cNvGrpSpPr>
          <p:nvPr>
            <p:custDataLst>
              <p:tags r:id="rId27"/>
            </p:custDataLst>
          </p:nvPr>
        </p:nvGrpSpPr>
        <p:grpSpPr bwMode="auto">
          <a:xfrm>
            <a:off x="304800" y="2362200"/>
            <a:ext cx="8382000" cy="3925888"/>
            <a:chOff x="192" y="1488"/>
            <a:chExt cx="5280" cy="2473"/>
          </a:xfrm>
        </p:grpSpPr>
        <p:sp>
          <p:nvSpPr>
            <p:cNvPr id="15393" name="Rectangle 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72" y="1696"/>
              <a:ext cx="370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4" name="Rectangle 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835" y="1696"/>
              <a:ext cx="7" cy="76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5" name="Rectangle 7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72" y="2449"/>
              <a:ext cx="363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6" name="Rectangle 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72" y="1696"/>
              <a:ext cx="7" cy="753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7" name="Rectangle 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05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8" name="Rectangle 1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64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9" name="Rectangle 11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05" y="2049"/>
              <a:ext cx="159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0" name="Rectangle 12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27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1" name="Rectangle 1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86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2" name="Rectangle 14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827" y="2049"/>
              <a:ext cx="159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3" name="Rectangle 16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40" y="2449"/>
              <a:ext cx="7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4" name="Rectangle 17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40" y="2449"/>
              <a:ext cx="7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5" name="Rectangle 18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38" y="1704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6" name="Rectangle 19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38" y="1488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7" name="Rectangle 20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38" y="1488"/>
              <a:ext cx="8" cy="216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08" name="Rectangle 21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94" y="174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Helvetica" panose="020B0604020202020204" pitchFamily="34" charset="0"/>
                </a:rPr>
                <a:t>Full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409" name="Rectangle 22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94" y="1937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Helvetica" panose="020B0604020202020204" pitchFamily="34" charset="0"/>
                </a:rPr>
                <a:t>Add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410" name="Rectangle 23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94" y="212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Helvetica" panose="020B0604020202020204" pitchFamily="34" charset="0"/>
                </a:rPr>
                <a:t>er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411" name="Rectangle 24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479" y="36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2" name="Rectangle 25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78" y="37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3" name="Rectangle 26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21" y="37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4" name="Rectangle 27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827" y="37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5" name="Rectangle 29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29" y="2449"/>
              <a:ext cx="7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6" name="Rectangle 30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29" y="2449"/>
              <a:ext cx="7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7" name="Rectangle 31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803" y="1696"/>
              <a:ext cx="370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8" name="Rectangle 32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166" y="1696"/>
              <a:ext cx="7" cy="76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19" name="Rectangle 33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803" y="2449"/>
              <a:ext cx="363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0" name="Rectangle 34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803" y="1696"/>
              <a:ext cx="7" cy="753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1" name="Rectangle 35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644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2" name="Rectangle 37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644" y="2049"/>
              <a:ext cx="159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3" name="Rectangle 42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878" y="2449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4" name="Rectangle 43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878" y="2449"/>
              <a:ext cx="8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5" name="Rectangle 45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969" y="1488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6" name="Rectangle 46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969" y="1488"/>
              <a:ext cx="8" cy="216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7" name="Rectangle 47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833" y="174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8" name="Rectangle 48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833" y="1937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29" name="Rectangle 49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833" y="212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0" name="Rectangle 50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810" y="36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1" name="Rectangle 51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916" y="37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2" name="Rectangle 52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2060" y="37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3" name="Rectangle 53"/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2159" y="37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4" name="Rectangle 55"/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060" y="2449"/>
              <a:ext cx="7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5" name="Rectangle 56"/>
            <p:cNvSpPr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2060" y="2449"/>
              <a:ext cx="7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6" name="Rectangle 57"/>
            <p:cNvSpPr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145" y="1696"/>
              <a:ext cx="370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7" name="Rectangle 58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508" y="1696"/>
              <a:ext cx="7" cy="76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8" name="Rectangle 59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145" y="2449"/>
              <a:ext cx="363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39" name="Rectangle 60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145" y="1696"/>
              <a:ext cx="7" cy="753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0" name="Rectangle 61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986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1" name="Rectangle 62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145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2" name="Rectangle 63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986" y="2049"/>
              <a:ext cx="159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3" name="Rectangle 64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508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4" name="Rectangle 65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659" y="2049"/>
              <a:ext cx="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5" name="Rectangle 66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508" y="2049"/>
              <a:ext cx="15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6" name="Rectangle 68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220" y="2449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7" name="Rectangle 69"/>
            <p:cNvSpPr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220" y="2449"/>
              <a:ext cx="8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8" name="Rectangle 70"/>
            <p:cNvSpPr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311" y="1704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49" name="Rectangle 71"/>
            <p:cNvSpPr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311" y="1488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0" name="Rectangle 72"/>
            <p:cNvSpPr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311" y="1488"/>
              <a:ext cx="8" cy="216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1" name="Rectangle 73"/>
            <p:cNvSpPr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175" y="174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2" name="Rectangle 74"/>
            <p:cNvSpPr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175" y="1937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3" name="Rectangle 75"/>
            <p:cNvSpPr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175" y="212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4" name="Rectangle 76"/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152" y="36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5" name="Rectangle 77"/>
            <p:cNvSpPr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258" y="37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6" name="Rectangle 78"/>
            <p:cNvSpPr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402" y="37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7" name="Rectangle 79"/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500" y="37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8" name="Rectangle 81"/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402" y="2449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59" name="Rectangle 82"/>
            <p:cNvSpPr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402" y="2449"/>
              <a:ext cx="8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0" name="Rectangle 83"/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4744" y="1696"/>
              <a:ext cx="371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1" name="Rectangle 84"/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5107" y="1696"/>
              <a:ext cx="8" cy="76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2" name="Rectangle 85"/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4744" y="2449"/>
              <a:ext cx="363" cy="8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3" name="Rectangle 86"/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4744" y="1696"/>
              <a:ext cx="8" cy="753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4" name="Rectangle 94"/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4812" y="2449"/>
              <a:ext cx="8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5" name="Rectangle 95"/>
            <p:cNvSpPr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4812" y="2449"/>
              <a:ext cx="8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6" name="Rectangle 97"/>
            <p:cNvSpPr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4911" y="1488"/>
              <a:ext cx="7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7" name="Rectangle 98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4911" y="1488"/>
              <a:ext cx="7" cy="216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8" name="Rectangle 99"/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4775" y="174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9" name="Rectangle 100"/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4775" y="1937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0" name="Rectangle 101"/>
            <p:cNvSpPr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4775" y="2129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1" name="Rectangle 102"/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4752" y="36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2" name="Rectangle 103"/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4850" y="3747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3" name="Rectangle 104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5002" y="37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4" name="Rectangle 105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5100" y="3779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5" name="Rectangle 107"/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5002" y="2449"/>
              <a:ext cx="7" cy="1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6" name="Rectangle 108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5002" y="2449"/>
              <a:ext cx="7" cy="1202"/>
            </a:xfrm>
            <a:prstGeom prst="rect">
              <a:avLst/>
            </a:prstGeom>
            <a:blipFill dpi="0" rotWithShape="0">
              <a:blip r:embed="rId14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7" name="Rectangle 109"/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92" y="173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8" name="Rectangle 110"/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283" y="1808"/>
              <a:ext cx="11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in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79" name="Rectangle 111"/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5130" y="2057"/>
              <a:ext cx="13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80" name="Rectangle 112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5260" y="2129"/>
              <a:ext cx="21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out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81" name="Line 116"/>
            <p:cNvSpPr>
              <a:spLocks noChangeShapeType="1"/>
            </p:cNvSpPr>
            <p:nvPr>
              <p:custDataLst>
                <p:tags r:id="rId121"/>
              </p:custDataLst>
            </p:nvPr>
          </p:nvSpPr>
          <p:spPr bwMode="auto">
            <a:xfrm>
              <a:off x="2377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Line 117"/>
            <p:cNvSpPr>
              <a:spLocks noChangeShapeType="1"/>
            </p:cNvSpPr>
            <p:nvPr>
              <p:custDataLst>
                <p:tags r:id="rId122"/>
              </p:custDataLst>
            </p:nvPr>
          </p:nvSpPr>
          <p:spPr bwMode="auto">
            <a:xfrm>
              <a:off x="2483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Line 118"/>
            <p:cNvSpPr>
              <a:spLocks noChangeShapeType="1"/>
            </p:cNvSpPr>
            <p:nvPr>
              <p:custDataLst>
                <p:tags r:id="rId123"/>
              </p:custDataLst>
            </p:nvPr>
          </p:nvSpPr>
          <p:spPr bwMode="auto">
            <a:xfrm>
              <a:off x="2589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Line 119"/>
            <p:cNvSpPr>
              <a:spLocks noChangeShapeType="1"/>
            </p:cNvSpPr>
            <p:nvPr>
              <p:custDataLst>
                <p:tags r:id="rId124"/>
              </p:custDataLst>
            </p:nvPr>
          </p:nvSpPr>
          <p:spPr bwMode="auto">
            <a:xfrm>
              <a:off x="2688" y="2049"/>
              <a:ext cx="60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Line 120"/>
            <p:cNvSpPr>
              <a:spLocks noChangeShapeType="1"/>
            </p:cNvSpPr>
            <p:nvPr>
              <p:custDataLst>
                <p:tags r:id="rId125"/>
              </p:custDataLst>
            </p:nvPr>
          </p:nvSpPr>
          <p:spPr bwMode="auto">
            <a:xfrm>
              <a:off x="2793" y="2049"/>
              <a:ext cx="61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Line 121"/>
            <p:cNvSpPr>
              <a:spLocks noChangeShapeType="1"/>
            </p:cNvSpPr>
            <p:nvPr>
              <p:custDataLst>
                <p:tags r:id="rId126"/>
              </p:custDataLst>
            </p:nvPr>
          </p:nvSpPr>
          <p:spPr bwMode="auto">
            <a:xfrm>
              <a:off x="2899" y="2049"/>
              <a:ext cx="61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Line 122"/>
            <p:cNvSpPr>
              <a:spLocks noChangeShapeType="1"/>
            </p:cNvSpPr>
            <p:nvPr>
              <p:custDataLst>
                <p:tags r:id="rId127"/>
              </p:custDataLst>
            </p:nvPr>
          </p:nvSpPr>
          <p:spPr bwMode="auto">
            <a:xfrm>
              <a:off x="3005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Line 123"/>
            <p:cNvSpPr>
              <a:spLocks noChangeShapeType="1"/>
            </p:cNvSpPr>
            <p:nvPr>
              <p:custDataLst>
                <p:tags r:id="rId128"/>
              </p:custDataLst>
            </p:nvPr>
          </p:nvSpPr>
          <p:spPr bwMode="auto">
            <a:xfrm>
              <a:off x="3111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Line 124"/>
            <p:cNvSpPr>
              <a:spLocks noChangeShapeType="1"/>
            </p:cNvSpPr>
            <p:nvPr>
              <p:custDataLst>
                <p:tags r:id="rId129"/>
              </p:custDataLst>
            </p:nvPr>
          </p:nvSpPr>
          <p:spPr bwMode="auto">
            <a:xfrm>
              <a:off x="3217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Line 125"/>
            <p:cNvSpPr>
              <a:spLocks noChangeShapeType="1"/>
            </p:cNvSpPr>
            <p:nvPr>
              <p:custDataLst>
                <p:tags r:id="rId130"/>
              </p:custDataLst>
            </p:nvPr>
          </p:nvSpPr>
          <p:spPr bwMode="auto">
            <a:xfrm>
              <a:off x="3323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Line 126"/>
            <p:cNvSpPr>
              <a:spLocks noChangeShapeType="1"/>
            </p:cNvSpPr>
            <p:nvPr>
              <p:custDataLst>
                <p:tags r:id="rId131"/>
              </p:custDataLst>
            </p:nvPr>
          </p:nvSpPr>
          <p:spPr bwMode="auto">
            <a:xfrm>
              <a:off x="3421" y="2049"/>
              <a:ext cx="61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Line 127"/>
            <p:cNvSpPr>
              <a:spLocks noChangeShapeType="1"/>
            </p:cNvSpPr>
            <p:nvPr>
              <p:custDataLst>
                <p:tags r:id="rId132"/>
              </p:custDataLst>
            </p:nvPr>
          </p:nvSpPr>
          <p:spPr bwMode="auto">
            <a:xfrm>
              <a:off x="3527" y="2049"/>
              <a:ext cx="60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Line 128"/>
            <p:cNvSpPr>
              <a:spLocks noChangeShapeType="1"/>
            </p:cNvSpPr>
            <p:nvPr>
              <p:custDataLst>
                <p:tags r:id="rId133"/>
              </p:custDataLst>
            </p:nvPr>
          </p:nvSpPr>
          <p:spPr bwMode="auto">
            <a:xfrm>
              <a:off x="3633" y="2049"/>
              <a:ext cx="60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Line 129"/>
            <p:cNvSpPr>
              <a:spLocks noChangeShapeType="1"/>
            </p:cNvSpPr>
            <p:nvPr>
              <p:custDataLst>
                <p:tags r:id="rId134"/>
              </p:custDataLst>
            </p:nvPr>
          </p:nvSpPr>
          <p:spPr bwMode="auto">
            <a:xfrm>
              <a:off x="3739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Line 130"/>
            <p:cNvSpPr>
              <a:spLocks noChangeShapeType="1"/>
            </p:cNvSpPr>
            <p:nvPr>
              <p:custDataLst>
                <p:tags r:id="rId135"/>
              </p:custDataLst>
            </p:nvPr>
          </p:nvSpPr>
          <p:spPr bwMode="auto">
            <a:xfrm>
              <a:off x="3845" y="2049"/>
              <a:ext cx="52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Line 131"/>
            <p:cNvSpPr>
              <a:spLocks noChangeShapeType="1"/>
            </p:cNvSpPr>
            <p:nvPr>
              <p:custDataLst>
                <p:tags r:id="rId136"/>
              </p:custDataLst>
            </p:nvPr>
          </p:nvSpPr>
          <p:spPr bwMode="auto">
            <a:xfrm>
              <a:off x="3950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Line 132"/>
            <p:cNvSpPr>
              <a:spLocks noChangeShapeType="1"/>
            </p:cNvSpPr>
            <p:nvPr>
              <p:custDataLst>
                <p:tags r:id="rId137"/>
              </p:custDataLst>
            </p:nvPr>
          </p:nvSpPr>
          <p:spPr bwMode="auto">
            <a:xfrm>
              <a:off x="4056" y="2049"/>
              <a:ext cx="53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Line 133"/>
            <p:cNvSpPr>
              <a:spLocks noChangeShapeType="1"/>
            </p:cNvSpPr>
            <p:nvPr>
              <p:custDataLst>
                <p:tags r:id="rId138"/>
              </p:custDataLst>
            </p:nvPr>
          </p:nvSpPr>
          <p:spPr bwMode="auto">
            <a:xfrm>
              <a:off x="4155" y="2049"/>
              <a:ext cx="60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Line 134"/>
            <p:cNvSpPr>
              <a:spLocks noChangeShapeType="1"/>
            </p:cNvSpPr>
            <p:nvPr>
              <p:custDataLst>
                <p:tags r:id="rId139"/>
              </p:custDataLst>
            </p:nvPr>
          </p:nvSpPr>
          <p:spPr bwMode="auto">
            <a:xfrm>
              <a:off x="4260" y="2049"/>
              <a:ext cx="61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Line 135"/>
            <p:cNvSpPr>
              <a:spLocks noChangeShapeType="1"/>
            </p:cNvSpPr>
            <p:nvPr>
              <p:custDataLst>
                <p:tags r:id="rId140"/>
              </p:custDataLst>
            </p:nvPr>
          </p:nvSpPr>
          <p:spPr bwMode="auto">
            <a:xfrm>
              <a:off x="4366" y="2049"/>
              <a:ext cx="61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88" name="Line 136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7099300" y="3252788"/>
            <a:ext cx="84138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Rectangle 137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267575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90" name="Rectangle 138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315200" y="3252788"/>
            <a:ext cx="1588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91" name="Rectangle 139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267575" y="3252788"/>
            <a:ext cx="47625" cy="12700"/>
          </a:xfrm>
          <a:prstGeom prst="rect">
            <a:avLst/>
          </a:prstGeom>
          <a:blipFill dpi="0" rotWithShape="0">
            <a:blip r:embed="rId14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32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04407FFD-E4FB-483F-AABD-62A62F69EBB7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7334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Ripple-carry Subtractor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6764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800"/>
              <a:t>A – B = A + (-B) =&gt; invert B and set c</a:t>
            </a:r>
            <a:r>
              <a:rPr lang="en-US" altLang="en-US" sz="2800" baseline="-25000"/>
              <a:t>in</a:t>
            </a:r>
            <a:r>
              <a:rPr lang="en-US" altLang="en-US" sz="2800"/>
              <a:t> to 1</a:t>
            </a:r>
          </a:p>
        </p:txBody>
      </p:sp>
      <p:sp>
        <p:nvSpPr>
          <p:cNvPr id="16388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39800" y="57261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89" name="Rectangle 7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82700" y="57007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0" name="Rectangle 8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68500" y="57261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1" name="Rectangle 11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4100" y="57007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2" name="Rectangle 12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86100" y="57261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3" name="Rectangle 15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41700" y="57007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4" name="Rectangle 16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226300" y="57261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95" name="Rectangle 20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69200" y="5700713"/>
            <a:ext cx="12700" cy="1587"/>
          </a:xfrm>
          <a:prstGeom prst="rect">
            <a:avLst/>
          </a:prstGeom>
          <a:blipFill dpi="0" rotWithShape="0">
            <a:blip r:embed="rId20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6396" name="Group 202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457200" y="2298700"/>
            <a:ext cx="8210550" cy="3830638"/>
            <a:chOff x="288" y="1448"/>
            <a:chExt cx="5172" cy="2413"/>
          </a:xfrm>
        </p:grpSpPr>
        <p:sp>
          <p:nvSpPr>
            <p:cNvPr id="16398" name="Rectangle 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0" y="1656"/>
              <a:ext cx="38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399" name="Rectangle 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96" y="1656"/>
              <a:ext cx="8" cy="76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0" name="Rectangle 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20" y="2408"/>
              <a:ext cx="376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1" name="Rectangle 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20" y="1656"/>
              <a:ext cx="8" cy="752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2" name="Rectangle 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4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3" name="Rectangle 1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12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4" name="Rectangle 1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44" y="2016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5" name="Rectangle 1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96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6" name="Rectangle 13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64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7" name="Rectangle 14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96" y="2008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8" name="Rectangle 1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92" y="240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9" name="Rectangle 1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92" y="2408"/>
              <a:ext cx="8" cy="1199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0" name="Rectangle 18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00" y="272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1" name="Rectangle 19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00" y="2400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2" name="Rectangle 20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00" y="2400"/>
              <a:ext cx="8" cy="327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3" name="Rectangle 21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88" y="1664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4" name="Rectangle 22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88" y="144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5" name="Rectangle 23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88" y="1448"/>
              <a:ext cx="8" cy="216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6" name="Rectangle 2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44" y="170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7" name="Rectangle 2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44" y="1896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8" name="Rectangle 2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44" y="2088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9" name="Rectangle 27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36" y="35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0" name="Rectangle 2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48" y="36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1" name="Rectangle 2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92" y="36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2" name="Rectangle 3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96" y="36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3" name="Rectangle 31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112" y="1840"/>
              <a:ext cx="13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4" name="Rectangle 32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48" y="1912"/>
              <a:ext cx="21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out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5" name="Rectangle 3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376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6" name="Rectangle 34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408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7" name="Rectangle 35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376" y="2008"/>
              <a:ext cx="32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8" name="Line 36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2456" y="2008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Line 37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2568" y="2008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Line 38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2680" y="2008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Line 39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2792" y="2008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Line 40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2912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Line 41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>
              <a:off x="3024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Line 42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3136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Line 43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3248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Line 44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>
              <a:off x="3360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Line 45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3472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Line 46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3584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Line 47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3696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Line 48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>
              <a:off x="3808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Line 49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>
              <a:off x="3920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Line 50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4032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Line 51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>
              <a:off x="4144" y="2008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Rectangle 52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256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45" name="Rectangle 53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288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46" name="Rectangle 54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4256" y="2008"/>
              <a:ext cx="32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47" name="Rectangle 55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808" y="320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48" name="Rectangle 56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08" y="3023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49" name="Rectangle 57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808" y="3023"/>
              <a:ext cx="8" cy="184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50" name="Rectangle 58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680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51" name="Rectangle 59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52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52" name="Rectangle 60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680" y="3023"/>
              <a:ext cx="272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53" name="Freeform 61"/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672" y="3023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62"/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816" y="283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Freeform 63"/>
            <p:cNvSpPr>
              <a:spLocks/>
            </p:cNvSpPr>
            <p:nvPr>
              <p:custDataLst>
                <p:tags r:id="rId71"/>
              </p:custDataLst>
            </p:nvPr>
          </p:nvSpPr>
          <p:spPr bwMode="auto">
            <a:xfrm>
              <a:off x="672" y="2839"/>
              <a:ext cx="152" cy="192"/>
            </a:xfrm>
            <a:custGeom>
              <a:avLst/>
              <a:gdLst>
                <a:gd name="T0" fmla="*/ 0 w 152"/>
                <a:gd name="T1" fmla="*/ 184 h 192"/>
                <a:gd name="T2" fmla="*/ 8 w 152"/>
                <a:gd name="T3" fmla="*/ 192 h 192"/>
                <a:gd name="T4" fmla="*/ 152 w 152"/>
                <a:gd name="T5" fmla="*/ 8 h 192"/>
                <a:gd name="T6" fmla="*/ 144 w 152"/>
                <a:gd name="T7" fmla="*/ 0 h 192"/>
                <a:gd name="T8" fmla="*/ 0 w 152"/>
                <a:gd name="T9" fmla="*/ 184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2"/>
                <a:gd name="T16" fmla="*/ 0 h 192"/>
                <a:gd name="T17" fmla="*/ 152 w 15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2" h="192">
                  <a:moveTo>
                    <a:pt x="0" y="184"/>
                  </a:moveTo>
                  <a:lnTo>
                    <a:pt x="8" y="192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0" y="184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Freeform 64"/>
            <p:cNvSpPr>
              <a:spLocks/>
            </p:cNvSpPr>
            <p:nvPr>
              <p:custDataLst>
                <p:tags r:id="rId72"/>
              </p:custDataLst>
            </p:nvPr>
          </p:nvSpPr>
          <p:spPr bwMode="auto">
            <a:xfrm>
              <a:off x="952" y="3023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Freeform 65"/>
            <p:cNvSpPr>
              <a:spLocks/>
            </p:cNvSpPr>
            <p:nvPr>
              <p:custDataLst>
                <p:tags r:id="rId73"/>
              </p:custDataLst>
            </p:nvPr>
          </p:nvSpPr>
          <p:spPr bwMode="auto">
            <a:xfrm>
              <a:off x="816" y="2839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Freeform 66"/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816" y="2839"/>
              <a:ext cx="144" cy="192"/>
            </a:xfrm>
            <a:custGeom>
              <a:avLst/>
              <a:gdLst>
                <a:gd name="T0" fmla="*/ 136 w 144"/>
                <a:gd name="T1" fmla="*/ 192 h 192"/>
                <a:gd name="T2" fmla="*/ 144 w 144"/>
                <a:gd name="T3" fmla="*/ 184 h 192"/>
                <a:gd name="T4" fmla="*/ 8 w 144"/>
                <a:gd name="T5" fmla="*/ 0 h 192"/>
                <a:gd name="T6" fmla="*/ 0 w 144"/>
                <a:gd name="T7" fmla="*/ 8 h 192"/>
                <a:gd name="T8" fmla="*/ 136 w 144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92"/>
                <a:gd name="T17" fmla="*/ 144 w 14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92">
                  <a:moveTo>
                    <a:pt x="136" y="192"/>
                  </a:moveTo>
                  <a:lnTo>
                    <a:pt x="144" y="184"/>
                  </a:lnTo>
                  <a:lnTo>
                    <a:pt x="8" y="0"/>
                  </a:lnTo>
                  <a:lnTo>
                    <a:pt x="0" y="8"/>
                  </a:lnTo>
                  <a:lnTo>
                    <a:pt x="136" y="192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67"/>
            <p:cNvSpPr>
              <a:spLocks/>
            </p:cNvSpPr>
            <p:nvPr>
              <p:custDataLst>
                <p:tags r:id="rId75"/>
              </p:custDataLst>
            </p:nvPr>
          </p:nvSpPr>
          <p:spPr bwMode="auto">
            <a:xfrm>
              <a:off x="760" y="2735"/>
              <a:ext cx="120" cy="104"/>
            </a:xfrm>
            <a:custGeom>
              <a:avLst/>
              <a:gdLst>
                <a:gd name="T0" fmla="*/ 56 w 120"/>
                <a:gd name="T1" fmla="*/ 8 h 104"/>
                <a:gd name="T2" fmla="*/ 16 w 120"/>
                <a:gd name="T3" fmla="*/ 24 h 104"/>
                <a:gd name="T4" fmla="*/ 24 w 120"/>
                <a:gd name="T5" fmla="*/ 24 h 104"/>
                <a:gd name="T6" fmla="*/ 24 w 120"/>
                <a:gd name="T7" fmla="*/ 24 h 104"/>
                <a:gd name="T8" fmla="*/ 8 w 120"/>
                <a:gd name="T9" fmla="*/ 56 h 104"/>
                <a:gd name="T10" fmla="*/ 8 w 120"/>
                <a:gd name="T11" fmla="*/ 56 h 104"/>
                <a:gd name="T12" fmla="*/ 8 w 120"/>
                <a:gd name="T13" fmla="*/ 56 h 104"/>
                <a:gd name="T14" fmla="*/ 24 w 120"/>
                <a:gd name="T15" fmla="*/ 88 h 104"/>
                <a:gd name="T16" fmla="*/ 16 w 120"/>
                <a:gd name="T17" fmla="*/ 80 h 104"/>
                <a:gd name="T18" fmla="*/ 16 w 120"/>
                <a:gd name="T19" fmla="*/ 80 h 104"/>
                <a:gd name="T20" fmla="*/ 56 w 120"/>
                <a:gd name="T21" fmla="*/ 96 h 104"/>
                <a:gd name="T22" fmla="*/ 56 w 120"/>
                <a:gd name="T23" fmla="*/ 96 h 104"/>
                <a:gd name="T24" fmla="*/ 56 w 120"/>
                <a:gd name="T25" fmla="*/ 96 h 104"/>
                <a:gd name="T26" fmla="*/ 96 w 120"/>
                <a:gd name="T27" fmla="*/ 80 h 104"/>
                <a:gd name="T28" fmla="*/ 96 w 120"/>
                <a:gd name="T29" fmla="*/ 88 h 104"/>
                <a:gd name="T30" fmla="*/ 96 w 120"/>
                <a:gd name="T31" fmla="*/ 88 h 104"/>
                <a:gd name="T32" fmla="*/ 112 w 120"/>
                <a:gd name="T33" fmla="*/ 56 h 104"/>
                <a:gd name="T34" fmla="*/ 112 w 120"/>
                <a:gd name="T35" fmla="*/ 56 h 104"/>
                <a:gd name="T36" fmla="*/ 112 w 120"/>
                <a:gd name="T37" fmla="*/ 56 h 104"/>
                <a:gd name="T38" fmla="*/ 96 w 120"/>
                <a:gd name="T39" fmla="*/ 24 h 104"/>
                <a:gd name="T40" fmla="*/ 96 w 120"/>
                <a:gd name="T41" fmla="*/ 24 h 104"/>
                <a:gd name="T42" fmla="*/ 96 w 120"/>
                <a:gd name="T43" fmla="*/ 24 h 104"/>
                <a:gd name="T44" fmla="*/ 56 w 120"/>
                <a:gd name="T45" fmla="*/ 8 h 104"/>
                <a:gd name="T46" fmla="*/ 56 w 120"/>
                <a:gd name="T47" fmla="*/ 8 h 104"/>
                <a:gd name="T48" fmla="*/ 56 w 120"/>
                <a:gd name="T49" fmla="*/ 0 h 104"/>
                <a:gd name="T50" fmla="*/ 56 w 120"/>
                <a:gd name="T51" fmla="*/ 0 h 104"/>
                <a:gd name="T52" fmla="*/ 96 w 120"/>
                <a:gd name="T53" fmla="*/ 16 h 104"/>
                <a:gd name="T54" fmla="*/ 96 w 120"/>
                <a:gd name="T55" fmla="*/ 16 h 104"/>
                <a:gd name="T56" fmla="*/ 104 w 120"/>
                <a:gd name="T57" fmla="*/ 24 h 104"/>
                <a:gd name="T58" fmla="*/ 120 w 120"/>
                <a:gd name="T59" fmla="*/ 56 h 104"/>
                <a:gd name="T60" fmla="*/ 120 w 120"/>
                <a:gd name="T61" fmla="*/ 56 h 104"/>
                <a:gd name="T62" fmla="*/ 120 w 120"/>
                <a:gd name="T63" fmla="*/ 56 h 104"/>
                <a:gd name="T64" fmla="*/ 104 w 120"/>
                <a:gd name="T65" fmla="*/ 88 h 104"/>
                <a:gd name="T66" fmla="*/ 104 w 120"/>
                <a:gd name="T67" fmla="*/ 88 h 104"/>
                <a:gd name="T68" fmla="*/ 96 w 120"/>
                <a:gd name="T69" fmla="*/ 88 h 104"/>
                <a:gd name="T70" fmla="*/ 56 w 120"/>
                <a:gd name="T71" fmla="*/ 104 h 104"/>
                <a:gd name="T72" fmla="*/ 56 w 120"/>
                <a:gd name="T73" fmla="*/ 104 h 104"/>
                <a:gd name="T74" fmla="*/ 56 w 120"/>
                <a:gd name="T75" fmla="*/ 104 h 104"/>
                <a:gd name="T76" fmla="*/ 16 w 120"/>
                <a:gd name="T77" fmla="*/ 88 h 104"/>
                <a:gd name="T78" fmla="*/ 16 w 120"/>
                <a:gd name="T79" fmla="*/ 88 h 104"/>
                <a:gd name="T80" fmla="*/ 16 w 120"/>
                <a:gd name="T81" fmla="*/ 88 h 104"/>
                <a:gd name="T82" fmla="*/ 0 w 120"/>
                <a:gd name="T83" fmla="*/ 56 h 104"/>
                <a:gd name="T84" fmla="*/ 0 w 120"/>
                <a:gd name="T85" fmla="*/ 56 h 104"/>
                <a:gd name="T86" fmla="*/ 0 w 120"/>
                <a:gd name="T87" fmla="*/ 56 h 104"/>
                <a:gd name="T88" fmla="*/ 16 w 120"/>
                <a:gd name="T89" fmla="*/ 24 h 104"/>
                <a:gd name="T90" fmla="*/ 16 w 120"/>
                <a:gd name="T91" fmla="*/ 24 h 104"/>
                <a:gd name="T92" fmla="*/ 16 w 120"/>
                <a:gd name="T93" fmla="*/ 16 h 104"/>
                <a:gd name="T94" fmla="*/ 56 w 120"/>
                <a:gd name="T95" fmla="*/ 0 h 104"/>
                <a:gd name="T96" fmla="*/ 56 w 120"/>
                <a:gd name="T97" fmla="*/ 8 h 10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0"/>
                <a:gd name="T148" fmla="*/ 0 h 104"/>
                <a:gd name="T149" fmla="*/ 120 w 120"/>
                <a:gd name="T150" fmla="*/ 104 h 10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0" h="104">
                  <a:moveTo>
                    <a:pt x="56" y="8"/>
                  </a:moveTo>
                  <a:lnTo>
                    <a:pt x="16" y="24"/>
                  </a:lnTo>
                  <a:lnTo>
                    <a:pt x="24" y="24"/>
                  </a:lnTo>
                  <a:lnTo>
                    <a:pt x="8" y="56"/>
                  </a:lnTo>
                  <a:lnTo>
                    <a:pt x="24" y="88"/>
                  </a:lnTo>
                  <a:lnTo>
                    <a:pt x="16" y="80"/>
                  </a:lnTo>
                  <a:lnTo>
                    <a:pt x="56" y="96"/>
                  </a:lnTo>
                  <a:lnTo>
                    <a:pt x="96" y="80"/>
                  </a:lnTo>
                  <a:lnTo>
                    <a:pt x="96" y="88"/>
                  </a:lnTo>
                  <a:lnTo>
                    <a:pt x="112" y="56"/>
                  </a:lnTo>
                  <a:lnTo>
                    <a:pt x="96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96" y="16"/>
                  </a:lnTo>
                  <a:lnTo>
                    <a:pt x="104" y="24"/>
                  </a:lnTo>
                  <a:lnTo>
                    <a:pt x="120" y="56"/>
                  </a:lnTo>
                  <a:lnTo>
                    <a:pt x="104" y="88"/>
                  </a:lnTo>
                  <a:lnTo>
                    <a:pt x="96" y="88"/>
                  </a:lnTo>
                  <a:lnTo>
                    <a:pt x="56" y="104"/>
                  </a:lnTo>
                  <a:lnTo>
                    <a:pt x="16" y="88"/>
                  </a:lnTo>
                  <a:lnTo>
                    <a:pt x="0" y="5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56" y="0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Freeform 68"/>
            <p:cNvSpPr>
              <a:spLocks/>
            </p:cNvSpPr>
            <p:nvPr>
              <p:custDataLst>
                <p:tags r:id="rId76"/>
              </p:custDataLst>
            </p:nvPr>
          </p:nvSpPr>
          <p:spPr bwMode="auto">
            <a:xfrm>
              <a:off x="816" y="2735"/>
              <a:ext cx="1" cy="8"/>
            </a:xfrm>
            <a:custGeom>
              <a:avLst/>
              <a:gdLst>
                <a:gd name="T0" fmla="*/ 0 w 1"/>
                <a:gd name="T1" fmla="*/ 8 h 8"/>
                <a:gd name="T2" fmla="*/ 0 w 1"/>
                <a:gd name="T3" fmla="*/ 8 h 8"/>
                <a:gd name="T4" fmla="*/ 0 w 1"/>
                <a:gd name="T5" fmla="*/ 8 h 8"/>
                <a:gd name="T6" fmla="*/ 0 w 1"/>
                <a:gd name="T7" fmla="*/ 0 h 8"/>
                <a:gd name="T8" fmla="*/ 0 w 1"/>
                <a:gd name="T9" fmla="*/ 0 h 8"/>
                <a:gd name="T10" fmla="*/ 0 w 1"/>
                <a:gd name="T11" fmla="*/ 0 h 8"/>
                <a:gd name="T12" fmla="*/ 0 w 1"/>
                <a:gd name="T13" fmla="*/ 8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"/>
                <a:gd name="T22" fmla="*/ 0 h 8"/>
                <a:gd name="T23" fmla="*/ 1 w 1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" h="8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Rectangle 69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808" y="3191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2" name="Rectangle 71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808" y="3191"/>
              <a:ext cx="8" cy="40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3" name="Rectangle 72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288" y="2008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4" name="Rectangle 73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168" y="1656"/>
              <a:ext cx="392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5" name="Rectangle 74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552" y="1656"/>
              <a:ext cx="8" cy="76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6" name="Rectangle 75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168" y="2408"/>
              <a:ext cx="38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7" name="Rectangle 76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168" y="1656"/>
              <a:ext cx="8" cy="752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8" name="Rectangle 77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992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69" name="Rectangle 78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160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0" name="Rectangle 79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992" y="2016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1" name="Rectangle 80"/>
            <p:cNvSpPr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544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2" name="Rectangle 81"/>
            <p:cNvSpPr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712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3" name="Rectangle 82"/>
            <p:cNvSpPr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544" y="2008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4" name="Rectangle 84"/>
            <p:cNvSpPr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240" y="240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5" name="Rectangle 85"/>
            <p:cNvSpPr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240" y="2408"/>
              <a:ext cx="8" cy="1199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6" name="Rectangle 86"/>
            <p:cNvSpPr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456" y="272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7" name="Rectangle 87"/>
            <p:cNvSpPr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456" y="2400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8" name="Rectangle 88"/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456" y="2400"/>
              <a:ext cx="8" cy="327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79" name="Rectangle 89"/>
            <p:cNvSpPr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344" y="1664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0" name="Rectangle 90"/>
            <p:cNvSpPr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344" y="144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1" name="Rectangle 91"/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344" y="1448"/>
              <a:ext cx="8" cy="216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2" name="Rectangle 92"/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192" y="170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3" name="Rectangle 93"/>
            <p:cNvSpPr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192" y="1896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4" name="Rectangle 94"/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192" y="2088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5" name="Rectangle 95"/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192" y="35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6" name="Rectangle 96"/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296" y="36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7" name="Rectangle 97"/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1440" y="36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8" name="Rectangle 98"/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552" y="36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89" name="Rectangle 99"/>
            <p:cNvSpPr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1456" y="320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0" name="Rectangle 100"/>
            <p:cNvSpPr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456" y="3023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1" name="Rectangle 101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1456" y="3023"/>
              <a:ext cx="8" cy="184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2" name="Rectangle 102"/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1336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3" name="Rectangle 103"/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1600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4" name="Rectangle 104"/>
            <p:cNvSpPr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336" y="3023"/>
              <a:ext cx="26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95" name="Freeform 105"/>
            <p:cNvSpPr>
              <a:spLocks/>
            </p:cNvSpPr>
            <p:nvPr>
              <p:custDataLst>
                <p:tags r:id="rId111"/>
              </p:custDataLst>
            </p:nvPr>
          </p:nvSpPr>
          <p:spPr bwMode="auto">
            <a:xfrm>
              <a:off x="1328" y="3023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6" name="Freeform 106"/>
            <p:cNvSpPr>
              <a:spLocks/>
            </p:cNvSpPr>
            <p:nvPr>
              <p:custDataLst>
                <p:tags r:id="rId112"/>
              </p:custDataLst>
            </p:nvPr>
          </p:nvSpPr>
          <p:spPr bwMode="auto">
            <a:xfrm>
              <a:off x="1464" y="283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7" name="Freeform 107"/>
            <p:cNvSpPr>
              <a:spLocks/>
            </p:cNvSpPr>
            <p:nvPr>
              <p:custDataLst>
                <p:tags r:id="rId113"/>
              </p:custDataLst>
            </p:nvPr>
          </p:nvSpPr>
          <p:spPr bwMode="auto">
            <a:xfrm>
              <a:off x="1328" y="2839"/>
              <a:ext cx="144" cy="192"/>
            </a:xfrm>
            <a:custGeom>
              <a:avLst/>
              <a:gdLst>
                <a:gd name="T0" fmla="*/ 0 w 144"/>
                <a:gd name="T1" fmla="*/ 184 h 192"/>
                <a:gd name="T2" fmla="*/ 8 w 144"/>
                <a:gd name="T3" fmla="*/ 192 h 192"/>
                <a:gd name="T4" fmla="*/ 144 w 144"/>
                <a:gd name="T5" fmla="*/ 8 h 192"/>
                <a:gd name="T6" fmla="*/ 136 w 144"/>
                <a:gd name="T7" fmla="*/ 0 h 192"/>
                <a:gd name="T8" fmla="*/ 0 w 144"/>
                <a:gd name="T9" fmla="*/ 184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92"/>
                <a:gd name="T17" fmla="*/ 144 w 14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92">
                  <a:moveTo>
                    <a:pt x="0" y="184"/>
                  </a:moveTo>
                  <a:lnTo>
                    <a:pt x="8" y="192"/>
                  </a:lnTo>
                  <a:lnTo>
                    <a:pt x="144" y="8"/>
                  </a:lnTo>
                  <a:lnTo>
                    <a:pt x="136" y="0"/>
                  </a:lnTo>
                  <a:lnTo>
                    <a:pt x="0" y="184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8" name="Freeform 108"/>
            <p:cNvSpPr>
              <a:spLocks/>
            </p:cNvSpPr>
            <p:nvPr>
              <p:custDataLst>
                <p:tags r:id="rId114"/>
              </p:custDataLst>
            </p:nvPr>
          </p:nvSpPr>
          <p:spPr bwMode="auto">
            <a:xfrm>
              <a:off x="1600" y="3023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9" name="Freeform 109"/>
            <p:cNvSpPr>
              <a:spLocks/>
            </p:cNvSpPr>
            <p:nvPr>
              <p:custDataLst>
                <p:tags r:id="rId115"/>
              </p:custDataLst>
            </p:nvPr>
          </p:nvSpPr>
          <p:spPr bwMode="auto">
            <a:xfrm>
              <a:off x="1464" y="2839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0" name="Freeform 110"/>
            <p:cNvSpPr>
              <a:spLocks/>
            </p:cNvSpPr>
            <p:nvPr>
              <p:custDataLst>
                <p:tags r:id="rId116"/>
              </p:custDataLst>
            </p:nvPr>
          </p:nvSpPr>
          <p:spPr bwMode="auto">
            <a:xfrm>
              <a:off x="1464" y="2839"/>
              <a:ext cx="144" cy="192"/>
            </a:xfrm>
            <a:custGeom>
              <a:avLst/>
              <a:gdLst>
                <a:gd name="T0" fmla="*/ 136 w 144"/>
                <a:gd name="T1" fmla="*/ 192 h 192"/>
                <a:gd name="T2" fmla="*/ 144 w 144"/>
                <a:gd name="T3" fmla="*/ 184 h 192"/>
                <a:gd name="T4" fmla="*/ 8 w 144"/>
                <a:gd name="T5" fmla="*/ 0 h 192"/>
                <a:gd name="T6" fmla="*/ 0 w 144"/>
                <a:gd name="T7" fmla="*/ 8 h 192"/>
                <a:gd name="T8" fmla="*/ 136 w 144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92"/>
                <a:gd name="T17" fmla="*/ 144 w 14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92">
                  <a:moveTo>
                    <a:pt x="136" y="192"/>
                  </a:moveTo>
                  <a:lnTo>
                    <a:pt x="144" y="184"/>
                  </a:lnTo>
                  <a:lnTo>
                    <a:pt x="8" y="0"/>
                  </a:lnTo>
                  <a:lnTo>
                    <a:pt x="0" y="8"/>
                  </a:lnTo>
                  <a:lnTo>
                    <a:pt x="136" y="192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1" name="Freeform 111"/>
            <p:cNvSpPr>
              <a:spLocks/>
            </p:cNvSpPr>
            <p:nvPr>
              <p:custDataLst>
                <p:tags r:id="rId117"/>
              </p:custDataLst>
            </p:nvPr>
          </p:nvSpPr>
          <p:spPr bwMode="auto">
            <a:xfrm>
              <a:off x="1416" y="2735"/>
              <a:ext cx="120" cy="104"/>
            </a:xfrm>
            <a:custGeom>
              <a:avLst/>
              <a:gdLst>
                <a:gd name="T0" fmla="*/ 56 w 120"/>
                <a:gd name="T1" fmla="*/ 8 h 104"/>
                <a:gd name="T2" fmla="*/ 16 w 120"/>
                <a:gd name="T3" fmla="*/ 24 h 104"/>
                <a:gd name="T4" fmla="*/ 24 w 120"/>
                <a:gd name="T5" fmla="*/ 24 h 104"/>
                <a:gd name="T6" fmla="*/ 24 w 120"/>
                <a:gd name="T7" fmla="*/ 24 h 104"/>
                <a:gd name="T8" fmla="*/ 8 w 120"/>
                <a:gd name="T9" fmla="*/ 56 h 104"/>
                <a:gd name="T10" fmla="*/ 8 w 120"/>
                <a:gd name="T11" fmla="*/ 56 h 104"/>
                <a:gd name="T12" fmla="*/ 8 w 120"/>
                <a:gd name="T13" fmla="*/ 56 h 104"/>
                <a:gd name="T14" fmla="*/ 24 w 120"/>
                <a:gd name="T15" fmla="*/ 88 h 104"/>
                <a:gd name="T16" fmla="*/ 16 w 120"/>
                <a:gd name="T17" fmla="*/ 80 h 104"/>
                <a:gd name="T18" fmla="*/ 16 w 120"/>
                <a:gd name="T19" fmla="*/ 80 h 104"/>
                <a:gd name="T20" fmla="*/ 56 w 120"/>
                <a:gd name="T21" fmla="*/ 96 h 104"/>
                <a:gd name="T22" fmla="*/ 56 w 120"/>
                <a:gd name="T23" fmla="*/ 96 h 104"/>
                <a:gd name="T24" fmla="*/ 56 w 120"/>
                <a:gd name="T25" fmla="*/ 96 h 104"/>
                <a:gd name="T26" fmla="*/ 96 w 120"/>
                <a:gd name="T27" fmla="*/ 80 h 104"/>
                <a:gd name="T28" fmla="*/ 96 w 120"/>
                <a:gd name="T29" fmla="*/ 88 h 104"/>
                <a:gd name="T30" fmla="*/ 96 w 120"/>
                <a:gd name="T31" fmla="*/ 88 h 104"/>
                <a:gd name="T32" fmla="*/ 112 w 120"/>
                <a:gd name="T33" fmla="*/ 56 h 104"/>
                <a:gd name="T34" fmla="*/ 112 w 120"/>
                <a:gd name="T35" fmla="*/ 56 h 104"/>
                <a:gd name="T36" fmla="*/ 112 w 120"/>
                <a:gd name="T37" fmla="*/ 56 h 104"/>
                <a:gd name="T38" fmla="*/ 96 w 120"/>
                <a:gd name="T39" fmla="*/ 24 h 104"/>
                <a:gd name="T40" fmla="*/ 96 w 120"/>
                <a:gd name="T41" fmla="*/ 24 h 104"/>
                <a:gd name="T42" fmla="*/ 96 w 120"/>
                <a:gd name="T43" fmla="*/ 24 h 104"/>
                <a:gd name="T44" fmla="*/ 56 w 120"/>
                <a:gd name="T45" fmla="*/ 8 h 104"/>
                <a:gd name="T46" fmla="*/ 56 w 120"/>
                <a:gd name="T47" fmla="*/ 8 h 104"/>
                <a:gd name="T48" fmla="*/ 56 w 120"/>
                <a:gd name="T49" fmla="*/ 0 h 104"/>
                <a:gd name="T50" fmla="*/ 56 w 120"/>
                <a:gd name="T51" fmla="*/ 0 h 104"/>
                <a:gd name="T52" fmla="*/ 96 w 120"/>
                <a:gd name="T53" fmla="*/ 16 h 104"/>
                <a:gd name="T54" fmla="*/ 96 w 120"/>
                <a:gd name="T55" fmla="*/ 16 h 104"/>
                <a:gd name="T56" fmla="*/ 104 w 120"/>
                <a:gd name="T57" fmla="*/ 24 h 104"/>
                <a:gd name="T58" fmla="*/ 120 w 120"/>
                <a:gd name="T59" fmla="*/ 56 h 104"/>
                <a:gd name="T60" fmla="*/ 120 w 120"/>
                <a:gd name="T61" fmla="*/ 56 h 104"/>
                <a:gd name="T62" fmla="*/ 120 w 120"/>
                <a:gd name="T63" fmla="*/ 56 h 104"/>
                <a:gd name="T64" fmla="*/ 104 w 120"/>
                <a:gd name="T65" fmla="*/ 88 h 104"/>
                <a:gd name="T66" fmla="*/ 104 w 120"/>
                <a:gd name="T67" fmla="*/ 88 h 104"/>
                <a:gd name="T68" fmla="*/ 96 w 120"/>
                <a:gd name="T69" fmla="*/ 88 h 104"/>
                <a:gd name="T70" fmla="*/ 56 w 120"/>
                <a:gd name="T71" fmla="*/ 104 h 104"/>
                <a:gd name="T72" fmla="*/ 56 w 120"/>
                <a:gd name="T73" fmla="*/ 104 h 104"/>
                <a:gd name="T74" fmla="*/ 56 w 120"/>
                <a:gd name="T75" fmla="*/ 104 h 104"/>
                <a:gd name="T76" fmla="*/ 16 w 120"/>
                <a:gd name="T77" fmla="*/ 88 h 104"/>
                <a:gd name="T78" fmla="*/ 16 w 120"/>
                <a:gd name="T79" fmla="*/ 88 h 104"/>
                <a:gd name="T80" fmla="*/ 16 w 120"/>
                <a:gd name="T81" fmla="*/ 88 h 104"/>
                <a:gd name="T82" fmla="*/ 0 w 120"/>
                <a:gd name="T83" fmla="*/ 56 h 104"/>
                <a:gd name="T84" fmla="*/ 0 w 120"/>
                <a:gd name="T85" fmla="*/ 56 h 104"/>
                <a:gd name="T86" fmla="*/ 0 w 120"/>
                <a:gd name="T87" fmla="*/ 56 h 104"/>
                <a:gd name="T88" fmla="*/ 16 w 120"/>
                <a:gd name="T89" fmla="*/ 24 h 104"/>
                <a:gd name="T90" fmla="*/ 16 w 120"/>
                <a:gd name="T91" fmla="*/ 24 h 104"/>
                <a:gd name="T92" fmla="*/ 16 w 120"/>
                <a:gd name="T93" fmla="*/ 16 h 104"/>
                <a:gd name="T94" fmla="*/ 56 w 120"/>
                <a:gd name="T95" fmla="*/ 0 h 104"/>
                <a:gd name="T96" fmla="*/ 56 w 120"/>
                <a:gd name="T97" fmla="*/ 8 h 10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0"/>
                <a:gd name="T148" fmla="*/ 0 h 104"/>
                <a:gd name="T149" fmla="*/ 120 w 120"/>
                <a:gd name="T150" fmla="*/ 104 h 10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0" h="104">
                  <a:moveTo>
                    <a:pt x="56" y="8"/>
                  </a:moveTo>
                  <a:lnTo>
                    <a:pt x="16" y="24"/>
                  </a:lnTo>
                  <a:lnTo>
                    <a:pt x="24" y="24"/>
                  </a:lnTo>
                  <a:lnTo>
                    <a:pt x="8" y="56"/>
                  </a:lnTo>
                  <a:lnTo>
                    <a:pt x="24" y="88"/>
                  </a:lnTo>
                  <a:lnTo>
                    <a:pt x="16" y="80"/>
                  </a:lnTo>
                  <a:lnTo>
                    <a:pt x="56" y="96"/>
                  </a:lnTo>
                  <a:lnTo>
                    <a:pt x="96" y="80"/>
                  </a:lnTo>
                  <a:lnTo>
                    <a:pt x="96" y="88"/>
                  </a:lnTo>
                  <a:lnTo>
                    <a:pt x="112" y="56"/>
                  </a:lnTo>
                  <a:lnTo>
                    <a:pt x="96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96" y="16"/>
                  </a:lnTo>
                  <a:lnTo>
                    <a:pt x="104" y="24"/>
                  </a:lnTo>
                  <a:lnTo>
                    <a:pt x="120" y="56"/>
                  </a:lnTo>
                  <a:lnTo>
                    <a:pt x="104" y="88"/>
                  </a:lnTo>
                  <a:lnTo>
                    <a:pt x="96" y="88"/>
                  </a:lnTo>
                  <a:lnTo>
                    <a:pt x="56" y="104"/>
                  </a:lnTo>
                  <a:lnTo>
                    <a:pt x="16" y="88"/>
                  </a:lnTo>
                  <a:lnTo>
                    <a:pt x="0" y="5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56" y="0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2" name="Freeform 112"/>
            <p:cNvSpPr>
              <a:spLocks/>
            </p:cNvSpPr>
            <p:nvPr>
              <p:custDataLst>
                <p:tags r:id="rId118"/>
              </p:custDataLst>
            </p:nvPr>
          </p:nvSpPr>
          <p:spPr bwMode="auto">
            <a:xfrm>
              <a:off x="1472" y="2735"/>
              <a:ext cx="1" cy="8"/>
            </a:xfrm>
            <a:custGeom>
              <a:avLst/>
              <a:gdLst>
                <a:gd name="T0" fmla="*/ 0 w 1"/>
                <a:gd name="T1" fmla="*/ 8 h 8"/>
                <a:gd name="T2" fmla="*/ 0 w 1"/>
                <a:gd name="T3" fmla="*/ 8 h 8"/>
                <a:gd name="T4" fmla="*/ 0 w 1"/>
                <a:gd name="T5" fmla="*/ 8 h 8"/>
                <a:gd name="T6" fmla="*/ 0 w 1"/>
                <a:gd name="T7" fmla="*/ 0 h 8"/>
                <a:gd name="T8" fmla="*/ 0 w 1"/>
                <a:gd name="T9" fmla="*/ 0 h 8"/>
                <a:gd name="T10" fmla="*/ 0 w 1"/>
                <a:gd name="T11" fmla="*/ 0 h 8"/>
                <a:gd name="T12" fmla="*/ 0 w 1"/>
                <a:gd name="T13" fmla="*/ 8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"/>
                <a:gd name="T22" fmla="*/ 0 h 8"/>
                <a:gd name="T23" fmla="*/ 1 w 1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" h="8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3" name="Rectangle 113"/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1464" y="3191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4" name="Rectangle 115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1464" y="3191"/>
              <a:ext cx="8" cy="40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5" name="Rectangle 116"/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1872" y="1656"/>
              <a:ext cx="392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6" name="Rectangle 117"/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256" y="1656"/>
              <a:ext cx="8" cy="76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7" name="Rectangle 118"/>
            <p:cNvSpPr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1872" y="2408"/>
              <a:ext cx="38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8" name="Rectangle 119"/>
            <p:cNvSpPr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1872" y="1656"/>
              <a:ext cx="8" cy="752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09" name="Rectangle 120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1696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0" name="Rectangle 121"/>
            <p:cNvSpPr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1864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1" name="Rectangle 122"/>
            <p:cNvSpPr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1696" y="2016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2" name="Rectangle 123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2248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3" name="Rectangle 124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2416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4" name="Rectangle 125"/>
            <p:cNvSpPr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2248" y="2008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5" name="Rectangle 127"/>
            <p:cNvSpPr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1944" y="240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6" name="Rectangle 128"/>
            <p:cNvSpPr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1944" y="2408"/>
              <a:ext cx="8" cy="1199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7" name="Rectangle 129"/>
            <p:cNvSpPr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2160" y="272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8" name="Rectangle 130"/>
            <p:cNvSpPr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2160" y="2400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19" name="Rectangle 131"/>
            <p:cNvSpPr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2160" y="2400"/>
              <a:ext cx="8" cy="327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0" name="Rectangle 132"/>
            <p:cNvSpPr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2048" y="1664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1" name="Rectangle 133"/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2048" y="144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2" name="Rectangle 134"/>
            <p:cNvSpPr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2048" y="1448"/>
              <a:ext cx="8" cy="216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3" name="Rectangle 135"/>
            <p:cNvSpPr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1896" y="170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4" name="Rectangle 136"/>
            <p:cNvSpPr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1896" y="1896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5" name="Rectangle 137"/>
            <p:cNvSpPr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1896" y="2088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6" name="Rectangle 138"/>
            <p:cNvSpPr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1896" y="35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7" name="Rectangle 139"/>
            <p:cNvSpPr>
              <a:spLocks noChangeArrowheads="1"/>
            </p:cNvSpPr>
            <p:nvPr>
              <p:custDataLst>
                <p:tags r:id="rId143"/>
              </p:custDataLst>
            </p:nvPr>
          </p:nvSpPr>
          <p:spPr bwMode="auto">
            <a:xfrm>
              <a:off x="2000" y="36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8" name="Rectangle 140"/>
            <p:cNvSpPr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2144" y="36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29" name="Rectangle 141"/>
            <p:cNvSpPr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2256" y="3679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0" name="Rectangle 142"/>
            <p:cNvSpPr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2160" y="320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1" name="Rectangle 143"/>
            <p:cNvSpPr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2160" y="3023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2" name="Rectangle 144"/>
            <p:cNvSpPr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2160" y="3023"/>
              <a:ext cx="8" cy="184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3" name="Rectangle 145"/>
            <p:cNvSpPr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2040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4" name="Rectangle 146"/>
            <p:cNvSpPr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2304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5" name="Rectangle 147"/>
            <p:cNvSpPr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2040" y="3023"/>
              <a:ext cx="26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36" name="Freeform 148"/>
            <p:cNvSpPr>
              <a:spLocks/>
            </p:cNvSpPr>
            <p:nvPr>
              <p:custDataLst>
                <p:tags r:id="rId152"/>
              </p:custDataLst>
            </p:nvPr>
          </p:nvSpPr>
          <p:spPr bwMode="auto">
            <a:xfrm>
              <a:off x="2032" y="3023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37" name="Freeform 149"/>
            <p:cNvSpPr>
              <a:spLocks/>
            </p:cNvSpPr>
            <p:nvPr>
              <p:custDataLst>
                <p:tags r:id="rId153"/>
              </p:custDataLst>
            </p:nvPr>
          </p:nvSpPr>
          <p:spPr bwMode="auto">
            <a:xfrm>
              <a:off x="2168" y="283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38" name="Freeform 150"/>
            <p:cNvSpPr>
              <a:spLocks/>
            </p:cNvSpPr>
            <p:nvPr>
              <p:custDataLst>
                <p:tags r:id="rId154"/>
              </p:custDataLst>
            </p:nvPr>
          </p:nvSpPr>
          <p:spPr bwMode="auto">
            <a:xfrm>
              <a:off x="2032" y="2839"/>
              <a:ext cx="144" cy="192"/>
            </a:xfrm>
            <a:custGeom>
              <a:avLst/>
              <a:gdLst>
                <a:gd name="T0" fmla="*/ 0 w 144"/>
                <a:gd name="T1" fmla="*/ 184 h 192"/>
                <a:gd name="T2" fmla="*/ 8 w 144"/>
                <a:gd name="T3" fmla="*/ 192 h 192"/>
                <a:gd name="T4" fmla="*/ 144 w 144"/>
                <a:gd name="T5" fmla="*/ 8 h 192"/>
                <a:gd name="T6" fmla="*/ 136 w 144"/>
                <a:gd name="T7" fmla="*/ 0 h 192"/>
                <a:gd name="T8" fmla="*/ 0 w 144"/>
                <a:gd name="T9" fmla="*/ 184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92"/>
                <a:gd name="T17" fmla="*/ 144 w 14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92">
                  <a:moveTo>
                    <a:pt x="0" y="184"/>
                  </a:moveTo>
                  <a:lnTo>
                    <a:pt x="8" y="192"/>
                  </a:lnTo>
                  <a:lnTo>
                    <a:pt x="144" y="8"/>
                  </a:lnTo>
                  <a:lnTo>
                    <a:pt x="136" y="0"/>
                  </a:lnTo>
                  <a:lnTo>
                    <a:pt x="0" y="184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39" name="Freeform 151"/>
            <p:cNvSpPr>
              <a:spLocks/>
            </p:cNvSpPr>
            <p:nvPr>
              <p:custDataLst>
                <p:tags r:id="rId155"/>
              </p:custDataLst>
            </p:nvPr>
          </p:nvSpPr>
          <p:spPr bwMode="auto">
            <a:xfrm>
              <a:off x="2304" y="3023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Freeform 152"/>
            <p:cNvSpPr>
              <a:spLocks/>
            </p:cNvSpPr>
            <p:nvPr>
              <p:custDataLst>
                <p:tags r:id="rId156"/>
              </p:custDataLst>
            </p:nvPr>
          </p:nvSpPr>
          <p:spPr bwMode="auto">
            <a:xfrm>
              <a:off x="2168" y="2839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41" name="Freeform 153"/>
            <p:cNvSpPr>
              <a:spLocks/>
            </p:cNvSpPr>
            <p:nvPr>
              <p:custDataLst>
                <p:tags r:id="rId157"/>
              </p:custDataLst>
            </p:nvPr>
          </p:nvSpPr>
          <p:spPr bwMode="auto">
            <a:xfrm>
              <a:off x="2168" y="2839"/>
              <a:ext cx="144" cy="192"/>
            </a:xfrm>
            <a:custGeom>
              <a:avLst/>
              <a:gdLst>
                <a:gd name="T0" fmla="*/ 136 w 144"/>
                <a:gd name="T1" fmla="*/ 192 h 192"/>
                <a:gd name="T2" fmla="*/ 144 w 144"/>
                <a:gd name="T3" fmla="*/ 184 h 192"/>
                <a:gd name="T4" fmla="*/ 8 w 144"/>
                <a:gd name="T5" fmla="*/ 0 h 192"/>
                <a:gd name="T6" fmla="*/ 0 w 144"/>
                <a:gd name="T7" fmla="*/ 8 h 192"/>
                <a:gd name="T8" fmla="*/ 136 w 144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92"/>
                <a:gd name="T17" fmla="*/ 144 w 14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92">
                  <a:moveTo>
                    <a:pt x="136" y="192"/>
                  </a:moveTo>
                  <a:lnTo>
                    <a:pt x="144" y="184"/>
                  </a:lnTo>
                  <a:lnTo>
                    <a:pt x="8" y="0"/>
                  </a:lnTo>
                  <a:lnTo>
                    <a:pt x="0" y="8"/>
                  </a:lnTo>
                  <a:lnTo>
                    <a:pt x="136" y="192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42" name="Freeform 154"/>
            <p:cNvSpPr>
              <a:spLocks/>
            </p:cNvSpPr>
            <p:nvPr>
              <p:custDataLst>
                <p:tags r:id="rId158"/>
              </p:custDataLst>
            </p:nvPr>
          </p:nvSpPr>
          <p:spPr bwMode="auto">
            <a:xfrm>
              <a:off x="2120" y="2735"/>
              <a:ext cx="120" cy="104"/>
            </a:xfrm>
            <a:custGeom>
              <a:avLst/>
              <a:gdLst>
                <a:gd name="T0" fmla="*/ 56 w 120"/>
                <a:gd name="T1" fmla="*/ 8 h 104"/>
                <a:gd name="T2" fmla="*/ 16 w 120"/>
                <a:gd name="T3" fmla="*/ 24 h 104"/>
                <a:gd name="T4" fmla="*/ 24 w 120"/>
                <a:gd name="T5" fmla="*/ 24 h 104"/>
                <a:gd name="T6" fmla="*/ 24 w 120"/>
                <a:gd name="T7" fmla="*/ 24 h 104"/>
                <a:gd name="T8" fmla="*/ 8 w 120"/>
                <a:gd name="T9" fmla="*/ 56 h 104"/>
                <a:gd name="T10" fmla="*/ 8 w 120"/>
                <a:gd name="T11" fmla="*/ 56 h 104"/>
                <a:gd name="T12" fmla="*/ 8 w 120"/>
                <a:gd name="T13" fmla="*/ 56 h 104"/>
                <a:gd name="T14" fmla="*/ 24 w 120"/>
                <a:gd name="T15" fmla="*/ 88 h 104"/>
                <a:gd name="T16" fmla="*/ 16 w 120"/>
                <a:gd name="T17" fmla="*/ 80 h 104"/>
                <a:gd name="T18" fmla="*/ 16 w 120"/>
                <a:gd name="T19" fmla="*/ 80 h 104"/>
                <a:gd name="T20" fmla="*/ 56 w 120"/>
                <a:gd name="T21" fmla="*/ 96 h 104"/>
                <a:gd name="T22" fmla="*/ 56 w 120"/>
                <a:gd name="T23" fmla="*/ 96 h 104"/>
                <a:gd name="T24" fmla="*/ 56 w 120"/>
                <a:gd name="T25" fmla="*/ 96 h 104"/>
                <a:gd name="T26" fmla="*/ 96 w 120"/>
                <a:gd name="T27" fmla="*/ 80 h 104"/>
                <a:gd name="T28" fmla="*/ 96 w 120"/>
                <a:gd name="T29" fmla="*/ 88 h 104"/>
                <a:gd name="T30" fmla="*/ 96 w 120"/>
                <a:gd name="T31" fmla="*/ 88 h 104"/>
                <a:gd name="T32" fmla="*/ 112 w 120"/>
                <a:gd name="T33" fmla="*/ 56 h 104"/>
                <a:gd name="T34" fmla="*/ 112 w 120"/>
                <a:gd name="T35" fmla="*/ 56 h 104"/>
                <a:gd name="T36" fmla="*/ 112 w 120"/>
                <a:gd name="T37" fmla="*/ 56 h 104"/>
                <a:gd name="T38" fmla="*/ 96 w 120"/>
                <a:gd name="T39" fmla="*/ 24 h 104"/>
                <a:gd name="T40" fmla="*/ 96 w 120"/>
                <a:gd name="T41" fmla="*/ 24 h 104"/>
                <a:gd name="T42" fmla="*/ 96 w 120"/>
                <a:gd name="T43" fmla="*/ 24 h 104"/>
                <a:gd name="T44" fmla="*/ 56 w 120"/>
                <a:gd name="T45" fmla="*/ 8 h 104"/>
                <a:gd name="T46" fmla="*/ 56 w 120"/>
                <a:gd name="T47" fmla="*/ 8 h 104"/>
                <a:gd name="T48" fmla="*/ 56 w 120"/>
                <a:gd name="T49" fmla="*/ 0 h 104"/>
                <a:gd name="T50" fmla="*/ 56 w 120"/>
                <a:gd name="T51" fmla="*/ 0 h 104"/>
                <a:gd name="T52" fmla="*/ 96 w 120"/>
                <a:gd name="T53" fmla="*/ 16 h 104"/>
                <a:gd name="T54" fmla="*/ 96 w 120"/>
                <a:gd name="T55" fmla="*/ 16 h 104"/>
                <a:gd name="T56" fmla="*/ 104 w 120"/>
                <a:gd name="T57" fmla="*/ 24 h 104"/>
                <a:gd name="T58" fmla="*/ 120 w 120"/>
                <a:gd name="T59" fmla="*/ 56 h 104"/>
                <a:gd name="T60" fmla="*/ 120 w 120"/>
                <a:gd name="T61" fmla="*/ 56 h 104"/>
                <a:gd name="T62" fmla="*/ 120 w 120"/>
                <a:gd name="T63" fmla="*/ 56 h 104"/>
                <a:gd name="T64" fmla="*/ 104 w 120"/>
                <a:gd name="T65" fmla="*/ 88 h 104"/>
                <a:gd name="T66" fmla="*/ 104 w 120"/>
                <a:gd name="T67" fmla="*/ 88 h 104"/>
                <a:gd name="T68" fmla="*/ 96 w 120"/>
                <a:gd name="T69" fmla="*/ 88 h 104"/>
                <a:gd name="T70" fmla="*/ 56 w 120"/>
                <a:gd name="T71" fmla="*/ 104 h 104"/>
                <a:gd name="T72" fmla="*/ 56 w 120"/>
                <a:gd name="T73" fmla="*/ 104 h 104"/>
                <a:gd name="T74" fmla="*/ 56 w 120"/>
                <a:gd name="T75" fmla="*/ 104 h 104"/>
                <a:gd name="T76" fmla="*/ 16 w 120"/>
                <a:gd name="T77" fmla="*/ 88 h 104"/>
                <a:gd name="T78" fmla="*/ 16 w 120"/>
                <a:gd name="T79" fmla="*/ 88 h 104"/>
                <a:gd name="T80" fmla="*/ 16 w 120"/>
                <a:gd name="T81" fmla="*/ 88 h 104"/>
                <a:gd name="T82" fmla="*/ 0 w 120"/>
                <a:gd name="T83" fmla="*/ 56 h 104"/>
                <a:gd name="T84" fmla="*/ 0 w 120"/>
                <a:gd name="T85" fmla="*/ 56 h 104"/>
                <a:gd name="T86" fmla="*/ 0 w 120"/>
                <a:gd name="T87" fmla="*/ 56 h 104"/>
                <a:gd name="T88" fmla="*/ 16 w 120"/>
                <a:gd name="T89" fmla="*/ 24 h 104"/>
                <a:gd name="T90" fmla="*/ 16 w 120"/>
                <a:gd name="T91" fmla="*/ 24 h 104"/>
                <a:gd name="T92" fmla="*/ 16 w 120"/>
                <a:gd name="T93" fmla="*/ 16 h 104"/>
                <a:gd name="T94" fmla="*/ 56 w 120"/>
                <a:gd name="T95" fmla="*/ 0 h 104"/>
                <a:gd name="T96" fmla="*/ 56 w 120"/>
                <a:gd name="T97" fmla="*/ 8 h 10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0"/>
                <a:gd name="T148" fmla="*/ 0 h 104"/>
                <a:gd name="T149" fmla="*/ 120 w 120"/>
                <a:gd name="T150" fmla="*/ 104 h 10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0" h="104">
                  <a:moveTo>
                    <a:pt x="56" y="8"/>
                  </a:moveTo>
                  <a:lnTo>
                    <a:pt x="16" y="24"/>
                  </a:lnTo>
                  <a:lnTo>
                    <a:pt x="24" y="24"/>
                  </a:lnTo>
                  <a:lnTo>
                    <a:pt x="8" y="56"/>
                  </a:lnTo>
                  <a:lnTo>
                    <a:pt x="24" y="88"/>
                  </a:lnTo>
                  <a:lnTo>
                    <a:pt x="16" y="80"/>
                  </a:lnTo>
                  <a:lnTo>
                    <a:pt x="56" y="96"/>
                  </a:lnTo>
                  <a:lnTo>
                    <a:pt x="96" y="80"/>
                  </a:lnTo>
                  <a:lnTo>
                    <a:pt x="96" y="88"/>
                  </a:lnTo>
                  <a:lnTo>
                    <a:pt x="112" y="56"/>
                  </a:lnTo>
                  <a:lnTo>
                    <a:pt x="96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96" y="16"/>
                  </a:lnTo>
                  <a:lnTo>
                    <a:pt x="104" y="24"/>
                  </a:lnTo>
                  <a:lnTo>
                    <a:pt x="120" y="56"/>
                  </a:lnTo>
                  <a:lnTo>
                    <a:pt x="104" y="88"/>
                  </a:lnTo>
                  <a:lnTo>
                    <a:pt x="96" y="88"/>
                  </a:lnTo>
                  <a:lnTo>
                    <a:pt x="56" y="104"/>
                  </a:lnTo>
                  <a:lnTo>
                    <a:pt x="16" y="88"/>
                  </a:lnTo>
                  <a:lnTo>
                    <a:pt x="0" y="5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56" y="0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43" name="Freeform 155"/>
            <p:cNvSpPr>
              <a:spLocks/>
            </p:cNvSpPr>
            <p:nvPr>
              <p:custDataLst>
                <p:tags r:id="rId159"/>
              </p:custDataLst>
            </p:nvPr>
          </p:nvSpPr>
          <p:spPr bwMode="auto">
            <a:xfrm>
              <a:off x="2176" y="2735"/>
              <a:ext cx="1" cy="8"/>
            </a:xfrm>
            <a:custGeom>
              <a:avLst/>
              <a:gdLst>
                <a:gd name="T0" fmla="*/ 0 w 1"/>
                <a:gd name="T1" fmla="*/ 8 h 8"/>
                <a:gd name="T2" fmla="*/ 0 w 1"/>
                <a:gd name="T3" fmla="*/ 8 h 8"/>
                <a:gd name="T4" fmla="*/ 0 w 1"/>
                <a:gd name="T5" fmla="*/ 8 h 8"/>
                <a:gd name="T6" fmla="*/ 0 w 1"/>
                <a:gd name="T7" fmla="*/ 0 h 8"/>
                <a:gd name="T8" fmla="*/ 0 w 1"/>
                <a:gd name="T9" fmla="*/ 0 h 8"/>
                <a:gd name="T10" fmla="*/ 0 w 1"/>
                <a:gd name="T11" fmla="*/ 0 h 8"/>
                <a:gd name="T12" fmla="*/ 0 w 1"/>
                <a:gd name="T13" fmla="*/ 8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"/>
                <a:gd name="T22" fmla="*/ 0 h 8"/>
                <a:gd name="T23" fmla="*/ 1 w 1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" h="8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44" name="Rectangle 156"/>
            <p:cNvSpPr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2168" y="3191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45" name="Rectangle 158"/>
            <p:cNvSpPr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2168" y="3191"/>
              <a:ext cx="8" cy="40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46" name="Rectangle 159"/>
            <p:cNvSpPr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4480" y="1656"/>
              <a:ext cx="38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47" name="Rectangle 160"/>
            <p:cNvSpPr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4856" y="1656"/>
              <a:ext cx="8" cy="76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48" name="Rectangle 161"/>
            <p:cNvSpPr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4480" y="2408"/>
              <a:ext cx="376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49" name="Rectangle 162"/>
            <p:cNvSpPr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4480" y="1656"/>
              <a:ext cx="8" cy="752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0" name="Rectangle 163"/>
            <p:cNvSpPr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4304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1" name="Rectangle 164"/>
            <p:cNvSpPr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4472" y="2016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2" name="Rectangle 165"/>
            <p:cNvSpPr>
              <a:spLocks noChangeArrowheads="1"/>
            </p:cNvSpPr>
            <p:nvPr>
              <p:custDataLst>
                <p:tags r:id="rId168"/>
              </p:custDataLst>
            </p:nvPr>
          </p:nvSpPr>
          <p:spPr bwMode="auto">
            <a:xfrm>
              <a:off x="4304" y="2016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3" name="Rectangle 166"/>
            <p:cNvSpPr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4856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4" name="Rectangle 167"/>
            <p:cNvSpPr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5024" y="2008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5" name="Rectangle 168"/>
            <p:cNvSpPr>
              <a:spLocks noChangeArrowheads="1"/>
            </p:cNvSpPr>
            <p:nvPr>
              <p:custDataLst>
                <p:tags r:id="rId171"/>
              </p:custDataLst>
            </p:nvPr>
          </p:nvSpPr>
          <p:spPr bwMode="auto">
            <a:xfrm>
              <a:off x="4856" y="2008"/>
              <a:ext cx="168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6" name="Rectangle 170"/>
            <p:cNvSpPr>
              <a:spLocks noChangeArrowheads="1"/>
            </p:cNvSpPr>
            <p:nvPr>
              <p:custDataLst>
                <p:tags r:id="rId172"/>
              </p:custDataLst>
            </p:nvPr>
          </p:nvSpPr>
          <p:spPr bwMode="auto">
            <a:xfrm>
              <a:off x="4552" y="240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7" name="Rectangle 171"/>
            <p:cNvSpPr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4552" y="2408"/>
              <a:ext cx="8" cy="1199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8" name="Rectangle 172"/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4760" y="272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59" name="Rectangle 173"/>
            <p:cNvSpPr>
              <a:spLocks noChangeArrowheads="1"/>
            </p:cNvSpPr>
            <p:nvPr>
              <p:custDataLst>
                <p:tags r:id="rId175"/>
              </p:custDataLst>
            </p:nvPr>
          </p:nvSpPr>
          <p:spPr bwMode="auto">
            <a:xfrm>
              <a:off x="4760" y="2400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0" name="Rectangle 174"/>
            <p:cNvSpPr>
              <a:spLocks noChangeArrowheads="1"/>
            </p:cNvSpPr>
            <p:nvPr>
              <p:custDataLst>
                <p:tags r:id="rId176"/>
              </p:custDataLst>
            </p:nvPr>
          </p:nvSpPr>
          <p:spPr bwMode="auto">
            <a:xfrm>
              <a:off x="4760" y="2400"/>
              <a:ext cx="8" cy="327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1" name="Rectangle 175"/>
            <p:cNvSpPr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4648" y="1664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2" name="Rectangle 176"/>
            <p:cNvSpPr>
              <a:spLocks noChangeArrowheads="1"/>
            </p:cNvSpPr>
            <p:nvPr>
              <p:custDataLst>
                <p:tags r:id="rId178"/>
              </p:custDataLst>
            </p:nvPr>
          </p:nvSpPr>
          <p:spPr bwMode="auto">
            <a:xfrm>
              <a:off x="4648" y="1448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3" name="Rectangle 177"/>
            <p:cNvSpPr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4648" y="1448"/>
              <a:ext cx="8" cy="216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4" name="Rectangle 178"/>
            <p:cNvSpPr>
              <a:spLocks noChangeArrowheads="1"/>
            </p:cNvSpPr>
            <p:nvPr>
              <p:custDataLst>
                <p:tags r:id="rId180"/>
              </p:custDataLst>
            </p:nvPr>
          </p:nvSpPr>
          <p:spPr bwMode="auto">
            <a:xfrm>
              <a:off x="4504" y="1704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5" name="Rectangle 179"/>
            <p:cNvSpPr>
              <a:spLocks noChangeArrowheads="1"/>
            </p:cNvSpPr>
            <p:nvPr>
              <p:custDataLst>
                <p:tags r:id="rId181"/>
              </p:custDataLst>
            </p:nvPr>
          </p:nvSpPr>
          <p:spPr bwMode="auto">
            <a:xfrm>
              <a:off x="4504" y="1896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6" name="Rectangle 180"/>
            <p:cNvSpPr>
              <a:spLocks noChangeArrowheads="1"/>
            </p:cNvSpPr>
            <p:nvPr>
              <p:custDataLst>
                <p:tags r:id="rId182"/>
              </p:custDataLst>
            </p:nvPr>
          </p:nvSpPr>
          <p:spPr bwMode="auto">
            <a:xfrm>
              <a:off x="4504" y="2088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7" name="Rectangle 181"/>
            <p:cNvSpPr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4496" y="3575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8" name="Rectangle 182"/>
            <p:cNvSpPr>
              <a:spLocks noChangeArrowheads="1"/>
            </p:cNvSpPr>
            <p:nvPr>
              <p:custDataLst>
                <p:tags r:id="rId184"/>
              </p:custDataLst>
            </p:nvPr>
          </p:nvSpPr>
          <p:spPr bwMode="auto">
            <a:xfrm>
              <a:off x="4600" y="364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69" name="Rectangle 183"/>
            <p:cNvSpPr>
              <a:spLocks noChangeArrowheads="1"/>
            </p:cNvSpPr>
            <p:nvPr>
              <p:custDataLst>
                <p:tags r:id="rId185"/>
              </p:custDataLst>
            </p:nvPr>
          </p:nvSpPr>
          <p:spPr bwMode="auto">
            <a:xfrm>
              <a:off x="4752" y="3607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0" name="Rectangle 184"/>
            <p:cNvSpPr>
              <a:spLocks noChangeArrowheads="1"/>
            </p:cNvSpPr>
            <p:nvPr>
              <p:custDataLst>
                <p:tags r:id="rId186"/>
              </p:custDataLst>
            </p:nvPr>
          </p:nvSpPr>
          <p:spPr bwMode="auto">
            <a:xfrm>
              <a:off x="4856" y="3679"/>
              <a:ext cx="12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 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1" name="Rectangle 185"/>
            <p:cNvSpPr>
              <a:spLocks noChangeArrowheads="1"/>
            </p:cNvSpPr>
            <p:nvPr>
              <p:custDataLst>
                <p:tags r:id="rId187"/>
              </p:custDataLst>
            </p:nvPr>
          </p:nvSpPr>
          <p:spPr bwMode="auto">
            <a:xfrm>
              <a:off x="4768" y="3207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2" name="Rectangle 186"/>
            <p:cNvSpPr>
              <a:spLocks noChangeArrowheads="1"/>
            </p:cNvSpPr>
            <p:nvPr>
              <p:custDataLst>
                <p:tags r:id="rId188"/>
              </p:custDataLst>
            </p:nvPr>
          </p:nvSpPr>
          <p:spPr bwMode="auto">
            <a:xfrm>
              <a:off x="4768" y="3023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3" name="Rectangle 187"/>
            <p:cNvSpPr>
              <a:spLocks noChangeArrowheads="1"/>
            </p:cNvSpPr>
            <p:nvPr>
              <p:custDataLst>
                <p:tags r:id="rId189"/>
              </p:custDataLst>
            </p:nvPr>
          </p:nvSpPr>
          <p:spPr bwMode="auto">
            <a:xfrm>
              <a:off x="4768" y="3023"/>
              <a:ext cx="8" cy="184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4" name="Rectangle 188"/>
            <p:cNvSpPr>
              <a:spLocks noChangeArrowheads="1"/>
            </p:cNvSpPr>
            <p:nvPr>
              <p:custDataLst>
                <p:tags r:id="rId190"/>
              </p:custDataLst>
            </p:nvPr>
          </p:nvSpPr>
          <p:spPr bwMode="auto">
            <a:xfrm>
              <a:off x="4640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5" name="Rectangle 189"/>
            <p:cNvSpPr>
              <a:spLocks noChangeArrowheads="1"/>
            </p:cNvSpPr>
            <p:nvPr>
              <p:custDataLst>
                <p:tags r:id="rId191"/>
              </p:custDataLst>
            </p:nvPr>
          </p:nvSpPr>
          <p:spPr bwMode="auto">
            <a:xfrm>
              <a:off x="4904" y="3023"/>
              <a:ext cx="1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6" name="Rectangle 190"/>
            <p:cNvSpPr>
              <a:spLocks noChangeArrowheads="1"/>
            </p:cNvSpPr>
            <p:nvPr>
              <p:custDataLst>
                <p:tags r:id="rId192"/>
              </p:custDataLst>
            </p:nvPr>
          </p:nvSpPr>
          <p:spPr bwMode="auto">
            <a:xfrm>
              <a:off x="4640" y="3023"/>
              <a:ext cx="264" cy="8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77" name="Freeform 191"/>
            <p:cNvSpPr>
              <a:spLocks/>
            </p:cNvSpPr>
            <p:nvPr>
              <p:custDataLst>
                <p:tags r:id="rId193"/>
              </p:custDataLst>
            </p:nvPr>
          </p:nvSpPr>
          <p:spPr bwMode="auto">
            <a:xfrm>
              <a:off x="4632" y="3023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78" name="Freeform 192"/>
            <p:cNvSpPr>
              <a:spLocks/>
            </p:cNvSpPr>
            <p:nvPr>
              <p:custDataLst>
                <p:tags r:id="rId194"/>
              </p:custDataLst>
            </p:nvPr>
          </p:nvSpPr>
          <p:spPr bwMode="auto">
            <a:xfrm>
              <a:off x="4776" y="283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8 w 8"/>
                <a:gd name="T5" fmla="*/ 8 h 8"/>
                <a:gd name="T6" fmla="*/ 8 w 8"/>
                <a:gd name="T7" fmla="*/ 8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79" name="Freeform 193"/>
            <p:cNvSpPr>
              <a:spLocks/>
            </p:cNvSpPr>
            <p:nvPr>
              <p:custDataLst>
                <p:tags r:id="rId195"/>
              </p:custDataLst>
            </p:nvPr>
          </p:nvSpPr>
          <p:spPr bwMode="auto">
            <a:xfrm>
              <a:off x="4632" y="2839"/>
              <a:ext cx="152" cy="192"/>
            </a:xfrm>
            <a:custGeom>
              <a:avLst/>
              <a:gdLst>
                <a:gd name="T0" fmla="*/ 0 w 152"/>
                <a:gd name="T1" fmla="*/ 184 h 192"/>
                <a:gd name="T2" fmla="*/ 8 w 152"/>
                <a:gd name="T3" fmla="*/ 192 h 192"/>
                <a:gd name="T4" fmla="*/ 152 w 152"/>
                <a:gd name="T5" fmla="*/ 8 h 192"/>
                <a:gd name="T6" fmla="*/ 144 w 152"/>
                <a:gd name="T7" fmla="*/ 0 h 192"/>
                <a:gd name="T8" fmla="*/ 0 w 152"/>
                <a:gd name="T9" fmla="*/ 184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2"/>
                <a:gd name="T16" fmla="*/ 0 h 192"/>
                <a:gd name="T17" fmla="*/ 152 w 15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2" h="192">
                  <a:moveTo>
                    <a:pt x="0" y="184"/>
                  </a:moveTo>
                  <a:lnTo>
                    <a:pt x="8" y="192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0" y="184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0" name="Freeform 194"/>
            <p:cNvSpPr>
              <a:spLocks/>
            </p:cNvSpPr>
            <p:nvPr>
              <p:custDataLst>
                <p:tags r:id="rId196"/>
              </p:custDataLst>
            </p:nvPr>
          </p:nvSpPr>
          <p:spPr bwMode="auto">
            <a:xfrm>
              <a:off x="4912" y="3023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1" name="Freeform 195"/>
            <p:cNvSpPr>
              <a:spLocks/>
            </p:cNvSpPr>
            <p:nvPr>
              <p:custDataLst>
                <p:tags r:id="rId197"/>
              </p:custDataLst>
            </p:nvPr>
          </p:nvSpPr>
          <p:spPr bwMode="auto">
            <a:xfrm>
              <a:off x="4768" y="2839"/>
              <a:ext cx="8" cy="8"/>
            </a:xfrm>
            <a:custGeom>
              <a:avLst/>
              <a:gdLst>
                <a:gd name="T0" fmla="*/ 0 w 8"/>
                <a:gd name="T1" fmla="*/ 8 h 8"/>
                <a:gd name="T2" fmla="*/ 0 w 8"/>
                <a:gd name="T3" fmla="*/ 8 h 8"/>
                <a:gd name="T4" fmla="*/ 8 w 8"/>
                <a:gd name="T5" fmla="*/ 0 h 8"/>
                <a:gd name="T6" fmla="*/ 8 w 8"/>
                <a:gd name="T7" fmla="*/ 0 h 8"/>
                <a:gd name="T8" fmla="*/ 0 w 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2" name="Freeform 196"/>
            <p:cNvSpPr>
              <a:spLocks/>
            </p:cNvSpPr>
            <p:nvPr>
              <p:custDataLst>
                <p:tags r:id="rId198"/>
              </p:custDataLst>
            </p:nvPr>
          </p:nvSpPr>
          <p:spPr bwMode="auto">
            <a:xfrm>
              <a:off x="4768" y="2839"/>
              <a:ext cx="152" cy="192"/>
            </a:xfrm>
            <a:custGeom>
              <a:avLst/>
              <a:gdLst>
                <a:gd name="T0" fmla="*/ 144 w 152"/>
                <a:gd name="T1" fmla="*/ 192 h 192"/>
                <a:gd name="T2" fmla="*/ 152 w 152"/>
                <a:gd name="T3" fmla="*/ 184 h 192"/>
                <a:gd name="T4" fmla="*/ 8 w 152"/>
                <a:gd name="T5" fmla="*/ 0 h 192"/>
                <a:gd name="T6" fmla="*/ 0 w 152"/>
                <a:gd name="T7" fmla="*/ 8 h 192"/>
                <a:gd name="T8" fmla="*/ 144 w 152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2"/>
                <a:gd name="T16" fmla="*/ 0 h 192"/>
                <a:gd name="T17" fmla="*/ 152 w 15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2" h="192">
                  <a:moveTo>
                    <a:pt x="144" y="192"/>
                  </a:moveTo>
                  <a:lnTo>
                    <a:pt x="152" y="184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4" y="192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3" name="Freeform 197"/>
            <p:cNvSpPr>
              <a:spLocks/>
            </p:cNvSpPr>
            <p:nvPr>
              <p:custDataLst>
                <p:tags r:id="rId199"/>
              </p:custDataLst>
            </p:nvPr>
          </p:nvSpPr>
          <p:spPr bwMode="auto">
            <a:xfrm>
              <a:off x="4720" y="2735"/>
              <a:ext cx="120" cy="104"/>
            </a:xfrm>
            <a:custGeom>
              <a:avLst/>
              <a:gdLst>
                <a:gd name="T0" fmla="*/ 56 w 120"/>
                <a:gd name="T1" fmla="*/ 8 h 104"/>
                <a:gd name="T2" fmla="*/ 16 w 120"/>
                <a:gd name="T3" fmla="*/ 24 h 104"/>
                <a:gd name="T4" fmla="*/ 24 w 120"/>
                <a:gd name="T5" fmla="*/ 24 h 104"/>
                <a:gd name="T6" fmla="*/ 24 w 120"/>
                <a:gd name="T7" fmla="*/ 24 h 104"/>
                <a:gd name="T8" fmla="*/ 8 w 120"/>
                <a:gd name="T9" fmla="*/ 56 h 104"/>
                <a:gd name="T10" fmla="*/ 8 w 120"/>
                <a:gd name="T11" fmla="*/ 56 h 104"/>
                <a:gd name="T12" fmla="*/ 8 w 120"/>
                <a:gd name="T13" fmla="*/ 56 h 104"/>
                <a:gd name="T14" fmla="*/ 24 w 120"/>
                <a:gd name="T15" fmla="*/ 88 h 104"/>
                <a:gd name="T16" fmla="*/ 16 w 120"/>
                <a:gd name="T17" fmla="*/ 80 h 104"/>
                <a:gd name="T18" fmla="*/ 16 w 120"/>
                <a:gd name="T19" fmla="*/ 80 h 104"/>
                <a:gd name="T20" fmla="*/ 56 w 120"/>
                <a:gd name="T21" fmla="*/ 96 h 104"/>
                <a:gd name="T22" fmla="*/ 56 w 120"/>
                <a:gd name="T23" fmla="*/ 96 h 104"/>
                <a:gd name="T24" fmla="*/ 56 w 120"/>
                <a:gd name="T25" fmla="*/ 96 h 104"/>
                <a:gd name="T26" fmla="*/ 96 w 120"/>
                <a:gd name="T27" fmla="*/ 80 h 104"/>
                <a:gd name="T28" fmla="*/ 96 w 120"/>
                <a:gd name="T29" fmla="*/ 88 h 104"/>
                <a:gd name="T30" fmla="*/ 96 w 120"/>
                <a:gd name="T31" fmla="*/ 88 h 104"/>
                <a:gd name="T32" fmla="*/ 112 w 120"/>
                <a:gd name="T33" fmla="*/ 56 h 104"/>
                <a:gd name="T34" fmla="*/ 112 w 120"/>
                <a:gd name="T35" fmla="*/ 56 h 104"/>
                <a:gd name="T36" fmla="*/ 112 w 120"/>
                <a:gd name="T37" fmla="*/ 56 h 104"/>
                <a:gd name="T38" fmla="*/ 96 w 120"/>
                <a:gd name="T39" fmla="*/ 24 h 104"/>
                <a:gd name="T40" fmla="*/ 96 w 120"/>
                <a:gd name="T41" fmla="*/ 24 h 104"/>
                <a:gd name="T42" fmla="*/ 96 w 120"/>
                <a:gd name="T43" fmla="*/ 24 h 104"/>
                <a:gd name="T44" fmla="*/ 56 w 120"/>
                <a:gd name="T45" fmla="*/ 8 h 104"/>
                <a:gd name="T46" fmla="*/ 56 w 120"/>
                <a:gd name="T47" fmla="*/ 8 h 104"/>
                <a:gd name="T48" fmla="*/ 56 w 120"/>
                <a:gd name="T49" fmla="*/ 0 h 104"/>
                <a:gd name="T50" fmla="*/ 56 w 120"/>
                <a:gd name="T51" fmla="*/ 0 h 104"/>
                <a:gd name="T52" fmla="*/ 96 w 120"/>
                <a:gd name="T53" fmla="*/ 16 h 104"/>
                <a:gd name="T54" fmla="*/ 96 w 120"/>
                <a:gd name="T55" fmla="*/ 16 h 104"/>
                <a:gd name="T56" fmla="*/ 104 w 120"/>
                <a:gd name="T57" fmla="*/ 24 h 104"/>
                <a:gd name="T58" fmla="*/ 120 w 120"/>
                <a:gd name="T59" fmla="*/ 56 h 104"/>
                <a:gd name="T60" fmla="*/ 120 w 120"/>
                <a:gd name="T61" fmla="*/ 56 h 104"/>
                <a:gd name="T62" fmla="*/ 120 w 120"/>
                <a:gd name="T63" fmla="*/ 56 h 104"/>
                <a:gd name="T64" fmla="*/ 104 w 120"/>
                <a:gd name="T65" fmla="*/ 88 h 104"/>
                <a:gd name="T66" fmla="*/ 104 w 120"/>
                <a:gd name="T67" fmla="*/ 88 h 104"/>
                <a:gd name="T68" fmla="*/ 96 w 120"/>
                <a:gd name="T69" fmla="*/ 88 h 104"/>
                <a:gd name="T70" fmla="*/ 56 w 120"/>
                <a:gd name="T71" fmla="*/ 104 h 104"/>
                <a:gd name="T72" fmla="*/ 56 w 120"/>
                <a:gd name="T73" fmla="*/ 104 h 104"/>
                <a:gd name="T74" fmla="*/ 56 w 120"/>
                <a:gd name="T75" fmla="*/ 104 h 104"/>
                <a:gd name="T76" fmla="*/ 16 w 120"/>
                <a:gd name="T77" fmla="*/ 88 h 104"/>
                <a:gd name="T78" fmla="*/ 16 w 120"/>
                <a:gd name="T79" fmla="*/ 88 h 104"/>
                <a:gd name="T80" fmla="*/ 16 w 120"/>
                <a:gd name="T81" fmla="*/ 88 h 104"/>
                <a:gd name="T82" fmla="*/ 0 w 120"/>
                <a:gd name="T83" fmla="*/ 56 h 104"/>
                <a:gd name="T84" fmla="*/ 0 w 120"/>
                <a:gd name="T85" fmla="*/ 56 h 104"/>
                <a:gd name="T86" fmla="*/ 0 w 120"/>
                <a:gd name="T87" fmla="*/ 56 h 104"/>
                <a:gd name="T88" fmla="*/ 16 w 120"/>
                <a:gd name="T89" fmla="*/ 24 h 104"/>
                <a:gd name="T90" fmla="*/ 16 w 120"/>
                <a:gd name="T91" fmla="*/ 24 h 104"/>
                <a:gd name="T92" fmla="*/ 16 w 120"/>
                <a:gd name="T93" fmla="*/ 16 h 104"/>
                <a:gd name="T94" fmla="*/ 56 w 120"/>
                <a:gd name="T95" fmla="*/ 0 h 104"/>
                <a:gd name="T96" fmla="*/ 56 w 120"/>
                <a:gd name="T97" fmla="*/ 8 h 10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0"/>
                <a:gd name="T148" fmla="*/ 0 h 104"/>
                <a:gd name="T149" fmla="*/ 120 w 120"/>
                <a:gd name="T150" fmla="*/ 104 h 10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0" h="104">
                  <a:moveTo>
                    <a:pt x="56" y="8"/>
                  </a:moveTo>
                  <a:lnTo>
                    <a:pt x="16" y="24"/>
                  </a:lnTo>
                  <a:lnTo>
                    <a:pt x="24" y="24"/>
                  </a:lnTo>
                  <a:lnTo>
                    <a:pt x="8" y="56"/>
                  </a:lnTo>
                  <a:lnTo>
                    <a:pt x="24" y="88"/>
                  </a:lnTo>
                  <a:lnTo>
                    <a:pt x="16" y="80"/>
                  </a:lnTo>
                  <a:lnTo>
                    <a:pt x="56" y="96"/>
                  </a:lnTo>
                  <a:lnTo>
                    <a:pt x="96" y="80"/>
                  </a:lnTo>
                  <a:lnTo>
                    <a:pt x="96" y="88"/>
                  </a:lnTo>
                  <a:lnTo>
                    <a:pt x="112" y="56"/>
                  </a:lnTo>
                  <a:lnTo>
                    <a:pt x="96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96" y="16"/>
                  </a:lnTo>
                  <a:lnTo>
                    <a:pt x="104" y="24"/>
                  </a:lnTo>
                  <a:lnTo>
                    <a:pt x="120" y="56"/>
                  </a:lnTo>
                  <a:lnTo>
                    <a:pt x="104" y="88"/>
                  </a:lnTo>
                  <a:lnTo>
                    <a:pt x="96" y="88"/>
                  </a:lnTo>
                  <a:lnTo>
                    <a:pt x="56" y="104"/>
                  </a:lnTo>
                  <a:lnTo>
                    <a:pt x="16" y="88"/>
                  </a:lnTo>
                  <a:lnTo>
                    <a:pt x="0" y="5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56" y="0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4" name="Freeform 198"/>
            <p:cNvSpPr>
              <a:spLocks/>
            </p:cNvSpPr>
            <p:nvPr>
              <p:custDataLst>
                <p:tags r:id="rId200"/>
              </p:custDataLst>
            </p:nvPr>
          </p:nvSpPr>
          <p:spPr bwMode="auto">
            <a:xfrm>
              <a:off x="4776" y="2735"/>
              <a:ext cx="1" cy="8"/>
            </a:xfrm>
            <a:custGeom>
              <a:avLst/>
              <a:gdLst>
                <a:gd name="T0" fmla="*/ 0 w 1"/>
                <a:gd name="T1" fmla="*/ 8 h 8"/>
                <a:gd name="T2" fmla="*/ 0 w 1"/>
                <a:gd name="T3" fmla="*/ 8 h 8"/>
                <a:gd name="T4" fmla="*/ 0 w 1"/>
                <a:gd name="T5" fmla="*/ 8 h 8"/>
                <a:gd name="T6" fmla="*/ 0 w 1"/>
                <a:gd name="T7" fmla="*/ 0 h 8"/>
                <a:gd name="T8" fmla="*/ 0 w 1"/>
                <a:gd name="T9" fmla="*/ 0 h 8"/>
                <a:gd name="T10" fmla="*/ 0 w 1"/>
                <a:gd name="T11" fmla="*/ 0 h 8"/>
                <a:gd name="T12" fmla="*/ 0 w 1"/>
                <a:gd name="T13" fmla="*/ 8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"/>
                <a:gd name="T22" fmla="*/ 0 h 8"/>
                <a:gd name="T23" fmla="*/ 1 w 1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" h="8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85" name="Rectangle 199"/>
            <p:cNvSpPr>
              <a:spLocks noChangeArrowheads="1"/>
            </p:cNvSpPr>
            <p:nvPr>
              <p:custDataLst>
                <p:tags r:id="rId201"/>
              </p:custDataLst>
            </p:nvPr>
          </p:nvSpPr>
          <p:spPr bwMode="auto">
            <a:xfrm>
              <a:off x="4768" y="3191"/>
              <a:ext cx="8" cy="1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86" name="Rectangle 201"/>
            <p:cNvSpPr>
              <a:spLocks noChangeArrowheads="1"/>
            </p:cNvSpPr>
            <p:nvPr>
              <p:custDataLst>
                <p:tags r:id="rId202"/>
              </p:custDataLst>
            </p:nvPr>
          </p:nvSpPr>
          <p:spPr bwMode="auto">
            <a:xfrm>
              <a:off x="4768" y="3191"/>
              <a:ext cx="8" cy="400"/>
            </a:xfrm>
            <a:prstGeom prst="rect">
              <a:avLst/>
            </a:prstGeom>
            <a:blipFill dpi="0" rotWithShape="0">
              <a:blip r:embed="rId20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064182CF-6E02-454A-82DC-792058E84F26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53197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304800"/>
            <a:ext cx="8080375" cy="1143000"/>
          </a:xfrm>
        </p:spPr>
        <p:txBody>
          <a:bodyPr/>
          <a:lstStyle/>
          <a:p>
            <a:pPr eaLnBrk="1" hangingPunct="1"/>
            <a:r>
              <a:rPr lang="en-US" altLang="en-US"/>
              <a:t>Combined Ripple-carry Adder/Subtractor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676400"/>
            <a:ext cx="7772400" cy="91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Op = 1 =&gt; subtract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XOR B with control and set c</a:t>
            </a:r>
            <a:r>
              <a:rPr lang="en-US" altLang="en-US" sz="2800" baseline="-25000" dirty="0"/>
              <a:t>in0</a:t>
            </a:r>
            <a:r>
              <a:rPr lang="en-US" altLang="en-US" sz="2800" dirty="0"/>
              <a:t> to Op</a:t>
            </a:r>
          </a:p>
        </p:txBody>
      </p:sp>
      <p:sp>
        <p:nvSpPr>
          <p:cNvPr id="17412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3738" y="3211513"/>
            <a:ext cx="6096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3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90638" y="3211513"/>
            <a:ext cx="12700" cy="109696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4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93738" y="4297363"/>
            <a:ext cx="5969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5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4338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6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1038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7" name="Rectangle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90638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8" name="Rectangle 1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557338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9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08038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0" name="Rectangle 1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38238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1" name="Rectangle 1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138238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2" name="Rectangle 2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138238" y="4297363"/>
            <a:ext cx="12700" cy="47783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3" name="Rectangle 21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960438" y="322262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4" name="Rectangle 22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960438" y="28956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5" name="Rectangle 2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062038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6" name="Rectangle 25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062038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7" name="Rectangle 26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062038" y="5230813"/>
            <a:ext cx="12700" cy="2095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8" name="Rectangle 27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214438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9" name="Rectangle 28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214438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0" name="Rectangle 29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214438" y="5230813"/>
            <a:ext cx="12700" cy="2095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1" name="Rectangle 30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138238" y="48450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2" name="Rectangle 31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138238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3" name="Rectangle 32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138238" y="4775200"/>
            <a:ext cx="12700" cy="698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4" name="Rectangle 3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98538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5" name="Rectangle 39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998538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6" name="Rectangle 41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290638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7" name="Rectangle 42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290638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8" name="Rectangle 43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290638" y="5008563"/>
            <a:ext cx="12700" cy="2682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39" name="Rectangle 55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52438" y="5662613"/>
            <a:ext cx="1587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0" name="Rectangle 56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470900" y="5662613"/>
            <a:ext cx="1588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1" name="Rectangle 58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074738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2" name="Rectangle 59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074738" y="60356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3" name="Rectangle 61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214438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4" name="Rectangle 62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214438" y="57435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5" name="Rectangle 63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1214438" y="5440363"/>
            <a:ext cx="12700" cy="3032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6" name="Rectangle 74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01638" y="567372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7" name="Rectangle 80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811338" y="3211513"/>
            <a:ext cx="611187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8" name="Rectangle 82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1811338" y="4297363"/>
            <a:ext cx="598487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49" name="Rectangle 91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1927225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0" name="Rectangle 93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2257425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1" name="Rectangle 94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257425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2" name="Rectangle 96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2079625" y="322262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3" name="Rectangle 97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2079625" y="28956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4" name="Rectangle 99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21812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5" name="Rectangle 100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2181225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6" name="Rectangle 102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23336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7" name="Rectangle 103"/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2333625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8" name="Rectangle 105"/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2257425" y="48450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59" name="Rectangle 106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2257425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0" name="Rectangle 113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2117725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1" name="Rectangle 114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117725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2" name="Rectangle 116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2409825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3" name="Rectangle 117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409825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4" name="Rectangle 130"/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21939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5" name="Rectangle 131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2193925" y="60356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6" name="Rectangle 133"/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23336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7" name="Freeform 138"/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2397125" y="5673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7 w 8"/>
              <a:gd name="T7" fmla="*/ 0 h 1588"/>
              <a:gd name="T8" fmla="*/ 2147483647 w 8"/>
              <a:gd name="T9" fmla="*/ 0 h 1588"/>
              <a:gd name="T10" fmla="*/ 2147483647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8" name="Rectangle 146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2917825" y="3211513"/>
            <a:ext cx="6096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69" name="Rectangle 148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2917825" y="4297363"/>
            <a:ext cx="5969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0" name="Rectangle 157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3032125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1" name="Rectangle 159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3362325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2" name="Rectangle 160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3362325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3" name="Rectangle 162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3184525" y="322262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4" name="Rectangle 163"/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3184525" y="28956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5" name="Rectangle 165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32988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6" name="Rectangle 166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3298825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7" name="Rectangle 168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34512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8" name="Rectangle 169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3451225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79" name="Rectangle 171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3375025" y="48450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0" name="Rectangle 172"/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3375025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1" name="Rectangle 179"/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3222625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2" name="Rectangle 180"/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3222625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3" name="Rectangle 182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3527425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4" name="Rectangle 183"/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3527425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5" name="Rectangle 196"/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32988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6" name="Rectangle 197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3298825" y="60356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7" name="Rectangle 199"/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3438525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88" name="Freeform 204"/>
          <p:cNvSpPr>
            <a:spLocks/>
          </p:cNvSpPr>
          <p:nvPr>
            <p:custDataLst>
              <p:tags r:id="rId80"/>
            </p:custDataLst>
          </p:nvPr>
        </p:nvSpPr>
        <p:spPr bwMode="auto">
          <a:xfrm>
            <a:off x="3502025" y="5673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7 w 8"/>
              <a:gd name="T7" fmla="*/ 0 h 1588"/>
              <a:gd name="T8" fmla="*/ 2147483647 w 8"/>
              <a:gd name="T9" fmla="*/ 0 h 1588"/>
              <a:gd name="T10" fmla="*/ 2147483647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9" name="Rectangle 213"/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7034213" y="3211513"/>
            <a:ext cx="6096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0" name="Rectangle 214"/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7631113" y="3211513"/>
            <a:ext cx="12700" cy="109696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1" name="Rectangle 215"/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7034213" y="4297363"/>
            <a:ext cx="596900" cy="111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2" name="Rectangle 217"/>
          <p:cNvSpPr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6754813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3" name="Rectangle 218"/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7021513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4" name="Rectangle 220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7631113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5" name="Rectangle 221"/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7899400" y="3724275"/>
            <a:ext cx="1588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6" name="Rectangle 224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7148513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7" name="Rectangle 226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7478713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8" name="Rectangle 227"/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7478713" y="4297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99" name="Rectangle 228"/>
          <p:cNvSpPr>
            <a:spLocks noChangeArrowheads="1"/>
          </p:cNvSpPr>
          <p:nvPr>
            <p:custDataLst>
              <p:tags r:id="rId91"/>
            </p:custDataLst>
          </p:nvPr>
        </p:nvSpPr>
        <p:spPr bwMode="auto">
          <a:xfrm>
            <a:off x="7478713" y="4297363"/>
            <a:ext cx="12700" cy="47783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0" name="Rectangle 229"/>
          <p:cNvSpPr>
            <a:spLocks noChangeArrowheads="1"/>
          </p:cNvSpPr>
          <p:nvPr>
            <p:custDataLst>
              <p:tags r:id="rId92"/>
            </p:custDataLst>
          </p:nvPr>
        </p:nvSpPr>
        <p:spPr bwMode="auto">
          <a:xfrm>
            <a:off x="7300913" y="322262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1" name="Rectangle 230"/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7300913" y="28956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2" name="Rectangle 232"/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7402513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3" name="Rectangle 233"/>
          <p:cNvSpPr>
            <a:spLocks noChangeArrowheads="1"/>
          </p:cNvSpPr>
          <p:nvPr>
            <p:custDataLst>
              <p:tags r:id="rId95"/>
            </p:custDataLst>
          </p:nvPr>
        </p:nvSpPr>
        <p:spPr bwMode="auto">
          <a:xfrm>
            <a:off x="7402513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4" name="Rectangle 234"/>
          <p:cNvSpPr>
            <a:spLocks noChangeArrowheads="1"/>
          </p:cNvSpPr>
          <p:nvPr>
            <p:custDataLst>
              <p:tags r:id="rId96"/>
            </p:custDataLst>
          </p:nvPr>
        </p:nvSpPr>
        <p:spPr bwMode="auto">
          <a:xfrm>
            <a:off x="7402513" y="5230813"/>
            <a:ext cx="12700" cy="2095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5" name="Rectangle 235"/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>
            <a:off x="7554913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6" name="Rectangle 236"/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7554913" y="523081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7" name="Rectangle 237"/>
          <p:cNvSpPr>
            <a:spLocks noChangeArrowheads="1"/>
          </p:cNvSpPr>
          <p:nvPr>
            <p:custDataLst>
              <p:tags r:id="rId99"/>
            </p:custDataLst>
          </p:nvPr>
        </p:nvSpPr>
        <p:spPr bwMode="auto">
          <a:xfrm>
            <a:off x="7554913" y="5230813"/>
            <a:ext cx="12700" cy="2095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8" name="Rectangle 238"/>
          <p:cNvSpPr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7478713" y="48450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09" name="Rectangle 239"/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>
            <a:off x="7478713" y="477520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0" name="Rectangle 240"/>
          <p:cNvSpPr>
            <a:spLocks noChangeArrowheads="1"/>
          </p:cNvSpPr>
          <p:nvPr>
            <p:custDataLst>
              <p:tags r:id="rId102"/>
            </p:custDataLst>
          </p:nvPr>
        </p:nvSpPr>
        <p:spPr bwMode="auto">
          <a:xfrm>
            <a:off x="7478713" y="4775200"/>
            <a:ext cx="12700" cy="6985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1" name="Rectangle 246"/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>
            <a:off x="7339013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2" name="Rectangle 247"/>
          <p:cNvSpPr>
            <a:spLocks noChangeArrowheads="1"/>
          </p:cNvSpPr>
          <p:nvPr>
            <p:custDataLst>
              <p:tags r:id="rId104"/>
            </p:custDataLst>
          </p:nvPr>
        </p:nvSpPr>
        <p:spPr bwMode="auto">
          <a:xfrm>
            <a:off x="7339013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3" name="Rectangle 249"/>
          <p:cNvSpPr>
            <a:spLocks noChangeArrowheads="1"/>
          </p:cNvSpPr>
          <p:nvPr>
            <p:custDataLst>
              <p:tags r:id="rId105"/>
            </p:custDataLst>
          </p:nvPr>
        </p:nvSpPr>
        <p:spPr bwMode="auto">
          <a:xfrm>
            <a:off x="7631113" y="5276850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4" name="Rectangle 250"/>
          <p:cNvSpPr>
            <a:spLocks noChangeArrowheads="1"/>
          </p:cNvSpPr>
          <p:nvPr>
            <p:custDataLst>
              <p:tags r:id="rId106"/>
            </p:custDataLst>
          </p:nvPr>
        </p:nvSpPr>
        <p:spPr bwMode="auto">
          <a:xfrm>
            <a:off x="7631113" y="50085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5" name="Rectangle 251"/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7631113" y="5008563"/>
            <a:ext cx="12700" cy="2682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6" name="Rectangle 263"/>
          <p:cNvSpPr>
            <a:spLocks noChangeArrowheads="1"/>
          </p:cNvSpPr>
          <p:nvPr>
            <p:custDataLst>
              <p:tags r:id="rId108"/>
            </p:custDataLst>
          </p:nvPr>
        </p:nvSpPr>
        <p:spPr bwMode="auto">
          <a:xfrm>
            <a:off x="7415213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7" name="Rectangle 264"/>
          <p:cNvSpPr>
            <a:spLocks noChangeArrowheads="1"/>
          </p:cNvSpPr>
          <p:nvPr>
            <p:custDataLst>
              <p:tags r:id="rId109"/>
            </p:custDataLst>
          </p:nvPr>
        </p:nvSpPr>
        <p:spPr bwMode="auto">
          <a:xfrm>
            <a:off x="7415213" y="60356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8" name="Rectangle 266"/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>
            <a:off x="7554913" y="5440363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19" name="Rectangle 267"/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>
            <a:off x="7554913" y="5743575"/>
            <a:ext cx="12700" cy="1588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0" name="Rectangle 268"/>
          <p:cNvSpPr>
            <a:spLocks noChangeArrowheads="1"/>
          </p:cNvSpPr>
          <p:nvPr>
            <p:custDataLst>
              <p:tags r:id="rId112"/>
            </p:custDataLst>
          </p:nvPr>
        </p:nvSpPr>
        <p:spPr bwMode="auto">
          <a:xfrm>
            <a:off x="7554913" y="5440363"/>
            <a:ext cx="12700" cy="303212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1" name="Rectangle 282"/>
          <p:cNvSpPr>
            <a:spLocks noChangeArrowheads="1"/>
          </p:cNvSpPr>
          <p:nvPr>
            <p:custDataLst>
              <p:tags r:id="rId113"/>
            </p:custDataLst>
          </p:nvPr>
        </p:nvSpPr>
        <p:spPr bwMode="auto">
          <a:xfrm>
            <a:off x="3756025" y="3724275"/>
            <a:ext cx="1588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2" name="Rectangle 283"/>
          <p:cNvSpPr>
            <a:spLocks noChangeArrowheads="1"/>
          </p:cNvSpPr>
          <p:nvPr>
            <p:custDataLst>
              <p:tags r:id="rId114"/>
            </p:custDataLst>
          </p:nvPr>
        </p:nvSpPr>
        <p:spPr bwMode="auto">
          <a:xfrm>
            <a:off x="3806825" y="3724275"/>
            <a:ext cx="1588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3" name="Rectangle 301"/>
          <p:cNvSpPr>
            <a:spLocks noChangeArrowheads="1"/>
          </p:cNvSpPr>
          <p:nvPr>
            <p:custDataLst>
              <p:tags r:id="rId115"/>
            </p:custDataLst>
          </p:nvPr>
        </p:nvSpPr>
        <p:spPr bwMode="auto">
          <a:xfrm>
            <a:off x="6742113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4" name="Rectangle 302"/>
          <p:cNvSpPr>
            <a:spLocks noChangeArrowheads="1"/>
          </p:cNvSpPr>
          <p:nvPr>
            <p:custDataLst>
              <p:tags r:id="rId116"/>
            </p:custDataLst>
          </p:nvPr>
        </p:nvSpPr>
        <p:spPr bwMode="auto">
          <a:xfrm>
            <a:off x="6792913" y="3724275"/>
            <a:ext cx="1587" cy="12700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5" name="Rectangle 315"/>
          <p:cNvSpPr>
            <a:spLocks noChangeArrowheads="1"/>
          </p:cNvSpPr>
          <p:nvPr>
            <p:custDataLst>
              <p:tags r:id="rId117"/>
            </p:custDataLst>
          </p:nvPr>
        </p:nvSpPr>
        <p:spPr bwMode="auto">
          <a:xfrm>
            <a:off x="808038" y="61674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6" name="Rectangle 359"/>
          <p:cNvSpPr>
            <a:spLocks noChangeArrowheads="1"/>
          </p:cNvSpPr>
          <p:nvPr>
            <p:custDataLst>
              <p:tags r:id="rId118"/>
            </p:custDataLst>
          </p:nvPr>
        </p:nvSpPr>
        <p:spPr bwMode="auto">
          <a:xfrm>
            <a:off x="1074738" y="61547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7" name="Rectangle 390"/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>
            <a:off x="1927225" y="61674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8" name="Rectangle 431"/>
          <p:cNvSpPr>
            <a:spLocks noChangeArrowheads="1"/>
          </p:cNvSpPr>
          <p:nvPr>
            <p:custDataLst>
              <p:tags r:id="rId120"/>
            </p:custDataLst>
          </p:nvPr>
        </p:nvSpPr>
        <p:spPr bwMode="auto">
          <a:xfrm>
            <a:off x="2193925" y="61547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29" name="Rectangle 456"/>
          <p:cNvSpPr>
            <a:spLocks noChangeArrowheads="1"/>
          </p:cNvSpPr>
          <p:nvPr>
            <p:custDataLst>
              <p:tags r:id="rId121"/>
            </p:custDataLst>
          </p:nvPr>
        </p:nvSpPr>
        <p:spPr bwMode="auto">
          <a:xfrm>
            <a:off x="3032125" y="61674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30" name="Rectangle 497"/>
          <p:cNvSpPr>
            <a:spLocks noChangeArrowheads="1"/>
          </p:cNvSpPr>
          <p:nvPr>
            <p:custDataLst>
              <p:tags r:id="rId122"/>
            </p:custDataLst>
          </p:nvPr>
        </p:nvSpPr>
        <p:spPr bwMode="auto">
          <a:xfrm>
            <a:off x="3298825" y="61547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31" name="Rectangle 523"/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7148513" y="61674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532" name="Rectangle 564"/>
          <p:cNvSpPr>
            <a:spLocks noChangeArrowheads="1"/>
          </p:cNvSpPr>
          <p:nvPr>
            <p:custDataLst>
              <p:tags r:id="rId124"/>
            </p:custDataLst>
          </p:nvPr>
        </p:nvSpPr>
        <p:spPr bwMode="auto">
          <a:xfrm>
            <a:off x="7415213" y="6154738"/>
            <a:ext cx="12700" cy="1587"/>
          </a:xfrm>
          <a:prstGeom prst="rect">
            <a:avLst/>
          </a:prstGeom>
          <a:blipFill dpi="0" rotWithShape="0">
            <a:blip r:embed="rId41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7533" name="Group 604"/>
          <p:cNvGrpSpPr>
            <a:grpSpLocks/>
          </p:cNvGrpSpPr>
          <p:nvPr>
            <p:custDataLst>
              <p:tags r:id="rId125"/>
            </p:custDataLst>
          </p:nvPr>
        </p:nvGrpSpPr>
        <p:grpSpPr bwMode="auto">
          <a:xfrm>
            <a:off x="350838" y="2743200"/>
            <a:ext cx="8189912" cy="3789363"/>
            <a:chOff x="221" y="1728"/>
            <a:chExt cx="5159" cy="2387"/>
          </a:xfrm>
        </p:grpSpPr>
        <p:sp>
          <p:nvSpPr>
            <p:cNvPr id="17535" name="Rectangle 305"/>
            <p:cNvSpPr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437" y="1944"/>
              <a:ext cx="384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36" name="Rectangle 306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813" y="1944"/>
              <a:ext cx="8" cy="75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37" name="Rectangle 307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437" y="2687"/>
              <a:ext cx="376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38" name="Rectangle 308"/>
            <p:cNvSpPr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437" y="1944"/>
              <a:ext cx="8" cy="743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39" name="Rectangle 309"/>
            <p:cNvSpPr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261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0" name="Rectangle 310"/>
            <p:cNvSpPr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429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1" name="Rectangle 311"/>
            <p:cNvSpPr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261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2" name="Rectangle 312"/>
            <p:cNvSpPr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813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3" name="Rectangle 313"/>
            <p:cNvSpPr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981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4" name="Rectangle 314"/>
            <p:cNvSpPr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813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5" name="Rectangle 316"/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09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6" name="Rectangle 317"/>
            <p:cNvSpPr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509" y="2687"/>
              <a:ext cx="8" cy="119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7" name="Rectangle 318"/>
            <p:cNvSpPr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717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8" name="Rectangle 319"/>
            <p:cNvSpPr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717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49" name="Rectangle 320"/>
            <p:cNvSpPr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717" y="2687"/>
              <a:ext cx="8" cy="32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0" name="Rectangle 321"/>
            <p:cNvSpPr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605" y="195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1" name="Rectangle 322"/>
            <p:cNvSpPr>
              <a:spLocks noChangeArrowheads="1"/>
            </p:cNvSpPr>
            <p:nvPr>
              <p:custDataLst>
                <p:tags r:id="rId143"/>
              </p:custDataLst>
            </p:nvPr>
          </p:nvSpPr>
          <p:spPr bwMode="auto">
            <a:xfrm>
              <a:off x="605" y="172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2" name="Rectangle 323"/>
            <p:cNvSpPr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605" y="1728"/>
              <a:ext cx="8" cy="22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3" name="Rectangle 324"/>
            <p:cNvSpPr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669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4" name="Rectangle 325"/>
            <p:cNvSpPr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669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5" name="Rectangle 326"/>
            <p:cNvSpPr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669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6" name="Rectangle 327"/>
            <p:cNvSpPr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765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7" name="Rectangle 328"/>
            <p:cNvSpPr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765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8" name="Rectangle 329"/>
            <p:cNvSpPr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765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59" name="Rectangle 330"/>
            <p:cNvSpPr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717" y="306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60" name="Rectangle 331"/>
            <p:cNvSpPr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717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61" name="Rectangle 332"/>
            <p:cNvSpPr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717" y="3014"/>
              <a:ext cx="8" cy="4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62" name="Freeform 333"/>
            <p:cNvSpPr>
              <a:spLocks/>
            </p:cNvSpPr>
            <p:nvPr>
              <p:custDataLst>
                <p:tags r:id="rId154"/>
              </p:custDataLst>
            </p:nvPr>
          </p:nvSpPr>
          <p:spPr bwMode="auto">
            <a:xfrm>
              <a:off x="629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63" name="Freeform 334"/>
            <p:cNvSpPr>
              <a:spLocks/>
            </p:cNvSpPr>
            <p:nvPr>
              <p:custDataLst>
                <p:tags r:id="rId155"/>
              </p:custDataLst>
            </p:nvPr>
          </p:nvSpPr>
          <p:spPr bwMode="auto">
            <a:xfrm>
              <a:off x="629" y="3310"/>
              <a:ext cx="96" cy="48"/>
            </a:xfrm>
            <a:custGeom>
              <a:avLst/>
              <a:gdLst>
                <a:gd name="T0" fmla="*/ 0 w 96"/>
                <a:gd name="T1" fmla="*/ 40 h 48"/>
                <a:gd name="T2" fmla="*/ 24 w 96"/>
                <a:gd name="T3" fmla="*/ 16 h 48"/>
                <a:gd name="T4" fmla="*/ 24 w 96"/>
                <a:gd name="T5" fmla="*/ 16 h 48"/>
                <a:gd name="T6" fmla="*/ 24 w 96"/>
                <a:gd name="T7" fmla="*/ 16 h 48"/>
                <a:gd name="T8" fmla="*/ 96 w 96"/>
                <a:gd name="T9" fmla="*/ 0 h 48"/>
                <a:gd name="T10" fmla="*/ 96 w 96"/>
                <a:gd name="T11" fmla="*/ 0 h 48"/>
                <a:gd name="T12" fmla="*/ 96 w 96"/>
                <a:gd name="T13" fmla="*/ 8 h 48"/>
                <a:gd name="T14" fmla="*/ 96 w 96"/>
                <a:gd name="T15" fmla="*/ 8 h 48"/>
                <a:gd name="T16" fmla="*/ 24 w 96"/>
                <a:gd name="T17" fmla="*/ 24 h 48"/>
                <a:gd name="T18" fmla="*/ 24 w 96"/>
                <a:gd name="T19" fmla="*/ 24 h 48"/>
                <a:gd name="T20" fmla="*/ 32 w 96"/>
                <a:gd name="T21" fmla="*/ 24 h 48"/>
                <a:gd name="T22" fmla="*/ 8 w 96"/>
                <a:gd name="T23" fmla="*/ 48 h 48"/>
                <a:gd name="T24" fmla="*/ 0 w 96"/>
                <a:gd name="T25" fmla="*/ 40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8"/>
                <a:gd name="T41" fmla="*/ 96 w 96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8">
                  <a:moveTo>
                    <a:pt x="0" y="40"/>
                  </a:moveTo>
                  <a:lnTo>
                    <a:pt x="24" y="16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8" y="48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64" name="Freeform 335"/>
            <p:cNvSpPr>
              <a:spLocks/>
            </p:cNvSpPr>
            <p:nvPr>
              <p:custDataLst>
                <p:tags r:id="rId156"/>
              </p:custDataLst>
            </p:nvPr>
          </p:nvSpPr>
          <p:spPr bwMode="auto">
            <a:xfrm>
              <a:off x="725" y="3310"/>
              <a:ext cx="72" cy="24"/>
            </a:xfrm>
            <a:custGeom>
              <a:avLst/>
              <a:gdLst>
                <a:gd name="T0" fmla="*/ 0 w 72"/>
                <a:gd name="T1" fmla="*/ 0 h 24"/>
                <a:gd name="T2" fmla="*/ 64 w 72"/>
                <a:gd name="T3" fmla="*/ 16 h 24"/>
                <a:gd name="T4" fmla="*/ 72 w 72"/>
                <a:gd name="T5" fmla="*/ 16 h 24"/>
                <a:gd name="T6" fmla="*/ 64 w 72"/>
                <a:gd name="T7" fmla="*/ 24 h 24"/>
                <a:gd name="T8" fmla="*/ 64 w 72"/>
                <a:gd name="T9" fmla="*/ 24 h 24"/>
                <a:gd name="T10" fmla="*/ 0 w 72"/>
                <a:gd name="T11" fmla="*/ 8 h 24"/>
                <a:gd name="T12" fmla="*/ 0 w 7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24"/>
                <a:gd name="T23" fmla="*/ 72 w 7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24">
                  <a:moveTo>
                    <a:pt x="0" y="0"/>
                  </a:moveTo>
                  <a:lnTo>
                    <a:pt x="64" y="16"/>
                  </a:lnTo>
                  <a:lnTo>
                    <a:pt x="72" y="16"/>
                  </a:lnTo>
                  <a:lnTo>
                    <a:pt x="64" y="24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65" name="Freeform 336"/>
            <p:cNvSpPr>
              <a:spLocks/>
            </p:cNvSpPr>
            <p:nvPr>
              <p:custDataLst>
                <p:tags r:id="rId157"/>
              </p:custDataLst>
            </p:nvPr>
          </p:nvSpPr>
          <p:spPr bwMode="auto">
            <a:xfrm>
              <a:off x="813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66" name="Freeform 337"/>
            <p:cNvSpPr>
              <a:spLocks/>
            </p:cNvSpPr>
            <p:nvPr>
              <p:custDataLst>
                <p:tags r:id="rId158"/>
              </p:custDataLst>
            </p:nvPr>
          </p:nvSpPr>
          <p:spPr bwMode="auto">
            <a:xfrm>
              <a:off x="789" y="332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67" name="Rectangle 338"/>
            <p:cNvSpPr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629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68" name="Rectangle 339"/>
            <p:cNvSpPr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629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69" name="Rectangle 340"/>
            <p:cNvSpPr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629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70" name="Rectangle 341"/>
            <p:cNvSpPr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813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71" name="Rectangle 342"/>
            <p:cNvSpPr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813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72" name="Rectangle 343"/>
            <p:cNvSpPr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813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73" name="Freeform 344"/>
            <p:cNvSpPr>
              <a:spLocks/>
            </p:cNvSpPr>
            <p:nvPr>
              <p:custDataLst>
                <p:tags r:id="rId165"/>
              </p:custDataLst>
            </p:nvPr>
          </p:nvSpPr>
          <p:spPr bwMode="auto">
            <a:xfrm>
              <a:off x="629" y="3062"/>
              <a:ext cx="184" cy="112"/>
            </a:xfrm>
            <a:custGeom>
              <a:avLst/>
              <a:gdLst>
                <a:gd name="T0" fmla="*/ 0 w 184"/>
                <a:gd name="T1" fmla="*/ 112 h 112"/>
                <a:gd name="T2" fmla="*/ 32 w 184"/>
                <a:gd name="T3" fmla="*/ 40 h 112"/>
                <a:gd name="T4" fmla="*/ 88 w 184"/>
                <a:gd name="T5" fmla="*/ 0 h 112"/>
                <a:gd name="T6" fmla="*/ 136 w 184"/>
                <a:gd name="T7" fmla="*/ 24 h 112"/>
                <a:gd name="T8" fmla="*/ 160 w 184"/>
                <a:gd name="T9" fmla="*/ 48 h 112"/>
                <a:gd name="T10" fmla="*/ 184 w 184"/>
                <a:gd name="T11" fmla="*/ 112 h 112"/>
                <a:gd name="T12" fmla="*/ 0 w 184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4"/>
                <a:gd name="T22" fmla="*/ 0 h 112"/>
                <a:gd name="T23" fmla="*/ 184 w 184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4" h="112">
                  <a:moveTo>
                    <a:pt x="0" y="112"/>
                  </a:moveTo>
                  <a:lnTo>
                    <a:pt x="32" y="40"/>
                  </a:lnTo>
                  <a:lnTo>
                    <a:pt x="88" y="0"/>
                  </a:lnTo>
                  <a:lnTo>
                    <a:pt x="136" y="24"/>
                  </a:lnTo>
                  <a:lnTo>
                    <a:pt x="160" y="48"/>
                  </a:lnTo>
                  <a:lnTo>
                    <a:pt x="184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2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4" name="Freeform 345"/>
            <p:cNvSpPr>
              <a:spLocks/>
            </p:cNvSpPr>
            <p:nvPr>
              <p:custDataLst>
                <p:tags r:id="rId166"/>
              </p:custDataLst>
            </p:nvPr>
          </p:nvSpPr>
          <p:spPr bwMode="auto">
            <a:xfrm>
              <a:off x="629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5" name="Freeform 346"/>
            <p:cNvSpPr>
              <a:spLocks/>
            </p:cNvSpPr>
            <p:nvPr>
              <p:custDataLst>
                <p:tags r:id="rId167"/>
              </p:custDataLst>
            </p:nvPr>
          </p:nvSpPr>
          <p:spPr bwMode="auto">
            <a:xfrm>
              <a:off x="629" y="3062"/>
              <a:ext cx="144" cy="112"/>
            </a:xfrm>
            <a:custGeom>
              <a:avLst/>
              <a:gdLst>
                <a:gd name="T0" fmla="*/ 0 w 144"/>
                <a:gd name="T1" fmla="*/ 112 h 112"/>
                <a:gd name="T2" fmla="*/ 32 w 144"/>
                <a:gd name="T3" fmla="*/ 40 h 112"/>
                <a:gd name="T4" fmla="*/ 32 w 144"/>
                <a:gd name="T5" fmla="*/ 40 h 112"/>
                <a:gd name="T6" fmla="*/ 32 w 144"/>
                <a:gd name="T7" fmla="*/ 40 h 112"/>
                <a:gd name="T8" fmla="*/ 88 w 144"/>
                <a:gd name="T9" fmla="*/ 0 h 112"/>
                <a:gd name="T10" fmla="*/ 88 w 144"/>
                <a:gd name="T11" fmla="*/ 0 h 112"/>
                <a:gd name="T12" fmla="*/ 88 w 144"/>
                <a:gd name="T13" fmla="*/ 0 h 112"/>
                <a:gd name="T14" fmla="*/ 136 w 144"/>
                <a:gd name="T15" fmla="*/ 24 h 112"/>
                <a:gd name="T16" fmla="*/ 144 w 144"/>
                <a:gd name="T17" fmla="*/ 24 h 112"/>
                <a:gd name="T18" fmla="*/ 136 w 144"/>
                <a:gd name="T19" fmla="*/ 32 h 112"/>
                <a:gd name="T20" fmla="*/ 136 w 144"/>
                <a:gd name="T21" fmla="*/ 32 h 112"/>
                <a:gd name="T22" fmla="*/ 88 w 144"/>
                <a:gd name="T23" fmla="*/ 8 h 112"/>
                <a:gd name="T24" fmla="*/ 88 w 144"/>
                <a:gd name="T25" fmla="*/ 8 h 112"/>
                <a:gd name="T26" fmla="*/ 96 w 144"/>
                <a:gd name="T27" fmla="*/ 8 h 112"/>
                <a:gd name="T28" fmla="*/ 40 w 144"/>
                <a:gd name="T29" fmla="*/ 48 h 112"/>
                <a:gd name="T30" fmla="*/ 40 w 144"/>
                <a:gd name="T31" fmla="*/ 48 h 112"/>
                <a:gd name="T32" fmla="*/ 40 w 144"/>
                <a:gd name="T33" fmla="*/ 40 h 112"/>
                <a:gd name="T34" fmla="*/ 8 w 144"/>
                <a:gd name="T35" fmla="*/ 112 h 112"/>
                <a:gd name="T36" fmla="*/ 0 w 144"/>
                <a:gd name="T37" fmla="*/ 112 h 1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4"/>
                <a:gd name="T58" fmla="*/ 0 h 112"/>
                <a:gd name="T59" fmla="*/ 144 w 144"/>
                <a:gd name="T60" fmla="*/ 112 h 1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4" h="112">
                  <a:moveTo>
                    <a:pt x="0" y="112"/>
                  </a:moveTo>
                  <a:lnTo>
                    <a:pt x="32" y="40"/>
                  </a:lnTo>
                  <a:lnTo>
                    <a:pt x="88" y="0"/>
                  </a:lnTo>
                  <a:lnTo>
                    <a:pt x="136" y="24"/>
                  </a:lnTo>
                  <a:lnTo>
                    <a:pt x="144" y="24"/>
                  </a:lnTo>
                  <a:lnTo>
                    <a:pt x="136" y="32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8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6" name="Freeform 347"/>
            <p:cNvSpPr>
              <a:spLocks/>
            </p:cNvSpPr>
            <p:nvPr>
              <p:custDataLst>
                <p:tags r:id="rId168"/>
              </p:custDataLst>
            </p:nvPr>
          </p:nvSpPr>
          <p:spPr bwMode="auto">
            <a:xfrm>
              <a:off x="765" y="308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32 w 32"/>
                <a:gd name="T3" fmla="*/ 24 h 32"/>
                <a:gd name="T4" fmla="*/ 32 w 32"/>
                <a:gd name="T5" fmla="*/ 24 h 32"/>
                <a:gd name="T6" fmla="*/ 24 w 32"/>
                <a:gd name="T7" fmla="*/ 24 h 32"/>
                <a:gd name="T8" fmla="*/ 24 w 32"/>
                <a:gd name="T9" fmla="*/ 32 h 32"/>
                <a:gd name="T10" fmla="*/ 0 w 32"/>
                <a:gd name="T11" fmla="*/ 8 h 32"/>
                <a:gd name="T12" fmla="*/ 8 w 32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8" y="0"/>
                  </a:moveTo>
                  <a:lnTo>
                    <a:pt x="32" y="24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7" name="Freeform 348"/>
            <p:cNvSpPr>
              <a:spLocks/>
            </p:cNvSpPr>
            <p:nvPr>
              <p:custDataLst>
                <p:tags r:id="rId169"/>
              </p:custDataLst>
            </p:nvPr>
          </p:nvSpPr>
          <p:spPr bwMode="auto">
            <a:xfrm>
              <a:off x="813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8" name="Freeform 349"/>
            <p:cNvSpPr>
              <a:spLocks/>
            </p:cNvSpPr>
            <p:nvPr>
              <p:custDataLst>
                <p:tags r:id="rId170"/>
              </p:custDataLst>
            </p:nvPr>
          </p:nvSpPr>
          <p:spPr bwMode="auto">
            <a:xfrm>
              <a:off x="789" y="3110"/>
              <a:ext cx="32" cy="64"/>
            </a:xfrm>
            <a:custGeom>
              <a:avLst/>
              <a:gdLst>
                <a:gd name="T0" fmla="*/ 8 w 32"/>
                <a:gd name="T1" fmla="*/ 0 h 64"/>
                <a:gd name="T2" fmla="*/ 0 w 32"/>
                <a:gd name="T3" fmla="*/ 0 h 64"/>
                <a:gd name="T4" fmla="*/ 24 w 32"/>
                <a:gd name="T5" fmla="*/ 64 h 64"/>
                <a:gd name="T6" fmla="*/ 32 w 32"/>
                <a:gd name="T7" fmla="*/ 64 h 64"/>
                <a:gd name="T8" fmla="*/ 8 w 32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8" y="0"/>
                  </a:moveTo>
                  <a:lnTo>
                    <a:pt x="0" y="0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79" name="Freeform 350"/>
            <p:cNvSpPr>
              <a:spLocks/>
            </p:cNvSpPr>
            <p:nvPr>
              <p:custDataLst>
                <p:tags r:id="rId171"/>
              </p:custDataLst>
            </p:nvPr>
          </p:nvSpPr>
          <p:spPr bwMode="auto">
            <a:xfrm>
              <a:off x="629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80" name="Freeform 351"/>
            <p:cNvSpPr>
              <a:spLocks/>
            </p:cNvSpPr>
            <p:nvPr>
              <p:custDataLst>
                <p:tags r:id="rId172"/>
              </p:custDataLst>
            </p:nvPr>
          </p:nvSpPr>
          <p:spPr bwMode="auto">
            <a:xfrm>
              <a:off x="629" y="3382"/>
              <a:ext cx="96" cy="40"/>
            </a:xfrm>
            <a:custGeom>
              <a:avLst/>
              <a:gdLst>
                <a:gd name="T0" fmla="*/ 0 w 96"/>
                <a:gd name="T1" fmla="*/ 32 h 40"/>
                <a:gd name="T2" fmla="*/ 24 w 96"/>
                <a:gd name="T3" fmla="*/ 8 h 40"/>
                <a:gd name="T4" fmla="*/ 24 w 96"/>
                <a:gd name="T5" fmla="*/ 8 h 40"/>
                <a:gd name="T6" fmla="*/ 24 w 96"/>
                <a:gd name="T7" fmla="*/ 8 h 40"/>
                <a:gd name="T8" fmla="*/ 96 w 96"/>
                <a:gd name="T9" fmla="*/ 0 h 40"/>
                <a:gd name="T10" fmla="*/ 96 w 96"/>
                <a:gd name="T11" fmla="*/ 0 h 40"/>
                <a:gd name="T12" fmla="*/ 96 w 96"/>
                <a:gd name="T13" fmla="*/ 8 h 40"/>
                <a:gd name="T14" fmla="*/ 96 w 96"/>
                <a:gd name="T15" fmla="*/ 8 h 40"/>
                <a:gd name="T16" fmla="*/ 24 w 96"/>
                <a:gd name="T17" fmla="*/ 16 h 40"/>
                <a:gd name="T18" fmla="*/ 24 w 96"/>
                <a:gd name="T19" fmla="*/ 16 h 40"/>
                <a:gd name="T20" fmla="*/ 32 w 96"/>
                <a:gd name="T21" fmla="*/ 16 h 40"/>
                <a:gd name="T22" fmla="*/ 8 w 96"/>
                <a:gd name="T23" fmla="*/ 40 h 40"/>
                <a:gd name="T24" fmla="*/ 0 w 96"/>
                <a:gd name="T25" fmla="*/ 32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0"/>
                <a:gd name="T41" fmla="*/ 96 w 96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0">
                  <a:moveTo>
                    <a:pt x="0" y="32"/>
                  </a:moveTo>
                  <a:lnTo>
                    <a:pt x="24" y="8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8" y="4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81" name="Freeform 352"/>
            <p:cNvSpPr>
              <a:spLocks/>
            </p:cNvSpPr>
            <p:nvPr>
              <p:custDataLst>
                <p:tags r:id="rId173"/>
              </p:custDataLst>
            </p:nvPr>
          </p:nvSpPr>
          <p:spPr bwMode="auto">
            <a:xfrm>
              <a:off x="725" y="3382"/>
              <a:ext cx="72" cy="16"/>
            </a:xfrm>
            <a:custGeom>
              <a:avLst/>
              <a:gdLst>
                <a:gd name="T0" fmla="*/ 0 w 72"/>
                <a:gd name="T1" fmla="*/ 0 h 16"/>
                <a:gd name="T2" fmla="*/ 64 w 72"/>
                <a:gd name="T3" fmla="*/ 8 h 16"/>
                <a:gd name="T4" fmla="*/ 72 w 72"/>
                <a:gd name="T5" fmla="*/ 8 h 16"/>
                <a:gd name="T6" fmla="*/ 64 w 72"/>
                <a:gd name="T7" fmla="*/ 16 h 16"/>
                <a:gd name="T8" fmla="*/ 64 w 72"/>
                <a:gd name="T9" fmla="*/ 16 h 16"/>
                <a:gd name="T10" fmla="*/ 0 w 72"/>
                <a:gd name="T11" fmla="*/ 8 h 16"/>
                <a:gd name="T12" fmla="*/ 0 w 7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6"/>
                <a:gd name="T23" fmla="*/ 72 w 7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6">
                  <a:moveTo>
                    <a:pt x="0" y="0"/>
                  </a:moveTo>
                  <a:lnTo>
                    <a:pt x="64" y="8"/>
                  </a:lnTo>
                  <a:lnTo>
                    <a:pt x="72" y="8"/>
                  </a:lnTo>
                  <a:lnTo>
                    <a:pt x="64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82" name="Freeform 353"/>
            <p:cNvSpPr>
              <a:spLocks/>
            </p:cNvSpPr>
            <p:nvPr>
              <p:custDataLst>
                <p:tags r:id="rId174"/>
              </p:custDataLst>
            </p:nvPr>
          </p:nvSpPr>
          <p:spPr bwMode="auto">
            <a:xfrm>
              <a:off x="813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83" name="Freeform 354"/>
            <p:cNvSpPr>
              <a:spLocks/>
            </p:cNvSpPr>
            <p:nvPr>
              <p:custDataLst>
                <p:tags r:id="rId175"/>
              </p:custDataLst>
            </p:nvPr>
          </p:nvSpPr>
          <p:spPr bwMode="auto">
            <a:xfrm>
              <a:off x="789" y="3390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84" name="Rectangle 355"/>
            <p:cNvSpPr>
              <a:spLocks noChangeArrowheads="1"/>
            </p:cNvSpPr>
            <p:nvPr>
              <p:custDataLst>
                <p:tags r:id="rId176"/>
              </p:custDataLst>
            </p:nvPr>
          </p:nvSpPr>
          <p:spPr bwMode="auto">
            <a:xfrm>
              <a:off x="285" y="3622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85" name="Rectangle 356"/>
            <p:cNvSpPr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5336" y="3622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86" name="Rectangle 357"/>
            <p:cNvSpPr>
              <a:spLocks noChangeArrowheads="1"/>
            </p:cNvSpPr>
            <p:nvPr>
              <p:custDataLst>
                <p:tags r:id="rId178"/>
              </p:custDataLst>
            </p:nvPr>
          </p:nvSpPr>
          <p:spPr bwMode="auto">
            <a:xfrm>
              <a:off x="285" y="3622"/>
              <a:ext cx="505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87" name="Rectangle 358"/>
            <p:cNvSpPr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677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88" name="Rectangle 360"/>
            <p:cNvSpPr>
              <a:spLocks noChangeArrowheads="1"/>
            </p:cNvSpPr>
            <p:nvPr>
              <p:custDataLst>
                <p:tags r:id="rId180"/>
              </p:custDataLst>
            </p:nvPr>
          </p:nvSpPr>
          <p:spPr bwMode="auto">
            <a:xfrm>
              <a:off x="677" y="3470"/>
              <a:ext cx="8" cy="40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89" name="Rectangle 361"/>
            <p:cNvSpPr>
              <a:spLocks noChangeArrowheads="1"/>
            </p:cNvSpPr>
            <p:nvPr>
              <p:custDataLst>
                <p:tags r:id="rId181"/>
              </p:custDataLst>
            </p:nvPr>
          </p:nvSpPr>
          <p:spPr bwMode="auto">
            <a:xfrm>
              <a:off x="765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90" name="Rectangle 362"/>
            <p:cNvSpPr>
              <a:spLocks noChangeArrowheads="1"/>
            </p:cNvSpPr>
            <p:nvPr>
              <p:custDataLst>
                <p:tags r:id="rId182"/>
              </p:custDataLst>
            </p:nvPr>
          </p:nvSpPr>
          <p:spPr bwMode="auto">
            <a:xfrm>
              <a:off x="765" y="367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91" name="Rectangle 363"/>
            <p:cNvSpPr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765" y="3470"/>
              <a:ext cx="8" cy="20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92" name="Freeform 364"/>
            <p:cNvSpPr>
              <a:spLocks/>
            </p:cNvSpPr>
            <p:nvPr>
              <p:custDataLst>
                <p:tags r:id="rId184"/>
              </p:custDataLst>
            </p:nvPr>
          </p:nvSpPr>
          <p:spPr bwMode="auto">
            <a:xfrm>
              <a:off x="221" y="3566"/>
              <a:ext cx="96" cy="120"/>
            </a:xfrm>
            <a:custGeom>
              <a:avLst/>
              <a:gdLst>
                <a:gd name="T0" fmla="*/ 96 w 96"/>
                <a:gd name="T1" fmla="*/ 64 h 120"/>
                <a:gd name="T2" fmla="*/ 80 w 96"/>
                <a:gd name="T3" fmla="*/ 16 h 120"/>
                <a:gd name="T4" fmla="*/ 48 w 96"/>
                <a:gd name="T5" fmla="*/ 0 h 120"/>
                <a:gd name="T6" fmla="*/ 16 w 96"/>
                <a:gd name="T7" fmla="*/ 16 h 120"/>
                <a:gd name="T8" fmla="*/ 0 w 96"/>
                <a:gd name="T9" fmla="*/ 64 h 120"/>
                <a:gd name="T10" fmla="*/ 16 w 96"/>
                <a:gd name="T11" fmla="*/ 104 h 120"/>
                <a:gd name="T12" fmla="*/ 48 w 96"/>
                <a:gd name="T13" fmla="*/ 120 h 120"/>
                <a:gd name="T14" fmla="*/ 80 w 96"/>
                <a:gd name="T15" fmla="*/ 104 h 120"/>
                <a:gd name="T16" fmla="*/ 96 w 96"/>
                <a:gd name="T17" fmla="*/ 64 h 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6"/>
                <a:gd name="T28" fmla="*/ 0 h 120"/>
                <a:gd name="T29" fmla="*/ 96 w 96"/>
                <a:gd name="T30" fmla="*/ 120 h 1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6" h="120">
                  <a:moveTo>
                    <a:pt x="96" y="64"/>
                  </a:moveTo>
                  <a:lnTo>
                    <a:pt x="80" y="16"/>
                  </a:lnTo>
                  <a:lnTo>
                    <a:pt x="48" y="0"/>
                  </a:lnTo>
                  <a:lnTo>
                    <a:pt x="16" y="16"/>
                  </a:lnTo>
                  <a:lnTo>
                    <a:pt x="0" y="64"/>
                  </a:lnTo>
                  <a:lnTo>
                    <a:pt x="16" y="104"/>
                  </a:lnTo>
                  <a:lnTo>
                    <a:pt x="48" y="120"/>
                  </a:lnTo>
                  <a:lnTo>
                    <a:pt x="80" y="104"/>
                  </a:lnTo>
                  <a:lnTo>
                    <a:pt x="96" y="64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3" name="Freeform 365"/>
            <p:cNvSpPr>
              <a:spLocks/>
            </p:cNvSpPr>
            <p:nvPr>
              <p:custDataLst>
                <p:tags r:id="rId185"/>
              </p:custDataLst>
            </p:nvPr>
          </p:nvSpPr>
          <p:spPr bwMode="auto">
            <a:xfrm>
              <a:off x="221" y="3566"/>
              <a:ext cx="104" cy="128"/>
            </a:xfrm>
            <a:custGeom>
              <a:avLst/>
              <a:gdLst>
                <a:gd name="T0" fmla="*/ 96 w 104"/>
                <a:gd name="T1" fmla="*/ 64 h 128"/>
                <a:gd name="T2" fmla="*/ 80 w 104"/>
                <a:gd name="T3" fmla="*/ 16 h 128"/>
                <a:gd name="T4" fmla="*/ 80 w 104"/>
                <a:gd name="T5" fmla="*/ 24 h 128"/>
                <a:gd name="T6" fmla="*/ 80 w 104"/>
                <a:gd name="T7" fmla="*/ 24 h 128"/>
                <a:gd name="T8" fmla="*/ 48 w 104"/>
                <a:gd name="T9" fmla="*/ 8 h 128"/>
                <a:gd name="T10" fmla="*/ 48 w 104"/>
                <a:gd name="T11" fmla="*/ 8 h 128"/>
                <a:gd name="T12" fmla="*/ 48 w 104"/>
                <a:gd name="T13" fmla="*/ 8 h 128"/>
                <a:gd name="T14" fmla="*/ 16 w 104"/>
                <a:gd name="T15" fmla="*/ 24 h 128"/>
                <a:gd name="T16" fmla="*/ 24 w 104"/>
                <a:gd name="T17" fmla="*/ 16 h 128"/>
                <a:gd name="T18" fmla="*/ 24 w 104"/>
                <a:gd name="T19" fmla="*/ 16 h 128"/>
                <a:gd name="T20" fmla="*/ 8 w 104"/>
                <a:gd name="T21" fmla="*/ 64 h 128"/>
                <a:gd name="T22" fmla="*/ 8 w 104"/>
                <a:gd name="T23" fmla="*/ 64 h 128"/>
                <a:gd name="T24" fmla="*/ 8 w 104"/>
                <a:gd name="T25" fmla="*/ 64 h 128"/>
                <a:gd name="T26" fmla="*/ 24 w 104"/>
                <a:gd name="T27" fmla="*/ 104 h 128"/>
                <a:gd name="T28" fmla="*/ 16 w 104"/>
                <a:gd name="T29" fmla="*/ 104 h 128"/>
                <a:gd name="T30" fmla="*/ 16 w 104"/>
                <a:gd name="T31" fmla="*/ 104 h 128"/>
                <a:gd name="T32" fmla="*/ 48 w 104"/>
                <a:gd name="T33" fmla="*/ 120 h 128"/>
                <a:gd name="T34" fmla="*/ 48 w 104"/>
                <a:gd name="T35" fmla="*/ 120 h 128"/>
                <a:gd name="T36" fmla="*/ 48 w 104"/>
                <a:gd name="T37" fmla="*/ 120 h 128"/>
                <a:gd name="T38" fmla="*/ 80 w 104"/>
                <a:gd name="T39" fmla="*/ 104 h 128"/>
                <a:gd name="T40" fmla="*/ 80 w 104"/>
                <a:gd name="T41" fmla="*/ 104 h 128"/>
                <a:gd name="T42" fmla="*/ 80 w 104"/>
                <a:gd name="T43" fmla="*/ 104 h 128"/>
                <a:gd name="T44" fmla="*/ 96 w 104"/>
                <a:gd name="T45" fmla="*/ 64 h 128"/>
                <a:gd name="T46" fmla="*/ 96 w 104"/>
                <a:gd name="T47" fmla="*/ 64 h 128"/>
                <a:gd name="T48" fmla="*/ 104 w 104"/>
                <a:gd name="T49" fmla="*/ 64 h 128"/>
                <a:gd name="T50" fmla="*/ 104 w 104"/>
                <a:gd name="T51" fmla="*/ 64 h 128"/>
                <a:gd name="T52" fmla="*/ 88 w 104"/>
                <a:gd name="T53" fmla="*/ 104 h 128"/>
                <a:gd name="T54" fmla="*/ 88 w 104"/>
                <a:gd name="T55" fmla="*/ 104 h 128"/>
                <a:gd name="T56" fmla="*/ 80 w 104"/>
                <a:gd name="T57" fmla="*/ 112 h 128"/>
                <a:gd name="T58" fmla="*/ 48 w 104"/>
                <a:gd name="T59" fmla="*/ 128 h 128"/>
                <a:gd name="T60" fmla="*/ 48 w 104"/>
                <a:gd name="T61" fmla="*/ 128 h 128"/>
                <a:gd name="T62" fmla="*/ 48 w 104"/>
                <a:gd name="T63" fmla="*/ 128 h 128"/>
                <a:gd name="T64" fmla="*/ 16 w 104"/>
                <a:gd name="T65" fmla="*/ 112 h 128"/>
                <a:gd name="T66" fmla="*/ 16 w 104"/>
                <a:gd name="T67" fmla="*/ 112 h 128"/>
                <a:gd name="T68" fmla="*/ 16 w 104"/>
                <a:gd name="T69" fmla="*/ 104 h 128"/>
                <a:gd name="T70" fmla="*/ 0 w 104"/>
                <a:gd name="T71" fmla="*/ 64 h 128"/>
                <a:gd name="T72" fmla="*/ 0 w 104"/>
                <a:gd name="T73" fmla="*/ 64 h 128"/>
                <a:gd name="T74" fmla="*/ 0 w 104"/>
                <a:gd name="T75" fmla="*/ 64 h 128"/>
                <a:gd name="T76" fmla="*/ 16 w 104"/>
                <a:gd name="T77" fmla="*/ 16 h 128"/>
                <a:gd name="T78" fmla="*/ 16 w 104"/>
                <a:gd name="T79" fmla="*/ 16 h 128"/>
                <a:gd name="T80" fmla="*/ 16 w 104"/>
                <a:gd name="T81" fmla="*/ 16 h 128"/>
                <a:gd name="T82" fmla="*/ 48 w 104"/>
                <a:gd name="T83" fmla="*/ 0 h 128"/>
                <a:gd name="T84" fmla="*/ 48 w 104"/>
                <a:gd name="T85" fmla="*/ 0 h 128"/>
                <a:gd name="T86" fmla="*/ 48 w 104"/>
                <a:gd name="T87" fmla="*/ 0 h 128"/>
                <a:gd name="T88" fmla="*/ 80 w 104"/>
                <a:gd name="T89" fmla="*/ 16 h 128"/>
                <a:gd name="T90" fmla="*/ 80 w 104"/>
                <a:gd name="T91" fmla="*/ 16 h 128"/>
                <a:gd name="T92" fmla="*/ 88 w 104"/>
                <a:gd name="T93" fmla="*/ 16 h 128"/>
                <a:gd name="T94" fmla="*/ 104 w 104"/>
                <a:gd name="T95" fmla="*/ 64 h 128"/>
                <a:gd name="T96" fmla="*/ 96 w 104"/>
                <a:gd name="T97" fmla="*/ 64 h 1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4"/>
                <a:gd name="T148" fmla="*/ 0 h 128"/>
                <a:gd name="T149" fmla="*/ 104 w 104"/>
                <a:gd name="T150" fmla="*/ 128 h 1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4" h="128">
                  <a:moveTo>
                    <a:pt x="96" y="64"/>
                  </a:moveTo>
                  <a:lnTo>
                    <a:pt x="80" y="16"/>
                  </a:lnTo>
                  <a:lnTo>
                    <a:pt x="80" y="24"/>
                  </a:lnTo>
                  <a:lnTo>
                    <a:pt x="48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64"/>
                  </a:lnTo>
                  <a:lnTo>
                    <a:pt x="24" y="104"/>
                  </a:lnTo>
                  <a:lnTo>
                    <a:pt x="16" y="104"/>
                  </a:lnTo>
                  <a:lnTo>
                    <a:pt x="48" y="120"/>
                  </a:lnTo>
                  <a:lnTo>
                    <a:pt x="80" y="104"/>
                  </a:lnTo>
                  <a:lnTo>
                    <a:pt x="96" y="64"/>
                  </a:lnTo>
                  <a:lnTo>
                    <a:pt x="104" y="64"/>
                  </a:lnTo>
                  <a:lnTo>
                    <a:pt x="88" y="104"/>
                  </a:lnTo>
                  <a:lnTo>
                    <a:pt x="80" y="112"/>
                  </a:lnTo>
                  <a:lnTo>
                    <a:pt x="48" y="128"/>
                  </a:lnTo>
                  <a:lnTo>
                    <a:pt x="16" y="112"/>
                  </a:lnTo>
                  <a:lnTo>
                    <a:pt x="16" y="104"/>
                  </a:lnTo>
                  <a:lnTo>
                    <a:pt x="0" y="64"/>
                  </a:lnTo>
                  <a:lnTo>
                    <a:pt x="16" y="16"/>
                  </a:lnTo>
                  <a:lnTo>
                    <a:pt x="48" y="0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104" y="64"/>
                  </a:lnTo>
                  <a:lnTo>
                    <a:pt x="96" y="64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4" name="Freeform 366"/>
            <p:cNvSpPr>
              <a:spLocks/>
            </p:cNvSpPr>
            <p:nvPr>
              <p:custDataLst>
                <p:tags r:id="rId186"/>
              </p:custDataLst>
            </p:nvPr>
          </p:nvSpPr>
          <p:spPr bwMode="auto">
            <a:xfrm>
              <a:off x="317" y="36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5" name="Freeform 367"/>
            <p:cNvSpPr>
              <a:spLocks/>
            </p:cNvSpPr>
            <p:nvPr>
              <p:custDataLst>
                <p:tags r:id="rId187"/>
              </p:custDataLst>
            </p:nvPr>
          </p:nvSpPr>
          <p:spPr bwMode="auto">
            <a:xfrm>
              <a:off x="709" y="3574"/>
              <a:ext cx="96" cy="120"/>
            </a:xfrm>
            <a:custGeom>
              <a:avLst/>
              <a:gdLst>
                <a:gd name="T0" fmla="*/ 96 w 96"/>
                <a:gd name="T1" fmla="*/ 56 h 120"/>
                <a:gd name="T2" fmla="*/ 80 w 96"/>
                <a:gd name="T3" fmla="*/ 16 h 120"/>
                <a:gd name="T4" fmla="*/ 48 w 96"/>
                <a:gd name="T5" fmla="*/ 0 h 120"/>
                <a:gd name="T6" fmla="*/ 16 w 96"/>
                <a:gd name="T7" fmla="*/ 16 h 120"/>
                <a:gd name="T8" fmla="*/ 0 w 96"/>
                <a:gd name="T9" fmla="*/ 56 h 120"/>
                <a:gd name="T10" fmla="*/ 16 w 96"/>
                <a:gd name="T11" fmla="*/ 96 h 120"/>
                <a:gd name="T12" fmla="*/ 48 w 96"/>
                <a:gd name="T13" fmla="*/ 120 h 120"/>
                <a:gd name="T14" fmla="*/ 80 w 96"/>
                <a:gd name="T15" fmla="*/ 96 h 120"/>
                <a:gd name="T16" fmla="*/ 96 w 96"/>
                <a:gd name="T17" fmla="*/ 56 h 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6"/>
                <a:gd name="T28" fmla="*/ 0 h 120"/>
                <a:gd name="T29" fmla="*/ 96 w 96"/>
                <a:gd name="T30" fmla="*/ 120 h 1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6" h="120">
                  <a:moveTo>
                    <a:pt x="96" y="56"/>
                  </a:moveTo>
                  <a:lnTo>
                    <a:pt x="80" y="16"/>
                  </a:lnTo>
                  <a:lnTo>
                    <a:pt x="48" y="0"/>
                  </a:lnTo>
                  <a:lnTo>
                    <a:pt x="16" y="16"/>
                  </a:lnTo>
                  <a:lnTo>
                    <a:pt x="0" y="56"/>
                  </a:lnTo>
                  <a:lnTo>
                    <a:pt x="16" y="96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6" name="Freeform 368"/>
            <p:cNvSpPr>
              <a:spLocks/>
            </p:cNvSpPr>
            <p:nvPr>
              <p:custDataLst>
                <p:tags r:id="rId188"/>
              </p:custDataLst>
            </p:nvPr>
          </p:nvSpPr>
          <p:spPr bwMode="auto">
            <a:xfrm>
              <a:off x="709" y="3574"/>
              <a:ext cx="104" cy="128"/>
            </a:xfrm>
            <a:custGeom>
              <a:avLst/>
              <a:gdLst>
                <a:gd name="T0" fmla="*/ 96 w 104"/>
                <a:gd name="T1" fmla="*/ 56 h 128"/>
                <a:gd name="T2" fmla="*/ 80 w 104"/>
                <a:gd name="T3" fmla="*/ 16 h 128"/>
                <a:gd name="T4" fmla="*/ 80 w 104"/>
                <a:gd name="T5" fmla="*/ 24 h 128"/>
                <a:gd name="T6" fmla="*/ 80 w 104"/>
                <a:gd name="T7" fmla="*/ 24 h 128"/>
                <a:gd name="T8" fmla="*/ 48 w 104"/>
                <a:gd name="T9" fmla="*/ 8 h 128"/>
                <a:gd name="T10" fmla="*/ 48 w 104"/>
                <a:gd name="T11" fmla="*/ 8 h 128"/>
                <a:gd name="T12" fmla="*/ 48 w 104"/>
                <a:gd name="T13" fmla="*/ 8 h 128"/>
                <a:gd name="T14" fmla="*/ 16 w 104"/>
                <a:gd name="T15" fmla="*/ 24 h 128"/>
                <a:gd name="T16" fmla="*/ 24 w 104"/>
                <a:gd name="T17" fmla="*/ 16 h 128"/>
                <a:gd name="T18" fmla="*/ 24 w 104"/>
                <a:gd name="T19" fmla="*/ 16 h 128"/>
                <a:gd name="T20" fmla="*/ 8 w 104"/>
                <a:gd name="T21" fmla="*/ 56 h 128"/>
                <a:gd name="T22" fmla="*/ 8 w 104"/>
                <a:gd name="T23" fmla="*/ 56 h 128"/>
                <a:gd name="T24" fmla="*/ 8 w 104"/>
                <a:gd name="T25" fmla="*/ 56 h 128"/>
                <a:gd name="T26" fmla="*/ 24 w 104"/>
                <a:gd name="T27" fmla="*/ 96 h 128"/>
                <a:gd name="T28" fmla="*/ 24 w 104"/>
                <a:gd name="T29" fmla="*/ 96 h 128"/>
                <a:gd name="T30" fmla="*/ 24 w 104"/>
                <a:gd name="T31" fmla="*/ 96 h 128"/>
                <a:gd name="T32" fmla="*/ 56 w 104"/>
                <a:gd name="T33" fmla="*/ 120 h 128"/>
                <a:gd name="T34" fmla="*/ 48 w 104"/>
                <a:gd name="T35" fmla="*/ 120 h 128"/>
                <a:gd name="T36" fmla="*/ 48 w 104"/>
                <a:gd name="T37" fmla="*/ 120 h 128"/>
                <a:gd name="T38" fmla="*/ 80 w 104"/>
                <a:gd name="T39" fmla="*/ 96 h 128"/>
                <a:gd name="T40" fmla="*/ 80 w 104"/>
                <a:gd name="T41" fmla="*/ 96 h 128"/>
                <a:gd name="T42" fmla="*/ 80 w 104"/>
                <a:gd name="T43" fmla="*/ 96 h 128"/>
                <a:gd name="T44" fmla="*/ 96 w 104"/>
                <a:gd name="T45" fmla="*/ 56 h 128"/>
                <a:gd name="T46" fmla="*/ 96 w 104"/>
                <a:gd name="T47" fmla="*/ 56 h 128"/>
                <a:gd name="T48" fmla="*/ 104 w 104"/>
                <a:gd name="T49" fmla="*/ 56 h 128"/>
                <a:gd name="T50" fmla="*/ 104 w 104"/>
                <a:gd name="T51" fmla="*/ 56 h 128"/>
                <a:gd name="T52" fmla="*/ 88 w 104"/>
                <a:gd name="T53" fmla="*/ 96 h 128"/>
                <a:gd name="T54" fmla="*/ 88 w 104"/>
                <a:gd name="T55" fmla="*/ 96 h 128"/>
                <a:gd name="T56" fmla="*/ 88 w 104"/>
                <a:gd name="T57" fmla="*/ 104 h 128"/>
                <a:gd name="T58" fmla="*/ 56 w 104"/>
                <a:gd name="T59" fmla="*/ 128 h 128"/>
                <a:gd name="T60" fmla="*/ 56 w 104"/>
                <a:gd name="T61" fmla="*/ 128 h 128"/>
                <a:gd name="T62" fmla="*/ 48 w 104"/>
                <a:gd name="T63" fmla="*/ 128 h 128"/>
                <a:gd name="T64" fmla="*/ 16 w 104"/>
                <a:gd name="T65" fmla="*/ 104 h 128"/>
                <a:gd name="T66" fmla="*/ 16 w 104"/>
                <a:gd name="T67" fmla="*/ 104 h 128"/>
                <a:gd name="T68" fmla="*/ 16 w 104"/>
                <a:gd name="T69" fmla="*/ 96 h 128"/>
                <a:gd name="T70" fmla="*/ 0 w 104"/>
                <a:gd name="T71" fmla="*/ 56 h 128"/>
                <a:gd name="T72" fmla="*/ 0 w 104"/>
                <a:gd name="T73" fmla="*/ 56 h 128"/>
                <a:gd name="T74" fmla="*/ 0 w 104"/>
                <a:gd name="T75" fmla="*/ 56 h 128"/>
                <a:gd name="T76" fmla="*/ 16 w 104"/>
                <a:gd name="T77" fmla="*/ 16 h 128"/>
                <a:gd name="T78" fmla="*/ 16 w 104"/>
                <a:gd name="T79" fmla="*/ 16 h 128"/>
                <a:gd name="T80" fmla="*/ 16 w 104"/>
                <a:gd name="T81" fmla="*/ 16 h 128"/>
                <a:gd name="T82" fmla="*/ 48 w 104"/>
                <a:gd name="T83" fmla="*/ 0 h 128"/>
                <a:gd name="T84" fmla="*/ 48 w 104"/>
                <a:gd name="T85" fmla="*/ 0 h 128"/>
                <a:gd name="T86" fmla="*/ 48 w 104"/>
                <a:gd name="T87" fmla="*/ 0 h 128"/>
                <a:gd name="T88" fmla="*/ 80 w 104"/>
                <a:gd name="T89" fmla="*/ 16 h 128"/>
                <a:gd name="T90" fmla="*/ 80 w 104"/>
                <a:gd name="T91" fmla="*/ 16 h 128"/>
                <a:gd name="T92" fmla="*/ 88 w 104"/>
                <a:gd name="T93" fmla="*/ 16 h 128"/>
                <a:gd name="T94" fmla="*/ 104 w 104"/>
                <a:gd name="T95" fmla="*/ 56 h 128"/>
                <a:gd name="T96" fmla="*/ 96 w 104"/>
                <a:gd name="T97" fmla="*/ 56 h 1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4"/>
                <a:gd name="T148" fmla="*/ 0 h 128"/>
                <a:gd name="T149" fmla="*/ 104 w 104"/>
                <a:gd name="T150" fmla="*/ 128 h 1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4" h="128">
                  <a:moveTo>
                    <a:pt x="96" y="56"/>
                  </a:moveTo>
                  <a:lnTo>
                    <a:pt x="80" y="16"/>
                  </a:lnTo>
                  <a:lnTo>
                    <a:pt x="80" y="24"/>
                  </a:lnTo>
                  <a:lnTo>
                    <a:pt x="48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56"/>
                  </a:lnTo>
                  <a:lnTo>
                    <a:pt x="24" y="96"/>
                  </a:lnTo>
                  <a:lnTo>
                    <a:pt x="56" y="120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lnTo>
                    <a:pt x="104" y="5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56" y="128"/>
                  </a:lnTo>
                  <a:lnTo>
                    <a:pt x="48" y="128"/>
                  </a:lnTo>
                  <a:lnTo>
                    <a:pt x="16" y="104"/>
                  </a:lnTo>
                  <a:lnTo>
                    <a:pt x="16" y="96"/>
                  </a:lnTo>
                  <a:lnTo>
                    <a:pt x="0" y="56"/>
                  </a:lnTo>
                  <a:lnTo>
                    <a:pt x="16" y="16"/>
                  </a:lnTo>
                  <a:lnTo>
                    <a:pt x="48" y="0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104" y="5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7" name="Freeform 369"/>
            <p:cNvSpPr>
              <a:spLocks/>
            </p:cNvSpPr>
            <p:nvPr>
              <p:custDataLst>
                <p:tags r:id="rId189"/>
              </p:custDataLst>
            </p:nvPr>
          </p:nvSpPr>
          <p:spPr bwMode="auto">
            <a:xfrm>
              <a:off x="805" y="36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98" name="Rectangle 370"/>
            <p:cNvSpPr>
              <a:spLocks noChangeArrowheads="1"/>
            </p:cNvSpPr>
            <p:nvPr>
              <p:custDataLst>
                <p:tags r:id="rId190"/>
              </p:custDataLst>
            </p:nvPr>
          </p:nvSpPr>
          <p:spPr bwMode="auto">
            <a:xfrm>
              <a:off x="461" y="1992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599" name="Rectangle 371"/>
            <p:cNvSpPr>
              <a:spLocks noChangeArrowheads="1"/>
            </p:cNvSpPr>
            <p:nvPr>
              <p:custDataLst>
                <p:tags r:id="rId191"/>
              </p:custDataLst>
            </p:nvPr>
          </p:nvSpPr>
          <p:spPr bwMode="auto">
            <a:xfrm>
              <a:off x="461" y="2183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0" name="Rectangle 372"/>
            <p:cNvSpPr>
              <a:spLocks noChangeArrowheads="1"/>
            </p:cNvSpPr>
            <p:nvPr>
              <p:custDataLst>
                <p:tags r:id="rId192"/>
              </p:custDataLst>
            </p:nvPr>
          </p:nvSpPr>
          <p:spPr bwMode="auto">
            <a:xfrm>
              <a:off x="461" y="237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1" name="Rectangle 373"/>
            <p:cNvSpPr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253" y="2295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2" name="Rectangle 374"/>
            <p:cNvSpPr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253" y="363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3" name="Rectangle 375"/>
            <p:cNvSpPr>
              <a:spLocks noChangeArrowheads="1"/>
            </p:cNvSpPr>
            <p:nvPr>
              <p:custDataLst>
                <p:tags r:id="rId195"/>
              </p:custDataLst>
            </p:nvPr>
          </p:nvSpPr>
          <p:spPr bwMode="auto">
            <a:xfrm>
              <a:off x="253" y="2295"/>
              <a:ext cx="8" cy="1335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4" name="Rectangle 376"/>
            <p:cNvSpPr>
              <a:spLocks noChangeArrowheads="1"/>
            </p:cNvSpPr>
            <p:nvPr>
              <p:custDataLst>
                <p:tags r:id="rId196"/>
              </p:custDataLst>
            </p:nvPr>
          </p:nvSpPr>
          <p:spPr bwMode="auto">
            <a:xfrm>
              <a:off x="453" y="3861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5" name="Rectangle 377"/>
            <p:cNvSpPr>
              <a:spLocks noChangeArrowheads="1"/>
            </p:cNvSpPr>
            <p:nvPr>
              <p:custDataLst>
                <p:tags r:id="rId197"/>
              </p:custDataLst>
            </p:nvPr>
          </p:nvSpPr>
          <p:spPr bwMode="auto">
            <a:xfrm>
              <a:off x="557" y="393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6" name="Rectangle 378"/>
            <p:cNvSpPr>
              <a:spLocks noChangeArrowheads="1"/>
            </p:cNvSpPr>
            <p:nvPr>
              <p:custDataLst>
                <p:tags r:id="rId198"/>
              </p:custDataLst>
            </p:nvPr>
          </p:nvSpPr>
          <p:spPr bwMode="auto">
            <a:xfrm>
              <a:off x="709" y="3749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7" name="Rectangle 379"/>
            <p:cNvSpPr>
              <a:spLocks noChangeArrowheads="1"/>
            </p:cNvSpPr>
            <p:nvPr>
              <p:custDataLst>
                <p:tags r:id="rId199"/>
              </p:custDataLst>
            </p:nvPr>
          </p:nvSpPr>
          <p:spPr bwMode="auto">
            <a:xfrm>
              <a:off x="813" y="382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8" name="Rectangle 380"/>
            <p:cNvSpPr>
              <a:spLocks noChangeArrowheads="1"/>
            </p:cNvSpPr>
            <p:nvPr>
              <p:custDataLst>
                <p:tags r:id="rId200"/>
              </p:custDataLst>
            </p:nvPr>
          </p:nvSpPr>
          <p:spPr bwMode="auto">
            <a:xfrm>
              <a:off x="1141" y="1944"/>
              <a:ext cx="385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09" name="Rectangle 381"/>
            <p:cNvSpPr>
              <a:spLocks noChangeArrowheads="1"/>
            </p:cNvSpPr>
            <p:nvPr>
              <p:custDataLst>
                <p:tags r:id="rId201"/>
              </p:custDataLst>
            </p:nvPr>
          </p:nvSpPr>
          <p:spPr bwMode="auto">
            <a:xfrm>
              <a:off x="1518" y="1944"/>
              <a:ext cx="8" cy="75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0" name="Rectangle 382"/>
            <p:cNvSpPr>
              <a:spLocks noChangeArrowheads="1"/>
            </p:cNvSpPr>
            <p:nvPr>
              <p:custDataLst>
                <p:tags r:id="rId202"/>
              </p:custDataLst>
            </p:nvPr>
          </p:nvSpPr>
          <p:spPr bwMode="auto">
            <a:xfrm>
              <a:off x="1141" y="2687"/>
              <a:ext cx="377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1" name="Rectangle 383"/>
            <p:cNvSpPr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1141" y="1944"/>
              <a:ext cx="9" cy="743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2" name="Rectangle 384"/>
            <p:cNvSpPr>
              <a:spLocks noChangeArrowheads="1"/>
            </p:cNvSpPr>
            <p:nvPr>
              <p:custDataLst>
                <p:tags r:id="rId204"/>
              </p:custDataLst>
            </p:nvPr>
          </p:nvSpPr>
          <p:spPr bwMode="auto">
            <a:xfrm>
              <a:off x="965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3" name="Rectangle 385"/>
            <p:cNvSpPr>
              <a:spLocks noChangeArrowheads="1"/>
            </p:cNvSpPr>
            <p:nvPr>
              <p:custDataLst>
                <p:tags r:id="rId205"/>
              </p:custDataLst>
            </p:nvPr>
          </p:nvSpPr>
          <p:spPr bwMode="auto">
            <a:xfrm>
              <a:off x="1133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4" name="Rectangle 386"/>
            <p:cNvSpPr>
              <a:spLocks noChangeArrowheads="1"/>
            </p:cNvSpPr>
            <p:nvPr>
              <p:custDataLst>
                <p:tags r:id="rId206"/>
              </p:custDataLst>
            </p:nvPr>
          </p:nvSpPr>
          <p:spPr bwMode="auto">
            <a:xfrm>
              <a:off x="965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5" name="Rectangle 387"/>
            <p:cNvSpPr>
              <a:spLocks noChangeArrowheads="1"/>
            </p:cNvSpPr>
            <p:nvPr>
              <p:custDataLst>
                <p:tags r:id="rId207"/>
              </p:custDataLst>
            </p:nvPr>
          </p:nvSpPr>
          <p:spPr bwMode="auto">
            <a:xfrm>
              <a:off x="1518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6" name="Rectangle 388"/>
            <p:cNvSpPr>
              <a:spLocks noChangeArrowheads="1"/>
            </p:cNvSpPr>
            <p:nvPr>
              <p:custDataLst>
                <p:tags r:id="rId208"/>
              </p:custDataLst>
            </p:nvPr>
          </p:nvSpPr>
          <p:spPr bwMode="auto">
            <a:xfrm>
              <a:off x="1686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7" name="Rectangle 389"/>
            <p:cNvSpPr>
              <a:spLocks noChangeArrowheads="1"/>
            </p:cNvSpPr>
            <p:nvPr>
              <p:custDataLst>
                <p:tags r:id="rId209"/>
              </p:custDataLst>
            </p:nvPr>
          </p:nvSpPr>
          <p:spPr bwMode="auto">
            <a:xfrm>
              <a:off x="1518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8" name="Rectangle 391"/>
            <p:cNvSpPr>
              <a:spLocks noChangeArrowheads="1"/>
            </p:cNvSpPr>
            <p:nvPr>
              <p:custDataLst>
                <p:tags r:id="rId210"/>
              </p:custDataLst>
            </p:nvPr>
          </p:nvSpPr>
          <p:spPr bwMode="auto">
            <a:xfrm>
              <a:off x="1214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19" name="Rectangle 392"/>
            <p:cNvSpPr>
              <a:spLocks noChangeArrowheads="1"/>
            </p:cNvSpPr>
            <p:nvPr>
              <p:custDataLst>
                <p:tags r:id="rId211"/>
              </p:custDataLst>
            </p:nvPr>
          </p:nvSpPr>
          <p:spPr bwMode="auto">
            <a:xfrm>
              <a:off x="1214" y="2687"/>
              <a:ext cx="8" cy="119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0" name="Rectangle 393"/>
            <p:cNvSpPr>
              <a:spLocks noChangeArrowheads="1"/>
            </p:cNvSpPr>
            <p:nvPr>
              <p:custDataLst>
                <p:tags r:id="rId212"/>
              </p:custDataLst>
            </p:nvPr>
          </p:nvSpPr>
          <p:spPr bwMode="auto">
            <a:xfrm>
              <a:off x="1422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1" name="Rectangle 394"/>
            <p:cNvSpPr>
              <a:spLocks noChangeArrowheads="1"/>
            </p:cNvSpPr>
            <p:nvPr>
              <p:custDataLst>
                <p:tags r:id="rId213"/>
              </p:custDataLst>
            </p:nvPr>
          </p:nvSpPr>
          <p:spPr bwMode="auto">
            <a:xfrm>
              <a:off x="1422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2" name="Rectangle 395"/>
            <p:cNvSpPr>
              <a:spLocks noChangeArrowheads="1"/>
            </p:cNvSpPr>
            <p:nvPr>
              <p:custDataLst>
                <p:tags r:id="rId214"/>
              </p:custDataLst>
            </p:nvPr>
          </p:nvSpPr>
          <p:spPr bwMode="auto">
            <a:xfrm>
              <a:off x="1422" y="2687"/>
              <a:ext cx="8" cy="32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3" name="Rectangle 396"/>
            <p:cNvSpPr>
              <a:spLocks noChangeArrowheads="1"/>
            </p:cNvSpPr>
            <p:nvPr>
              <p:custDataLst>
                <p:tags r:id="rId215"/>
              </p:custDataLst>
            </p:nvPr>
          </p:nvSpPr>
          <p:spPr bwMode="auto">
            <a:xfrm>
              <a:off x="1310" y="195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4" name="Rectangle 397"/>
            <p:cNvSpPr>
              <a:spLocks noChangeArrowheads="1"/>
            </p:cNvSpPr>
            <p:nvPr>
              <p:custDataLst>
                <p:tags r:id="rId216"/>
              </p:custDataLst>
            </p:nvPr>
          </p:nvSpPr>
          <p:spPr bwMode="auto">
            <a:xfrm>
              <a:off x="1310" y="172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5" name="Rectangle 398"/>
            <p:cNvSpPr>
              <a:spLocks noChangeArrowheads="1"/>
            </p:cNvSpPr>
            <p:nvPr>
              <p:custDataLst>
                <p:tags r:id="rId217"/>
              </p:custDataLst>
            </p:nvPr>
          </p:nvSpPr>
          <p:spPr bwMode="auto">
            <a:xfrm>
              <a:off x="1310" y="1728"/>
              <a:ext cx="8" cy="22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6" name="Rectangle 399"/>
            <p:cNvSpPr>
              <a:spLocks noChangeArrowheads="1"/>
            </p:cNvSpPr>
            <p:nvPr>
              <p:custDataLst>
                <p:tags r:id="rId218"/>
              </p:custDataLst>
            </p:nvPr>
          </p:nvSpPr>
          <p:spPr bwMode="auto">
            <a:xfrm>
              <a:off x="1374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7" name="Rectangle 400"/>
            <p:cNvSpPr>
              <a:spLocks noChangeArrowheads="1"/>
            </p:cNvSpPr>
            <p:nvPr>
              <p:custDataLst>
                <p:tags r:id="rId219"/>
              </p:custDataLst>
            </p:nvPr>
          </p:nvSpPr>
          <p:spPr bwMode="auto">
            <a:xfrm>
              <a:off x="1374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8" name="Rectangle 401"/>
            <p:cNvSpPr>
              <a:spLocks noChangeArrowheads="1"/>
            </p:cNvSpPr>
            <p:nvPr>
              <p:custDataLst>
                <p:tags r:id="rId220"/>
              </p:custDataLst>
            </p:nvPr>
          </p:nvSpPr>
          <p:spPr bwMode="auto">
            <a:xfrm>
              <a:off x="1374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29" name="Rectangle 402"/>
            <p:cNvSpPr>
              <a:spLocks noChangeArrowheads="1"/>
            </p:cNvSpPr>
            <p:nvPr>
              <p:custDataLst>
                <p:tags r:id="rId221"/>
              </p:custDataLst>
            </p:nvPr>
          </p:nvSpPr>
          <p:spPr bwMode="auto">
            <a:xfrm>
              <a:off x="1470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0" name="Rectangle 403"/>
            <p:cNvSpPr>
              <a:spLocks noChangeArrowheads="1"/>
            </p:cNvSpPr>
            <p:nvPr>
              <p:custDataLst>
                <p:tags r:id="rId222"/>
              </p:custDataLst>
            </p:nvPr>
          </p:nvSpPr>
          <p:spPr bwMode="auto">
            <a:xfrm>
              <a:off x="1470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1" name="Rectangle 404"/>
            <p:cNvSpPr>
              <a:spLocks noChangeArrowheads="1"/>
            </p:cNvSpPr>
            <p:nvPr>
              <p:custDataLst>
                <p:tags r:id="rId223"/>
              </p:custDataLst>
            </p:nvPr>
          </p:nvSpPr>
          <p:spPr bwMode="auto">
            <a:xfrm>
              <a:off x="1470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2" name="Rectangle 405"/>
            <p:cNvSpPr>
              <a:spLocks noChangeArrowheads="1"/>
            </p:cNvSpPr>
            <p:nvPr>
              <p:custDataLst>
                <p:tags r:id="rId224"/>
              </p:custDataLst>
            </p:nvPr>
          </p:nvSpPr>
          <p:spPr bwMode="auto">
            <a:xfrm>
              <a:off x="1422" y="306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3" name="Rectangle 406"/>
            <p:cNvSpPr>
              <a:spLocks noChangeArrowheads="1"/>
            </p:cNvSpPr>
            <p:nvPr>
              <p:custDataLst>
                <p:tags r:id="rId225"/>
              </p:custDataLst>
            </p:nvPr>
          </p:nvSpPr>
          <p:spPr bwMode="auto">
            <a:xfrm>
              <a:off x="1422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4" name="Rectangle 407"/>
            <p:cNvSpPr>
              <a:spLocks noChangeArrowheads="1"/>
            </p:cNvSpPr>
            <p:nvPr>
              <p:custDataLst>
                <p:tags r:id="rId226"/>
              </p:custDataLst>
            </p:nvPr>
          </p:nvSpPr>
          <p:spPr bwMode="auto">
            <a:xfrm>
              <a:off x="1422" y="3014"/>
              <a:ext cx="8" cy="4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35" name="Freeform 408"/>
            <p:cNvSpPr>
              <a:spLocks/>
            </p:cNvSpPr>
            <p:nvPr>
              <p:custDataLst>
                <p:tags r:id="rId227"/>
              </p:custDataLst>
            </p:nvPr>
          </p:nvSpPr>
          <p:spPr bwMode="auto">
            <a:xfrm>
              <a:off x="1334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36" name="Freeform 409"/>
            <p:cNvSpPr>
              <a:spLocks/>
            </p:cNvSpPr>
            <p:nvPr>
              <p:custDataLst>
                <p:tags r:id="rId228"/>
              </p:custDataLst>
            </p:nvPr>
          </p:nvSpPr>
          <p:spPr bwMode="auto">
            <a:xfrm>
              <a:off x="1334" y="3310"/>
              <a:ext cx="96" cy="48"/>
            </a:xfrm>
            <a:custGeom>
              <a:avLst/>
              <a:gdLst>
                <a:gd name="T0" fmla="*/ 0 w 96"/>
                <a:gd name="T1" fmla="*/ 40 h 48"/>
                <a:gd name="T2" fmla="*/ 24 w 96"/>
                <a:gd name="T3" fmla="*/ 16 h 48"/>
                <a:gd name="T4" fmla="*/ 24 w 96"/>
                <a:gd name="T5" fmla="*/ 16 h 48"/>
                <a:gd name="T6" fmla="*/ 24 w 96"/>
                <a:gd name="T7" fmla="*/ 16 h 48"/>
                <a:gd name="T8" fmla="*/ 96 w 96"/>
                <a:gd name="T9" fmla="*/ 0 h 48"/>
                <a:gd name="T10" fmla="*/ 96 w 96"/>
                <a:gd name="T11" fmla="*/ 0 h 48"/>
                <a:gd name="T12" fmla="*/ 96 w 96"/>
                <a:gd name="T13" fmla="*/ 8 h 48"/>
                <a:gd name="T14" fmla="*/ 96 w 96"/>
                <a:gd name="T15" fmla="*/ 8 h 48"/>
                <a:gd name="T16" fmla="*/ 24 w 96"/>
                <a:gd name="T17" fmla="*/ 24 h 48"/>
                <a:gd name="T18" fmla="*/ 24 w 96"/>
                <a:gd name="T19" fmla="*/ 24 h 48"/>
                <a:gd name="T20" fmla="*/ 32 w 96"/>
                <a:gd name="T21" fmla="*/ 24 h 48"/>
                <a:gd name="T22" fmla="*/ 8 w 96"/>
                <a:gd name="T23" fmla="*/ 48 h 48"/>
                <a:gd name="T24" fmla="*/ 0 w 96"/>
                <a:gd name="T25" fmla="*/ 40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8"/>
                <a:gd name="T41" fmla="*/ 96 w 96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8">
                  <a:moveTo>
                    <a:pt x="0" y="40"/>
                  </a:moveTo>
                  <a:lnTo>
                    <a:pt x="24" y="16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8" y="48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37" name="Freeform 410"/>
            <p:cNvSpPr>
              <a:spLocks/>
            </p:cNvSpPr>
            <p:nvPr>
              <p:custDataLst>
                <p:tags r:id="rId229"/>
              </p:custDataLst>
            </p:nvPr>
          </p:nvSpPr>
          <p:spPr bwMode="auto">
            <a:xfrm>
              <a:off x="1430" y="3310"/>
              <a:ext cx="72" cy="24"/>
            </a:xfrm>
            <a:custGeom>
              <a:avLst/>
              <a:gdLst>
                <a:gd name="T0" fmla="*/ 0 w 72"/>
                <a:gd name="T1" fmla="*/ 0 h 24"/>
                <a:gd name="T2" fmla="*/ 64 w 72"/>
                <a:gd name="T3" fmla="*/ 16 h 24"/>
                <a:gd name="T4" fmla="*/ 72 w 72"/>
                <a:gd name="T5" fmla="*/ 16 h 24"/>
                <a:gd name="T6" fmla="*/ 64 w 72"/>
                <a:gd name="T7" fmla="*/ 24 h 24"/>
                <a:gd name="T8" fmla="*/ 64 w 72"/>
                <a:gd name="T9" fmla="*/ 24 h 24"/>
                <a:gd name="T10" fmla="*/ 0 w 72"/>
                <a:gd name="T11" fmla="*/ 8 h 24"/>
                <a:gd name="T12" fmla="*/ 0 w 7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24"/>
                <a:gd name="T23" fmla="*/ 72 w 7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24">
                  <a:moveTo>
                    <a:pt x="0" y="0"/>
                  </a:moveTo>
                  <a:lnTo>
                    <a:pt x="64" y="16"/>
                  </a:lnTo>
                  <a:lnTo>
                    <a:pt x="72" y="16"/>
                  </a:lnTo>
                  <a:lnTo>
                    <a:pt x="64" y="24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38" name="Freeform 411"/>
            <p:cNvSpPr>
              <a:spLocks/>
            </p:cNvSpPr>
            <p:nvPr>
              <p:custDataLst>
                <p:tags r:id="rId230"/>
              </p:custDataLst>
            </p:nvPr>
          </p:nvSpPr>
          <p:spPr bwMode="auto">
            <a:xfrm>
              <a:off x="1518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39" name="Freeform 412"/>
            <p:cNvSpPr>
              <a:spLocks/>
            </p:cNvSpPr>
            <p:nvPr>
              <p:custDataLst>
                <p:tags r:id="rId231"/>
              </p:custDataLst>
            </p:nvPr>
          </p:nvSpPr>
          <p:spPr bwMode="auto">
            <a:xfrm>
              <a:off x="1494" y="332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40" name="Rectangle 413"/>
            <p:cNvSpPr>
              <a:spLocks noChangeArrowheads="1"/>
            </p:cNvSpPr>
            <p:nvPr>
              <p:custDataLst>
                <p:tags r:id="rId232"/>
              </p:custDataLst>
            </p:nvPr>
          </p:nvSpPr>
          <p:spPr bwMode="auto">
            <a:xfrm>
              <a:off x="1334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1" name="Rectangle 414"/>
            <p:cNvSpPr>
              <a:spLocks noChangeArrowheads="1"/>
            </p:cNvSpPr>
            <p:nvPr>
              <p:custDataLst>
                <p:tags r:id="rId233"/>
              </p:custDataLst>
            </p:nvPr>
          </p:nvSpPr>
          <p:spPr bwMode="auto">
            <a:xfrm>
              <a:off x="1334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2" name="Rectangle 415"/>
            <p:cNvSpPr>
              <a:spLocks noChangeArrowheads="1"/>
            </p:cNvSpPr>
            <p:nvPr>
              <p:custDataLst>
                <p:tags r:id="rId234"/>
              </p:custDataLst>
            </p:nvPr>
          </p:nvSpPr>
          <p:spPr bwMode="auto">
            <a:xfrm>
              <a:off x="1334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3" name="Rectangle 416"/>
            <p:cNvSpPr>
              <a:spLocks noChangeArrowheads="1"/>
            </p:cNvSpPr>
            <p:nvPr>
              <p:custDataLst>
                <p:tags r:id="rId235"/>
              </p:custDataLst>
            </p:nvPr>
          </p:nvSpPr>
          <p:spPr bwMode="auto">
            <a:xfrm>
              <a:off x="1518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4" name="Rectangle 417"/>
            <p:cNvSpPr>
              <a:spLocks noChangeArrowheads="1"/>
            </p:cNvSpPr>
            <p:nvPr>
              <p:custDataLst>
                <p:tags r:id="rId236"/>
              </p:custDataLst>
            </p:nvPr>
          </p:nvSpPr>
          <p:spPr bwMode="auto">
            <a:xfrm>
              <a:off x="1518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5" name="Rectangle 418"/>
            <p:cNvSpPr>
              <a:spLocks noChangeArrowheads="1"/>
            </p:cNvSpPr>
            <p:nvPr>
              <p:custDataLst>
                <p:tags r:id="rId237"/>
              </p:custDataLst>
            </p:nvPr>
          </p:nvSpPr>
          <p:spPr bwMode="auto">
            <a:xfrm>
              <a:off x="1518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46" name="Freeform 419"/>
            <p:cNvSpPr>
              <a:spLocks/>
            </p:cNvSpPr>
            <p:nvPr>
              <p:custDataLst>
                <p:tags r:id="rId238"/>
              </p:custDataLst>
            </p:nvPr>
          </p:nvSpPr>
          <p:spPr bwMode="auto">
            <a:xfrm>
              <a:off x="1326" y="3062"/>
              <a:ext cx="192" cy="112"/>
            </a:xfrm>
            <a:custGeom>
              <a:avLst/>
              <a:gdLst>
                <a:gd name="T0" fmla="*/ 0 w 192"/>
                <a:gd name="T1" fmla="*/ 112 h 112"/>
                <a:gd name="T2" fmla="*/ 40 w 192"/>
                <a:gd name="T3" fmla="*/ 40 h 112"/>
                <a:gd name="T4" fmla="*/ 96 w 192"/>
                <a:gd name="T5" fmla="*/ 0 h 112"/>
                <a:gd name="T6" fmla="*/ 144 w 192"/>
                <a:gd name="T7" fmla="*/ 24 h 112"/>
                <a:gd name="T8" fmla="*/ 168 w 192"/>
                <a:gd name="T9" fmla="*/ 48 h 112"/>
                <a:gd name="T10" fmla="*/ 192 w 192"/>
                <a:gd name="T11" fmla="*/ 112 h 112"/>
                <a:gd name="T12" fmla="*/ 0 w 192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"/>
                <a:gd name="T22" fmla="*/ 0 h 112"/>
                <a:gd name="T23" fmla="*/ 192 w 192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" h="112">
                  <a:moveTo>
                    <a:pt x="0" y="112"/>
                  </a:moveTo>
                  <a:lnTo>
                    <a:pt x="40" y="40"/>
                  </a:lnTo>
                  <a:lnTo>
                    <a:pt x="96" y="0"/>
                  </a:lnTo>
                  <a:lnTo>
                    <a:pt x="144" y="24"/>
                  </a:lnTo>
                  <a:lnTo>
                    <a:pt x="168" y="48"/>
                  </a:lnTo>
                  <a:lnTo>
                    <a:pt x="192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2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47" name="Freeform 420"/>
            <p:cNvSpPr>
              <a:spLocks/>
            </p:cNvSpPr>
            <p:nvPr>
              <p:custDataLst>
                <p:tags r:id="rId239"/>
              </p:custDataLst>
            </p:nvPr>
          </p:nvSpPr>
          <p:spPr bwMode="auto">
            <a:xfrm>
              <a:off x="1326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48" name="Freeform 421"/>
            <p:cNvSpPr>
              <a:spLocks/>
            </p:cNvSpPr>
            <p:nvPr>
              <p:custDataLst>
                <p:tags r:id="rId240"/>
              </p:custDataLst>
            </p:nvPr>
          </p:nvSpPr>
          <p:spPr bwMode="auto">
            <a:xfrm>
              <a:off x="1326" y="3062"/>
              <a:ext cx="152" cy="112"/>
            </a:xfrm>
            <a:custGeom>
              <a:avLst/>
              <a:gdLst>
                <a:gd name="T0" fmla="*/ 0 w 152"/>
                <a:gd name="T1" fmla="*/ 112 h 112"/>
                <a:gd name="T2" fmla="*/ 40 w 152"/>
                <a:gd name="T3" fmla="*/ 40 h 112"/>
                <a:gd name="T4" fmla="*/ 40 w 152"/>
                <a:gd name="T5" fmla="*/ 40 h 112"/>
                <a:gd name="T6" fmla="*/ 40 w 152"/>
                <a:gd name="T7" fmla="*/ 40 h 112"/>
                <a:gd name="T8" fmla="*/ 96 w 152"/>
                <a:gd name="T9" fmla="*/ 0 h 112"/>
                <a:gd name="T10" fmla="*/ 96 w 152"/>
                <a:gd name="T11" fmla="*/ 0 h 112"/>
                <a:gd name="T12" fmla="*/ 96 w 152"/>
                <a:gd name="T13" fmla="*/ 0 h 112"/>
                <a:gd name="T14" fmla="*/ 144 w 152"/>
                <a:gd name="T15" fmla="*/ 24 h 112"/>
                <a:gd name="T16" fmla="*/ 152 w 152"/>
                <a:gd name="T17" fmla="*/ 24 h 112"/>
                <a:gd name="T18" fmla="*/ 144 w 152"/>
                <a:gd name="T19" fmla="*/ 32 h 112"/>
                <a:gd name="T20" fmla="*/ 144 w 152"/>
                <a:gd name="T21" fmla="*/ 32 h 112"/>
                <a:gd name="T22" fmla="*/ 96 w 152"/>
                <a:gd name="T23" fmla="*/ 8 h 112"/>
                <a:gd name="T24" fmla="*/ 96 w 152"/>
                <a:gd name="T25" fmla="*/ 8 h 112"/>
                <a:gd name="T26" fmla="*/ 104 w 152"/>
                <a:gd name="T27" fmla="*/ 8 h 112"/>
                <a:gd name="T28" fmla="*/ 48 w 152"/>
                <a:gd name="T29" fmla="*/ 48 h 112"/>
                <a:gd name="T30" fmla="*/ 48 w 152"/>
                <a:gd name="T31" fmla="*/ 48 h 112"/>
                <a:gd name="T32" fmla="*/ 48 w 152"/>
                <a:gd name="T33" fmla="*/ 40 h 112"/>
                <a:gd name="T34" fmla="*/ 8 w 152"/>
                <a:gd name="T35" fmla="*/ 112 h 112"/>
                <a:gd name="T36" fmla="*/ 0 w 152"/>
                <a:gd name="T37" fmla="*/ 112 h 1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2"/>
                <a:gd name="T58" fmla="*/ 0 h 112"/>
                <a:gd name="T59" fmla="*/ 152 w 152"/>
                <a:gd name="T60" fmla="*/ 112 h 1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2" h="112">
                  <a:moveTo>
                    <a:pt x="0" y="112"/>
                  </a:moveTo>
                  <a:lnTo>
                    <a:pt x="40" y="40"/>
                  </a:lnTo>
                  <a:lnTo>
                    <a:pt x="96" y="0"/>
                  </a:lnTo>
                  <a:lnTo>
                    <a:pt x="144" y="24"/>
                  </a:lnTo>
                  <a:lnTo>
                    <a:pt x="152" y="24"/>
                  </a:lnTo>
                  <a:lnTo>
                    <a:pt x="144" y="32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8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49" name="Freeform 422"/>
            <p:cNvSpPr>
              <a:spLocks/>
            </p:cNvSpPr>
            <p:nvPr>
              <p:custDataLst>
                <p:tags r:id="rId241"/>
              </p:custDataLst>
            </p:nvPr>
          </p:nvSpPr>
          <p:spPr bwMode="auto">
            <a:xfrm>
              <a:off x="1470" y="308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32 w 32"/>
                <a:gd name="T3" fmla="*/ 24 h 32"/>
                <a:gd name="T4" fmla="*/ 32 w 32"/>
                <a:gd name="T5" fmla="*/ 24 h 32"/>
                <a:gd name="T6" fmla="*/ 24 w 32"/>
                <a:gd name="T7" fmla="*/ 24 h 32"/>
                <a:gd name="T8" fmla="*/ 24 w 32"/>
                <a:gd name="T9" fmla="*/ 32 h 32"/>
                <a:gd name="T10" fmla="*/ 0 w 32"/>
                <a:gd name="T11" fmla="*/ 8 h 32"/>
                <a:gd name="T12" fmla="*/ 8 w 32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8" y="0"/>
                  </a:moveTo>
                  <a:lnTo>
                    <a:pt x="32" y="24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0" name="Freeform 423"/>
            <p:cNvSpPr>
              <a:spLocks/>
            </p:cNvSpPr>
            <p:nvPr>
              <p:custDataLst>
                <p:tags r:id="rId242"/>
              </p:custDataLst>
            </p:nvPr>
          </p:nvSpPr>
          <p:spPr bwMode="auto">
            <a:xfrm>
              <a:off x="1518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1" name="Freeform 424"/>
            <p:cNvSpPr>
              <a:spLocks/>
            </p:cNvSpPr>
            <p:nvPr>
              <p:custDataLst>
                <p:tags r:id="rId243"/>
              </p:custDataLst>
            </p:nvPr>
          </p:nvSpPr>
          <p:spPr bwMode="auto">
            <a:xfrm>
              <a:off x="1494" y="3110"/>
              <a:ext cx="32" cy="64"/>
            </a:xfrm>
            <a:custGeom>
              <a:avLst/>
              <a:gdLst>
                <a:gd name="T0" fmla="*/ 8 w 32"/>
                <a:gd name="T1" fmla="*/ 0 h 64"/>
                <a:gd name="T2" fmla="*/ 0 w 32"/>
                <a:gd name="T3" fmla="*/ 0 h 64"/>
                <a:gd name="T4" fmla="*/ 24 w 32"/>
                <a:gd name="T5" fmla="*/ 64 h 64"/>
                <a:gd name="T6" fmla="*/ 32 w 32"/>
                <a:gd name="T7" fmla="*/ 64 h 64"/>
                <a:gd name="T8" fmla="*/ 8 w 32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8" y="0"/>
                  </a:moveTo>
                  <a:lnTo>
                    <a:pt x="0" y="0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2" name="Freeform 425"/>
            <p:cNvSpPr>
              <a:spLocks/>
            </p:cNvSpPr>
            <p:nvPr>
              <p:custDataLst>
                <p:tags r:id="rId244"/>
              </p:custDataLst>
            </p:nvPr>
          </p:nvSpPr>
          <p:spPr bwMode="auto">
            <a:xfrm>
              <a:off x="1334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3" name="Freeform 426"/>
            <p:cNvSpPr>
              <a:spLocks/>
            </p:cNvSpPr>
            <p:nvPr>
              <p:custDataLst>
                <p:tags r:id="rId245"/>
              </p:custDataLst>
            </p:nvPr>
          </p:nvSpPr>
          <p:spPr bwMode="auto">
            <a:xfrm>
              <a:off x="1334" y="3382"/>
              <a:ext cx="96" cy="40"/>
            </a:xfrm>
            <a:custGeom>
              <a:avLst/>
              <a:gdLst>
                <a:gd name="T0" fmla="*/ 0 w 96"/>
                <a:gd name="T1" fmla="*/ 32 h 40"/>
                <a:gd name="T2" fmla="*/ 24 w 96"/>
                <a:gd name="T3" fmla="*/ 8 h 40"/>
                <a:gd name="T4" fmla="*/ 24 w 96"/>
                <a:gd name="T5" fmla="*/ 8 h 40"/>
                <a:gd name="T6" fmla="*/ 24 w 96"/>
                <a:gd name="T7" fmla="*/ 8 h 40"/>
                <a:gd name="T8" fmla="*/ 96 w 96"/>
                <a:gd name="T9" fmla="*/ 0 h 40"/>
                <a:gd name="T10" fmla="*/ 96 w 96"/>
                <a:gd name="T11" fmla="*/ 0 h 40"/>
                <a:gd name="T12" fmla="*/ 96 w 96"/>
                <a:gd name="T13" fmla="*/ 8 h 40"/>
                <a:gd name="T14" fmla="*/ 96 w 96"/>
                <a:gd name="T15" fmla="*/ 8 h 40"/>
                <a:gd name="T16" fmla="*/ 24 w 96"/>
                <a:gd name="T17" fmla="*/ 16 h 40"/>
                <a:gd name="T18" fmla="*/ 24 w 96"/>
                <a:gd name="T19" fmla="*/ 16 h 40"/>
                <a:gd name="T20" fmla="*/ 32 w 96"/>
                <a:gd name="T21" fmla="*/ 16 h 40"/>
                <a:gd name="T22" fmla="*/ 8 w 96"/>
                <a:gd name="T23" fmla="*/ 40 h 40"/>
                <a:gd name="T24" fmla="*/ 0 w 96"/>
                <a:gd name="T25" fmla="*/ 32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0"/>
                <a:gd name="T41" fmla="*/ 96 w 96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0">
                  <a:moveTo>
                    <a:pt x="0" y="32"/>
                  </a:moveTo>
                  <a:lnTo>
                    <a:pt x="24" y="8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8" y="4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4" name="Freeform 427"/>
            <p:cNvSpPr>
              <a:spLocks/>
            </p:cNvSpPr>
            <p:nvPr>
              <p:custDataLst>
                <p:tags r:id="rId246"/>
              </p:custDataLst>
            </p:nvPr>
          </p:nvSpPr>
          <p:spPr bwMode="auto">
            <a:xfrm>
              <a:off x="1430" y="3382"/>
              <a:ext cx="72" cy="16"/>
            </a:xfrm>
            <a:custGeom>
              <a:avLst/>
              <a:gdLst>
                <a:gd name="T0" fmla="*/ 0 w 72"/>
                <a:gd name="T1" fmla="*/ 0 h 16"/>
                <a:gd name="T2" fmla="*/ 64 w 72"/>
                <a:gd name="T3" fmla="*/ 8 h 16"/>
                <a:gd name="T4" fmla="*/ 72 w 72"/>
                <a:gd name="T5" fmla="*/ 8 h 16"/>
                <a:gd name="T6" fmla="*/ 64 w 72"/>
                <a:gd name="T7" fmla="*/ 16 h 16"/>
                <a:gd name="T8" fmla="*/ 64 w 72"/>
                <a:gd name="T9" fmla="*/ 16 h 16"/>
                <a:gd name="T10" fmla="*/ 0 w 72"/>
                <a:gd name="T11" fmla="*/ 8 h 16"/>
                <a:gd name="T12" fmla="*/ 0 w 7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6"/>
                <a:gd name="T23" fmla="*/ 72 w 7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6">
                  <a:moveTo>
                    <a:pt x="0" y="0"/>
                  </a:moveTo>
                  <a:lnTo>
                    <a:pt x="64" y="8"/>
                  </a:lnTo>
                  <a:lnTo>
                    <a:pt x="72" y="8"/>
                  </a:lnTo>
                  <a:lnTo>
                    <a:pt x="64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5" name="Freeform 428"/>
            <p:cNvSpPr>
              <a:spLocks/>
            </p:cNvSpPr>
            <p:nvPr>
              <p:custDataLst>
                <p:tags r:id="rId247"/>
              </p:custDataLst>
            </p:nvPr>
          </p:nvSpPr>
          <p:spPr bwMode="auto">
            <a:xfrm>
              <a:off x="1518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6" name="Freeform 429"/>
            <p:cNvSpPr>
              <a:spLocks/>
            </p:cNvSpPr>
            <p:nvPr>
              <p:custDataLst>
                <p:tags r:id="rId248"/>
              </p:custDataLst>
            </p:nvPr>
          </p:nvSpPr>
          <p:spPr bwMode="auto">
            <a:xfrm>
              <a:off x="1494" y="3390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57" name="Rectangle 430"/>
            <p:cNvSpPr>
              <a:spLocks noChangeArrowheads="1"/>
            </p:cNvSpPr>
            <p:nvPr>
              <p:custDataLst>
                <p:tags r:id="rId249"/>
              </p:custDataLst>
            </p:nvPr>
          </p:nvSpPr>
          <p:spPr bwMode="auto">
            <a:xfrm>
              <a:off x="1382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58" name="Rectangle 432"/>
            <p:cNvSpPr>
              <a:spLocks noChangeArrowheads="1"/>
            </p:cNvSpPr>
            <p:nvPr>
              <p:custDataLst>
                <p:tags r:id="rId250"/>
              </p:custDataLst>
            </p:nvPr>
          </p:nvSpPr>
          <p:spPr bwMode="auto">
            <a:xfrm>
              <a:off x="1382" y="3470"/>
              <a:ext cx="8" cy="40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59" name="Rectangle 433"/>
            <p:cNvSpPr>
              <a:spLocks noChangeArrowheads="1"/>
            </p:cNvSpPr>
            <p:nvPr>
              <p:custDataLst>
                <p:tags r:id="rId251"/>
              </p:custDataLst>
            </p:nvPr>
          </p:nvSpPr>
          <p:spPr bwMode="auto">
            <a:xfrm>
              <a:off x="1470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0" name="Rectangle 434"/>
            <p:cNvSpPr>
              <a:spLocks noChangeArrowheads="1"/>
            </p:cNvSpPr>
            <p:nvPr>
              <p:custDataLst>
                <p:tags r:id="rId252"/>
              </p:custDataLst>
            </p:nvPr>
          </p:nvSpPr>
          <p:spPr bwMode="auto">
            <a:xfrm>
              <a:off x="1470" y="367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1" name="Rectangle 435"/>
            <p:cNvSpPr>
              <a:spLocks noChangeArrowheads="1"/>
            </p:cNvSpPr>
            <p:nvPr>
              <p:custDataLst>
                <p:tags r:id="rId253"/>
              </p:custDataLst>
            </p:nvPr>
          </p:nvSpPr>
          <p:spPr bwMode="auto">
            <a:xfrm>
              <a:off x="1470" y="3470"/>
              <a:ext cx="8" cy="20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2" name="Freeform 436"/>
            <p:cNvSpPr>
              <a:spLocks/>
            </p:cNvSpPr>
            <p:nvPr>
              <p:custDataLst>
                <p:tags r:id="rId254"/>
              </p:custDataLst>
            </p:nvPr>
          </p:nvSpPr>
          <p:spPr bwMode="auto">
            <a:xfrm>
              <a:off x="1414" y="3574"/>
              <a:ext cx="96" cy="120"/>
            </a:xfrm>
            <a:custGeom>
              <a:avLst/>
              <a:gdLst>
                <a:gd name="T0" fmla="*/ 96 w 96"/>
                <a:gd name="T1" fmla="*/ 56 h 120"/>
                <a:gd name="T2" fmla="*/ 80 w 96"/>
                <a:gd name="T3" fmla="*/ 16 h 120"/>
                <a:gd name="T4" fmla="*/ 48 w 96"/>
                <a:gd name="T5" fmla="*/ 0 h 120"/>
                <a:gd name="T6" fmla="*/ 16 w 96"/>
                <a:gd name="T7" fmla="*/ 16 h 120"/>
                <a:gd name="T8" fmla="*/ 0 w 96"/>
                <a:gd name="T9" fmla="*/ 56 h 120"/>
                <a:gd name="T10" fmla="*/ 16 w 96"/>
                <a:gd name="T11" fmla="*/ 96 h 120"/>
                <a:gd name="T12" fmla="*/ 48 w 96"/>
                <a:gd name="T13" fmla="*/ 120 h 120"/>
                <a:gd name="T14" fmla="*/ 80 w 96"/>
                <a:gd name="T15" fmla="*/ 96 h 120"/>
                <a:gd name="T16" fmla="*/ 96 w 96"/>
                <a:gd name="T17" fmla="*/ 56 h 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6"/>
                <a:gd name="T28" fmla="*/ 0 h 120"/>
                <a:gd name="T29" fmla="*/ 96 w 96"/>
                <a:gd name="T30" fmla="*/ 120 h 1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6" h="120">
                  <a:moveTo>
                    <a:pt x="96" y="56"/>
                  </a:moveTo>
                  <a:lnTo>
                    <a:pt x="80" y="16"/>
                  </a:lnTo>
                  <a:lnTo>
                    <a:pt x="48" y="0"/>
                  </a:lnTo>
                  <a:lnTo>
                    <a:pt x="16" y="16"/>
                  </a:lnTo>
                  <a:lnTo>
                    <a:pt x="0" y="56"/>
                  </a:lnTo>
                  <a:lnTo>
                    <a:pt x="16" y="96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63" name="Freeform 437"/>
            <p:cNvSpPr>
              <a:spLocks/>
            </p:cNvSpPr>
            <p:nvPr>
              <p:custDataLst>
                <p:tags r:id="rId255"/>
              </p:custDataLst>
            </p:nvPr>
          </p:nvSpPr>
          <p:spPr bwMode="auto">
            <a:xfrm>
              <a:off x="1414" y="3574"/>
              <a:ext cx="104" cy="128"/>
            </a:xfrm>
            <a:custGeom>
              <a:avLst/>
              <a:gdLst>
                <a:gd name="T0" fmla="*/ 96 w 104"/>
                <a:gd name="T1" fmla="*/ 56 h 128"/>
                <a:gd name="T2" fmla="*/ 80 w 104"/>
                <a:gd name="T3" fmla="*/ 16 h 128"/>
                <a:gd name="T4" fmla="*/ 80 w 104"/>
                <a:gd name="T5" fmla="*/ 24 h 128"/>
                <a:gd name="T6" fmla="*/ 80 w 104"/>
                <a:gd name="T7" fmla="*/ 24 h 128"/>
                <a:gd name="T8" fmla="*/ 48 w 104"/>
                <a:gd name="T9" fmla="*/ 8 h 128"/>
                <a:gd name="T10" fmla="*/ 48 w 104"/>
                <a:gd name="T11" fmla="*/ 8 h 128"/>
                <a:gd name="T12" fmla="*/ 48 w 104"/>
                <a:gd name="T13" fmla="*/ 8 h 128"/>
                <a:gd name="T14" fmla="*/ 16 w 104"/>
                <a:gd name="T15" fmla="*/ 24 h 128"/>
                <a:gd name="T16" fmla="*/ 24 w 104"/>
                <a:gd name="T17" fmla="*/ 16 h 128"/>
                <a:gd name="T18" fmla="*/ 24 w 104"/>
                <a:gd name="T19" fmla="*/ 16 h 128"/>
                <a:gd name="T20" fmla="*/ 8 w 104"/>
                <a:gd name="T21" fmla="*/ 56 h 128"/>
                <a:gd name="T22" fmla="*/ 8 w 104"/>
                <a:gd name="T23" fmla="*/ 56 h 128"/>
                <a:gd name="T24" fmla="*/ 8 w 104"/>
                <a:gd name="T25" fmla="*/ 56 h 128"/>
                <a:gd name="T26" fmla="*/ 24 w 104"/>
                <a:gd name="T27" fmla="*/ 96 h 128"/>
                <a:gd name="T28" fmla="*/ 24 w 104"/>
                <a:gd name="T29" fmla="*/ 96 h 128"/>
                <a:gd name="T30" fmla="*/ 24 w 104"/>
                <a:gd name="T31" fmla="*/ 96 h 128"/>
                <a:gd name="T32" fmla="*/ 56 w 104"/>
                <a:gd name="T33" fmla="*/ 120 h 128"/>
                <a:gd name="T34" fmla="*/ 48 w 104"/>
                <a:gd name="T35" fmla="*/ 120 h 128"/>
                <a:gd name="T36" fmla="*/ 48 w 104"/>
                <a:gd name="T37" fmla="*/ 120 h 128"/>
                <a:gd name="T38" fmla="*/ 80 w 104"/>
                <a:gd name="T39" fmla="*/ 96 h 128"/>
                <a:gd name="T40" fmla="*/ 80 w 104"/>
                <a:gd name="T41" fmla="*/ 96 h 128"/>
                <a:gd name="T42" fmla="*/ 80 w 104"/>
                <a:gd name="T43" fmla="*/ 96 h 128"/>
                <a:gd name="T44" fmla="*/ 96 w 104"/>
                <a:gd name="T45" fmla="*/ 56 h 128"/>
                <a:gd name="T46" fmla="*/ 96 w 104"/>
                <a:gd name="T47" fmla="*/ 56 h 128"/>
                <a:gd name="T48" fmla="*/ 104 w 104"/>
                <a:gd name="T49" fmla="*/ 56 h 128"/>
                <a:gd name="T50" fmla="*/ 104 w 104"/>
                <a:gd name="T51" fmla="*/ 56 h 128"/>
                <a:gd name="T52" fmla="*/ 88 w 104"/>
                <a:gd name="T53" fmla="*/ 96 h 128"/>
                <a:gd name="T54" fmla="*/ 88 w 104"/>
                <a:gd name="T55" fmla="*/ 96 h 128"/>
                <a:gd name="T56" fmla="*/ 88 w 104"/>
                <a:gd name="T57" fmla="*/ 104 h 128"/>
                <a:gd name="T58" fmla="*/ 56 w 104"/>
                <a:gd name="T59" fmla="*/ 128 h 128"/>
                <a:gd name="T60" fmla="*/ 56 w 104"/>
                <a:gd name="T61" fmla="*/ 128 h 128"/>
                <a:gd name="T62" fmla="*/ 48 w 104"/>
                <a:gd name="T63" fmla="*/ 128 h 128"/>
                <a:gd name="T64" fmla="*/ 16 w 104"/>
                <a:gd name="T65" fmla="*/ 104 h 128"/>
                <a:gd name="T66" fmla="*/ 16 w 104"/>
                <a:gd name="T67" fmla="*/ 104 h 128"/>
                <a:gd name="T68" fmla="*/ 16 w 104"/>
                <a:gd name="T69" fmla="*/ 96 h 128"/>
                <a:gd name="T70" fmla="*/ 0 w 104"/>
                <a:gd name="T71" fmla="*/ 56 h 128"/>
                <a:gd name="T72" fmla="*/ 0 w 104"/>
                <a:gd name="T73" fmla="*/ 56 h 128"/>
                <a:gd name="T74" fmla="*/ 0 w 104"/>
                <a:gd name="T75" fmla="*/ 56 h 128"/>
                <a:gd name="T76" fmla="*/ 16 w 104"/>
                <a:gd name="T77" fmla="*/ 16 h 128"/>
                <a:gd name="T78" fmla="*/ 16 w 104"/>
                <a:gd name="T79" fmla="*/ 16 h 128"/>
                <a:gd name="T80" fmla="*/ 16 w 104"/>
                <a:gd name="T81" fmla="*/ 16 h 128"/>
                <a:gd name="T82" fmla="*/ 48 w 104"/>
                <a:gd name="T83" fmla="*/ 0 h 128"/>
                <a:gd name="T84" fmla="*/ 48 w 104"/>
                <a:gd name="T85" fmla="*/ 0 h 128"/>
                <a:gd name="T86" fmla="*/ 48 w 104"/>
                <a:gd name="T87" fmla="*/ 0 h 128"/>
                <a:gd name="T88" fmla="*/ 80 w 104"/>
                <a:gd name="T89" fmla="*/ 16 h 128"/>
                <a:gd name="T90" fmla="*/ 80 w 104"/>
                <a:gd name="T91" fmla="*/ 16 h 128"/>
                <a:gd name="T92" fmla="*/ 88 w 104"/>
                <a:gd name="T93" fmla="*/ 16 h 128"/>
                <a:gd name="T94" fmla="*/ 104 w 104"/>
                <a:gd name="T95" fmla="*/ 56 h 128"/>
                <a:gd name="T96" fmla="*/ 96 w 104"/>
                <a:gd name="T97" fmla="*/ 56 h 1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4"/>
                <a:gd name="T148" fmla="*/ 0 h 128"/>
                <a:gd name="T149" fmla="*/ 104 w 104"/>
                <a:gd name="T150" fmla="*/ 128 h 1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4" h="128">
                  <a:moveTo>
                    <a:pt x="96" y="56"/>
                  </a:moveTo>
                  <a:lnTo>
                    <a:pt x="80" y="16"/>
                  </a:lnTo>
                  <a:lnTo>
                    <a:pt x="80" y="24"/>
                  </a:lnTo>
                  <a:lnTo>
                    <a:pt x="48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56"/>
                  </a:lnTo>
                  <a:lnTo>
                    <a:pt x="24" y="96"/>
                  </a:lnTo>
                  <a:lnTo>
                    <a:pt x="56" y="120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lnTo>
                    <a:pt x="104" y="5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56" y="128"/>
                  </a:lnTo>
                  <a:lnTo>
                    <a:pt x="48" y="128"/>
                  </a:lnTo>
                  <a:lnTo>
                    <a:pt x="16" y="104"/>
                  </a:lnTo>
                  <a:lnTo>
                    <a:pt x="16" y="96"/>
                  </a:lnTo>
                  <a:lnTo>
                    <a:pt x="0" y="56"/>
                  </a:lnTo>
                  <a:lnTo>
                    <a:pt x="16" y="16"/>
                  </a:lnTo>
                  <a:lnTo>
                    <a:pt x="48" y="0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104" y="5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64" name="Freeform 438"/>
            <p:cNvSpPr>
              <a:spLocks/>
            </p:cNvSpPr>
            <p:nvPr>
              <p:custDataLst>
                <p:tags r:id="rId256"/>
              </p:custDataLst>
            </p:nvPr>
          </p:nvSpPr>
          <p:spPr bwMode="auto">
            <a:xfrm>
              <a:off x="1510" y="36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65" name="Rectangle 439"/>
            <p:cNvSpPr>
              <a:spLocks noChangeArrowheads="1"/>
            </p:cNvSpPr>
            <p:nvPr>
              <p:custDataLst>
                <p:tags r:id="rId257"/>
              </p:custDataLst>
            </p:nvPr>
          </p:nvSpPr>
          <p:spPr bwMode="auto">
            <a:xfrm>
              <a:off x="1166" y="1992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6" name="Rectangle 440"/>
            <p:cNvSpPr>
              <a:spLocks noChangeArrowheads="1"/>
            </p:cNvSpPr>
            <p:nvPr>
              <p:custDataLst>
                <p:tags r:id="rId258"/>
              </p:custDataLst>
            </p:nvPr>
          </p:nvSpPr>
          <p:spPr bwMode="auto">
            <a:xfrm>
              <a:off x="1166" y="2183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7" name="Rectangle 441"/>
            <p:cNvSpPr>
              <a:spLocks noChangeArrowheads="1"/>
            </p:cNvSpPr>
            <p:nvPr>
              <p:custDataLst>
                <p:tags r:id="rId259"/>
              </p:custDataLst>
            </p:nvPr>
          </p:nvSpPr>
          <p:spPr bwMode="auto">
            <a:xfrm>
              <a:off x="1166" y="237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8" name="Rectangle 442"/>
            <p:cNvSpPr>
              <a:spLocks noChangeArrowheads="1"/>
            </p:cNvSpPr>
            <p:nvPr>
              <p:custDataLst>
                <p:tags r:id="rId260"/>
              </p:custDataLst>
            </p:nvPr>
          </p:nvSpPr>
          <p:spPr bwMode="auto">
            <a:xfrm>
              <a:off x="1158" y="3861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69" name="Rectangle 443"/>
            <p:cNvSpPr>
              <a:spLocks noChangeArrowheads="1"/>
            </p:cNvSpPr>
            <p:nvPr>
              <p:custDataLst>
                <p:tags r:id="rId261"/>
              </p:custDataLst>
            </p:nvPr>
          </p:nvSpPr>
          <p:spPr bwMode="auto">
            <a:xfrm>
              <a:off x="1262" y="393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0" name="Rectangle 444"/>
            <p:cNvSpPr>
              <a:spLocks noChangeArrowheads="1"/>
            </p:cNvSpPr>
            <p:nvPr>
              <p:custDataLst>
                <p:tags r:id="rId262"/>
              </p:custDataLst>
            </p:nvPr>
          </p:nvSpPr>
          <p:spPr bwMode="auto">
            <a:xfrm>
              <a:off x="1414" y="3749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1" name="Rectangle 445"/>
            <p:cNvSpPr>
              <a:spLocks noChangeArrowheads="1"/>
            </p:cNvSpPr>
            <p:nvPr>
              <p:custDataLst>
                <p:tags r:id="rId263"/>
              </p:custDataLst>
            </p:nvPr>
          </p:nvSpPr>
          <p:spPr bwMode="auto">
            <a:xfrm>
              <a:off x="1518" y="382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2" name="Rectangle 446"/>
            <p:cNvSpPr>
              <a:spLocks noChangeArrowheads="1"/>
            </p:cNvSpPr>
            <p:nvPr>
              <p:custDataLst>
                <p:tags r:id="rId264"/>
              </p:custDataLst>
            </p:nvPr>
          </p:nvSpPr>
          <p:spPr bwMode="auto">
            <a:xfrm>
              <a:off x="1838" y="1944"/>
              <a:ext cx="384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3" name="Rectangle 447"/>
            <p:cNvSpPr>
              <a:spLocks noChangeArrowheads="1"/>
            </p:cNvSpPr>
            <p:nvPr>
              <p:custDataLst>
                <p:tags r:id="rId265"/>
              </p:custDataLst>
            </p:nvPr>
          </p:nvSpPr>
          <p:spPr bwMode="auto">
            <a:xfrm>
              <a:off x="2214" y="1944"/>
              <a:ext cx="8" cy="75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4" name="Rectangle 448"/>
            <p:cNvSpPr>
              <a:spLocks noChangeArrowheads="1"/>
            </p:cNvSpPr>
            <p:nvPr>
              <p:custDataLst>
                <p:tags r:id="rId266"/>
              </p:custDataLst>
            </p:nvPr>
          </p:nvSpPr>
          <p:spPr bwMode="auto">
            <a:xfrm>
              <a:off x="1838" y="2687"/>
              <a:ext cx="376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5" name="Rectangle 449"/>
            <p:cNvSpPr>
              <a:spLocks noChangeArrowheads="1"/>
            </p:cNvSpPr>
            <p:nvPr>
              <p:custDataLst>
                <p:tags r:id="rId267"/>
              </p:custDataLst>
            </p:nvPr>
          </p:nvSpPr>
          <p:spPr bwMode="auto">
            <a:xfrm>
              <a:off x="1838" y="1944"/>
              <a:ext cx="8" cy="743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6" name="Rectangle 450"/>
            <p:cNvSpPr>
              <a:spLocks noChangeArrowheads="1"/>
            </p:cNvSpPr>
            <p:nvPr>
              <p:custDataLst>
                <p:tags r:id="rId268"/>
              </p:custDataLst>
            </p:nvPr>
          </p:nvSpPr>
          <p:spPr bwMode="auto">
            <a:xfrm>
              <a:off x="1662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7" name="Rectangle 451"/>
            <p:cNvSpPr>
              <a:spLocks noChangeArrowheads="1"/>
            </p:cNvSpPr>
            <p:nvPr>
              <p:custDataLst>
                <p:tags r:id="rId269"/>
              </p:custDataLst>
            </p:nvPr>
          </p:nvSpPr>
          <p:spPr bwMode="auto">
            <a:xfrm>
              <a:off x="1830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8" name="Rectangle 452"/>
            <p:cNvSpPr>
              <a:spLocks noChangeArrowheads="1"/>
            </p:cNvSpPr>
            <p:nvPr>
              <p:custDataLst>
                <p:tags r:id="rId270"/>
              </p:custDataLst>
            </p:nvPr>
          </p:nvSpPr>
          <p:spPr bwMode="auto">
            <a:xfrm>
              <a:off x="1662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79" name="Rectangle 453"/>
            <p:cNvSpPr>
              <a:spLocks noChangeArrowheads="1"/>
            </p:cNvSpPr>
            <p:nvPr>
              <p:custDataLst>
                <p:tags r:id="rId271"/>
              </p:custDataLst>
            </p:nvPr>
          </p:nvSpPr>
          <p:spPr bwMode="auto">
            <a:xfrm>
              <a:off x="2214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0" name="Rectangle 454"/>
            <p:cNvSpPr>
              <a:spLocks noChangeArrowheads="1"/>
            </p:cNvSpPr>
            <p:nvPr>
              <p:custDataLst>
                <p:tags r:id="rId272"/>
              </p:custDataLst>
            </p:nvPr>
          </p:nvSpPr>
          <p:spPr bwMode="auto">
            <a:xfrm>
              <a:off x="2382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1" name="Rectangle 455"/>
            <p:cNvSpPr>
              <a:spLocks noChangeArrowheads="1"/>
            </p:cNvSpPr>
            <p:nvPr>
              <p:custDataLst>
                <p:tags r:id="rId273"/>
              </p:custDataLst>
            </p:nvPr>
          </p:nvSpPr>
          <p:spPr bwMode="auto">
            <a:xfrm>
              <a:off x="2214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2" name="Rectangle 457"/>
            <p:cNvSpPr>
              <a:spLocks noChangeArrowheads="1"/>
            </p:cNvSpPr>
            <p:nvPr>
              <p:custDataLst>
                <p:tags r:id="rId274"/>
              </p:custDataLst>
            </p:nvPr>
          </p:nvSpPr>
          <p:spPr bwMode="auto">
            <a:xfrm>
              <a:off x="1910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3" name="Rectangle 458"/>
            <p:cNvSpPr>
              <a:spLocks noChangeArrowheads="1"/>
            </p:cNvSpPr>
            <p:nvPr>
              <p:custDataLst>
                <p:tags r:id="rId275"/>
              </p:custDataLst>
            </p:nvPr>
          </p:nvSpPr>
          <p:spPr bwMode="auto">
            <a:xfrm>
              <a:off x="1910" y="2687"/>
              <a:ext cx="8" cy="119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4" name="Rectangle 459"/>
            <p:cNvSpPr>
              <a:spLocks noChangeArrowheads="1"/>
            </p:cNvSpPr>
            <p:nvPr>
              <p:custDataLst>
                <p:tags r:id="rId276"/>
              </p:custDataLst>
            </p:nvPr>
          </p:nvSpPr>
          <p:spPr bwMode="auto">
            <a:xfrm>
              <a:off x="2118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5" name="Rectangle 460"/>
            <p:cNvSpPr>
              <a:spLocks noChangeArrowheads="1"/>
            </p:cNvSpPr>
            <p:nvPr>
              <p:custDataLst>
                <p:tags r:id="rId277"/>
              </p:custDataLst>
            </p:nvPr>
          </p:nvSpPr>
          <p:spPr bwMode="auto">
            <a:xfrm>
              <a:off x="2118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6" name="Rectangle 461"/>
            <p:cNvSpPr>
              <a:spLocks noChangeArrowheads="1"/>
            </p:cNvSpPr>
            <p:nvPr>
              <p:custDataLst>
                <p:tags r:id="rId278"/>
              </p:custDataLst>
            </p:nvPr>
          </p:nvSpPr>
          <p:spPr bwMode="auto">
            <a:xfrm>
              <a:off x="2118" y="2687"/>
              <a:ext cx="8" cy="32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7" name="Rectangle 462"/>
            <p:cNvSpPr>
              <a:spLocks noChangeArrowheads="1"/>
            </p:cNvSpPr>
            <p:nvPr>
              <p:custDataLst>
                <p:tags r:id="rId279"/>
              </p:custDataLst>
            </p:nvPr>
          </p:nvSpPr>
          <p:spPr bwMode="auto">
            <a:xfrm>
              <a:off x="2006" y="195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8" name="Rectangle 463"/>
            <p:cNvSpPr>
              <a:spLocks noChangeArrowheads="1"/>
            </p:cNvSpPr>
            <p:nvPr>
              <p:custDataLst>
                <p:tags r:id="rId280"/>
              </p:custDataLst>
            </p:nvPr>
          </p:nvSpPr>
          <p:spPr bwMode="auto">
            <a:xfrm>
              <a:off x="2006" y="172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89" name="Rectangle 464"/>
            <p:cNvSpPr>
              <a:spLocks noChangeArrowheads="1"/>
            </p:cNvSpPr>
            <p:nvPr>
              <p:custDataLst>
                <p:tags r:id="rId281"/>
              </p:custDataLst>
            </p:nvPr>
          </p:nvSpPr>
          <p:spPr bwMode="auto">
            <a:xfrm>
              <a:off x="2006" y="1728"/>
              <a:ext cx="8" cy="22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0" name="Rectangle 465"/>
            <p:cNvSpPr>
              <a:spLocks noChangeArrowheads="1"/>
            </p:cNvSpPr>
            <p:nvPr>
              <p:custDataLst>
                <p:tags r:id="rId282"/>
              </p:custDataLst>
            </p:nvPr>
          </p:nvSpPr>
          <p:spPr bwMode="auto">
            <a:xfrm>
              <a:off x="2078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1" name="Rectangle 466"/>
            <p:cNvSpPr>
              <a:spLocks noChangeArrowheads="1"/>
            </p:cNvSpPr>
            <p:nvPr>
              <p:custDataLst>
                <p:tags r:id="rId283"/>
              </p:custDataLst>
            </p:nvPr>
          </p:nvSpPr>
          <p:spPr bwMode="auto">
            <a:xfrm>
              <a:off x="2078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2" name="Rectangle 467"/>
            <p:cNvSpPr>
              <a:spLocks noChangeArrowheads="1"/>
            </p:cNvSpPr>
            <p:nvPr>
              <p:custDataLst>
                <p:tags r:id="rId284"/>
              </p:custDataLst>
            </p:nvPr>
          </p:nvSpPr>
          <p:spPr bwMode="auto">
            <a:xfrm>
              <a:off x="2078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3" name="Rectangle 468"/>
            <p:cNvSpPr>
              <a:spLocks noChangeArrowheads="1"/>
            </p:cNvSpPr>
            <p:nvPr>
              <p:custDataLst>
                <p:tags r:id="rId285"/>
              </p:custDataLst>
            </p:nvPr>
          </p:nvSpPr>
          <p:spPr bwMode="auto">
            <a:xfrm>
              <a:off x="2174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4" name="Rectangle 469"/>
            <p:cNvSpPr>
              <a:spLocks noChangeArrowheads="1"/>
            </p:cNvSpPr>
            <p:nvPr>
              <p:custDataLst>
                <p:tags r:id="rId286"/>
              </p:custDataLst>
            </p:nvPr>
          </p:nvSpPr>
          <p:spPr bwMode="auto">
            <a:xfrm>
              <a:off x="2174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5" name="Rectangle 470"/>
            <p:cNvSpPr>
              <a:spLocks noChangeArrowheads="1"/>
            </p:cNvSpPr>
            <p:nvPr>
              <p:custDataLst>
                <p:tags r:id="rId287"/>
              </p:custDataLst>
            </p:nvPr>
          </p:nvSpPr>
          <p:spPr bwMode="auto">
            <a:xfrm>
              <a:off x="2174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6" name="Rectangle 471"/>
            <p:cNvSpPr>
              <a:spLocks noChangeArrowheads="1"/>
            </p:cNvSpPr>
            <p:nvPr>
              <p:custDataLst>
                <p:tags r:id="rId288"/>
              </p:custDataLst>
            </p:nvPr>
          </p:nvSpPr>
          <p:spPr bwMode="auto">
            <a:xfrm>
              <a:off x="2126" y="306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7" name="Rectangle 472"/>
            <p:cNvSpPr>
              <a:spLocks noChangeArrowheads="1"/>
            </p:cNvSpPr>
            <p:nvPr>
              <p:custDataLst>
                <p:tags r:id="rId289"/>
              </p:custDataLst>
            </p:nvPr>
          </p:nvSpPr>
          <p:spPr bwMode="auto">
            <a:xfrm>
              <a:off x="2126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8" name="Rectangle 473"/>
            <p:cNvSpPr>
              <a:spLocks noChangeArrowheads="1"/>
            </p:cNvSpPr>
            <p:nvPr>
              <p:custDataLst>
                <p:tags r:id="rId290"/>
              </p:custDataLst>
            </p:nvPr>
          </p:nvSpPr>
          <p:spPr bwMode="auto">
            <a:xfrm>
              <a:off x="2126" y="3014"/>
              <a:ext cx="8" cy="4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699" name="Freeform 474"/>
            <p:cNvSpPr>
              <a:spLocks/>
            </p:cNvSpPr>
            <p:nvPr>
              <p:custDataLst>
                <p:tags r:id="rId291"/>
              </p:custDataLst>
            </p:nvPr>
          </p:nvSpPr>
          <p:spPr bwMode="auto">
            <a:xfrm>
              <a:off x="2030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00" name="Freeform 475"/>
            <p:cNvSpPr>
              <a:spLocks/>
            </p:cNvSpPr>
            <p:nvPr>
              <p:custDataLst>
                <p:tags r:id="rId292"/>
              </p:custDataLst>
            </p:nvPr>
          </p:nvSpPr>
          <p:spPr bwMode="auto">
            <a:xfrm>
              <a:off x="2030" y="3310"/>
              <a:ext cx="96" cy="48"/>
            </a:xfrm>
            <a:custGeom>
              <a:avLst/>
              <a:gdLst>
                <a:gd name="T0" fmla="*/ 0 w 96"/>
                <a:gd name="T1" fmla="*/ 40 h 48"/>
                <a:gd name="T2" fmla="*/ 24 w 96"/>
                <a:gd name="T3" fmla="*/ 16 h 48"/>
                <a:gd name="T4" fmla="*/ 24 w 96"/>
                <a:gd name="T5" fmla="*/ 16 h 48"/>
                <a:gd name="T6" fmla="*/ 24 w 96"/>
                <a:gd name="T7" fmla="*/ 16 h 48"/>
                <a:gd name="T8" fmla="*/ 96 w 96"/>
                <a:gd name="T9" fmla="*/ 0 h 48"/>
                <a:gd name="T10" fmla="*/ 96 w 96"/>
                <a:gd name="T11" fmla="*/ 0 h 48"/>
                <a:gd name="T12" fmla="*/ 96 w 96"/>
                <a:gd name="T13" fmla="*/ 8 h 48"/>
                <a:gd name="T14" fmla="*/ 96 w 96"/>
                <a:gd name="T15" fmla="*/ 8 h 48"/>
                <a:gd name="T16" fmla="*/ 24 w 96"/>
                <a:gd name="T17" fmla="*/ 24 h 48"/>
                <a:gd name="T18" fmla="*/ 24 w 96"/>
                <a:gd name="T19" fmla="*/ 24 h 48"/>
                <a:gd name="T20" fmla="*/ 32 w 96"/>
                <a:gd name="T21" fmla="*/ 24 h 48"/>
                <a:gd name="T22" fmla="*/ 8 w 96"/>
                <a:gd name="T23" fmla="*/ 48 h 48"/>
                <a:gd name="T24" fmla="*/ 0 w 96"/>
                <a:gd name="T25" fmla="*/ 40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8"/>
                <a:gd name="T41" fmla="*/ 96 w 96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8">
                  <a:moveTo>
                    <a:pt x="0" y="40"/>
                  </a:moveTo>
                  <a:lnTo>
                    <a:pt x="24" y="16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8" y="48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01" name="Freeform 476"/>
            <p:cNvSpPr>
              <a:spLocks/>
            </p:cNvSpPr>
            <p:nvPr>
              <p:custDataLst>
                <p:tags r:id="rId293"/>
              </p:custDataLst>
            </p:nvPr>
          </p:nvSpPr>
          <p:spPr bwMode="auto">
            <a:xfrm>
              <a:off x="2126" y="3310"/>
              <a:ext cx="72" cy="24"/>
            </a:xfrm>
            <a:custGeom>
              <a:avLst/>
              <a:gdLst>
                <a:gd name="T0" fmla="*/ 0 w 72"/>
                <a:gd name="T1" fmla="*/ 0 h 24"/>
                <a:gd name="T2" fmla="*/ 64 w 72"/>
                <a:gd name="T3" fmla="*/ 16 h 24"/>
                <a:gd name="T4" fmla="*/ 72 w 72"/>
                <a:gd name="T5" fmla="*/ 16 h 24"/>
                <a:gd name="T6" fmla="*/ 64 w 72"/>
                <a:gd name="T7" fmla="*/ 24 h 24"/>
                <a:gd name="T8" fmla="*/ 64 w 72"/>
                <a:gd name="T9" fmla="*/ 24 h 24"/>
                <a:gd name="T10" fmla="*/ 0 w 72"/>
                <a:gd name="T11" fmla="*/ 8 h 24"/>
                <a:gd name="T12" fmla="*/ 0 w 7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24"/>
                <a:gd name="T23" fmla="*/ 72 w 7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24">
                  <a:moveTo>
                    <a:pt x="0" y="0"/>
                  </a:moveTo>
                  <a:lnTo>
                    <a:pt x="64" y="16"/>
                  </a:lnTo>
                  <a:lnTo>
                    <a:pt x="72" y="16"/>
                  </a:lnTo>
                  <a:lnTo>
                    <a:pt x="64" y="24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02" name="Freeform 477"/>
            <p:cNvSpPr>
              <a:spLocks/>
            </p:cNvSpPr>
            <p:nvPr>
              <p:custDataLst>
                <p:tags r:id="rId294"/>
              </p:custDataLst>
            </p:nvPr>
          </p:nvSpPr>
          <p:spPr bwMode="auto">
            <a:xfrm>
              <a:off x="2222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03" name="Freeform 478"/>
            <p:cNvSpPr>
              <a:spLocks/>
            </p:cNvSpPr>
            <p:nvPr>
              <p:custDataLst>
                <p:tags r:id="rId295"/>
              </p:custDataLst>
            </p:nvPr>
          </p:nvSpPr>
          <p:spPr bwMode="auto">
            <a:xfrm>
              <a:off x="2190" y="3326"/>
              <a:ext cx="40" cy="32"/>
            </a:xfrm>
            <a:custGeom>
              <a:avLst/>
              <a:gdLst>
                <a:gd name="T0" fmla="*/ 8 w 40"/>
                <a:gd name="T1" fmla="*/ 0 h 32"/>
                <a:gd name="T2" fmla="*/ 0 w 40"/>
                <a:gd name="T3" fmla="*/ 8 h 32"/>
                <a:gd name="T4" fmla="*/ 32 w 40"/>
                <a:gd name="T5" fmla="*/ 32 h 32"/>
                <a:gd name="T6" fmla="*/ 40 w 40"/>
                <a:gd name="T7" fmla="*/ 24 h 32"/>
                <a:gd name="T8" fmla="*/ 8 w 4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8" y="0"/>
                  </a:moveTo>
                  <a:lnTo>
                    <a:pt x="0" y="8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04" name="Rectangle 479"/>
            <p:cNvSpPr>
              <a:spLocks noChangeArrowheads="1"/>
            </p:cNvSpPr>
            <p:nvPr>
              <p:custDataLst>
                <p:tags r:id="rId296"/>
              </p:custDataLst>
            </p:nvPr>
          </p:nvSpPr>
          <p:spPr bwMode="auto">
            <a:xfrm>
              <a:off x="2030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05" name="Rectangle 480"/>
            <p:cNvSpPr>
              <a:spLocks noChangeArrowheads="1"/>
            </p:cNvSpPr>
            <p:nvPr>
              <p:custDataLst>
                <p:tags r:id="rId297"/>
              </p:custDataLst>
            </p:nvPr>
          </p:nvSpPr>
          <p:spPr bwMode="auto">
            <a:xfrm>
              <a:off x="2030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06" name="Rectangle 481"/>
            <p:cNvSpPr>
              <a:spLocks noChangeArrowheads="1"/>
            </p:cNvSpPr>
            <p:nvPr>
              <p:custDataLst>
                <p:tags r:id="rId298"/>
              </p:custDataLst>
            </p:nvPr>
          </p:nvSpPr>
          <p:spPr bwMode="auto">
            <a:xfrm>
              <a:off x="2030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07" name="Rectangle 482"/>
            <p:cNvSpPr>
              <a:spLocks noChangeArrowheads="1"/>
            </p:cNvSpPr>
            <p:nvPr>
              <p:custDataLst>
                <p:tags r:id="rId299"/>
              </p:custDataLst>
            </p:nvPr>
          </p:nvSpPr>
          <p:spPr bwMode="auto">
            <a:xfrm>
              <a:off x="2222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08" name="Rectangle 483"/>
            <p:cNvSpPr>
              <a:spLocks noChangeArrowheads="1"/>
            </p:cNvSpPr>
            <p:nvPr>
              <p:custDataLst>
                <p:tags r:id="rId300"/>
              </p:custDataLst>
            </p:nvPr>
          </p:nvSpPr>
          <p:spPr bwMode="auto">
            <a:xfrm>
              <a:off x="2222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09" name="Rectangle 484"/>
            <p:cNvSpPr>
              <a:spLocks noChangeArrowheads="1"/>
            </p:cNvSpPr>
            <p:nvPr>
              <p:custDataLst>
                <p:tags r:id="rId301"/>
              </p:custDataLst>
            </p:nvPr>
          </p:nvSpPr>
          <p:spPr bwMode="auto">
            <a:xfrm>
              <a:off x="2222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10" name="Freeform 485"/>
            <p:cNvSpPr>
              <a:spLocks/>
            </p:cNvSpPr>
            <p:nvPr>
              <p:custDataLst>
                <p:tags r:id="rId302"/>
              </p:custDataLst>
            </p:nvPr>
          </p:nvSpPr>
          <p:spPr bwMode="auto">
            <a:xfrm>
              <a:off x="2030" y="3062"/>
              <a:ext cx="192" cy="112"/>
            </a:xfrm>
            <a:custGeom>
              <a:avLst/>
              <a:gdLst>
                <a:gd name="T0" fmla="*/ 0 w 192"/>
                <a:gd name="T1" fmla="*/ 112 h 112"/>
                <a:gd name="T2" fmla="*/ 32 w 192"/>
                <a:gd name="T3" fmla="*/ 40 h 112"/>
                <a:gd name="T4" fmla="*/ 96 w 192"/>
                <a:gd name="T5" fmla="*/ 0 h 112"/>
                <a:gd name="T6" fmla="*/ 136 w 192"/>
                <a:gd name="T7" fmla="*/ 24 h 112"/>
                <a:gd name="T8" fmla="*/ 160 w 192"/>
                <a:gd name="T9" fmla="*/ 48 h 112"/>
                <a:gd name="T10" fmla="*/ 192 w 192"/>
                <a:gd name="T11" fmla="*/ 112 h 112"/>
                <a:gd name="T12" fmla="*/ 0 w 192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"/>
                <a:gd name="T22" fmla="*/ 0 h 112"/>
                <a:gd name="T23" fmla="*/ 192 w 192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" h="112">
                  <a:moveTo>
                    <a:pt x="0" y="112"/>
                  </a:moveTo>
                  <a:lnTo>
                    <a:pt x="32" y="40"/>
                  </a:lnTo>
                  <a:lnTo>
                    <a:pt x="96" y="0"/>
                  </a:lnTo>
                  <a:lnTo>
                    <a:pt x="136" y="24"/>
                  </a:lnTo>
                  <a:lnTo>
                    <a:pt x="160" y="48"/>
                  </a:lnTo>
                  <a:lnTo>
                    <a:pt x="192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2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1" name="Freeform 486"/>
            <p:cNvSpPr>
              <a:spLocks/>
            </p:cNvSpPr>
            <p:nvPr>
              <p:custDataLst>
                <p:tags r:id="rId303"/>
              </p:custDataLst>
            </p:nvPr>
          </p:nvSpPr>
          <p:spPr bwMode="auto">
            <a:xfrm>
              <a:off x="2030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2" name="Freeform 487"/>
            <p:cNvSpPr>
              <a:spLocks/>
            </p:cNvSpPr>
            <p:nvPr>
              <p:custDataLst>
                <p:tags r:id="rId304"/>
              </p:custDataLst>
            </p:nvPr>
          </p:nvSpPr>
          <p:spPr bwMode="auto">
            <a:xfrm>
              <a:off x="2030" y="3062"/>
              <a:ext cx="144" cy="112"/>
            </a:xfrm>
            <a:custGeom>
              <a:avLst/>
              <a:gdLst>
                <a:gd name="T0" fmla="*/ 0 w 144"/>
                <a:gd name="T1" fmla="*/ 112 h 112"/>
                <a:gd name="T2" fmla="*/ 32 w 144"/>
                <a:gd name="T3" fmla="*/ 40 h 112"/>
                <a:gd name="T4" fmla="*/ 32 w 144"/>
                <a:gd name="T5" fmla="*/ 40 h 112"/>
                <a:gd name="T6" fmla="*/ 32 w 144"/>
                <a:gd name="T7" fmla="*/ 40 h 112"/>
                <a:gd name="T8" fmla="*/ 96 w 144"/>
                <a:gd name="T9" fmla="*/ 0 h 112"/>
                <a:gd name="T10" fmla="*/ 104 w 144"/>
                <a:gd name="T11" fmla="*/ 0 h 112"/>
                <a:gd name="T12" fmla="*/ 104 w 144"/>
                <a:gd name="T13" fmla="*/ 0 h 112"/>
                <a:gd name="T14" fmla="*/ 144 w 144"/>
                <a:gd name="T15" fmla="*/ 24 h 112"/>
                <a:gd name="T16" fmla="*/ 144 w 144"/>
                <a:gd name="T17" fmla="*/ 24 h 112"/>
                <a:gd name="T18" fmla="*/ 136 w 144"/>
                <a:gd name="T19" fmla="*/ 32 h 112"/>
                <a:gd name="T20" fmla="*/ 136 w 144"/>
                <a:gd name="T21" fmla="*/ 32 h 112"/>
                <a:gd name="T22" fmla="*/ 96 w 144"/>
                <a:gd name="T23" fmla="*/ 8 h 112"/>
                <a:gd name="T24" fmla="*/ 96 w 144"/>
                <a:gd name="T25" fmla="*/ 8 h 112"/>
                <a:gd name="T26" fmla="*/ 104 w 144"/>
                <a:gd name="T27" fmla="*/ 8 h 112"/>
                <a:gd name="T28" fmla="*/ 40 w 144"/>
                <a:gd name="T29" fmla="*/ 48 h 112"/>
                <a:gd name="T30" fmla="*/ 40 w 144"/>
                <a:gd name="T31" fmla="*/ 48 h 112"/>
                <a:gd name="T32" fmla="*/ 40 w 144"/>
                <a:gd name="T33" fmla="*/ 40 h 112"/>
                <a:gd name="T34" fmla="*/ 8 w 144"/>
                <a:gd name="T35" fmla="*/ 112 h 112"/>
                <a:gd name="T36" fmla="*/ 0 w 144"/>
                <a:gd name="T37" fmla="*/ 112 h 1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4"/>
                <a:gd name="T58" fmla="*/ 0 h 112"/>
                <a:gd name="T59" fmla="*/ 144 w 144"/>
                <a:gd name="T60" fmla="*/ 112 h 1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4" h="112">
                  <a:moveTo>
                    <a:pt x="0" y="112"/>
                  </a:moveTo>
                  <a:lnTo>
                    <a:pt x="32" y="4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44" y="24"/>
                  </a:lnTo>
                  <a:lnTo>
                    <a:pt x="136" y="32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8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3" name="Freeform 488"/>
            <p:cNvSpPr>
              <a:spLocks/>
            </p:cNvSpPr>
            <p:nvPr>
              <p:custDataLst>
                <p:tags r:id="rId305"/>
              </p:custDataLst>
            </p:nvPr>
          </p:nvSpPr>
          <p:spPr bwMode="auto">
            <a:xfrm>
              <a:off x="2166" y="308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32 w 32"/>
                <a:gd name="T3" fmla="*/ 24 h 32"/>
                <a:gd name="T4" fmla="*/ 32 w 32"/>
                <a:gd name="T5" fmla="*/ 24 h 32"/>
                <a:gd name="T6" fmla="*/ 24 w 32"/>
                <a:gd name="T7" fmla="*/ 24 h 32"/>
                <a:gd name="T8" fmla="*/ 24 w 32"/>
                <a:gd name="T9" fmla="*/ 32 h 32"/>
                <a:gd name="T10" fmla="*/ 0 w 32"/>
                <a:gd name="T11" fmla="*/ 8 h 32"/>
                <a:gd name="T12" fmla="*/ 8 w 32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8" y="0"/>
                  </a:moveTo>
                  <a:lnTo>
                    <a:pt x="32" y="24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4" name="Freeform 489"/>
            <p:cNvSpPr>
              <a:spLocks/>
            </p:cNvSpPr>
            <p:nvPr>
              <p:custDataLst>
                <p:tags r:id="rId306"/>
              </p:custDataLst>
            </p:nvPr>
          </p:nvSpPr>
          <p:spPr bwMode="auto">
            <a:xfrm>
              <a:off x="2222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5" name="Freeform 490"/>
            <p:cNvSpPr>
              <a:spLocks/>
            </p:cNvSpPr>
            <p:nvPr>
              <p:custDataLst>
                <p:tags r:id="rId307"/>
              </p:custDataLst>
            </p:nvPr>
          </p:nvSpPr>
          <p:spPr bwMode="auto">
            <a:xfrm>
              <a:off x="2190" y="3110"/>
              <a:ext cx="40" cy="64"/>
            </a:xfrm>
            <a:custGeom>
              <a:avLst/>
              <a:gdLst>
                <a:gd name="T0" fmla="*/ 8 w 40"/>
                <a:gd name="T1" fmla="*/ 0 h 64"/>
                <a:gd name="T2" fmla="*/ 0 w 40"/>
                <a:gd name="T3" fmla="*/ 0 h 64"/>
                <a:gd name="T4" fmla="*/ 32 w 40"/>
                <a:gd name="T5" fmla="*/ 64 h 64"/>
                <a:gd name="T6" fmla="*/ 40 w 40"/>
                <a:gd name="T7" fmla="*/ 64 h 64"/>
                <a:gd name="T8" fmla="*/ 8 w 40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8" y="0"/>
                  </a:moveTo>
                  <a:lnTo>
                    <a:pt x="0" y="0"/>
                  </a:lnTo>
                  <a:lnTo>
                    <a:pt x="32" y="64"/>
                  </a:lnTo>
                  <a:lnTo>
                    <a:pt x="40" y="6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6" name="Freeform 491"/>
            <p:cNvSpPr>
              <a:spLocks/>
            </p:cNvSpPr>
            <p:nvPr>
              <p:custDataLst>
                <p:tags r:id="rId308"/>
              </p:custDataLst>
            </p:nvPr>
          </p:nvSpPr>
          <p:spPr bwMode="auto">
            <a:xfrm>
              <a:off x="2030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7" name="Freeform 492"/>
            <p:cNvSpPr>
              <a:spLocks/>
            </p:cNvSpPr>
            <p:nvPr>
              <p:custDataLst>
                <p:tags r:id="rId309"/>
              </p:custDataLst>
            </p:nvPr>
          </p:nvSpPr>
          <p:spPr bwMode="auto">
            <a:xfrm>
              <a:off x="2030" y="3382"/>
              <a:ext cx="96" cy="40"/>
            </a:xfrm>
            <a:custGeom>
              <a:avLst/>
              <a:gdLst>
                <a:gd name="T0" fmla="*/ 0 w 96"/>
                <a:gd name="T1" fmla="*/ 32 h 40"/>
                <a:gd name="T2" fmla="*/ 24 w 96"/>
                <a:gd name="T3" fmla="*/ 8 h 40"/>
                <a:gd name="T4" fmla="*/ 24 w 96"/>
                <a:gd name="T5" fmla="*/ 8 h 40"/>
                <a:gd name="T6" fmla="*/ 24 w 96"/>
                <a:gd name="T7" fmla="*/ 8 h 40"/>
                <a:gd name="T8" fmla="*/ 96 w 96"/>
                <a:gd name="T9" fmla="*/ 0 h 40"/>
                <a:gd name="T10" fmla="*/ 96 w 96"/>
                <a:gd name="T11" fmla="*/ 0 h 40"/>
                <a:gd name="T12" fmla="*/ 96 w 96"/>
                <a:gd name="T13" fmla="*/ 8 h 40"/>
                <a:gd name="T14" fmla="*/ 96 w 96"/>
                <a:gd name="T15" fmla="*/ 8 h 40"/>
                <a:gd name="T16" fmla="*/ 24 w 96"/>
                <a:gd name="T17" fmla="*/ 16 h 40"/>
                <a:gd name="T18" fmla="*/ 24 w 96"/>
                <a:gd name="T19" fmla="*/ 16 h 40"/>
                <a:gd name="T20" fmla="*/ 32 w 96"/>
                <a:gd name="T21" fmla="*/ 16 h 40"/>
                <a:gd name="T22" fmla="*/ 8 w 96"/>
                <a:gd name="T23" fmla="*/ 40 h 40"/>
                <a:gd name="T24" fmla="*/ 0 w 96"/>
                <a:gd name="T25" fmla="*/ 32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0"/>
                <a:gd name="T41" fmla="*/ 96 w 96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0">
                  <a:moveTo>
                    <a:pt x="0" y="32"/>
                  </a:moveTo>
                  <a:lnTo>
                    <a:pt x="24" y="8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8" y="4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8" name="Freeform 493"/>
            <p:cNvSpPr>
              <a:spLocks/>
            </p:cNvSpPr>
            <p:nvPr>
              <p:custDataLst>
                <p:tags r:id="rId310"/>
              </p:custDataLst>
            </p:nvPr>
          </p:nvSpPr>
          <p:spPr bwMode="auto">
            <a:xfrm>
              <a:off x="2126" y="3382"/>
              <a:ext cx="72" cy="16"/>
            </a:xfrm>
            <a:custGeom>
              <a:avLst/>
              <a:gdLst>
                <a:gd name="T0" fmla="*/ 0 w 72"/>
                <a:gd name="T1" fmla="*/ 0 h 16"/>
                <a:gd name="T2" fmla="*/ 64 w 72"/>
                <a:gd name="T3" fmla="*/ 8 h 16"/>
                <a:gd name="T4" fmla="*/ 72 w 72"/>
                <a:gd name="T5" fmla="*/ 8 h 16"/>
                <a:gd name="T6" fmla="*/ 64 w 72"/>
                <a:gd name="T7" fmla="*/ 16 h 16"/>
                <a:gd name="T8" fmla="*/ 64 w 72"/>
                <a:gd name="T9" fmla="*/ 16 h 16"/>
                <a:gd name="T10" fmla="*/ 0 w 72"/>
                <a:gd name="T11" fmla="*/ 8 h 16"/>
                <a:gd name="T12" fmla="*/ 0 w 7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6"/>
                <a:gd name="T23" fmla="*/ 72 w 7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6">
                  <a:moveTo>
                    <a:pt x="0" y="0"/>
                  </a:moveTo>
                  <a:lnTo>
                    <a:pt x="64" y="8"/>
                  </a:lnTo>
                  <a:lnTo>
                    <a:pt x="72" y="8"/>
                  </a:lnTo>
                  <a:lnTo>
                    <a:pt x="64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19" name="Freeform 494"/>
            <p:cNvSpPr>
              <a:spLocks/>
            </p:cNvSpPr>
            <p:nvPr>
              <p:custDataLst>
                <p:tags r:id="rId311"/>
              </p:custDataLst>
            </p:nvPr>
          </p:nvSpPr>
          <p:spPr bwMode="auto">
            <a:xfrm>
              <a:off x="2222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20" name="Freeform 495"/>
            <p:cNvSpPr>
              <a:spLocks/>
            </p:cNvSpPr>
            <p:nvPr>
              <p:custDataLst>
                <p:tags r:id="rId312"/>
              </p:custDataLst>
            </p:nvPr>
          </p:nvSpPr>
          <p:spPr bwMode="auto">
            <a:xfrm>
              <a:off x="2190" y="3390"/>
              <a:ext cx="40" cy="32"/>
            </a:xfrm>
            <a:custGeom>
              <a:avLst/>
              <a:gdLst>
                <a:gd name="T0" fmla="*/ 8 w 40"/>
                <a:gd name="T1" fmla="*/ 0 h 32"/>
                <a:gd name="T2" fmla="*/ 0 w 40"/>
                <a:gd name="T3" fmla="*/ 8 h 32"/>
                <a:gd name="T4" fmla="*/ 32 w 40"/>
                <a:gd name="T5" fmla="*/ 32 h 32"/>
                <a:gd name="T6" fmla="*/ 40 w 40"/>
                <a:gd name="T7" fmla="*/ 24 h 32"/>
                <a:gd name="T8" fmla="*/ 8 w 4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8" y="0"/>
                  </a:moveTo>
                  <a:lnTo>
                    <a:pt x="0" y="8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21" name="Rectangle 496"/>
            <p:cNvSpPr>
              <a:spLocks noChangeArrowheads="1"/>
            </p:cNvSpPr>
            <p:nvPr>
              <p:custDataLst>
                <p:tags r:id="rId313"/>
              </p:custDataLst>
            </p:nvPr>
          </p:nvSpPr>
          <p:spPr bwMode="auto">
            <a:xfrm>
              <a:off x="2078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22" name="Rectangle 498"/>
            <p:cNvSpPr>
              <a:spLocks noChangeArrowheads="1"/>
            </p:cNvSpPr>
            <p:nvPr>
              <p:custDataLst>
                <p:tags r:id="rId314"/>
              </p:custDataLst>
            </p:nvPr>
          </p:nvSpPr>
          <p:spPr bwMode="auto">
            <a:xfrm>
              <a:off x="2078" y="3470"/>
              <a:ext cx="8" cy="40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23" name="Rectangle 499"/>
            <p:cNvSpPr>
              <a:spLocks noChangeArrowheads="1"/>
            </p:cNvSpPr>
            <p:nvPr>
              <p:custDataLst>
                <p:tags r:id="rId315"/>
              </p:custDataLst>
            </p:nvPr>
          </p:nvSpPr>
          <p:spPr bwMode="auto">
            <a:xfrm>
              <a:off x="2166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24" name="Rectangle 500"/>
            <p:cNvSpPr>
              <a:spLocks noChangeArrowheads="1"/>
            </p:cNvSpPr>
            <p:nvPr>
              <p:custDataLst>
                <p:tags r:id="rId316"/>
              </p:custDataLst>
            </p:nvPr>
          </p:nvSpPr>
          <p:spPr bwMode="auto">
            <a:xfrm>
              <a:off x="2166" y="367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25" name="Rectangle 501"/>
            <p:cNvSpPr>
              <a:spLocks noChangeArrowheads="1"/>
            </p:cNvSpPr>
            <p:nvPr>
              <p:custDataLst>
                <p:tags r:id="rId317"/>
              </p:custDataLst>
            </p:nvPr>
          </p:nvSpPr>
          <p:spPr bwMode="auto">
            <a:xfrm>
              <a:off x="2166" y="3470"/>
              <a:ext cx="8" cy="20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26" name="Freeform 502"/>
            <p:cNvSpPr>
              <a:spLocks/>
            </p:cNvSpPr>
            <p:nvPr>
              <p:custDataLst>
                <p:tags r:id="rId318"/>
              </p:custDataLst>
            </p:nvPr>
          </p:nvSpPr>
          <p:spPr bwMode="auto">
            <a:xfrm>
              <a:off x="2110" y="3574"/>
              <a:ext cx="96" cy="120"/>
            </a:xfrm>
            <a:custGeom>
              <a:avLst/>
              <a:gdLst>
                <a:gd name="T0" fmla="*/ 96 w 96"/>
                <a:gd name="T1" fmla="*/ 56 h 120"/>
                <a:gd name="T2" fmla="*/ 80 w 96"/>
                <a:gd name="T3" fmla="*/ 16 h 120"/>
                <a:gd name="T4" fmla="*/ 48 w 96"/>
                <a:gd name="T5" fmla="*/ 0 h 120"/>
                <a:gd name="T6" fmla="*/ 16 w 96"/>
                <a:gd name="T7" fmla="*/ 16 h 120"/>
                <a:gd name="T8" fmla="*/ 0 w 96"/>
                <a:gd name="T9" fmla="*/ 56 h 120"/>
                <a:gd name="T10" fmla="*/ 16 w 96"/>
                <a:gd name="T11" fmla="*/ 96 h 120"/>
                <a:gd name="T12" fmla="*/ 48 w 96"/>
                <a:gd name="T13" fmla="*/ 120 h 120"/>
                <a:gd name="T14" fmla="*/ 80 w 96"/>
                <a:gd name="T15" fmla="*/ 96 h 120"/>
                <a:gd name="T16" fmla="*/ 96 w 96"/>
                <a:gd name="T17" fmla="*/ 56 h 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6"/>
                <a:gd name="T28" fmla="*/ 0 h 120"/>
                <a:gd name="T29" fmla="*/ 96 w 96"/>
                <a:gd name="T30" fmla="*/ 120 h 1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6" h="120">
                  <a:moveTo>
                    <a:pt x="96" y="56"/>
                  </a:moveTo>
                  <a:lnTo>
                    <a:pt x="80" y="16"/>
                  </a:lnTo>
                  <a:lnTo>
                    <a:pt x="48" y="0"/>
                  </a:lnTo>
                  <a:lnTo>
                    <a:pt x="16" y="16"/>
                  </a:lnTo>
                  <a:lnTo>
                    <a:pt x="0" y="56"/>
                  </a:lnTo>
                  <a:lnTo>
                    <a:pt x="16" y="96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27" name="Freeform 503"/>
            <p:cNvSpPr>
              <a:spLocks/>
            </p:cNvSpPr>
            <p:nvPr>
              <p:custDataLst>
                <p:tags r:id="rId319"/>
              </p:custDataLst>
            </p:nvPr>
          </p:nvSpPr>
          <p:spPr bwMode="auto">
            <a:xfrm>
              <a:off x="2110" y="3574"/>
              <a:ext cx="104" cy="128"/>
            </a:xfrm>
            <a:custGeom>
              <a:avLst/>
              <a:gdLst>
                <a:gd name="T0" fmla="*/ 96 w 104"/>
                <a:gd name="T1" fmla="*/ 56 h 128"/>
                <a:gd name="T2" fmla="*/ 80 w 104"/>
                <a:gd name="T3" fmla="*/ 16 h 128"/>
                <a:gd name="T4" fmla="*/ 80 w 104"/>
                <a:gd name="T5" fmla="*/ 24 h 128"/>
                <a:gd name="T6" fmla="*/ 80 w 104"/>
                <a:gd name="T7" fmla="*/ 24 h 128"/>
                <a:gd name="T8" fmla="*/ 48 w 104"/>
                <a:gd name="T9" fmla="*/ 8 h 128"/>
                <a:gd name="T10" fmla="*/ 48 w 104"/>
                <a:gd name="T11" fmla="*/ 8 h 128"/>
                <a:gd name="T12" fmla="*/ 48 w 104"/>
                <a:gd name="T13" fmla="*/ 8 h 128"/>
                <a:gd name="T14" fmla="*/ 16 w 104"/>
                <a:gd name="T15" fmla="*/ 24 h 128"/>
                <a:gd name="T16" fmla="*/ 24 w 104"/>
                <a:gd name="T17" fmla="*/ 16 h 128"/>
                <a:gd name="T18" fmla="*/ 24 w 104"/>
                <a:gd name="T19" fmla="*/ 16 h 128"/>
                <a:gd name="T20" fmla="*/ 8 w 104"/>
                <a:gd name="T21" fmla="*/ 56 h 128"/>
                <a:gd name="T22" fmla="*/ 8 w 104"/>
                <a:gd name="T23" fmla="*/ 56 h 128"/>
                <a:gd name="T24" fmla="*/ 8 w 104"/>
                <a:gd name="T25" fmla="*/ 56 h 128"/>
                <a:gd name="T26" fmla="*/ 24 w 104"/>
                <a:gd name="T27" fmla="*/ 96 h 128"/>
                <a:gd name="T28" fmla="*/ 24 w 104"/>
                <a:gd name="T29" fmla="*/ 96 h 128"/>
                <a:gd name="T30" fmla="*/ 24 w 104"/>
                <a:gd name="T31" fmla="*/ 96 h 128"/>
                <a:gd name="T32" fmla="*/ 56 w 104"/>
                <a:gd name="T33" fmla="*/ 120 h 128"/>
                <a:gd name="T34" fmla="*/ 48 w 104"/>
                <a:gd name="T35" fmla="*/ 120 h 128"/>
                <a:gd name="T36" fmla="*/ 48 w 104"/>
                <a:gd name="T37" fmla="*/ 120 h 128"/>
                <a:gd name="T38" fmla="*/ 80 w 104"/>
                <a:gd name="T39" fmla="*/ 96 h 128"/>
                <a:gd name="T40" fmla="*/ 80 w 104"/>
                <a:gd name="T41" fmla="*/ 96 h 128"/>
                <a:gd name="T42" fmla="*/ 80 w 104"/>
                <a:gd name="T43" fmla="*/ 96 h 128"/>
                <a:gd name="T44" fmla="*/ 96 w 104"/>
                <a:gd name="T45" fmla="*/ 56 h 128"/>
                <a:gd name="T46" fmla="*/ 96 w 104"/>
                <a:gd name="T47" fmla="*/ 56 h 128"/>
                <a:gd name="T48" fmla="*/ 104 w 104"/>
                <a:gd name="T49" fmla="*/ 56 h 128"/>
                <a:gd name="T50" fmla="*/ 104 w 104"/>
                <a:gd name="T51" fmla="*/ 56 h 128"/>
                <a:gd name="T52" fmla="*/ 88 w 104"/>
                <a:gd name="T53" fmla="*/ 96 h 128"/>
                <a:gd name="T54" fmla="*/ 88 w 104"/>
                <a:gd name="T55" fmla="*/ 96 h 128"/>
                <a:gd name="T56" fmla="*/ 88 w 104"/>
                <a:gd name="T57" fmla="*/ 104 h 128"/>
                <a:gd name="T58" fmla="*/ 56 w 104"/>
                <a:gd name="T59" fmla="*/ 128 h 128"/>
                <a:gd name="T60" fmla="*/ 56 w 104"/>
                <a:gd name="T61" fmla="*/ 128 h 128"/>
                <a:gd name="T62" fmla="*/ 48 w 104"/>
                <a:gd name="T63" fmla="*/ 128 h 128"/>
                <a:gd name="T64" fmla="*/ 16 w 104"/>
                <a:gd name="T65" fmla="*/ 104 h 128"/>
                <a:gd name="T66" fmla="*/ 16 w 104"/>
                <a:gd name="T67" fmla="*/ 104 h 128"/>
                <a:gd name="T68" fmla="*/ 16 w 104"/>
                <a:gd name="T69" fmla="*/ 96 h 128"/>
                <a:gd name="T70" fmla="*/ 0 w 104"/>
                <a:gd name="T71" fmla="*/ 56 h 128"/>
                <a:gd name="T72" fmla="*/ 0 w 104"/>
                <a:gd name="T73" fmla="*/ 56 h 128"/>
                <a:gd name="T74" fmla="*/ 0 w 104"/>
                <a:gd name="T75" fmla="*/ 56 h 128"/>
                <a:gd name="T76" fmla="*/ 16 w 104"/>
                <a:gd name="T77" fmla="*/ 16 h 128"/>
                <a:gd name="T78" fmla="*/ 16 w 104"/>
                <a:gd name="T79" fmla="*/ 16 h 128"/>
                <a:gd name="T80" fmla="*/ 16 w 104"/>
                <a:gd name="T81" fmla="*/ 16 h 128"/>
                <a:gd name="T82" fmla="*/ 48 w 104"/>
                <a:gd name="T83" fmla="*/ 0 h 128"/>
                <a:gd name="T84" fmla="*/ 48 w 104"/>
                <a:gd name="T85" fmla="*/ 0 h 128"/>
                <a:gd name="T86" fmla="*/ 48 w 104"/>
                <a:gd name="T87" fmla="*/ 0 h 128"/>
                <a:gd name="T88" fmla="*/ 80 w 104"/>
                <a:gd name="T89" fmla="*/ 16 h 128"/>
                <a:gd name="T90" fmla="*/ 80 w 104"/>
                <a:gd name="T91" fmla="*/ 16 h 128"/>
                <a:gd name="T92" fmla="*/ 88 w 104"/>
                <a:gd name="T93" fmla="*/ 16 h 128"/>
                <a:gd name="T94" fmla="*/ 104 w 104"/>
                <a:gd name="T95" fmla="*/ 56 h 128"/>
                <a:gd name="T96" fmla="*/ 96 w 104"/>
                <a:gd name="T97" fmla="*/ 56 h 1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4"/>
                <a:gd name="T148" fmla="*/ 0 h 128"/>
                <a:gd name="T149" fmla="*/ 104 w 104"/>
                <a:gd name="T150" fmla="*/ 128 h 1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4" h="128">
                  <a:moveTo>
                    <a:pt x="96" y="56"/>
                  </a:moveTo>
                  <a:lnTo>
                    <a:pt x="80" y="16"/>
                  </a:lnTo>
                  <a:lnTo>
                    <a:pt x="80" y="24"/>
                  </a:lnTo>
                  <a:lnTo>
                    <a:pt x="48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56"/>
                  </a:lnTo>
                  <a:lnTo>
                    <a:pt x="24" y="96"/>
                  </a:lnTo>
                  <a:lnTo>
                    <a:pt x="56" y="120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lnTo>
                    <a:pt x="104" y="5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56" y="128"/>
                  </a:lnTo>
                  <a:lnTo>
                    <a:pt x="48" y="128"/>
                  </a:lnTo>
                  <a:lnTo>
                    <a:pt x="16" y="104"/>
                  </a:lnTo>
                  <a:lnTo>
                    <a:pt x="16" y="96"/>
                  </a:lnTo>
                  <a:lnTo>
                    <a:pt x="0" y="56"/>
                  </a:lnTo>
                  <a:lnTo>
                    <a:pt x="16" y="16"/>
                  </a:lnTo>
                  <a:lnTo>
                    <a:pt x="48" y="0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104" y="5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28" name="Freeform 504"/>
            <p:cNvSpPr>
              <a:spLocks/>
            </p:cNvSpPr>
            <p:nvPr>
              <p:custDataLst>
                <p:tags r:id="rId320"/>
              </p:custDataLst>
            </p:nvPr>
          </p:nvSpPr>
          <p:spPr bwMode="auto">
            <a:xfrm>
              <a:off x="2206" y="36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29" name="Rectangle 506"/>
            <p:cNvSpPr>
              <a:spLocks noChangeArrowheads="1"/>
            </p:cNvSpPr>
            <p:nvPr>
              <p:custDataLst>
                <p:tags r:id="rId321"/>
              </p:custDataLst>
            </p:nvPr>
          </p:nvSpPr>
          <p:spPr bwMode="auto">
            <a:xfrm>
              <a:off x="1862" y="1992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0" name="Rectangle 507"/>
            <p:cNvSpPr>
              <a:spLocks noChangeArrowheads="1"/>
            </p:cNvSpPr>
            <p:nvPr>
              <p:custDataLst>
                <p:tags r:id="rId322"/>
              </p:custDataLst>
            </p:nvPr>
          </p:nvSpPr>
          <p:spPr bwMode="auto">
            <a:xfrm>
              <a:off x="1862" y="2183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1" name="Rectangle 508"/>
            <p:cNvSpPr>
              <a:spLocks noChangeArrowheads="1"/>
            </p:cNvSpPr>
            <p:nvPr>
              <p:custDataLst>
                <p:tags r:id="rId323"/>
              </p:custDataLst>
            </p:nvPr>
          </p:nvSpPr>
          <p:spPr bwMode="auto">
            <a:xfrm>
              <a:off x="1862" y="237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2" name="Rectangle 509"/>
            <p:cNvSpPr>
              <a:spLocks noChangeArrowheads="1"/>
            </p:cNvSpPr>
            <p:nvPr>
              <p:custDataLst>
                <p:tags r:id="rId324"/>
              </p:custDataLst>
            </p:nvPr>
          </p:nvSpPr>
          <p:spPr bwMode="auto">
            <a:xfrm>
              <a:off x="1854" y="3861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3" name="Rectangle 510"/>
            <p:cNvSpPr>
              <a:spLocks noChangeArrowheads="1"/>
            </p:cNvSpPr>
            <p:nvPr>
              <p:custDataLst>
                <p:tags r:id="rId325"/>
              </p:custDataLst>
            </p:nvPr>
          </p:nvSpPr>
          <p:spPr bwMode="auto">
            <a:xfrm>
              <a:off x="1966" y="393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4" name="Rectangle 511"/>
            <p:cNvSpPr>
              <a:spLocks noChangeArrowheads="1"/>
            </p:cNvSpPr>
            <p:nvPr>
              <p:custDataLst>
                <p:tags r:id="rId326"/>
              </p:custDataLst>
            </p:nvPr>
          </p:nvSpPr>
          <p:spPr bwMode="auto">
            <a:xfrm>
              <a:off x="2110" y="3749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5" name="Rectangle 512"/>
            <p:cNvSpPr>
              <a:spLocks noChangeArrowheads="1"/>
            </p:cNvSpPr>
            <p:nvPr>
              <p:custDataLst>
                <p:tags r:id="rId327"/>
              </p:custDataLst>
            </p:nvPr>
          </p:nvSpPr>
          <p:spPr bwMode="auto">
            <a:xfrm>
              <a:off x="2214" y="382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6" name="Rectangle 513"/>
            <p:cNvSpPr>
              <a:spLocks noChangeArrowheads="1"/>
            </p:cNvSpPr>
            <p:nvPr>
              <p:custDataLst>
                <p:tags r:id="rId328"/>
              </p:custDataLst>
            </p:nvPr>
          </p:nvSpPr>
          <p:spPr bwMode="auto">
            <a:xfrm>
              <a:off x="4431" y="1944"/>
              <a:ext cx="384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7" name="Rectangle 514"/>
            <p:cNvSpPr>
              <a:spLocks noChangeArrowheads="1"/>
            </p:cNvSpPr>
            <p:nvPr>
              <p:custDataLst>
                <p:tags r:id="rId329"/>
              </p:custDataLst>
            </p:nvPr>
          </p:nvSpPr>
          <p:spPr bwMode="auto">
            <a:xfrm>
              <a:off x="4807" y="1944"/>
              <a:ext cx="8" cy="75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8" name="Rectangle 515"/>
            <p:cNvSpPr>
              <a:spLocks noChangeArrowheads="1"/>
            </p:cNvSpPr>
            <p:nvPr>
              <p:custDataLst>
                <p:tags r:id="rId330"/>
              </p:custDataLst>
            </p:nvPr>
          </p:nvSpPr>
          <p:spPr bwMode="auto">
            <a:xfrm>
              <a:off x="4431" y="2687"/>
              <a:ext cx="376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39" name="Rectangle 516"/>
            <p:cNvSpPr>
              <a:spLocks noChangeArrowheads="1"/>
            </p:cNvSpPr>
            <p:nvPr>
              <p:custDataLst>
                <p:tags r:id="rId331"/>
              </p:custDataLst>
            </p:nvPr>
          </p:nvSpPr>
          <p:spPr bwMode="auto">
            <a:xfrm>
              <a:off x="4431" y="1944"/>
              <a:ext cx="8" cy="743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0" name="Rectangle 517"/>
            <p:cNvSpPr>
              <a:spLocks noChangeArrowheads="1"/>
            </p:cNvSpPr>
            <p:nvPr>
              <p:custDataLst>
                <p:tags r:id="rId332"/>
              </p:custDataLst>
            </p:nvPr>
          </p:nvSpPr>
          <p:spPr bwMode="auto">
            <a:xfrm>
              <a:off x="4255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1" name="Rectangle 518"/>
            <p:cNvSpPr>
              <a:spLocks noChangeArrowheads="1"/>
            </p:cNvSpPr>
            <p:nvPr>
              <p:custDataLst>
                <p:tags r:id="rId333"/>
              </p:custDataLst>
            </p:nvPr>
          </p:nvSpPr>
          <p:spPr bwMode="auto">
            <a:xfrm>
              <a:off x="4423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2" name="Rectangle 519"/>
            <p:cNvSpPr>
              <a:spLocks noChangeArrowheads="1"/>
            </p:cNvSpPr>
            <p:nvPr>
              <p:custDataLst>
                <p:tags r:id="rId334"/>
              </p:custDataLst>
            </p:nvPr>
          </p:nvSpPr>
          <p:spPr bwMode="auto">
            <a:xfrm>
              <a:off x="4255" y="2295"/>
              <a:ext cx="168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3" name="Rectangle 520"/>
            <p:cNvSpPr>
              <a:spLocks noChangeArrowheads="1"/>
            </p:cNvSpPr>
            <p:nvPr>
              <p:custDataLst>
                <p:tags r:id="rId335"/>
              </p:custDataLst>
            </p:nvPr>
          </p:nvSpPr>
          <p:spPr bwMode="auto">
            <a:xfrm>
              <a:off x="4807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4" name="Rectangle 521"/>
            <p:cNvSpPr>
              <a:spLocks noChangeArrowheads="1"/>
            </p:cNvSpPr>
            <p:nvPr>
              <p:custDataLst>
                <p:tags r:id="rId336"/>
              </p:custDataLst>
            </p:nvPr>
          </p:nvSpPr>
          <p:spPr bwMode="auto">
            <a:xfrm>
              <a:off x="4976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5" name="Rectangle 522"/>
            <p:cNvSpPr>
              <a:spLocks noChangeArrowheads="1"/>
            </p:cNvSpPr>
            <p:nvPr>
              <p:custDataLst>
                <p:tags r:id="rId337"/>
              </p:custDataLst>
            </p:nvPr>
          </p:nvSpPr>
          <p:spPr bwMode="auto">
            <a:xfrm>
              <a:off x="4807" y="2295"/>
              <a:ext cx="169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6" name="Rectangle 524"/>
            <p:cNvSpPr>
              <a:spLocks noChangeArrowheads="1"/>
            </p:cNvSpPr>
            <p:nvPr>
              <p:custDataLst>
                <p:tags r:id="rId338"/>
              </p:custDataLst>
            </p:nvPr>
          </p:nvSpPr>
          <p:spPr bwMode="auto">
            <a:xfrm>
              <a:off x="4503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7" name="Rectangle 525"/>
            <p:cNvSpPr>
              <a:spLocks noChangeArrowheads="1"/>
            </p:cNvSpPr>
            <p:nvPr>
              <p:custDataLst>
                <p:tags r:id="rId339"/>
              </p:custDataLst>
            </p:nvPr>
          </p:nvSpPr>
          <p:spPr bwMode="auto">
            <a:xfrm>
              <a:off x="4503" y="2687"/>
              <a:ext cx="8" cy="119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8" name="Rectangle 526"/>
            <p:cNvSpPr>
              <a:spLocks noChangeArrowheads="1"/>
            </p:cNvSpPr>
            <p:nvPr>
              <p:custDataLst>
                <p:tags r:id="rId340"/>
              </p:custDataLst>
            </p:nvPr>
          </p:nvSpPr>
          <p:spPr bwMode="auto">
            <a:xfrm>
              <a:off x="4711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49" name="Rectangle 527"/>
            <p:cNvSpPr>
              <a:spLocks noChangeArrowheads="1"/>
            </p:cNvSpPr>
            <p:nvPr>
              <p:custDataLst>
                <p:tags r:id="rId341"/>
              </p:custDataLst>
            </p:nvPr>
          </p:nvSpPr>
          <p:spPr bwMode="auto">
            <a:xfrm>
              <a:off x="4711" y="2687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0" name="Rectangle 528"/>
            <p:cNvSpPr>
              <a:spLocks noChangeArrowheads="1"/>
            </p:cNvSpPr>
            <p:nvPr>
              <p:custDataLst>
                <p:tags r:id="rId342"/>
              </p:custDataLst>
            </p:nvPr>
          </p:nvSpPr>
          <p:spPr bwMode="auto">
            <a:xfrm>
              <a:off x="4711" y="2687"/>
              <a:ext cx="8" cy="32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1" name="Rectangle 529"/>
            <p:cNvSpPr>
              <a:spLocks noChangeArrowheads="1"/>
            </p:cNvSpPr>
            <p:nvPr>
              <p:custDataLst>
                <p:tags r:id="rId343"/>
              </p:custDataLst>
            </p:nvPr>
          </p:nvSpPr>
          <p:spPr bwMode="auto">
            <a:xfrm>
              <a:off x="4599" y="195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2" name="Rectangle 530"/>
            <p:cNvSpPr>
              <a:spLocks noChangeArrowheads="1"/>
            </p:cNvSpPr>
            <p:nvPr>
              <p:custDataLst>
                <p:tags r:id="rId344"/>
              </p:custDataLst>
            </p:nvPr>
          </p:nvSpPr>
          <p:spPr bwMode="auto">
            <a:xfrm>
              <a:off x="4599" y="172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3" name="Rectangle 531"/>
            <p:cNvSpPr>
              <a:spLocks noChangeArrowheads="1"/>
            </p:cNvSpPr>
            <p:nvPr>
              <p:custDataLst>
                <p:tags r:id="rId345"/>
              </p:custDataLst>
            </p:nvPr>
          </p:nvSpPr>
          <p:spPr bwMode="auto">
            <a:xfrm>
              <a:off x="4599" y="1728"/>
              <a:ext cx="8" cy="22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4" name="Rectangle 532"/>
            <p:cNvSpPr>
              <a:spLocks noChangeArrowheads="1"/>
            </p:cNvSpPr>
            <p:nvPr>
              <p:custDataLst>
                <p:tags r:id="rId346"/>
              </p:custDataLst>
            </p:nvPr>
          </p:nvSpPr>
          <p:spPr bwMode="auto">
            <a:xfrm>
              <a:off x="4663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5" name="Rectangle 533"/>
            <p:cNvSpPr>
              <a:spLocks noChangeArrowheads="1"/>
            </p:cNvSpPr>
            <p:nvPr>
              <p:custDataLst>
                <p:tags r:id="rId347"/>
              </p:custDataLst>
            </p:nvPr>
          </p:nvSpPr>
          <p:spPr bwMode="auto">
            <a:xfrm>
              <a:off x="4663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6" name="Rectangle 534"/>
            <p:cNvSpPr>
              <a:spLocks noChangeArrowheads="1"/>
            </p:cNvSpPr>
            <p:nvPr>
              <p:custDataLst>
                <p:tags r:id="rId348"/>
              </p:custDataLst>
            </p:nvPr>
          </p:nvSpPr>
          <p:spPr bwMode="auto">
            <a:xfrm>
              <a:off x="4663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7" name="Rectangle 535"/>
            <p:cNvSpPr>
              <a:spLocks noChangeArrowheads="1"/>
            </p:cNvSpPr>
            <p:nvPr>
              <p:custDataLst>
                <p:tags r:id="rId349"/>
              </p:custDataLst>
            </p:nvPr>
          </p:nvSpPr>
          <p:spPr bwMode="auto">
            <a:xfrm>
              <a:off x="4759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8" name="Rectangle 536"/>
            <p:cNvSpPr>
              <a:spLocks noChangeArrowheads="1"/>
            </p:cNvSpPr>
            <p:nvPr>
              <p:custDataLst>
                <p:tags r:id="rId350"/>
              </p:custDataLst>
            </p:nvPr>
          </p:nvSpPr>
          <p:spPr bwMode="auto">
            <a:xfrm>
              <a:off x="4759" y="3326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59" name="Rectangle 537"/>
            <p:cNvSpPr>
              <a:spLocks noChangeArrowheads="1"/>
            </p:cNvSpPr>
            <p:nvPr>
              <p:custDataLst>
                <p:tags r:id="rId351"/>
              </p:custDataLst>
            </p:nvPr>
          </p:nvSpPr>
          <p:spPr bwMode="auto">
            <a:xfrm>
              <a:off x="4759" y="3326"/>
              <a:ext cx="8" cy="14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60" name="Rectangle 538"/>
            <p:cNvSpPr>
              <a:spLocks noChangeArrowheads="1"/>
            </p:cNvSpPr>
            <p:nvPr>
              <p:custDataLst>
                <p:tags r:id="rId352"/>
              </p:custDataLst>
            </p:nvPr>
          </p:nvSpPr>
          <p:spPr bwMode="auto">
            <a:xfrm>
              <a:off x="4711" y="3062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61" name="Rectangle 539"/>
            <p:cNvSpPr>
              <a:spLocks noChangeArrowheads="1"/>
            </p:cNvSpPr>
            <p:nvPr>
              <p:custDataLst>
                <p:tags r:id="rId353"/>
              </p:custDataLst>
            </p:nvPr>
          </p:nvSpPr>
          <p:spPr bwMode="auto">
            <a:xfrm>
              <a:off x="4711" y="301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62" name="Rectangle 540"/>
            <p:cNvSpPr>
              <a:spLocks noChangeArrowheads="1"/>
            </p:cNvSpPr>
            <p:nvPr>
              <p:custDataLst>
                <p:tags r:id="rId354"/>
              </p:custDataLst>
            </p:nvPr>
          </p:nvSpPr>
          <p:spPr bwMode="auto">
            <a:xfrm>
              <a:off x="4711" y="3014"/>
              <a:ext cx="8" cy="4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63" name="Freeform 541"/>
            <p:cNvSpPr>
              <a:spLocks/>
            </p:cNvSpPr>
            <p:nvPr>
              <p:custDataLst>
                <p:tags r:id="rId355"/>
              </p:custDataLst>
            </p:nvPr>
          </p:nvSpPr>
          <p:spPr bwMode="auto">
            <a:xfrm>
              <a:off x="4623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64" name="Freeform 542"/>
            <p:cNvSpPr>
              <a:spLocks/>
            </p:cNvSpPr>
            <p:nvPr>
              <p:custDataLst>
                <p:tags r:id="rId356"/>
              </p:custDataLst>
            </p:nvPr>
          </p:nvSpPr>
          <p:spPr bwMode="auto">
            <a:xfrm>
              <a:off x="4623" y="3310"/>
              <a:ext cx="96" cy="48"/>
            </a:xfrm>
            <a:custGeom>
              <a:avLst/>
              <a:gdLst>
                <a:gd name="T0" fmla="*/ 0 w 96"/>
                <a:gd name="T1" fmla="*/ 40 h 48"/>
                <a:gd name="T2" fmla="*/ 24 w 96"/>
                <a:gd name="T3" fmla="*/ 16 h 48"/>
                <a:gd name="T4" fmla="*/ 24 w 96"/>
                <a:gd name="T5" fmla="*/ 16 h 48"/>
                <a:gd name="T6" fmla="*/ 24 w 96"/>
                <a:gd name="T7" fmla="*/ 16 h 48"/>
                <a:gd name="T8" fmla="*/ 96 w 96"/>
                <a:gd name="T9" fmla="*/ 0 h 48"/>
                <a:gd name="T10" fmla="*/ 96 w 96"/>
                <a:gd name="T11" fmla="*/ 0 h 48"/>
                <a:gd name="T12" fmla="*/ 96 w 96"/>
                <a:gd name="T13" fmla="*/ 8 h 48"/>
                <a:gd name="T14" fmla="*/ 96 w 96"/>
                <a:gd name="T15" fmla="*/ 8 h 48"/>
                <a:gd name="T16" fmla="*/ 24 w 96"/>
                <a:gd name="T17" fmla="*/ 24 h 48"/>
                <a:gd name="T18" fmla="*/ 24 w 96"/>
                <a:gd name="T19" fmla="*/ 24 h 48"/>
                <a:gd name="T20" fmla="*/ 32 w 96"/>
                <a:gd name="T21" fmla="*/ 24 h 48"/>
                <a:gd name="T22" fmla="*/ 8 w 96"/>
                <a:gd name="T23" fmla="*/ 48 h 48"/>
                <a:gd name="T24" fmla="*/ 0 w 96"/>
                <a:gd name="T25" fmla="*/ 40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8"/>
                <a:gd name="T41" fmla="*/ 96 w 96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8">
                  <a:moveTo>
                    <a:pt x="0" y="40"/>
                  </a:moveTo>
                  <a:lnTo>
                    <a:pt x="24" y="16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8" y="48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65" name="Freeform 543"/>
            <p:cNvSpPr>
              <a:spLocks/>
            </p:cNvSpPr>
            <p:nvPr>
              <p:custDataLst>
                <p:tags r:id="rId357"/>
              </p:custDataLst>
            </p:nvPr>
          </p:nvSpPr>
          <p:spPr bwMode="auto">
            <a:xfrm>
              <a:off x="4719" y="3310"/>
              <a:ext cx="72" cy="24"/>
            </a:xfrm>
            <a:custGeom>
              <a:avLst/>
              <a:gdLst>
                <a:gd name="T0" fmla="*/ 0 w 72"/>
                <a:gd name="T1" fmla="*/ 0 h 24"/>
                <a:gd name="T2" fmla="*/ 64 w 72"/>
                <a:gd name="T3" fmla="*/ 16 h 24"/>
                <a:gd name="T4" fmla="*/ 72 w 72"/>
                <a:gd name="T5" fmla="*/ 16 h 24"/>
                <a:gd name="T6" fmla="*/ 64 w 72"/>
                <a:gd name="T7" fmla="*/ 24 h 24"/>
                <a:gd name="T8" fmla="*/ 64 w 72"/>
                <a:gd name="T9" fmla="*/ 24 h 24"/>
                <a:gd name="T10" fmla="*/ 0 w 72"/>
                <a:gd name="T11" fmla="*/ 8 h 24"/>
                <a:gd name="T12" fmla="*/ 0 w 7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24"/>
                <a:gd name="T23" fmla="*/ 72 w 7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24">
                  <a:moveTo>
                    <a:pt x="0" y="0"/>
                  </a:moveTo>
                  <a:lnTo>
                    <a:pt x="64" y="16"/>
                  </a:lnTo>
                  <a:lnTo>
                    <a:pt x="72" y="16"/>
                  </a:lnTo>
                  <a:lnTo>
                    <a:pt x="64" y="24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66" name="Freeform 544"/>
            <p:cNvSpPr>
              <a:spLocks/>
            </p:cNvSpPr>
            <p:nvPr>
              <p:custDataLst>
                <p:tags r:id="rId358"/>
              </p:custDataLst>
            </p:nvPr>
          </p:nvSpPr>
          <p:spPr bwMode="auto">
            <a:xfrm>
              <a:off x="4807" y="3350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67" name="Freeform 545"/>
            <p:cNvSpPr>
              <a:spLocks/>
            </p:cNvSpPr>
            <p:nvPr>
              <p:custDataLst>
                <p:tags r:id="rId359"/>
              </p:custDataLst>
            </p:nvPr>
          </p:nvSpPr>
          <p:spPr bwMode="auto">
            <a:xfrm>
              <a:off x="4783" y="332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68" name="Rectangle 546"/>
            <p:cNvSpPr>
              <a:spLocks noChangeArrowheads="1"/>
            </p:cNvSpPr>
            <p:nvPr>
              <p:custDataLst>
                <p:tags r:id="rId360"/>
              </p:custDataLst>
            </p:nvPr>
          </p:nvSpPr>
          <p:spPr bwMode="auto">
            <a:xfrm>
              <a:off x="4623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69" name="Rectangle 547"/>
            <p:cNvSpPr>
              <a:spLocks noChangeArrowheads="1"/>
            </p:cNvSpPr>
            <p:nvPr>
              <p:custDataLst>
                <p:tags r:id="rId361"/>
              </p:custDataLst>
            </p:nvPr>
          </p:nvSpPr>
          <p:spPr bwMode="auto">
            <a:xfrm>
              <a:off x="4623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70" name="Rectangle 548"/>
            <p:cNvSpPr>
              <a:spLocks noChangeArrowheads="1"/>
            </p:cNvSpPr>
            <p:nvPr>
              <p:custDataLst>
                <p:tags r:id="rId362"/>
              </p:custDataLst>
            </p:nvPr>
          </p:nvSpPr>
          <p:spPr bwMode="auto">
            <a:xfrm>
              <a:off x="4623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71" name="Rectangle 549"/>
            <p:cNvSpPr>
              <a:spLocks noChangeArrowheads="1"/>
            </p:cNvSpPr>
            <p:nvPr>
              <p:custDataLst>
                <p:tags r:id="rId363"/>
              </p:custDataLst>
            </p:nvPr>
          </p:nvSpPr>
          <p:spPr bwMode="auto">
            <a:xfrm>
              <a:off x="4807" y="335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72" name="Rectangle 550"/>
            <p:cNvSpPr>
              <a:spLocks noChangeArrowheads="1"/>
            </p:cNvSpPr>
            <p:nvPr>
              <p:custDataLst>
                <p:tags r:id="rId364"/>
              </p:custDataLst>
            </p:nvPr>
          </p:nvSpPr>
          <p:spPr bwMode="auto">
            <a:xfrm>
              <a:off x="4807" y="3174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73" name="Rectangle 551"/>
            <p:cNvSpPr>
              <a:spLocks noChangeArrowheads="1"/>
            </p:cNvSpPr>
            <p:nvPr>
              <p:custDataLst>
                <p:tags r:id="rId365"/>
              </p:custDataLst>
            </p:nvPr>
          </p:nvSpPr>
          <p:spPr bwMode="auto">
            <a:xfrm>
              <a:off x="4807" y="3174"/>
              <a:ext cx="8" cy="184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74" name="Freeform 552"/>
            <p:cNvSpPr>
              <a:spLocks/>
            </p:cNvSpPr>
            <p:nvPr>
              <p:custDataLst>
                <p:tags r:id="rId366"/>
              </p:custDataLst>
            </p:nvPr>
          </p:nvSpPr>
          <p:spPr bwMode="auto">
            <a:xfrm>
              <a:off x="4615" y="3062"/>
              <a:ext cx="192" cy="112"/>
            </a:xfrm>
            <a:custGeom>
              <a:avLst/>
              <a:gdLst>
                <a:gd name="T0" fmla="*/ 0 w 192"/>
                <a:gd name="T1" fmla="*/ 112 h 112"/>
                <a:gd name="T2" fmla="*/ 40 w 192"/>
                <a:gd name="T3" fmla="*/ 40 h 112"/>
                <a:gd name="T4" fmla="*/ 96 w 192"/>
                <a:gd name="T5" fmla="*/ 0 h 112"/>
                <a:gd name="T6" fmla="*/ 144 w 192"/>
                <a:gd name="T7" fmla="*/ 24 h 112"/>
                <a:gd name="T8" fmla="*/ 168 w 192"/>
                <a:gd name="T9" fmla="*/ 48 h 112"/>
                <a:gd name="T10" fmla="*/ 192 w 192"/>
                <a:gd name="T11" fmla="*/ 112 h 112"/>
                <a:gd name="T12" fmla="*/ 0 w 192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"/>
                <a:gd name="T22" fmla="*/ 0 h 112"/>
                <a:gd name="T23" fmla="*/ 192 w 192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" h="112">
                  <a:moveTo>
                    <a:pt x="0" y="112"/>
                  </a:moveTo>
                  <a:lnTo>
                    <a:pt x="40" y="40"/>
                  </a:lnTo>
                  <a:lnTo>
                    <a:pt x="96" y="0"/>
                  </a:lnTo>
                  <a:lnTo>
                    <a:pt x="144" y="24"/>
                  </a:lnTo>
                  <a:lnTo>
                    <a:pt x="168" y="48"/>
                  </a:lnTo>
                  <a:lnTo>
                    <a:pt x="192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2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75" name="Freeform 553"/>
            <p:cNvSpPr>
              <a:spLocks/>
            </p:cNvSpPr>
            <p:nvPr>
              <p:custDataLst>
                <p:tags r:id="rId367"/>
              </p:custDataLst>
            </p:nvPr>
          </p:nvSpPr>
          <p:spPr bwMode="auto">
            <a:xfrm>
              <a:off x="4615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76" name="Freeform 554"/>
            <p:cNvSpPr>
              <a:spLocks/>
            </p:cNvSpPr>
            <p:nvPr>
              <p:custDataLst>
                <p:tags r:id="rId368"/>
              </p:custDataLst>
            </p:nvPr>
          </p:nvSpPr>
          <p:spPr bwMode="auto">
            <a:xfrm>
              <a:off x="4615" y="3062"/>
              <a:ext cx="152" cy="112"/>
            </a:xfrm>
            <a:custGeom>
              <a:avLst/>
              <a:gdLst>
                <a:gd name="T0" fmla="*/ 0 w 152"/>
                <a:gd name="T1" fmla="*/ 112 h 112"/>
                <a:gd name="T2" fmla="*/ 40 w 152"/>
                <a:gd name="T3" fmla="*/ 40 h 112"/>
                <a:gd name="T4" fmla="*/ 40 w 152"/>
                <a:gd name="T5" fmla="*/ 40 h 112"/>
                <a:gd name="T6" fmla="*/ 40 w 152"/>
                <a:gd name="T7" fmla="*/ 40 h 112"/>
                <a:gd name="T8" fmla="*/ 96 w 152"/>
                <a:gd name="T9" fmla="*/ 0 h 112"/>
                <a:gd name="T10" fmla="*/ 96 w 152"/>
                <a:gd name="T11" fmla="*/ 0 h 112"/>
                <a:gd name="T12" fmla="*/ 96 w 152"/>
                <a:gd name="T13" fmla="*/ 0 h 112"/>
                <a:gd name="T14" fmla="*/ 144 w 152"/>
                <a:gd name="T15" fmla="*/ 24 h 112"/>
                <a:gd name="T16" fmla="*/ 152 w 152"/>
                <a:gd name="T17" fmla="*/ 24 h 112"/>
                <a:gd name="T18" fmla="*/ 144 w 152"/>
                <a:gd name="T19" fmla="*/ 32 h 112"/>
                <a:gd name="T20" fmla="*/ 144 w 152"/>
                <a:gd name="T21" fmla="*/ 32 h 112"/>
                <a:gd name="T22" fmla="*/ 96 w 152"/>
                <a:gd name="T23" fmla="*/ 8 h 112"/>
                <a:gd name="T24" fmla="*/ 96 w 152"/>
                <a:gd name="T25" fmla="*/ 8 h 112"/>
                <a:gd name="T26" fmla="*/ 104 w 152"/>
                <a:gd name="T27" fmla="*/ 8 h 112"/>
                <a:gd name="T28" fmla="*/ 48 w 152"/>
                <a:gd name="T29" fmla="*/ 48 h 112"/>
                <a:gd name="T30" fmla="*/ 48 w 152"/>
                <a:gd name="T31" fmla="*/ 48 h 112"/>
                <a:gd name="T32" fmla="*/ 48 w 152"/>
                <a:gd name="T33" fmla="*/ 40 h 112"/>
                <a:gd name="T34" fmla="*/ 8 w 152"/>
                <a:gd name="T35" fmla="*/ 112 h 112"/>
                <a:gd name="T36" fmla="*/ 0 w 152"/>
                <a:gd name="T37" fmla="*/ 112 h 1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2"/>
                <a:gd name="T58" fmla="*/ 0 h 112"/>
                <a:gd name="T59" fmla="*/ 152 w 152"/>
                <a:gd name="T60" fmla="*/ 112 h 1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2" h="112">
                  <a:moveTo>
                    <a:pt x="0" y="112"/>
                  </a:moveTo>
                  <a:lnTo>
                    <a:pt x="40" y="40"/>
                  </a:lnTo>
                  <a:lnTo>
                    <a:pt x="96" y="0"/>
                  </a:lnTo>
                  <a:lnTo>
                    <a:pt x="144" y="24"/>
                  </a:lnTo>
                  <a:lnTo>
                    <a:pt x="152" y="24"/>
                  </a:lnTo>
                  <a:lnTo>
                    <a:pt x="144" y="32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8" y="112"/>
                  </a:lnTo>
                  <a:lnTo>
                    <a:pt x="0" y="11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77" name="Freeform 555"/>
            <p:cNvSpPr>
              <a:spLocks/>
            </p:cNvSpPr>
            <p:nvPr>
              <p:custDataLst>
                <p:tags r:id="rId369"/>
              </p:custDataLst>
            </p:nvPr>
          </p:nvSpPr>
          <p:spPr bwMode="auto">
            <a:xfrm>
              <a:off x="4759" y="3086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32 w 32"/>
                <a:gd name="T3" fmla="*/ 24 h 32"/>
                <a:gd name="T4" fmla="*/ 32 w 32"/>
                <a:gd name="T5" fmla="*/ 24 h 32"/>
                <a:gd name="T6" fmla="*/ 24 w 32"/>
                <a:gd name="T7" fmla="*/ 24 h 32"/>
                <a:gd name="T8" fmla="*/ 24 w 32"/>
                <a:gd name="T9" fmla="*/ 32 h 32"/>
                <a:gd name="T10" fmla="*/ 0 w 32"/>
                <a:gd name="T11" fmla="*/ 8 h 32"/>
                <a:gd name="T12" fmla="*/ 8 w 32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8" y="0"/>
                  </a:moveTo>
                  <a:lnTo>
                    <a:pt x="32" y="24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78" name="Freeform 556"/>
            <p:cNvSpPr>
              <a:spLocks/>
            </p:cNvSpPr>
            <p:nvPr>
              <p:custDataLst>
                <p:tags r:id="rId370"/>
              </p:custDataLst>
            </p:nvPr>
          </p:nvSpPr>
          <p:spPr bwMode="auto">
            <a:xfrm>
              <a:off x="4807" y="3174"/>
              <a:ext cx="8" cy="8"/>
            </a:xfrm>
            <a:custGeom>
              <a:avLst/>
              <a:gdLst>
                <a:gd name="T0" fmla="*/ 8 w 8"/>
                <a:gd name="T1" fmla="*/ 8 h 8"/>
                <a:gd name="T2" fmla="*/ 8 w 8"/>
                <a:gd name="T3" fmla="*/ 0 h 8"/>
                <a:gd name="T4" fmla="*/ 8 w 8"/>
                <a:gd name="T5" fmla="*/ 0 h 8"/>
                <a:gd name="T6" fmla="*/ 0 w 8"/>
                <a:gd name="T7" fmla="*/ 0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79" name="Freeform 557"/>
            <p:cNvSpPr>
              <a:spLocks/>
            </p:cNvSpPr>
            <p:nvPr>
              <p:custDataLst>
                <p:tags r:id="rId371"/>
              </p:custDataLst>
            </p:nvPr>
          </p:nvSpPr>
          <p:spPr bwMode="auto">
            <a:xfrm>
              <a:off x="4783" y="3110"/>
              <a:ext cx="32" cy="64"/>
            </a:xfrm>
            <a:custGeom>
              <a:avLst/>
              <a:gdLst>
                <a:gd name="T0" fmla="*/ 8 w 32"/>
                <a:gd name="T1" fmla="*/ 0 h 64"/>
                <a:gd name="T2" fmla="*/ 0 w 32"/>
                <a:gd name="T3" fmla="*/ 0 h 64"/>
                <a:gd name="T4" fmla="*/ 24 w 32"/>
                <a:gd name="T5" fmla="*/ 64 h 64"/>
                <a:gd name="T6" fmla="*/ 32 w 32"/>
                <a:gd name="T7" fmla="*/ 64 h 64"/>
                <a:gd name="T8" fmla="*/ 8 w 32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8" y="0"/>
                  </a:moveTo>
                  <a:lnTo>
                    <a:pt x="0" y="0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0" name="Freeform 558"/>
            <p:cNvSpPr>
              <a:spLocks/>
            </p:cNvSpPr>
            <p:nvPr>
              <p:custDataLst>
                <p:tags r:id="rId372"/>
              </p:custDataLst>
            </p:nvPr>
          </p:nvSpPr>
          <p:spPr bwMode="auto">
            <a:xfrm>
              <a:off x="4623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1" name="Freeform 559"/>
            <p:cNvSpPr>
              <a:spLocks/>
            </p:cNvSpPr>
            <p:nvPr>
              <p:custDataLst>
                <p:tags r:id="rId373"/>
              </p:custDataLst>
            </p:nvPr>
          </p:nvSpPr>
          <p:spPr bwMode="auto">
            <a:xfrm>
              <a:off x="4623" y="3382"/>
              <a:ext cx="96" cy="40"/>
            </a:xfrm>
            <a:custGeom>
              <a:avLst/>
              <a:gdLst>
                <a:gd name="T0" fmla="*/ 0 w 96"/>
                <a:gd name="T1" fmla="*/ 32 h 40"/>
                <a:gd name="T2" fmla="*/ 24 w 96"/>
                <a:gd name="T3" fmla="*/ 8 h 40"/>
                <a:gd name="T4" fmla="*/ 24 w 96"/>
                <a:gd name="T5" fmla="*/ 8 h 40"/>
                <a:gd name="T6" fmla="*/ 24 w 96"/>
                <a:gd name="T7" fmla="*/ 8 h 40"/>
                <a:gd name="T8" fmla="*/ 96 w 96"/>
                <a:gd name="T9" fmla="*/ 0 h 40"/>
                <a:gd name="T10" fmla="*/ 96 w 96"/>
                <a:gd name="T11" fmla="*/ 0 h 40"/>
                <a:gd name="T12" fmla="*/ 96 w 96"/>
                <a:gd name="T13" fmla="*/ 8 h 40"/>
                <a:gd name="T14" fmla="*/ 96 w 96"/>
                <a:gd name="T15" fmla="*/ 8 h 40"/>
                <a:gd name="T16" fmla="*/ 24 w 96"/>
                <a:gd name="T17" fmla="*/ 16 h 40"/>
                <a:gd name="T18" fmla="*/ 24 w 96"/>
                <a:gd name="T19" fmla="*/ 16 h 40"/>
                <a:gd name="T20" fmla="*/ 32 w 96"/>
                <a:gd name="T21" fmla="*/ 16 h 40"/>
                <a:gd name="T22" fmla="*/ 8 w 96"/>
                <a:gd name="T23" fmla="*/ 40 h 40"/>
                <a:gd name="T24" fmla="*/ 0 w 96"/>
                <a:gd name="T25" fmla="*/ 32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6"/>
                <a:gd name="T40" fmla="*/ 0 h 40"/>
                <a:gd name="T41" fmla="*/ 96 w 96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6" h="40">
                  <a:moveTo>
                    <a:pt x="0" y="32"/>
                  </a:moveTo>
                  <a:lnTo>
                    <a:pt x="24" y="8"/>
                  </a:lnTo>
                  <a:lnTo>
                    <a:pt x="96" y="0"/>
                  </a:lnTo>
                  <a:lnTo>
                    <a:pt x="96" y="8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8" y="4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2" name="Freeform 560"/>
            <p:cNvSpPr>
              <a:spLocks/>
            </p:cNvSpPr>
            <p:nvPr>
              <p:custDataLst>
                <p:tags r:id="rId374"/>
              </p:custDataLst>
            </p:nvPr>
          </p:nvSpPr>
          <p:spPr bwMode="auto">
            <a:xfrm>
              <a:off x="4719" y="3382"/>
              <a:ext cx="72" cy="16"/>
            </a:xfrm>
            <a:custGeom>
              <a:avLst/>
              <a:gdLst>
                <a:gd name="T0" fmla="*/ 0 w 72"/>
                <a:gd name="T1" fmla="*/ 0 h 16"/>
                <a:gd name="T2" fmla="*/ 64 w 72"/>
                <a:gd name="T3" fmla="*/ 8 h 16"/>
                <a:gd name="T4" fmla="*/ 72 w 72"/>
                <a:gd name="T5" fmla="*/ 8 h 16"/>
                <a:gd name="T6" fmla="*/ 64 w 72"/>
                <a:gd name="T7" fmla="*/ 16 h 16"/>
                <a:gd name="T8" fmla="*/ 64 w 72"/>
                <a:gd name="T9" fmla="*/ 16 h 16"/>
                <a:gd name="T10" fmla="*/ 0 w 72"/>
                <a:gd name="T11" fmla="*/ 8 h 16"/>
                <a:gd name="T12" fmla="*/ 0 w 7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6"/>
                <a:gd name="T23" fmla="*/ 72 w 7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6">
                  <a:moveTo>
                    <a:pt x="0" y="0"/>
                  </a:moveTo>
                  <a:lnTo>
                    <a:pt x="64" y="8"/>
                  </a:lnTo>
                  <a:lnTo>
                    <a:pt x="72" y="8"/>
                  </a:lnTo>
                  <a:lnTo>
                    <a:pt x="64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3" name="Freeform 561"/>
            <p:cNvSpPr>
              <a:spLocks/>
            </p:cNvSpPr>
            <p:nvPr>
              <p:custDataLst>
                <p:tags r:id="rId375"/>
              </p:custDataLst>
            </p:nvPr>
          </p:nvSpPr>
          <p:spPr bwMode="auto">
            <a:xfrm>
              <a:off x="4807" y="3414"/>
              <a:ext cx="8" cy="8"/>
            </a:xfrm>
            <a:custGeom>
              <a:avLst/>
              <a:gdLst>
                <a:gd name="T0" fmla="*/ 8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0 w 8"/>
                <a:gd name="T7" fmla="*/ 8 h 8"/>
                <a:gd name="T8" fmla="*/ 8 w 8"/>
                <a:gd name="T9" fmla="*/ 8 h 8"/>
                <a:gd name="T10" fmla="*/ 8 w 8"/>
                <a:gd name="T11" fmla="*/ 8 h 8"/>
                <a:gd name="T12" fmla="*/ 8 w 8"/>
                <a:gd name="T13" fmla="*/ 8 h 8"/>
                <a:gd name="T14" fmla="*/ 8 w 8"/>
                <a:gd name="T15" fmla="*/ 0 h 8"/>
                <a:gd name="T16" fmla="*/ 8 w 8"/>
                <a:gd name="T17" fmla="*/ 0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"/>
                <a:gd name="T28" fmla="*/ 0 h 8"/>
                <a:gd name="T29" fmla="*/ 8 w 8"/>
                <a:gd name="T30" fmla="*/ 8 h 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" h="8">
                  <a:moveTo>
                    <a:pt x="8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4" name="Freeform 562"/>
            <p:cNvSpPr>
              <a:spLocks/>
            </p:cNvSpPr>
            <p:nvPr>
              <p:custDataLst>
                <p:tags r:id="rId376"/>
              </p:custDataLst>
            </p:nvPr>
          </p:nvSpPr>
          <p:spPr bwMode="auto">
            <a:xfrm>
              <a:off x="4783" y="3390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85" name="Rectangle 563"/>
            <p:cNvSpPr>
              <a:spLocks noChangeArrowheads="1"/>
            </p:cNvSpPr>
            <p:nvPr>
              <p:custDataLst>
                <p:tags r:id="rId377"/>
              </p:custDataLst>
            </p:nvPr>
          </p:nvSpPr>
          <p:spPr bwMode="auto">
            <a:xfrm>
              <a:off x="4671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86" name="Rectangle 565"/>
            <p:cNvSpPr>
              <a:spLocks noChangeArrowheads="1"/>
            </p:cNvSpPr>
            <p:nvPr>
              <p:custDataLst>
                <p:tags r:id="rId378"/>
              </p:custDataLst>
            </p:nvPr>
          </p:nvSpPr>
          <p:spPr bwMode="auto">
            <a:xfrm>
              <a:off x="4671" y="3470"/>
              <a:ext cx="8" cy="40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87" name="Rectangle 566"/>
            <p:cNvSpPr>
              <a:spLocks noChangeArrowheads="1"/>
            </p:cNvSpPr>
            <p:nvPr>
              <p:custDataLst>
                <p:tags r:id="rId379"/>
              </p:custDataLst>
            </p:nvPr>
          </p:nvSpPr>
          <p:spPr bwMode="auto">
            <a:xfrm>
              <a:off x="4759" y="3470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88" name="Rectangle 567"/>
            <p:cNvSpPr>
              <a:spLocks noChangeArrowheads="1"/>
            </p:cNvSpPr>
            <p:nvPr>
              <p:custDataLst>
                <p:tags r:id="rId380"/>
              </p:custDataLst>
            </p:nvPr>
          </p:nvSpPr>
          <p:spPr bwMode="auto">
            <a:xfrm>
              <a:off x="4759" y="3678"/>
              <a:ext cx="8" cy="1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89" name="Rectangle 568"/>
            <p:cNvSpPr>
              <a:spLocks noChangeArrowheads="1"/>
            </p:cNvSpPr>
            <p:nvPr>
              <p:custDataLst>
                <p:tags r:id="rId381"/>
              </p:custDataLst>
            </p:nvPr>
          </p:nvSpPr>
          <p:spPr bwMode="auto">
            <a:xfrm>
              <a:off x="4759" y="3470"/>
              <a:ext cx="8" cy="20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0" name="Freeform 569"/>
            <p:cNvSpPr>
              <a:spLocks/>
            </p:cNvSpPr>
            <p:nvPr>
              <p:custDataLst>
                <p:tags r:id="rId382"/>
              </p:custDataLst>
            </p:nvPr>
          </p:nvSpPr>
          <p:spPr bwMode="auto">
            <a:xfrm>
              <a:off x="4703" y="3574"/>
              <a:ext cx="96" cy="120"/>
            </a:xfrm>
            <a:custGeom>
              <a:avLst/>
              <a:gdLst>
                <a:gd name="T0" fmla="*/ 96 w 96"/>
                <a:gd name="T1" fmla="*/ 56 h 120"/>
                <a:gd name="T2" fmla="*/ 80 w 96"/>
                <a:gd name="T3" fmla="*/ 16 h 120"/>
                <a:gd name="T4" fmla="*/ 48 w 96"/>
                <a:gd name="T5" fmla="*/ 0 h 120"/>
                <a:gd name="T6" fmla="*/ 16 w 96"/>
                <a:gd name="T7" fmla="*/ 16 h 120"/>
                <a:gd name="T8" fmla="*/ 0 w 96"/>
                <a:gd name="T9" fmla="*/ 56 h 120"/>
                <a:gd name="T10" fmla="*/ 16 w 96"/>
                <a:gd name="T11" fmla="*/ 96 h 120"/>
                <a:gd name="T12" fmla="*/ 48 w 96"/>
                <a:gd name="T13" fmla="*/ 120 h 120"/>
                <a:gd name="T14" fmla="*/ 80 w 96"/>
                <a:gd name="T15" fmla="*/ 96 h 120"/>
                <a:gd name="T16" fmla="*/ 96 w 96"/>
                <a:gd name="T17" fmla="*/ 56 h 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6"/>
                <a:gd name="T28" fmla="*/ 0 h 120"/>
                <a:gd name="T29" fmla="*/ 96 w 96"/>
                <a:gd name="T30" fmla="*/ 120 h 1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6" h="120">
                  <a:moveTo>
                    <a:pt x="96" y="56"/>
                  </a:moveTo>
                  <a:lnTo>
                    <a:pt x="80" y="16"/>
                  </a:lnTo>
                  <a:lnTo>
                    <a:pt x="48" y="0"/>
                  </a:lnTo>
                  <a:lnTo>
                    <a:pt x="16" y="16"/>
                  </a:lnTo>
                  <a:lnTo>
                    <a:pt x="0" y="56"/>
                  </a:lnTo>
                  <a:lnTo>
                    <a:pt x="16" y="96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91" name="Freeform 570"/>
            <p:cNvSpPr>
              <a:spLocks/>
            </p:cNvSpPr>
            <p:nvPr>
              <p:custDataLst>
                <p:tags r:id="rId383"/>
              </p:custDataLst>
            </p:nvPr>
          </p:nvSpPr>
          <p:spPr bwMode="auto">
            <a:xfrm>
              <a:off x="4703" y="3574"/>
              <a:ext cx="104" cy="128"/>
            </a:xfrm>
            <a:custGeom>
              <a:avLst/>
              <a:gdLst>
                <a:gd name="T0" fmla="*/ 96 w 104"/>
                <a:gd name="T1" fmla="*/ 56 h 128"/>
                <a:gd name="T2" fmla="*/ 80 w 104"/>
                <a:gd name="T3" fmla="*/ 16 h 128"/>
                <a:gd name="T4" fmla="*/ 80 w 104"/>
                <a:gd name="T5" fmla="*/ 24 h 128"/>
                <a:gd name="T6" fmla="*/ 80 w 104"/>
                <a:gd name="T7" fmla="*/ 24 h 128"/>
                <a:gd name="T8" fmla="*/ 48 w 104"/>
                <a:gd name="T9" fmla="*/ 8 h 128"/>
                <a:gd name="T10" fmla="*/ 48 w 104"/>
                <a:gd name="T11" fmla="*/ 8 h 128"/>
                <a:gd name="T12" fmla="*/ 48 w 104"/>
                <a:gd name="T13" fmla="*/ 8 h 128"/>
                <a:gd name="T14" fmla="*/ 16 w 104"/>
                <a:gd name="T15" fmla="*/ 24 h 128"/>
                <a:gd name="T16" fmla="*/ 24 w 104"/>
                <a:gd name="T17" fmla="*/ 16 h 128"/>
                <a:gd name="T18" fmla="*/ 24 w 104"/>
                <a:gd name="T19" fmla="*/ 16 h 128"/>
                <a:gd name="T20" fmla="*/ 8 w 104"/>
                <a:gd name="T21" fmla="*/ 56 h 128"/>
                <a:gd name="T22" fmla="*/ 8 w 104"/>
                <a:gd name="T23" fmla="*/ 56 h 128"/>
                <a:gd name="T24" fmla="*/ 8 w 104"/>
                <a:gd name="T25" fmla="*/ 56 h 128"/>
                <a:gd name="T26" fmla="*/ 24 w 104"/>
                <a:gd name="T27" fmla="*/ 96 h 128"/>
                <a:gd name="T28" fmla="*/ 24 w 104"/>
                <a:gd name="T29" fmla="*/ 96 h 128"/>
                <a:gd name="T30" fmla="*/ 24 w 104"/>
                <a:gd name="T31" fmla="*/ 96 h 128"/>
                <a:gd name="T32" fmla="*/ 56 w 104"/>
                <a:gd name="T33" fmla="*/ 120 h 128"/>
                <a:gd name="T34" fmla="*/ 48 w 104"/>
                <a:gd name="T35" fmla="*/ 120 h 128"/>
                <a:gd name="T36" fmla="*/ 48 w 104"/>
                <a:gd name="T37" fmla="*/ 120 h 128"/>
                <a:gd name="T38" fmla="*/ 80 w 104"/>
                <a:gd name="T39" fmla="*/ 96 h 128"/>
                <a:gd name="T40" fmla="*/ 80 w 104"/>
                <a:gd name="T41" fmla="*/ 96 h 128"/>
                <a:gd name="T42" fmla="*/ 80 w 104"/>
                <a:gd name="T43" fmla="*/ 96 h 128"/>
                <a:gd name="T44" fmla="*/ 96 w 104"/>
                <a:gd name="T45" fmla="*/ 56 h 128"/>
                <a:gd name="T46" fmla="*/ 96 w 104"/>
                <a:gd name="T47" fmla="*/ 56 h 128"/>
                <a:gd name="T48" fmla="*/ 104 w 104"/>
                <a:gd name="T49" fmla="*/ 56 h 128"/>
                <a:gd name="T50" fmla="*/ 104 w 104"/>
                <a:gd name="T51" fmla="*/ 56 h 128"/>
                <a:gd name="T52" fmla="*/ 88 w 104"/>
                <a:gd name="T53" fmla="*/ 96 h 128"/>
                <a:gd name="T54" fmla="*/ 88 w 104"/>
                <a:gd name="T55" fmla="*/ 96 h 128"/>
                <a:gd name="T56" fmla="*/ 88 w 104"/>
                <a:gd name="T57" fmla="*/ 104 h 128"/>
                <a:gd name="T58" fmla="*/ 56 w 104"/>
                <a:gd name="T59" fmla="*/ 128 h 128"/>
                <a:gd name="T60" fmla="*/ 56 w 104"/>
                <a:gd name="T61" fmla="*/ 128 h 128"/>
                <a:gd name="T62" fmla="*/ 48 w 104"/>
                <a:gd name="T63" fmla="*/ 128 h 128"/>
                <a:gd name="T64" fmla="*/ 16 w 104"/>
                <a:gd name="T65" fmla="*/ 104 h 128"/>
                <a:gd name="T66" fmla="*/ 16 w 104"/>
                <a:gd name="T67" fmla="*/ 104 h 128"/>
                <a:gd name="T68" fmla="*/ 16 w 104"/>
                <a:gd name="T69" fmla="*/ 96 h 128"/>
                <a:gd name="T70" fmla="*/ 0 w 104"/>
                <a:gd name="T71" fmla="*/ 56 h 128"/>
                <a:gd name="T72" fmla="*/ 0 w 104"/>
                <a:gd name="T73" fmla="*/ 56 h 128"/>
                <a:gd name="T74" fmla="*/ 0 w 104"/>
                <a:gd name="T75" fmla="*/ 56 h 128"/>
                <a:gd name="T76" fmla="*/ 16 w 104"/>
                <a:gd name="T77" fmla="*/ 16 h 128"/>
                <a:gd name="T78" fmla="*/ 16 w 104"/>
                <a:gd name="T79" fmla="*/ 16 h 128"/>
                <a:gd name="T80" fmla="*/ 16 w 104"/>
                <a:gd name="T81" fmla="*/ 16 h 128"/>
                <a:gd name="T82" fmla="*/ 48 w 104"/>
                <a:gd name="T83" fmla="*/ 0 h 128"/>
                <a:gd name="T84" fmla="*/ 48 w 104"/>
                <a:gd name="T85" fmla="*/ 0 h 128"/>
                <a:gd name="T86" fmla="*/ 48 w 104"/>
                <a:gd name="T87" fmla="*/ 0 h 128"/>
                <a:gd name="T88" fmla="*/ 80 w 104"/>
                <a:gd name="T89" fmla="*/ 16 h 128"/>
                <a:gd name="T90" fmla="*/ 80 w 104"/>
                <a:gd name="T91" fmla="*/ 16 h 128"/>
                <a:gd name="T92" fmla="*/ 88 w 104"/>
                <a:gd name="T93" fmla="*/ 16 h 128"/>
                <a:gd name="T94" fmla="*/ 104 w 104"/>
                <a:gd name="T95" fmla="*/ 56 h 128"/>
                <a:gd name="T96" fmla="*/ 96 w 104"/>
                <a:gd name="T97" fmla="*/ 56 h 1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4"/>
                <a:gd name="T148" fmla="*/ 0 h 128"/>
                <a:gd name="T149" fmla="*/ 104 w 104"/>
                <a:gd name="T150" fmla="*/ 128 h 1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4" h="128">
                  <a:moveTo>
                    <a:pt x="96" y="56"/>
                  </a:moveTo>
                  <a:lnTo>
                    <a:pt x="80" y="16"/>
                  </a:lnTo>
                  <a:lnTo>
                    <a:pt x="80" y="24"/>
                  </a:lnTo>
                  <a:lnTo>
                    <a:pt x="48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56"/>
                  </a:lnTo>
                  <a:lnTo>
                    <a:pt x="24" y="96"/>
                  </a:lnTo>
                  <a:lnTo>
                    <a:pt x="56" y="120"/>
                  </a:lnTo>
                  <a:lnTo>
                    <a:pt x="48" y="120"/>
                  </a:lnTo>
                  <a:lnTo>
                    <a:pt x="80" y="96"/>
                  </a:lnTo>
                  <a:lnTo>
                    <a:pt x="96" y="56"/>
                  </a:lnTo>
                  <a:lnTo>
                    <a:pt x="104" y="5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56" y="128"/>
                  </a:lnTo>
                  <a:lnTo>
                    <a:pt x="48" y="128"/>
                  </a:lnTo>
                  <a:lnTo>
                    <a:pt x="16" y="104"/>
                  </a:lnTo>
                  <a:lnTo>
                    <a:pt x="16" y="96"/>
                  </a:lnTo>
                  <a:lnTo>
                    <a:pt x="0" y="56"/>
                  </a:lnTo>
                  <a:lnTo>
                    <a:pt x="16" y="16"/>
                  </a:lnTo>
                  <a:lnTo>
                    <a:pt x="48" y="0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104" y="56"/>
                  </a:lnTo>
                  <a:lnTo>
                    <a:pt x="96" y="56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92" name="Freeform 571"/>
            <p:cNvSpPr>
              <a:spLocks/>
            </p:cNvSpPr>
            <p:nvPr>
              <p:custDataLst>
                <p:tags r:id="rId384"/>
              </p:custDataLst>
            </p:nvPr>
          </p:nvSpPr>
          <p:spPr bwMode="auto">
            <a:xfrm>
              <a:off x="4799" y="36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93" name="Rectangle 572"/>
            <p:cNvSpPr>
              <a:spLocks noChangeArrowheads="1"/>
            </p:cNvSpPr>
            <p:nvPr>
              <p:custDataLst>
                <p:tags r:id="rId385"/>
              </p:custDataLst>
            </p:nvPr>
          </p:nvSpPr>
          <p:spPr bwMode="auto">
            <a:xfrm>
              <a:off x="4455" y="1992"/>
              <a:ext cx="3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Full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4" name="Rectangle 573"/>
            <p:cNvSpPr>
              <a:spLocks noChangeArrowheads="1"/>
            </p:cNvSpPr>
            <p:nvPr>
              <p:custDataLst>
                <p:tags r:id="rId386"/>
              </p:custDataLst>
            </p:nvPr>
          </p:nvSpPr>
          <p:spPr bwMode="auto">
            <a:xfrm>
              <a:off x="4455" y="2183"/>
              <a:ext cx="34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Add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5" name="Rectangle 574"/>
            <p:cNvSpPr>
              <a:spLocks noChangeArrowheads="1"/>
            </p:cNvSpPr>
            <p:nvPr>
              <p:custDataLst>
                <p:tags r:id="rId387"/>
              </p:custDataLst>
            </p:nvPr>
          </p:nvSpPr>
          <p:spPr bwMode="auto">
            <a:xfrm>
              <a:off x="4455" y="237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6" name="Rectangle 575"/>
            <p:cNvSpPr>
              <a:spLocks noChangeArrowheads="1"/>
            </p:cNvSpPr>
            <p:nvPr>
              <p:custDataLst>
                <p:tags r:id="rId388"/>
              </p:custDataLst>
            </p:nvPr>
          </p:nvSpPr>
          <p:spPr bwMode="auto">
            <a:xfrm>
              <a:off x="4447" y="3861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7" name="Rectangle 576"/>
            <p:cNvSpPr>
              <a:spLocks noChangeArrowheads="1"/>
            </p:cNvSpPr>
            <p:nvPr>
              <p:custDataLst>
                <p:tags r:id="rId389"/>
              </p:custDataLst>
            </p:nvPr>
          </p:nvSpPr>
          <p:spPr bwMode="auto">
            <a:xfrm>
              <a:off x="4551" y="3933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8" name="Rectangle 577"/>
            <p:cNvSpPr>
              <a:spLocks noChangeArrowheads="1"/>
            </p:cNvSpPr>
            <p:nvPr>
              <p:custDataLst>
                <p:tags r:id="rId390"/>
              </p:custDataLst>
            </p:nvPr>
          </p:nvSpPr>
          <p:spPr bwMode="auto">
            <a:xfrm>
              <a:off x="4703" y="3749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799" name="Rectangle 578"/>
            <p:cNvSpPr>
              <a:spLocks noChangeArrowheads="1"/>
            </p:cNvSpPr>
            <p:nvPr>
              <p:custDataLst>
                <p:tags r:id="rId391"/>
              </p:custDataLst>
            </p:nvPr>
          </p:nvSpPr>
          <p:spPr bwMode="auto">
            <a:xfrm>
              <a:off x="4807" y="382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31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0" name="Rectangle 579"/>
            <p:cNvSpPr>
              <a:spLocks noChangeArrowheads="1"/>
            </p:cNvSpPr>
            <p:nvPr>
              <p:custDataLst>
                <p:tags r:id="rId392"/>
              </p:custDataLst>
            </p:nvPr>
          </p:nvSpPr>
          <p:spPr bwMode="auto">
            <a:xfrm>
              <a:off x="4952" y="3590"/>
              <a:ext cx="2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Helvetica" panose="020B0604020202020204" pitchFamily="34" charset="0"/>
                </a:rPr>
                <a:t>Op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801" name="Rectangle 580"/>
            <p:cNvSpPr>
              <a:spLocks noChangeArrowheads="1"/>
            </p:cNvSpPr>
            <p:nvPr>
              <p:custDataLst>
                <p:tags r:id="rId393"/>
              </p:custDataLst>
            </p:nvPr>
          </p:nvSpPr>
          <p:spPr bwMode="auto">
            <a:xfrm>
              <a:off x="5032" y="2159"/>
              <a:ext cx="13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2" name="Rectangle 581"/>
            <p:cNvSpPr>
              <a:spLocks noChangeArrowheads="1"/>
            </p:cNvSpPr>
            <p:nvPr>
              <p:custDataLst>
                <p:tags r:id="rId394"/>
              </p:custDataLst>
            </p:nvPr>
          </p:nvSpPr>
          <p:spPr bwMode="auto">
            <a:xfrm>
              <a:off x="5168" y="2231"/>
              <a:ext cx="21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latin typeface="Helvetica" panose="020B0604020202020204" pitchFamily="34" charset="0"/>
                </a:rPr>
                <a:t>out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3" name="Rectangle 582"/>
            <p:cNvSpPr>
              <a:spLocks noChangeArrowheads="1"/>
            </p:cNvSpPr>
            <p:nvPr>
              <p:custDataLst>
                <p:tags r:id="rId395"/>
              </p:custDataLst>
            </p:nvPr>
          </p:nvSpPr>
          <p:spPr bwMode="auto">
            <a:xfrm>
              <a:off x="2366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4" name="Rectangle 583"/>
            <p:cNvSpPr>
              <a:spLocks noChangeArrowheads="1"/>
            </p:cNvSpPr>
            <p:nvPr>
              <p:custDataLst>
                <p:tags r:id="rId396"/>
              </p:custDataLst>
            </p:nvPr>
          </p:nvSpPr>
          <p:spPr bwMode="auto">
            <a:xfrm>
              <a:off x="2398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5" name="Rectangle 584"/>
            <p:cNvSpPr>
              <a:spLocks noChangeArrowheads="1"/>
            </p:cNvSpPr>
            <p:nvPr>
              <p:custDataLst>
                <p:tags r:id="rId397"/>
              </p:custDataLst>
            </p:nvPr>
          </p:nvSpPr>
          <p:spPr bwMode="auto">
            <a:xfrm>
              <a:off x="2366" y="2295"/>
              <a:ext cx="32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06" name="Line 585"/>
            <p:cNvSpPr>
              <a:spLocks noChangeShapeType="1"/>
            </p:cNvSpPr>
            <p:nvPr>
              <p:custDataLst>
                <p:tags r:id="rId398"/>
              </p:custDataLst>
            </p:nvPr>
          </p:nvSpPr>
          <p:spPr bwMode="auto">
            <a:xfrm>
              <a:off x="2446" y="2295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7" name="Line 586"/>
            <p:cNvSpPr>
              <a:spLocks noChangeShapeType="1"/>
            </p:cNvSpPr>
            <p:nvPr>
              <p:custDataLst>
                <p:tags r:id="rId399"/>
              </p:custDataLst>
            </p:nvPr>
          </p:nvSpPr>
          <p:spPr bwMode="auto">
            <a:xfrm>
              <a:off x="2558" y="2295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8" name="Line 587"/>
            <p:cNvSpPr>
              <a:spLocks noChangeShapeType="1"/>
            </p:cNvSpPr>
            <p:nvPr>
              <p:custDataLst>
                <p:tags r:id="rId400"/>
              </p:custDataLst>
            </p:nvPr>
          </p:nvSpPr>
          <p:spPr bwMode="auto">
            <a:xfrm>
              <a:off x="2670" y="2295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9" name="Line 588"/>
            <p:cNvSpPr>
              <a:spLocks noChangeShapeType="1"/>
            </p:cNvSpPr>
            <p:nvPr>
              <p:custDataLst>
                <p:tags r:id="rId401"/>
              </p:custDataLst>
            </p:nvPr>
          </p:nvSpPr>
          <p:spPr bwMode="auto">
            <a:xfrm>
              <a:off x="2782" y="2295"/>
              <a:ext cx="6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0" name="Line 589"/>
            <p:cNvSpPr>
              <a:spLocks noChangeShapeType="1"/>
            </p:cNvSpPr>
            <p:nvPr>
              <p:custDataLst>
                <p:tags r:id="rId402"/>
              </p:custDataLst>
            </p:nvPr>
          </p:nvSpPr>
          <p:spPr bwMode="auto">
            <a:xfrm>
              <a:off x="2902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1" name="Line 590"/>
            <p:cNvSpPr>
              <a:spLocks noChangeShapeType="1"/>
            </p:cNvSpPr>
            <p:nvPr>
              <p:custDataLst>
                <p:tags r:id="rId403"/>
              </p:custDataLst>
            </p:nvPr>
          </p:nvSpPr>
          <p:spPr bwMode="auto">
            <a:xfrm>
              <a:off x="3015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2" name="Line 591"/>
            <p:cNvSpPr>
              <a:spLocks noChangeShapeType="1"/>
            </p:cNvSpPr>
            <p:nvPr>
              <p:custDataLst>
                <p:tags r:id="rId404"/>
              </p:custDataLst>
            </p:nvPr>
          </p:nvSpPr>
          <p:spPr bwMode="auto">
            <a:xfrm>
              <a:off x="3127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3" name="Line 592"/>
            <p:cNvSpPr>
              <a:spLocks noChangeShapeType="1"/>
            </p:cNvSpPr>
            <p:nvPr>
              <p:custDataLst>
                <p:tags r:id="rId405"/>
              </p:custDataLst>
            </p:nvPr>
          </p:nvSpPr>
          <p:spPr bwMode="auto">
            <a:xfrm>
              <a:off x="3239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4" name="Line 593"/>
            <p:cNvSpPr>
              <a:spLocks noChangeShapeType="1"/>
            </p:cNvSpPr>
            <p:nvPr>
              <p:custDataLst>
                <p:tags r:id="rId406"/>
              </p:custDataLst>
            </p:nvPr>
          </p:nvSpPr>
          <p:spPr bwMode="auto">
            <a:xfrm>
              <a:off x="3351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5" name="Line 594"/>
            <p:cNvSpPr>
              <a:spLocks noChangeShapeType="1"/>
            </p:cNvSpPr>
            <p:nvPr>
              <p:custDataLst>
                <p:tags r:id="rId407"/>
              </p:custDataLst>
            </p:nvPr>
          </p:nvSpPr>
          <p:spPr bwMode="auto">
            <a:xfrm>
              <a:off x="3463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6" name="Line 595"/>
            <p:cNvSpPr>
              <a:spLocks noChangeShapeType="1"/>
            </p:cNvSpPr>
            <p:nvPr>
              <p:custDataLst>
                <p:tags r:id="rId408"/>
              </p:custDataLst>
            </p:nvPr>
          </p:nvSpPr>
          <p:spPr bwMode="auto">
            <a:xfrm>
              <a:off x="3575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7" name="Line 596"/>
            <p:cNvSpPr>
              <a:spLocks noChangeShapeType="1"/>
            </p:cNvSpPr>
            <p:nvPr>
              <p:custDataLst>
                <p:tags r:id="rId409"/>
              </p:custDataLst>
            </p:nvPr>
          </p:nvSpPr>
          <p:spPr bwMode="auto">
            <a:xfrm>
              <a:off x="3687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8" name="Line 597"/>
            <p:cNvSpPr>
              <a:spLocks noChangeShapeType="1"/>
            </p:cNvSpPr>
            <p:nvPr>
              <p:custDataLst>
                <p:tags r:id="rId410"/>
              </p:custDataLst>
            </p:nvPr>
          </p:nvSpPr>
          <p:spPr bwMode="auto">
            <a:xfrm>
              <a:off x="3799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9" name="Line 598"/>
            <p:cNvSpPr>
              <a:spLocks noChangeShapeType="1"/>
            </p:cNvSpPr>
            <p:nvPr>
              <p:custDataLst>
                <p:tags r:id="rId411"/>
              </p:custDataLst>
            </p:nvPr>
          </p:nvSpPr>
          <p:spPr bwMode="auto">
            <a:xfrm>
              <a:off x="3911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0" name="Line 599"/>
            <p:cNvSpPr>
              <a:spLocks noChangeShapeType="1"/>
            </p:cNvSpPr>
            <p:nvPr>
              <p:custDataLst>
                <p:tags r:id="rId412"/>
              </p:custDataLst>
            </p:nvPr>
          </p:nvSpPr>
          <p:spPr bwMode="auto">
            <a:xfrm>
              <a:off x="4023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1" name="Line 600"/>
            <p:cNvSpPr>
              <a:spLocks noChangeShapeType="1"/>
            </p:cNvSpPr>
            <p:nvPr>
              <p:custDataLst>
                <p:tags r:id="rId413"/>
              </p:custDataLst>
            </p:nvPr>
          </p:nvSpPr>
          <p:spPr bwMode="auto">
            <a:xfrm>
              <a:off x="4135" y="2295"/>
              <a:ext cx="56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2" name="Rectangle 601"/>
            <p:cNvSpPr>
              <a:spLocks noChangeArrowheads="1"/>
            </p:cNvSpPr>
            <p:nvPr>
              <p:custDataLst>
                <p:tags r:id="rId414"/>
              </p:custDataLst>
            </p:nvPr>
          </p:nvSpPr>
          <p:spPr bwMode="auto">
            <a:xfrm>
              <a:off x="4247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23" name="Rectangle 602"/>
            <p:cNvSpPr>
              <a:spLocks noChangeArrowheads="1"/>
            </p:cNvSpPr>
            <p:nvPr>
              <p:custDataLst>
                <p:tags r:id="rId415"/>
              </p:custDataLst>
            </p:nvPr>
          </p:nvSpPr>
          <p:spPr bwMode="auto">
            <a:xfrm>
              <a:off x="4279" y="2295"/>
              <a:ext cx="1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24" name="Rectangle 603"/>
            <p:cNvSpPr>
              <a:spLocks noChangeArrowheads="1"/>
            </p:cNvSpPr>
            <p:nvPr>
              <p:custDataLst>
                <p:tags r:id="rId416"/>
              </p:custDataLst>
            </p:nvPr>
          </p:nvSpPr>
          <p:spPr bwMode="auto">
            <a:xfrm>
              <a:off x="4247" y="2295"/>
              <a:ext cx="32" cy="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12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84158704-6F0F-46B8-8C8A-9BA89DE4393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132947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Logical Operations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Bitwise AND, OR, XOR, NOR</a:t>
            </a:r>
          </a:p>
          <a:p>
            <a:pPr lvl="1" eaLnBrk="1" hangingPunct="1"/>
            <a:r>
              <a:rPr lang="en-US" altLang="en-US" sz="2400" dirty="0"/>
              <a:t>Implement w/ 32 gates in parallel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Shifts and rotates</a:t>
            </a:r>
          </a:p>
          <a:p>
            <a:pPr lvl="1" eaLnBrk="1" hangingPunct="1"/>
            <a:r>
              <a:rPr lang="en-US" altLang="en-US" sz="2400" dirty="0" err="1"/>
              <a:t>sll</a:t>
            </a:r>
            <a:r>
              <a:rPr lang="en-US" altLang="en-US" sz="2400" dirty="0"/>
              <a:t> -&gt; shift left logical (</a:t>
            </a:r>
            <a:r>
              <a:rPr lang="en-US" altLang="en-US" sz="2400" dirty="0" err="1"/>
              <a:t>LSb</a:t>
            </a:r>
            <a:r>
              <a:rPr lang="en-US" altLang="en-US" sz="2400" dirty="0"/>
              <a:t> := 0)</a:t>
            </a:r>
          </a:p>
          <a:p>
            <a:pPr lvl="1" eaLnBrk="1" hangingPunct="1"/>
            <a:r>
              <a:rPr lang="en-US" altLang="en-US" sz="2400" dirty="0" err="1"/>
              <a:t>srl</a:t>
            </a:r>
            <a:r>
              <a:rPr lang="en-US" altLang="en-US" sz="2400" dirty="0"/>
              <a:t> -&gt; shift right logical (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 := 0)</a:t>
            </a:r>
          </a:p>
          <a:p>
            <a:pPr lvl="1" eaLnBrk="1" hangingPunct="1"/>
            <a:r>
              <a:rPr lang="en-US" altLang="en-US" sz="2400" dirty="0" err="1"/>
              <a:t>sra</a:t>
            </a:r>
            <a:r>
              <a:rPr lang="en-US" altLang="en-US" sz="2400" dirty="0"/>
              <a:t> -&gt; shift right arithmetic (new 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 := old 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 err="1"/>
              <a:t>rol</a:t>
            </a:r>
            <a:r>
              <a:rPr lang="en-US" altLang="en-US" sz="2400" dirty="0"/>
              <a:t> =&gt; rotate left (</a:t>
            </a:r>
            <a:r>
              <a:rPr lang="en-US" altLang="en-US" sz="2400" dirty="0" err="1"/>
              <a:t>LSb</a:t>
            </a:r>
            <a:r>
              <a:rPr lang="en-US" altLang="en-US" sz="2400" dirty="0"/>
              <a:t> := 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 err="1"/>
              <a:t>ror</a:t>
            </a:r>
            <a:r>
              <a:rPr lang="en-US" altLang="en-US" sz="2400" dirty="0"/>
              <a:t> =&gt; rotate right (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 := </a:t>
            </a:r>
            <a:r>
              <a:rPr lang="en-US" altLang="en-US" sz="2400" dirty="0" err="1"/>
              <a:t>LSb</a:t>
            </a:r>
            <a:r>
              <a:rPr lang="en-US" altLang="en-US" sz="2400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ED1F8918-25C3-4B0B-ACA1-7E9014EEAD54}" type="slidenum">
              <a:rPr lang="en-US" altLang="en-US">
                <a:latin typeface="Calibri" panose="020F0502020204030204" pitchFamily="34" charset="0"/>
              </a:rPr>
              <a:pPr lvl="1"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995303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20955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19050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0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Shifter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31F2478-7BA6-432C-ABBC-549B1408F1A6}" type="slidenum">
              <a:rPr lang="en-US" altLang="en-US">
                <a:latin typeface="Calibri" panose="020F0502020204030204" pitchFamily="34" charset="0"/>
              </a:rPr>
              <a:pPr lvl="1"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" name="Trapezoid 5"/>
          <p:cNvSpPr/>
          <p:nvPr>
            <p:custDataLst>
              <p:tags r:id="rId6"/>
            </p:custDataLst>
          </p:nvPr>
        </p:nvSpPr>
        <p:spPr>
          <a:xfrm flipV="1">
            <a:off x="1828800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1981200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7</a:t>
            </a:r>
          </a:p>
        </p:txBody>
      </p:sp>
      <p:cxnSp>
        <p:nvCxnSpPr>
          <p:cNvPr id="12" name="Straight Arrow Connector 11"/>
          <p:cNvCxnSpPr>
            <a:stCxn id="10" idx="2"/>
            <a:endCxn id="7" idx="0"/>
          </p:cNvCxnSpPr>
          <p:nvPr/>
        </p:nvCxnSpPr>
        <p:spPr>
          <a:xfrm flipH="1">
            <a:off x="2190750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28162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>
            <p:custDataLst>
              <p:tags r:id="rId9"/>
            </p:custDataLst>
          </p:nvPr>
        </p:nvSpPr>
        <p:spPr>
          <a:xfrm>
            <a:off x="26257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rapezoid 18"/>
          <p:cNvSpPr/>
          <p:nvPr>
            <p:custDataLst>
              <p:tags r:id="rId10"/>
            </p:custDataLst>
          </p:nvPr>
        </p:nvSpPr>
        <p:spPr>
          <a:xfrm flipV="1">
            <a:off x="2549525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2701925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6</a:t>
            </a:r>
          </a:p>
        </p:txBody>
      </p:sp>
      <p:cxnSp>
        <p:nvCxnSpPr>
          <p:cNvPr id="21" name="Straight Arrow Connector 20"/>
          <p:cNvCxnSpPr>
            <a:stCxn id="20" idx="2"/>
            <a:endCxn id="17" idx="0"/>
          </p:cNvCxnSpPr>
          <p:nvPr/>
        </p:nvCxnSpPr>
        <p:spPr>
          <a:xfrm flipH="1">
            <a:off x="2911475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2"/>
            <a:endCxn id="18" idx="0"/>
          </p:cNvCxnSpPr>
          <p:nvPr/>
        </p:nvCxnSpPr>
        <p:spPr>
          <a:xfrm>
            <a:off x="2192338" y="2214563"/>
            <a:ext cx="52863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3" idx="3"/>
            <a:endCxn id="6" idx="1"/>
          </p:cNvCxnSpPr>
          <p:nvPr/>
        </p:nvCxnSpPr>
        <p:spPr>
          <a:xfrm flipV="1">
            <a:off x="1219200" y="2714625"/>
            <a:ext cx="638175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333625" y="2714625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0" idx="2"/>
            <a:endCxn id="32" idx="0"/>
          </p:cNvCxnSpPr>
          <p:nvPr/>
        </p:nvCxnSpPr>
        <p:spPr>
          <a:xfrm>
            <a:off x="2913063" y="2214563"/>
            <a:ext cx="53498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054350" y="27098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>
            <p:custDataLst>
              <p:tags r:id="rId12"/>
            </p:custDataLst>
          </p:nvPr>
        </p:nvSpPr>
        <p:spPr>
          <a:xfrm>
            <a:off x="35433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Rectangle 31"/>
          <p:cNvSpPr/>
          <p:nvPr>
            <p:custDataLst>
              <p:tags r:id="rId13"/>
            </p:custDataLst>
          </p:nvPr>
        </p:nvSpPr>
        <p:spPr>
          <a:xfrm>
            <a:off x="33528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Trapezoid 32"/>
          <p:cNvSpPr/>
          <p:nvPr>
            <p:custDataLst>
              <p:tags r:id="rId14"/>
            </p:custDataLst>
          </p:nvPr>
        </p:nvSpPr>
        <p:spPr>
          <a:xfrm flipV="1">
            <a:off x="3276600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TextBox 33"/>
          <p:cNvSpPr txBox="1"/>
          <p:nvPr>
            <p:custDataLst>
              <p:tags r:id="rId15"/>
            </p:custDataLst>
          </p:nvPr>
        </p:nvSpPr>
        <p:spPr>
          <a:xfrm>
            <a:off x="3429000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5</a:t>
            </a:r>
          </a:p>
        </p:txBody>
      </p:sp>
      <p:cxnSp>
        <p:nvCxnSpPr>
          <p:cNvPr id="35" name="Straight Arrow Connector 34"/>
          <p:cNvCxnSpPr>
            <a:stCxn id="34" idx="2"/>
            <a:endCxn id="31" idx="0"/>
          </p:cNvCxnSpPr>
          <p:nvPr/>
        </p:nvCxnSpPr>
        <p:spPr>
          <a:xfrm flipH="1">
            <a:off x="3638550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>
            <p:custDataLst>
              <p:tags r:id="rId16"/>
            </p:custDataLst>
          </p:nvPr>
        </p:nvSpPr>
        <p:spPr>
          <a:xfrm>
            <a:off x="42640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Rectangle 36"/>
          <p:cNvSpPr/>
          <p:nvPr>
            <p:custDataLst>
              <p:tags r:id="rId17"/>
            </p:custDataLst>
          </p:nvPr>
        </p:nvSpPr>
        <p:spPr>
          <a:xfrm>
            <a:off x="40735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Trapezoid 37"/>
          <p:cNvSpPr/>
          <p:nvPr>
            <p:custDataLst>
              <p:tags r:id="rId18"/>
            </p:custDataLst>
          </p:nvPr>
        </p:nvSpPr>
        <p:spPr>
          <a:xfrm flipV="1">
            <a:off x="3997325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TextBox 38"/>
          <p:cNvSpPr txBox="1"/>
          <p:nvPr>
            <p:custDataLst>
              <p:tags r:id="rId19"/>
            </p:custDataLst>
          </p:nvPr>
        </p:nvSpPr>
        <p:spPr>
          <a:xfrm>
            <a:off x="4149725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4</a:t>
            </a:r>
          </a:p>
        </p:txBody>
      </p:sp>
      <p:cxnSp>
        <p:nvCxnSpPr>
          <p:cNvPr id="40" name="Straight Arrow Connector 39"/>
          <p:cNvCxnSpPr>
            <a:stCxn id="39" idx="2"/>
            <a:endCxn id="36" idx="0"/>
          </p:cNvCxnSpPr>
          <p:nvPr/>
        </p:nvCxnSpPr>
        <p:spPr>
          <a:xfrm flipH="1">
            <a:off x="4359275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2"/>
            <a:endCxn id="37" idx="0"/>
          </p:cNvCxnSpPr>
          <p:nvPr/>
        </p:nvCxnSpPr>
        <p:spPr>
          <a:xfrm>
            <a:off x="3640138" y="2214563"/>
            <a:ext cx="52863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781425" y="2714625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2"/>
            <a:endCxn id="46" idx="0"/>
          </p:cNvCxnSpPr>
          <p:nvPr/>
        </p:nvCxnSpPr>
        <p:spPr>
          <a:xfrm>
            <a:off x="4360863" y="2214563"/>
            <a:ext cx="53498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502150" y="27098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>
            <p:custDataLst>
              <p:tags r:id="rId20"/>
            </p:custDataLst>
          </p:nvPr>
        </p:nvSpPr>
        <p:spPr>
          <a:xfrm>
            <a:off x="49911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>
            <p:custDataLst>
              <p:tags r:id="rId21"/>
            </p:custDataLst>
          </p:nvPr>
        </p:nvSpPr>
        <p:spPr>
          <a:xfrm>
            <a:off x="48006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Trapezoid 46"/>
          <p:cNvSpPr/>
          <p:nvPr>
            <p:custDataLst>
              <p:tags r:id="rId22"/>
            </p:custDataLst>
          </p:nvPr>
        </p:nvSpPr>
        <p:spPr>
          <a:xfrm flipV="1">
            <a:off x="4724400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TextBox 47"/>
          <p:cNvSpPr txBox="1"/>
          <p:nvPr>
            <p:custDataLst>
              <p:tags r:id="rId23"/>
            </p:custDataLst>
          </p:nvPr>
        </p:nvSpPr>
        <p:spPr>
          <a:xfrm>
            <a:off x="4876800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3</a:t>
            </a:r>
          </a:p>
        </p:txBody>
      </p:sp>
      <p:cxnSp>
        <p:nvCxnSpPr>
          <p:cNvPr id="49" name="Straight Arrow Connector 48"/>
          <p:cNvCxnSpPr>
            <a:stCxn id="48" idx="2"/>
            <a:endCxn id="45" idx="0"/>
          </p:cNvCxnSpPr>
          <p:nvPr/>
        </p:nvCxnSpPr>
        <p:spPr>
          <a:xfrm flipH="1">
            <a:off x="5086350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>
            <p:custDataLst>
              <p:tags r:id="rId24"/>
            </p:custDataLst>
          </p:nvPr>
        </p:nvSpPr>
        <p:spPr>
          <a:xfrm>
            <a:off x="57118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Rectangle 50"/>
          <p:cNvSpPr/>
          <p:nvPr>
            <p:custDataLst>
              <p:tags r:id="rId25"/>
            </p:custDataLst>
          </p:nvPr>
        </p:nvSpPr>
        <p:spPr>
          <a:xfrm>
            <a:off x="55213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Trapezoid 51"/>
          <p:cNvSpPr/>
          <p:nvPr>
            <p:custDataLst>
              <p:tags r:id="rId26"/>
            </p:custDataLst>
          </p:nvPr>
        </p:nvSpPr>
        <p:spPr>
          <a:xfrm flipV="1">
            <a:off x="5445125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TextBox 52"/>
          <p:cNvSpPr txBox="1"/>
          <p:nvPr>
            <p:custDataLst>
              <p:tags r:id="rId27"/>
            </p:custDataLst>
          </p:nvPr>
        </p:nvSpPr>
        <p:spPr>
          <a:xfrm>
            <a:off x="5597525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2</a:t>
            </a:r>
          </a:p>
        </p:txBody>
      </p:sp>
      <p:cxnSp>
        <p:nvCxnSpPr>
          <p:cNvPr id="54" name="Straight Arrow Connector 53"/>
          <p:cNvCxnSpPr>
            <a:stCxn id="53" idx="2"/>
            <a:endCxn id="50" idx="0"/>
          </p:cNvCxnSpPr>
          <p:nvPr/>
        </p:nvCxnSpPr>
        <p:spPr>
          <a:xfrm flipH="1">
            <a:off x="5807075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8" idx="2"/>
            <a:endCxn id="51" idx="0"/>
          </p:cNvCxnSpPr>
          <p:nvPr/>
        </p:nvCxnSpPr>
        <p:spPr>
          <a:xfrm>
            <a:off x="5087938" y="2214563"/>
            <a:ext cx="52863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229225" y="2714625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2"/>
            <a:endCxn id="60" idx="0"/>
          </p:cNvCxnSpPr>
          <p:nvPr/>
        </p:nvCxnSpPr>
        <p:spPr>
          <a:xfrm>
            <a:off x="5808663" y="2214563"/>
            <a:ext cx="53498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5949950" y="27098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>
            <p:custDataLst>
              <p:tags r:id="rId28"/>
            </p:custDataLst>
          </p:nvPr>
        </p:nvSpPr>
        <p:spPr>
          <a:xfrm>
            <a:off x="64389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Rectangle 59"/>
          <p:cNvSpPr/>
          <p:nvPr>
            <p:custDataLst>
              <p:tags r:id="rId29"/>
            </p:custDataLst>
          </p:nvPr>
        </p:nvSpPr>
        <p:spPr>
          <a:xfrm>
            <a:off x="6248400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" name="Trapezoid 60"/>
          <p:cNvSpPr/>
          <p:nvPr>
            <p:custDataLst>
              <p:tags r:id="rId30"/>
            </p:custDataLst>
          </p:nvPr>
        </p:nvSpPr>
        <p:spPr>
          <a:xfrm flipV="1">
            <a:off x="6172200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" name="TextBox 61"/>
          <p:cNvSpPr txBox="1"/>
          <p:nvPr>
            <p:custDataLst>
              <p:tags r:id="rId31"/>
            </p:custDataLst>
          </p:nvPr>
        </p:nvSpPr>
        <p:spPr>
          <a:xfrm>
            <a:off x="6324600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1</a:t>
            </a:r>
          </a:p>
        </p:txBody>
      </p:sp>
      <p:cxnSp>
        <p:nvCxnSpPr>
          <p:cNvPr id="63" name="Straight Arrow Connector 62"/>
          <p:cNvCxnSpPr>
            <a:stCxn id="62" idx="2"/>
            <a:endCxn id="59" idx="0"/>
          </p:cNvCxnSpPr>
          <p:nvPr/>
        </p:nvCxnSpPr>
        <p:spPr>
          <a:xfrm flipH="1">
            <a:off x="6534150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>
            <p:custDataLst>
              <p:tags r:id="rId32"/>
            </p:custDataLst>
          </p:nvPr>
        </p:nvSpPr>
        <p:spPr>
          <a:xfrm>
            <a:off x="71596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" name="Rectangle 64"/>
          <p:cNvSpPr/>
          <p:nvPr>
            <p:custDataLst>
              <p:tags r:id="rId33"/>
            </p:custDataLst>
          </p:nvPr>
        </p:nvSpPr>
        <p:spPr>
          <a:xfrm>
            <a:off x="6969125" y="26003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Trapezoid 65"/>
          <p:cNvSpPr/>
          <p:nvPr>
            <p:custDataLst>
              <p:tags r:id="rId34"/>
            </p:custDataLst>
          </p:nvPr>
        </p:nvSpPr>
        <p:spPr>
          <a:xfrm flipV="1">
            <a:off x="6892925" y="26003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TextBox 66"/>
          <p:cNvSpPr txBox="1"/>
          <p:nvPr>
            <p:custDataLst>
              <p:tags r:id="rId35"/>
            </p:custDataLst>
          </p:nvPr>
        </p:nvSpPr>
        <p:spPr>
          <a:xfrm>
            <a:off x="7045325" y="1752600"/>
            <a:ext cx="4222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x</a:t>
            </a:r>
            <a:r>
              <a:rPr lang="en-US" baseline="-25000" dirty="0">
                <a:latin typeface="+mn-lt"/>
              </a:rPr>
              <a:t>0</a:t>
            </a:r>
          </a:p>
        </p:txBody>
      </p:sp>
      <p:cxnSp>
        <p:nvCxnSpPr>
          <p:cNvPr id="68" name="Straight Arrow Connector 67"/>
          <p:cNvCxnSpPr>
            <a:stCxn id="67" idx="2"/>
            <a:endCxn id="64" idx="0"/>
          </p:cNvCxnSpPr>
          <p:nvPr/>
        </p:nvCxnSpPr>
        <p:spPr>
          <a:xfrm flipH="1">
            <a:off x="7254875" y="2214563"/>
            <a:ext cx="1588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2" idx="2"/>
            <a:endCxn id="65" idx="0"/>
          </p:cNvCxnSpPr>
          <p:nvPr/>
        </p:nvCxnSpPr>
        <p:spPr>
          <a:xfrm>
            <a:off x="6535738" y="2214563"/>
            <a:ext cx="528637" cy="385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6677025" y="2714625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>
            <p:custDataLst>
              <p:tags r:id="rId36"/>
            </p:custDataLst>
          </p:nvPr>
        </p:nvSpPr>
        <p:spPr>
          <a:xfrm>
            <a:off x="685800" y="2430463"/>
            <a:ext cx="533400" cy="568325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s</a:t>
            </a:r>
            <a:r>
              <a:rPr lang="en-US" baseline="-25000" dirty="0"/>
              <a:t>0</a:t>
            </a:r>
          </a:p>
        </p:txBody>
      </p:sp>
      <p:sp>
        <p:nvSpPr>
          <p:cNvPr id="82" name="Rectangle 81"/>
          <p:cNvSpPr/>
          <p:nvPr>
            <p:custDataLst>
              <p:tags r:id="rId37"/>
            </p:custDataLst>
          </p:nvPr>
        </p:nvSpPr>
        <p:spPr>
          <a:xfrm>
            <a:off x="20018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" name="Rectangle 82"/>
          <p:cNvSpPr/>
          <p:nvPr>
            <p:custDataLst>
              <p:tags r:id="rId38"/>
            </p:custDataLst>
          </p:nvPr>
        </p:nvSpPr>
        <p:spPr>
          <a:xfrm>
            <a:off x="18113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" name="Trapezoid 83"/>
          <p:cNvSpPr/>
          <p:nvPr>
            <p:custDataLst>
              <p:tags r:id="rId39"/>
            </p:custDataLst>
          </p:nvPr>
        </p:nvSpPr>
        <p:spPr>
          <a:xfrm flipV="1">
            <a:off x="1735138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6" name="Straight Arrow Connector 85"/>
          <p:cNvCxnSpPr>
            <a:stCxn id="6" idx="0"/>
            <a:endCxn id="82" idx="0"/>
          </p:cNvCxnSpPr>
          <p:nvPr/>
        </p:nvCxnSpPr>
        <p:spPr>
          <a:xfrm>
            <a:off x="2095500" y="2828925"/>
            <a:ext cx="15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>
            <p:custDataLst>
              <p:tags r:id="rId40"/>
            </p:custDataLst>
          </p:nvPr>
        </p:nvSpPr>
        <p:spPr>
          <a:xfrm>
            <a:off x="27241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" name="Rectangle 87"/>
          <p:cNvSpPr/>
          <p:nvPr>
            <p:custDataLst>
              <p:tags r:id="rId41"/>
            </p:custDataLst>
          </p:nvPr>
        </p:nvSpPr>
        <p:spPr>
          <a:xfrm>
            <a:off x="25336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Trapezoid 88"/>
          <p:cNvSpPr/>
          <p:nvPr>
            <p:custDataLst>
              <p:tags r:id="rId42"/>
            </p:custDataLst>
          </p:nvPr>
        </p:nvSpPr>
        <p:spPr>
          <a:xfrm flipV="1">
            <a:off x="2457450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1" name="Straight Arrow Connector 90"/>
          <p:cNvCxnSpPr>
            <a:stCxn id="19" idx="0"/>
            <a:endCxn id="87" idx="0"/>
          </p:cNvCxnSpPr>
          <p:nvPr/>
        </p:nvCxnSpPr>
        <p:spPr>
          <a:xfrm>
            <a:off x="2816225" y="2828925"/>
            <a:ext cx="31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" idx="0"/>
            <a:endCxn id="98" idx="0"/>
          </p:cNvCxnSpPr>
          <p:nvPr/>
        </p:nvCxnSpPr>
        <p:spPr>
          <a:xfrm>
            <a:off x="2095500" y="2828925"/>
            <a:ext cx="12588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137" idx="3"/>
            <a:endCxn id="84" idx="1"/>
          </p:cNvCxnSpPr>
          <p:nvPr/>
        </p:nvCxnSpPr>
        <p:spPr>
          <a:xfrm flipV="1">
            <a:off x="1219200" y="3324225"/>
            <a:ext cx="544513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2239963" y="3324225"/>
            <a:ext cx="246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19" idx="0"/>
            <a:endCxn id="103" idx="0"/>
          </p:cNvCxnSpPr>
          <p:nvPr/>
        </p:nvCxnSpPr>
        <p:spPr>
          <a:xfrm>
            <a:off x="2816225" y="2828925"/>
            <a:ext cx="12604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V="1">
            <a:off x="2962275" y="33194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>
            <p:custDataLst>
              <p:tags r:id="rId43"/>
            </p:custDataLst>
          </p:nvPr>
        </p:nvSpPr>
        <p:spPr>
          <a:xfrm>
            <a:off x="34496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8" name="Rectangle 97"/>
          <p:cNvSpPr/>
          <p:nvPr>
            <p:custDataLst>
              <p:tags r:id="rId44"/>
            </p:custDataLst>
          </p:nvPr>
        </p:nvSpPr>
        <p:spPr>
          <a:xfrm>
            <a:off x="32591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" name="Trapezoid 98"/>
          <p:cNvSpPr/>
          <p:nvPr>
            <p:custDataLst>
              <p:tags r:id="rId45"/>
            </p:custDataLst>
          </p:nvPr>
        </p:nvSpPr>
        <p:spPr>
          <a:xfrm flipV="1">
            <a:off x="3182938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1" name="Straight Arrow Connector 100"/>
          <p:cNvCxnSpPr>
            <a:stCxn id="33" idx="0"/>
            <a:endCxn id="97" idx="0"/>
          </p:cNvCxnSpPr>
          <p:nvPr/>
        </p:nvCxnSpPr>
        <p:spPr>
          <a:xfrm>
            <a:off x="3543300" y="2828925"/>
            <a:ext cx="15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>
            <p:custDataLst>
              <p:tags r:id="rId46"/>
            </p:custDataLst>
          </p:nvPr>
        </p:nvSpPr>
        <p:spPr>
          <a:xfrm>
            <a:off x="41719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" name="Rectangle 102"/>
          <p:cNvSpPr/>
          <p:nvPr>
            <p:custDataLst>
              <p:tags r:id="rId47"/>
            </p:custDataLst>
          </p:nvPr>
        </p:nvSpPr>
        <p:spPr>
          <a:xfrm>
            <a:off x="39814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4" name="Trapezoid 103"/>
          <p:cNvSpPr/>
          <p:nvPr>
            <p:custDataLst>
              <p:tags r:id="rId48"/>
            </p:custDataLst>
          </p:nvPr>
        </p:nvSpPr>
        <p:spPr>
          <a:xfrm flipV="1">
            <a:off x="3905250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6" name="Straight Arrow Connector 105"/>
          <p:cNvCxnSpPr>
            <a:stCxn id="38" idx="0"/>
            <a:endCxn id="102" idx="0"/>
          </p:cNvCxnSpPr>
          <p:nvPr/>
        </p:nvCxnSpPr>
        <p:spPr>
          <a:xfrm>
            <a:off x="4264025" y="2828925"/>
            <a:ext cx="31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33" idx="0"/>
            <a:endCxn id="112" idx="0"/>
          </p:cNvCxnSpPr>
          <p:nvPr/>
        </p:nvCxnSpPr>
        <p:spPr>
          <a:xfrm>
            <a:off x="3543300" y="2828925"/>
            <a:ext cx="12588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3687763" y="3324225"/>
            <a:ext cx="246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38" idx="0"/>
            <a:endCxn id="117" idx="0"/>
          </p:cNvCxnSpPr>
          <p:nvPr/>
        </p:nvCxnSpPr>
        <p:spPr>
          <a:xfrm>
            <a:off x="4264025" y="2828925"/>
            <a:ext cx="12604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4410075" y="33194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>
            <p:custDataLst>
              <p:tags r:id="rId49"/>
            </p:custDataLst>
          </p:nvPr>
        </p:nvSpPr>
        <p:spPr>
          <a:xfrm>
            <a:off x="48974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2" name="Rectangle 111"/>
          <p:cNvSpPr/>
          <p:nvPr>
            <p:custDataLst>
              <p:tags r:id="rId50"/>
            </p:custDataLst>
          </p:nvPr>
        </p:nvSpPr>
        <p:spPr>
          <a:xfrm>
            <a:off x="47069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Trapezoid 112"/>
          <p:cNvSpPr/>
          <p:nvPr>
            <p:custDataLst>
              <p:tags r:id="rId51"/>
            </p:custDataLst>
          </p:nvPr>
        </p:nvSpPr>
        <p:spPr>
          <a:xfrm flipV="1">
            <a:off x="4630738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5" name="Straight Arrow Connector 114"/>
          <p:cNvCxnSpPr>
            <a:stCxn id="47" idx="0"/>
            <a:endCxn id="111" idx="0"/>
          </p:cNvCxnSpPr>
          <p:nvPr/>
        </p:nvCxnSpPr>
        <p:spPr>
          <a:xfrm>
            <a:off x="4991100" y="2828925"/>
            <a:ext cx="15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>
            <p:custDataLst>
              <p:tags r:id="rId52"/>
            </p:custDataLst>
          </p:nvPr>
        </p:nvSpPr>
        <p:spPr>
          <a:xfrm>
            <a:off x="56197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7" name="Rectangle 116"/>
          <p:cNvSpPr/>
          <p:nvPr>
            <p:custDataLst>
              <p:tags r:id="rId53"/>
            </p:custDataLst>
          </p:nvPr>
        </p:nvSpPr>
        <p:spPr>
          <a:xfrm>
            <a:off x="54292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8" name="Trapezoid 117"/>
          <p:cNvSpPr/>
          <p:nvPr>
            <p:custDataLst>
              <p:tags r:id="rId54"/>
            </p:custDataLst>
          </p:nvPr>
        </p:nvSpPr>
        <p:spPr>
          <a:xfrm flipV="1">
            <a:off x="5353050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0" name="Straight Arrow Connector 119"/>
          <p:cNvCxnSpPr>
            <a:stCxn id="52" idx="0"/>
            <a:endCxn id="116" idx="0"/>
          </p:cNvCxnSpPr>
          <p:nvPr/>
        </p:nvCxnSpPr>
        <p:spPr>
          <a:xfrm>
            <a:off x="5711825" y="2828925"/>
            <a:ext cx="31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47" idx="0"/>
            <a:endCxn id="126" idx="0"/>
          </p:cNvCxnSpPr>
          <p:nvPr/>
        </p:nvCxnSpPr>
        <p:spPr>
          <a:xfrm>
            <a:off x="4991100" y="2828925"/>
            <a:ext cx="12588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5135563" y="3324225"/>
            <a:ext cx="246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52" idx="0"/>
            <a:endCxn id="131" idx="0"/>
          </p:cNvCxnSpPr>
          <p:nvPr/>
        </p:nvCxnSpPr>
        <p:spPr>
          <a:xfrm>
            <a:off x="5711825" y="2828925"/>
            <a:ext cx="12604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5857875" y="3319463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>
            <p:custDataLst>
              <p:tags r:id="rId55"/>
            </p:custDataLst>
          </p:nvPr>
        </p:nvSpPr>
        <p:spPr>
          <a:xfrm>
            <a:off x="63452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6" name="Rectangle 125"/>
          <p:cNvSpPr/>
          <p:nvPr>
            <p:custDataLst>
              <p:tags r:id="rId56"/>
            </p:custDataLst>
          </p:nvPr>
        </p:nvSpPr>
        <p:spPr>
          <a:xfrm>
            <a:off x="6154738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7" name="Trapezoid 126"/>
          <p:cNvSpPr/>
          <p:nvPr>
            <p:custDataLst>
              <p:tags r:id="rId57"/>
            </p:custDataLst>
          </p:nvPr>
        </p:nvSpPr>
        <p:spPr>
          <a:xfrm flipV="1">
            <a:off x="6078538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9" name="Straight Arrow Connector 128"/>
          <p:cNvCxnSpPr>
            <a:stCxn id="61" idx="0"/>
            <a:endCxn id="125" idx="0"/>
          </p:cNvCxnSpPr>
          <p:nvPr/>
        </p:nvCxnSpPr>
        <p:spPr>
          <a:xfrm>
            <a:off x="6438900" y="2828925"/>
            <a:ext cx="1588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>
            <p:custDataLst>
              <p:tags r:id="rId58"/>
            </p:custDataLst>
          </p:nvPr>
        </p:nvSpPr>
        <p:spPr>
          <a:xfrm>
            <a:off x="70675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" name="Rectangle 130"/>
          <p:cNvSpPr/>
          <p:nvPr>
            <p:custDataLst>
              <p:tags r:id="rId59"/>
            </p:custDataLst>
          </p:nvPr>
        </p:nvSpPr>
        <p:spPr>
          <a:xfrm>
            <a:off x="6877050" y="3209925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" name="Trapezoid 131"/>
          <p:cNvSpPr/>
          <p:nvPr>
            <p:custDataLst>
              <p:tags r:id="rId60"/>
            </p:custDataLst>
          </p:nvPr>
        </p:nvSpPr>
        <p:spPr>
          <a:xfrm flipV="1">
            <a:off x="6800850" y="3209925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34" name="Straight Arrow Connector 133"/>
          <p:cNvCxnSpPr>
            <a:stCxn id="66" idx="0"/>
            <a:endCxn id="130" idx="0"/>
          </p:cNvCxnSpPr>
          <p:nvPr/>
        </p:nvCxnSpPr>
        <p:spPr>
          <a:xfrm>
            <a:off x="7159625" y="2828925"/>
            <a:ext cx="3175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6583363" y="3324225"/>
            <a:ext cx="2460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>
            <p:custDataLst>
              <p:tags r:id="rId61"/>
            </p:custDataLst>
          </p:nvPr>
        </p:nvSpPr>
        <p:spPr>
          <a:xfrm>
            <a:off x="685800" y="3040063"/>
            <a:ext cx="533400" cy="568325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158" name="Rectangle 157"/>
          <p:cNvSpPr/>
          <p:nvPr>
            <p:custDataLst>
              <p:tags r:id="rId62"/>
            </p:custDataLst>
          </p:nvPr>
        </p:nvSpPr>
        <p:spPr>
          <a:xfrm>
            <a:off x="19081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9" name="Rectangle 158"/>
          <p:cNvSpPr/>
          <p:nvPr>
            <p:custDataLst>
              <p:tags r:id="rId63"/>
            </p:custDataLst>
          </p:nvPr>
        </p:nvSpPr>
        <p:spPr>
          <a:xfrm>
            <a:off x="17176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0" name="Trapezoid 159"/>
          <p:cNvSpPr/>
          <p:nvPr>
            <p:custDataLst>
              <p:tags r:id="rId64"/>
            </p:custDataLst>
          </p:nvPr>
        </p:nvSpPr>
        <p:spPr>
          <a:xfrm flipV="1">
            <a:off x="1641475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1" name="Straight Arrow Connector 160"/>
          <p:cNvCxnSpPr>
            <a:stCxn id="84" idx="0"/>
            <a:endCxn id="158" idx="0"/>
          </p:cNvCxnSpPr>
          <p:nvPr/>
        </p:nvCxnSpPr>
        <p:spPr>
          <a:xfrm>
            <a:off x="2001838" y="3438525"/>
            <a:ext cx="15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>
            <p:custDataLst>
              <p:tags r:id="rId65"/>
            </p:custDataLst>
          </p:nvPr>
        </p:nvSpPr>
        <p:spPr>
          <a:xfrm>
            <a:off x="26289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" name="Rectangle 162"/>
          <p:cNvSpPr/>
          <p:nvPr>
            <p:custDataLst>
              <p:tags r:id="rId66"/>
            </p:custDataLst>
          </p:nvPr>
        </p:nvSpPr>
        <p:spPr>
          <a:xfrm>
            <a:off x="24384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4" name="Trapezoid 163"/>
          <p:cNvSpPr/>
          <p:nvPr>
            <p:custDataLst>
              <p:tags r:id="rId67"/>
            </p:custDataLst>
          </p:nvPr>
        </p:nvSpPr>
        <p:spPr>
          <a:xfrm flipV="1">
            <a:off x="2362200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5" name="Straight Arrow Connector 164"/>
          <p:cNvCxnSpPr>
            <a:stCxn id="89" idx="0"/>
            <a:endCxn id="162" idx="0"/>
          </p:cNvCxnSpPr>
          <p:nvPr/>
        </p:nvCxnSpPr>
        <p:spPr>
          <a:xfrm>
            <a:off x="2724150" y="34385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84" idx="0"/>
            <a:endCxn id="184" idx="0"/>
          </p:cNvCxnSpPr>
          <p:nvPr/>
        </p:nvCxnSpPr>
        <p:spPr>
          <a:xfrm>
            <a:off x="2001838" y="3438525"/>
            <a:ext cx="27066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204" idx="3"/>
            <a:endCxn id="160" idx="1"/>
          </p:cNvCxnSpPr>
          <p:nvPr/>
        </p:nvCxnSpPr>
        <p:spPr>
          <a:xfrm flipV="1">
            <a:off x="1219200" y="3924300"/>
            <a:ext cx="450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>
            <a:off x="2146300" y="3924300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89" idx="0"/>
            <a:endCxn id="188" idx="0"/>
          </p:cNvCxnSpPr>
          <p:nvPr/>
        </p:nvCxnSpPr>
        <p:spPr>
          <a:xfrm>
            <a:off x="2724150" y="3438525"/>
            <a:ext cx="270510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2867025" y="3919538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>
            <p:custDataLst>
              <p:tags r:id="rId68"/>
            </p:custDataLst>
          </p:nvPr>
        </p:nvSpPr>
        <p:spPr>
          <a:xfrm>
            <a:off x="33559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2" name="Rectangle 171"/>
          <p:cNvSpPr/>
          <p:nvPr>
            <p:custDataLst>
              <p:tags r:id="rId69"/>
            </p:custDataLst>
          </p:nvPr>
        </p:nvSpPr>
        <p:spPr>
          <a:xfrm>
            <a:off x="31654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3" name="Trapezoid 172"/>
          <p:cNvSpPr/>
          <p:nvPr>
            <p:custDataLst>
              <p:tags r:id="rId70"/>
            </p:custDataLst>
          </p:nvPr>
        </p:nvSpPr>
        <p:spPr>
          <a:xfrm flipV="1">
            <a:off x="3089275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4" name="Straight Arrow Connector 173"/>
          <p:cNvCxnSpPr>
            <a:stCxn id="99" idx="0"/>
            <a:endCxn id="171" idx="0"/>
          </p:cNvCxnSpPr>
          <p:nvPr/>
        </p:nvCxnSpPr>
        <p:spPr>
          <a:xfrm>
            <a:off x="3449638" y="3438525"/>
            <a:ext cx="15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>
            <p:custDataLst>
              <p:tags r:id="rId71"/>
            </p:custDataLst>
          </p:nvPr>
        </p:nvSpPr>
        <p:spPr>
          <a:xfrm>
            <a:off x="40767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" name="Rectangle 175"/>
          <p:cNvSpPr/>
          <p:nvPr>
            <p:custDataLst>
              <p:tags r:id="rId72"/>
            </p:custDataLst>
          </p:nvPr>
        </p:nvSpPr>
        <p:spPr>
          <a:xfrm>
            <a:off x="38862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7" name="Trapezoid 176"/>
          <p:cNvSpPr/>
          <p:nvPr>
            <p:custDataLst>
              <p:tags r:id="rId73"/>
            </p:custDataLst>
          </p:nvPr>
        </p:nvSpPr>
        <p:spPr>
          <a:xfrm flipV="1">
            <a:off x="3810000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8" name="Straight Arrow Connector 177"/>
          <p:cNvCxnSpPr>
            <a:stCxn id="104" idx="0"/>
            <a:endCxn id="175" idx="0"/>
          </p:cNvCxnSpPr>
          <p:nvPr/>
        </p:nvCxnSpPr>
        <p:spPr>
          <a:xfrm>
            <a:off x="4171950" y="34385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>
            <a:stCxn id="99" idx="0"/>
            <a:endCxn id="196" idx="0"/>
          </p:cNvCxnSpPr>
          <p:nvPr/>
        </p:nvCxnSpPr>
        <p:spPr>
          <a:xfrm>
            <a:off x="3449638" y="3438525"/>
            <a:ext cx="27066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>
            <a:off x="3594100" y="3924300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104" idx="0"/>
            <a:endCxn id="200" idx="0"/>
          </p:cNvCxnSpPr>
          <p:nvPr/>
        </p:nvCxnSpPr>
        <p:spPr>
          <a:xfrm>
            <a:off x="4171950" y="3438525"/>
            <a:ext cx="270510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flipV="1">
            <a:off x="4314825" y="3919538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>
            <p:custDataLst>
              <p:tags r:id="rId74"/>
            </p:custDataLst>
          </p:nvPr>
        </p:nvSpPr>
        <p:spPr>
          <a:xfrm>
            <a:off x="48037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" name="Rectangle 183"/>
          <p:cNvSpPr/>
          <p:nvPr>
            <p:custDataLst>
              <p:tags r:id="rId75"/>
            </p:custDataLst>
          </p:nvPr>
        </p:nvSpPr>
        <p:spPr>
          <a:xfrm>
            <a:off x="46132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5" name="Trapezoid 184"/>
          <p:cNvSpPr/>
          <p:nvPr>
            <p:custDataLst>
              <p:tags r:id="rId76"/>
            </p:custDataLst>
          </p:nvPr>
        </p:nvSpPr>
        <p:spPr>
          <a:xfrm flipV="1">
            <a:off x="4537075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86" name="Straight Arrow Connector 185"/>
          <p:cNvCxnSpPr>
            <a:stCxn id="113" idx="0"/>
            <a:endCxn id="183" idx="0"/>
          </p:cNvCxnSpPr>
          <p:nvPr/>
        </p:nvCxnSpPr>
        <p:spPr>
          <a:xfrm>
            <a:off x="4897438" y="3438525"/>
            <a:ext cx="15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/>
          <p:cNvSpPr/>
          <p:nvPr>
            <p:custDataLst>
              <p:tags r:id="rId77"/>
            </p:custDataLst>
          </p:nvPr>
        </p:nvSpPr>
        <p:spPr>
          <a:xfrm>
            <a:off x="55245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8" name="Rectangle 187"/>
          <p:cNvSpPr/>
          <p:nvPr>
            <p:custDataLst>
              <p:tags r:id="rId78"/>
            </p:custDataLst>
          </p:nvPr>
        </p:nvSpPr>
        <p:spPr>
          <a:xfrm>
            <a:off x="53340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9" name="Trapezoid 188"/>
          <p:cNvSpPr/>
          <p:nvPr>
            <p:custDataLst>
              <p:tags r:id="rId79"/>
            </p:custDataLst>
          </p:nvPr>
        </p:nvSpPr>
        <p:spPr>
          <a:xfrm flipV="1">
            <a:off x="5257800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0" name="Straight Arrow Connector 189"/>
          <p:cNvCxnSpPr>
            <a:stCxn id="118" idx="0"/>
            <a:endCxn id="187" idx="0"/>
          </p:cNvCxnSpPr>
          <p:nvPr/>
        </p:nvCxnSpPr>
        <p:spPr>
          <a:xfrm>
            <a:off x="5619750" y="34385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>
            <a:off x="5041900" y="3924300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V="1">
            <a:off x="5762625" y="3919538"/>
            <a:ext cx="2730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>
            <p:custDataLst>
              <p:tags r:id="rId80"/>
            </p:custDataLst>
          </p:nvPr>
        </p:nvSpPr>
        <p:spPr>
          <a:xfrm>
            <a:off x="62515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6" name="Rectangle 195"/>
          <p:cNvSpPr/>
          <p:nvPr>
            <p:custDataLst>
              <p:tags r:id="rId81"/>
            </p:custDataLst>
          </p:nvPr>
        </p:nvSpPr>
        <p:spPr>
          <a:xfrm>
            <a:off x="6061075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7" name="Trapezoid 196"/>
          <p:cNvSpPr/>
          <p:nvPr>
            <p:custDataLst>
              <p:tags r:id="rId82"/>
            </p:custDataLst>
          </p:nvPr>
        </p:nvSpPr>
        <p:spPr>
          <a:xfrm flipV="1">
            <a:off x="5984875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8" name="Straight Arrow Connector 197"/>
          <p:cNvCxnSpPr>
            <a:stCxn id="127" idx="0"/>
            <a:endCxn id="195" idx="0"/>
          </p:cNvCxnSpPr>
          <p:nvPr/>
        </p:nvCxnSpPr>
        <p:spPr>
          <a:xfrm>
            <a:off x="6345238" y="3438525"/>
            <a:ext cx="1587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>
            <p:custDataLst>
              <p:tags r:id="rId83"/>
            </p:custDataLst>
          </p:nvPr>
        </p:nvSpPr>
        <p:spPr>
          <a:xfrm>
            <a:off x="69723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0" name="Rectangle 199"/>
          <p:cNvSpPr/>
          <p:nvPr>
            <p:custDataLst>
              <p:tags r:id="rId84"/>
            </p:custDataLst>
          </p:nvPr>
        </p:nvSpPr>
        <p:spPr>
          <a:xfrm>
            <a:off x="6781800" y="3810000"/>
            <a:ext cx="1905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" name="Trapezoid 200"/>
          <p:cNvSpPr/>
          <p:nvPr>
            <p:custDataLst>
              <p:tags r:id="rId85"/>
            </p:custDataLst>
          </p:nvPr>
        </p:nvSpPr>
        <p:spPr>
          <a:xfrm flipV="1">
            <a:off x="6705600" y="3810000"/>
            <a:ext cx="533400" cy="2286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2" name="Straight Arrow Connector 201"/>
          <p:cNvCxnSpPr>
            <a:stCxn id="132" idx="0"/>
            <a:endCxn id="199" idx="0"/>
          </p:cNvCxnSpPr>
          <p:nvPr/>
        </p:nvCxnSpPr>
        <p:spPr>
          <a:xfrm>
            <a:off x="7067550" y="34385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>
            <a:off x="6489700" y="3924300"/>
            <a:ext cx="244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>
            <p:custDataLst>
              <p:tags r:id="rId86"/>
            </p:custDataLst>
          </p:nvPr>
        </p:nvSpPr>
        <p:spPr>
          <a:xfrm>
            <a:off x="685800" y="3640138"/>
            <a:ext cx="533400" cy="568325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s</a:t>
            </a:r>
            <a:r>
              <a:rPr lang="en-US" baseline="-25000" dirty="0"/>
              <a:t>2</a:t>
            </a:r>
          </a:p>
        </p:txBody>
      </p:sp>
      <p:cxnSp>
        <p:nvCxnSpPr>
          <p:cNvPr id="221" name="Straight Arrow Connector 220"/>
          <p:cNvCxnSpPr/>
          <p:nvPr/>
        </p:nvCxnSpPr>
        <p:spPr>
          <a:xfrm>
            <a:off x="1905000" y="40481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/>
          <p:nvPr/>
        </p:nvCxnSpPr>
        <p:spPr>
          <a:xfrm>
            <a:off x="2625725" y="4048125"/>
            <a:ext cx="1588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352800" y="40481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4073525" y="4048125"/>
            <a:ext cx="1588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4800600" y="40481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>
            <a:off x="5521325" y="4048125"/>
            <a:ext cx="1588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>
            <a:off x="6248400" y="4048125"/>
            <a:ext cx="0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6969125" y="4048125"/>
            <a:ext cx="1588" cy="371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>
            <p:custDataLst>
              <p:tags r:id="rId87"/>
            </p:custDataLst>
          </p:nvPr>
        </p:nvSpPr>
        <p:spPr>
          <a:xfrm>
            <a:off x="7620000" y="2481263"/>
            <a:ext cx="1398588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Shift by 1</a:t>
            </a:r>
          </a:p>
        </p:txBody>
      </p:sp>
      <p:sp>
        <p:nvSpPr>
          <p:cNvPr id="230" name="TextBox 229"/>
          <p:cNvSpPr txBox="1"/>
          <p:nvPr>
            <p:custDataLst>
              <p:tags r:id="rId88"/>
            </p:custDataLst>
          </p:nvPr>
        </p:nvSpPr>
        <p:spPr>
          <a:xfrm>
            <a:off x="7620000" y="3101975"/>
            <a:ext cx="139858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Shift by 2</a:t>
            </a:r>
          </a:p>
        </p:txBody>
      </p:sp>
      <p:sp>
        <p:nvSpPr>
          <p:cNvPr id="231" name="TextBox 230"/>
          <p:cNvSpPr txBox="1"/>
          <p:nvPr>
            <p:custDataLst>
              <p:tags r:id="rId89"/>
            </p:custDataLst>
          </p:nvPr>
        </p:nvSpPr>
        <p:spPr>
          <a:xfrm>
            <a:off x="7620000" y="3698875"/>
            <a:ext cx="1398588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Shift by 4</a:t>
            </a:r>
          </a:p>
        </p:txBody>
      </p:sp>
      <p:sp>
        <p:nvSpPr>
          <p:cNvPr id="19620" name="Rectangle 3"/>
          <p:cNvSpPr>
            <a:spLocks noGrp="1" noChangeArrowheads="1"/>
          </p:cNvSpPr>
          <p:nvPr>
            <p:ph idx="1"/>
            <p:custDataLst>
              <p:tags r:id="rId90"/>
            </p:custDataLst>
          </p:nvPr>
        </p:nvSpPr>
        <p:spPr>
          <a:xfrm>
            <a:off x="457200" y="4876800"/>
            <a:ext cx="8229600" cy="1524000"/>
          </a:xfrm>
        </p:spPr>
        <p:txBody>
          <a:bodyPr/>
          <a:lstStyle/>
          <a:p>
            <a:pPr eaLnBrk="1" hangingPunct="1"/>
            <a:r>
              <a:rPr lang="en-US" altLang="en-US" sz="2800"/>
              <a:t>Right shift logic shown: missing inputs are 0</a:t>
            </a:r>
          </a:p>
          <a:p>
            <a:pPr lvl="1" eaLnBrk="1" hangingPunct="1"/>
            <a:r>
              <a:rPr lang="en-US" altLang="en-US" sz="2400"/>
              <a:t>Left shift logic similar</a:t>
            </a:r>
          </a:p>
          <a:p>
            <a:pPr eaLnBrk="1" hangingPunct="1"/>
            <a:r>
              <a:rPr lang="en-US" altLang="en-US" sz="2800"/>
              <a:t>Rotate: wraparound instead of 0 inputs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8067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E268B28-1EDF-4778-A288-B1709BD3598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Simple ALU</a:t>
            </a:r>
          </a:p>
        </p:txBody>
      </p:sp>
      <p:sp>
        <p:nvSpPr>
          <p:cNvPr id="20483" name="Rectangle 9">
            <a:extLst>
              <a:ext uri="{FF2B5EF4-FFF2-40B4-BE49-F238E27FC236}">
                <a16:creationId xmlns:a16="http://schemas.microsoft.com/office/drawing/2014/main" id="{8EFAFF48-9E40-44B5-BFD0-4D06B671390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47800" y="31289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4" name="Rectangle 10">
            <a:extLst>
              <a:ext uri="{FF2B5EF4-FFF2-40B4-BE49-F238E27FC236}">
                <a16:creationId xmlns:a16="http://schemas.microsoft.com/office/drawing/2014/main" id="{F411B4F7-0B4A-4F58-B6B1-CF367CA7283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27425" y="31289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5" name="Rectangle 11">
            <a:extLst>
              <a:ext uri="{FF2B5EF4-FFF2-40B4-BE49-F238E27FC236}">
                <a16:creationId xmlns:a16="http://schemas.microsoft.com/office/drawing/2014/main" id="{B17551E3-447A-4E0D-A7D4-4B8295FD71A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47800" y="3128963"/>
            <a:ext cx="2079625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6" name="Rectangle 12">
            <a:extLst>
              <a:ext uri="{FF2B5EF4-FFF2-40B4-BE49-F238E27FC236}">
                <a16:creationId xmlns:a16="http://schemas.microsoft.com/office/drawing/2014/main" id="{15A2A470-B2CA-4199-A0FE-F812AD86D68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68438" y="5027613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7" name="Rectangle 13">
            <a:extLst>
              <a:ext uri="{FF2B5EF4-FFF2-40B4-BE49-F238E27FC236}">
                <a16:creationId xmlns:a16="http://schemas.microsoft.com/office/drawing/2014/main" id="{488E9802-C04A-477D-881B-A588A2836E70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00513" y="5027613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8" name="Rectangle 14">
            <a:extLst>
              <a:ext uri="{FF2B5EF4-FFF2-40B4-BE49-F238E27FC236}">
                <a16:creationId xmlns:a16="http://schemas.microsoft.com/office/drawing/2014/main" id="{F2C5A65E-1969-4F5C-80B2-005B16805872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468438" y="5027613"/>
            <a:ext cx="2632075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9" name="Freeform 15">
            <a:extLst>
              <a:ext uri="{FF2B5EF4-FFF2-40B4-BE49-F238E27FC236}">
                <a16:creationId xmlns:a16="http://schemas.microsoft.com/office/drawing/2014/main" id="{F771E7FF-C15E-438E-B405-F04A9953413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141788" y="4762500"/>
            <a:ext cx="466725" cy="742950"/>
          </a:xfrm>
          <a:custGeom>
            <a:avLst/>
            <a:gdLst>
              <a:gd name="T0" fmla="*/ 2147483647 w 294"/>
              <a:gd name="T1" fmla="*/ 2147483647 h 468"/>
              <a:gd name="T2" fmla="*/ 2147483647 w 294"/>
              <a:gd name="T3" fmla="*/ 2147483647 h 468"/>
              <a:gd name="T4" fmla="*/ 2147483647 w 294"/>
              <a:gd name="T5" fmla="*/ 2147483647 h 468"/>
              <a:gd name="T6" fmla="*/ 2147483647 w 294"/>
              <a:gd name="T7" fmla="*/ 2147483647 h 468"/>
              <a:gd name="T8" fmla="*/ 2147483647 w 294"/>
              <a:gd name="T9" fmla="*/ 2147483647 h 468"/>
              <a:gd name="T10" fmla="*/ 2147483647 w 294"/>
              <a:gd name="T11" fmla="*/ 2147483647 h 468"/>
              <a:gd name="T12" fmla="*/ 2147483647 w 294"/>
              <a:gd name="T13" fmla="*/ 2147483647 h 468"/>
              <a:gd name="T14" fmla="*/ 2147483647 w 294"/>
              <a:gd name="T15" fmla="*/ 2147483647 h 468"/>
              <a:gd name="T16" fmla="*/ 2147483647 w 294"/>
              <a:gd name="T17" fmla="*/ 2147483647 h 468"/>
              <a:gd name="T18" fmla="*/ 2147483647 w 294"/>
              <a:gd name="T19" fmla="*/ 2147483647 h 468"/>
              <a:gd name="T20" fmla="*/ 2147483647 w 294"/>
              <a:gd name="T21" fmla="*/ 2147483647 h 468"/>
              <a:gd name="T22" fmla="*/ 2147483647 w 294"/>
              <a:gd name="T23" fmla="*/ 2147483647 h 468"/>
              <a:gd name="T24" fmla="*/ 2147483647 w 294"/>
              <a:gd name="T25" fmla="*/ 2147483647 h 468"/>
              <a:gd name="T26" fmla="*/ 2147483647 w 294"/>
              <a:gd name="T27" fmla="*/ 2147483647 h 468"/>
              <a:gd name="T28" fmla="*/ 2147483647 w 294"/>
              <a:gd name="T29" fmla="*/ 2147483647 h 468"/>
              <a:gd name="T30" fmla="*/ 2147483647 w 294"/>
              <a:gd name="T31" fmla="*/ 2147483647 h 468"/>
              <a:gd name="T32" fmla="*/ 2147483647 w 294"/>
              <a:gd name="T33" fmla="*/ 2147483647 h 468"/>
              <a:gd name="T34" fmla="*/ 2147483647 w 294"/>
              <a:gd name="T35" fmla="*/ 2147483647 h 468"/>
              <a:gd name="T36" fmla="*/ 2147483647 w 294"/>
              <a:gd name="T37" fmla="*/ 2147483647 h 468"/>
              <a:gd name="T38" fmla="*/ 2147483647 w 294"/>
              <a:gd name="T39" fmla="*/ 2147483647 h 468"/>
              <a:gd name="T40" fmla="*/ 2147483647 w 294"/>
              <a:gd name="T41" fmla="*/ 2147483647 h 468"/>
              <a:gd name="T42" fmla="*/ 2147483647 w 294"/>
              <a:gd name="T43" fmla="*/ 2147483647 h 468"/>
              <a:gd name="T44" fmla="*/ 2147483647 w 294"/>
              <a:gd name="T45" fmla="*/ 2147483647 h 468"/>
              <a:gd name="T46" fmla="*/ 2147483647 w 294"/>
              <a:gd name="T47" fmla="*/ 2147483647 h 468"/>
              <a:gd name="T48" fmla="*/ 2147483647 w 294"/>
              <a:gd name="T49" fmla="*/ 0 h 468"/>
              <a:gd name="T50" fmla="*/ 2147483647 w 294"/>
              <a:gd name="T51" fmla="*/ 0 h 468"/>
              <a:gd name="T52" fmla="*/ 2147483647 w 294"/>
              <a:gd name="T53" fmla="*/ 2147483647 h 468"/>
              <a:gd name="T54" fmla="*/ 2147483647 w 294"/>
              <a:gd name="T55" fmla="*/ 2147483647 h 468"/>
              <a:gd name="T56" fmla="*/ 2147483647 w 294"/>
              <a:gd name="T57" fmla="*/ 2147483647 h 468"/>
              <a:gd name="T58" fmla="*/ 2147483647 w 294"/>
              <a:gd name="T59" fmla="*/ 2147483647 h 468"/>
              <a:gd name="T60" fmla="*/ 2147483647 w 294"/>
              <a:gd name="T61" fmla="*/ 2147483647 h 468"/>
              <a:gd name="T62" fmla="*/ 2147483647 w 294"/>
              <a:gd name="T63" fmla="*/ 2147483647 h 468"/>
              <a:gd name="T64" fmla="*/ 2147483647 w 294"/>
              <a:gd name="T65" fmla="*/ 2147483647 h 468"/>
              <a:gd name="T66" fmla="*/ 2147483647 w 294"/>
              <a:gd name="T67" fmla="*/ 2147483647 h 468"/>
              <a:gd name="T68" fmla="*/ 2147483647 w 294"/>
              <a:gd name="T69" fmla="*/ 2147483647 h 468"/>
              <a:gd name="T70" fmla="*/ 2147483647 w 294"/>
              <a:gd name="T71" fmla="*/ 2147483647 h 468"/>
              <a:gd name="T72" fmla="*/ 2147483647 w 294"/>
              <a:gd name="T73" fmla="*/ 2147483647 h 468"/>
              <a:gd name="T74" fmla="*/ 2147483647 w 294"/>
              <a:gd name="T75" fmla="*/ 2147483647 h 468"/>
              <a:gd name="T76" fmla="*/ 2147483647 w 294"/>
              <a:gd name="T77" fmla="*/ 2147483647 h 468"/>
              <a:gd name="T78" fmla="*/ 2147483647 w 294"/>
              <a:gd name="T79" fmla="*/ 2147483647 h 468"/>
              <a:gd name="T80" fmla="*/ 2147483647 w 294"/>
              <a:gd name="T81" fmla="*/ 2147483647 h 468"/>
              <a:gd name="T82" fmla="*/ 0 w 294"/>
              <a:gd name="T83" fmla="*/ 2147483647 h 468"/>
              <a:gd name="T84" fmla="*/ 0 w 294"/>
              <a:gd name="T85" fmla="*/ 2147483647 h 468"/>
              <a:gd name="T86" fmla="*/ 0 w 294"/>
              <a:gd name="T87" fmla="*/ 2147483647 h 468"/>
              <a:gd name="T88" fmla="*/ 2147483647 w 294"/>
              <a:gd name="T89" fmla="*/ 2147483647 h 468"/>
              <a:gd name="T90" fmla="*/ 2147483647 w 294"/>
              <a:gd name="T91" fmla="*/ 2147483647 h 468"/>
              <a:gd name="T92" fmla="*/ 2147483647 w 294"/>
              <a:gd name="T93" fmla="*/ 2147483647 h 468"/>
              <a:gd name="T94" fmla="*/ 2147483647 w 294"/>
              <a:gd name="T95" fmla="*/ 0 h 46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94"/>
              <a:gd name="T145" fmla="*/ 0 h 468"/>
              <a:gd name="T146" fmla="*/ 294 w 294"/>
              <a:gd name="T147" fmla="*/ 468 h 468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94" h="468">
                <a:moveTo>
                  <a:pt x="121" y="7"/>
                </a:moveTo>
                <a:lnTo>
                  <a:pt x="74" y="20"/>
                </a:lnTo>
                <a:lnTo>
                  <a:pt x="81" y="20"/>
                </a:lnTo>
                <a:lnTo>
                  <a:pt x="40" y="47"/>
                </a:lnTo>
                <a:lnTo>
                  <a:pt x="14" y="80"/>
                </a:lnTo>
                <a:lnTo>
                  <a:pt x="14" y="74"/>
                </a:lnTo>
                <a:lnTo>
                  <a:pt x="7" y="120"/>
                </a:lnTo>
                <a:lnTo>
                  <a:pt x="7" y="234"/>
                </a:lnTo>
                <a:lnTo>
                  <a:pt x="7" y="341"/>
                </a:lnTo>
                <a:lnTo>
                  <a:pt x="14" y="388"/>
                </a:lnTo>
                <a:lnTo>
                  <a:pt x="40" y="421"/>
                </a:lnTo>
                <a:lnTo>
                  <a:pt x="81" y="448"/>
                </a:lnTo>
                <a:lnTo>
                  <a:pt x="74" y="448"/>
                </a:lnTo>
                <a:lnTo>
                  <a:pt x="121" y="461"/>
                </a:lnTo>
                <a:lnTo>
                  <a:pt x="147" y="461"/>
                </a:lnTo>
                <a:lnTo>
                  <a:pt x="167" y="461"/>
                </a:lnTo>
                <a:lnTo>
                  <a:pt x="214" y="448"/>
                </a:lnTo>
                <a:lnTo>
                  <a:pt x="254" y="421"/>
                </a:lnTo>
                <a:lnTo>
                  <a:pt x="281" y="388"/>
                </a:lnTo>
                <a:lnTo>
                  <a:pt x="288" y="341"/>
                </a:lnTo>
                <a:lnTo>
                  <a:pt x="288" y="234"/>
                </a:lnTo>
                <a:lnTo>
                  <a:pt x="288" y="120"/>
                </a:lnTo>
                <a:lnTo>
                  <a:pt x="281" y="74"/>
                </a:lnTo>
                <a:lnTo>
                  <a:pt x="281" y="80"/>
                </a:lnTo>
                <a:lnTo>
                  <a:pt x="254" y="47"/>
                </a:lnTo>
                <a:lnTo>
                  <a:pt x="214" y="20"/>
                </a:lnTo>
                <a:lnTo>
                  <a:pt x="167" y="7"/>
                </a:lnTo>
                <a:lnTo>
                  <a:pt x="147" y="7"/>
                </a:lnTo>
                <a:lnTo>
                  <a:pt x="121" y="7"/>
                </a:lnTo>
                <a:lnTo>
                  <a:pt x="121" y="0"/>
                </a:lnTo>
                <a:lnTo>
                  <a:pt x="147" y="0"/>
                </a:lnTo>
                <a:lnTo>
                  <a:pt x="167" y="0"/>
                </a:lnTo>
                <a:lnTo>
                  <a:pt x="214" y="13"/>
                </a:lnTo>
                <a:lnTo>
                  <a:pt x="221" y="13"/>
                </a:lnTo>
                <a:lnTo>
                  <a:pt x="261" y="40"/>
                </a:lnTo>
                <a:lnTo>
                  <a:pt x="288" y="74"/>
                </a:lnTo>
                <a:lnTo>
                  <a:pt x="294" y="120"/>
                </a:lnTo>
                <a:lnTo>
                  <a:pt x="294" y="234"/>
                </a:lnTo>
                <a:lnTo>
                  <a:pt x="294" y="341"/>
                </a:lnTo>
                <a:lnTo>
                  <a:pt x="288" y="388"/>
                </a:lnTo>
                <a:lnTo>
                  <a:pt x="288" y="394"/>
                </a:lnTo>
                <a:lnTo>
                  <a:pt x="261" y="428"/>
                </a:lnTo>
                <a:lnTo>
                  <a:pt x="221" y="455"/>
                </a:lnTo>
                <a:lnTo>
                  <a:pt x="214" y="455"/>
                </a:lnTo>
                <a:lnTo>
                  <a:pt x="167" y="468"/>
                </a:lnTo>
                <a:lnTo>
                  <a:pt x="147" y="468"/>
                </a:lnTo>
                <a:lnTo>
                  <a:pt x="121" y="468"/>
                </a:lnTo>
                <a:lnTo>
                  <a:pt x="74" y="455"/>
                </a:lnTo>
                <a:lnTo>
                  <a:pt x="34" y="428"/>
                </a:lnTo>
                <a:lnTo>
                  <a:pt x="7" y="394"/>
                </a:lnTo>
                <a:lnTo>
                  <a:pt x="7" y="388"/>
                </a:lnTo>
                <a:lnTo>
                  <a:pt x="0" y="341"/>
                </a:lnTo>
                <a:lnTo>
                  <a:pt x="0" y="234"/>
                </a:lnTo>
                <a:lnTo>
                  <a:pt x="0" y="120"/>
                </a:lnTo>
                <a:lnTo>
                  <a:pt x="7" y="74"/>
                </a:lnTo>
                <a:lnTo>
                  <a:pt x="34" y="40"/>
                </a:lnTo>
                <a:lnTo>
                  <a:pt x="74" y="13"/>
                </a:lnTo>
                <a:lnTo>
                  <a:pt x="121" y="0"/>
                </a:lnTo>
                <a:lnTo>
                  <a:pt x="121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0" name="Freeform 16">
            <a:extLst>
              <a:ext uri="{FF2B5EF4-FFF2-40B4-BE49-F238E27FC236}">
                <a16:creationId xmlns:a16="http://schemas.microsoft.com/office/drawing/2014/main" id="{888921F2-D4D3-4D58-AAC5-D16D72F61F09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333875" y="4762500"/>
            <a:ext cx="1588" cy="11113"/>
          </a:xfrm>
          <a:custGeom>
            <a:avLst/>
            <a:gdLst>
              <a:gd name="T0" fmla="*/ 0 w 1588"/>
              <a:gd name="T1" fmla="*/ 2147483647 h 7"/>
              <a:gd name="T2" fmla="*/ 0 w 1588"/>
              <a:gd name="T3" fmla="*/ 2147483647 h 7"/>
              <a:gd name="T4" fmla="*/ 0 w 1588"/>
              <a:gd name="T5" fmla="*/ 2147483647 h 7"/>
              <a:gd name="T6" fmla="*/ 0 w 1588"/>
              <a:gd name="T7" fmla="*/ 0 h 7"/>
              <a:gd name="T8" fmla="*/ 0 w 1588"/>
              <a:gd name="T9" fmla="*/ 0 h 7"/>
              <a:gd name="T10" fmla="*/ 0 w 1588"/>
              <a:gd name="T11" fmla="*/ 0 h 7"/>
              <a:gd name="T12" fmla="*/ 0 w 1588"/>
              <a:gd name="T13" fmla="*/ 2147483647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7"/>
              <a:gd name="T23" fmla="*/ 1588 w 1588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7">
                <a:moveTo>
                  <a:pt x="0" y="7"/>
                </a:moveTo>
                <a:lnTo>
                  <a:pt x="0" y="7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Rectangle 17">
            <a:extLst>
              <a:ext uri="{FF2B5EF4-FFF2-40B4-BE49-F238E27FC236}">
                <a16:creationId xmlns:a16="http://schemas.microsoft.com/office/drawing/2014/main" id="{29F5EE4F-4A0D-45C2-A2F8-9FC94A91AEF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294063" y="5292725"/>
            <a:ext cx="15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2" name="Rectangle 18">
            <a:extLst>
              <a:ext uri="{FF2B5EF4-FFF2-40B4-BE49-F238E27FC236}">
                <a16:creationId xmlns:a16="http://schemas.microsoft.com/office/drawing/2014/main" id="{B1AABD99-54ED-4E0C-89AB-355E8976925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536950" y="5292725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3" name="Rectangle 19">
            <a:extLst>
              <a:ext uri="{FF2B5EF4-FFF2-40B4-BE49-F238E27FC236}">
                <a16:creationId xmlns:a16="http://schemas.microsoft.com/office/drawing/2014/main" id="{F320137C-81B3-4202-8DBE-F65D0F8D0E04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294063" y="5292725"/>
            <a:ext cx="2428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4" name="Rectangle 20">
            <a:extLst>
              <a:ext uri="{FF2B5EF4-FFF2-40B4-BE49-F238E27FC236}">
                <a16:creationId xmlns:a16="http://schemas.microsoft.com/office/drawing/2014/main" id="{DA27EC22-69DC-41D1-9385-174D23A192EA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536950" y="5122863"/>
            <a:ext cx="11113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5" name="Rectangle 21">
            <a:extLst>
              <a:ext uri="{FF2B5EF4-FFF2-40B4-BE49-F238E27FC236}">
                <a16:creationId xmlns:a16="http://schemas.microsoft.com/office/drawing/2014/main" id="{7A3CE172-BDBB-42EC-975B-FB317292697F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536950" y="5473700"/>
            <a:ext cx="11113" cy="15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6" name="Rectangle 22">
            <a:extLst>
              <a:ext uri="{FF2B5EF4-FFF2-40B4-BE49-F238E27FC236}">
                <a16:creationId xmlns:a16="http://schemas.microsoft.com/office/drawing/2014/main" id="{303A225C-62B0-41F3-A675-028C858623FA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536950" y="5122863"/>
            <a:ext cx="11113" cy="35083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97" name="Freeform 23">
            <a:extLst>
              <a:ext uri="{FF2B5EF4-FFF2-40B4-BE49-F238E27FC236}">
                <a16:creationId xmlns:a16="http://schemas.microsoft.com/office/drawing/2014/main" id="{91458CDD-1E38-4125-8F48-32B9C17F5D6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536950" y="5113338"/>
            <a:ext cx="11113" cy="9525"/>
          </a:xfrm>
          <a:custGeom>
            <a:avLst/>
            <a:gdLst>
              <a:gd name="T0" fmla="*/ 2147483647 w 7"/>
              <a:gd name="T1" fmla="*/ 0 h 6"/>
              <a:gd name="T2" fmla="*/ 2147483647 w 7"/>
              <a:gd name="T3" fmla="*/ 0 h 6"/>
              <a:gd name="T4" fmla="*/ 0 w 7"/>
              <a:gd name="T5" fmla="*/ 2147483647 h 6"/>
              <a:gd name="T6" fmla="*/ 0 w 7"/>
              <a:gd name="T7" fmla="*/ 2147483647 h 6"/>
              <a:gd name="T8" fmla="*/ 2147483647 w 7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6"/>
              <a:gd name="T17" fmla="*/ 7 w 7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6">
                <a:moveTo>
                  <a:pt x="7" y="0"/>
                </a:moveTo>
                <a:lnTo>
                  <a:pt x="7" y="0"/>
                </a:lnTo>
                <a:lnTo>
                  <a:pt x="0" y="6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8" name="Freeform 24">
            <a:extLst>
              <a:ext uri="{FF2B5EF4-FFF2-40B4-BE49-F238E27FC236}">
                <a16:creationId xmlns:a16="http://schemas.microsoft.com/office/drawing/2014/main" id="{FF389E34-78D7-4704-8A99-30A8B5D237F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781425" y="5292725"/>
            <a:ext cx="11113" cy="11113"/>
          </a:xfrm>
          <a:custGeom>
            <a:avLst/>
            <a:gdLst>
              <a:gd name="T0" fmla="*/ 2147483647 w 7"/>
              <a:gd name="T1" fmla="*/ 0 h 7"/>
              <a:gd name="T2" fmla="*/ 2147483647 w 7"/>
              <a:gd name="T3" fmla="*/ 0 h 7"/>
              <a:gd name="T4" fmla="*/ 0 w 7"/>
              <a:gd name="T5" fmla="*/ 2147483647 h 7"/>
              <a:gd name="T6" fmla="*/ 0 w 7"/>
              <a:gd name="T7" fmla="*/ 2147483647 h 7"/>
              <a:gd name="T8" fmla="*/ 2147483647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7"/>
              <a:gd name="T17" fmla="*/ 7 w 7"/>
              <a:gd name="T18" fmla="*/ 7 h 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7">
                <a:moveTo>
                  <a:pt x="7" y="0"/>
                </a:moveTo>
                <a:lnTo>
                  <a:pt x="7" y="0"/>
                </a:lnTo>
                <a:lnTo>
                  <a:pt x="0" y="7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9" name="Freeform 25">
            <a:extLst>
              <a:ext uri="{FF2B5EF4-FFF2-40B4-BE49-F238E27FC236}">
                <a16:creationId xmlns:a16="http://schemas.microsoft.com/office/drawing/2014/main" id="{ABDE3F23-531A-4F96-B698-BF1C74C3FEE0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536950" y="5113338"/>
            <a:ext cx="255588" cy="190500"/>
          </a:xfrm>
          <a:custGeom>
            <a:avLst/>
            <a:gdLst>
              <a:gd name="T0" fmla="*/ 2147483647 w 161"/>
              <a:gd name="T1" fmla="*/ 0 h 120"/>
              <a:gd name="T2" fmla="*/ 0 w 161"/>
              <a:gd name="T3" fmla="*/ 2147483647 h 120"/>
              <a:gd name="T4" fmla="*/ 2147483647 w 161"/>
              <a:gd name="T5" fmla="*/ 2147483647 h 120"/>
              <a:gd name="T6" fmla="*/ 2147483647 w 161"/>
              <a:gd name="T7" fmla="*/ 2147483647 h 120"/>
              <a:gd name="T8" fmla="*/ 2147483647 w 161"/>
              <a:gd name="T9" fmla="*/ 0 h 1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1"/>
              <a:gd name="T16" fmla="*/ 0 h 120"/>
              <a:gd name="T17" fmla="*/ 161 w 161"/>
              <a:gd name="T18" fmla="*/ 120 h 1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1" h="120">
                <a:moveTo>
                  <a:pt x="7" y="0"/>
                </a:moveTo>
                <a:lnTo>
                  <a:pt x="0" y="6"/>
                </a:lnTo>
                <a:lnTo>
                  <a:pt x="154" y="120"/>
                </a:lnTo>
                <a:lnTo>
                  <a:pt x="161" y="113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0" name="Freeform 26">
            <a:extLst>
              <a:ext uri="{FF2B5EF4-FFF2-40B4-BE49-F238E27FC236}">
                <a16:creationId xmlns:a16="http://schemas.microsoft.com/office/drawing/2014/main" id="{F7E79BE0-23E5-475E-AB37-25B706BC8280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3536950" y="5484813"/>
            <a:ext cx="11113" cy="9525"/>
          </a:xfrm>
          <a:custGeom>
            <a:avLst/>
            <a:gdLst>
              <a:gd name="T0" fmla="*/ 0 w 7"/>
              <a:gd name="T1" fmla="*/ 0 h 6"/>
              <a:gd name="T2" fmla="*/ 0 w 7"/>
              <a:gd name="T3" fmla="*/ 0 h 6"/>
              <a:gd name="T4" fmla="*/ 2147483647 w 7"/>
              <a:gd name="T5" fmla="*/ 2147483647 h 6"/>
              <a:gd name="T6" fmla="*/ 2147483647 w 7"/>
              <a:gd name="T7" fmla="*/ 2147483647 h 6"/>
              <a:gd name="T8" fmla="*/ 0 w 7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6"/>
              <a:gd name="T17" fmla="*/ 7 w 7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6">
                <a:moveTo>
                  <a:pt x="0" y="0"/>
                </a:moveTo>
                <a:lnTo>
                  <a:pt x="0" y="0"/>
                </a:lnTo>
                <a:lnTo>
                  <a:pt x="7" y="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1" name="Freeform 27">
            <a:extLst>
              <a:ext uri="{FF2B5EF4-FFF2-40B4-BE49-F238E27FC236}">
                <a16:creationId xmlns:a16="http://schemas.microsoft.com/office/drawing/2014/main" id="{00868728-27E7-4F81-B32F-DE3829B28B4F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3781425" y="5292725"/>
            <a:ext cx="11113" cy="11113"/>
          </a:xfrm>
          <a:custGeom>
            <a:avLst/>
            <a:gdLst>
              <a:gd name="T0" fmla="*/ 0 w 7"/>
              <a:gd name="T1" fmla="*/ 0 h 7"/>
              <a:gd name="T2" fmla="*/ 0 w 7"/>
              <a:gd name="T3" fmla="*/ 0 h 7"/>
              <a:gd name="T4" fmla="*/ 2147483647 w 7"/>
              <a:gd name="T5" fmla="*/ 2147483647 h 7"/>
              <a:gd name="T6" fmla="*/ 2147483647 w 7"/>
              <a:gd name="T7" fmla="*/ 2147483647 h 7"/>
              <a:gd name="T8" fmla="*/ 0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"/>
              <a:gd name="T16" fmla="*/ 0 h 7"/>
              <a:gd name="T17" fmla="*/ 7 w 7"/>
              <a:gd name="T18" fmla="*/ 7 h 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" h="7">
                <a:moveTo>
                  <a:pt x="0" y="0"/>
                </a:moveTo>
                <a:lnTo>
                  <a:pt x="0" y="0"/>
                </a:lnTo>
                <a:lnTo>
                  <a:pt x="7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2" name="Freeform 28">
            <a:extLst>
              <a:ext uri="{FF2B5EF4-FFF2-40B4-BE49-F238E27FC236}">
                <a16:creationId xmlns:a16="http://schemas.microsoft.com/office/drawing/2014/main" id="{654F6B71-6FDA-4D5E-A6D0-3C2777120F36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536950" y="5292725"/>
            <a:ext cx="255588" cy="201613"/>
          </a:xfrm>
          <a:custGeom>
            <a:avLst/>
            <a:gdLst>
              <a:gd name="T0" fmla="*/ 0 w 161"/>
              <a:gd name="T1" fmla="*/ 2147483647 h 127"/>
              <a:gd name="T2" fmla="*/ 2147483647 w 161"/>
              <a:gd name="T3" fmla="*/ 2147483647 h 127"/>
              <a:gd name="T4" fmla="*/ 2147483647 w 161"/>
              <a:gd name="T5" fmla="*/ 2147483647 h 127"/>
              <a:gd name="T6" fmla="*/ 2147483647 w 161"/>
              <a:gd name="T7" fmla="*/ 0 h 127"/>
              <a:gd name="T8" fmla="*/ 0 w 161"/>
              <a:gd name="T9" fmla="*/ 2147483647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1"/>
              <a:gd name="T16" fmla="*/ 0 h 127"/>
              <a:gd name="T17" fmla="*/ 161 w 161"/>
              <a:gd name="T18" fmla="*/ 127 h 1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1" h="127">
                <a:moveTo>
                  <a:pt x="0" y="121"/>
                </a:moveTo>
                <a:lnTo>
                  <a:pt x="7" y="127"/>
                </a:lnTo>
                <a:lnTo>
                  <a:pt x="161" y="7"/>
                </a:lnTo>
                <a:lnTo>
                  <a:pt x="154" y="0"/>
                </a:lnTo>
                <a:lnTo>
                  <a:pt x="0" y="121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3" name="Freeform 29">
            <a:extLst>
              <a:ext uri="{FF2B5EF4-FFF2-40B4-BE49-F238E27FC236}">
                <a16:creationId xmlns:a16="http://schemas.microsoft.com/office/drawing/2014/main" id="{C609D1A1-5A28-415A-AC14-8A846F0F6CC7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3781425" y="5229225"/>
            <a:ext cx="138113" cy="158750"/>
          </a:xfrm>
          <a:custGeom>
            <a:avLst/>
            <a:gdLst>
              <a:gd name="T0" fmla="*/ 2147483647 w 87"/>
              <a:gd name="T1" fmla="*/ 2147483647 h 100"/>
              <a:gd name="T2" fmla="*/ 2147483647 w 87"/>
              <a:gd name="T3" fmla="*/ 2147483647 h 100"/>
              <a:gd name="T4" fmla="*/ 2147483647 w 87"/>
              <a:gd name="T5" fmla="*/ 2147483647 h 100"/>
              <a:gd name="T6" fmla="*/ 2147483647 w 87"/>
              <a:gd name="T7" fmla="*/ 2147483647 h 100"/>
              <a:gd name="T8" fmla="*/ 2147483647 w 87"/>
              <a:gd name="T9" fmla="*/ 2147483647 h 100"/>
              <a:gd name="T10" fmla="*/ 2147483647 w 87"/>
              <a:gd name="T11" fmla="*/ 2147483647 h 100"/>
              <a:gd name="T12" fmla="*/ 2147483647 w 87"/>
              <a:gd name="T13" fmla="*/ 2147483647 h 100"/>
              <a:gd name="T14" fmla="*/ 2147483647 w 87"/>
              <a:gd name="T15" fmla="*/ 2147483647 h 100"/>
              <a:gd name="T16" fmla="*/ 2147483647 w 87"/>
              <a:gd name="T17" fmla="*/ 2147483647 h 100"/>
              <a:gd name="T18" fmla="*/ 2147483647 w 87"/>
              <a:gd name="T19" fmla="*/ 2147483647 h 100"/>
              <a:gd name="T20" fmla="*/ 2147483647 w 87"/>
              <a:gd name="T21" fmla="*/ 2147483647 h 100"/>
              <a:gd name="T22" fmla="*/ 2147483647 w 87"/>
              <a:gd name="T23" fmla="*/ 2147483647 h 100"/>
              <a:gd name="T24" fmla="*/ 2147483647 w 87"/>
              <a:gd name="T25" fmla="*/ 2147483647 h 100"/>
              <a:gd name="T26" fmla="*/ 2147483647 w 87"/>
              <a:gd name="T27" fmla="*/ 2147483647 h 100"/>
              <a:gd name="T28" fmla="*/ 2147483647 w 87"/>
              <a:gd name="T29" fmla="*/ 2147483647 h 100"/>
              <a:gd name="T30" fmla="*/ 2147483647 w 87"/>
              <a:gd name="T31" fmla="*/ 2147483647 h 100"/>
              <a:gd name="T32" fmla="*/ 2147483647 w 87"/>
              <a:gd name="T33" fmla="*/ 2147483647 h 100"/>
              <a:gd name="T34" fmla="*/ 2147483647 w 87"/>
              <a:gd name="T35" fmla="*/ 2147483647 h 100"/>
              <a:gd name="T36" fmla="*/ 2147483647 w 87"/>
              <a:gd name="T37" fmla="*/ 2147483647 h 100"/>
              <a:gd name="T38" fmla="*/ 2147483647 w 87"/>
              <a:gd name="T39" fmla="*/ 2147483647 h 100"/>
              <a:gd name="T40" fmla="*/ 2147483647 w 87"/>
              <a:gd name="T41" fmla="*/ 2147483647 h 100"/>
              <a:gd name="T42" fmla="*/ 2147483647 w 87"/>
              <a:gd name="T43" fmla="*/ 2147483647 h 100"/>
              <a:gd name="T44" fmla="*/ 2147483647 w 87"/>
              <a:gd name="T45" fmla="*/ 2147483647 h 100"/>
              <a:gd name="T46" fmla="*/ 2147483647 w 87"/>
              <a:gd name="T47" fmla="*/ 2147483647 h 100"/>
              <a:gd name="T48" fmla="*/ 2147483647 w 87"/>
              <a:gd name="T49" fmla="*/ 2147483647 h 100"/>
              <a:gd name="T50" fmla="*/ 2147483647 w 87"/>
              <a:gd name="T51" fmla="*/ 2147483647 h 100"/>
              <a:gd name="T52" fmla="*/ 2147483647 w 87"/>
              <a:gd name="T53" fmla="*/ 2147483647 h 100"/>
              <a:gd name="T54" fmla="*/ 2147483647 w 87"/>
              <a:gd name="T55" fmla="*/ 2147483647 h 100"/>
              <a:gd name="T56" fmla="*/ 2147483647 w 87"/>
              <a:gd name="T57" fmla="*/ 2147483647 h 100"/>
              <a:gd name="T58" fmla="*/ 2147483647 w 87"/>
              <a:gd name="T59" fmla="*/ 2147483647 h 100"/>
              <a:gd name="T60" fmla="*/ 2147483647 w 87"/>
              <a:gd name="T61" fmla="*/ 2147483647 h 100"/>
              <a:gd name="T62" fmla="*/ 2147483647 w 87"/>
              <a:gd name="T63" fmla="*/ 2147483647 h 100"/>
              <a:gd name="T64" fmla="*/ 2147483647 w 87"/>
              <a:gd name="T65" fmla="*/ 2147483647 h 100"/>
              <a:gd name="T66" fmla="*/ 2147483647 w 87"/>
              <a:gd name="T67" fmla="*/ 2147483647 h 100"/>
              <a:gd name="T68" fmla="*/ 2147483647 w 87"/>
              <a:gd name="T69" fmla="*/ 2147483647 h 100"/>
              <a:gd name="T70" fmla="*/ 0 w 87"/>
              <a:gd name="T71" fmla="*/ 2147483647 h 100"/>
              <a:gd name="T72" fmla="*/ 0 w 87"/>
              <a:gd name="T73" fmla="*/ 2147483647 h 100"/>
              <a:gd name="T74" fmla="*/ 0 w 87"/>
              <a:gd name="T75" fmla="*/ 2147483647 h 100"/>
              <a:gd name="T76" fmla="*/ 2147483647 w 87"/>
              <a:gd name="T77" fmla="*/ 2147483647 h 100"/>
              <a:gd name="T78" fmla="*/ 2147483647 w 87"/>
              <a:gd name="T79" fmla="*/ 2147483647 h 100"/>
              <a:gd name="T80" fmla="*/ 2147483647 w 87"/>
              <a:gd name="T81" fmla="*/ 2147483647 h 100"/>
              <a:gd name="T82" fmla="*/ 2147483647 w 87"/>
              <a:gd name="T83" fmla="*/ 0 h 100"/>
              <a:gd name="T84" fmla="*/ 2147483647 w 87"/>
              <a:gd name="T85" fmla="*/ 0 h 100"/>
              <a:gd name="T86" fmla="*/ 2147483647 w 87"/>
              <a:gd name="T87" fmla="*/ 0 h 100"/>
              <a:gd name="T88" fmla="*/ 2147483647 w 87"/>
              <a:gd name="T89" fmla="*/ 2147483647 h 100"/>
              <a:gd name="T90" fmla="*/ 2147483647 w 87"/>
              <a:gd name="T91" fmla="*/ 2147483647 h 100"/>
              <a:gd name="T92" fmla="*/ 2147483647 w 87"/>
              <a:gd name="T93" fmla="*/ 2147483647 h 100"/>
              <a:gd name="T94" fmla="*/ 2147483647 w 87"/>
              <a:gd name="T95" fmla="*/ 2147483647 h 100"/>
              <a:gd name="T96" fmla="*/ 2147483647 w 87"/>
              <a:gd name="T97" fmla="*/ 2147483647 h 10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87"/>
              <a:gd name="T148" fmla="*/ 0 h 100"/>
              <a:gd name="T149" fmla="*/ 87 w 87"/>
              <a:gd name="T150" fmla="*/ 100 h 10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87" h="100">
                <a:moveTo>
                  <a:pt x="80" y="47"/>
                </a:moveTo>
                <a:lnTo>
                  <a:pt x="67" y="13"/>
                </a:lnTo>
                <a:lnTo>
                  <a:pt x="67" y="20"/>
                </a:lnTo>
                <a:lnTo>
                  <a:pt x="40" y="7"/>
                </a:lnTo>
                <a:lnTo>
                  <a:pt x="13" y="20"/>
                </a:lnTo>
                <a:lnTo>
                  <a:pt x="20" y="13"/>
                </a:lnTo>
                <a:lnTo>
                  <a:pt x="7" y="47"/>
                </a:lnTo>
                <a:lnTo>
                  <a:pt x="20" y="80"/>
                </a:lnTo>
                <a:lnTo>
                  <a:pt x="13" y="80"/>
                </a:lnTo>
                <a:lnTo>
                  <a:pt x="40" y="94"/>
                </a:lnTo>
                <a:lnTo>
                  <a:pt x="67" y="80"/>
                </a:lnTo>
                <a:lnTo>
                  <a:pt x="80" y="47"/>
                </a:lnTo>
                <a:lnTo>
                  <a:pt x="87" y="47"/>
                </a:lnTo>
                <a:lnTo>
                  <a:pt x="74" y="80"/>
                </a:lnTo>
                <a:lnTo>
                  <a:pt x="67" y="87"/>
                </a:lnTo>
                <a:lnTo>
                  <a:pt x="40" y="100"/>
                </a:lnTo>
                <a:lnTo>
                  <a:pt x="13" y="87"/>
                </a:lnTo>
                <a:lnTo>
                  <a:pt x="13" y="80"/>
                </a:lnTo>
                <a:lnTo>
                  <a:pt x="0" y="47"/>
                </a:lnTo>
                <a:lnTo>
                  <a:pt x="13" y="13"/>
                </a:lnTo>
                <a:lnTo>
                  <a:pt x="40" y="0"/>
                </a:lnTo>
                <a:lnTo>
                  <a:pt x="67" y="13"/>
                </a:lnTo>
                <a:lnTo>
                  <a:pt x="74" y="13"/>
                </a:lnTo>
                <a:lnTo>
                  <a:pt x="87" y="47"/>
                </a:lnTo>
                <a:lnTo>
                  <a:pt x="80" y="4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4" name="Freeform 30">
            <a:extLst>
              <a:ext uri="{FF2B5EF4-FFF2-40B4-BE49-F238E27FC236}">
                <a16:creationId xmlns:a16="http://schemas.microsoft.com/office/drawing/2014/main" id="{DB9CABC5-F265-4581-9BBE-1FE43215F52E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3908425" y="5303838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7 w 7"/>
              <a:gd name="T7" fmla="*/ 0 h 1587"/>
              <a:gd name="T8" fmla="*/ 2147483647 w 7"/>
              <a:gd name="T9" fmla="*/ 0 h 1587"/>
              <a:gd name="T10" fmla="*/ 2147483647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5" name="Rectangle 31">
            <a:extLst>
              <a:ext uri="{FF2B5EF4-FFF2-40B4-BE49-F238E27FC236}">
                <a16:creationId xmlns:a16="http://schemas.microsoft.com/office/drawing/2014/main" id="{CAFDDE27-A029-45BD-AFDC-155ADA786E43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303588" y="5283200"/>
            <a:ext cx="11112" cy="15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06" name="Rectangle 32">
            <a:extLst>
              <a:ext uri="{FF2B5EF4-FFF2-40B4-BE49-F238E27FC236}">
                <a16:creationId xmlns:a16="http://schemas.microsoft.com/office/drawing/2014/main" id="{EE4B2712-211E-4263-A93E-4221CC965095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303588" y="5027613"/>
            <a:ext cx="11112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07" name="Rectangle 33">
            <a:extLst>
              <a:ext uri="{FF2B5EF4-FFF2-40B4-BE49-F238E27FC236}">
                <a16:creationId xmlns:a16="http://schemas.microsoft.com/office/drawing/2014/main" id="{09AC171C-6D04-4DC2-8AC2-84E2DBED3B23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303588" y="5027613"/>
            <a:ext cx="11112" cy="255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08" name="Rectangle 34">
            <a:extLst>
              <a:ext uri="{FF2B5EF4-FFF2-40B4-BE49-F238E27FC236}">
                <a16:creationId xmlns:a16="http://schemas.microsoft.com/office/drawing/2014/main" id="{8716980E-F737-4744-81E7-6EBF554DD814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898900" y="5303838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09" name="Rectangle 35">
            <a:extLst>
              <a:ext uri="{FF2B5EF4-FFF2-40B4-BE49-F238E27FC236}">
                <a16:creationId xmlns:a16="http://schemas.microsoft.com/office/drawing/2014/main" id="{A1E988AF-2945-4757-A9F9-87476BA609AC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4152900" y="5303838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0" name="Rectangle 36">
            <a:extLst>
              <a:ext uri="{FF2B5EF4-FFF2-40B4-BE49-F238E27FC236}">
                <a16:creationId xmlns:a16="http://schemas.microsoft.com/office/drawing/2014/main" id="{41695B8C-E7CE-47CF-A8E8-A4DCC0B979B1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898900" y="5303838"/>
            <a:ext cx="254000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1" name="Rectangle 37">
            <a:extLst>
              <a:ext uri="{FF2B5EF4-FFF2-40B4-BE49-F238E27FC236}">
                <a16:creationId xmlns:a16="http://schemas.microsoft.com/office/drawing/2014/main" id="{7F1951C9-34EB-4C42-985E-62336605AB5B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608513" y="5113338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2" name="Rectangle 38">
            <a:extLst>
              <a:ext uri="{FF2B5EF4-FFF2-40B4-BE49-F238E27FC236}">
                <a16:creationId xmlns:a16="http://schemas.microsoft.com/office/drawing/2014/main" id="{1EF8FE7D-E89C-49FE-A885-2E832661EDE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948238" y="5113338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3" name="Rectangle 39">
            <a:extLst>
              <a:ext uri="{FF2B5EF4-FFF2-40B4-BE49-F238E27FC236}">
                <a16:creationId xmlns:a16="http://schemas.microsoft.com/office/drawing/2014/main" id="{B5D0DD3C-91AA-4499-81E6-193853F90CC1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608513" y="5113338"/>
            <a:ext cx="339725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4" name="Rectangle 40">
            <a:extLst>
              <a:ext uri="{FF2B5EF4-FFF2-40B4-BE49-F238E27FC236}">
                <a16:creationId xmlns:a16="http://schemas.microsoft.com/office/drawing/2014/main" id="{69FAF5E9-F49F-466E-AA59-FC4555D393E6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959350" y="4710113"/>
            <a:ext cx="774700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5" name="Rectangle 41">
            <a:extLst>
              <a:ext uri="{FF2B5EF4-FFF2-40B4-BE49-F238E27FC236}">
                <a16:creationId xmlns:a16="http://schemas.microsoft.com/office/drawing/2014/main" id="{4197712C-387A-429B-87E2-25BB0CEF8484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722938" y="4710113"/>
            <a:ext cx="11112" cy="901700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6" name="Rectangle 42">
            <a:extLst>
              <a:ext uri="{FF2B5EF4-FFF2-40B4-BE49-F238E27FC236}">
                <a16:creationId xmlns:a16="http://schemas.microsoft.com/office/drawing/2014/main" id="{54856EEA-6C2C-4CB5-9833-7DBDE36EE518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4959350" y="5600700"/>
            <a:ext cx="763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7" name="Rectangle 43">
            <a:extLst>
              <a:ext uri="{FF2B5EF4-FFF2-40B4-BE49-F238E27FC236}">
                <a16:creationId xmlns:a16="http://schemas.microsoft.com/office/drawing/2014/main" id="{86100409-9ADE-4277-917E-8A26D01D18FF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959350" y="4710113"/>
            <a:ext cx="11113" cy="890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8" name="Rectangle 44">
            <a:extLst>
              <a:ext uri="{FF2B5EF4-FFF2-40B4-BE49-F238E27FC236}">
                <a16:creationId xmlns:a16="http://schemas.microsoft.com/office/drawing/2014/main" id="{33602648-8F81-4D19-82E8-E1B0D93A7997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172075" y="4995863"/>
            <a:ext cx="452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Add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19" name="Freeform 45">
            <a:extLst>
              <a:ext uri="{FF2B5EF4-FFF2-40B4-BE49-F238E27FC236}">
                <a16:creationId xmlns:a16="http://schemas.microsoft.com/office/drawing/2014/main" id="{DF3DD441-9901-4B6A-AA34-5D4494D809B4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3802063" y="3054350"/>
            <a:ext cx="128587" cy="254000"/>
          </a:xfrm>
          <a:custGeom>
            <a:avLst/>
            <a:gdLst>
              <a:gd name="T0" fmla="*/ 0 w 81"/>
              <a:gd name="T1" fmla="*/ 0 h 160"/>
              <a:gd name="T2" fmla="*/ 2147483647 w 81"/>
              <a:gd name="T3" fmla="*/ 2147483647 h 160"/>
              <a:gd name="T4" fmla="*/ 2147483647 w 81"/>
              <a:gd name="T5" fmla="*/ 2147483647 h 160"/>
              <a:gd name="T6" fmla="*/ 2147483647 w 81"/>
              <a:gd name="T7" fmla="*/ 2147483647 h 160"/>
              <a:gd name="T8" fmla="*/ 0 w 81"/>
              <a:gd name="T9" fmla="*/ 2147483647 h 160"/>
              <a:gd name="T10" fmla="*/ 0 w 81"/>
              <a:gd name="T11" fmla="*/ 2147483647 h 160"/>
              <a:gd name="T12" fmla="*/ 0 w 81"/>
              <a:gd name="T13" fmla="*/ 2147483647 h 160"/>
              <a:gd name="T14" fmla="*/ 0 w 81"/>
              <a:gd name="T15" fmla="*/ 2147483647 h 160"/>
              <a:gd name="T16" fmla="*/ 0 w 81"/>
              <a:gd name="T17" fmla="*/ 0 h 1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1"/>
              <a:gd name="T28" fmla="*/ 0 h 160"/>
              <a:gd name="T29" fmla="*/ 81 w 81"/>
              <a:gd name="T30" fmla="*/ 160 h 1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1" h="160">
                <a:moveTo>
                  <a:pt x="0" y="0"/>
                </a:moveTo>
                <a:lnTo>
                  <a:pt x="61" y="27"/>
                </a:lnTo>
                <a:lnTo>
                  <a:pt x="81" y="80"/>
                </a:lnTo>
                <a:lnTo>
                  <a:pt x="61" y="140"/>
                </a:lnTo>
                <a:lnTo>
                  <a:pt x="0" y="160"/>
                </a:lnTo>
                <a:lnTo>
                  <a:pt x="0" y="120"/>
                </a:lnTo>
                <a:lnTo>
                  <a:pt x="0" y="8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0" name="Freeform 46">
            <a:extLst>
              <a:ext uri="{FF2B5EF4-FFF2-40B4-BE49-F238E27FC236}">
                <a16:creationId xmlns:a16="http://schemas.microsoft.com/office/drawing/2014/main" id="{0F32936B-700F-40EB-AA01-D901F0CEAF4A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3802063" y="3054350"/>
            <a:ext cx="138112" cy="127000"/>
          </a:xfrm>
          <a:custGeom>
            <a:avLst/>
            <a:gdLst>
              <a:gd name="T0" fmla="*/ 0 w 87"/>
              <a:gd name="T1" fmla="*/ 0 h 80"/>
              <a:gd name="T2" fmla="*/ 2147483647 w 87"/>
              <a:gd name="T3" fmla="*/ 2147483647 h 80"/>
              <a:gd name="T4" fmla="*/ 2147483647 w 87"/>
              <a:gd name="T5" fmla="*/ 2147483647 h 80"/>
              <a:gd name="T6" fmla="*/ 2147483647 w 87"/>
              <a:gd name="T7" fmla="*/ 2147483647 h 80"/>
              <a:gd name="T8" fmla="*/ 2147483647 w 87"/>
              <a:gd name="T9" fmla="*/ 2147483647 h 80"/>
              <a:gd name="T10" fmla="*/ 2147483647 w 87"/>
              <a:gd name="T11" fmla="*/ 2147483647 h 80"/>
              <a:gd name="T12" fmla="*/ 2147483647 w 87"/>
              <a:gd name="T13" fmla="*/ 2147483647 h 80"/>
              <a:gd name="T14" fmla="*/ 2147483647 w 87"/>
              <a:gd name="T15" fmla="*/ 2147483647 h 80"/>
              <a:gd name="T16" fmla="*/ 2147483647 w 87"/>
              <a:gd name="T17" fmla="*/ 2147483647 h 80"/>
              <a:gd name="T18" fmla="*/ 2147483647 w 87"/>
              <a:gd name="T19" fmla="*/ 2147483647 h 80"/>
              <a:gd name="T20" fmla="*/ 2147483647 w 87"/>
              <a:gd name="T21" fmla="*/ 2147483647 h 80"/>
              <a:gd name="T22" fmla="*/ 0 w 87"/>
              <a:gd name="T23" fmla="*/ 2147483647 h 80"/>
              <a:gd name="T24" fmla="*/ 0 w 87"/>
              <a:gd name="T25" fmla="*/ 0 h 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7"/>
              <a:gd name="T40" fmla="*/ 0 h 80"/>
              <a:gd name="T41" fmla="*/ 87 w 87"/>
              <a:gd name="T42" fmla="*/ 80 h 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7" h="80">
                <a:moveTo>
                  <a:pt x="0" y="0"/>
                </a:moveTo>
                <a:lnTo>
                  <a:pt x="61" y="27"/>
                </a:lnTo>
                <a:lnTo>
                  <a:pt x="67" y="27"/>
                </a:lnTo>
                <a:lnTo>
                  <a:pt x="87" y="80"/>
                </a:lnTo>
                <a:lnTo>
                  <a:pt x="81" y="80"/>
                </a:lnTo>
                <a:lnTo>
                  <a:pt x="61" y="27"/>
                </a:lnTo>
                <a:lnTo>
                  <a:pt x="61" y="33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1" name="Freeform 47">
            <a:extLst>
              <a:ext uri="{FF2B5EF4-FFF2-40B4-BE49-F238E27FC236}">
                <a16:creationId xmlns:a16="http://schemas.microsoft.com/office/drawing/2014/main" id="{EE7C69C2-AEC8-4169-84F2-4274BD439097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898900" y="3181350"/>
            <a:ext cx="41275" cy="106363"/>
          </a:xfrm>
          <a:custGeom>
            <a:avLst/>
            <a:gdLst>
              <a:gd name="T0" fmla="*/ 2147483647 w 26"/>
              <a:gd name="T1" fmla="*/ 0 h 67"/>
              <a:gd name="T2" fmla="*/ 2147483647 w 26"/>
              <a:gd name="T3" fmla="*/ 2147483647 h 67"/>
              <a:gd name="T4" fmla="*/ 0 w 26"/>
              <a:gd name="T5" fmla="*/ 2147483647 h 67"/>
              <a:gd name="T6" fmla="*/ 0 w 26"/>
              <a:gd name="T7" fmla="*/ 2147483647 h 67"/>
              <a:gd name="T8" fmla="*/ 0 w 26"/>
              <a:gd name="T9" fmla="*/ 2147483647 h 67"/>
              <a:gd name="T10" fmla="*/ 2147483647 w 26"/>
              <a:gd name="T11" fmla="*/ 0 h 67"/>
              <a:gd name="T12" fmla="*/ 2147483647 w 26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67"/>
              <a:gd name="T23" fmla="*/ 26 w 26"/>
              <a:gd name="T24" fmla="*/ 67 h 6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67">
                <a:moveTo>
                  <a:pt x="26" y="0"/>
                </a:moveTo>
                <a:lnTo>
                  <a:pt x="6" y="60"/>
                </a:lnTo>
                <a:lnTo>
                  <a:pt x="0" y="67"/>
                </a:lnTo>
                <a:lnTo>
                  <a:pt x="0" y="60"/>
                </a:lnTo>
                <a:lnTo>
                  <a:pt x="20" y="0"/>
                </a:lnTo>
                <a:lnTo>
                  <a:pt x="26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2" name="Freeform 48">
            <a:extLst>
              <a:ext uri="{FF2B5EF4-FFF2-40B4-BE49-F238E27FC236}">
                <a16:creationId xmlns:a16="http://schemas.microsoft.com/office/drawing/2014/main" id="{E52DAF31-F41D-49C1-B1AF-8DEC1889EEDC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3802063" y="3276600"/>
            <a:ext cx="96837" cy="42863"/>
          </a:xfrm>
          <a:custGeom>
            <a:avLst/>
            <a:gdLst>
              <a:gd name="T0" fmla="*/ 2147483647 w 61"/>
              <a:gd name="T1" fmla="*/ 2147483647 h 27"/>
              <a:gd name="T2" fmla="*/ 2147483647 w 61"/>
              <a:gd name="T3" fmla="*/ 0 h 27"/>
              <a:gd name="T4" fmla="*/ 0 w 61"/>
              <a:gd name="T5" fmla="*/ 2147483647 h 27"/>
              <a:gd name="T6" fmla="*/ 0 w 61"/>
              <a:gd name="T7" fmla="*/ 2147483647 h 27"/>
              <a:gd name="T8" fmla="*/ 2147483647 w 61"/>
              <a:gd name="T9" fmla="*/ 2147483647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27"/>
              <a:gd name="T17" fmla="*/ 61 w 6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27">
                <a:moveTo>
                  <a:pt x="61" y="7"/>
                </a:moveTo>
                <a:lnTo>
                  <a:pt x="61" y="0"/>
                </a:lnTo>
                <a:lnTo>
                  <a:pt x="0" y="20"/>
                </a:lnTo>
                <a:lnTo>
                  <a:pt x="0" y="27"/>
                </a:lnTo>
                <a:lnTo>
                  <a:pt x="61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23" name="Rectangle 49">
            <a:extLst>
              <a:ext uri="{FF2B5EF4-FFF2-40B4-BE49-F238E27FC236}">
                <a16:creationId xmlns:a16="http://schemas.microsoft.com/office/drawing/2014/main" id="{D0670E09-0C68-4311-8139-5B5B1B18331C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3590925" y="3054350"/>
            <a:ext cx="211138" cy="254000"/>
          </a:xfrm>
          <a:prstGeom prst="rect">
            <a:avLst/>
          </a:prstGeom>
          <a:blipFill dpi="0" rotWithShape="0">
            <a:blip r:embed="rId15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4" name="Rectangle 50">
            <a:extLst>
              <a:ext uri="{FF2B5EF4-FFF2-40B4-BE49-F238E27FC236}">
                <a16:creationId xmlns:a16="http://schemas.microsoft.com/office/drawing/2014/main" id="{D0E71E09-A075-4398-8E8B-AF1B5B228723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3802063" y="3054350"/>
            <a:ext cx="15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5" name="Rectangle 51">
            <a:extLst>
              <a:ext uri="{FF2B5EF4-FFF2-40B4-BE49-F238E27FC236}">
                <a16:creationId xmlns:a16="http://schemas.microsoft.com/office/drawing/2014/main" id="{5D66253B-785B-45AE-8DFB-06C8B756CAA1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3590925" y="3054350"/>
            <a:ext cx="21113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6" name="Rectangle 52">
            <a:extLst>
              <a:ext uri="{FF2B5EF4-FFF2-40B4-BE49-F238E27FC236}">
                <a16:creationId xmlns:a16="http://schemas.microsoft.com/office/drawing/2014/main" id="{62846833-0912-420E-9676-504D2B6CCB69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3590925" y="3054350"/>
            <a:ext cx="9525" cy="265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7" name="Rectangle 53">
            <a:extLst>
              <a:ext uri="{FF2B5EF4-FFF2-40B4-BE49-F238E27FC236}">
                <a16:creationId xmlns:a16="http://schemas.microsoft.com/office/drawing/2014/main" id="{8C021D96-F06B-4497-B3F2-0C29CD98DBBE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3802063" y="3308350"/>
            <a:ext cx="15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8" name="Rectangle 54">
            <a:extLst>
              <a:ext uri="{FF2B5EF4-FFF2-40B4-BE49-F238E27FC236}">
                <a16:creationId xmlns:a16="http://schemas.microsoft.com/office/drawing/2014/main" id="{9BFCAB69-DBB6-4D4E-88CE-E12E0BE19FB5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3590925" y="3308350"/>
            <a:ext cx="21113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29" name="Rectangle 55">
            <a:extLst>
              <a:ext uri="{FF2B5EF4-FFF2-40B4-BE49-F238E27FC236}">
                <a16:creationId xmlns:a16="http://schemas.microsoft.com/office/drawing/2014/main" id="{547D547A-1D1C-4336-BE53-7E1EAD3FA787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3527425" y="31178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0" name="Rectangle 56">
            <a:extLst>
              <a:ext uri="{FF2B5EF4-FFF2-40B4-BE49-F238E27FC236}">
                <a16:creationId xmlns:a16="http://schemas.microsoft.com/office/drawing/2014/main" id="{A3535012-EB33-4F88-983B-D9D011BD566D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3590925" y="31178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1" name="Rectangle 57">
            <a:extLst>
              <a:ext uri="{FF2B5EF4-FFF2-40B4-BE49-F238E27FC236}">
                <a16:creationId xmlns:a16="http://schemas.microsoft.com/office/drawing/2014/main" id="{D94F4A57-CC42-4831-9726-195D8D34CFDF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3527425" y="3117850"/>
            <a:ext cx="63500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2" name="Rectangle 58">
            <a:extLst>
              <a:ext uri="{FF2B5EF4-FFF2-40B4-BE49-F238E27FC236}">
                <a16:creationId xmlns:a16="http://schemas.microsoft.com/office/drawing/2014/main" id="{04526A25-E660-4395-B398-0C38065F9044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3527425" y="32448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3" name="Rectangle 59">
            <a:extLst>
              <a:ext uri="{FF2B5EF4-FFF2-40B4-BE49-F238E27FC236}">
                <a16:creationId xmlns:a16="http://schemas.microsoft.com/office/drawing/2014/main" id="{9D0DBD48-43AF-47BE-A587-8E416EE793B0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3590925" y="32448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4" name="Rectangle 60">
            <a:extLst>
              <a:ext uri="{FF2B5EF4-FFF2-40B4-BE49-F238E27FC236}">
                <a16:creationId xmlns:a16="http://schemas.microsoft.com/office/drawing/2014/main" id="{A1C1DB43-26DF-4573-8D1D-5A5D937078E6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3527425" y="3244850"/>
            <a:ext cx="63500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5" name="Rectangle 61">
            <a:extLst>
              <a:ext uri="{FF2B5EF4-FFF2-40B4-BE49-F238E27FC236}">
                <a16:creationId xmlns:a16="http://schemas.microsoft.com/office/drawing/2014/main" id="{51AA9354-197D-4A2C-8691-D2D08F462EC9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3940175" y="31813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6" name="Rectangle 62">
            <a:extLst>
              <a:ext uri="{FF2B5EF4-FFF2-40B4-BE49-F238E27FC236}">
                <a16:creationId xmlns:a16="http://schemas.microsoft.com/office/drawing/2014/main" id="{CACB6F79-5429-4031-ACC8-57046EBE1ECF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4003675" y="31813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7" name="Rectangle 63">
            <a:extLst>
              <a:ext uri="{FF2B5EF4-FFF2-40B4-BE49-F238E27FC236}">
                <a16:creationId xmlns:a16="http://schemas.microsoft.com/office/drawing/2014/main" id="{94ACF444-DF37-469A-9314-E01AD6ABC73B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940175" y="3181350"/>
            <a:ext cx="63500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38" name="Freeform 64">
            <a:extLst>
              <a:ext uri="{FF2B5EF4-FFF2-40B4-BE49-F238E27FC236}">
                <a16:creationId xmlns:a16="http://schemas.microsoft.com/office/drawing/2014/main" id="{C5631D0D-0561-47B7-9A42-C75FB6A8EBBC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3590925" y="3840163"/>
            <a:ext cx="52388" cy="254000"/>
          </a:xfrm>
          <a:custGeom>
            <a:avLst/>
            <a:gdLst>
              <a:gd name="T0" fmla="*/ 2147483647 w 33"/>
              <a:gd name="T1" fmla="*/ 0 h 160"/>
              <a:gd name="T2" fmla="*/ 2147483647 w 33"/>
              <a:gd name="T3" fmla="*/ 2147483647 h 160"/>
              <a:gd name="T4" fmla="*/ 2147483647 w 33"/>
              <a:gd name="T5" fmla="*/ 2147483647 h 160"/>
              <a:gd name="T6" fmla="*/ 2147483647 w 33"/>
              <a:gd name="T7" fmla="*/ 2147483647 h 160"/>
              <a:gd name="T8" fmla="*/ 0 w 33"/>
              <a:gd name="T9" fmla="*/ 2147483647 h 160"/>
              <a:gd name="T10" fmla="*/ 0 w 33"/>
              <a:gd name="T11" fmla="*/ 2147483647 h 160"/>
              <a:gd name="T12" fmla="*/ 0 w 33"/>
              <a:gd name="T13" fmla="*/ 2147483647 h 160"/>
              <a:gd name="T14" fmla="*/ 0 w 33"/>
              <a:gd name="T15" fmla="*/ 2147483647 h 160"/>
              <a:gd name="T16" fmla="*/ 2147483647 w 33"/>
              <a:gd name="T17" fmla="*/ 0 h 1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"/>
              <a:gd name="T28" fmla="*/ 0 h 160"/>
              <a:gd name="T29" fmla="*/ 33 w 33"/>
              <a:gd name="T30" fmla="*/ 160 h 1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" h="160">
                <a:moveTo>
                  <a:pt x="6" y="0"/>
                </a:moveTo>
                <a:lnTo>
                  <a:pt x="27" y="20"/>
                </a:lnTo>
                <a:lnTo>
                  <a:pt x="33" y="80"/>
                </a:lnTo>
                <a:lnTo>
                  <a:pt x="27" y="133"/>
                </a:lnTo>
                <a:lnTo>
                  <a:pt x="0" y="160"/>
                </a:lnTo>
                <a:lnTo>
                  <a:pt x="0" y="120"/>
                </a:lnTo>
                <a:lnTo>
                  <a:pt x="0" y="80"/>
                </a:lnTo>
                <a:lnTo>
                  <a:pt x="0" y="40"/>
                </a:lnTo>
                <a:lnTo>
                  <a:pt x="6" y="0"/>
                </a:lnTo>
                <a:close/>
              </a:path>
            </a:pathLst>
          </a:custGeom>
          <a:blipFill dpi="0" rotWithShape="0">
            <a:blip r:embed="rId15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39" name="Freeform 65">
            <a:extLst>
              <a:ext uri="{FF2B5EF4-FFF2-40B4-BE49-F238E27FC236}">
                <a16:creationId xmlns:a16="http://schemas.microsoft.com/office/drawing/2014/main" id="{5E4203B3-F3F2-431D-82B6-20611ECA5184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3600450" y="3840163"/>
            <a:ext cx="11113" cy="9525"/>
          </a:xfrm>
          <a:custGeom>
            <a:avLst/>
            <a:gdLst>
              <a:gd name="T0" fmla="*/ 2147483647 w 7"/>
              <a:gd name="T1" fmla="*/ 2147483647 h 6"/>
              <a:gd name="T2" fmla="*/ 2147483647 w 7"/>
              <a:gd name="T3" fmla="*/ 0 h 6"/>
              <a:gd name="T4" fmla="*/ 2147483647 w 7"/>
              <a:gd name="T5" fmla="*/ 0 h 6"/>
              <a:gd name="T6" fmla="*/ 0 w 7"/>
              <a:gd name="T7" fmla="*/ 0 h 6"/>
              <a:gd name="T8" fmla="*/ 0 w 7"/>
              <a:gd name="T9" fmla="*/ 2147483647 h 6"/>
              <a:gd name="T10" fmla="*/ 0 w 7"/>
              <a:gd name="T11" fmla="*/ 2147483647 h 6"/>
              <a:gd name="T12" fmla="*/ 2147483647 w 7"/>
              <a:gd name="T13" fmla="*/ 2147483647 h 6"/>
              <a:gd name="T14" fmla="*/ 2147483647 w 7"/>
              <a:gd name="T15" fmla="*/ 2147483647 h 6"/>
              <a:gd name="T16" fmla="*/ 2147483647 w 7"/>
              <a:gd name="T17" fmla="*/ 2147483647 h 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"/>
              <a:gd name="T28" fmla="*/ 0 h 6"/>
              <a:gd name="T29" fmla="*/ 7 w 7"/>
              <a:gd name="T30" fmla="*/ 6 h 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" h="6">
                <a:moveTo>
                  <a:pt x="7" y="6"/>
                </a:moveTo>
                <a:lnTo>
                  <a:pt x="7" y="0"/>
                </a:lnTo>
                <a:lnTo>
                  <a:pt x="0" y="0"/>
                </a:lnTo>
                <a:lnTo>
                  <a:pt x="0" y="6"/>
                </a:lnTo>
                <a:lnTo>
                  <a:pt x="7" y="6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0" name="Freeform 66">
            <a:extLst>
              <a:ext uri="{FF2B5EF4-FFF2-40B4-BE49-F238E27FC236}">
                <a16:creationId xmlns:a16="http://schemas.microsoft.com/office/drawing/2014/main" id="{3ED008C3-5AC2-4AA5-B7E1-F87137A3CE78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3600450" y="3840163"/>
            <a:ext cx="53975" cy="127000"/>
          </a:xfrm>
          <a:custGeom>
            <a:avLst/>
            <a:gdLst>
              <a:gd name="T0" fmla="*/ 2147483647 w 34"/>
              <a:gd name="T1" fmla="*/ 0 h 80"/>
              <a:gd name="T2" fmla="*/ 2147483647 w 34"/>
              <a:gd name="T3" fmla="*/ 2147483647 h 80"/>
              <a:gd name="T4" fmla="*/ 2147483647 w 34"/>
              <a:gd name="T5" fmla="*/ 2147483647 h 80"/>
              <a:gd name="T6" fmla="*/ 2147483647 w 34"/>
              <a:gd name="T7" fmla="*/ 2147483647 h 80"/>
              <a:gd name="T8" fmla="*/ 2147483647 w 34"/>
              <a:gd name="T9" fmla="*/ 2147483647 h 80"/>
              <a:gd name="T10" fmla="*/ 2147483647 w 34"/>
              <a:gd name="T11" fmla="*/ 2147483647 h 80"/>
              <a:gd name="T12" fmla="*/ 2147483647 w 34"/>
              <a:gd name="T13" fmla="*/ 2147483647 h 80"/>
              <a:gd name="T14" fmla="*/ 2147483647 w 34"/>
              <a:gd name="T15" fmla="*/ 2147483647 h 80"/>
              <a:gd name="T16" fmla="*/ 2147483647 w 34"/>
              <a:gd name="T17" fmla="*/ 2147483647 h 80"/>
              <a:gd name="T18" fmla="*/ 2147483647 w 34"/>
              <a:gd name="T19" fmla="*/ 2147483647 h 80"/>
              <a:gd name="T20" fmla="*/ 2147483647 w 34"/>
              <a:gd name="T21" fmla="*/ 2147483647 h 80"/>
              <a:gd name="T22" fmla="*/ 0 w 34"/>
              <a:gd name="T23" fmla="*/ 2147483647 h 80"/>
              <a:gd name="T24" fmla="*/ 2147483647 w 34"/>
              <a:gd name="T25" fmla="*/ 0 h 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4"/>
              <a:gd name="T40" fmla="*/ 0 h 80"/>
              <a:gd name="T41" fmla="*/ 34 w 34"/>
              <a:gd name="T42" fmla="*/ 80 h 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4" h="80">
                <a:moveTo>
                  <a:pt x="7" y="0"/>
                </a:moveTo>
                <a:lnTo>
                  <a:pt x="27" y="20"/>
                </a:lnTo>
                <a:lnTo>
                  <a:pt x="34" y="80"/>
                </a:lnTo>
                <a:lnTo>
                  <a:pt x="27" y="80"/>
                </a:lnTo>
                <a:lnTo>
                  <a:pt x="21" y="20"/>
                </a:lnTo>
                <a:lnTo>
                  <a:pt x="21" y="26"/>
                </a:lnTo>
                <a:lnTo>
                  <a:pt x="0" y="6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1" name="Freeform 67">
            <a:extLst>
              <a:ext uri="{FF2B5EF4-FFF2-40B4-BE49-F238E27FC236}">
                <a16:creationId xmlns:a16="http://schemas.microsoft.com/office/drawing/2014/main" id="{AC603E8A-AE01-428F-8BAC-90B41D80B68E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3633788" y="3967163"/>
            <a:ext cx="20637" cy="95250"/>
          </a:xfrm>
          <a:custGeom>
            <a:avLst/>
            <a:gdLst>
              <a:gd name="T0" fmla="*/ 2147483647 w 13"/>
              <a:gd name="T1" fmla="*/ 0 h 60"/>
              <a:gd name="T2" fmla="*/ 2147483647 w 13"/>
              <a:gd name="T3" fmla="*/ 2147483647 h 60"/>
              <a:gd name="T4" fmla="*/ 2147483647 w 13"/>
              <a:gd name="T5" fmla="*/ 2147483647 h 60"/>
              <a:gd name="T6" fmla="*/ 0 w 13"/>
              <a:gd name="T7" fmla="*/ 2147483647 h 60"/>
              <a:gd name="T8" fmla="*/ 0 w 13"/>
              <a:gd name="T9" fmla="*/ 2147483647 h 60"/>
              <a:gd name="T10" fmla="*/ 2147483647 w 13"/>
              <a:gd name="T11" fmla="*/ 0 h 60"/>
              <a:gd name="T12" fmla="*/ 2147483647 w 13"/>
              <a:gd name="T13" fmla="*/ 0 h 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"/>
              <a:gd name="T22" fmla="*/ 0 h 60"/>
              <a:gd name="T23" fmla="*/ 13 w 13"/>
              <a:gd name="T24" fmla="*/ 60 h 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" h="60">
                <a:moveTo>
                  <a:pt x="13" y="0"/>
                </a:moveTo>
                <a:lnTo>
                  <a:pt x="6" y="53"/>
                </a:lnTo>
                <a:lnTo>
                  <a:pt x="6" y="60"/>
                </a:lnTo>
                <a:lnTo>
                  <a:pt x="0" y="53"/>
                </a:lnTo>
                <a:lnTo>
                  <a:pt x="6" y="0"/>
                </a:lnTo>
                <a:lnTo>
                  <a:pt x="13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2" name="Freeform 68">
            <a:extLst>
              <a:ext uri="{FF2B5EF4-FFF2-40B4-BE49-F238E27FC236}">
                <a16:creationId xmlns:a16="http://schemas.microsoft.com/office/drawing/2014/main" id="{C258718F-5A76-4C6C-B391-3BB1B17DF37D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3590925" y="4094163"/>
            <a:ext cx="9525" cy="11112"/>
          </a:xfrm>
          <a:custGeom>
            <a:avLst/>
            <a:gdLst>
              <a:gd name="T0" fmla="*/ 2147483647 w 6"/>
              <a:gd name="T1" fmla="*/ 2147483647 h 7"/>
              <a:gd name="T2" fmla="*/ 2147483647 w 6"/>
              <a:gd name="T3" fmla="*/ 0 h 7"/>
              <a:gd name="T4" fmla="*/ 2147483647 w 6"/>
              <a:gd name="T5" fmla="*/ 0 h 7"/>
              <a:gd name="T6" fmla="*/ 0 w 6"/>
              <a:gd name="T7" fmla="*/ 0 h 7"/>
              <a:gd name="T8" fmla="*/ 0 w 6"/>
              <a:gd name="T9" fmla="*/ 2147483647 h 7"/>
              <a:gd name="T10" fmla="*/ 0 w 6"/>
              <a:gd name="T11" fmla="*/ 2147483647 h 7"/>
              <a:gd name="T12" fmla="*/ 2147483647 w 6"/>
              <a:gd name="T13" fmla="*/ 2147483647 h 7"/>
              <a:gd name="T14" fmla="*/ 2147483647 w 6"/>
              <a:gd name="T15" fmla="*/ 2147483647 h 7"/>
              <a:gd name="T16" fmla="*/ 2147483647 w 6"/>
              <a:gd name="T17" fmla="*/ 2147483647 h 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"/>
              <a:gd name="T28" fmla="*/ 0 h 7"/>
              <a:gd name="T29" fmla="*/ 6 w 6"/>
              <a:gd name="T30" fmla="*/ 7 h 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" h="7">
                <a:moveTo>
                  <a:pt x="6" y="7"/>
                </a:moveTo>
                <a:lnTo>
                  <a:pt x="6" y="0"/>
                </a:lnTo>
                <a:lnTo>
                  <a:pt x="0" y="0"/>
                </a:ln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3" name="Freeform 69">
            <a:extLst>
              <a:ext uri="{FF2B5EF4-FFF2-40B4-BE49-F238E27FC236}">
                <a16:creationId xmlns:a16="http://schemas.microsoft.com/office/drawing/2014/main" id="{A4161F42-FFE5-44BF-B130-6C579CBACA85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3590925" y="4051300"/>
            <a:ext cx="52388" cy="53975"/>
          </a:xfrm>
          <a:custGeom>
            <a:avLst/>
            <a:gdLst>
              <a:gd name="T0" fmla="*/ 2147483647 w 33"/>
              <a:gd name="T1" fmla="*/ 2147483647 h 34"/>
              <a:gd name="T2" fmla="*/ 2147483647 w 33"/>
              <a:gd name="T3" fmla="*/ 0 h 34"/>
              <a:gd name="T4" fmla="*/ 0 w 33"/>
              <a:gd name="T5" fmla="*/ 2147483647 h 34"/>
              <a:gd name="T6" fmla="*/ 2147483647 w 33"/>
              <a:gd name="T7" fmla="*/ 2147483647 h 34"/>
              <a:gd name="T8" fmla="*/ 2147483647 w 33"/>
              <a:gd name="T9" fmla="*/ 2147483647 h 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"/>
              <a:gd name="T16" fmla="*/ 0 h 34"/>
              <a:gd name="T17" fmla="*/ 33 w 33"/>
              <a:gd name="T18" fmla="*/ 34 h 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" h="34">
                <a:moveTo>
                  <a:pt x="33" y="7"/>
                </a:moveTo>
                <a:lnTo>
                  <a:pt x="27" y="0"/>
                </a:lnTo>
                <a:lnTo>
                  <a:pt x="0" y="27"/>
                </a:lnTo>
                <a:lnTo>
                  <a:pt x="6" y="34"/>
                </a:lnTo>
                <a:lnTo>
                  <a:pt x="33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4" name="Rectangle 70">
            <a:extLst>
              <a:ext uri="{FF2B5EF4-FFF2-40B4-BE49-F238E27FC236}">
                <a16:creationId xmlns:a16="http://schemas.microsoft.com/office/drawing/2014/main" id="{79B1B05E-08D9-4334-97A1-220DB24544A1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3600450" y="38401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45" name="Rectangle 71">
            <a:extLst>
              <a:ext uri="{FF2B5EF4-FFF2-40B4-BE49-F238E27FC236}">
                <a16:creationId xmlns:a16="http://schemas.microsoft.com/office/drawing/2014/main" id="{5B3E0EBF-E8D5-4BFC-B47F-EE919A69584A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3844925" y="38401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46" name="Rectangle 72">
            <a:extLst>
              <a:ext uri="{FF2B5EF4-FFF2-40B4-BE49-F238E27FC236}">
                <a16:creationId xmlns:a16="http://schemas.microsoft.com/office/drawing/2014/main" id="{3EDE5386-E105-40BB-ABF9-4A43B1605D55}"/>
              </a:ext>
            </a:extLst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3600450" y="3840163"/>
            <a:ext cx="244475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47" name="Rectangle 73">
            <a:extLst>
              <a:ext uri="{FF2B5EF4-FFF2-40B4-BE49-F238E27FC236}">
                <a16:creationId xmlns:a16="http://schemas.microsoft.com/office/drawing/2014/main" id="{A781AF18-02B2-4C14-A4E3-407578FF52B6}"/>
              </a:ext>
            </a:extLst>
          </p:cNvPr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3600450" y="4094163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48" name="Rectangle 74">
            <a:extLst>
              <a:ext uri="{FF2B5EF4-FFF2-40B4-BE49-F238E27FC236}">
                <a16:creationId xmlns:a16="http://schemas.microsoft.com/office/drawing/2014/main" id="{A293B1D7-4250-466F-9C68-1BC7F182FFE4}"/>
              </a:ext>
            </a:extLst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3844925" y="4094163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49" name="Rectangle 75">
            <a:extLst>
              <a:ext uri="{FF2B5EF4-FFF2-40B4-BE49-F238E27FC236}">
                <a16:creationId xmlns:a16="http://schemas.microsoft.com/office/drawing/2014/main" id="{1991523C-D00B-41FF-9581-4F37447B11D8}"/>
              </a:ext>
            </a:extLst>
          </p:cNvPr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3600450" y="4094163"/>
            <a:ext cx="244475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50" name="Freeform 76">
            <a:extLst>
              <a:ext uri="{FF2B5EF4-FFF2-40B4-BE49-F238E27FC236}">
                <a16:creationId xmlns:a16="http://schemas.microsoft.com/office/drawing/2014/main" id="{C9C58B59-EF7D-4319-9EA2-CAB79EB76D39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auto">
          <a:xfrm>
            <a:off x="3844925" y="3840163"/>
            <a:ext cx="149225" cy="254000"/>
          </a:xfrm>
          <a:custGeom>
            <a:avLst/>
            <a:gdLst>
              <a:gd name="T0" fmla="*/ 0 w 94"/>
              <a:gd name="T1" fmla="*/ 0 h 160"/>
              <a:gd name="T2" fmla="*/ 2147483647 w 94"/>
              <a:gd name="T3" fmla="*/ 2147483647 h 160"/>
              <a:gd name="T4" fmla="*/ 2147483647 w 94"/>
              <a:gd name="T5" fmla="*/ 2147483647 h 160"/>
              <a:gd name="T6" fmla="*/ 2147483647 w 94"/>
              <a:gd name="T7" fmla="*/ 2147483647 h 160"/>
              <a:gd name="T8" fmla="*/ 2147483647 w 94"/>
              <a:gd name="T9" fmla="*/ 2147483647 h 160"/>
              <a:gd name="T10" fmla="*/ 0 w 94"/>
              <a:gd name="T11" fmla="*/ 2147483647 h 160"/>
              <a:gd name="T12" fmla="*/ 0 w 94"/>
              <a:gd name="T13" fmla="*/ 0 h 1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4"/>
              <a:gd name="T22" fmla="*/ 0 h 160"/>
              <a:gd name="T23" fmla="*/ 94 w 94"/>
              <a:gd name="T24" fmla="*/ 160 h 1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4" h="160">
                <a:moveTo>
                  <a:pt x="0" y="0"/>
                </a:moveTo>
                <a:lnTo>
                  <a:pt x="54" y="26"/>
                </a:lnTo>
                <a:lnTo>
                  <a:pt x="94" y="80"/>
                </a:lnTo>
                <a:lnTo>
                  <a:pt x="67" y="113"/>
                </a:lnTo>
                <a:lnTo>
                  <a:pt x="47" y="14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1" name="Freeform 77">
            <a:extLst>
              <a:ext uri="{FF2B5EF4-FFF2-40B4-BE49-F238E27FC236}">
                <a16:creationId xmlns:a16="http://schemas.microsoft.com/office/drawing/2014/main" id="{AC27956F-17B0-40B2-AF01-C8A40A8B0358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3844925" y="3840163"/>
            <a:ext cx="11113" cy="9525"/>
          </a:xfrm>
          <a:custGeom>
            <a:avLst/>
            <a:gdLst>
              <a:gd name="T0" fmla="*/ 2147483647 w 7"/>
              <a:gd name="T1" fmla="*/ 2147483647 h 6"/>
              <a:gd name="T2" fmla="*/ 2147483647 w 7"/>
              <a:gd name="T3" fmla="*/ 0 h 6"/>
              <a:gd name="T4" fmla="*/ 2147483647 w 7"/>
              <a:gd name="T5" fmla="*/ 0 h 6"/>
              <a:gd name="T6" fmla="*/ 0 w 7"/>
              <a:gd name="T7" fmla="*/ 0 h 6"/>
              <a:gd name="T8" fmla="*/ 0 w 7"/>
              <a:gd name="T9" fmla="*/ 2147483647 h 6"/>
              <a:gd name="T10" fmla="*/ 0 w 7"/>
              <a:gd name="T11" fmla="*/ 2147483647 h 6"/>
              <a:gd name="T12" fmla="*/ 2147483647 w 7"/>
              <a:gd name="T13" fmla="*/ 2147483647 h 6"/>
              <a:gd name="T14" fmla="*/ 2147483647 w 7"/>
              <a:gd name="T15" fmla="*/ 2147483647 h 6"/>
              <a:gd name="T16" fmla="*/ 2147483647 w 7"/>
              <a:gd name="T17" fmla="*/ 2147483647 h 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"/>
              <a:gd name="T28" fmla="*/ 0 h 6"/>
              <a:gd name="T29" fmla="*/ 7 w 7"/>
              <a:gd name="T30" fmla="*/ 6 h 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" h="6">
                <a:moveTo>
                  <a:pt x="7" y="6"/>
                </a:moveTo>
                <a:lnTo>
                  <a:pt x="7" y="0"/>
                </a:lnTo>
                <a:lnTo>
                  <a:pt x="0" y="0"/>
                </a:lnTo>
                <a:lnTo>
                  <a:pt x="0" y="6"/>
                </a:lnTo>
                <a:lnTo>
                  <a:pt x="7" y="6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2" name="Freeform 78">
            <a:extLst>
              <a:ext uri="{FF2B5EF4-FFF2-40B4-BE49-F238E27FC236}">
                <a16:creationId xmlns:a16="http://schemas.microsoft.com/office/drawing/2014/main" id="{2E60EE90-826C-4539-971E-2D6068A011DB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3844925" y="3840163"/>
            <a:ext cx="158750" cy="190500"/>
          </a:xfrm>
          <a:custGeom>
            <a:avLst/>
            <a:gdLst>
              <a:gd name="T0" fmla="*/ 0 w 100"/>
              <a:gd name="T1" fmla="*/ 0 h 120"/>
              <a:gd name="T2" fmla="*/ 2147483647 w 100"/>
              <a:gd name="T3" fmla="*/ 2147483647 h 120"/>
              <a:gd name="T4" fmla="*/ 2147483647 w 100"/>
              <a:gd name="T5" fmla="*/ 2147483647 h 120"/>
              <a:gd name="T6" fmla="*/ 2147483647 w 100"/>
              <a:gd name="T7" fmla="*/ 2147483647 h 120"/>
              <a:gd name="T8" fmla="*/ 2147483647 w 100"/>
              <a:gd name="T9" fmla="*/ 2147483647 h 120"/>
              <a:gd name="T10" fmla="*/ 2147483647 w 100"/>
              <a:gd name="T11" fmla="*/ 2147483647 h 120"/>
              <a:gd name="T12" fmla="*/ 2147483647 w 100"/>
              <a:gd name="T13" fmla="*/ 2147483647 h 120"/>
              <a:gd name="T14" fmla="*/ 2147483647 w 100"/>
              <a:gd name="T15" fmla="*/ 2147483647 h 120"/>
              <a:gd name="T16" fmla="*/ 2147483647 w 100"/>
              <a:gd name="T17" fmla="*/ 2147483647 h 120"/>
              <a:gd name="T18" fmla="*/ 2147483647 w 100"/>
              <a:gd name="T19" fmla="*/ 2147483647 h 120"/>
              <a:gd name="T20" fmla="*/ 2147483647 w 100"/>
              <a:gd name="T21" fmla="*/ 2147483647 h 120"/>
              <a:gd name="T22" fmla="*/ 2147483647 w 100"/>
              <a:gd name="T23" fmla="*/ 2147483647 h 120"/>
              <a:gd name="T24" fmla="*/ 2147483647 w 100"/>
              <a:gd name="T25" fmla="*/ 2147483647 h 120"/>
              <a:gd name="T26" fmla="*/ 2147483647 w 100"/>
              <a:gd name="T27" fmla="*/ 2147483647 h 120"/>
              <a:gd name="T28" fmla="*/ 2147483647 w 100"/>
              <a:gd name="T29" fmla="*/ 2147483647 h 120"/>
              <a:gd name="T30" fmla="*/ 2147483647 w 100"/>
              <a:gd name="T31" fmla="*/ 2147483647 h 120"/>
              <a:gd name="T32" fmla="*/ 2147483647 w 100"/>
              <a:gd name="T33" fmla="*/ 2147483647 h 120"/>
              <a:gd name="T34" fmla="*/ 0 w 100"/>
              <a:gd name="T35" fmla="*/ 2147483647 h 120"/>
              <a:gd name="T36" fmla="*/ 0 w 100"/>
              <a:gd name="T37" fmla="*/ 0 h 1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0"/>
              <a:gd name="T58" fmla="*/ 0 h 120"/>
              <a:gd name="T59" fmla="*/ 100 w 100"/>
              <a:gd name="T60" fmla="*/ 120 h 12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0" h="120">
                <a:moveTo>
                  <a:pt x="0" y="0"/>
                </a:moveTo>
                <a:lnTo>
                  <a:pt x="54" y="26"/>
                </a:lnTo>
                <a:lnTo>
                  <a:pt x="60" y="26"/>
                </a:lnTo>
                <a:lnTo>
                  <a:pt x="100" y="80"/>
                </a:lnTo>
                <a:lnTo>
                  <a:pt x="100" y="86"/>
                </a:lnTo>
                <a:lnTo>
                  <a:pt x="74" y="120"/>
                </a:lnTo>
                <a:lnTo>
                  <a:pt x="67" y="113"/>
                </a:lnTo>
                <a:lnTo>
                  <a:pt x="94" y="80"/>
                </a:lnTo>
                <a:lnTo>
                  <a:pt x="94" y="86"/>
                </a:lnTo>
                <a:lnTo>
                  <a:pt x="54" y="33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3" name="Freeform 79">
            <a:extLst>
              <a:ext uri="{FF2B5EF4-FFF2-40B4-BE49-F238E27FC236}">
                <a16:creationId xmlns:a16="http://schemas.microsoft.com/office/drawing/2014/main" id="{81D3AC82-7FBC-4ADD-A9B9-2B60C34BE9B8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3919538" y="4019550"/>
            <a:ext cx="42862" cy="53975"/>
          </a:xfrm>
          <a:custGeom>
            <a:avLst/>
            <a:gdLst>
              <a:gd name="T0" fmla="*/ 2147483647 w 27"/>
              <a:gd name="T1" fmla="*/ 2147483647 h 34"/>
              <a:gd name="T2" fmla="*/ 2147483647 w 27"/>
              <a:gd name="T3" fmla="*/ 2147483647 h 34"/>
              <a:gd name="T4" fmla="*/ 0 w 27"/>
              <a:gd name="T5" fmla="*/ 2147483647 h 34"/>
              <a:gd name="T6" fmla="*/ 0 w 27"/>
              <a:gd name="T7" fmla="*/ 2147483647 h 34"/>
              <a:gd name="T8" fmla="*/ 0 w 27"/>
              <a:gd name="T9" fmla="*/ 2147483647 h 34"/>
              <a:gd name="T10" fmla="*/ 2147483647 w 27"/>
              <a:gd name="T11" fmla="*/ 0 h 34"/>
              <a:gd name="T12" fmla="*/ 2147483647 w 27"/>
              <a:gd name="T13" fmla="*/ 2147483647 h 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4"/>
              <a:gd name="T23" fmla="*/ 27 w 27"/>
              <a:gd name="T24" fmla="*/ 34 h 3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4">
                <a:moveTo>
                  <a:pt x="27" y="7"/>
                </a:moveTo>
                <a:lnTo>
                  <a:pt x="7" y="34"/>
                </a:lnTo>
                <a:lnTo>
                  <a:pt x="0" y="34"/>
                </a:lnTo>
                <a:lnTo>
                  <a:pt x="0" y="27"/>
                </a:lnTo>
                <a:lnTo>
                  <a:pt x="20" y="0"/>
                </a:lnTo>
                <a:lnTo>
                  <a:pt x="27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4" name="Freeform 80">
            <a:extLst>
              <a:ext uri="{FF2B5EF4-FFF2-40B4-BE49-F238E27FC236}">
                <a16:creationId xmlns:a16="http://schemas.microsoft.com/office/drawing/2014/main" id="{DA467D95-EF5D-439C-9589-8BC12E11DF7D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3844925" y="4094163"/>
            <a:ext cx="11113" cy="11112"/>
          </a:xfrm>
          <a:custGeom>
            <a:avLst/>
            <a:gdLst>
              <a:gd name="T0" fmla="*/ 2147483647 w 7"/>
              <a:gd name="T1" fmla="*/ 2147483647 h 7"/>
              <a:gd name="T2" fmla="*/ 2147483647 w 7"/>
              <a:gd name="T3" fmla="*/ 0 h 7"/>
              <a:gd name="T4" fmla="*/ 2147483647 w 7"/>
              <a:gd name="T5" fmla="*/ 0 h 7"/>
              <a:gd name="T6" fmla="*/ 0 w 7"/>
              <a:gd name="T7" fmla="*/ 0 h 7"/>
              <a:gd name="T8" fmla="*/ 0 w 7"/>
              <a:gd name="T9" fmla="*/ 2147483647 h 7"/>
              <a:gd name="T10" fmla="*/ 0 w 7"/>
              <a:gd name="T11" fmla="*/ 2147483647 h 7"/>
              <a:gd name="T12" fmla="*/ 2147483647 w 7"/>
              <a:gd name="T13" fmla="*/ 2147483647 h 7"/>
              <a:gd name="T14" fmla="*/ 2147483647 w 7"/>
              <a:gd name="T15" fmla="*/ 2147483647 h 7"/>
              <a:gd name="T16" fmla="*/ 2147483647 w 7"/>
              <a:gd name="T17" fmla="*/ 2147483647 h 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"/>
              <a:gd name="T28" fmla="*/ 0 h 7"/>
              <a:gd name="T29" fmla="*/ 7 w 7"/>
              <a:gd name="T30" fmla="*/ 7 h 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" h="7">
                <a:moveTo>
                  <a:pt x="7" y="7"/>
                </a:moveTo>
                <a:lnTo>
                  <a:pt x="7" y="0"/>
                </a:lnTo>
                <a:lnTo>
                  <a:pt x="0" y="0"/>
                </a:lnTo>
                <a:lnTo>
                  <a:pt x="0" y="7"/>
                </a:lnTo>
                <a:lnTo>
                  <a:pt x="7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5" name="Freeform 81">
            <a:extLst>
              <a:ext uri="{FF2B5EF4-FFF2-40B4-BE49-F238E27FC236}">
                <a16:creationId xmlns:a16="http://schemas.microsoft.com/office/drawing/2014/main" id="{4B4F7D97-C350-49B0-82D2-4B2640391858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3844925" y="4062413"/>
            <a:ext cx="74613" cy="42862"/>
          </a:xfrm>
          <a:custGeom>
            <a:avLst/>
            <a:gdLst>
              <a:gd name="T0" fmla="*/ 2147483647 w 47"/>
              <a:gd name="T1" fmla="*/ 2147483647 h 27"/>
              <a:gd name="T2" fmla="*/ 2147483647 w 47"/>
              <a:gd name="T3" fmla="*/ 0 h 27"/>
              <a:gd name="T4" fmla="*/ 0 w 47"/>
              <a:gd name="T5" fmla="*/ 2147483647 h 27"/>
              <a:gd name="T6" fmla="*/ 0 w 47"/>
              <a:gd name="T7" fmla="*/ 2147483647 h 27"/>
              <a:gd name="T8" fmla="*/ 2147483647 w 47"/>
              <a:gd name="T9" fmla="*/ 2147483647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27"/>
              <a:gd name="T17" fmla="*/ 47 w 47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27">
                <a:moveTo>
                  <a:pt x="47" y="7"/>
                </a:moveTo>
                <a:lnTo>
                  <a:pt x="47" y="0"/>
                </a:lnTo>
                <a:lnTo>
                  <a:pt x="0" y="20"/>
                </a:lnTo>
                <a:lnTo>
                  <a:pt x="0" y="27"/>
                </a:lnTo>
                <a:lnTo>
                  <a:pt x="47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56" name="Rectangle 82">
            <a:extLst>
              <a:ext uri="{FF2B5EF4-FFF2-40B4-BE49-F238E27FC236}">
                <a16:creationId xmlns:a16="http://schemas.microsoft.com/office/drawing/2014/main" id="{D3D7AA34-3665-4A08-8C9B-93EC51D7D0D5}"/>
              </a:ext>
            </a:extLst>
          </p:cNvPr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3568700" y="39036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57" name="Rectangle 83">
            <a:extLst>
              <a:ext uri="{FF2B5EF4-FFF2-40B4-BE49-F238E27FC236}">
                <a16:creationId xmlns:a16="http://schemas.microsoft.com/office/drawing/2014/main" id="{2823B2CA-DA78-416A-834F-FED0A840AFF5}"/>
              </a:ext>
            </a:extLst>
          </p:cNvPr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3633788" y="3903663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58" name="Rectangle 84">
            <a:extLst>
              <a:ext uri="{FF2B5EF4-FFF2-40B4-BE49-F238E27FC236}">
                <a16:creationId xmlns:a16="http://schemas.microsoft.com/office/drawing/2014/main" id="{309A97EE-0578-4A0F-9F60-A1D383703B32}"/>
              </a:ext>
            </a:extLst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3568700" y="3903663"/>
            <a:ext cx="650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59" name="Rectangle 85">
            <a:extLst>
              <a:ext uri="{FF2B5EF4-FFF2-40B4-BE49-F238E27FC236}">
                <a16:creationId xmlns:a16="http://schemas.microsoft.com/office/drawing/2014/main" id="{E5C2A06C-F3BC-42B4-A518-1A1787890AC8}"/>
              </a:ext>
            </a:extLst>
          </p:cNvPr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3568700" y="4030663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0" name="Rectangle 86">
            <a:extLst>
              <a:ext uri="{FF2B5EF4-FFF2-40B4-BE49-F238E27FC236}">
                <a16:creationId xmlns:a16="http://schemas.microsoft.com/office/drawing/2014/main" id="{31749158-E44A-44C2-B82D-38CEF3007762}"/>
              </a:ext>
            </a:extLst>
          </p:cNvPr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3633788" y="4030663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1" name="Rectangle 87">
            <a:extLst>
              <a:ext uri="{FF2B5EF4-FFF2-40B4-BE49-F238E27FC236}">
                <a16:creationId xmlns:a16="http://schemas.microsoft.com/office/drawing/2014/main" id="{542C804D-F0FC-4152-8C6A-F8DE80F6FF22}"/>
              </a:ext>
            </a:extLst>
          </p:cNvPr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3568700" y="4030663"/>
            <a:ext cx="650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2" name="Rectangle 88">
            <a:extLst>
              <a:ext uri="{FF2B5EF4-FFF2-40B4-BE49-F238E27FC236}">
                <a16:creationId xmlns:a16="http://schemas.microsoft.com/office/drawing/2014/main" id="{1B6FD038-865F-439F-BBC8-482663D892A7}"/>
              </a:ext>
            </a:extLst>
          </p:cNvPr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3994150" y="39671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3" name="Rectangle 89">
            <a:extLst>
              <a:ext uri="{FF2B5EF4-FFF2-40B4-BE49-F238E27FC236}">
                <a16:creationId xmlns:a16="http://schemas.microsoft.com/office/drawing/2014/main" id="{E582D2DB-D0EB-41FB-AA94-C0798BD94A95}"/>
              </a:ext>
            </a:extLst>
          </p:cNvPr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4057650" y="3967163"/>
            <a:ext cx="1588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4" name="Rectangle 90">
            <a:extLst>
              <a:ext uri="{FF2B5EF4-FFF2-40B4-BE49-F238E27FC236}">
                <a16:creationId xmlns:a16="http://schemas.microsoft.com/office/drawing/2014/main" id="{ED32D63D-49A3-4275-BF4E-AE3C14CDFC7C}"/>
              </a:ext>
            </a:extLst>
          </p:cNvPr>
          <p:cNvSpPr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3994150" y="3967163"/>
            <a:ext cx="63500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5" name="Rectangle 91">
            <a:extLst>
              <a:ext uri="{FF2B5EF4-FFF2-40B4-BE49-F238E27FC236}">
                <a16:creationId xmlns:a16="http://schemas.microsoft.com/office/drawing/2014/main" id="{A9EBD54D-2F75-49E6-86C4-FDF586965D27}"/>
              </a:ext>
            </a:extLst>
          </p:cNvPr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3971925" y="3192463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6" name="Rectangle 92">
            <a:extLst>
              <a:ext uri="{FF2B5EF4-FFF2-40B4-BE49-F238E27FC236}">
                <a16:creationId xmlns:a16="http://schemas.microsoft.com/office/drawing/2014/main" id="{D5BD5B6D-4208-45F0-97DC-B7F0A2C1BA87}"/>
              </a:ext>
            </a:extLst>
          </p:cNvPr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6284913" y="3181350"/>
            <a:ext cx="15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7" name="Freeform 93">
            <a:extLst>
              <a:ext uri="{FF2B5EF4-FFF2-40B4-BE49-F238E27FC236}">
                <a16:creationId xmlns:a16="http://schemas.microsoft.com/office/drawing/2014/main" id="{5CCCF9A4-DEC3-4F07-AC27-2138F40C341A}"/>
              </a:ext>
            </a:extLst>
          </p:cNvPr>
          <p:cNvSpPr>
            <a:spLocks/>
          </p:cNvSpPr>
          <p:nvPr>
            <p:custDataLst>
              <p:tags r:id="rId87"/>
            </p:custDataLst>
          </p:nvPr>
        </p:nvSpPr>
        <p:spPr bwMode="auto">
          <a:xfrm>
            <a:off x="3971925" y="3181350"/>
            <a:ext cx="2312988" cy="22225"/>
          </a:xfrm>
          <a:custGeom>
            <a:avLst/>
            <a:gdLst>
              <a:gd name="T0" fmla="*/ 0 w 1457"/>
              <a:gd name="T1" fmla="*/ 2147483647 h 14"/>
              <a:gd name="T2" fmla="*/ 0 w 1457"/>
              <a:gd name="T3" fmla="*/ 2147483647 h 14"/>
              <a:gd name="T4" fmla="*/ 2147483647 w 1457"/>
              <a:gd name="T5" fmla="*/ 2147483647 h 14"/>
              <a:gd name="T6" fmla="*/ 2147483647 w 1457"/>
              <a:gd name="T7" fmla="*/ 0 h 14"/>
              <a:gd name="T8" fmla="*/ 0 w 1457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57"/>
              <a:gd name="T16" fmla="*/ 0 h 14"/>
              <a:gd name="T17" fmla="*/ 1457 w 1457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57" h="14">
                <a:moveTo>
                  <a:pt x="0" y="7"/>
                </a:moveTo>
                <a:lnTo>
                  <a:pt x="0" y="14"/>
                </a:lnTo>
                <a:lnTo>
                  <a:pt x="1457" y="7"/>
                </a:lnTo>
                <a:lnTo>
                  <a:pt x="1457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68" name="Rectangle 94">
            <a:extLst>
              <a:ext uri="{FF2B5EF4-FFF2-40B4-BE49-F238E27FC236}">
                <a16:creationId xmlns:a16="http://schemas.microsoft.com/office/drawing/2014/main" id="{3024C6C1-BBC1-4C15-8EA4-D80E5DAA90C2}"/>
              </a:ext>
            </a:extLst>
          </p:cNvPr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4068763" y="3967163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69" name="Rectangle 95">
            <a:extLst>
              <a:ext uri="{FF2B5EF4-FFF2-40B4-BE49-F238E27FC236}">
                <a16:creationId xmlns:a16="http://schemas.microsoft.com/office/drawing/2014/main" id="{7734A0DF-2EE2-4B5B-9372-D5A4B308676C}"/>
              </a:ext>
            </a:extLst>
          </p:cNvPr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6284913" y="3967163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0" name="Rectangle 96">
            <a:extLst>
              <a:ext uri="{FF2B5EF4-FFF2-40B4-BE49-F238E27FC236}">
                <a16:creationId xmlns:a16="http://schemas.microsoft.com/office/drawing/2014/main" id="{47BE3B11-B376-4B46-AEC2-7269C498734D}"/>
              </a:ext>
            </a:extLst>
          </p:cNvPr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4068763" y="3967163"/>
            <a:ext cx="2216150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1" name="Freeform 97">
            <a:extLst>
              <a:ext uri="{FF2B5EF4-FFF2-40B4-BE49-F238E27FC236}">
                <a16:creationId xmlns:a16="http://schemas.microsoft.com/office/drawing/2014/main" id="{D9E9E5A6-5FCA-4EE5-8D20-F71FA125A8C7}"/>
              </a:ext>
            </a:extLst>
          </p:cNvPr>
          <p:cNvSpPr>
            <a:spLocks/>
          </p:cNvSpPr>
          <p:nvPr>
            <p:custDataLst>
              <p:tags r:id="rId91"/>
            </p:custDataLst>
          </p:nvPr>
        </p:nvSpPr>
        <p:spPr bwMode="auto">
          <a:xfrm>
            <a:off x="6284913" y="2703513"/>
            <a:ext cx="393700" cy="3067050"/>
          </a:xfrm>
          <a:custGeom>
            <a:avLst/>
            <a:gdLst>
              <a:gd name="T0" fmla="*/ 2147483647 w 248"/>
              <a:gd name="T1" fmla="*/ 2147483647 h 1932"/>
              <a:gd name="T2" fmla="*/ 2147483647 w 248"/>
              <a:gd name="T3" fmla="*/ 2147483647 h 1932"/>
              <a:gd name="T4" fmla="*/ 2147483647 w 248"/>
              <a:gd name="T5" fmla="*/ 2147483647 h 1932"/>
              <a:gd name="T6" fmla="*/ 2147483647 w 248"/>
              <a:gd name="T7" fmla="*/ 2147483647 h 1932"/>
              <a:gd name="T8" fmla="*/ 2147483647 w 248"/>
              <a:gd name="T9" fmla="*/ 2147483647 h 1932"/>
              <a:gd name="T10" fmla="*/ 2147483647 w 248"/>
              <a:gd name="T11" fmla="*/ 2147483647 h 1932"/>
              <a:gd name="T12" fmla="*/ 2147483647 w 248"/>
              <a:gd name="T13" fmla="*/ 2147483647 h 1932"/>
              <a:gd name="T14" fmla="*/ 2147483647 w 248"/>
              <a:gd name="T15" fmla="*/ 2147483647 h 1932"/>
              <a:gd name="T16" fmla="*/ 2147483647 w 248"/>
              <a:gd name="T17" fmla="*/ 2147483647 h 1932"/>
              <a:gd name="T18" fmla="*/ 2147483647 w 248"/>
              <a:gd name="T19" fmla="*/ 2147483647 h 1932"/>
              <a:gd name="T20" fmla="*/ 2147483647 w 248"/>
              <a:gd name="T21" fmla="*/ 2147483647 h 1932"/>
              <a:gd name="T22" fmla="*/ 2147483647 w 248"/>
              <a:gd name="T23" fmla="*/ 2147483647 h 1932"/>
              <a:gd name="T24" fmla="*/ 2147483647 w 248"/>
              <a:gd name="T25" fmla="*/ 2147483647 h 1932"/>
              <a:gd name="T26" fmla="*/ 2147483647 w 248"/>
              <a:gd name="T27" fmla="*/ 2147483647 h 1932"/>
              <a:gd name="T28" fmla="*/ 2147483647 w 248"/>
              <a:gd name="T29" fmla="*/ 2147483647 h 1932"/>
              <a:gd name="T30" fmla="*/ 2147483647 w 248"/>
              <a:gd name="T31" fmla="*/ 2147483647 h 1932"/>
              <a:gd name="T32" fmla="*/ 2147483647 w 248"/>
              <a:gd name="T33" fmla="*/ 2147483647 h 1932"/>
              <a:gd name="T34" fmla="*/ 2147483647 w 248"/>
              <a:gd name="T35" fmla="*/ 2147483647 h 1932"/>
              <a:gd name="T36" fmla="*/ 2147483647 w 248"/>
              <a:gd name="T37" fmla="*/ 2147483647 h 1932"/>
              <a:gd name="T38" fmla="*/ 2147483647 w 248"/>
              <a:gd name="T39" fmla="*/ 2147483647 h 1932"/>
              <a:gd name="T40" fmla="*/ 2147483647 w 248"/>
              <a:gd name="T41" fmla="*/ 2147483647 h 1932"/>
              <a:gd name="T42" fmla="*/ 2147483647 w 248"/>
              <a:gd name="T43" fmla="*/ 2147483647 h 1932"/>
              <a:gd name="T44" fmla="*/ 2147483647 w 248"/>
              <a:gd name="T45" fmla="*/ 2147483647 h 1932"/>
              <a:gd name="T46" fmla="*/ 2147483647 w 248"/>
              <a:gd name="T47" fmla="*/ 2147483647 h 1932"/>
              <a:gd name="T48" fmla="*/ 2147483647 w 248"/>
              <a:gd name="T49" fmla="*/ 0 h 1932"/>
              <a:gd name="T50" fmla="*/ 2147483647 w 248"/>
              <a:gd name="T51" fmla="*/ 0 h 1932"/>
              <a:gd name="T52" fmla="*/ 2147483647 w 248"/>
              <a:gd name="T53" fmla="*/ 2147483647 h 1932"/>
              <a:gd name="T54" fmla="*/ 2147483647 w 248"/>
              <a:gd name="T55" fmla="*/ 2147483647 h 1932"/>
              <a:gd name="T56" fmla="*/ 2147483647 w 248"/>
              <a:gd name="T57" fmla="*/ 2147483647 h 1932"/>
              <a:gd name="T58" fmla="*/ 2147483647 w 248"/>
              <a:gd name="T59" fmla="*/ 2147483647 h 1932"/>
              <a:gd name="T60" fmla="*/ 2147483647 w 248"/>
              <a:gd name="T61" fmla="*/ 2147483647 h 1932"/>
              <a:gd name="T62" fmla="*/ 2147483647 w 248"/>
              <a:gd name="T63" fmla="*/ 2147483647 h 1932"/>
              <a:gd name="T64" fmla="*/ 2147483647 w 248"/>
              <a:gd name="T65" fmla="*/ 2147483647 h 1932"/>
              <a:gd name="T66" fmla="*/ 2147483647 w 248"/>
              <a:gd name="T67" fmla="*/ 2147483647 h 1932"/>
              <a:gd name="T68" fmla="*/ 2147483647 w 248"/>
              <a:gd name="T69" fmla="*/ 2147483647 h 1932"/>
              <a:gd name="T70" fmla="*/ 2147483647 w 248"/>
              <a:gd name="T71" fmla="*/ 2147483647 h 1932"/>
              <a:gd name="T72" fmla="*/ 2147483647 w 248"/>
              <a:gd name="T73" fmla="*/ 2147483647 h 1932"/>
              <a:gd name="T74" fmla="*/ 2147483647 w 248"/>
              <a:gd name="T75" fmla="*/ 2147483647 h 1932"/>
              <a:gd name="T76" fmla="*/ 2147483647 w 248"/>
              <a:gd name="T77" fmla="*/ 2147483647 h 1932"/>
              <a:gd name="T78" fmla="*/ 2147483647 w 248"/>
              <a:gd name="T79" fmla="*/ 2147483647 h 1932"/>
              <a:gd name="T80" fmla="*/ 2147483647 w 248"/>
              <a:gd name="T81" fmla="*/ 2147483647 h 1932"/>
              <a:gd name="T82" fmla="*/ 0 w 248"/>
              <a:gd name="T83" fmla="*/ 2147483647 h 1932"/>
              <a:gd name="T84" fmla="*/ 0 w 248"/>
              <a:gd name="T85" fmla="*/ 2147483647 h 1932"/>
              <a:gd name="T86" fmla="*/ 0 w 248"/>
              <a:gd name="T87" fmla="*/ 2147483647 h 1932"/>
              <a:gd name="T88" fmla="*/ 2147483647 w 248"/>
              <a:gd name="T89" fmla="*/ 2147483647 h 1932"/>
              <a:gd name="T90" fmla="*/ 2147483647 w 248"/>
              <a:gd name="T91" fmla="*/ 2147483647 h 1932"/>
              <a:gd name="T92" fmla="*/ 2147483647 w 248"/>
              <a:gd name="T93" fmla="*/ 2147483647 h 1932"/>
              <a:gd name="T94" fmla="*/ 2147483647 w 248"/>
              <a:gd name="T95" fmla="*/ 0 h 193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48"/>
              <a:gd name="T145" fmla="*/ 0 h 1932"/>
              <a:gd name="T146" fmla="*/ 248 w 248"/>
              <a:gd name="T147" fmla="*/ 1932 h 1932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48" h="1932">
                <a:moveTo>
                  <a:pt x="121" y="7"/>
                </a:moveTo>
                <a:lnTo>
                  <a:pt x="67" y="20"/>
                </a:lnTo>
                <a:lnTo>
                  <a:pt x="74" y="20"/>
                </a:lnTo>
                <a:lnTo>
                  <a:pt x="41" y="40"/>
                </a:lnTo>
                <a:lnTo>
                  <a:pt x="14" y="81"/>
                </a:lnTo>
                <a:lnTo>
                  <a:pt x="14" y="74"/>
                </a:lnTo>
                <a:lnTo>
                  <a:pt x="7" y="121"/>
                </a:lnTo>
                <a:lnTo>
                  <a:pt x="7" y="963"/>
                </a:lnTo>
                <a:lnTo>
                  <a:pt x="7" y="1805"/>
                </a:lnTo>
                <a:lnTo>
                  <a:pt x="14" y="1852"/>
                </a:lnTo>
                <a:lnTo>
                  <a:pt x="41" y="1885"/>
                </a:lnTo>
                <a:lnTo>
                  <a:pt x="74" y="1912"/>
                </a:lnTo>
                <a:lnTo>
                  <a:pt x="67" y="1912"/>
                </a:lnTo>
                <a:lnTo>
                  <a:pt x="121" y="1925"/>
                </a:lnTo>
                <a:lnTo>
                  <a:pt x="168" y="1912"/>
                </a:lnTo>
                <a:lnTo>
                  <a:pt x="208" y="1885"/>
                </a:lnTo>
                <a:lnTo>
                  <a:pt x="234" y="1852"/>
                </a:lnTo>
                <a:lnTo>
                  <a:pt x="241" y="1805"/>
                </a:lnTo>
                <a:lnTo>
                  <a:pt x="241" y="963"/>
                </a:lnTo>
                <a:lnTo>
                  <a:pt x="241" y="121"/>
                </a:lnTo>
                <a:lnTo>
                  <a:pt x="234" y="74"/>
                </a:lnTo>
                <a:lnTo>
                  <a:pt x="234" y="81"/>
                </a:lnTo>
                <a:lnTo>
                  <a:pt x="208" y="40"/>
                </a:lnTo>
                <a:lnTo>
                  <a:pt x="168" y="20"/>
                </a:lnTo>
                <a:lnTo>
                  <a:pt x="121" y="7"/>
                </a:lnTo>
                <a:lnTo>
                  <a:pt x="121" y="0"/>
                </a:lnTo>
                <a:lnTo>
                  <a:pt x="168" y="14"/>
                </a:lnTo>
                <a:lnTo>
                  <a:pt x="208" y="34"/>
                </a:lnTo>
                <a:lnTo>
                  <a:pt x="214" y="34"/>
                </a:lnTo>
                <a:lnTo>
                  <a:pt x="241" y="74"/>
                </a:lnTo>
                <a:lnTo>
                  <a:pt x="248" y="121"/>
                </a:lnTo>
                <a:lnTo>
                  <a:pt x="248" y="963"/>
                </a:lnTo>
                <a:lnTo>
                  <a:pt x="248" y="1805"/>
                </a:lnTo>
                <a:lnTo>
                  <a:pt x="241" y="1852"/>
                </a:lnTo>
                <a:lnTo>
                  <a:pt x="241" y="1858"/>
                </a:lnTo>
                <a:lnTo>
                  <a:pt x="214" y="1892"/>
                </a:lnTo>
                <a:lnTo>
                  <a:pt x="174" y="1919"/>
                </a:lnTo>
                <a:lnTo>
                  <a:pt x="168" y="1919"/>
                </a:lnTo>
                <a:lnTo>
                  <a:pt x="121" y="1932"/>
                </a:lnTo>
                <a:lnTo>
                  <a:pt x="67" y="1919"/>
                </a:lnTo>
                <a:lnTo>
                  <a:pt x="34" y="1892"/>
                </a:lnTo>
                <a:lnTo>
                  <a:pt x="7" y="1858"/>
                </a:lnTo>
                <a:lnTo>
                  <a:pt x="7" y="1852"/>
                </a:lnTo>
                <a:lnTo>
                  <a:pt x="0" y="1805"/>
                </a:lnTo>
                <a:lnTo>
                  <a:pt x="0" y="963"/>
                </a:lnTo>
                <a:lnTo>
                  <a:pt x="0" y="121"/>
                </a:lnTo>
                <a:lnTo>
                  <a:pt x="7" y="74"/>
                </a:lnTo>
                <a:lnTo>
                  <a:pt x="34" y="34"/>
                </a:lnTo>
                <a:lnTo>
                  <a:pt x="67" y="14"/>
                </a:lnTo>
                <a:lnTo>
                  <a:pt x="121" y="0"/>
                </a:lnTo>
                <a:lnTo>
                  <a:pt x="121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72" name="Freeform 98">
            <a:extLst>
              <a:ext uri="{FF2B5EF4-FFF2-40B4-BE49-F238E27FC236}">
                <a16:creationId xmlns:a16="http://schemas.microsoft.com/office/drawing/2014/main" id="{BA630720-1250-48CD-804E-E394398B5C66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auto">
          <a:xfrm>
            <a:off x="6477000" y="2703513"/>
            <a:ext cx="1588" cy="11112"/>
          </a:xfrm>
          <a:custGeom>
            <a:avLst/>
            <a:gdLst>
              <a:gd name="T0" fmla="*/ 0 w 1588"/>
              <a:gd name="T1" fmla="*/ 2147483647 h 7"/>
              <a:gd name="T2" fmla="*/ 0 w 1588"/>
              <a:gd name="T3" fmla="*/ 2147483647 h 7"/>
              <a:gd name="T4" fmla="*/ 0 w 1588"/>
              <a:gd name="T5" fmla="*/ 2147483647 h 7"/>
              <a:gd name="T6" fmla="*/ 0 w 1588"/>
              <a:gd name="T7" fmla="*/ 0 h 7"/>
              <a:gd name="T8" fmla="*/ 0 w 1588"/>
              <a:gd name="T9" fmla="*/ 0 h 7"/>
              <a:gd name="T10" fmla="*/ 0 w 1588"/>
              <a:gd name="T11" fmla="*/ 0 h 7"/>
              <a:gd name="T12" fmla="*/ 0 w 1588"/>
              <a:gd name="T13" fmla="*/ 2147483647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7"/>
              <a:gd name="T23" fmla="*/ 1588 w 1588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7">
                <a:moveTo>
                  <a:pt x="0" y="7"/>
                </a:moveTo>
                <a:lnTo>
                  <a:pt x="0" y="7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73" name="Rectangle 99">
            <a:extLst>
              <a:ext uri="{FF2B5EF4-FFF2-40B4-BE49-F238E27FC236}">
                <a16:creationId xmlns:a16="http://schemas.microsoft.com/office/drawing/2014/main" id="{18A5282F-A56D-4FE1-8671-B0DAA56E121E}"/>
              </a:ext>
            </a:extLst>
          </p:cNvPr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5722938" y="5113338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4" name="Rectangle 100">
            <a:extLst>
              <a:ext uri="{FF2B5EF4-FFF2-40B4-BE49-F238E27FC236}">
                <a16:creationId xmlns:a16="http://schemas.microsoft.com/office/drawing/2014/main" id="{B69B03F2-A9FE-4F1E-8BDA-39806CDDED1A}"/>
              </a:ext>
            </a:extLst>
          </p:cNvPr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6284913" y="5102225"/>
            <a:ext cx="1587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5" name="Freeform 101">
            <a:extLst>
              <a:ext uri="{FF2B5EF4-FFF2-40B4-BE49-F238E27FC236}">
                <a16:creationId xmlns:a16="http://schemas.microsoft.com/office/drawing/2014/main" id="{0E0B50C7-310B-45E0-AA0D-3EF3C260E323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5722938" y="5102225"/>
            <a:ext cx="561975" cy="20638"/>
          </a:xfrm>
          <a:custGeom>
            <a:avLst/>
            <a:gdLst>
              <a:gd name="T0" fmla="*/ 0 w 354"/>
              <a:gd name="T1" fmla="*/ 2147483647 h 13"/>
              <a:gd name="T2" fmla="*/ 0 w 354"/>
              <a:gd name="T3" fmla="*/ 2147483647 h 13"/>
              <a:gd name="T4" fmla="*/ 2147483647 w 354"/>
              <a:gd name="T5" fmla="*/ 2147483647 h 13"/>
              <a:gd name="T6" fmla="*/ 2147483647 w 354"/>
              <a:gd name="T7" fmla="*/ 0 h 13"/>
              <a:gd name="T8" fmla="*/ 0 w 354"/>
              <a:gd name="T9" fmla="*/ 2147483647 h 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13"/>
              <a:gd name="T17" fmla="*/ 354 w 354"/>
              <a:gd name="T18" fmla="*/ 13 h 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13">
                <a:moveTo>
                  <a:pt x="0" y="7"/>
                </a:moveTo>
                <a:lnTo>
                  <a:pt x="0" y="13"/>
                </a:lnTo>
                <a:lnTo>
                  <a:pt x="354" y="7"/>
                </a:lnTo>
                <a:lnTo>
                  <a:pt x="354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76" name="Rectangle 102">
            <a:extLst>
              <a:ext uri="{FF2B5EF4-FFF2-40B4-BE49-F238E27FC236}">
                <a16:creationId xmlns:a16="http://schemas.microsoft.com/office/drawing/2014/main" id="{349347A2-840A-41C8-9564-3162E80528AC}"/>
              </a:ext>
            </a:extLst>
          </p:cNvPr>
          <p:cNvSpPr>
            <a:spLocks noChangeArrowheads="1"/>
          </p:cNvSpPr>
          <p:nvPr>
            <p:custDataLst>
              <p:tags r:id="rId96"/>
            </p:custDataLst>
          </p:nvPr>
        </p:nvSpPr>
        <p:spPr bwMode="auto">
          <a:xfrm>
            <a:off x="2709863" y="3128963"/>
            <a:ext cx="11112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7" name="Rectangle 103">
            <a:extLst>
              <a:ext uri="{FF2B5EF4-FFF2-40B4-BE49-F238E27FC236}">
                <a16:creationId xmlns:a16="http://schemas.microsoft.com/office/drawing/2014/main" id="{1D0D63F7-BF08-416D-8165-CE0B4FDF9816}"/>
              </a:ext>
            </a:extLst>
          </p:cNvPr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>
            <a:off x="2709863" y="3128963"/>
            <a:ext cx="11112" cy="79533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8" name="Rectangle 104">
            <a:extLst>
              <a:ext uri="{FF2B5EF4-FFF2-40B4-BE49-F238E27FC236}">
                <a16:creationId xmlns:a16="http://schemas.microsoft.com/office/drawing/2014/main" id="{67278684-6580-41DC-8F01-BDF96D20ADF1}"/>
              </a:ext>
            </a:extLst>
          </p:cNvPr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3579813" y="3913188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79" name="Rectangle 105">
            <a:extLst>
              <a:ext uri="{FF2B5EF4-FFF2-40B4-BE49-F238E27FC236}">
                <a16:creationId xmlns:a16="http://schemas.microsoft.com/office/drawing/2014/main" id="{CCBDC56A-C765-4689-8247-9CC5FA803564}"/>
              </a:ext>
            </a:extLst>
          </p:cNvPr>
          <p:cNvSpPr>
            <a:spLocks noChangeArrowheads="1"/>
          </p:cNvSpPr>
          <p:nvPr>
            <p:custDataLst>
              <p:tags r:id="rId99"/>
            </p:custDataLst>
          </p:nvPr>
        </p:nvSpPr>
        <p:spPr bwMode="auto">
          <a:xfrm>
            <a:off x="2709863" y="3913188"/>
            <a:ext cx="869950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80" name="Rectangle 106">
            <a:extLst>
              <a:ext uri="{FF2B5EF4-FFF2-40B4-BE49-F238E27FC236}">
                <a16:creationId xmlns:a16="http://schemas.microsoft.com/office/drawing/2014/main" id="{0EFA71AD-C7EF-4D87-90C1-1FCFDCDCF23C}"/>
              </a:ext>
            </a:extLst>
          </p:cNvPr>
          <p:cNvSpPr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3527425" y="3255963"/>
            <a:ext cx="1588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81" name="Rectangle 107">
            <a:extLst>
              <a:ext uri="{FF2B5EF4-FFF2-40B4-BE49-F238E27FC236}">
                <a16:creationId xmlns:a16="http://schemas.microsoft.com/office/drawing/2014/main" id="{088FE761-DFD8-4F15-8303-268310E9C7B9}"/>
              </a:ext>
            </a:extLst>
          </p:cNvPr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>
            <a:off x="3070225" y="3255963"/>
            <a:ext cx="457200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82" name="Rectangle 108">
            <a:extLst>
              <a:ext uri="{FF2B5EF4-FFF2-40B4-BE49-F238E27FC236}">
                <a16:creationId xmlns:a16="http://schemas.microsoft.com/office/drawing/2014/main" id="{0580AD30-FB1A-40A2-92C4-3B1AC8954098}"/>
              </a:ext>
            </a:extLst>
          </p:cNvPr>
          <p:cNvSpPr>
            <a:spLocks noChangeArrowheads="1"/>
          </p:cNvSpPr>
          <p:nvPr>
            <p:custDataLst>
              <p:tags r:id="rId102"/>
            </p:custDataLst>
          </p:nvPr>
        </p:nvSpPr>
        <p:spPr bwMode="auto">
          <a:xfrm>
            <a:off x="3070225" y="5038725"/>
            <a:ext cx="11113" cy="15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83" name="Rectangle 109">
            <a:extLst>
              <a:ext uri="{FF2B5EF4-FFF2-40B4-BE49-F238E27FC236}">
                <a16:creationId xmlns:a16="http://schemas.microsoft.com/office/drawing/2014/main" id="{CC096917-9576-432A-BDBB-D1B2C02CF820}"/>
              </a:ext>
            </a:extLst>
          </p:cNvPr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>
            <a:off x="3070225" y="3255963"/>
            <a:ext cx="11113" cy="178276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84" name="Freeform 110">
            <a:extLst>
              <a:ext uri="{FF2B5EF4-FFF2-40B4-BE49-F238E27FC236}">
                <a16:creationId xmlns:a16="http://schemas.microsoft.com/office/drawing/2014/main" id="{FC947F1E-59D9-410D-B3A6-4B43DAE4DA0A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auto">
          <a:xfrm>
            <a:off x="2689225" y="3097213"/>
            <a:ext cx="73025" cy="95250"/>
          </a:xfrm>
          <a:custGeom>
            <a:avLst/>
            <a:gdLst>
              <a:gd name="T0" fmla="*/ 2147483647 w 46"/>
              <a:gd name="T1" fmla="*/ 2147483647 h 60"/>
              <a:gd name="T2" fmla="*/ 2147483647 w 46"/>
              <a:gd name="T3" fmla="*/ 2147483647 h 60"/>
              <a:gd name="T4" fmla="*/ 2147483647 w 46"/>
              <a:gd name="T5" fmla="*/ 0 h 60"/>
              <a:gd name="T6" fmla="*/ 2147483647 w 46"/>
              <a:gd name="T7" fmla="*/ 2147483647 h 60"/>
              <a:gd name="T8" fmla="*/ 0 w 46"/>
              <a:gd name="T9" fmla="*/ 2147483647 h 60"/>
              <a:gd name="T10" fmla="*/ 2147483647 w 46"/>
              <a:gd name="T11" fmla="*/ 2147483647 h 60"/>
              <a:gd name="T12" fmla="*/ 2147483647 w 46"/>
              <a:gd name="T13" fmla="*/ 2147483647 h 60"/>
              <a:gd name="T14" fmla="*/ 2147483647 w 46"/>
              <a:gd name="T15" fmla="*/ 2147483647 h 60"/>
              <a:gd name="T16" fmla="*/ 2147483647 w 46"/>
              <a:gd name="T17" fmla="*/ 2147483647 h 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6"/>
              <a:gd name="T28" fmla="*/ 0 h 60"/>
              <a:gd name="T29" fmla="*/ 46 w 46"/>
              <a:gd name="T30" fmla="*/ 60 h 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6" h="60">
                <a:moveTo>
                  <a:pt x="46" y="26"/>
                </a:moveTo>
                <a:lnTo>
                  <a:pt x="40" y="6"/>
                </a:lnTo>
                <a:lnTo>
                  <a:pt x="20" y="0"/>
                </a:lnTo>
                <a:lnTo>
                  <a:pt x="6" y="6"/>
                </a:lnTo>
                <a:lnTo>
                  <a:pt x="0" y="26"/>
                </a:lnTo>
                <a:lnTo>
                  <a:pt x="6" y="46"/>
                </a:lnTo>
                <a:lnTo>
                  <a:pt x="20" y="60"/>
                </a:lnTo>
                <a:lnTo>
                  <a:pt x="40" y="46"/>
                </a:lnTo>
                <a:lnTo>
                  <a:pt x="46" y="26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85" name="Freeform 111">
            <a:extLst>
              <a:ext uri="{FF2B5EF4-FFF2-40B4-BE49-F238E27FC236}">
                <a16:creationId xmlns:a16="http://schemas.microsoft.com/office/drawing/2014/main" id="{0A9537F3-C4C6-4A80-9C58-043FF3C38B9A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auto">
          <a:xfrm>
            <a:off x="2689225" y="3097213"/>
            <a:ext cx="84138" cy="106362"/>
          </a:xfrm>
          <a:custGeom>
            <a:avLst/>
            <a:gdLst>
              <a:gd name="T0" fmla="*/ 2147483647 w 53"/>
              <a:gd name="T1" fmla="*/ 2147483647 h 67"/>
              <a:gd name="T2" fmla="*/ 2147483647 w 53"/>
              <a:gd name="T3" fmla="*/ 2147483647 h 67"/>
              <a:gd name="T4" fmla="*/ 2147483647 w 53"/>
              <a:gd name="T5" fmla="*/ 2147483647 h 67"/>
              <a:gd name="T6" fmla="*/ 2147483647 w 53"/>
              <a:gd name="T7" fmla="*/ 2147483647 h 67"/>
              <a:gd name="T8" fmla="*/ 2147483647 w 53"/>
              <a:gd name="T9" fmla="*/ 2147483647 h 67"/>
              <a:gd name="T10" fmla="*/ 2147483647 w 53"/>
              <a:gd name="T11" fmla="*/ 2147483647 h 67"/>
              <a:gd name="T12" fmla="*/ 2147483647 w 53"/>
              <a:gd name="T13" fmla="*/ 2147483647 h 67"/>
              <a:gd name="T14" fmla="*/ 2147483647 w 53"/>
              <a:gd name="T15" fmla="*/ 2147483647 h 67"/>
              <a:gd name="T16" fmla="*/ 2147483647 w 53"/>
              <a:gd name="T17" fmla="*/ 2147483647 h 67"/>
              <a:gd name="T18" fmla="*/ 2147483647 w 53"/>
              <a:gd name="T19" fmla="*/ 2147483647 h 67"/>
              <a:gd name="T20" fmla="*/ 2147483647 w 53"/>
              <a:gd name="T21" fmla="*/ 2147483647 h 67"/>
              <a:gd name="T22" fmla="*/ 2147483647 w 53"/>
              <a:gd name="T23" fmla="*/ 2147483647 h 67"/>
              <a:gd name="T24" fmla="*/ 2147483647 w 53"/>
              <a:gd name="T25" fmla="*/ 2147483647 h 67"/>
              <a:gd name="T26" fmla="*/ 2147483647 w 53"/>
              <a:gd name="T27" fmla="*/ 2147483647 h 67"/>
              <a:gd name="T28" fmla="*/ 2147483647 w 53"/>
              <a:gd name="T29" fmla="*/ 2147483647 h 67"/>
              <a:gd name="T30" fmla="*/ 2147483647 w 53"/>
              <a:gd name="T31" fmla="*/ 2147483647 h 67"/>
              <a:gd name="T32" fmla="*/ 2147483647 w 53"/>
              <a:gd name="T33" fmla="*/ 2147483647 h 67"/>
              <a:gd name="T34" fmla="*/ 2147483647 w 53"/>
              <a:gd name="T35" fmla="*/ 2147483647 h 67"/>
              <a:gd name="T36" fmla="*/ 2147483647 w 53"/>
              <a:gd name="T37" fmla="*/ 2147483647 h 67"/>
              <a:gd name="T38" fmla="*/ 2147483647 w 53"/>
              <a:gd name="T39" fmla="*/ 2147483647 h 67"/>
              <a:gd name="T40" fmla="*/ 2147483647 w 53"/>
              <a:gd name="T41" fmla="*/ 2147483647 h 67"/>
              <a:gd name="T42" fmla="*/ 2147483647 w 53"/>
              <a:gd name="T43" fmla="*/ 2147483647 h 67"/>
              <a:gd name="T44" fmla="*/ 2147483647 w 53"/>
              <a:gd name="T45" fmla="*/ 2147483647 h 67"/>
              <a:gd name="T46" fmla="*/ 2147483647 w 53"/>
              <a:gd name="T47" fmla="*/ 2147483647 h 67"/>
              <a:gd name="T48" fmla="*/ 2147483647 w 53"/>
              <a:gd name="T49" fmla="*/ 2147483647 h 67"/>
              <a:gd name="T50" fmla="*/ 2147483647 w 53"/>
              <a:gd name="T51" fmla="*/ 2147483647 h 67"/>
              <a:gd name="T52" fmla="*/ 2147483647 w 53"/>
              <a:gd name="T53" fmla="*/ 2147483647 h 67"/>
              <a:gd name="T54" fmla="*/ 2147483647 w 53"/>
              <a:gd name="T55" fmla="*/ 2147483647 h 67"/>
              <a:gd name="T56" fmla="*/ 2147483647 w 53"/>
              <a:gd name="T57" fmla="*/ 2147483647 h 67"/>
              <a:gd name="T58" fmla="*/ 2147483647 w 53"/>
              <a:gd name="T59" fmla="*/ 2147483647 h 67"/>
              <a:gd name="T60" fmla="*/ 2147483647 w 53"/>
              <a:gd name="T61" fmla="*/ 2147483647 h 67"/>
              <a:gd name="T62" fmla="*/ 2147483647 w 53"/>
              <a:gd name="T63" fmla="*/ 2147483647 h 67"/>
              <a:gd name="T64" fmla="*/ 2147483647 w 53"/>
              <a:gd name="T65" fmla="*/ 2147483647 h 67"/>
              <a:gd name="T66" fmla="*/ 2147483647 w 53"/>
              <a:gd name="T67" fmla="*/ 2147483647 h 67"/>
              <a:gd name="T68" fmla="*/ 2147483647 w 53"/>
              <a:gd name="T69" fmla="*/ 2147483647 h 67"/>
              <a:gd name="T70" fmla="*/ 0 w 53"/>
              <a:gd name="T71" fmla="*/ 2147483647 h 67"/>
              <a:gd name="T72" fmla="*/ 0 w 53"/>
              <a:gd name="T73" fmla="*/ 2147483647 h 67"/>
              <a:gd name="T74" fmla="*/ 0 w 53"/>
              <a:gd name="T75" fmla="*/ 2147483647 h 67"/>
              <a:gd name="T76" fmla="*/ 2147483647 w 53"/>
              <a:gd name="T77" fmla="*/ 2147483647 h 67"/>
              <a:gd name="T78" fmla="*/ 2147483647 w 53"/>
              <a:gd name="T79" fmla="*/ 2147483647 h 67"/>
              <a:gd name="T80" fmla="*/ 2147483647 w 53"/>
              <a:gd name="T81" fmla="*/ 2147483647 h 67"/>
              <a:gd name="T82" fmla="*/ 2147483647 w 53"/>
              <a:gd name="T83" fmla="*/ 0 h 67"/>
              <a:gd name="T84" fmla="*/ 2147483647 w 53"/>
              <a:gd name="T85" fmla="*/ 0 h 67"/>
              <a:gd name="T86" fmla="*/ 2147483647 w 53"/>
              <a:gd name="T87" fmla="*/ 0 h 67"/>
              <a:gd name="T88" fmla="*/ 2147483647 w 53"/>
              <a:gd name="T89" fmla="*/ 2147483647 h 67"/>
              <a:gd name="T90" fmla="*/ 2147483647 w 53"/>
              <a:gd name="T91" fmla="*/ 2147483647 h 67"/>
              <a:gd name="T92" fmla="*/ 2147483647 w 53"/>
              <a:gd name="T93" fmla="*/ 2147483647 h 67"/>
              <a:gd name="T94" fmla="*/ 2147483647 w 53"/>
              <a:gd name="T95" fmla="*/ 2147483647 h 67"/>
              <a:gd name="T96" fmla="*/ 2147483647 w 53"/>
              <a:gd name="T97" fmla="*/ 2147483647 h 6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3"/>
              <a:gd name="T148" fmla="*/ 0 h 67"/>
              <a:gd name="T149" fmla="*/ 53 w 53"/>
              <a:gd name="T150" fmla="*/ 67 h 67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3" h="67">
                <a:moveTo>
                  <a:pt x="46" y="26"/>
                </a:moveTo>
                <a:lnTo>
                  <a:pt x="40" y="6"/>
                </a:lnTo>
                <a:lnTo>
                  <a:pt x="40" y="13"/>
                </a:lnTo>
                <a:lnTo>
                  <a:pt x="20" y="6"/>
                </a:lnTo>
                <a:lnTo>
                  <a:pt x="6" y="13"/>
                </a:lnTo>
                <a:lnTo>
                  <a:pt x="13" y="6"/>
                </a:lnTo>
                <a:lnTo>
                  <a:pt x="6" y="26"/>
                </a:lnTo>
                <a:lnTo>
                  <a:pt x="13" y="46"/>
                </a:lnTo>
                <a:lnTo>
                  <a:pt x="26" y="60"/>
                </a:lnTo>
                <a:lnTo>
                  <a:pt x="20" y="60"/>
                </a:lnTo>
                <a:lnTo>
                  <a:pt x="40" y="46"/>
                </a:lnTo>
                <a:lnTo>
                  <a:pt x="46" y="26"/>
                </a:lnTo>
                <a:lnTo>
                  <a:pt x="53" y="26"/>
                </a:lnTo>
                <a:lnTo>
                  <a:pt x="46" y="46"/>
                </a:lnTo>
                <a:lnTo>
                  <a:pt x="46" y="53"/>
                </a:lnTo>
                <a:lnTo>
                  <a:pt x="26" y="67"/>
                </a:lnTo>
                <a:lnTo>
                  <a:pt x="20" y="67"/>
                </a:lnTo>
                <a:lnTo>
                  <a:pt x="6" y="53"/>
                </a:lnTo>
                <a:lnTo>
                  <a:pt x="6" y="46"/>
                </a:lnTo>
                <a:lnTo>
                  <a:pt x="0" y="26"/>
                </a:lnTo>
                <a:lnTo>
                  <a:pt x="6" y="6"/>
                </a:lnTo>
                <a:lnTo>
                  <a:pt x="20" y="0"/>
                </a:lnTo>
                <a:lnTo>
                  <a:pt x="40" y="6"/>
                </a:lnTo>
                <a:lnTo>
                  <a:pt x="46" y="6"/>
                </a:lnTo>
                <a:lnTo>
                  <a:pt x="53" y="26"/>
                </a:lnTo>
                <a:lnTo>
                  <a:pt x="46" y="26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86" name="Freeform 112">
            <a:extLst>
              <a:ext uri="{FF2B5EF4-FFF2-40B4-BE49-F238E27FC236}">
                <a16:creationId xmlns:a16="http://schemas.microsoft.com/office/drawing/2014/main" id="{5B54E2F4-3268-4769-866C-F051E0C8826C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auto">
          <a:xfrm>
            <a:off x="2762250" y="3138488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7 w 7"/>
              <a:gd name="T7" fmla="*/ 0 h 1587"/>
              <a:gd name="T8" fmla="*/ 2147483647 w 7"/>
              <a:gd name="T9" fmla="*/ 0 h 1587"/>
              <a:gd name="T10" fmla="*/ 2147483647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87" name="Freeform 113">
            <a:extLst>
              <a:ext uri="{FF2B5EF4-FFF2-40B4-BE49-F238E27FC236}">
                <a16:creationId xmlns:a16="http://schemas.microsoft.com/office/drawing/2014/main" id="{A2AF640B-05BF-45DC-8ED4-BFF9F9930E2C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auto">
          <a:xfrm>
            <a:off x="3028950" y="4984750"/>
            <a:ext cx="73025" cy="96838"/>
          </a:xfrm>
          <a:custGeom>
            <a:avLst/>
            <a:gdLst>
              <a:gd name="T0" fmla="*/ 2147483647 w 46"/>
              <a:gd name="T1" fmla="*/ 2147483647 h 61"/>
              <a:gd name="T2" fmla="*/ 2147483647 w 46"/>
              <a:gd name="T3" fmla="*/ 2147483647 h 61"/>
              <a:gd name="T4" fmla="*/ 2147483647 w 46"/>
              <a:gd name="T5" fmla="*/ 0 h 61"/>
              <a:gd name="T6" fmla="*/ 2147483647 w 46"/>
              <a:gd name="T7" fmla="*/ 2147483647 h 61"/>
              <a:gd name="T8" fmla="*/ 0 w 46"/>
              <a:gd name="T9" fmla="*/ 2147483647 h 61"/>
              <a:gd name="T10" fmla="*/ 2147483647 w 46"/>
              <a:gd name="T11" fmla="*/ 2147483647 h 61"/>
              <a:gd name="T12" fmla="*/ 2147483647 w 46"/>
              <a:gd name="T13" fmla="*/ 2147483647 h 61"/>
              <a:gd name="T14" fmla="*/ 2147483647 w 46"/>
              <a:gd name="T15" fmla="*/ 2147483647 h 61"/>
              <a:gd name="T16" fmla="*/ 2147483647 w 46"/>
              <a:gd name="T17" fmla="*/ 2147483647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6"/>
              <a:gd name="T28" fmla="*/ 0 h 61"/>
              <a:gd name="T29" fmla="*/ 46 w 46"/>
              <a:gd name="T30" fmla="*/ 61 h 6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6" h="61">
                <a:moveTo>
                  <a:pt x="46" y="27"/>
                </a:moveTo>
                <a:lnTo>
                  <a:pt x="40" y="7"/>
                </a:lnTo>
                <a:lnTo>
                  <a:pt x="20" y="0"/>
                </a:lnTo>
                <a:lnTo>
                  <a:pt x="6" y="7"/>
                </a:lnTo>
                <a:lnTo>
                  <a:pt x="0" y="27"/>
                </a:lnTo>
                <a:lnTo>
                  <a:pt x="6" y="47"/>
                </a:lnTo>
                <a:lnTo>
                  <a:pt x="20" y="61"/>
                </a:lnTo>
                <a:lnTo>
                  <a:pt x="40" y="47"/>
                </a:lnTo>
                <a:lnTo>
                  <a:pt x="46" y="2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88" name="Freeform 114">
            <a:extLst>
              <a:ext uri="{FF2B5EF4-FFF2-40B4-BE49-F238E27FC236}">
                <a16:creationId xmlns:a16="http://schemas.microsoft.com/office/drawing/2014/main" id="{499B2DE2-DD50-40D3-872A-A5C2A7940E53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auto">
          <a:xfrm>
            <a:off x="3028950" y="4984750"/>
            <a:ext cx="84138" cy="106363"/>
          </a:xfrm>
          <a:custGeom>
            <a:avLst/>
            <a:gdLst>
              <a:gd name="T0" fmla="*/ 2147483647 w 53"/>
              <a:gd name="T1" fmla="*/ 2147483647 h 67"/>
              <a:gd name="T2" fmla="*/ 2147483647 w 53"/>
              <a:gd name="T3" fmla="*/ 2147483647 h 67"/>
              <a:gd name="T4" fmla="*/ 2147483647 w 53"/>
              <a:gd name="T5" fmla="*/ 2147483647 h 67"/>
              <a:gd name="T6" fmla="*/ 2147483647 w 53"/>
              <a:gd name="T7" fmla="*/ 2147483647 h 67"/>
              <a:gd name="T8" fmla="*/ 2147483647 w 53"/>
              <a:gd name="T9" fmla="*/ 2147483647 h 67"/>
              <a:gd name="T10" fmla="*/ 2147483647 w 53"/>
              <a:gd name="T11" fmla="*/ 2147483647 h 67"/>
              <a:gd name="T12" fmla="*/ 2147483647 w 53"/>
              <a:gd name="T13" fmla="*/ 2147483647 h 67"/>
              <a:gd name="T14" fmla="*/ 2147483647 w 53"/>
              <a:gd name="T15" fmla="*/ 2147483647 h 67"/>
              <a:gd name="T16" fmla="*/ 2147483647 w 53"/>
              <a:gd name="T17" fmla="*/ 2147483647 h 67"/>
              <a:gd name="T18" fmla="*/ 2147483647 w 53"/>
              <a:gd name="T19" fmla="*/ 2147483647 h 67"/>
              <a:gd name="T20" fmla="*/ 2147483647 w 53"/>
              <a:gd name="T21" fmla="*/ 2147483647 h 67"/>
              <a:gd name="T22" fmla="*/ 2147483647 w 53"/>
              <a:gd name="T23" fmla="*/ 2147483647 h 67"/>
              <a:gd name="T24" fmla="*/ 2147483647 w 53"/>
              <a:gd name="T25" fmla="*/ 2147483647 h 67"/>
              <a:gd name="T26" fmla="*/ 2147483647 w 53"/>
              <a:gd name="T27" fmla="*/ 2147483647 h 67"/>
              <a:gd name="T28" fmla="*/ 2147483647 w 53"/>
              <a:gd name="T29" fmla="*/ 2147483647 h 67"/>
              <a:gd name="T30" fmla="*/ 2147483647 w 53"/>
              <a:gd name="T31" fmla="*/ 2147483647 h 67"/>
              <a:gd name="T32" fmla="*/ 2147483647 w 53"/>
              <a:gd name="T33" fmla="*/ 2147483647 h 67"/>
              <a:gd name="T34" fmla="*/ 2147483647 w 53"/>
              <a:gd name="T35" fmla="*/ 2147483647 h 67"/>
              <a:gd name="T36" fmla="*/ 2147483647 w 53"/>
              <a:gd name="T37" fmla="*/ 2147483647 h 67"/>
              <a:gd name="T38" fmla="*/ 2147483647 w 53"/>
              <a:gd name="T39" fmla="*/ 2147483647 h 67"/>
              <a:gd name="T40" fmla="*/ 2147483647 w 53"/>
              <a:gd name="T41" fmla="*/ 2147483647 h 67"/>
              <a:gd name="T42" fmla="*/ 2147483647 w 53"/>
              <a:gd name="T43" fmla="*/ 2147483647 h 67"/>
              <a:gd name="T44" fmla="*/ 2147483647 w 53"/>
              <a:gd name="T45" fmla="*/ 2147483647 h 67"/>
              <a:gd name="T46" fmla="*/ 2147483647 w 53"/>
              <a:gd name="T47" fmla="*/ 2147483647 h 67"/>
              <a:gd name="T48" fmla="*/ 2147483647 w 53"/>
              <a:gd name="T49" fmla="*/ 2147483647 h 67"/>
              <a:gd name="T50" fmla="*/ 2147483647 w 53"/>
              <a:gd name="T51" fmla="*/ 2147483647 h 67"/>
              <a:gd name="T52" fmla="*/ 2147483647 w 53"/>
              <a:gd name="T53" fmla="*/ 2147483647 h 67"/>
              <a:gd name="T54" fmla="*/ 2147483647 w 53"/>
              <a:gd name="T55" fmla="*/ 2147483647 h 67"/>
              <a:gd name="T56" fmla="*/ 2147483647 w 53"/>
              <a:gd name="T57" fmla="*/ 2147483647 h 67"/>
              <a:gd name="T58" fmla="*/ 2147483647 w 53"/>
              <a:gd name="T59" fmla="*/ 2147483647 h 67"/>
              <a:gd name="T60" fmla="*/ 2147483647 w 53"/>
              <a:gd name="T61" fmla="*/ 2147483647 h 67"/>
              <a:gd name="T62" fmla="*/ 2147483647 w 53"/>
              <a:gd name="T63" fmla="*/ 2147483647 h 67"/>
              <a:gd name="T64" fmla="*/ 2147483647 w 53"/>
              <a:gd name="T65" fmla="*/ 2147483647 h 67"/>
              <a:gd name="T66" fmla="*/ 2147483647 w 53"/>
              <a:gd name="T67" fmla="*/ 2147483647 h 67"/>
              <a:gd name="T68" fmla="*/ 2147483647 w 53"/>
              <a:gd name="T69" fmla="*/ 2147483647 h 67"/>
              <a:gd name="T70" fmla="*/ 0 w 53"/>
              <a:gd name="T71" fmla="*/ 2147483647 h 67"/>
              <a:gd name="T72" fmla="*/ 0 w 53"/>
              <a:gd name="T73" fmla="*/ 2147483647 h 67"/>
              <a:gd name="T74" fmla="*/ 0 w 53"/>
              <a:gd name="T75" fmla="*/ 2147483647 h 67"/>
              <a:gd name="T76" fmla="*/ 2147483647 w 53"/>
              <a:gd name="T77" fmla="*/ 2147483647 h 67"/>
              <a:gd name="T78" fmla="*/ 2147483647 w 53"/>
              <a:gd name="T79" fmla="*/ 2147483647 h 67"/>
              <a:gd name="T80" fmla="*/ 2147483647 w 53"/>
              <a:gd name="T81" fmla="*/ 2147483647 h 67"/>
              <a:gd name="T82" fmla="*/ 2147483647 w 53"/>
              <a:gd name="T83" fmla="*/ 0 h 67"/>
              <a:gd name="T84" fmla="*/ 2147483647 w 53"/>
              <a:gd name="T85" fmla="*/ 0 h 67"/>
              <a:gd name="T86" fmla="*/ 2147483647 w 53"/>
              <a:gd name="T87" fmla="*/ 0 h 67"/>
              <a:gd name="T88" fmla="*/ 2147483647 w 53"/>
              <a:gd name="T89" fmla="*/ 2147483647 h 67"/>
              <a:gd name="T90" fmla="*/ 2147483647 w 53"/>
              <a:gd name="T91" fmla="*/ 2147483647 h 67"/>
              <a:gd name="T92" fmla="*/ 2147483647 w 53"/>
              <a:gd name="T93" fmla="*/ 2147483647 h 67"/>
              <a:gd name="T94" fmla="*/ 2147483647 w 53"/>
              <a:gd name="T95" fmla="*/ 2147483647 h 67"/>
              <a:gd name="T96" fmla="*/ 2147483647 w 53"/>
              <a:gd name="T97" fmla="*/ 2147483647 h 6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3"/>
              <a:gd name="T148" fmla="*/ 0 h 67"/>
              <a:gd name="T149" fmla="*/ 53 w 53"/>
              <a:gd name="T150" fmla="*/ 67 h 67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3" h="67">
                <a:moveTo>
                  <a:pt x="46" y="27"/>
                </a:moveTo>
                <a:lnTo>
                  <a:pt x="40" y="7"/>
                </a:lnTo>
                <a:lnTo>
                  <a:pt x="40" y="14"/>
                </a:lnTo>
                <a:lnTo>
                  <a:pt x="20" y="7"/>
                </a:lnTo>
                <a:lnTo>
                  <a:pt x="6" y="14"/>
                </a:lnTo>
                <a:lnTo>
                  <a:pt x="13" y="7"/>
                </a:lnTo>
                <a:lnTo>
                  <a:pt x="6" y="27"/>
                </a:lnTo>
                <a:lnTo>
                  <a:pt x="13" y="47"/>
                </a:lnTo>
                <a:lnTo>
                  <a:pt x="26" y="61"/>
                </a:lnTo>
                <a:lnTo>
                  <a:pt x="20" y="61"/>
                </a:lnTo>
                <a:lnTo>
                  <a:pt x="40" y="47"/>
                </a:lnTo>
                <a:lnTo>
                  <a:pt x="46" y="27"/>
                </a:lnTo>
                <a:lnTo>
                  <a:pt x="53" y="27"/>
                </a:lnTo>
                <a:lnTo>
                  <a:pt x="46" y="47"/>
                </a:lnTo>
                <a:lnTo>
                  <a:pt x="46" y="54"/>
                </a:lnTo>
                <a:lnTo>
                  <a:pt x="26" y="67"/>
                </a:lnTo>
                <a:lnTo>
                  <a:pt x="20" y="67"/>
                </a:lnTo>
                <a:lnTo>
                  <a:pt x="6" y="54"/>
                </a:lnTo>
                <a:lnTo>
                  <a:pt x="6" y="47"/>
                </a:lnTo>
                <a:lnTo>
                  <a:pt x="0" y="27"/>
                </a:lnTo>
                <a:lnTo>
                  <a:pt x="6" y="7"/>
                </a:lnTo>
                <a:lnTo>
                  <a:pt x="20" y="0"/>
                </a:lnTo>
                <a:lnTo>
                  <a:pt x="40" y="7"/>
                </a:lnTo>
                <a:lnTo>
                  <a:pt x="46" y="7"/>
                </a:lnTo>
                <a:lnTo>
                  <a:pt x="53" y="27"/>
                </a:lnTo>
                <a:lnTo>
                  <a:pt x="46" y="2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89" name="Freeform 115">
            <a:extLst>
              <a:ext uri="{FF2B5EF4-FFF2-40B4-BE49-F238E27FC236}">
                <a16:creationId xmlns:a16="http://schemas.microsoft.com/office/drawing/2014/main" id="{A49E0161-F92A-4F88-A48D-D354983AF268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auto">
          <a:xfrm>
            <a:off x="3101975" y="5027613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7 w 7"/>
              <a:gd name="T7" fmla="*/ 0 h 1587"/>
              <a:gd name="T8" fmla="*/ 2147483647 w 7"/>
              <a:gd name="T9" fmla="*/ 0 h 1587"/>
              <a:gd name="T10" fmla="*/ 2147483647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0" name="Rectangle 116">
            <a:extLst>
              <a:ext uri="{FF2B5EF4-FFF2-40B4-BE49-F238E27FC236}">
                <a16:creationId xmlns:a16="http://schemas.microsoft.com/office/drawing/2014/main" id="{A3419644-23AB-4AEF-AE65-7FFABDF57C0B}"/>
              </a:ext>
            </a:extLst>
          </p:cNvPr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>
            <a:off x="3579813" y="4030663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91" name="Rectangle 117">
            <a:extLst>
              <a:ext uri="{FF2B5EF4-FFF2-40B4-BE49-F238E27FC236}">
                <a16:creationId xmlns:a16="http://schemas.microsoft.com/office/drawing/2014/main" id="{57516172-326A-42E9-9A43-FE58353AF9FE}"/>
              </a:ext>
            </a:extLst>
          </p:cNvPr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>
            <a:off x="3049588" y="4030663"/>
            <a:ext cx="1587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92" name="Rectangle 118">
            <a:extLst>
              <a:ext uri="{FF2B5EF4-FFF2-40B4-BE49-F238E27FC236}">
                <a16:creationId xmlns:a16="http://schemas.microsoft.com/office/drawing/2014/main" id="{5E310A3A-9E84-43EE-A79F-391BAB08E2F3}"/>
              </a:ext>
            </a:extLst>
          </p:cNvPr>
          <p:cNvSpPr>
            <a:spLocks noChangeArrowheads="1"/>
          </p:cNvSpPr>
          <p:nvPr>
            <p:custDataLst>
              <p:tags r:id="rId112"/>
            </p:custDataLst>
          </p:nvPr>
        </p:nvSpPr>
        <p:spPr bwMode="auto">
          <a:xfrm>
            <a:off x="3049588" y="4030663"/>
            <a:ext cx="530225" cy="11112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93" name="Freeform 119">
            <a:extLst>
              <a:ext uri="{FF2B5EF4-FFF2-40B4-BE49-F238E27FC236}">
                <a16:creationId xmlns:a16="http://schemas.microsoft.com/office/drawing/2014/main" id="{0465524E-459C-4CAA-BC4D-BCBD6010DE6E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auto">
          <a:xfrm>
            <a:off x="3038475" y="3998913"/>
            <a:ext cx="63500" cy="95250"/>
          </a:xfrm>
          <a:custGeom>
            <a:avLst/>
            <a:gdLst>
              <a:gd name="T0" fmla="*/ 2147483647 w 40"/>
              <a:gd name="T1" fmla="*/ 2147483647 h 60"/>
              <a:gd name="T2" fmla="*/ 2147483647 w 40"/>
              <a:gd name="T3" fmla="*/ 2147483647 h 60"/>
              <a:gd name="T4" fmla="*/ 2147483647 w 40"/>
              <a:gd name="T5" fmla="*/ 0 h 60"/>
              <a:gd name="T6" fmla="*/ 0 w 40"/>
              <a:gd name="T7" fmla="*/ 2147483647 h 60"/>
              <a:gd name="T8" fmla="*/ 0 w 40"/>
              <a:gd name="T9" fmla="*/ 2147483647 h 60"/>
              <a:gd name="T10" fmla="*/ 0 w 40"/>
              <a:gd name="T11" fmla="*/ 2147483647 h 60"/>
              <a:gd name="T12" fmla="*/ 2147483647 w 40"/>
              <a:gd name="T13" fmla="*/ 2147483647 h 60"/>
              <a:gd name="T14" fmla="*/ 2147483647 w 40"/>
              <a:gd name="T15" fmla="*/ 2147483647 h 60"/>
              <a:gd name="T16" fmla="*/ 2147483647 w 40"/>
              <a:gd name="T17" fmla="*/ 2147483647 h 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"/>
              <a:gd name="T28" fmla="*/ 0 h 60"/>
              <a:gd name="T29" fmla="*/ 40 w 40"/>
              <a:gd name="T30" fmla="*/ 60 h 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" h="60">
                <a:moveTo>
                  <a:pt x="40" y="27"/>
                </a:moveTo>
                <a:lnTo>
                  <a:pt x="34" y="6"/>
                </a:lnTo>
                <a:lnTo>
                  <a:pt x="20" y="0"/>
                </a:lnTo>
                <a:lnTo>
                  <a:pt x="0" y="6"/>
                </a:lnTo>
                <a:lnTo>
                  <a:pt x="0" y="27"/>
                </a:lnTo>
                <a:lnTo>
                  <a:pt x="0" y="47"/>
                </a:lnTo>
                <a:lnTo>
                  <a:pt x="20" y="60"/>
                </a:lnTo>
                <a:lnTo>
                  <a:pt x="34" y="47"/>
                </a:lnTo>
                <a:lnTo>
                  <a:pt x="40" y="2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4" name="Freeform 120">
            <a:extLst>
              <a:ext uri="{FF2B5EF4-FFF2-40B4-BE49-F238E27FC236}">
                <a16:creationId xmlns:a16="http://schemas.microsoft.com/office/drawing/2014/main" id="{A2EAE479-2FC1-430D-8ED8-7F0C87F07B4B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auto">
          <a:xfrm>
            <a:off x="3038475" y="3998913"/>
            <a:ext cx="74613" cy="106362"/>
          </a:xfrm>
          <a:custGeom>
            <a:avLst/>
            <a:gdLst>
              <a:gd name="T0" fmla="*/ 2147483647 w 47"/>
              <a:gd name="T1" fmla="*/ 2147483647 h 67"/>
              <a:gd name="T2" fmla="*/ 2147483647 w 47"/>
              <a:gd name="T3" fmla="*/ 2147483647 h 67"/>
              <a:gd name="T4" fmla="*/ 2147483647 w 47"/>
              <a:gd name="T5" fmla="*/ 2147483647 h 67"/>
              <a:gd name="T6" fmla="*/ 2147483647 w 47"/>
              <a:gd name="T7" fmla="*/ 2147483647 h 67"/>
              <a:gd name="T8" fmla="*/ 2147483647 w 47"/>
              <a:gd name="T9" fmla="*/ 2147483647 h 67"/>
              <a:gd name="T10" fmla="*/ 2147483647 w 47"/>
              <a:gd name="T11" fmla="*/ 2147483647 h 67"/>
              <a:gd name="T12" fmla="*/ 2147483647 w 47"/>
              <a:gd name="T13" fmla="*/ 2147483647 h 67"/>
              <a:gd name="T14" fmla="*/ 0 w 47"/>
              <a:gd name="T15" fmla="*/ 2147483647 h 67"/>
              <a:gd name="T16" fmla="*/ 2147483647 w 47"/>
              <a:gd name="T17" fmla="*/ 2147483647 h 67"/>
              <a:gd name="T18" fmla="*/ 2147483647 w 47"/>
              <a:gd name="T19" fmla="*/ 2147483647 h 67"/>
              <a:gd name="T20" fmla="*/ 2147483647 w 47"/>
              <a:gd name="T21" fmla="*/ 2147483647 h 67"/>
              <a:gd name="T22" fmla="*/ 2147483647 w 47"/>
              <a:gd name="T23" fmla="*/ 2147483647 h 67"/>
              <a:gd name="T24" fmla="*/ 2147483647 w 47"/>
              <a:gd name="T25" fmla="*/ 2147483647 h 67"/>
              <a:gd name="T26" fmla="*/ 2147483647 w 47"/>
              <a:gd name="T27" fmla="*/ 2147483647 h 67"/>
              <a:gd name="T28" fmla="*/ 2147483647 w 47"/>
              <a:gd name="T29" fmla="*/ 2147483647 h 67"/>
              <a:gd name="T30" fmla="*/ 2147483647 w 47"/>
              <a:gd name="T31" fmla="*/ 2147483647 h 67"/>
              <a:gd name="T32" fmla="*/ 2147483647 w 47"/>
              <a:gd name="T33" fmla="*/ 2147483647 h 67"/>
              <a:gd name="T34" fmla="*/ 2147483647 w 47"/>
              <a:gd name="T35" fmla="*/ 2147483647 h 67"/>
              <a:gd name="T36" fmla="*/ 2147483647 w 47"/>
              <a:gd name="T37" fmla="*/ 2147483647 h 67"/>
              <a:gd name="T38" fmla="*/ 2147483647 w 47"/>
              <a:gd name="T39" fmla="*/ 2147483647 h 67"/>
              <a:gd name="T40" fmla="*/ 2147483647 w 47"/>
              <a:gd name="T41" fmla="*/ 2147483647 h 67"/>
              <a:gd name="T42" fmla="*/ 2147483647 w 47"/>
              <a:gd name="T43" fmla="*/ 2147483647 h 67"/>
              <a:gd name="T44" fmla="*/ 2147483647 w 47"/>
              <a:gd name="T45" fmla="*/ 2147483647 h 67"/>
              <a:gd name="T46" fmla="*/ 2147483647 w 47"/>
              <a:gd name="T47" fmla="*/ 2147483647 h 67"/>
              <a:gd name="T48" fmla="*/ 2147483647 w 47"/>
              <a:gd name="T49" fmla="*/ 2147483647 h 67"/>
              <a:gd name="T50" fmla="*/ 2147483647 w 47"/>
              <a:gd name="T51" fmla="*/ 2147483647 h 67"/>
              <a:gd name="T52" fmla="*/ 2147483647 w 47"/>
              <a:gd name="T53" fmla="*/ 2147483647 h 67"/>
              <a:gd name="T54" fmla="*/ 2147483647 w 47"/>
              <a:gd name="T55" fmla="*/ 2147483647 h 67"/>
              <a:gd name="T56" fmla="*/ 2147483647 w 47"/>
              <a:gd name="T57" fmla="*/ 2147483647 h 67"/>
              <a:gd name="T58" fmla="*/ 2147483647 w 47"/>
              <a:gd name="T59" fmla="*/ 2147483647 h 67"/>
              <a:gd name="T60" fmla="*/ 2147483647 w 47"/>
              <a:gd name="T61" fmla="*/ 2147483647 h 67"/>
              <a:gd name="T62" fmla="*/ 2147483647 w 47"/>
              <a:gd name="T63" fmla="*/ 2147483647 h 67"/>
              <a:gd name="T64" fmla="*/ 0 w 47"/>
              <a:gd name="T65" fmla="*/ 2147483647 h 67"/>
              <a:gd name="T66" fmla="*/ 0 w 47"/>
              <a:gd name="T67" fmla="*/ 2147483647 h 67"/>
              <a:gd name="T68" fmla="*/ 0 w 47"/>
              <a:gd name="T69" fmla="*/ 2147483647 h 67"/>
              <a:gd name="T70" fmla="*/ 0 w 47"/>
              <a:gd name="T71" fmla="*/ 2147483647 h 67"/>
              <a:gd name="T72" fmla="*/ 0 w 47"/>
              <a:gd name="T73" fmla="*/ 2147483647 h 67"/>
              <a:gd name="T74" fmla="*/ 0 w 47"/>
              <a:gd name="T75" fmla="*/ 2147483647 h 67"/>
              <a:gd name="T76" fmla="*/ 0 w 47"/>
              <a:gd name="T77" fmla="*/ 2147483647 h 67"/>
              <a:gd name="T78" fmla="*/ 0 w 47"/>
              <a:gd name="T79" fmla="*/ 2147483647 h 67"/>
              <a:gd name="T80" fmla="*/ 0 w 47"/>
              <a:gd name="T81" fmla="*/ 2147483647 h 67"/>
              <a:gd name="T82" fmla="*/ 2147483647 w 47"/>
              <a:gd name="T83" fmla="*/ 0 h 67"/>
              <a:gd name="T84" fmla="*/ 2147483647 w 47"/>
              <a:gd name="T85" fmla="*/ 0 h 67"/>
              <a:gd name="T86" fmla="*/ 2147483647 w 47"/>
              <a:gd name="T87" fmla="*/ 0 h 67"/>
              <a:gd name="T88" fmla="*/ 2147483647 w 47"/>
              <a:gd name="T89" fmla="*/ 2147483647 h 67"/>
              <a:gd name="T90" fmla="*/ 2147483647 w 47"/>
              <a:gd name="T91" fmla="*/ 2147483647 h 67"/>
              <a:gd name="T92" fmla="*/ 2147483647 w 47"/>
              <a:gd name="T93" fmla="*/ 2147483647 h 67"/>
              <a:gd name="T94" fmla="*/ 2147483647 w 47"/>
              <a:gd name="T95" fmla="*/ 2147483647 h 67"/>
              <a:gd name="T96" fmla="*/ 2147483647 w 47"/>
              <a:gd name="T97" fmla="*/ 2147483647 h 6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7"/>
              <a:gd name="T148" fmla="*/ 0 h 67"/>
              <a:gd name="T149" fmla="*/ 47 w 47"/>
              <a:gd name="T150" fmla="*/ 67 h 67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7" h="67">
                <a:moveTo>
                  <a:pt x="40" y="27"/>
                </a:moveTo>
                <a:lnTo>
                  <a:pt x="34" y="6"/>
                </a:lnTo>
                <a:lnTo>
                  <a:pt x="34" y="13"/>
                </a:lnTo>
                <a:lnTo>
                  <a:pt x="20" y="6"/>
                </a:lnTo>
                <a:lnTo>
                  <a:pt x="0" y="13"/>
                </a:lnTo>
                <a:lnTo>
                  <a:pt x="7" y="6"/>
                </a:lnTo>
                <a:lnTo>
                  <a:pt x="7" y="27"/>
                </a:lnTo>
                <a:lnTo>
                  <a:pt x="7" y="47"/>
                </a:lnTo>
                <a:lnTo>
                  <a:pt x="27" y="60"/>
                </a:lnTo>
                <a:lnTo>
                  <a:pt x="20" y="60"/>
                </a:lnTo>
                <a:lnTo>
                  <a:pt x="34" y="47"/>
                </a:lnTo>
                <a:lnTo>
                  <a:pt x="40" y="27"/>
                </a:lnTo>
                <a:lnTo>
                  <a:pt x="47" y="27"/>
                </a:lnTo>
                <a:lnTo>
                  <a:pt x="40" y="47"/>
                </a:lnTo>
                <a:lnTo>
                  <a:pt x="40" y="53"/>
                </a:lnTo>
                <a:lnTo>
                  <a:pt x="27" y="67"/>
                </a:lnTo>
                <a:lnTo>
                  <a:pt x="20" y="67"/>
                </a:lnTo>
                <a:lnTo>
                  <a:pt x="0" y="53"/>
                </a:lnTo>
                <a:lnTo>
                  <a:pt x="0" y="47"/>
                </a:lnTo>
                <a:lnTo>
                  <a:pt x="0" y="27"/>
                </a:lnTo>
                <a:lnTo>
                  <a:pt x="0" y="6"/>
                </a:lnTo>
                <a:lnTo>
                  <a:pt x="20" y="0"/>
                </a:lnTo>
                <a:lnTo>
                  <a:pt x="34" y="6"/>
                </a:lnTo>
                <a:lnTo>
                  <a:pt x="40" y="6"/>
                </a:lnTo>
                <a:lnTo>
                  <a:pt x="47" y="27"/>
                </a:lnTo>
                <a:lnTo>
                  <a:pt x="40" y="27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5" name="Freeform 121">
            <a:extLst>
              <a:ext uri="{FF2B5EF4-FFF2-40B4-BE49-F238E27FC236}">
                <a16:creationId xmlns:a16="http://schemas.microsoft.com/office/drawing/2014/main" id="{C8F65514-4D6A-4E35-8218-49D5C36975E2}"/>
              </a:ext>
            </a:extLst>
          </p:cNvPr>
          <p:cNvSpPr>
            <a:spLocks/>
          </p:cNvSpPr>
          <p:nvPr>
            <p:custDataLst>
              <p:tags r:id="rId115"/>
            </p:custDataLst>
          </p:nvPr>
        </p:nvSpPr>
        <p:spPr bwMode="auto">
          <a:xfrm>
            <a:off x="3101975" y="4041775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7 w 7"/>
              <a:gd name="T7" fmla="*/ 0 h 1588"/>
              <a:gd name="T8" fmla="*/ 2147483647 w 7"/>
              <a:gd name="T9" fmla="*/ 0 h 1588"/>
              <a:gd name="T10" fmla="*/ 2147483647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6" name="Rectangle 122">
            <a:extLst>
              <a:ext uri="{FF2B5EF4-FFF2-40B4-BE49-F238E27FC236}">
                <a16:creationId xmlns:a16="http://schemas.microsoft.com/office/drawing/2014/main" id="{F8AF8921-B534-4C47-87D3-02051325ADF7}"/>
              </a:ext>
            </a:extLst>
          </p:cNvPr>
          <p:cNvSpPr>
            <a:spLocks noChangeArrowheads="1"/>
          </p:cNvSpPr>
          <p:nvPr>
            <p:custDataLst>
              <p:tags r:id="rId116"/>
            </p:custDataLst>
          </p:nvPr>
        </p:nvSpPr>
        <p:spPr bwMode="auto">
          <a:xfrm>
            <a:off x="6477000" y="2693988"/>
            <a:ext cx="9525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97" name="Rectangle 123">
            <a:extLst>
              <a:ext uri="{FF2B5EF4-FFF2-40B4-BE49-F238E27FC236}">
                <a16:creationId xmlns:a16="http://schemas.microsoft.com/office/drawing/2014/main" id="{B097538D-F841-4804-B009-6435BF6FD0F9}"/>
              </a:ext>
            </a:extLst>
          </p:cNvPr>
          <p:cNvSpPr>
            <a:spLocks noChangeArrowheads="1"/>
          </p:cNvSpPr>
          <p:nvPr>
            <p:custDataLst>
              <p:tags r:id="rId117"/>
            </p:custDataLst>
          </p:nvPr>
        </p:nvSpPr>
        <p:spPr bwMode="auto">
          <a:xfrm>
            <a:off x="6486525" y="2417763"/>
            <a:ext cx="11113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598" name="Freeform 124">
            <a:extLst>
              <a:ext uri="{FF2B5EF4-FFF2-40B4-BE49-F238E27FC236}">
                <a16:creationId xmlns:a16="http://schemas.microsoft.com/office/drawing/2014/main" id="{7F66E828-38B1-4280-A2BA-8E48F474A1E5}"/>
              </a:ext>
            </a:extLst>
          </p:cNvPr>
          <p:cNvSpPr>
            <a:spLocks/>
          </p:cNvSpPr>
          <p:nvPr>
            <p:custDataLst>
              <p:tags r:id="rId118"/>
            </p:custDataLst>
          </p:nvPr>
        </p:nvSpPr>
        <p:spPr bwMode="auto">
          <a:xfrm>
            <a:off x="6477000" y="2417763"/>
            <a:ext cx="20638" cy="276225"/>
          </a:xfrm>
          <a:custGeom>
            <a:avLst/>
            <a:gdLst>
              <a:gd name="T0" fmla="*/ 0 w 13"/>
              <a:gd name="T1" fmla="*/ 2147483647 h 174"/>
              <a:gd name="T2" fmla="*/ 2147483647 w 13"/>
              <a:gd name="T3" fmla="*/ 2147483647 h 174"/>
              <a:gd name="T4" fmla="*/ 2147483647 w 13"/>
              <a:gd name="T5" fmla="*/ 0 h 174"/>
              <a:gd name="T6" fmla="*/ 2147483647 w 13"/>
              <a:gd name="T7" fmla="*/ 0 h 174"/>
              <a:gd name="T8" fmla="*/ 0 w 13"/>
              <a:gd name="T9" fmla="*/ 2147483647 h 1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"/>
              <a:gd name="T16" fmla="*/ 0 h 174"/>
              <a:gd name="T17" fmla="*/ 13 w 13"/>
              <a:gd name="T18" fmla="*/ 174 h 1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" h="174">
                <a:moveTo>
                  <a:pt x="0" y="174"/>
                </a:moveTo>
                <a:lnTo>
                  <a:pt x="6" y="174"/>
                </a:lnTo>
                <a:lnTo>
                  <a:pt x="13" y="0"/>
                </a:lnTo>
                <a:lnTo>
                  <a:pt x="6" y="0"/>
                </a:lnTo>
                <a:lnTo>
                  <a:pt x="0" y="174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9" name="Rectangle 125">
            <a:extLst>
              <a:ext uri="{FF2B5EF4-FFF2-40B4-BE49-F238E27FC236}">
                <a16:creationId xmlns:a16="http://schemas.microsoft.com/office/drawing/2014/main" id="{FE4D2A22-539A-44CE-8E10-834AD845A899}"/>
              </a:ext>
            </a:extLst>
          </p:cNvPr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>
            <a:off x="6296025" y="2057400"/>
            <a:ext cx="1058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operation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0" name="Rectangle 126">
            <a:extLst>
              <a:ext uri="{FF2B5EF4-FFF2-40B4-BE49-F238E27FC236}">
                <a16:creationId xmlns:a16="http://schemas.microsoft.com/office/drawing/2014/main" id="{CC859CE3-1BF1-4559-AA86-E43FF4482993}"/>
              </a:ext>
            </a:extLst>
          </p:cNvPr>
          <p:cNvSpPr>
            <a:spLocks noChangeArrowheads="1"/>
          </p:cNvSpPr>
          <p:nvPr>
            <p:custDataLst>
              <p:tags r:id="rId120"/>
            </p:custDataLst>
          </p:nvPr>
        </p:nvSpPr>
        <p:spPr bwMode="auto">
          <a:xfrm>
            <a:off x="5267325" y="2662238"/>
            <a:ext cx="11113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1" name="Rectangle 127">
            <a:extLst>
              <a:ext uri="{FF2B5EF4-FFF2-40B4-BE49-F238E27FC236}">
                <a16:creationId xmlns:a16="http://schemas.microsoft.com/office/drawing/2014/main" id="{3AAD9120-250A-4FA1-9455-3450C44AC78D}"/>
              </a:ext>
            </a:extLst>
          </p:cNvPr>
          <p:cNvSpPr>
            <a:spLocks noChangeArrowheads="1"/>
          </p:cNvSpPr>
          <p:nvPr>
            <p:custDataLst>
              <p:tags r:id="rId121"/>
            </p:custDataLst>
          </p:nvPr>
        </p:nvSpPr>
        <p:spPr bwMode="auto">
          <a:xfrm>
            <a:off x="5278438" y="4741863"/>
            <a:ext cx="9525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2" name="Freeform 128">
            <a:extLst>
              <a:ext uri="{FF2B5EF4-FFF2-40B4-BE49-F238E27FC236}">
                <a16:creationId xmlns:a16="http://schemas.microsoft.com/office/drawing/2014/main" id="{9BC32D48-CAE7-4079-9E74-F77210F137F0}"/>
              </a:ext>
            </a:extLst>
          </p:cNvPr>
          <p:cNvSpPr>
            <a:spLocks/>
          </p:cNvSpPr>
          <p:nvPr>
            <p:custDataLst>
              <p:tags r:id="rId122"/>
            </p:custDataLst>
          </p:nvPr>
        </p:nvSpPr>
        <p:spPr bwMode="auto">
          <a:xfrm>
            <a:off x="5267325" y="2662238"/>
            <a:ext cx="20638" cy="2079625"/>
          </a:xfrm>
          <a:custGeom>
            <a:avLst/>
            <a:gdLst>
              <a:gd name="T0" fmla="*/ 2147483647 w 13"/>
              <a:gd name="T1" fmla="*/ 0 h 1310"/>
              <a:gd name="T2" fmla="*/ 0 w 13"/>
              <a:gd name="T3" fmla="*/ 0 h 1310"/>
              <a:gd name="T4" fmla="*/ 2147483647 w 13"/>
              <a:gd name="T5" fmla="*/ 2147483647 h 1310"/>
              <a:gd name="T6" fmla="*/ 2147483647 w 13"/>
              <a:gd name="T7" fmla="*/ 2147483647 h 1310"/>
              <a:gd name="T8" fmla="*/ 2147483647 w 13"/>
              <a:gd name="T9" fmla="*/ 0 h 1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"/>
              <a:gd name="T16" fmla="*/ 0 h 1310"/>
              <a:gd name="T17" fmla="*/ 13 w 13"/>
              <a:gd name="T18" fmla="*/ 1310 h 1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" h="1310">
                <a:moveTo>
                  <a:pt x="7" y="0"/>
                </a:moveTo>
                <a:lnTo>
                  <a:pt x="0" y="0"/>
                </a:lnTo>
                <a:lnTo>
                  <a:pt x="7" y="1310"/>
                </a:lnTo>
                <a:lnTo>
                  <a:pt x="13" y="1310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603" name="Rectangle 129">
            <a:extLst>
              <a:ext uri="{FF2B5EF4-FFF2-40B4-BE49-F238E27FC236}">
                <a16:creationId xmlns:a16="http://schemas.microsoft.com/office/drawing/2014/main" id="{96F3AE07-BF23-4D21-8E72-0860CF6099BD}"/>
              </a:ext>
            </a:extLst>
          </p:cNvPr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4959350" y="2268538"/>
            <a:ext cx="563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carry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4" name="Rectangle 130">
            <a:extLst>
              <a:ext uri="{FF2B5EF4-FFF2-40B4-BE49-F238E27FC236}">
                <a16:creationId xmlns:a16="http://schemas.microsoft.com/office/drawing/2014/main" id="{DA1345E7-3D8C-475C-B405-343F8DBABD9D}"/>
              </a:ext>
            </a:extLst>
          </p:cNvPr>
          <p:cNvSpPr>
            <a:spLocks noChangeArrowheads="1"/>
          </p:cNvSpPr>
          <p:nvPr>
            <p:custDataLst>
              <p:tags r:id="rId124"/>
            </p:custDataLst>
          </p:nvPr>
        </p:nvSpPr>
        <p:spPr bwMode="auto">
          <a:xfrm>
            <a:off x="5532438" y="2365375"/>
            <a:ext cx="1571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Helvetica" panose="020B0604020202020204" pitchFamily="34" charset="0"/>
              </a:rPr>
              <a:t>in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5" name="Rectangle 131">
            <a:extLst>
              <a:ext uri="{FF2B5EF4-FFF2-40B4-BE49-F238E27FC236}">
                <a16:creationId xmlns:a16="http://schemas.microsoft.com/office/drawing/2014/main" id="{1D9B578E-97EB-4C48-8314-5AA19BC6E464}"/>
              </a:ext>
            </a:extLst>
          </p:cNvPr>
          <p:cNvSpPr>
            <a:spLocks noChangeArrowheads="1"/>
          </p:cNvSpPr>
          <p:nvPr>
            <p:custDataLst>
              <p:tags r:id="rId125"/>
            </p:custDataLst>
          </p:nvPr>
        </p:nvSpPr>
        <p:spPr bwMode="auto">
          <a:xfrm>
            <a:off x="4365625" y="4783138"/>
            <a:ext cx="9525" cy="1587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6" name="Rectangle 132">
            <a:extLst>
              <a:ext uri="{FF2B5EF4-FFF2-40B4-BE49-F238E27FC236}">
                <a16:creationId xmlns:a16="http://schemas.microsoft.com/office/drawing/2014/main" id="{4FC2A734-95B1-45D0-8D2B-DAD94DEA9A28}"/>
              </a:ext>
            </a:extLst>
          </p:cNvPr>
          <p:cNvSpPr>
            <a:spLocks noChangeArrowheads="1"/>
          </p:cNvSpPr>
          <p:nvPr>
            <p:custDataLst>
              <p:tags r:id="rId126"/>
            </p:custDataLst>
          </p:nvPr>
        </p:nvSpPr>
        <p:spPr bwMode="auto">
          <a:xfrm>
            <a:off x="4365625" y="2587625"/>
            <a:ext cx="9525" cy="15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7" name="Rectangle 133">
            <a:extLst>
              <a:ext uri="{FF2B5EF4-FFF2-40B4-BE49-F238E27FC236}">
                <a16:creationId xmlns:a16="http://schemas.microsoft.com/office/drawing/2014/main" id="{E5D61822-206C-40A8-9153-49EFBA8D2496}"/>
              </a:ext>
            </a:extLst>
          </p:cNvPr>
          <p:cNvSpPr>
            <a:spLocks noChangeArrowheads="1"/>
          </p:cNvSpPr>
          <p:nvPr>
            <p:custDataLst>
              <p:tags r:id="rId127"/>
            </p:custDataLst>
          </p:nvPr>
        </p:nvSpPr>
        <p:spPr bwMode="auto">
          <a:xfrm>
            <a:off x="4365625" y="2587625"/>
            <a:ext cx="9525" cy="21955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8" name="Rectangle 134">
            <a:extLst>
              <a:ext uri="{FF2B5EF4-FFF2-40B4-BE49-F238E27FC236}">
                <a16:creationId xmlns:a16="http://schemas.microsoft.com/office/drawing/2014/main" id="{F8252CE1-1B63-41D6-A33D-6151EBCD5645}"/>
              </a:ext>
            </a:extLst>
          </p:cNvPr>
          <p:cNvSpPr>
            <a:spLocks noChangeArrowheads="1"/>
          </p:cNvSpPr>
          <p:nvPr>
            <p:custDataLst>
              <p:tags r:id="rId128"/>
            </p:custDataLst>
          </p:nvPr>
        </p:nvSpPr>
        <p:spPr bwMode="auto">
          <a:xfrm>
            <a:off x="3983038" y="2259013"/>
            <a:ext cx="622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invert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09" name="Rectangle 135">
            <a:extLst>
              <a:ext uri="{FF2B5EF4-FFF2-40B4-BE49-F238E27FC236}">
                <a16:creationId xmlns:a16="http://schemas.microsoft.com/office/drawing/2014/main" id="{C9B32847-F04D-4C43-BE92-504D1BF8A90D}"/>
              </a:ext>
            </a:extLst>
          </p:cNvPr>
          <p:cNvSpPr>
            <a:spLocks noChangeArrowheads="1"/>
          </p:cNvSpPr>
          <p:nvPr>
            <p:custDataLst>
              <p:tags r:id="rId129"/>
            </p:custDataLst>
          </p:nvPr>
        </p:nvSpPr>
        <p:spPr bwMode="auto">
          <a:xfrm>
            <a:off x="6678613" y="3967163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0" name="Rectangle 136">
            <a:extLst>
              <a:ext uri="{FF2B5EF4-FFF2-40B4-BE49-F238E27FC236}">
                <a16:creationId xmlns:a16="http://schemas.microsoft.com/office/drawing/2014/main" id="{33C25D10-715F-4D48-A7BD-16EF33D56748}"/>
              </a:ext>
            </a:extLst>
          </p:cNvPr>
          <p:cNvSpPr>
            <a:spLocks noChangeArrowheads="1"/>
          </p:cNvSpPr>
          <p:nvPr>
            <p:custDataLst>
              <p:tags r:id="rId130"/>
            </p:custDataLst>
          </p:nvPr>
        </p:nvSpPr>
        <p:spPr bwMode="auto">
          <a:xfrm>
            <a:off x="7240588" y="3967163"/>
            <a:ext cx="1587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1" name="Rectangle 137">
            <a:extLst>
              <a:ext uri="{FF2B5EF4-FFF2-40B4-BE49-F238E27FC236}">
                <a16:creationId xmlns:a16="http://schemas.microsoft.com/office/drawing/2014/main" id="{8AC78FFF-C5D2-4E83-9097-9CEBCC90B8FD}"/>
              </a:ext>
            </a:extLst>
          </p:cNvPr>
          <p:cNvSpPr>
            <a:spLocks noChangeArrowheads="1"/>
          </p:cNvSpPr>
          <p:nvPr>
            <p:custDataLst>
              <p:tags r:id="rId131"/>
            </p:custDataLst>
          </p:nvPr>
        </p:nvSpPr>
        <p:spPr bwMode="auto">
          <a:xfrm>
            <a:off x="6678613" y="3967163"/>
            <a:ext cx="561975" cy="9525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2" name="Rectangle 138">
            <a:extLst>
              <a:ext uri="{FF2B5EF4-FFF2-40B4-BE49-F238E27FC236}">
                <a16:creationId xmlns:a16="http://schemas.microsoft.com/office/drawing/2014/main" id="{984BC8B2-60A1-4037-BCB8-C2E6F136F338}"/>
              </a:ext>
            </a:extLst>
          </p:cNvPr>
          <p:cNvSpPr>
            <a:spLocks noChangeArrowheads="1"/>
          </p:cNvSpPr>
          <p:nvPr>
            <p:custDataLst>
              <p:tags r:id="rId132"/>
            </p:custDataLst>
          </p:nvPr>
        </p:nvSpPr>
        <p:spPr bwMode="auto">
          <a:xfrm>
            <a:off x="7018338" y="3638550"/>
            <a:ext cx="6207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result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3" name="Rectangle 139">
            <a:extLst>
              <a:ext uri="{FF2B5EF4-FFF2-40B4-BE49-F238E27FC236}">
                <a16:creationId xmlns:a16="http://schemas.microsoft.com/office/drawing/2014/main" id="{69B2BCCA-FC01-4673-8259-29D6258DA484}"/>
              </a:ext>
            </a:extLst>
          </p:cNvPr>
          <p:cNvSpPr>
            <a:spLocks noChangeArrowheads="1"/>
          </p:cNvSpPr>
          <p:nvPr>
            <p:custDataLst>
              <p:tags r:id="rId133"/>
            </p:custDataLst>
          </p:nvPr>
        </p:nvSpPr>
        <p:spPr bwMode="auto">
          <a:xfrm>
            <a:off x="1531938" y="2789238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4" name="Rectangle 140">
            <a:extLst>
              <a:ext uri="{FF2B5EF4-FFF2-40B4-BE49-F238E27FC236}">
                <a16:creationId xmlns:a16="http://schemas.microsoft.com/office/drawing/2014/main" id="{8DCD8FCA-FDAF-4798-BD86-63A3A1C77E87}"/>
              </a:ext>
            </a:extLst>
          </p:cNvPr>
          <p:cNvSpPr>
            <a:spLocks noChangeArrowheads="1"/>
          </p:cNvSpPr>
          <p:nvPr>
            <p:custDataLst>
              <p:tags r:id="rId134"/>
            </p:custDataLst>
          </p:nvPr>
        </p:nvSpPr>
        <p:spPr bwMode="auto">
          <a:xfrm>
            <a:off x="1511300" y="4719638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5" name="Rectangle 141">
            <a:extLst>
              <a:ext uri="{FF2B5EF4-FFF2-40B4-BE49-F238E27FC236}">
                <a16:creationId xmlns:a16="http://schemas.microsoft.com/office/drawing/2014/main" id="{C9854E4E-F8AC-4005-98B6-061AAB6248FA}"/>
              </a:ext>
            </a:extLst>
          </p:cNvPr>
          <p:cNvSpPr>
            <a:spLocks noChangeArrowheads="1"/>
          </p:cNvSpPr>
          <p:nvPr>
            <p:custDataLst>
              <p:tags r:id="rId135"/>
            </p:custDataLst>
          </p:nvPr>
        </p:nvSpPr>
        <p:spPr bwMode="auto">
          <a:xfrm rot="16200000">
            <a:off x="4237831" y="5112544"/>
            <a:ext cx="211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6" name="Rectangle 142">
            <a:extLst>
              <a:ext uri="{FF2B5EF4-FFF2-40B4-BE49-F238E27FC236}">
                <a16:creationId xmlns:a16="http://schemas.microsoft.com/office/drawing/2014/main" id="{4D90DB8A-4948-4F37-977A-22E65EF07F77}"/>
              </a:ext>
            </a:extLst>
          </p:cNvPr>
          <p:cNvSpPr>
            <a:spLocks noChangeArrowheads="1"/>
          </p:cNvSpPr>
          <p:nvPr>
            <p:custDataLst>
              <p:tags r:id="rId136"/>
            </p:custDataLst>
          </p:nvPr>
        </p:nvSpPr>
        <p:spPr bwMode="auto">
          <a:xfrm rot="16200000">
            <a:off x="4272756" y="4934744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u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7" name="Rectangle 143">
            <a:extLst>
              <a:ext uri="{FF2B5EF4-FFF2-40B4-BE49-F238E27FC236}">
                <a16:creationId xmlns:a16="http://schemas.microsoft.com/office/drawing/2014/main" id="{F6DD842F-FDEF-42DB-90A0-A24FE1BB5FF7}"/>
              </a:ext>
            </a:extLst>
          </p:cNvPr>
          <p:cNvSpPr>
            <a:spLocks noChangeArrowheads="1"/>
          </p:cNvSpPr>
          <p:nvPr>
            <p:custDataLst>
              <p:tags r:id="rId137"/>
            </p:custDataLst>
          </p:nvPr>
        </p:nvSpPr>
        <p:spPr bwMode="auto">
          <a:xfrm rot="16200000">
            <a:off x="4280694" y="4804569"/>
            <a:ext cx="125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x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8" name="Rectangle 144">
            <a:extLst>
              <a:ext uri="{FF2B5EF4-FFF2-40B4-BE49-F238E27FC236}">
                <a16:creationId xmlns:a16="http://schemas.microsoft.com/office/drawing/2014/main" id="{FF6FF173-78A2-419E-852F-00FA1CA26D3F}"/>
              </a:ext>
            </a:extLst>
          </p:cNvPr>
          <p:cNvSpPr>
            <a:spLocks noChangeArrowheads="1"/>
          </p:cNvSpPr>
          <p:nvPr>
            <p:custDataLst>
              <p:tags r:id="rId138"/>
            </p:custDataLst>
          </p:nvPr>
        </p:nvSpPr>
        <p:spPr bwMode="auto">
          <a:xfrm rot="16200000">
            <a:off x="6360319" y="4018757"/>
            <a:ext cx="211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19" name="Rectangle 145">
            <a:extLst>
              <a:ext uri="{FF2B5EF4-FFF2-40B4-BE49-F238E27FC236}">
                <a16:creationId xmlns:a16="http://schemas.microsoft.com/office/drawing/2014/main" id="{1E405EAE-7871-44B5-B6AF-56A78883F14C}"/>
              </a:ext>
            </a:extLst>
          </p:cNvPr>
          <p:cNvSpPr>
            <a:spLocks noChangeArrowheads="1"/>
          </p:cNvSpPr>
          <p:nvPr>
            <p:custDataLst>
              <p:tags r:id="rId139"/>
            </p:custDataLst>
          </p:nvPr>
        </p:nvSpPr>
        <p:spPr bwMode="auto">
          <a:xfrm rot="16200000">
            <a:off x="6395244" y="3842544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u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0" name="Rectangle 146">
            <a:extLst>
              <a:ext uri="{FF2B5EF4-FFF2-40B4-BE49-F238E27FC236}">
                <a16:creationId xmlns:a16="http://schemas.microsoft.com/office/drawing/2014/main" id="{9E8139D2-AB11-4D6B-ABEE-411A39E8C7FD}"/>
              </a:ext>
            </a:extLst>
          </p:cNvPr>
          <p:cNvSpPr>
            <a:spLocks noChangeArrowheads="1"/>
          </p:cNvSpPr>
          <p:nvPr>
            <p:custDataLst>
              <p:tags r:id="rId140"/>
            </p:custDataLst>
          </p:nvPr>
        </p:nvSpPr>
        <p:spPr bwMode="auto">
          <a:xfrm rot="16200000">
            <a:off x="6403182" y="3712369"/>
            <a:ext cx="125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x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1" name="Rectangle 147">
            <a:extLst>
              <a:ext uri="{FF2B5EF4-FFF2-40B4-BE49-F238E27FC236}">
                <a16:creationId xmlns:a16="http://schemas.microsoft.com/office/drawing/2014/main" id="{A0EB05C6-5561-4CFE-B395-51F843C7E82D}"/>
              </a:ext>
            </a:extLst>
          </p:cNvPr>
          <p:cNvSpPr>
            <a:spLocks noChangeArrowheads="1"/>
          </p:cNvSpPr>
          <p:nvPr>
            <p:custDataLst>
              <p:tags r:id="rId141"/>
            </p:custDataLst>
          </p:nvPr>
        </p:nvSpPr>
        <p:spPr bwMode="auto">
          <a:xfrm>
            <a:off x="2709863" y="3892550"/>
            <a:ext cx="11112" cy="15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2" name="Rectangle 148">
            <a:extLst>
              <a:ext uri="{FF2B5EF4-FFF2-40B4-BE49-F238E27FC236}">
                <a16:creationId xmlns:a16="http://schemas.microsoft.com/office/drawing/2014/main" id="{22C2AEBC-11A3-4A2A-BE2A-6E74E7C0D5D1}"/>
              </a:ext>
            </a:extLst>
          </p:cNvPr>
          <p:cNvSpPr>
            <a:spLocks noChangeArrowheads="1"/>
          </p:cNvSpPr>
          <p:nvPr>
            <p:custDataLst>
              <p:tags r:id="rId142"/>
            </p:custDataLst>
          </p:nvPr>
        </p:nvSpPr>
        <p:spPr bwMode="auto">
          <a:xfrm>
            <a:off x="2709863" y="3892550"/>
            <a:ext cx="11112" cy="70008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3" name="Rectangle 149">
            <a:extLst>
              <a:ext uri="{FF2B5EF4-FFF2-40B4-BE49-F238E27FC236}">
                <a16:creationId xmlns:a16="http://schemas.microsoft.com/office/drawing/2014/main" id="{EA867F34-DD60-4037-B0CA-F61B6B699279}"/>
              </a:ext>
            </a:extLst>
          </p:cNvPr>
          <p:cNvSpPr>
            <a:spLocks noChangeArrowheads="1"/>
          </p:cNvSpPr>
          <p:nvPr>
            <p:custDataLst>
              <p:tags r:id="rId143"/>
            </p:custDataLst>
          </p:nvPr>
        </p:nvSpPr>
        <p:spPr bwMode="auto">
          <a:xfrm>
            <a:off x="2709863" y="4581525"/>
            <a:ext cx="2068512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4" name="Rectangle 150">
            <a:extLst>
              <a:ext uri="{FF2B5EF4-FFF2-40B4-BE49-F238E27FC236}">
                <a16:creationId xmlns:a16="http://schemas.microsoft.com/office/drawing/2014/main" id="{D3C8A2F9-6FE2-46AF-BDCE-46F4F7D42FBB}"/>
              </a:ext>
            </a:extLst>
          </p:cNvPr>
          <p:cNvSpPr>
            <a:spLocks noChangeArrowheads="1"/>
          </p:cNvSpPr>
          <p:nvPr>
            <p:custDataLst>
              <p:tags r:id="rId144"/>
            </p:custDataLst>
          </p:nvPr>
        </p:nvSpPr>
        <p:spPr bwMode="auto">
          <a:xfrm>
            <a:off x="4768850" y="4581525"/>
            <a:ext cx="9525" cy="350838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5" name="Rectangle 151">
            <a:extLst>
              <a:ext uri="{FF2B5EF4-FFF2-40B4-BE49-F238E27FC236}">
                <a16:creationId xmlns:a16="http://schemas.microsoft.com/office/drawing/2014/main" id="{1FB5F1F6-F034-4332-93C5-0E412DB3B5F9}"/>
              </a:ext>
            </a:extLst>
          </p:cNvPr>
          <p:cNvSpPr>
            <a:spLocks noChangeArrowheads="1"/>
          </p:cNvSpPr>
          <p:nvPr>
            <p:custDataLst>
              <p:tags r:id="rId145"/>
            </p:custDataLst>
          </p:nvPr>
        </p:nvSpPr>
        <p:spPr bwMode="auto">
          <a:xfrm>
            <a:off x="4959350" y="4921250"/>
            <a:ext cx="1588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626" name="Rectangle 152">
            <a:extLst>
              <a:ext uri="{FF2B5EF4-FFF2-40B4-BE49-F238E27FC236}">
                <a16:creationId xmlns:a16="http://schemas.microsoft.com/office/drawing/2014/main" id="{C8186100-ED16-4547-8564-86194DEDDC39}"/>
              </a:ext>
            </a:extLst>
          </p:cNvPr>
          <p:cNvSpPr>
            <a:spLocks noChangeArrowheads="1"/>
          </p:cNvSpPr>
          <p:nvPr>
            <p:custDataLst>
              <p:tags r:id="rId146"/>
            </p:custDataLst>
          </p:nvPr>
        </p:nvSpPr>
        <p:spPr bwMode="auto">
          <a:xfrm>
            <a:off x="4768850" y="4921250"/>
            <a:ext cx="190500" cy="11113"/>
          </a:xfrm>
          <a:prstGeom prst="rect">
            <a:avLst/>
          </a:prstGeom>
          <a:blipFill dpi="0" rotWithShape="0">
            <a:blip r:embed="rId1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ABBE2-0BAE-4C76-ACB0-A7892D24EE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47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4C640DE-8B87-4D06-83C5-EF748320496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F94174D-A71A-4738-BA21-A5892749E5B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Overflow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C7E5199-AC6E-4D73-8A1A-F67C14D504E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With n bits,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overflow</a:t>
            </a:r>
            <a:r>
              <a:rPr lang="en-US" altLang="en-US" dirty="0"/>
              <a:t> occurs when result is beyond 2</a:t>
            </a:r>
            <a:r>
              <a:rPr lang="en-US" altLang="en-US" baseline="30000" dirty="0"/>
              <a:t>n</a:t>
            </a:r>
            <a:r>
              <a:rPr lang="en-US" altLang="en-US" dirty="0"/>
              <a:t> possible values</a:t>
            </a:r>
          </a:p>
          <a:p>
            <a:pPr lvl="1" eaLnBrk="1" hangingPunct="1"/>
            <a:r>
              <a:rPr lang="en-US" altLang="en-US" dirty="0"/>
              <a:t>Unsigned range [0, 2</a:t>
            </a:r>
            <a:r>
              <a:rPr lang="en-US" altLang="en-US" baseline="30000" dirty="0"/>
              <a:t>n</a:t>
            </a:r>
            <a:r>
              <a:rPr lang="en-US" altLang="en-US" dirty="0"/>
              <a:t>-1] </a:t>
            </a:r>
          </a:p>
          <a:p>
            <a:pPr lvl="1" eaLnBrk="1" hangingPunct="1"/>
            <a:r>
              <a:rPr lang="en-US" altLang="en-US" dirty="0"/>
              <a:t>2’s complement range [-2</a:t>
            </a:r>
            <a:r>
              <a:rPr lang="en-US" altLang="en-US" baseline="30000" dirty="0"/>
              <a:t>n-1</a:t>
            </a:r>
            <a:r>
              <a:rPr lang="en-US" altLang="en-US" dirty="0"/>
              <a:t>, 2</a:t>
            </a:r>
            <a:r>
              <a:rPr lang="en-US" altLang="en-US" baseline="30000" dirty="0"/>
              <a:t>n-1</a:t>
            </a:r>
            <a:r>
              <a:rPr lang="en-US" altLang="en-US" dirty="0"/>
              <a:t>-1]</a:t>
            </a:r>
          </a:p>
          <a:p>
            <a:pPr eaLnBrk="1" hangingPunct="1"/>
            <a:r>
              <a:rPr lang="en-US" altLang="en-US" dirty="0"/>
              <a:t>e.g., 3-bit unsigned add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5 + 6 &gt; max value (7): 101 + 110 =&gt; 1011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f(3:0) = a(2:0) + b(2:0) =&gt; f(3) is overflow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	Carry-out from most-significant bit signals overflow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73BF70-21A6-430B-9B73-AB088B5AD7E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52A5602-8184-4D89-8272-E025EADE7D8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Addition Overflow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More complicated for 2’s complement</a:t>
            </a:r>
          </a:p>
          <a:p>
            <a:pPr lvl="1" eaLnBrk="1" hangingPunct="1"/>
            <a:r>
              <a:rPr lang="en-US" altLang="en-US" dirty="0"/>
              <a:t>Can we just use the carry-out of </a:t>
            </a:r>
            <a:r>
              <a:rPr lang="en-US" altLang="en-US" dirty="0" err="1"/>
              <a:t>MSb</a:t>
            </a:r>
            <a:r>
              <a:rPr lang="en-US" altLang="en-US" dirty="0"/>
              <a:t>?</a:t>
            </a:r>
          </a:p>
          <a:p>
            <a:pPr eaLnBrk="1" hangingPunct="1"/>
            <a:r>
              <a:rPr lang="en-US" altLang="en-US" dirty="0"/>
              <a:t>e.g., 3-bit signed add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-1 + -1 = -2: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111 + 111 = 1110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110 = -2 is correct, no overflow despite carry-out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B8121367-A5F9-40A5-9FAE-F3D775E47004}" type="slidenum">
              <a:rPr lang="en-US" altLang="en-US">
                <a:latin typeface="Calibri" panose="020F0502020204030204" pitchFamily="34" charset="0"/>
              </a:rPr>
              <a:pPr lvl="1"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761881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Addition Overflow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When is overflow NOT possible?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(p1, p2) &gt; 0 and (n1, n2) &lt; 0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p1 + p2 maybe?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p1 + n1 not possible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n1 + p2 not possible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n1 + n2 maybe?</a:t>
            </a:r>
          </a:p>
          <a:p>
            <a:pPr eaLnBrk="1" hangingPunct="1"/>
            <a:r>
              <a:rPr lang="en-US" altLang="en-US" dirty="0"/>
              <a:t>Just checking signs of inputs is not sufficient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00612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Addition Overflow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2 + 3 = 5 &gt; 3: 010 + 011 = 101 (–3)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Sum of two positive numbers should not be negative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Conclude: overflow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-1 + -4 = -5 &lt; -4: 111 + 100 = 011 (+3)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Sum of two negative numbers should not be positive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Conclude: overflow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48C18CC-93E6-4E9D-A221-8F164EA84CE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318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Addition Overflow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524000"/>
            <a:ext cx="7772400" cy="129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Consider </a:t>
            </a:r>
            <a:r>
              <a:rPr lang="en-US" altLang="en-US" sz="2800" dirty="0" err="1"/>
              <a:t>MSb</a:t>
            </a:r>
            <a:r>
              <a:rPr lang="en-US" altLang="en-US" sz="2800" dirty="0"/>
              <a:t> full adder (</a:t>
            </a:r>
            <a:r>
              <a:rPr lang="en-US" altLang="en-US" sz="2800" dirty="0" err="1"/>
              <a:t>a,b,c</a:t>
            </a:r>
            <a:r>
              <a:rPr lang="en-US" altLang="en-US" sz="2800" baseline="-25000" dirty="0" err="1"/>
              <a:t>in</a:t>
            </a:r>
            <a:r>
              <a:rPr lang="en-US" altLang="en-US" sz="2800" dirty="0"/>
              <a:t>) =&gt; (</a:t>
            </a:r>
            <a:r>
              <a:rPr lang="en-US" altLang="en-US" sz="2800" dirty="0" err="1"/>
              <a:t>c</a:t>
            </a:r>
            <a:r>
              <a:rPr lang="en-US" altLang="en-US" sz="2800" baseline="-25000" dirty="0" err="1"/>
              <a:t>out</a:t>
            </a:r>
            <a:r>
              <a:rPr lang="en-US" altLang="en-US" sz="2800" dirty="0"/>
              <a:t>, 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When does overflow happen?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graphicFrame>
        <p:nvGraphicFramePr>
          <p:cNvPr id="141398" name="Group 8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71600" y="2971800"/>
          <a:ext cx="6096000" cy="3292479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out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9EAAF0F-E26C-402D-BDC6-AFF7E83F4DD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Rounded Rectangle 4"/>
          <p:cNvSpPr/>
          <p:nvPr>
            <p:custDataLst>
              <p:tags r:id="rId6"/>
            </p:custDataLst>
          </p:nvPr>
        </p:nvSpPr>
        <p:spPr>
          <a:xfrm>
            <a:off x="3657600" y="3581400"/>
            <a:ext cx="19050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3543300" y="5410200"/>
            <a:ext cx="19050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0147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Subtraction Overflow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No overflow on a – b if signs are the same</a:t>
            </a:r>
          </a:p>
          <a:p>
            <a:pPr eaLnBrk="1" hangingPunct="1"/>
            <a:r>
              <a:rPr lang="en-US" altLang="en-US" dirty="0"/>
              <a:t>Neg – pos =&gt; neg; overflow otherwise</a:t>
            </a:r>
          </a:p>
          <a:p>
            <a:pPr eaLnBrk="1" hangingPunct="1"/>
            <a:r>
              <a:rPr lang="en-US" altLang="en-US" dirty="0"/>
              <a:t>Pos – neg =&gt; pos; overflow otherwise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0BAFD102-CDF4-4E98-83C1-6850448610A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9022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1CA8A59-5CBE-44A8-BA3F-87CC0DBF96F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What to do on Overflow?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DAE429D-2596-43C0-B6AF-BA65E621C38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Ignore ! (C language semantics)</a:t>
            </a:r>
          </a:p>
          <a:p>
            <a:pPr lvl="1" eaLnBrk="1" hangingPunct="1"/>
            <a:r>
              <a:rPr lang="en-US" altLang="en-US" dirty="0"/>
              <a:t>What about Java? (try/catch?)</a:t>
            </a:r>
          </a:p>
          <a:p>
            <a:pPr eaLnBrk="1" hangingPunct="1"/>
            <a:r>
              <a:rPr lang="en-US" altLang="en-US" dirty="0"/>
              <a:t>Flag – condition code</a:t>
            </a:r>
          </a:p>
          <a:p>
            <a:pPr eaLnBrk="1" hangingPunct="1"/>
            <a:r>
              <a:rPr lang="en-US" altLang="en-US" dirty="0"/>
              <a:t>Sticky flag – e.g. for floating point</a:t>
            </a:r>
          </a:p>
          <a:p>
            <a:pPr lvl="1" eaLnBrk="1" hangingPunct="1"/>
            <a:r>
              <a:rPr lang="en-US" altLang="en-US" dirty="0"/>
              <a:t>Otherwise gets in the way of fast hardware</a:t>
            </a:r>
          </a:p>
          <a:p>
            <a:pPr eaLnBrk="1" hangingPunct="1"/>
            <a:r>
              <a:rPr lang="en-US" altLang="en-US" dirty="0"/>
              <a:t>Trap – possibly maskable</a:t>
            </a:r>
          </a:p>
          <a:p>
            <a:pPr lvl="1" eaLnBrk="1" hangingPunct="1"/>
            <a:r>
              <a:rPr lang="en-US" altLang="en-US" dirty="0"/>
              <a:t>MIPS has e.g. add that traps, </a:t>
            </a:r>
            <a:r>
              <a:rPr lang="en-US" altLang="en-US" dirty="0" err="1"/>
              <a:t>addu</a:t>
            </a:r>
            <a:r>
              <a:rPr lang="en-US" altLang="en-US" dirty="0"/>
              <a:t> that does not</a:t>
            </a:r>
          </a:p>
          <a:p>
            <a:pPr lvl="1" eaLnBrk="1" hangingPunct="1"/>
            <a:r>
              <a:rPr lang="en-US" altLang="en-US" dirty="0"/>
              <a:t>Useful for extended precision in software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C8DAA-2C4C-411E-AF66-070A1C23B8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0C5BA38-6874-426D-8B36-6CBE28F5A71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Combined Ripple-carry Adder/Subtractor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98500" y="5486400"/>
            <a:ext cx="7772400" cy="91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Ripple-carry is too slow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Gate delays = 32 * FA + XOR</a:t>
            </a:r>
          </a:p>
        </p:txBody>
      </p:sp>
      <p:grpSp>
        <p:nvGrpSpPr>
          <p:cNvPr id="5124" name="Group 2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325438" y="1487488"/>
            <a:ext cx="8607425" cy="3789362"/>
            <a:chOff x="350838" y="2743200"/>
            <a:chExt cx="8607425" cy="3789363"/>
          </a:xfrm>
        </p:grpSpPr>
        <p:sp>
          <p:nvSpPr>
            <p:cNvPr id="5127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3738" y="3211513"/>
              <a:ext cx="6096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28" name="Rectangle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290638" y="3211513"/>
              <a:ext cx="12700" cy="109696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29" name="Rectangle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93738" y="4297363"/>
              <a:ext cx="5969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0" name="Rectangle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14338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1" name="Rectangle 1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1038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90638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557338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4" name="Rectangle 1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08038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5" name="Rectangle 1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38238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6" name="Rectangle 1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38238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7" name="Rectangle 2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38238" y="4297363"/>
              <a:ext cx="12700" cy="47783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8" name="Rectangle 21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60438" y="322262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39" name="Rectangle 22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60438" y="28956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0" name="Rectangle 2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62038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1" name="Rectangle 2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62038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2" name="Rectangle 26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62038" y="5230813"/>
              <a:ext cx="12700" cy="2095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3" name="Rectangle 27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14438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4" name="Rectangle 28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14438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5" name="Rectangle 29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14438" y="5230813"/>
              <a:ext cx="12700" cy="2095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6" name="Rectangle 3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38238" y="48450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7" name="Rectangle 31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38238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8" name="Rectangle 32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38238" y="4775200"/>
              <a:ext cx="12700" cy="698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49" name="Rectangle 38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98538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0" name="Rectangle 39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98538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1" name="Rectangle 41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290638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2" name="Rectangle 42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290638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3" name="Rectangle 43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290638" y="5008563"/>
              <a:ext cx="12700" cy="2682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4" name="Rectangle 5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52438" y="5662613"/>
              <a:ext cx="1587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5" name="Rectangle 5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8470900" y="5662613"/>
              <a:ext cx="1588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6" name="Rectangle 58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74738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7" name="Rectangle 59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4738" y="60356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8" name="Rectangle 61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214438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59" name="Rectangle 62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14438" y="57435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0" name="Rectangle 63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214438" y="5440363"/>
              <a:ext cx="12700" cy="3032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1" name="Rectangle 7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01638" y="567372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2" name="Rectangle 80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811338" y="3211513"/>
              <a:ext cx="611187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3" name="Rectangle 82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811338" y="4297363"/>
              <a:ext cx="598487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4" name="Rectangle 91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927225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5" name="Rectangle 93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257425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6" name="Rectangle 94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257425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7" name="Rectangle 96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079625" y="322262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8" name="Rectangle 97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079625" y="28956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69" name="Rectangle 99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21812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0" name="Rectangle 100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181225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1" name="Rectangle 102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3336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2" name="Rectangle 103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333625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3" name="Rectangle 105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257425" y="48450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4" name="Rectangle 106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257425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5" name="Rectangle 113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117725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6" name="Rectangle 114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117725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7" name="Rectangle 116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409825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8" name="Rectangle 117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409825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79" name="Rectangle 130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1939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0" name="Rectangle 131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2193925" y="60356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1" name="Rectangle 133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3336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2" name="Freeform 138"/>
            <p:cNvSpPr>
              <a:spLocks/>
            </p:cNvSpPr>
            <p:nvPr>
              <p:custDataLst>
                <p:tags r:id="rId61"/>
              </p:custDataLst>
            </p:nvPr>
          </p:nvSpPr>
          <p:spPr bwMode="auto">
            <a:xfrm>
              <a:off x="2397125" y="5673725"/>
              <a:ext cx="12700" cy="1588"/>
            </a:xfrm>
            <a:custGeom>
              <a:avLst/>
              <a:gdLst>
                <a:gd name="T0" fmla="*/ 0 w 8"/>
                <a:gd name="T1" fmla="*/ 0 h 1588"/>
                <a:gd name="T2" fmla="*/ 0 w 8"/>
                <a:gd name="T3" fmla="*/ 0 h 1588"/>
                <a:gd name="T4" fmla="*/ 0 w 8"/>
                <a:gd name="T5" fmla="*/ 0 h 1588"/>
                <a:gd name="T6" fmla="*/ 2147483647 w 8"/>
                <a:gd name="T7" fmla="*/ 0 h 1588"/>
                <a:gd name="T8" fmla="*/ 2147483647 w 8"/>
                <a:gd name="T9" fmla="*/ 0 h 1588"/>
                <a:gd name="T10" fmla="*/ 2147483647 w 8"/>
                <a:gd name="T11" fmla="*/ 0 h 1588"/>
                <a:gd name="T12" fmla="*/ 0 w 8"/>
                <a:gd name="T13" fmla="*/ 0 h 15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588"/>
                <a:gd name="T23" fmla="*/ 8 w 8"/>
                <a:gd name="T24" fmla="*/ 1588 h 15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588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Rectangle 146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917825" y="3211513"/>
              <a:ext cx="6096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4" name="Rectangle 148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917825" y="4297363"/>
              <a:ext cx="5969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5" name="Rectangle 157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032125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6" name="Rectangle 159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362325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7" name="Rectangle 160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362325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8" name="Rectangle 162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184525" y="322262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89" name="Rectangle 163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184525" y="28956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0" name="Rectangle 165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2988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1" name="Rectangle 166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3298825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2" name="Rectangle 168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34512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3" name="Rectangle 169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3451225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4" name="Rectangle 171"/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3375025" y="48450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5" name="Rectangle 172"/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3375025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6" name="Rectangle 179"/>
            <p:cNvSpPr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222625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7" name="Rectangle 180"/>
            <p:cNvSpPr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3222625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8" name="Rectangle 182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527425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199" name="Rectangle 183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527425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0" name="Rectangle 196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2988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1" name="Rectangle 197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298825" y="60356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2" name="Rectangle 199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438525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3" name="Freeform 204"/>
            <p:cNvSpPr>
              <a:spLocks/>
            </p:cNvSpPr>
            <p:nvPr>
              <p:custDataLst>
                <p:tags r:id="rId82"/>
              </p:custDataLst>
            </p:nvPr>
          </p:nvSpPr>
          <p:spPr bwMode="auto">
            <a:xfrm>
              <a:off x="3502025" y="5673725"/>
              <a:ext cx="12700" cy="1588"/>
            </a:xfrm>
            <a:custGeom>
              <a:avLst/>
              <a:gdLst>
                <a:gd name="T0" fmla="*/ 0 w 8"/>
                <a:gd name="T1" fmla="*/ 0 h 1588"/>
                <a:gd name="T2" fmla="*/ 0 w 8"/>
                <a:gd name="T3" fmla="*/ 0 h 1588"/>
                <a:gd name="T4" fmla="*/ 0 w 8"/>
                <a:gd name="T5" fmla="*/ 0 h 1588"/>
                <a:gd name="T6" fmla="*/ 2147483647 w 8"/>
                <a:gd name="T7" fmla="*/ 0 h 1588"/>
                <a:gd name="T8" fmla="*/ 2147483647 w 8"/>
                <a:gd name="T9" fmla="*/ 0 h 1588"/>
                <a:gd name="T10" fmla="*/ 2147483647 w 8"/>
                <a:gd name="T11" fmla="*/ 0 h 1588"/>
                <a:gd name="T12" fmla="*/ 0 w 8"/>
                <a:gd name="T13" fmla="*/ 0 h 15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588"/>
                <a:gd name="T23" fmla="*/ 8 w 8"/>
                <a:gd name="T24" fmla="*/ 1588 h 15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588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4" name="Rectangle 213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034213" y="3211513"/>
              <a:ext cx="6096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5" name="Rectangle 214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7631113" y="3211513"/>
              <a:ext cx="12700" cy="109696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6" name="Rectangle 215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7034213" y="4297363"/>
              <a:ext cx="596900" cy="111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7" name="Rectangle 217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754813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8" name="Rectangle 218"/>
            <p:cNvSpPr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7021513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09" name="Rectangle 220"/>
            <p:cNvSpPr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7631113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0" name="Rectangle 221"/>
            <p:cNvSpPr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899400" y="3724275"/>
              <a:ext cx="1588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1" name="Rectangle 224"/>
            <p:cNvSpPr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7148513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2" name="Rectangle 226"/>
            <p:cNvSpPr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7478713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3" name="Rectangle 227"/>
            <p:cNvSpPr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7478713" y="4297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4" name="Rectangle 228"/>
            <p:cNvSpPr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7478713" y="4297363"/>
              <a:ext cx="12700" cy="47783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5" name="Rectangle 229"/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7300913" y="322262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6" name="Rectangle 230"/>
            <p:cNvSpPr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7300913" y="28956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7" name="Rectangle 232"/>
            <p:cNvSpPr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7402513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8" name="Rectangle 233"/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7402513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19" name="Rectangle 234"/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7402513" y="5230813"/>
              <a:ext cx="12700" cy="2095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0" name="Rectangle 235"/>
            <p:cNvSpPr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7554913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1" name="Rectangle 236"/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7554913" y="523081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2" name="Rectangle 237"/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7554913" y="5230813"/>
              <a:ext cx="12700" cy="2095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3" name="Rectangle 238"/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478713" y="48450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4" name="Rectangle 239"/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7478713" y="477520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5" name="Rectangle 240"/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7478713" y="4775200"/>
              <a:ext cx="12700" cy="6985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6" name="Rectangle 246"/>
            <p:cNvSpPr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7339013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7" name="Rectangle 247"/>
            <p:cNvSpPr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7339013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8" name="Rectangle 249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7631113" y="5276850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9" name="Rectangle 250"/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7631113" y="50085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0" name="Rectangle 251"/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7631113" y="5008563"/>
              <a:ext cx="12700" cy="2682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1" name="Rectangle 263"/>
            <p:cNvSpPr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7415213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2" name="Rectangle 264"/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7415213" y="60356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3" name="Rectangle 266"/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7554913" y="5440363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4" name="Rectangle 267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7554913" y="5743575"/>
              <a:ext cx="12700" cy="1588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5" name="Rectangle 268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7554913" y="5440363"/>
              <a:ext cx="12700" cy="303212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6" name="Rectangle 282"/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3756025" y="3724275"/>
              <a:ext cx="1588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7" name="Rectangle 283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3806825" y="3724275"/>
              <a:ext cx="1588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8" name="Rectangle 301"/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6742113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39" name="Rectangle 302"/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6792913" y="3724275"/>
              <a:ext cx="1587" cy="12700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0" name="Rectangle 315"/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808038" y="61674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1" name="Rectangle 359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1074738" y="61547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2" name="Rectangle 390"/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1927225" y="61674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3" name="Rectangle 431"/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193925" y="61547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4" name="Rectangle 456"/>
            <p:cNvSpPr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3032125" y="61674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5" name="Rectangle 497"/>
            <p:cNvSpPr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3298825" y="61547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6" name="Rectangle 523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7148513" y="61674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47" name="Rectangle 564"/>
            <p:cNvSpPr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7415213" y="6154738"/>
              <a:ext cx="12700" cy="1587"/>
            </a:xfrm>
            <a:prstGeom prst="rect">
              <a:avLst/>
            </a:prstGeom>
            <a:blipFill dpi="0" rotWithShape="0">
              <a:blip r:embed="rId419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248" name="Group 604"/>
            <p:cNvGrpSpPr>
              <a:grpSpLocks/>
            </p:cNvGrpSpPr>
            <p:nvPr/>
          </p:nvGrpSpPr>
          <p:grpSpPr bwMode="auto">
            <a:xfrm>
              <a:off x="350838" y="2743200"/>
              <a:ext cx="8607425" cy="3789363"/>
              <a:chOff x="221" y="1728"/>
              <a:chExt cx="5422" cy="2387"/>
            </a:xfrm>
          </p:grpSpPr>
          <p:sp>
            <p:nvSpPr>
              <p:cNvPr id="5249" name="Rectangle 305"/>
              <p:cNvSpPr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437" y="1944"/>
                <a:ext cx="384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0" name="Rectangle 306"/>
              <p:cNvSpPr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813" y="1944"/>
                <a:ext cx="8" cy="75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1" name="Rectangle 307"/>
              <p:cNvSpPr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437" y="2687"/>
                <a:ext cx="376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2" name="Rectangle 308"/>
              <p:cNvSpPr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437" y="1944"/>
                <a:ext cx="8" cy="743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3" name="Rectangle 309"/>
              <p:cNvSpPr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261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4" name="Rectangle 310"/>
              <p:cNvSpPr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29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5" name="Rectangle 311"/>
              <p:cNvSpPr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261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6" name="Rectangle 312"/>
              <p:cNvSpPr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813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7" name="Rectangle 313"/>
              <p:cNvSpPr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981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8" name="Rectangle 314"/>
              <p:cNvSpPr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813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59" name="Rectangle 316"/>
              <p:cNvSpPr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509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0" name="Rectangle 317"/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509" y="2687"/>
                <a:ext cx="8" cy="119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1" name="Rectangle 318"/>
              <p:cNvSpPr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717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2" name="Rectangle 319"/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717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3" name="Rectangle 320"/>
              <p:cNvSpPr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717" y="2687"/>
                <a:ext cx="8" cy="32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4" name="Rectangle 321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605" y="195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5" name="Rectangle 322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605" y="172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6" name="Rectangle 323"/>
              <p:cNvSpPr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605" y="1728"/>
                <a:ext cx="8" cy="22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7" name="Rectangle 324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669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8" name="Rectangle 325"/>
              <p:cNvSpPr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669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69" name="Rectangle 326"/>
              <p:cNvSpPr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669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0" name="Rectangle 327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765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1" name="Rectangle 328"/>
              <p:cNvSpPr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765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2" name="Rectangle 329"/>
              <p:cNvSpPr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765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3" name="Rectangle 330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717" y="306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4" name="Rectangle 331"/>
              <p:cNvSpPr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717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5" name="Rectangle 332"/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717" y="3014"/>
                <a:ext cx="8" cy="4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76" name="Freeform 333"/>
              <p:cNvSpPr>
                <a:spLocks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629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7" name="Freeform 334"/>
              <p:cNvSpPr>
                <a:spLocks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629" y="3310"/>
                <a:ext cx="96" cy="48"/>
              </a:xfrm>
              <a:custGeom>
                <a:avLst/>
                <a:gdLst>
                  <a:gd name="T0" fmla="*/ 0 w 96"/>
                  <a:gd name="T1" fmla="*/ 40 h 48"/>
                  <a:gd name="T2" fmla="*/ 24 w 96"/>
                  <a:gd name="T3" fmla="*/ 16 h 48"/>
                  <a:gd name="T4" fmla="*/ 24 w 96"/>
                  <a:gd name="T5" fmla="*/ 16 h 48"/>
                  <a:gd name="T6" fmla="*/ 24 w 96"/>
                  <a:gd name="T7" fmla="*/ 16 h 48"/>
                  <a:gd name="T8" fmla="*/ 96 w 96"/>
                  <a:gd name="T9" fmla="*/ 0 h 48"/>
                  <a:gd name="T10" fmla="*/ 96 w 96"/>
                  <a:gd name="T11" fmla="*/ 0 h 48"/>
                  <a:gd name="T12" fmla="*/ 96 w 96"/>
                  <a:gd name="T13" fmla="*/ 8 h 48"/>
                  <a:gd name="T14" fmla="*/ 96 w 96"/>
                  <a:gd name="T15" fmla="*/ 8 h 48"/>
                  <a:gd name="T16" fmla="*/ 24 w 96"/>
                  <a:gd name="T17" fmla="*/ 24 h 48"/>
                  <a:gd name="T18" fmla="*/ 24 w 96"/>
                  <a:gd name="T19" fmla="*/ 24 h 48"/>
                  <a:gd name="T20" fmla="*/ 32 w 96"/>
                  <a:gd name="T21" fmla="*/ 24 h 48"/>
                  <a:gd name="T22" fmla="*/ 8 w 96"/>
                  <a:gd name="T23" fmla="*/ 48 h 48"/>
                  <a:gd name="T24" fmla="*/ 0 w 96"/>
                  <a:gd name="T25" fmla="*/ 40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8"/>
                  <a:gd name="T41" fmla="*/ 96 w 96"/>
                  <a:gd name="T42" fmla="*/ 48 h 4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8">
                    <a:moveTo>
                      <a:pt x="0" y="40"/>
                    </a:moveTo>
                    <a:lnTo>
                      <a:pt x="24" y="16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24"/>
                    </a:lnTo>
                    <a:lnTo>
                      <a:pt x="32" y="24"/>
                    </a:lnTo>
                    <a:lnTo>
                      <a:pt x="8" y="48"/>
                    </a:lnTo>
                    <a:lnTo>
                      <a:pt x="0" y="4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8" name="Freeform 335"/>
              <p:cNvSpPr>
                <a:spLocks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725" y="3310"/>
                <a:ext cx="72" cy="24"/>
              </a:xfrm>
              <a:custGeom>
                <a:avLst/>
                <a:gdLst>
                  <a:gd name="T0" fmla="*/ 0 w 72"/>
                  <a:gd name="T1" fmla="*/ 0 h 24"/>
                  <a:gd name="T2" fmla="*/ 64 w 72"/>
                  <a:gd name="T3" fmla="*/ 16 h 24"/>
                  <a:gd name="T4" fmla="*/ 72 w 72"/>
                  <a:gd name="T5" fmla="*/ 16 h 24"/>
                  <a:gd name="T6" fmla="*/ 64 w 72"/>
                  <a:gd name="T7" fmla="*/ 24 h 24"/>
                  <a:gd name="T8" fmla="*/ 64 w 72"/>
                  <a:gd name="T9" fmla="*/ 24 h 24"/>
                  <a:gd name="T10" fmla="*/ 0 w 72"/>
                  <a:gd name="T11" fmla="*/ 8 h 24"/>
                  <a:gd name="T12" fmla="*/ 0 w 72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24"/>
                  <a:gd name="T23" fmla="*/ 72 w 72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24">
                    <a:moveTo>
                      <a:pt x="0" y="0"/>
                    </a:moveTo>
                    <a:lnTo>
                      <a:pt x="64" y="16"/>
                    </a:lnTo>
                    <a:lnTo>
                      <a:pt x="72" y="16"/>
                    </a:lnTo>
                    <a:lnTo>
                      <a:pt x="64" y="24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9" name="Freeform 336"/>
              <p:cNvSpPr>
                <a:spLocks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813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0" name="Freeform 337"/>
              <p:cNvSpPr>
                <a:spLocks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789" y="332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1" name="Rectangle 338"/>
              <p:cNvSpPr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629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2" name="Rectangle 339"/>
              <p:cNvSpPr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629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3" name="Rectangle 340"/>
              <p:cNvSpPr>
                <a:spLocks noChangeArrowheads="1"/>
              </p:cNvSpPr>
              <p:nvPr>
                <p:custDataLst>
                  <p:tags r:id="rId161"/>
                </p:custDataLst>
              </p:nvPr>
            </p:nvSpPr>
            <p:spPr bwMode="auto">
              <a:xfrm>
                <a:off x="629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4" name="Rectangle 341"/>
              <p:cNvSpPr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813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5" name="Rectangle 342"/>
              <p:cNvSpPr>
                <a:spLocks noChangeArrowheads="1"/>
              </p:cNvSpPr>
              <p:nvPr>
                <p:custDataLst>
                  <p:tags r:id="rId163"/>
                </p:custDataLst>
              </p:nvPr>
            </p:nvSpPr>
            <p:spPr bwMode="auto">
              <a:xfrm>
                <a:off x="813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6" name="Rectangle 343"/>
              <p:cNvSpPr>
                <a:spLocks noChangeArrowheads="1"/>
              </p:cNvSpPr>
              <p:nvPr>
                <p:custDataLst>
                  <p:tags r:id="rId164"/>
                </p:custDataLst>
              </p:nvPr>
            </p:nvSpPr>
            <p:spPr bwMode="auto">
              <a:xfrm>
                <a:off x="813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87" name="Freeform 344"/>
              <p:cNvSpPr>
                <a:spLocks/>
              </p:cNvSpPr>
              <p:nvPr>
                <p:custDataLst>
                  <p:tags r:id="rId165"/>
                </p:custDataLst>
              </p:nvPr>
            </p:nvSpPr>
            <p:spPr bwMode="auto">
              <a:xfrm>
                <a:off x="629" y="3062"/>
                <a:ext cx="184" cy="112"/>
              </a:xfrm>
              <a:custGeom>
                <a:avLst/>
                <a:gdLst>
                  <a:gd name="T0" fmla="*/ 0 w 184"/>
                  <a:gd name="T1" fmla="*/ 112 h 112"/>
                  <a:gd name="T2" fmla="*/ 32 w 184"/>
                  <a:gd name="T3" fmla="*/ 40 h 112"/>
                  <a:gd name="T4" fmla="*/ 88 w 184"/>
                  <a:gd name="T5" fmla="*/ 0 h 112"/>
                  <a:gd name="T6" fmla="*/ 136 w 184"/>
                  <a:gd name="T7" fmla="*/ 24 h 112"/>
                  <a:gd name="T8" fmla="*/ 160 w 184"/>
                  <a:gd name="T9" fmla="*/ 48 h 112"/>
                  <a:gd name="T10" fmla="*/ 184 w 184"/>
                  <a:gd name="T11" fmla="*/ 112 h 112"/>
                  <a:gd name="T12" fmla="*/ 0 w 184"/>
                  <a:gd name="T13" fmla="*/ 112 h 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112"/>
                  <a:gd name="T23" fmla="*/ 184 w 184"/>
                  <a:gd name="T24" fmla="*/ 112 h 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112">
                    <a:moveTo>
                      <a:pt x="0" y="112"/>
                    </a:moveTo>
                    <a:lnTo>
                      <a:pt x="32" y="40"/>
                    </a:lnTo>
                    <a:lnTo>
                      <a:pt x="88" y="0"/>
                    </a:lnTo>
                    <a:lnTo>
                      <a:pt x="136" y="24"/>
                    </a:lnTo>
                    <a:lnTo>
                      <a:pt x="160" y="48"/>
                    </a:lnTo>
                    <a:lnTo>
                      <a:pt x="184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20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8" name="Freeform 345"/>
              <p:cNvSpPr>
                <a:spLocks/>
              </p:cNvSpPr>
              <p:nvPr>
                <p:custDataLst>
                  <p:tags r:id="rId166"/>
                </p:custDataLst>
              </p:nvPr>
            </p:nvSpPr>
            <p:spPr bwMode="auto">
              <a:xfrm>
                <a:off x="629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9" name="Freeform 346"/>
              <p:cNvSpPr>
                <a:spLocks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629" y="3062"/>
                <a:ext cx="144" cy="112"/>
              </a:xfrm>
              <a:custGeom>
                <a:avLst/>
                <a:gdLst>
                  <a:gd name="T0" fmla="*/ 0 w 144"/>
                  <a:gd name="T1" fmla="*/ 112 h 112"/>
                  <a:gd name="T2" fmla="*/ 32 w 144"/>
                  <a:gd name="T3" fmla="*/ 40 h 112"/>
                  <a:gd name="T4" fmla="*/ 32 w 144"/>
                  <a:gd name="T5" fmla="*/ 40 h 112"/>
                  <a:gd name="T6" fmla="*/ 32 w 144"/>
                  <a:gd name="T7" fmla="*/ 40 h 112"/>
                  <a:gd name="T8" fmla="*/ 88 w 144"/>
                  <a:gd name="T9" fmla="*/ 0 h 112"/>
                  <a:gd name="T10" fmla="*/ 88 w 144"/>
                  <a:gd name="T11" fmla="*/ 0 h 112"/>
                  <a:gd name="T12" fmla="*/ 88 w 144"/>
                  <a:gd name="T13" fmla="*/ 0 h 112"/>
                  <a:gd name="T14" fmla="*/ 136 w 144"/>
                  <a:gd name="T15" fmla="*/ 24 h 112"/>
                  <a:gd name="T16" fmla="*/ 144 w 144"/>
                  <a:gd name="T17" fmla="*/ 24 h 112"/>
                  <a:gd name="T18" fmla="*/ 136 w 144"/>
                  <a:gd name="T19" fmla="*/ 32 h 112"/>
                  <a:gd name="T20" fmla="*/ 136 w 144"/>
                  <a:gd name="T21" fmla="*/ 32 h 112"/>
                  <a:gd name="T22" fmla="*/ 88 w 144"/>
                  <a:gd name="T23" fmla="*/ 8 h 112"/>
                  <a:gd name="T24" fmla="*/ 88 w 144"/>
                  <a:gd name="T25" fmla="*/ 8 h 112"/>
                  <a:gd name="T26" fmla="*/ 96 w 144"/>
                  <a:gd name="T27" fmla="*/ 8 h 112"/>
                  <a:gd name="T28" fmla="*/ 40 w 144"/>
                  <a:gd name="T29" fmla="*/ 48 h 112"/>
                  <a:gd name="T30" fmla="*/ 40 w 144"/>
                  <a:gd name="T31" fmla="*/ 48 h 112"/>
                  <a:gd name="T32" fmla="*/ 40 w 144"/>
                  <a:gd name="T33" fmla="*/ 40 h 112"/>
                  <a:gd name="T34" fmla="*/ 8 w 144"/>
                  <a:gd name="T35" fmla="*/ 112 h 112"/>
                  <a:gd name="T36" fmla="*/ 0 w 144"/>
                  <a:gd name="T37" fmla="*/ 112 h 1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4"/>
                  <a:gd name="T58" fmla="*/ 0 h 112"/>
                  <a:gd name="T59" fmla="*/ 144 w 144"/>
                  <a:gd name="T60" fmla="*/ 112 h 1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4" h="112">
                    <a:moveTo>
                      <a:pt x="0" y="112"/>
                    </a:moveTo>
                    <a:lnTo>
                      <a:pt x="32" y="40"/>
                    </a:lnTo>
                    <a:lnTo>
                      <a:pt x="88" y="0"/>
                    </a:lnTo>
                    <a:lnTo>
                      <a:pt x="136" y="24"/>
                    </a:lnTo>
                    <a:lnTo>
                      <a:pt x="144" y="24"/>
                    </a:lnTo>
                    <a:lnTo>
                      <a:pt x="136" y="32"/>
                    </a:lnTo>
                    <a:lnTo>
                      <a:pt x="88" y="8"/>
                    </a:lnTo>
                    <a:lnTo>
                      <a:pt x="96" y="8"/>
                    </a:lnTo>
                    <a:lnTo>
                      <a:pt x="40" y="48"/>
                    </a:lnTo>
                    <a:lnTo>
                      <a:pt x="40" y="40"/>
                    </a:lnTo>
                    <a:lnTo>
                      <a:pt x="8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0" name="Freeform 347"/>
              <p:cNvSpPr>
                <a:spLocks/>
              </p:cNvSpPr>
              <p:nvPr>
                <p:custDataLst>
                  <p:tags r:id="rId168"/>
                </p:custDataLst>
              </p:nvPr>
            </p:nvSpPr>
            <p:spPr bwMode="auto">
              <a:xfrm>
                <a:off x="765" y="308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32 w 32"/>
                  <a:gd name="T3" fmla="*/ 24 h 32"/>
                  <a:gd name="T4" fmla="*/ 32 w 32"/>
                  <a:gd name="T5" fmla="*/ 24 h 32"/>
                  <a:gd name="T6" fmla="*/ 24 w 32"/>
                  <a:gd name="T7" fmla="*/ 24 h 32"/>
                  <a:gd name="T8" fmla="*/ 24 w 32"/>
                  <a:gd name="T9" fmla="*/ 32 h 32"/>
                  <a:gd name="T10" fmla="*/ 0 w 32"/>
                  <a:gd name="T11" fmla="*/ 8 h 32"/>
                  <a:gd name="T12" fmla="*/ 8 w 32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32"/>
                  <a:gd name="T23" fmla="*/ 32 w 32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32">
                    <a:moveTo>
                      <a:pt x="8" y="0"/>
                    </a:moveTo>
                    <a:lnTo>
                      <a:pt x="32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1" name="Freeform 348"/>
              <p:cNvSpPr>
                <a:spLocks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813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2" name="Freeform 349"/>
              <p:cNvSpPr>
                <a:spLocks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789" y="3110"/>
                <a:ext cx="32" cy="64"/>
              </a:xfrm>
              <a:custGeom>
                <a:avLst/>
                <a:gdLst>
                  <a:gd name="T0" fmla="*/ 8 w 32"/>
                  <a:gd name="T1" fmla="*/ 0 h 64"/>
                  <a:gd name="T2" fmla="*/ 0 w 32"/>
                  <a:gd name="T3" fmla="*/ 0 h 64"/>
                  <a:gd name="T4" fmla="*/ 24 w 32"/>
                  <a:gd name="T5" fmla="*/ 64 h 64"/>
                  <a:gd name="T6" fmla="*/ 32 w 32"/>
                  <a:gd name="T7" fmla="*/ 64 h 64"/>
                  <a:gd name="T8" fmla="*/ 8 w 32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64"/>
                  <a:gd name="T17" fmla="*/ 32 w 3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64">
                    <a:moveTo>
                      <a:pt x="8" y="0"/>
                    </a:moveTo>
                    <a:lnTo>
                      <a:pt x="0" y="0"/>
                    </a:lnTo>
                    <a:lnTo>
                      <a:pt x="24" y="64"/>
                    </a:lnTo>
                    <a:lnTo>
                      <a:pt x="32" y="6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3" name="Freeform 350"/>
              <p:cNvSpPr>
                <a:spLocks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629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4" name="Freeform 351"/>
              <p:cNvSpPr>
                <a:spLocks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629" y="3382"/>
                <a:ext cx="96" cy="40"/>
              </a:xfrm>
              <a:custGeom>
                <a:avLst/>
                <a:gdLst>
                  <a:gd name="T0" fmla="*/ 0 w 96"/>
                  <a:gd name="T1" fmla="*/ 32 h 40"/>
                  <a:gd name="T2" fmla="*/ 24 w 96"/>
                  <a:gd name="T3" fmla="*/ 8 h 40"/>
                  <a:gd name="T4" fmla="*/ 24 w 96"/>
                  <a:gd name="T5" fmla="*/ 8 h 40"/>
                  <a:gd name="T6" fmla="*/ 24 w 96"/>
                  <a:gd name="T7" fmla="*/ 8 h 40"/>
                  <a:gd name="T8" fmla="*/ 96 w 96"/>
                  <a:gd name="T9" fmla="*/ 0 h 40"/>
                  <a:gd name="T10" fmla="*/ 96 w 96"/>
                  <a:gd name="T11" fmla="*/ 0 h 40"/>
                  <a:gd name="T12" fmla="*/ 96 w 96"/>
                  <a:gd name="T13" fmla="*/ 8 h 40"/>
                  <a:gd name="T14" fmla="*/ 96 w 96"/>
                  <a:gd name="T15" fmla="*/ 8 h 40"/>
                  <a:gd name="T16" fmla="*/ 24 w 96"/>
                  <a:gd name="T17" fmla="*/ 16 h 40"/>
                  <a:gd name="T18" fmla="*/ 24 w 96"/>
                  <a:gd name="T19" fmla="*/ 16 h 40"/>
                  <a:gd name="T20" fmla="*/ 32 w 96"/>
                  <a:gd name="T21" fmla="*/ 16 h 40"/>
                  <a:gd name="T22" fmla="*/ 8 w 96"/>
                  <a:gd name="T23" fmla="*/ 40 h 40"/>
                  <a:gd name="T24" fmla="*/ 0 w 96"/>
                  <a:gd name="T25" fmla="*/ 32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0"/>
                  <a:gd name="T41" fmla="*/ 96 w 96"/>
                  <a:gd name="T42" fmla="*/ 40 h 4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0">
                    <a:moveTo>
                      <a:pt x="0" y="32"/>
                    </a:moveTo>
                    <a:lnTo>
                      <a:pt x="24" y="8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8" y="40"/>
                    </a:lnTo>
                    <a:lnTo>
                      <a:pt x="0" y="3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5" name="Freeform 352"/>
              <p:cNvSpPr>
                <a:spLocks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725" y="3382"/>
                <a:ext cx="72" cy="16"/>
              </a:xfrm>
              <a:custGeom>
                <a:avLst/>
                <a:gdLst>
                  <a:gd name="T0" fmla="*/ 0 w 72"/>
                  <a:gd name="T1" fmla="*/ 0 h 16"/>
                  <a:gd name="T2" fmla="*/ 64 w 72"/>
                  <a:gd name="T3" fmla="*/ 8 h 16"/>
                  <a:gd name="T4" fmla="*/ 72 w 72"/>
                  <a:gd name="T5" fmla="*/ 8 h 16"/>
                  <a:gd name="T6" fmla="*/ 64 w 72"/>
                  <a:gd name="T7" fmla="*/ 16 h 16"/>
                  <a:gd name="T8" fmla="*/ 64 w 72"/>
                  <a:gd name="T9" fmla="*/ 16 h 16"/>
                  <a:gd name="T10" fmla="*/ 0 w 72"/>
                  <a:gd name="T11" fmla="*/ 8 h 16"/>
                  <a:gd name="T12" fmla="*/ 0 w 72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16"/>
                  <a:gd name="T23" fmla="*/ 72 w 72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16">
                    <a:moveTo>
                      <a:pt x="0" y="0"/>
                    </a:moveTo>
                    <a:lnTo>
                      <a:pt x="64" y="8"/>
                    </a:lnTo>
                    <a:lnTo>
                      <a:pt x="72" y="8"/>
                    </a:lnTo>
                    <a:lnTo>
                      <a:pt x="6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6" name="Freeform 353"/>
              <p:cNvSpPr>
                <a:spLocks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813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7" name="Freeform 354"/>
              <p:cNvSpPr>
                <a:spLocks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789" y="3390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8" name="Rectangle 355"/>
              <p:cNvSpPr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285" y="3622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99" name="Rectangle 356"/>
              <p:cNvSpPr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5336" y="3622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0" name="Rectangle 357"/>
              <p:cNvSpPr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285" y="3622"/>
                <a:ext cx="505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1" name="Rectangle 358"/>
              <p:cNvSpPr>
                <a:spLocks noChangeArrowheads="1"/>
              </p:cNvSpPr>
              <p:nvPr>
                <p:custDataLst>
                  <p:tags r:id="rId179"/>
                </p:custDataLst>
              </p:nvPr>
            </p:nvSpPr>
            <p:spPr bwMode="auto">
              <a:xfrm>
                <a:off x="677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2" name="Rectangle 360"/>
              <p:cNvSpPr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677" y="3470"/>
                <a:ext cx="8" cy="40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3" name="Rectangle 361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765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4" name="Rectangle 362"/>
              <p:cNvSpPr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765" y="367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5" name="Rectangle 363"/>
              <p:cNvSpPr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765" y="3470"/>
                <a:ext cx="8" cy="20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6" name="Freeform 364"/>
              <p:cNvSpPr>
                <a:spLocks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221" y="3566"/>
                <a:ext cx="96" cy="120"/>
              </a:xfrm>
              <a:custGeom>
                <a:avLst/>
                <a:gdLst>
                  <a:gd name="T0" fmla="*/ 96 w 96"/>
                  <a:gd name="T1" fmla="*/ 64 h 120"/>
                  <a:gd name="T2" fmla="*/ 80 w 96"/>
                  <a:gd name="T3" fmla="*/ 16 h 120"/>
                  <a:gd name="T4" fmla="*/ 48 w 96"/>
                  <a:gd name="T5" fmla="*/ 0 h 120"/>
                  <a:gd name="T6" fmla="*/ 16 w 96"/>
                  <a:gd name="T7" fmla="*/ 16 h 120"/>
                  <a:gd name="T8" fmla="*/ 0 w 96"/>
                  <a:gd name="T9" fmla="*/ 64 h 120"/>
                  <a:gd name="T10" fmla="*/ 16 w 96"/>
                  <a:gd name="T11" fmla="*/ 104 h 120"/>
                  <a:gd name="T12" fmla="*/ 48 w 96"/>
                  <a:gd name="T13" fmla="*/ 120 h 120"/>
                  <a:gd name="T14" fmla="*/ 80 w 96"/>
                  <a:gd name="T15" fmla="*/ 104 h 120"/>
                  <a:gd name="T16" fmla="*/ 96 w 96"/>
                  <a:gd name="T17" fmla="*/ 64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6"/>
                  <a:gd name="T28" fmla="*/ 0 h 120"/>
                  <a:gd name="T29" fmla="*/ 96 w 96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6" h="120">
                    <a:moveTo>
                      <a:pt x="96" y="64"/>
                    </a:moveTo>
                    <a:lnTo>
                      <a:pt x="80" y="16"/>
                    </a:lnTo>
                    <a:lnTo>
                      <a:pt x="48" y="0"/>
                    </a:lnTo>
                    <a:lnTo>
                      <a:pt x="16" y="16"/>
                    </a:lnTo>
                    <a:lnTo>
                      <a:pt x="0" y="64"/>
                    </a:lnTo>
                    <a:lnTo>
                      <a:pt x="16" y="104"/>
                    </a:lnTo>
                    <a:lnTo>
                      <a:pt x="48" y="120"/>
                    </a:lnTo>
                    <a:lnTo>
                      <a:pt x="80" y="104"/>
                    </a:lnTo>
                    <a:lnTo>
                      <a:pt x="96" y="64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7" name="Freeform 365"/>
              <p:cNvSpPr>
                <a:spLocks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221" y="3566"/>
                <a:ext cx="104" cy="128"/>
              </a:xfrm>
              <a:custGeom>
                <a:avLst/>
                <a:gdLst>
                  <a:gd name="T0" fmla="*/ 96 w 104"/>
                  <a:gd name="T1" fmla="*/ 64 h 128"/>
                  <a:gd name="T2" fmla="*/ 80 w 104"/>
                  <a:gd name="T3" fmla="*/ 16 h 128"/>
                  <a:gd name="T4" fmla="*/ 80 w 104"/>
                  <a:gd name="T5" fmla="*/ 24 h 128"/>
                  <a:gd name="T6" fmla="*/ 80 w 104"/>
                  <a:gd name="T7" fmla="*/ 24 h 128"/>
                  <a:gd name="T8" fmla="*/ 48 w 104"/>
                  <a:gd name="T9" fmla="*/ 8 h 128"/>
                  <a:gd name="T10" fmla="*/ 48 w 104"/>
                  <a:gd name="T11" fmla="*/ 8 h 128"/>
                  <a:gd name="T12" fmla="*/ 48 w 104"/>
                  <a:gd name="T13" fmla="*/ 8 h 128"/>
                  <a:gd name="T14" fmla="*/ 16 w 104"/>
                  <a:gd name="T15" fmla="*/ 24 h 128"/>
                  <a:gd name="T16" fmla="*/ 24 w 104"/>
                  <a:gd name="T17" fmla="*/ 16 h 128"/>
                  <a:gd name="T18" fmla="*/ 24 w 104"/>
                  <a:gd name="T19" fmla="*/ 16 h 128"/>
                  <a:gd name="T20" fmla="*/ 8 w 104"/>
                  <a:gd name="T21" fmla="*/ 64 h 128"/>
                  <a:gd name="T22" fmla="*/ 8 w 104"/>
                  <a:gd name="T23" fmla="*/ 64 h 128"/>
                  <a:gd name="T24" fmla="*/ 8 w 104"/>
                  <a:gd name="T25" fmla="*/ 64 h 128"/>
                  <a:gd name="T26" fmla="*/ 24 w 104"/>
                  <a:gd name="T27" fmla="*/ 104 h 128"/>
                  <a:gd name="T28" fmla="*/ 16 w 104"/>
                  <a:gd name="T29" fmla="*/ 104 h 128"/>
                  <a:gd name="T30" fmla="*/ 16 w 104"/>
                  <a:gd name="T31" fmla="*/ 104 h 128"/>
                  <a:gd name="T32" fmla="*/ 48 w 104"/>
                  <a:gd name="T33" fmla="*/ 120 h 128"/>
                  <a:gd name="T34" fmla="*/ 48 w 104"/>
                  <a:gd name="T35" fmla="*/ 120 h 128"/>
                  <a:gd name="T36" fmla="*/ 48 w 104"/>
                  <a:gd name="T37" fmla="*/ 120 h 128"/>
                  <a:gd name="T38" fmla="*/ 80 w 104"/>
                  <a:gd name="T39" fmla="*/ 104 h 128"/>
                  <a:gd name="T40" fmla="*/ 80 w 104"/>
                  <a:gd name="T41" fmla="*/ 104 h 128"/>
                  <a:gd name="T42" fmla="*/ 80 w 104"/>
                  <a:gd name="T43" fmla="*/ 104 h 128"/>
                  <a:gd name="T44" fmla="*/ 96 w 104"/>
                  <a:gd name="T45" fmla="*/ 64 h 128"/>
                  <a:gd name="T46" fmla="*/ 96 w 104"/>
                  <a:gd name="T47" fmla="*/ 64 h 128"/>
                  <a:gd name="T48" fmla="*/ 104 w 104"/>
                  <a:gd name="T49" fmla="*/ 64 h 128"/>
                  <a:gd name="T50" fmla="*/ 104 w 104"/>
                  <a:gd name="T51" fmla="*/ 64 h 128"/>
                  <a:gd name="T52" fmla="*/ 88 w 104"/>
                  <a:gd name="T53" fmla="*/ 104 h 128"/>
                  <a:gd name="T54" fmla="*/ 88 w 104"/>
                  <a:gd name="T55" fmla="*/ 104 h 128"/>
                  <a:gd name="T56" fmla="*/ 80 w 104"/>
                  <a:gd name="T57" fmla="*/ 112 h 128"/>
                  <a:gd name="T58" fmla="*/ 48 w 104"/>
                  <a:gd name="T59" fmla="*/ 128 h 128"/>
                  <a:gd name="T60" fmla="*/ 48 w 104"/>
                  <a:gd name="T61" fmla="*/ 128 h 128"/>
                  <a:gd name="T62" fmla="*/ 48 w 104"/>
                  <a:gd name="T63" fmla="*/ 128 h 128"/>
                  <a:gd name="T64" fmla="*/ 16 w 104"/>
                  <a:gd name="T65" fmla="*/ 112 h 128"/>
                  <a:gd name="T66" fmla="*/ 16 w 104"/>
                  <a:gd name="T67" fmla="*/ 112 h 128"/>
                  <a:gd name="T68" fmla="*/ 16 w 104"/>
                  <a:gd name="T69" fmla="*/ 104 h 128"/>
                  <a:gd name="T70" fmla="*/ 0 w 104"/>
                  <a:gd name="T71" fmla="*/ 64 h 128"/>
                  <a:gd name="T72" fmla="*/ 0 w 104"/>
                  <a:gd name="T73" fmla="*/ 64 h 128"/>
                  <a:gd name="T74" fmla="*/ 0 w 104"/>
                  <a:gd name="T75" fmla="*/ 64 h 128"/>
                  <a:gd name="T76" fmla="*/ 16 w 104"/>
                  <a:gd name="T77" fmla="*/ 16 h 128"/>
                  <a:gd name="T78" fmla="*/ 16 w 104"/>
                  <a:gd name="T79" fmla="*/ 16 h 128"/>
                  <a:gd name="T80" fmla="*/ 16 w 104"/>
                  <a:gd name="T81" fmla="*/ 16 h 128"/>
                  <a:gd name="T82" fmla="*/ 48 w 104"/>
                  <a:gd name="T83" fmla="*/ 0 h 128"/>
                  <a:gd name="T84" fmla="*/ 48 w 104"/>
                  <a:gd name="T85" fmla="*/ 0 h 128"/>
                  <a:gd name="T86" fmla="*/ 48 w 104"/>
                  <a:gd name="T87" fmla="*/ 0 h 128"/>
                  <a:gd name="T88" fmla="*/ 80 w 104"/>
                  <a:gd name="T89" fmla="*/ 16 h 128"/>
                  <a:gd name="T90" fmla="*/ 80 w 104"/>
                  <a:gd name="T91" fmla="*/ 16 h 128"/>
                  <a:gd name="T92" fmla="*/ 88 w 104"/>
                  <a:gd name="T93" fmla="*/ 16 h 128"/>
                  <a:gd name="T94" fmla="*/ 104 w 104"/>
                  <a:gd name="T95" fmla="*/ 64 h 128"/>
                  <a:gd name="T96" fmla="*/ 96 w 104"/>
                  <a:gd name="T97" fmla="*/ 64 h 1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04"/>
                  <a:gd name="T148" fmla="*/ 0 h 128"/>
                  <a:gd name="T149" fmla="*/ 104 w 104"/>
                  <a:gd name="T150" fmla="*/ 128 h 12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04" h="128">
                    <a:moveTo>
                      <a:pt x="96" y="64"/>
                    </a:moveTo>
                    <a:lnTo>
                      <a:pt x="80" y="16"/>
                    </a:lnTo>
                    <a:lnTo>
                      <a:pt x="80" y="24"/>
                    </a:lnTo>
                    <a:lnTo>
                      <a:pt x="48" y="8"/>
                    </a:lnTo>
                    <a:lnTo>
                      <a:pt x="16" y="24"/>
                    </a:lnTo>
                    <a:lnTo>
                      <a:pt x="24" y="16"/>
                    </a:lnTo>
                    <a:lnTo>
                      <a:pt x="8" y="64"/>
                    </a:lnTo>
                    <a:lnTo>
                      <a:pt x="24" y="104"/>
                    </a:lnTo>
                    <a:lnTo>
                      <a:pt x="16" y="104"/>
                    </a:lnTo>
                    <a:lnTo>
                      <a:pt x="48" y="120"/>
                    </a:lnTo>
                    <a:lnTo>
                      <a:pt x="80" y="104"/>
                    </a:lnTo>
                    <a:lnTo>
                      <a:pt x="96" y="64"/>
                    </a:lnTo>
                    <a:lnTo>
                      <a:pt x="104" y="64"/>
                    </a:lnTo>
                    <a:lnTo>
                      <a:pt x="88" y="104"/>
                    </a:lnTo>
                    <a:lnTo>
                      <a:pt x="80" y="112"/>
                    </a:lnTo>
                    <a:lnTo>
                      <a:pt x="48" y="128"/>
                    </a:lnTo>
                    <a:lnTo>
                      <a:pt x="16" y="112"/>
                    </a:lnTo>
                    <a:lnTo>
                      <a:pt x="16" y="104"/>
                    </a:lnTo>
                    <a:lnTo>
                      <a:pt x="0" y="64"/>
                    </a:lnTo>
                    <a:lnTo>
                      <a:pt x="16" y="16"/>
                    </a:lnTo>
                    <a:lnTo>
                      <a:pt x="48" y="0"/>
                    </a:lnTo>
                    <a:lnTo>
                      <a:pt x="80" y="16"/>
                    </a:lnTo>
                    <a:lnTo>
                      <a:pt x="88" y="16"/>
                    </a:lnTo>
                    <a:lnTo>
                      <a:pt x="104" y="64"/>
                    </a:lnTo>
                    <a:lnTo>
                      <a:pt x="96" y="64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8" name="Freeform 366"/>
              <p:cNvSpPr>
                <a:spLocks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317" y="3630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0 h 1"/>
                  <a:gd name="T4" fmla="*/ 0 w 8"/>
                  <a:gd name="T5" fmla="*/ 0 h 1"/>
                  <a:gd name="T6" fmla="*/ 8 w 8"/>
                  <a:gd name="T7" fmla="*/ 0 h 1"/>
                  <a:gd name="T8" fmla="*/ 8 w 8"/>
                  <a:gd name="T9" fmla="*/ 0 h 1"/>
                  <a:gd name="T10" fmla="*/ 8 w 8"/>
                  <a:gd name="T11" fmla="*/ 0 h 1"/>
                  <a:gd name="T12" fmla="*/ 0 w 8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"/>
                  <a:gd name="T22" fmla="*/ 0 h 1"/>
                  <a:gd name="T23" fmla="*/ 8 w 8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" h="1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9" name="Freeform 367"/>
              <p:cNvSpPr>
                <a:spLocks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709" y="3574"/>
                <a:ext cx="96" cy="120"/>
              </a:xfrm>
              <a:custGeom>
                <a:avLst/>
                <a:gdLst>
                  <a:gd name="T0" fmla="*/ 96 w 96"/>
                  <a:gd name="T1" fmla="*/ 56 h 120"/>
                  <a:gd name="T2" fmla="*/ 80 w 96"/>
                  <a:gd name="T3" fmla="*/ 16 h 120"/>
                  <a:gd name="T4" fmla="*/ 48 w 96"/>
                  <a:gd name="T5" fmla="*/ 0 h 120"/>
                  <a:gd name="T6" fmla="*/ 16 w 96"/>
                  <a:gd name="T7" fmla="*/ 16 h 120"/>
                  <a:gd name="T8" fmla="*/ 0 w 96"/>
                  <a:gd name="T9" fmla="*/ 56 h 120"/>
                  <a:gd name="T10" fmla="*/ 16 w 96"/>
                  <a:gd name="T11" fmla="*/ 96 h 120"/>
                  <a:gd name="T12" fmla="*/ 48 w 96"/>
                  <a:gd name="T13" fmla="*/ 120 h 120"/>
                  <a:gd name="T14" fmla="*/ 80 w 96"/>
                  <a:gd name="T15" fmla="*/ 96 h 120"/>
                  <a:gd name="T16" fmla="*/ 96 w 96"/>
                  <a:gd name="T17" fmla="*/ 56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6"/>
                  <a:gd name="T28" fmla="*/ 0 h 120"/>
                  <a:gd name="T29" fmla="*/ 96 w 96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6" h="120">
                    <a:moveTo>
                      <a:pt x="96" y="56"/>
                    </a:moveTo>
                    <a:lnTo>
                      <a:pt x="80" y="16"/>
                    </a:lnTo>
                    <a:lnTo>
                      <a:pt x="48" y="0"/>
                    </a:lnTo>
                    <a:lnTo>
                      <a:pt x="16" y="16"/>
                    </a:lnTo>
                    <a:lnTo>
                      <a:pt x="0" y="56"/>
                    </a:lnTo>
                    <a:lnTo>
                      <a:pt x="16" y="96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0" name="Freeform 368"/>
              <p:cNvSpPr>
                <a:spLocks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709" y="3574"/>
                <a:ext cx="104" cy="128"/>
              </a:xfrm>
              <a:custGeom>
                <a:avLst/>
                <a:gdLst>
                  <a:gd name="T0" fmla="*/ 96 w 104"/>
                  <a:gd name="T1" fmla="*/ 56 h 128"/>
                  <a:gd name="T2" fmla="*/ 80 w 104"/>
                  <a:gd name="T3" fmla="*/ 16 h 128"/>
                  <a:gd name="T4" fmla="*/ 80 w 104"/>
                  <a:gd name="T5" fmla="*/ 24 h 128"/>
                  <a:gd name="T6" fmla="*/ 80 w 104"/>
                  <a:gd name="T7" fmla="*/ 24 h 128"/>
                  <a:gd name="T8" fmla="*/ 48 w 104"/>
                  <a:gd name="T9" fmla="*/ 8 h 128"/>
                  <a:gd name="T10" fmla="*/ 48 w 104"/>
                  <a:gd name="T11" fmla="*/ 8 h 128"/>
                  <a:gd name="T12" fmla="*/ 48 w 104"/>
                  <a:gd name="T13" fmla="*/ 8 h 128"/>
                  <a:gd name="T14" fmla="*/ 16 w 104"/>
                  <a:gd name="T15" fmla="*/ 24 h 128"/>
                  <a:gd name="T16" fmla="*/ 24 w 104"/>
                  <a:gd name="T17" fmla="*/ 16 h 128"/>
                  <a:gd name="T18" fmla="*/ 24 w 104"/>
                  <a:gd name="T19" fmla="*/ 16 h 128"/>
                  <a:gd name="T20" fmla="*/ 8 w 104"/>
                  <a:gd name="T21" fmla="*/ 56 h 128"/>
                  <a:gd name="T22" fmla="*/ 8 w 104"/>
                  <a:gd name="T23" fmla="*/ 56 h 128"/>
                  <a:gd name="T24" fmla="*/ 8 w 104"/>
                  <a:gd name="T25" fmla="*/ 56 h 128"/>
                  <a:gd name="T26" fmla="*/ 24 w 104"/>
                  <a:gd name="T27" fmla="*/ 96 h 128"/>
                  <a:gd name="T28" fmla="*/ 24 w 104"/>
                  <a:gd name="T29" fmla="*/ 96 h 128"/>
                  <a:gd name="T30" fmla="*/ 24 w 104"/>
                  <a:gd name="T31" fmla="*/ 96 h 128"/>
                  <a:gd name="T32" fmla="*/ 56 w 104"/>
                  <a:gd name="T33" fmla="*/ 120 h 128"/>
                  <a:gd name="T34" fmla="*/ 48 w 104"/>
                  <a:gd name="T35" fmla="*/ 120 h 128"/>
                  <a:gd name="T36" fmla="*/ 48 w 104"/>
                  <a:gd name="T37" fmla="*/ 120 h 128"/>
                  <a:gd name="T38" fmla="*/ 80 w 104"/>
                  <a:gd name="T39" fmla="*/ 96 h 128"/>
                  <a:gd name="T40" fmla="*/ 80 w 104"/>
                  <a:gd name="T41" fmla="*/ 96 h 128"/>
                  <a:gd name="T42" fmla="*/ 80 w 104"/>
                  <a:gd name="T43" fmla="*/ 96 h 128"/>
                  <a:gd name="T44" fmla="*/ 96 w 104"/>
                  <a:gd name="T45" fmla="*/ 56 h 128"/>
                  <a:gd name="T46" fmla="*/ 96 w 104"/>
                  <a:gd name="T47" fmla="*/ 56 h 128"/>
                  <a:gd name="T48" fmla="*/ 104 w 104"/>
                  <a:gd name="T49" fmla="*/ 56 h 128"/>
                  <a:gd name="T50" fmla="*/ 104 w 104"/>
                  <a:gd name="T51" fmla="*/ 56 h 128"/>
                  <a:gd name="T52" fmla="*/ 88 w 104"/>
                  <a:gd name="T53" fmla="*/ 96 h 128"/>
                  <a:gd name="T54" fmla="*/ 88 w 104"/>
                  <a:gd name="T55" fmla="*/ 96 h 128"/>
                  <a:gd name="T56" fmla="*/ 88 w 104"/>
                  <a:gd name="T57" fmla="*/ 104 h 128"/>
                  <a:gd name="T58" fmla="*/ 56 w 104"/>
                  <a:gd name="T59" fmla="*/ 128 h 128"/>
                  <a:gd name="T60" fmla="*/ 56 w 104"/>
                  <a:gd name="T61" fmla="*/ 128 h 128"/>
                  <a:gd name="T62" fmla="*/ 48 w 104"/>
                  <a:gd name="T63" fmla="*/ 128 h 128"/>
                  <a:gd name="T64" fmla="*/ 16 w 104"/>
                  <a:gd name="T65" fmla="*/ 104 h 128"/>
                  <a:gd name="T66" fmla="*/ 16 w 104"/>
                  <a:gd name="T67" fmla="*/ 104 h 128"/>
                  <a:gd name="T68" fmla="*/ 16 w 104"/>
                  <a:gd name="T69" fmla="*/ 96 h 128"/>
                  <a:gd name="T70" fmla="*/ 0 w 104"/>
                  <a:gd name="T71" fmla="*/ 56 h 128"/>
                  <a:gd name="T72" fmla="*/ 0 w 104"/>
                  <a:gd name="T73" fmla="*/ 56 h 128"/>
                  <a:gd name="T74" fmla="*/ 0 w 104"/>
                  <a:gd name="T75" fmla="*/ 56 h 128"/>
                  <a:gd name="T76" fmla="*/ 16 w 104"/>
                  <a:gd name="T77" fmla="*/ 16 h 128"/>
                  <a:gd name="T78" fmla="*/ 16 w 104"/>
                  <a:gd name="T79" fmla="*/ 16 h 128"/>
                  <a:gd name="T80" fmla="*/ 16 w 104"/>
                  <a:gd name="T81" fmla="*/ 16 h 128"/>
                  <a:gd name="T82" fmla="*/ 48 w 104"/>
                  <a:gd name="T83" fmla="*/ 0 h 128"/>
                  <a:gd name="T84" fmla="*/ 48 w 104"/>
                  <a:gd name="T85" fmla="*/ 0 h 128"/>
                  <a:gd name="T86" fmla="*/ 48 w 104"/>
                  <a:gd name="T87" fmla="*/ 0 h 128"/>
                  <a:gd name="T88" fmla="*/ 80 w 104"/>
                  <a:gd name="T89" fmla="*/ 16 h 128"/>
                  <a:gd name="T90" fmla="*/ 80 w 104"/>
                  <a:gd name="T91" fmla="*/ 16 h 128"/>
                  <a:gd name="T92" fmla="*/ 88 w 104"/>
                  <a:gd name="T93" fmla="*/ 16 h 128"/>
                  <a:gd name="T94" fmla="*/ 104 w 104"/>
                  <a:gd name="T95" fmla="*/ 56 h 128"/>
                  <a:gd name="T96" fmla="*/ 96 w 104"/>
                  <a:gd name="T97" fmla="*/ 56 h 1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04"/>
                  <a:gd name="T148" fmla="*/ 0 h 128"/>
                  <a:gd name="T149" fmla="*/ 104 w 104"/>
                  <a:gd name="T150" fmla="*/ 128 h 12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04" h="128">
                    <a:moveTo>
                      <a:pt x="96" y="56"/>
                    </a:moveTo>
                    <a:lnTo>
                      <a:pt x="80" y="16"/>
                    </a:lnTo>
                    <a:lnTo>
                      <a:pt x="80" y="24"/>
                    </a:lnTo>
                    <a:lnTo>
                      <a:pt x="48" y="8"/>
                    </a:lnTo>
                    <a:lnTo>
                      <a:pt x="16" y="24"/>
                    </a:lnTo>
                    <a:lnTo>
                      <a:pt x="24" y="16"/>
                    </a:lnTo>
                    <a:lnTo>
                      <a:pt x="8" y="56"/>
                    </a:lnTo>
                    <a:lnTo>
                      <a:pt x="24" y="96"/>
                    </a:lnTo>
                    <a:lnTo>
                      <a:pt x="56" y="120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lnTo>
                      <a:pt x="104" y="56"/>
                    </a:lnTo>
                    <a:lnTo>
                      <a:pt x="88" y="96"/>
                    </a:lnTo>
                    <a:lnTo>
                      <a:pt x="88" y="104"/>
                    </a:lnTo>
                    <a:lnTo>
                      <a:pt x="56" y="128"/>
                    </a:lnTo>
                    <a:lnTo>
                      <a:pt x="48" y="128"/>
                    </a:lnTo>
                    <a:lnTo>
                      <a:pt x="16" y="104"/>
                    </a:lnTo>
                    <a:lnTo>
                      <a:pt x="16" y="96"/>
                    </a:lnTo>
                    <a:lnTo>
                      <a:pt x="0" y="56"/>
                    </a:lnTo>
                    <a:lnTo>
                      <a:pt x="16" y="16"/>
                    </a:lnTo>
                    <a:lnTo>
                      <a:pt x="48" y="0"/>
                    </a:lnTo>
                    <a:lnTo>
                      <a:pt x="80" y="16"/>
                    </a:lnTo>
                    <a:lnTo>
                      <a:pt x="88" y="16"/>
                    </a:lnTo>
                    <a:lnTo>
                      <a:pt x="104" y="5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1" name="Freeform 369"/>
              <p:cNvSpPr>
                <a:spLocks/>
              </p:cNvSpPr>
              <p:nvPr>
                <p:custDataLst>
                  <p:tags r:id="rId189"/>
                </p:custDataLst>
              </p:nvPr>
            </p:nvSpPr>
            <p:spPr bwMode="auto">
              <a:xfrm>
                <a:off x="805" y="3630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0 h 1"/>
                  <a:gd name="T4" fmla="*/ 0 w 8"/>
                  <a:gd name="T5" fmla="*/ 0 h 1"/>
                  <a:gd name="T6" fmla="*/ 8 w 8"/>
                  <a:gd name="T7" fmla="*/ 0 h 1"/>
                  <a:gd name="T8" fmla="*/ 8 w 8"/>
                  <a:gd name="T9" fmla="*/ 0 h 1"/>
                  <a:gd name="T10" fmla="*/ 8 w 8"/>
                  <a:gd name="T11" fmla="*/ 0 h 1"/>
                  <a:gd name="T12" fmla="*/ 0 w 8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"/>
                  <a:gd name="T22" fmla="*/ 0 h 1"/>
                  <a:gd name="T23" fmla="*/ 8 w 8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" h="1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2" name="Rectangle 370"/>
              <p:cNvSpPr>
                <a:spLocks noChangeArrowheads="1"/>
              </p:cNvSpPr>
              <p:nvPr>
                <p:custDataLst>
                  <p:tags r:id="rId190"/>
                </p:custDataLst>
              </p:nvPr>
            </p:nvSpPr>
            <p:spPr bwMode="auto">
              <a:xfrm>
                <a:off x="461" y="1992"/>
                <a:ext cx="31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Full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3" name="Rectangle 371"/>
              <p:cNvSpPr>
                <a:spLocks noChangeArrowheads="1"/>
              </p:cNvSpPr>
              <p:nvPr>
                <p:custDataLst>
                  <p:tags r:id="rId191"/>
                </p:custDataLst>
              </p:nvPr>
            </p:nvSpPr>
            <p:spPr bwMode="auto">
              <a:xfrm>
                <a:off x="461" y="2183"/>
                <a:ext cx="342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Add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4" name="Rectangle 372"/>
              <p:cNvSpPr>
                <a:spLocks noChangeArrowheads="1"/>
              </p:cNvSpPr>
              <p:nvPr>
                <p:custDataLst>
                  <p:tags r:id="rId192"/>
                </p:custDataLst>
              </p:nvPr>
            </p:nvSpPr>
            <p:spPr bwMode="auto">
              <a:xfrm>
                <a:off x="461" y="2375"/>
                <a:ext cx="17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er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5" name="Rectangle 373"/>
              <p:cNvSpPr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253" y="2295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6" name="Rectangle 374"/>
              <p:cNvSpPr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253" y="363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7" name="Rectangle 375"/>
              <p:cNvSpPr>
                <a:spLocks noChangeArrowheads="1"/>
              </p:cNvSpPr>
              <p:nvPr>
                <p:custDataLst>
                  <p:tags r:id="rId195"/>
                </p:custDataLst>
              </p:nvPr>
            </p:nvSpPr>
            <p:spPr bwMode="auto">
              <a:xfrm>
                <a:off x="253" y="2295"/>
                <a:ext cx="8" cy="1335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8" name="Rectangle 376"/>
              <p:cNvSpPr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453" y="3861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19" name="Rectangle 377"/>
              <p:cNvSpPr>
                <a:spLocks noChangeArrowheads="1"/>
              </p:cNvSpPr>
              <p:nvPr>
                <p:custDataLst>
                  <p:tags r:id="rId197"/>
                </p:custDataLst>
              </p:nvPr>
            </p:nvSpPr>
            <p:spPr bwMode="auto">
              <a:xfrm>
                <a:off x="557" y="3933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0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0" name="Rectangle 378"/>
              <p:cNvSpPr>
                <a:spLocks noChangeArrowheads="1"/>
              </p:cNvSpPr>
              <p:nvPr>
                <p:custDataLst>
                  <p:tags r:id="rId198"/>
                </p:custDataLst>
              </p:nvPr>
            </p:nvSpPr>
            <p:spPr bwMode="auto">
              <a:xfrm>
                <a:off x="709" y="3749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1" name="Rectangle 379"/>
              <p:cNvSpPr>
                <a:spLocks noChangeArrowheads="1"/>
              </p:cNvSpPr>
              <p:nvPr>
                <p:custDataLst>
                  <p:tags r:id="rId199"/>
                </p:custDataLst>
              </p:nvPr>
            </p:nvSpPr>
            <p:spPr bwMode="auto">
              <a:xfrm>
                <a:off x="813" y="3821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0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2" name="Rectangle 380"/>
              <p:cNvSpPr>
                <a:spLocks noChangeArrowheads="1"/>
              </p:cNvSpPr>
              <p:nvPr>
                <p:custDataLst>
                  <p:tags r:id="rId200"/>
                </p:custDataLst>
              </p:nvPr>
            </p:nvSpPr>
            <p:spPr bwMode="auto">
              <a:xfrm>
                <a:off x="1141" y="1944"/>
                <a:ext cx="385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3" name="Rectangle 381"/>
              <p:cNvSpPr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1518" y="1944"/>
                <a:ext cx="8" cy="75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4" name="Rectangle 382"/>
              <p:cNvSpPr>
                <a:spLocks noChangeArrowheads="1"/>
              </p:cNvSpPr>
              <p:nvPr>
                <p:custDataLst>
                  <p:tags r:id="rId202"/>
                </p:custDataLst>
              </p:nvPr>
            </p:nvSpPr>
            <p:spPr bwMode="auto">
              <a:xfrm>
                <a:off x="1141" y="2687"/>
                <a:ext cx="377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5" name="Rectangle 383"/>
              <p:cNvSpPr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1141" y="1944"/>
                <a:ext cx="9" cy="743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6" name="Rectangle 384"/>
              <p:cNvSpPr>
                <a:spLocks noChangeArrowheads="1"/>
              </p:cNvSpPr>
              <p:nvPr>
                <p:custDataLst>
                  <p:tags r:id="rId204"/>
                </p:custDataLst>
              </p:nvPr>
            </p:nvSpPr>
            <p:spPr bwMode="auto">
              <a:xfrm>
                <a:off x="965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7" name="Rectangle 385"/>
              <p:cNvSpPr>
                <a:spLocks noChangeArrowheads="1"/>
              </p:cNvSpPr>
              <p:nvPr>
                <p:custDataLst>
                  <p:tags r:id="rId205"/>
                </p:custDataLst>
              </p:nvPr>
            </p:nvSpPr>
            <p:spPr bwMode="auto">
              <a:xfrm>
                <a:off x="1133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8" name="Rectangle 386"/>
              <p:cNvSpPr>
                <a:spLocks noChangeArrowheads="1"/>
              </p:cNvSpPr>
              <p:nvPr>
                <p:custDataLst>
                  <p:tags r:id="rId206"/>
                </p:custDataLst>
              </p:nvPr>
            </p:nvSpPr>
            <p:spPr bwMode="auto">
              <a:xfrm>
                <a:off x="965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29" name="Rectangle 387"/>
              <p:cNvSpPr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1518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0" name="Rectangle 388"/>
              <p:cNvSpPr>
                <a:spLocks noChangeArrowheads="1"/>
              </p:cNvSpPr>
              <p:nvPr>
                <p:custDataLst>
                  <p:tags r:id="rId208"/>
                </p:custDataLst>
              </p:nvPr>
            </p:nvSpPr>
            <p:spPr bwMode="auto">
              <a:xfrm>
                <a:off x="1686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1" name="Rectangle 389"/>
              <p:cNvSpPr>
                <a:spLocks noChangeArrowheads="1"/>
              </p:cNvSpPr>
              <p:nvPr>
                <p:custDataLst>
                  <p:tags r:id="rId209"/>
                </p:custDataLst>
              </p:nvPr>
            </p:nvSpPr>
            <p:spPr bwMode="auto">
              <a:xfrm>
                <a:off x="1518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2" name="Rectangle 391"/>
              <p:cNvSpPr>
                <a:spLocks noChangeArrowheads="1"/>
              </p:cNvSpPr>
              <p:nvPr>
                <p:custDataLst>
                  <p:tags r:id="rId210"/>
                </p:custDataLst>
              </p:nvPr>
            </p:nvSpPr>
            <p:spPr bwMode="auto">
              <a:xfrm>
                <a:off x="1214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" name="Rectangle 392"/>
              <p:cNvSpPr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1214" y="2687"/>
                <a:ext cx="8" cy="119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" name="Rectangle 393"/>
              <p:cNvSpPr>
                <a:spLocks noChangeArrowheads="1"/>
              </p:cNvSpPr>
              <p:nvPr>
                <p:custDataLst>
                  <p:tags r:id="rId212"/>
                </p:custDataLst>
              </p:nvPr>
            </p:nvSpPr>
            <p:spPr bwMode="auto">
              <a:xfrm>
                <a:off x="1422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5" name="Rectangle 394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1422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6" name="Rectangle 395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1422" y="2687"/>
                <a:ext cx="8" cy="32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7" name="Rectangle 396"/>
              <p:cNvSpPr>
                <a:spLocks noChangeArrowheads="1"/>
              </p:cNvSpPr>
              <p:nvPr>
                <p:custDataLst>
                  <p:tags r:id="rId215"/>
                </p:custDataLst>
              </p:nvPr>
            </p:nvSpPr>
            <p:spPr bwMode="auto">
              <a:xfrm>
                <a:off x="1310" y="195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8" name="Rectangle 397"/>
              <p:cNvSpPr>
                <a:spLocks noChangeArrowheads="1"/>
              </p:cNvSpPr>
              <p:nvPr>
                <p:custDataLst>
                  <p:tags r:id="rId216"/>
                </p:custDataLst>
              </p:nvPr>
            </p:nvSpPr>
            <p:spPr bwMode="auto">
              <a:xfrm>
                <a:off x="1310" y="172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9" name="Rectangle 398"/>
              <p:cNvSpPr>
                <a:spLocks noChangeArrowheads="1"/>
              </p:cNvSpPr>
              <p:nvPr>
                <p:custDataLst>
                  <p:tags r:id="rId217"/>
                </p:custDataLst>
              </p:nvPr>
            </p:nvSpPr>
            <p:spPr bwMode="auto">
              <a:xfrm>
                <a:off x="1310" y="1728"/>
                <a:ext cx="8" cy="22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0" name="Rectangle 399"/>
              <p:cNvSpPr>
                <a:spLocks noChangeArrowheads="1"/>
              </p:cNvSpPr>
              <p:nvPr>
                <p:custDataLst>
                  <p:tags r:id="rId218"/>
                </p:custDataLst>
              </p:nvPr>
            </p:nvSpPr>
            <p:spPr bwMode="auto">
              <a:xfrm>
                <a:off x="1374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1" name="Rectangle 400"/>
              <p:cNvSpPr>
                <a:spLocks noChangeArrowheads="1"/>
              </p:cNvSpPr>
              <p:nvPr>
                <p:custDataLst>
                  <p:tags r:id="rId219"/>
                </p:custDataLst>
              </p:nvPr>
            </p:nvSpPr>
            <p:spPr bwMode="auto">
              <a:xfrm>
                <a:off x="1374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2" name="Rectangle 401"/>
              <p:cNvSpPr>
                <a:spLocks noChangeArrowheads="1"/>
              </p:cNvSpPr>
              <p:nvPr>
                <p:custDataLst>
                  <p:tags r:id="rId220"/>
                </p:custDataLst>
              </p:nvPr>
            </p:nvSpPr>
            <p:spPr bwMode="auto">
              <a:xfrm>
                <a:off x="1374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3" name="Rectangle 402"/>
              <p:cNvSpPr>
                <a:spLocks noChangeArrowheads="1"/>
              </p:cNvSpPr>
              <p:nvPr>
                <p:custDataLst>
                  <p:tags r:id="rId221"/>
                </p:custDataLst>
              </p:nvPr>
            </p:nvSpPr>
            <p:spPr bwMode="auto">
              <a:xfrm>
                <a:off x="1470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4" name="Rectangle 403"/>
              <p:cNvSpPr>
                <a:spLocks noChangeArrowheads="1"/>
              </p:cNvSpPr>
              <p:nvPr>
                <p:custDataLst>
                  <p:tags r:id="rId222"/>
                </p:custDataLst>
              </p:nvPr>
            </p:nvSpPr>
            <p:spPr bwMode="auto">
              <a:xfrm>
                <a:off x="1470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5" name="Rectangle 404"/>
              <p:cNvSpPr>
                <a:spLocks noChangeArrowheads="1"/>
              </p:cNvSpPr>
              <p:nvPr>
                <p:custDataLst>
                  <p:tags r:id="rId223"/>
                </p:custDataLst>
              </p:nvPr>
            </p:nvSpPr>
            <p:spPr bwMode="auto">
              <a:xfrm>
                <a:off x="1470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6" name="Rectangle 405"/>
              <p:cNvSpPr>
                <a:spLocks noChangeArrowheads="1"/>
              </p:cNvSpPr>
              <p:nvPr>
                <p:custDataLst>
                  <p:tags r:id="rId224"/>
                </p:custDataLst>
              </p:nvPr>
            </p:nvSpPr>
            <p:spPr bwMode="auto">
              <a:xfrm>
                <a:off x="1422" y="306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7" name="Rectangle 406"/>
              <p:cNvSpPr>
                <a:spLocks noChangeArrowheads="1"/>
              </p:cNvSpPr>
              <p:nvPr>
                <p:custDataLst>
                  <p:tags r:id="rId225"/>
                </p:custDataLst>
              </p:nvPr>
            </p:nvSpPr>
            <p:spPr bwMode="auto">
              <a:xfrm>
                <a:off x="1422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8" name="Rectangle 407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1422" y="3014"/>
                <a:ext cx="8" cy="4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49" name="Freeform 408"/>
              <p:cNvSpPr>
                <a:spLocks/>
              </p:cNvSpPr>
              <p:nvPr>
                <p:custDataLst>
                  <p:tags r:id="rId227"/>
                </p:custDataLst>
              </p:nvPr>
            </p:nvSpPr>
            <p:spPr bwMode="auto">
              <a:xfrm>
                <a:off x="1334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0" name="Freeform 409"/>
              <p:cNvSpPr>
                <a:spLocks/>
              </p:cNvSpPr>
              <p:nvPr>
                <p:custDataLst>
                  <p:tags r:id="rId228"/>
                </p:custDataLst>
              </p:nvPr>
            </p:nvSpPr>
            <p:spPr bwMode="auto">
              <a:xfrm>
                <a:off x="1334" y="3310"/>
                <a:ext cx="96" cy="48"/>
              </a:xfrm>
              <a:custGeom>
                <a:avLst/>
                <a:gdLst>
                  <a:gd name="T0" fmla="*/ 0 w 96"/>
                  <a:gd name="T1" fmla="*/ 40 h 48"/>
                  <a:gd name="T2" fmla="*/ 24 w 96"/>
                  <a:gd name="T3" fmla="*/ 16 h 48"/>
                  <a:gd name="T4" fmla="*/ 24 w 96"/>
                  <a:gd name="T5" fmla="*/ 16 h 48"/>
                  <a:gd name="T6" fmla="*/ 24 w 96"/>
                  <a:gd name="T7" fmla="*/ 16 h 48"/>
                  <a:gd name="T8" fmla="*/ 96 w 96"/>
                  <a:gd name="T9" fmla="*/ 0 h 48"/>
                  <a:gd name="T10" fmla="*/ 96 w 96"/>
                  <a:gd name="T11" fmla="*/ 0 h 48"/>
                  <a:gd name="T12" fmla="*/ 96 w 96"/>
                  <a:gd name="T13" fmla="*/ 8 h 48"/>
                  <a:gd name="T14" fmla="*/ 96 w 96"/>
                  <a:gd name="T15" fmla="*/ 8 h 48"/>
                  <a:gd name="T16" fmla="*/ 24 w 96"/>
                  <a:gd name="T17" fmla="*/ 24 h 48"/>
                  <a:gd name="T18" fmla="*/ 24 w 96"/>
                  <a:gd name="T19" fmla="*/ 24 h 48"/>
                  <a:gd name="T20" fmla="*/ 32 w 96"/>
                  <a:gd name="T21" fmla="*/ 24 h 48"/>
                  <a:gd name="T22" fmla="*/ 8 w 96"/>
                  <a:gd name="T23" fmla="*/ 48 h 48"/>
                  <a:gd name="T24" fmla="*/ 0 w 96"/>
                  <a:gd name="T25" fmla="*/ 40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8"/>
                  <a:gd name="T41" fmla="*/ 96 w 96"/>
                  <a:gd name="T42" fmla="*/ 48 h 4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8">
                    <a:moveTo>
                      <a:pt x="0" y="40"/>
                    </a:moveTo>
                    <a:lnTo>
                      <a:pt x="24" y="16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24"/>
                    </a:lnTo>
                    <a:lnTo>
                      <a:pt x="32" y="24"/>
                    </a:lnTo>
                    <a:lnTo>
                      <a:pt x="8" y="48"/>
                    </a:lnTo>
                    <a:lnTo>
                      <a:pt x="0" y="4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1" name="Freeform 410"/>
              <p:cNvSpPr>
                <a:spLocks/>
              </p:cNvSpPr>
              <p:nvPr>
                <p:custDataLst>
                  <p:tags r:id="rId229"/>
                </p:custDataLst>
              </p:nvPr>
            </p:nvSpPr>
            <p:spPr bwMode="auto">
              <a:xfrm>
                <a:off x="1430" y="3310"/>
                <a:ext cx="72" cy="24"/>
              </a:xfrm>
              <a:custGeom>
                <a:avLst/>
                <a:gdLst>
                  <a:gd name="T0" fmla="*/ 0 w 72"/>
                  <a:gd name="T1" fmla="*/ 0 h 24"/>
                  <a:gd name="T2" fmla="*/ 64 w 72"/>
                  <a:gd name="T3" fmla="*/ 16 h 24"/>
                  <a:gd name="T4" fmla="*/ 72 w 72"/>
                  <a:gd name="T5" fmla="*/ 16 h 24"/>
                  <a:gd name="T6" fmla="*/ 64 w 72"/>
                  <a:gd name="T7" fmla="*/ 24 h 24"/>
                  <a:gd name="T8" fmla="*/ 64 w 72"/>
                  <a:gd name="T9" fmla="*/ 24 h 24"/>
                  <a:gd name="T10" fmla="*/ 0 w 72"/>
                  <a:gd name="T11" fmla="*/ 8 h 24"/>
                  <a:gd name="T12" fmla="*/ 0 w 72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24"/>
                  <a:gd name="T23" fmla="*/ 72 w 72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24">
                    <a:moveTo>
                      <a:pt x="0" y="0"/>
                    </a:moveTo>
                    <a:lnTo>
                      <a:pt x="64" y="16"/>
                    </a:lnTo>
                    <a:lnTo>
                      <a:pt x="72" y="16"/>
                    </a:lnTo>
                    <a:lnTo>
                      <a:pt x="64" y="24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2" name="Freeform 411"/>
              <p:cNvSpPr>
                <a:spLocks/>
              </p:cNvSpPr>
              <p:nvPr>
                <p:custDataLst>
                  <p:tags r:id="rId230"/>
                </p:custDataLst>
              </p:nvPr>
            </p:nvSpPr>
            <p:spPr bwMode="auto">
              <a:xfrm>
                <a:off x="1518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3" name="Freeform 412"/>
              <p:cNvSpPr>
                <a:spLocks/>
              </p:cNvSpPr>
              <p:nvPr>
                <p:custDataLst>
                  <p:tags r:id="rId231"/>
                </p:custDataLst>
              </p:nvPr>
            </p:nvSpPr>
            <p:spPr bwMode="auto">
              <a:xfrm>
                <a:off x="1494" y="332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4" name="Rectangle 413"/>
              <p:cNvSpPr>
                <a:spLocks noChangeArrowheads="1"/>
              </p:cNvSpPr>
              <p:nvPr>
                <p:custDataLst>
                  <p:tags r:id="rId232"/>
                </p:custDataLst>
              </p:nvPr>
            </p:nvSpPr>
            <p:spPr bwMode="auto">
              <a:xfrm>
                <a:off x="1334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55" name="Rectangle 414"/>
              <p:cNvSpPr>
                <a:spLocks noChangeArrowheads="1"/>
              </p:cNvSpPr>
              <p:nvPr>
                <p:custDataLst>
                  <p:tags r:id="rId233"/>
                </p:custDataLst>
              </p:nvPr>
            </p:nvSpPr>
            <p:spPr bwMode="auto">
              <a:xfrm>
                <a:off x="1334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56" name="Rectangle 415"/>
              <p:cNvSpPr>
                <a:spLocks noChangeArrowheads="1"/>
              </p:cNvSpPr>
              <p:nvPr>
                <p:custDataLst>
                  <p:tags r:id="rId234"/>
                </p:custDataLst>
              </p:nvPr>
            </p:nvSpPr>
            <p:spPr bwMode="auto">
              <a:xfrm>
                <a:off x="1334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57" name="Rectangle 416"/>
              <p:cNvSpPr>
                <a:spLocks noChangeArrowheads="1"/>
              </p:cNvSpPr>
              <p:nvPr>
                <p:custDataLst>
                  <p:tags r:id="rId235"/>
                </p:custDataLst>
              </p:nvPr>
            </p:nvSpPr>
            <p:spPr bwMode="auto">
              <a:xfrm>
                <a:off x="1518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58" name="Rectangle 417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1518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59" name="Rectangle 418"/>
              <p:cNvSpPr>
                <a:spLocks noChangeArrowheads="1"/>
              </p:cNvSpPr>
              <p:nvPr>
                <p:custDataLst>
                  <p:tags r:id="rId237"/>
                </p:custDataLst>
              </p:nvPr>
            </p:nvSpPr>
            <p:spPr bwMode="auto">
              <a:xfrm>
                <a:off x="1518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60" name="Freeform 419"/>
              <p:cNvSpPr>
                <a:spLocks/>
              </p:cNvSpPr>
              <p:nvPr>
                <p:custDataLst>
                  <p:tags r:id="rId238"/>
                </p:custDataLst>
              </p:nvPr>
            </p:nvSpPr>
            <p:spPr bwMode="auto">
              <a:xfrm>
                <a:off x="1326" y="3062"/>
                <a:ext cx="192" cy="112"/>
              </a:xfrm>
              <a:custGeom>
                <a:avLst/>
                <a:gdLst>
                  <a:gd name="T0" fmla="*/ 0 w 192"/>
                  <a:gd name="T1" fmla="*/ 112 h 112"/>
                  <a:gd name="T2" fmla="*/ 40 w 192"/>
                  <a:gd name="T3" fmla="*/ 40 h 112"/>
                  <a:gd name="T4" fmla="*/ 96 w 192"/>
                  <a:gd name="T5" fmla="*/ 0 h 112"/>
                  <a:gd name="T6" fmla="*/ 144 w 192"/>
                  <a:gd name="T7" fmla="*/ 24 h 112"/>
                  <a:gd name="T8" fmla="*/ 168 w 192"/>
                  <a:gd name="T9" fmla="*/ 48 h 112"/>
                  <a:gd name="T10" fmla="*/ 192 w 192"/>
                  <a:gd name="T11" fmla="*/ 112 h 112"/>
                  <a:gd name="T12" fmla="*/ 0 w 192"/>
                  <a:gd name="T13" fmla="*/ 112 h 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12"/>
                  <a:gd name="T23" fmla="*/ 192 w 192"/>
                  <a:gd name="T24" fmla="*/ 112 h 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12">
                    <a:moveTo>
                      <a:pt x="0" y="112"/>
                    </a:moveTo>
                    <a:lnTo>
                      <a:pt x="40" y="40"/>
                    </a:lnTo>
                    <a:lnTo>
                      <a:pt x="96" y="0"/>
                    </a:lnTo>
                    <a:lnTo>
                      <a:pt x="144" y="24"/>
                    </a:lnTo>
                    <a:lnTo>
                      <a:pt x="168" y="48"/>
                    </a:lnTo>
                    <a:lnTo>
                      <a:pt x="192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20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1" name="Freeform 420"/>
              <p:cNvSpPr>
                <a:spLocks/>
              </p:cNvSpPr>
              <p:nvPr>
                <p:custDataLst>
                  <p:tags r:id="rId239"/>
                </p:custDataLst>
              </p:nvPr>
            </p:nvSpPr>
            <p:spPr bwMode="auto">
              <a:xfrm>
                <a:off x="1326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2" name="Freeform 421"/>
              <p:cNvSpPr>
                <a:spLocks/>
              </p:cNvSpPr>
              <p:nvPr>
                <p:custDataLst>
                  <p:tags r:id="rId240"/>
                </p:custDataLst>
              </p:nvPr>
            </p:nvSpPr>
            <p:spPr bwMode="auto">
              <a:xfrm>
                <a:off x="1326" y="3062"/>
                <a:ext cx="152" cy="112"/>
              </a:xfrm>
              <a:custGeom>
                <a:avLst/>
                <a:gdLst>
                  <a:gd name="T0" fmla="*/ 0 w 152"/>
                  <a:gd name="T1" fmla="*/ 112 h 112"/>
                  <a:gd name="T2" fmla="*/ 40 w 152"/>
                  <a:gd name="T3" fmla="*/ 40 h 112"/>
                  <a:gd name="T4" fmla="*/ 40 w 152"/>
                  <a:gd name="T5" fmla="*/ 40 h 112"/>
                  <a:gd name="T6" fmla="*/ 40 w 152"/>
                  <a:gd name="T7" fmla="*/ 40 h 112"/>
                  <a:gd name="T8" fmla="*/ 96 w 152"/>
                  <a:gd name="T9" fmla="*/ 0 h 112"/>
                  <a:gd name="T10" fmla="*/ 96 w 152"/>
                  <a:gd name="T11" fmla="*/ 0 h 112"/>
                  <a:gd name="T12" fmla="*/ 96 w 152"/>
                  <a:gd name="T13" fmla="*/ 0 h 112"/>
                  <a:gd name="T14" fmla="*/ 144 w 152"/>
                  <a:gd name="T15" fmla="*/ 24 h 112"/>
                  <a:gd name="T16" fmla="*/ 152 w 152"/>
                  <a:gd name="T17" fmla="*/ 24 h 112"/>
                  <a:gd name="T18" fmla="*/ 144 w 152"/>
                  <a:gd name="T19" fmla="*/ 32 h 112"/>
                  <a:gd name="T20" fmla="*/ 144 w 152"/>
                  <a:gd name="T21" fmla="*/ 32 h 112"/>
                  <a:gd name="T22" fmla="*/ 96 w 152"/>
                  <a:gd name="T23" fmla="*/ 8 h 112"/>
                  <a:gd name="T24" fmla="*/ 96 w 152"/>
                  <a:gd name="T25" fmla="*/ 8 h 112"/>
                  <a:gd name="T26" fmla="*/ 104 w 152"/>
                  <a:gd name="T27" fmla="*/ 8 h 112"/>
                  <a:gd name="T28" fmla="*/ 48 w 152"/>
                  <a:gd name="T29" fmla="*/ 48 h 112"/>
                  <a:gd name="T30" fmla="*/ 48 w 152"/>
                  <a:gd name="T31" fmla="*/ 48 h 112"/>
                  <a:gd name="T32" fmla="*/ 48 w 152"/>
                  <a:gd name="T33" fmla="*/ 40 h 112"/>
                  <a:gd name="T34" fmla="*/ 8 w 152"/>
                  <a:gd name="T35" fmla="*/ 112 h 112"/>
                  <a:gd name="T36" fmla="*/ 0 w 152"/>
                  <a:gd name="T37" fmla="*/ 112 h 1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52"/>
                  <a:gd name="T58" fmla="*/ 0 h 112"/>
                  <a:gd name="T59" fmla="*/ 152 w 152"/>
                  <a:gd name="T60" fmla="*/ 112 h 1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52" h="112">
                    <a:moveTo>
                      <a:pt x="0" y="112"/>
                    </a:moveTo>
                    <a:lnTo>
                      <a:pt x="40" y="40"/>
                    </a:lnTo>
                    <a:lnTo>
                      <a:pt x="96" y="0"/>
                    </a:lnTo>
                    <a:lnTo>
                      <a:pt x="144" y="24"/>
                    </a:lnTo>
                    <a:lnTo>
                      <a:pt x="152" y="24"/>
                    </a:lnTo>
                    <a:lnTo>
                      <a:pt x="144" y="32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48" y="48"/>
                    </a:lnTo>
                    <a:lnTo>
                      <a:pt x="48" y="40"/>
                    </a:lnTo>
                    <a:lnTo>
                      <a:pt x="8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3" name="Freeform 422"/>
              <p:cNvSpPr>
                <a:spLocks/>
              </p:cNvSpPr>
              <p:nvPr>
                <p:custDataLst>
                  <p:tags r:id="rId241"/>
                </p:custDataLst>
              </p:nvPr>
            </p:nvSpPr>
            <p:spPr bwMode="auto">
              <a:xfrm>
                <a:off x="1470" y="308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32 w 32"/>
                  <a:gd name="T3" fmla="*/ 24 h 32"/>
                  <a:gd name="T4" fmla="*/ 32 w 32"/>
                  <a:gd name="T5" fmla="*/ 24 h 32"/>
                  <a:gd name="T6" fmla="*/ 24 w 32"/>
                  <a:gd name="T7" fmla="*/ 24 h 32"/>
                  <a:gd name="T8" fmla="*/ 24 w 32"/>
                  <a:gd name="T9" fmla="*/ 32 h 32"/>
                  <a:gd name="T10" fmla="*/ 0 w 32"/>
                  <a:gd name="T11" fmla="*/ 8 h 32"/>
                  <a:gd name="T12" fmla="*/ 8 w 32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32"/>
                  <a:gd name="T23" fmla="*/ 32 w 32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32">
                    <a:moveTo>
                      <a:pt x="8" y="0"/>
                    </a:moveTo>
                    <a:lnTo>
                      <a:pt x="32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4" name="Freeform 423"/>
              <p:cNvSpPr>
                <a:spLocks/>
              </p:cNvSpPr>
              <p:nvPr>
                <p:custDataLst>
                  <p:tags r:id="rId242"/>
                </p:custDataLst>
              </p:nvPr>
            </p:nvSpPr>
            <p:spPr bwMode="auto">
              <a:xfrm>
                <a:off x="1518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5" name="Freeform 424"/>
              <p:cNvSpPr>
                <a:spLocks/>
              </p:cNvSpPr>
              <p:nvPr>
                <p:custDataLst>
                  <p:tags r:id="rId243"/>
                </p:custDataLst>
              </p:nvPr>
            </p:nvSpPr>
            <p:spPr bwMode="auto">
              <a:xfrm>
                <a:off x="1494" y="3110"/>
                <a:ext cx="32" cy="64"/>
              </a:xfrm>
              <a:custGeom>
                <a:avLst/>
                <a:gdLst>
                  <a:gd name="T0" fmla="*/ 8 w 32"/>
                  <a:gd name="T1" fmla="*/ 0 h 64"/>
                  <a:gd name="T2" fmla="*/ 0 w 32"/>
                  <a:gd name="T3" fmla="*/ 0 h 64"/>
                  <a:gd name="T4" fmla="*/ 24 w 32"/>
                  <a:gd name="T5" fmla="*/ 64 h 64"/>
                  <a:gd name="T6" fmla="*/ 32 w 32"/>
                  <a:gd name="T7" fmla="*/ 64 h 64"/>
                  <a:gd name="T8" fmla="*/ 8 w 32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64"/>
                  <a:gd name="T17" fmla="*/ 32 w 3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64">
                    <a:moveTo>
                      <a:pt x="8" y="0"/>
                    </a:moveTo>
                    <a:lnTo>
                      <a:pt x="0" y="0"/>
                    </a:lnTo>
                    <a:lnTo>
                      <a:pt x="24" y="64"/>
                    </a:lnTo>
                    <a:lnTo>
                      <a:pt x="32" y="6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6" name="Freeform 425"/>
              <p:cNvSpPr>
                <a:spLocks/>
              </p:cNvSpPr>
              <p:nvPr>
                <p:custDataLst>
                  <p:tags r:id="rId244"/>
                </p:custDataLst>
              </p:nvPr>
            </p:nvSpPr>
            <p:spPr bwMode="auto">
              <a:xfrm>
                <a:off x="1334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7" name="Freeform 426"/>
              <p:cNvSpPr>
                <a:spLocks/>
              </p:cNvSpPr>
              <p:nvPr>
                <p:custDataLst>
                  <p:tags r:id="rId245"/>
                </p:custDataLst>
              </p:nvPr>
            </p:nvSpPr>
            <p:spPr bwMode="auto">
              <a:xfrm>
                <a:off x="1334" y="3382"/>
                <a:ext cx="96" cy="40"/>
              </a:xfrm>
              <a:custGeom>
                <a:avLst/>
                <a:gdLst>
                  <a:gd name="T0" fmla="*/ 0 w 96"/>
                  <a:gd name="T1" fmla="*/ 32 h 40"/>
                  <a:gd name="T2" fmla="*/ 24 w 96"/>
                  <a:gd name="T3" fmla="*/ 8 h 40"/>
                  <a:gd name="T4" fmla="*/ 24 w 96"/>
                  <a:gd name="T5" fmla="*/ 8 h 40"/>
                  <a:gd name="T6" fmla="*/ 24 w 96"/>
                  <a:gd name="T7" fmla="*/ 8 h 40"/>
                  <a:gd name="T8" fmla="*/ 96 w 96"/>
                  <a:gd name="T9" fmla="*/ 0 h 40"/>
                  <a:gd name="T10" fmla="*/ 96 w 96"/>
                  <a:gd name="T11" fmla="*/ 0 h 40"/>
                  <a:gd name="T12" fmla="*/ 96 w 96"/>
                  <a:gd name="T13" fmla="*/ 8 h 40"/>
                  <a:gd name="T14" fmla="*/ 96 w 96"/>
                  <a:gd name="T15" fmla="*/ 8 h 40"/>
                  <a:gd name="T16" fmla="*/ 24 w 96"/>
                  <a:gd name="T17" fmla="*/ 16 h 40"/>
                  <a:gd name="T18" fmla="*/ 24 w 96"/>
                  <a:gd name="T19" fmla="*/ 16 h 40"/>
                  <a:gd name="T20" fmla="*/ 32 w 96"/>
                  <a:gd name="T21" fmla="*/ 16 h 40"/>
                  <a:gd name="T22" fmla="*/ 8 w 96"/>
                  <a:gd name="T23" fmla="*/ 40 h 40"/>
                  <a:gd name="T24" fmla="*/ 0 w 96"/>
                  <a:gd name="T25" fmla="*/ 32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0"/>
                  <a:gd name="T41" fmla="*/ 96 w 96"/>
                  <a:gd name="T42" fmla="*/ 40 h 4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0">
                    <a:moveTo>
                      <a:pt x="0" y="32"/>
                    </a:moveTo>
                    <a:lnTo>
                      <a:pt x="24" y="8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8" y="40"/>
                    </a:lnTo>
                    <a:lnTo>
                      <a:pt x="0" y="3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8" name="Freeform 427"/>
              <p:cNvSpPr>
                <a:spLocks/>
              </p:cNvSpPr>
              <p:nvPr>
                <p:custDataLst>
                  <p:tags r:id="rId246"/>
                </p:custDataLst>
              </p:nvPr>
            </p:nvSpPr>
            <p:spPr bwMode="auto">
              <a:xfrm>
                <a:off x="1430" y="3382"/>
                <a:ext cx="72" cy="16"/>
              </a:xfrm>
              <a:custGeom>
                <a:avLst/>
                <a:gdLst>
                  <a:gd name="T0" fmla="*/ 0 w 72"/>
                  <a:gd name="T1" fmla="*/ 0 h 16"/>
                  <a:gd name="T2" fmla="*/ 64 w 72"/>
                  <a:gd name="T3" fmla="*/ 8 h 16"/>
                  <a:gd name="T4" fmla="*/ 72 w 72"/>
                  <a:gd name="T5" fmla="*/ 8 h 16"/>
                  <a:gd name="T6" fmla="*/ 64 w 72"/>
                  <a:gd name="T7" fmla="*/ 16 h 16"/>
                  <a:gd name="T8" fmla="*/ 64 w 72"/>
                  <a:gd name="T9" fmla="*/ 16 h 16"/>
                  <a:gd name="T10" fmla="*/ 0 w 72"/>
                  <a:gd name="T11" fmla="*/ 8 h 16"/>
                  <a:gd name="T12" fmla="*/ 0 w 72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16"/>
                  <a:gd name="T23" fmla="*/ 72 w 72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16">
                    <a:moveTo>
                      <a:pt x="0" y="0"/>
                    </a:moveTo>
                    <a:lnTo>
                      <a:pt x="64" y="8"/>
                    </a:lnTo>
                    <a:lnTo>
                      <a:pt x="72" y="8"/>
                    </a:lnTo>
                    <a:lnTo>
                      <a:pt x="6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9" name="Freeform 428"/>
              <p:cNvSpPr>
                <a:spLocks/>
              </p:cNvSpPr>
              <p:nvPr>
                <p:custDataLst>
                  <p:tags r:id="rId247"/>
                </p:custDataLst>
              </p:nvPr>
            </p:nvSpPr>
            <p:spPr bwMode="auto">
              <a:xfrm>
                <a:off x="1518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0" name="Freeform 429"/>
              <p:cNvSpPr>
                <a:spLocks/>
              </p:cNvSpPr>
              <p:nvPr>
                <p:custDataLst>
                  <p:tags r:id="rId248"/>
                </p:custDataLst>
              </p:nvPr>
            </p:nvSpPr>
            <p:spPr bwMode="auto">
              <a:xfrm>
                <a:off x="1494" y="3390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1" name="Rectangle 430"/>
              <p:cNvSpPr>
                <a:spLocks noChangeArrowheads="1"/>
              </p:cNvSpPr>
              <p:nvPr>
                <p:custDataLst>
                  <p:tags r:id="rId249"/>
                </p:custDataLst>
              </p:nvPr>
            </p:nvSpPr>
            <p:spPr bwMode="auto">
              <a:xfrm>
                <a:off x="1382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72" name="Rectangle 432"/>
              <p:cNvSpPr>
                <a:spLocks noChangeArrowheads="1"/>
              </p:cNvSpPr>
              <p:nvPr>
                <p:custDataLst>
                  <p:tags r:id="rId250"/>
                </p:custDataLst>
              </p:nvPr>
            </p:nvSpPr>
            <p:spPr bwMode="auto">
              <a:xfrm>
                <a:off x="1382" y="3470"/>
                <a:ext cx="8" cy="40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73" name="Rectangle 433"/>
              <p:cNvSpPr>
                <a:spLocks noChangeArrowheads="1"/>
              </p:cNvSpPr>
              <p:nvPr>
                <p:custDataLst>
                  <p:tags r:id="rId251"/>
                </p:custDataLst>
              </p:nvPr>
            </p:nvSpPr>
            <p:spPr bwMode="auto">
              <a:xfrm>
                <a:off x="1470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74" name="Rectangle 434"/>
              <p:cNvSpPr>
                <a:spLocks noChangeArrowheads="1"/>
              </p:cNvSpPr>
              <p:nvPr>
                <p:custDataLst>
                  <p:tags r:id="rId252"/>
                </p:custDataLst>
              </p:nvPr>
            </p:nvSpPr>
            <p:spPr bwMode="auto">
              <a:xfrm>
                <a:off x="1470" y="367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75" name="Rectangle 435"/>
              <p:cNvSpPr>
                <a:spLocks noChangeArrowheads="1"/>
              </p:cNvSpPr>
              <p:nvPr>
                <p:custDataLst>
                  <p:tags r:id="rId253"/>
                </p:custDataLst>
              </p:nvPr>
            </p:nvSpPr>
            <p:spPr bwMode="auto">
              <a:xfrm>
                <a:off x="1470" y="3470"/>
                <a:ext cx="8" cy="20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76" name="Freeform 436"/>
              <p:cNvSpPr>
                <a:spLocks/>
              </p:cNvSpPr>
              <p:nvPr>
                <p:custDataLst>
                  <p:tags r:id="rId254"/>
                </p:custDataLst>
              </p:nvPr>
            </p:nvSpPr>
            <p:spPr bwMode="auto">
              <a:xfrm>
                <a:off x="1414" y="3574"/>
                <a:ext cx="96" cy="120"/>
              </a:xfrm>
              <a:custGeom>
                <a:avLst/>
                <a:gdLst>
                  <a:gd name="T0" fmla="*/ 96 w 96"/>
                  <a:gd name="T1" fmla="*/ 56 h 120"/>
                  <a:gd name="T2" fmla="*/ 80 w 96"/>
                  <a:gd name="T3" fmla="*/ 16 h 120"/>
                  <a:gd name="T4" fmla="*/ 48 w 96"/>
                  <a:gd name="T5" fmla="*/ 0 h 120"/>
                  <a:gd name="T6" fmla="*/ 16 w 96"/>
                  <a:gd name="T7" fmla="*/ 16 h 120"/>
                  <a:gd name="T8" fmla="*/ 0 w 96"/>
                  <a:gd name="T9" fmla="*/ 56 h 120"/>
                  <a:gd name="T10" fmla="*/ 16 w 96"/>
                  <a:gd name="T11" fmla="*/ 96 h 120"/>
                  <a:gd name="T12" fmla="*/ 48 w 96"/>
                  <a:gd name="T13" fmla="*/ 120 h 120"/>
                  <a:gd name="T14" fmla="*/ 80 w 96"/>
                  <a:gd name="T15" fmla="*/ 96 h 120"/>
                  <a:gd name="T16" fmla="*/ 96 w 96"/>
                  <a:gd name="T17" fmla="*/ 56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6"/>
                  <a:gd name="T28" fmla="*/ 0 h 120"/>
                  <a:gd name="T29" fmla="*/ 96 w 96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6" h="120">
                    <a:moveTo>
                      <a:pt x="96" y="56"/>
                    </a:moveTo>
                    <a:lnTo>
                      <a:pt x="80" y="16"/>
                    </a:lnTo>
                    <a:lnTo>
                      <a:pt x="48" y="0"/>
                    </a:lnTo>
                    <a:lnTo>
                      <a:pt x="16" y="16"/>
                    </a:lnTo>
                    <a:lnTo>
                      <a:pt x="0" y="56"/>
                    </a:lnTo>
                    <a:lnTo>
                      <a:pt x="16" y="96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7" name="Freeform 437"/>
              <p:cNvSpPr>
                <a:spLocks/>
              </p:cNvSpPr>
              <p:nvPr>
                <p:custDataLst>
                  <p:tags r:id="rId255"/>
                </p:custDataLst>
              </p:nvPr>
            </p:nvSpPr>
            <p:spPr bwMode="auto">
              <a:xfrm>
                <a:off x="1414" y="3574"/>
                <a:ext cx="104" cy="128"/>
              </a:xfrm>
              <a:custGeom>
                <a:avLst/>
                <a:gdLst>
                  <a:gd name="T0" fmla="*/ 96 w 104"/>
                  <a:gd name="T1" fmla="*/ 56 h 128"/>
                  <a:gd name="T2" fmla="*/ 80 w 104"/>
                  <a:gd name="T3" fmla="*/ 16 h 128"/>
                  <a:gd name="T4" fmla="*/ 80 w 104"/>
                  <a:gd name="T5" fmla="*/ 24 h 128"/>
                  <a:gd name="T6" fmla="*/ 80 w 104"/>
                  <a:gd name="T7" fmla="*/ 24 h 128"/>
                  <a:gd name="T8" fmla="*/ 48 w 104"/>
                  <a:gd name="T9" fmla="*/ 8 h 128"/>
                  <a:gd name="T10" fmla="*/ 48 w 104"/>
                  <a:gd name="T11" fmla="*/ 8 h 128"/>
                  <a:gd name="T12" fmla="*/ 48 w 104"/>
                  <a:gd name="T13" fmla="*/ 8 h 128"/>
                  <a:gd name="T14" fmla="*/ 16 w 104"/>
                  <a:gd name="T15" fmla="*/ 24 h 128"/>
                  <a:gd name="T16" fmla="*/ 24 w 104"/>
                  <a:gd name="T17" fmla="*/ 16 h 128"/>
                  <a:gd name="T18" fmla="*/ 24 w 104"/>
                  <a:gd name="T19" fmla="*/ 16 h 128"/>
                  <a:gd name="T20" fmla="*/ 8 w 104"/>
                  <a:gd name="T21" fmla="*/ 56 h 128"/>
                  <a:gd name="T22" fmla="*/ 8 w 104"/>
                  <a:gd name="T23" fmla="*/ 56 h 128"/>
                  <a:gd name="T24" fmla="*/ 8 w 104"/>
                  <a:gd name="T25" fmla="*/ 56 h 128"/>
                  <a:gd name="T26" fmla="*/ 24 w 104"/>
                  <a:gd name="T27" fmla="*/ 96 h 128"/>
                  <a:gd name="T28" fmla="*/ 24 w 104"/>
                  <a:gd name="T29" fmla="*/ 96 h 128"/>
                  <a:gd name="T30" fmla="*/ 24 w 104"/>
                  <a:gd name="T31" fmla="*/ 96 h 128"/>
                  <a:gd name="T32" fmla="*/ 56 w 104"/>
                  <a:gd name="T33" fmla="*/ 120 h 128"/>
                  <a:gd name="T34" fmla="*/ 48 w 104"/>
                  <a:gd name="T35" fmla="*/ 120 h 128"/>
                  <a:gd name="T36" fmla="*/ 48 w 104"/>
                  <a:gd name="T37" fmla="*/ 120 h 128"/>
                  <a:gd name="T38" fmla="*/ 80 w 104"/>
                  <a:gd name="T39" fmla="*/ 96 h 128"/>
                  <a:gd name="T40" fmla="*/ 80 w 104"/>
                  <a:gd name="T41" fmla="*/ 96 h 128"/>
                  <a:gd name="T42" fmla="*/ 80 w 104"/>
                  <a:gd name="T43" fmla="*/ 96 h 128"/>
                  <a:gd name="T44" fmla="*/ 96 w 104"/>
                  <a:gd name="T45" fmla="*/ 56 h 128"/>
                  <a:gd name="T46" fmla="*/ 96 w 104"/>
                  <a:gd name="T47" fmla="*/ 56 h 128"/>
                  <a:gd name="T48" fmla="*/ 104 w 104"/>
                  <a:gd name="T49" fmla="*/ 56 h 128"/>
                  <a:gd name="T50" fmla="*/ 104 w 104"/>
                  <a:gd name="T51" fmla="*/ 56 h 128"/>
                  <a:gd name="T52" fmla="*/ 88 w 104"/>
                  <a:gd name="T53" fmla="*/ 96 h 128"/>
                  <a:gd name="T54" fmla="*/ 88 w 104"/>
                  <a:gd name="T55" fmla="*/ 96 h 128"/>
                  <a:gd name="T56" fmla="*/ 88 w 104"/>
                  <a:gd name="T57" fmla="*/ 104 h 128"/>
                  <a:gd name="T58" fmla="*/ 56 w 104"/>
                  <a:gd name="T59" fmla="*/ 128 h 128"/>
                  <a:gd name="T60" fmla="*/ 56 w 104"/>
                  <a:gd name="T61" fmla="*/ 128 h 128"/>
                  <a:gd name="T62" fmla="*/ 48 w 104"/>
                  <a:gd name="T63" fmla="*/ 128 h 128"/>
                  <a:gd name="T64" fmla="*/ 16 w 104"/>
                  <a:gd name="T65" fmla="*/ 104 h 128"/>
                  <a:gd name="T66" fmla="*/ 16 w 104"/>
                  <a:gd name="T67" fmla="*/ 104 h 128"/>
                  <a:gd name="T68" fmla="*/ 16 w 104"/>
                  <a:gd name="T69" fmla="*/ 96 h 128"/>
                  <a:gd name="T70" fmla="*/ 0 w 104"/>
                  <a:gd name="T71" fmla="*/ 56 h 128"/>
                  <a:gd name="T72" fmla="*/ 0 w 104"/>
                  <a:gd name="T73" fmla="*/ 56 h 128"/>
                  <a:gd name="T74" fmla="*/ 0 w 104"/>
                  <a:gd name="T75" fmla="*/ 56 h 128"/>
                  <a:gd name="T76" fmla="*/ 16 w 104"/>
                  <a:gd name="T77" fmla="*/ 16 h 128"/>
                  <a:gd name="T78" fmla="*/ 16 w 104"/>
                  <a:gd name="T79" fmla="*/ 16 h 128"/>
                  <a:gd name="T80" fmla="*/ 16 w 104"/>
                  <a:gd name="T81" fmla="*/ 16 h 128"/>
                  <a:gd name="T82" fmla="*/ 48 w 104"/>
                  <a:gd name="T83" fmla="*/ 0 h 128"/>
                  <a:gd name="T84" fmla="*/ 48 w 104"/>
                  <a:gd name="T85" fmla="*/ 0 h 128"/>
                  <a:gd name="T86" fmla="*/ 48 w 104"/>
                  <a:gd name="T87" fmla="*/ 0 h 128"/>
                  <a:gd name="T88" fmla="*/ 80 w 104"/>
                  <a:gd name="T89" fmla="*/ 16 h 128"/>
                  <a:gd name="T90" fmla="*/ 80 w 104"/>
                  <a:gd name="T91" fmla="*/ 16 h 128"/>
                  <a:gd name="T92" fmla="*/ 88 w 104"/>
                  <a:gd name="T93" fmla="*/ 16 h 128"/>
                  <a:gd name="T94" fmla="*/ 104 w 104"/>
                  <a:gd name="T95" fmla="*/ 56 h 128"/>
                  <a:gd name="T96" fmla="*/ 96 w 104"/>
                  <a:gd name="T97" fmla="*/ 56 h 1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04"/>
                  <a:gd name="T148" fmla="*/ 0 h 128"/>
                  <a:gd name="T149" fmla="*/ 104 w 104"/>
                  <a:gd name="T150" fmla="*/ 128 h 12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04" h="128">
                    <a:moveTo>
                      <a:pt x="96" y="56"/>
                    </a:moveTo>
                    <a:lnTo>
                      <a:pt x="80" y="16"/>
                    </a:lnTo>
                    <a:lnTo>
                      <a:pt x="80" y="24"/>
                    </a:lnTo>
                    <a:lnTo>
                      <a:pt x="48" y="8"/>
                    </a:lnTo>
                    <a:lnTo>
                      <a:pt x="16" y="24"/>
                    </a:lnTo>
                    <a:lnTo>
                      <a:pt x="24" y="16"/>
                    </a:lnTo>
                    <a:lnTo>
                      <a:pt x="8" y="56"/>
                    </a:lnTo>
                    <a:lnTo>
                      <a:pt x="24" y="96"/>
                    </a:lnTo>
                    <a:lnTo>
                      <a:pt x="56" y="120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lnTo>
                      <a:pt x="104" y="56"/>
                    </a:lnTo>
                    <a:lnTo>
                      <a:pt x="88" y="96"/>
                    </a:lnTo>
                    <a:lnTo>
                      <a:pt x="88" y="104"/>
                    </a:lnTo>
                    <a:lnTo>
                      <a:pt x="56" y="128"/>
                    </a:lnTo>
                    <a:lnTo>
                      <a:pt x="48" y="128"/>
                    </a:lnTo>
                    <a:lnTo>
                      <a:pt x="16" y="104"/>
                    </a:lnTo>
                    <a:lnTo>
                      <a:pt x="16" y="96"/>
                    </a:lnTo>
                    <a:lnTo>
                      <a:pt x="0" y="56"/>
                    </a:lnTo>
                    <a:lnTo>
                      <a:pt x="16" y="16"/>
                    </a:lnTo>
                    <a:lnTo>
                      <a:pt x="48" y="0"/>
                    </a:lnTo>
                    <a:lnTo>
                      <a:pt x="80" y="16"/>
                    </a:lnTo>
                    <a:lnTo>
                      <a:pt x="88" y="16"/>
                    </a:lnTo>
                    <a:lnTo>
                      <a:pt x="104" y="5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8" name="Freeform 438"/>
              <p:cNvSpPr>
                <a:spLocks/>
              </p:cNvSpPr>
              <p:nvPr>
                <p:custDataLst>
                  <p:tags r:id="rId256"/>
                </p:custDataLst>
              </p:nvPr>
            </p:nvSpPr>
            <p:spPr bwMode="auto">
              <a:xfrm>
                <a:off x="1510" y="3630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0 h 1"/>
                  <a:gd name="T4" fmla="*/ 0 w 8"/>
                  <a:gd name="T5" fmla="*/ 0 h 1"/>
                  <a:gd name="T6" fmla="*/ 8 w 8"/>
                  <a:gd name="T7" fmla="*/ 0 h 1"/>
                  <a:gd name="T8" fmla="*/ 8 w 8"/>
                  <a:gd name="T9" fmla="*/ 0 h 1"/>
                  <a:gd name="T10" fmla="*/ 8 w 8"/>
                  <a:gd name="T11" fmla="*/ 0 h 1"/>
                  <a:gd name="T12" fmla="*/ 0 w 8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"/>
                  <a:gd name="T22" fmla="*/ 0 h 1"/>
                  <a:gd name="T23" fmla="*/ 8 w 8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" h="1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9" name="Rectangle 439"/>
              <p:cNvSpPr>
                <a:spLocks noChangeArrowheads="1"/>
              </p:cNvSpPr>
              <p:nvPr>
                <p:custDataLst>
                  <p:tags r:id="rId257"/>
                </p:custDataLst>
              </p:nvPr>
            </p:nvSpPr>
            <p:spPr bwMode="auto">
              <a:xfrm>
                <a:off x="1166" y="1992"/>
                <a:ext cx="31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Full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0" name="Rectangle 440"/>
              <p:cNvSpPr>
                <a:spLocks noChangeArrowheads="1"/>
              </p:cNvSpPr>
              <p:nvPr>
                <p:custDataLst>
                  <p:tags r:id="rId258"/>
                </p:custDataLst>
              </p:nvPr>
            </p:nvSpPr>
            <p:spPr bwMode="auto">
              <a:xfrm>
                <a:off x="1166" y="2183"/>
                <a:ext cx="342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Add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1" name="Rectangle 441"/>
              <p:cNvSpPr>
                <a:spLocks noChangeArrowheads="1"/>
              </p:cNvSpPr>
              <p:nvPr>
                <p:custDataLst>
                  <p:tags r:id="rId259"/>
                </p:custDataLst>
              </p:nvPr>
            </p:nvSpPr>
            <p:spPr bwMode="auto">
              <a:xfrm>
                <a:off x="1166" y="2375"/>
                <a:ext cx="17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er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2" name="Rectangle 442"/>
              <p:cNvSpPr>
                <a:spLocks noChangeArrowheads="1"/>
              </p:cNvSpPr>
              <p:nvPr>
                <p:custDataLst>
                  <p:tags r:id="rId260"/>
                </p:custDataLst>
              </p:nvPr>
            </p:nvSpPr>
            <p:spPr bwMode="auto">
              <a:xfrm>
                <a:off x="1158" y="3861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3" name="Rectangle 443"/>
              <p:cNvSpPr>
                <a:spLocks noChangeArrowheads="1"/>
              </p:cNvSpPr>
              <p:nvPr>
                <p:custDataLst>
                  <p:tags r:id="rId261"/>
                </p:custDataLst>
              </p:nvPr>
            </p:nvSpPr>
            <p:spPr bwMode="auto">
              <a:xfrm>
                <a:off x="1262" y="3933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4" name="Rectangle 444"/>
              <p:cNvSpPr>
                <a:spLocks noChangeArrowheads="1"/>
              </p:cNvSpPr>
              <p:nvPr>
                <p:custDataLst>
                  <p:tags r:id="rId262"/>
                </p:custDataLst>
              </p:nvPr>
            </p:nvSpPr>
            <p:spPr bwMode="auto">
              <a:xfrm>
                <a:off x="1414" y="3749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5" name="Rectangle 445"/>
              <p:cNvSpPr>
                <a:spLocks noChangeArrowheads="1"/>
              </p:cNvSpPr>
              <p:nvPr>
                <p:custDataLst>
                  <p:tags r:id="rId263"/>
                </p:custDataLst>
              </p:nvPr>
            </p:nvSpPr>
            <p:spPr bwMode="auto">
              <a:xfrm>
                <a:off x="1518" y="3821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6" name="Rectangle 446"/>
              <p:cNvSpPr>
                <a:spLocks noChangeArrowheads="1"/>
              </p:cNvSpPr>
              <p:nvPr>
                <p:custDataLst>
                  <p:tags r:id="rId264"/>
                </p:custDataLst>
              </p:nvPr>
            </p:nvSpPr>
            <p:spPr bwMode="auto">
              <a:xfrm>
                <a:off x="1838" y="1944"/>
                <a:ext cx="384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7" name="Rectangle 447"/>
              <p:cNvSpPr>
                <a:spLocks noChangeArrowheads="1"/>
              </p:cNvSpPr>
              <p:nvPr>
                <p:custDataLst>
                  <p:tags r:id="rId265"/>
                </p:custDataLst>
              </p:nvPr>
            </p:nvSpPr>
            <p:spPr bwMode="auto">
              <a:xfrm>
                <a:off x="2214" y="1944"/>
                <a:ext cx="8" cy="75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8" name="Rectangle 448"/>
              <p:cNvSpPr>
                <a:spLocks noChangeArrowheads="1"/>
              </p:cNvSpPr>
              <p:nvPr>
                <p:custDataLst>
                  <p:tags r:id="rId266"/>
                </p:custDataLst>
              </p:nvPr>
            </p:nvSpPr>
            <p:spPr bwMode="auto">
              <a:xfrm>
                <a:off x="1838" y="2687"/>
                <a:ext cx="376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89" name="Rectangle 449"/>
              <p:cNvSpPr>
                <a:spLocks noChangeArrowheads="1"/>
              </p:cNvSpPr>
              <p:nvPr>
                <p:custDataLst>
                  <p:tags r:id="rId267"/>
                </p:custDataLst>
              </p:nvPr>
            </p:nvSpPr>
            <p:spPr bwMode="auto">
              <a:xfrm>
                <a:off x="1838" y="1944"/>
                <a:ext cx="8" cy="743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0" name="Rectangle 450"/>
              <p:cNvSpPr>
                <a:spLocks noChangeArrowheads="1"/>
              </p:cNvSpPr>
              <p:nvPr>
                <p:custDataLst>
                  <p:tags r:id="rId268"/>
                </p:custDataLst>
              </p:nvPr>
            </p:nvSpPr>
            <p:spPr bwMode="auto">
              <a:xfrm>
                <a:off x="1662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1" name="Rectangle 451"/>
              <p:cNvSpPr>
                <a:spLocks noChangeArrowheads="1"/>
              </p:cNvSpPr>
              <p:nvPr>
                <p:custDataLst>
                  <p:tags r:id="rId269"/>
                </p:custDataLst>
              </p:nvPr>
            </p:nvSpPr>
            <p:spPr bwMode="auto">
              <a:xfrm>
                <a:off x="1830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2" name="Rectangle 452"/>
              <p:cNvSpPr>
                <a:spLocks noChangeArrowheads="1"/>
              </p:cNvSpPr>
              <p:nvPr>
                <p:custDataLst>
                  <p:tags r:id="rId270"/>
                </p:custDataLst>
              </p:nvPr>
            </p:nvSpPr>
            <p:spPr bwMode="auto">
              <a:xfrm>
                <a:off x="1662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3" name="Rectangle 453"/>
              <p:cNvSpPr>
                <a:spLocks noChangeArrowheads="1"/>
              </p:cNvSpPr>
              <p:nvPr>
                <p:custDataLst>
                  <p:tags r:id="rId271"/>
                </p:custDataLst>
              </p:nvPr>
            </p:nvSpPr>
            <p:spPr bwMode="auto">
              <a:xfrm>
                <a:off x="2214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4" name="Rectangle 454"/>
              <p:cNvSpPr>
                <a:spLocks noChangeArrowheads="1"/>
              </p:cNvSpPr>
              <p:nvPr>
                <p:custDataLst>
                  <p:tags r:id="rId272"/>
                </p:custDataLst>
              </p:nvPr>
            </p:nvSpPr>
            <p:spPr bwMode="auto">
              <a:xfrm>
                <a:off x="2382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5" name="Rectangle 455"/>
              <p:cNvSpPr>
                <a:spLocks noChangeArrowheads="1"/>
              </p:cNvSpPr>
              <p:nvPr>
                <p:custDataLst>
                  <p:tags r:id="rId273"/>
                </p:custDataLst>
              </p:nvPr>
            </p:nvSpPr>
            <p:spPr bwMode="auto">
              <a:xfrm>
                <a:off x="2214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6" name="Rectangle 457"/>
              <p:cNvSpPr>
                <a:spLocks noChangeArrowheads="1"/>
              </p:cNvSpPr>
              <p:nvPr>
                <p:custDataLst>
                  <p:tags r:id="rId274"/>
                </p:custDataLst>
              </p:nvPr>
            </p:nvSpPr>
            <p:spPr bwMode="auto">
              <a:xfrm>
                <a:off x="1910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7" name="Rectangle 458"/>
              <p:cNvSpPr>
                <a:spLocks noChangeArrowheads="1"/>
              </p:cNvSpPr>
              <p:nvPr>
                <p:custDataLst>
                  <p:tags r:id="rId275"/>
                </p:custDataLst>
              </p:nvPr>
            </p:nvSpPr>
            <p:spPr bwMode="auto">
              <a:xfrm>
                <a:off x="1910" y="2687"/>
                <a:ext cx="8" cy="119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8" name="Rectangle 459"/>
              <p:cNvSpPr>
                <a:spLocks noChangeArrowheads="1"/>
              </p:cNvSpPr>
              <p:nvPr>
                <p:custDataLst>
                  <p:tags r:id="rId276"/>
                </p:custDataLst>
              </p:nvPr>
            </p:nvSpPr>
            <p:spPr bwMode="auto">
              <a:xfrm>
                <a:off x="2118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99" name="Rectangle 460"/>
              <p:cNvSpPr>
                <a:spLocks noChangeArrowheads="1"/>
              </p:cNvSpPr>
              <p:nvPr>
                <p:custDataLst>
                  <p:tags r:id="rId277"/>
                </p:custDataLst>
              </p:nvPr>
            </p:nvSpPr>
            <p:spPr bwMode="auto">
              <a:xfrm>
                <a:off x="2118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0" name="Rectangle 461"/>
              <p:cNvSpPr>
                <a:spLocks noChangeArrowheads="1"/>
              </p:cNvSpPr>
              <p:nvPr>
                <p:custDataLst>
                  <p:tags r:id="rId278"/>
                </p:custDataLst>
              </p:nvPr>
            </p:nvSpPr>
            <p:spPr bwMode="auto">
              <a:xfrm>
                <a:off x="2118" y="2687"/>
                <a:ext cx="8" cy="32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1" name="Rectangle 462"/>
              <p:cNvSpPr>
                <a:spLocks noChangeArrowheads="1"/>
              </p:cNvSpPr>
              <p:nvPr>
                <p:custDataLst>
                  <p:tags r:id="rId279"/>
                </p:custDataLst>
              </p:nvPr>
            </p:nvSpPr>
            <p:spPr bwMode="auto">
              <a:xfrm>
                <a:off x="2006" y="195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2" name="Rectangle 463"/>
              <p:cNvSpPr>
                <a:spLocks noChangeArrowheads="1"/>
              </p:cNvSpPr>
              <p:nvPr>
                <p:custDataLst>
                  <p:tags r:id="rId280"/>
                </p:custDataLst>
              </p:nvPr>
            </p:nvSpPr>
            <p:spPr bwMode="auto">
              <a:xfrm>
                <a:off x="2006" y="172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3" name="Rectangle 464"/>
              <p:cNvSpPr>
                <a:spLocks noChangeArrowheads="1"/>
              </p:cNvSpPr>
              <p:nvPr>
                <p:custDataLst>
                  <p:tags r:id="rId281"/>
                </p:custDataLst>
              </p:nvPr>
            </p:nvSpPr>
            <p:spPr bwMode="auto">
              <a:xfrm>
                <a:off x="2006" y="1728"/>
                <a:ext cx="8" cy="22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4" name="Rectangle 465"/>
              <p:cNvSpPr>
                <a:spLocks noChangeArrowheads="1"/>
              </p:cNvSpPr>
              <p:nvPr>
                <p:custDataLst>
                  <p:tags r:id="rId282"/>
                </p:custDataLst>
              </p:nvPr>
            </p:nvSpPr>
            <p:spPr bwMode="auto">
              <a:xfrm>
                <a:off x="2078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5" name="Rectangle 466"/>
              <p:cNvSpPr>
                <a:spLocks noChangeArrowheads="1"/>
              </p:cNvSpPr>
              <p:nvPr>
                <p:custDataLst>
                  <p:tags r:id="rId283"/>
                </p:custDataLst>
              </p:nvPr>
            </p:nvSpPr>
            <p:spPr bwMode="auto">
              <a:xfrm>
                <a:off x="2078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6" name="Rectangle 467"/>
              <p:cNvSpPr>
                <a:spLocks noChangeArrowheads="1"/>
              </p:cNvSpPr>
              <p:nvPr>
                <p:custDataLst>
                  <p:tags r:id="rId284"/>
                </p:custDataLst>
              </p:nvPr>
            </p:nvSpPr>
            <p:spPr bwMode="auto">
              <a:xfrm>
                <a:off x="2078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7" name="Rectangle 468"/>
              <p:cNvSpPr>
                <a:spLocks noChangeArrowheads="1"/>
              </p:cNvSpPr>
              <p:nvPr>
                <p:custDataLst>
                  <p:tags r:id="rId285"/>
                </p:custDataLst>
              </p:nvPr>
            </p:nvSpPr>
            <p:spPr bwMode="auto">
              <a:xfrm>
                <a:off x="2174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8" name="Rectangle 469"/>
              <p:cNvSpPr>
                <a:spLocks noChangeArrowheads="1"/>
              </p:cNvSpPr>
              <p:nvPr>
                <p:custDataLst>
                  <p:tags r:id="rId286"/>
                </p:custDataLst>
              </p:nvPr>
            </p:nvSpPr>
            <p:spPr bwMode="auto">
              <a:xfrm>
                <a:off x="2174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09" name="Rectangle 470"/>
              <p:cNvSpPr>
                <a:spLocks noChangeArrowheads="1"/>
              </p:cNvSpPr>
              <p:nvPr>
                <p:custDataLst>
                  <p:tags r:id="rId287"/>
                </p:custDataLst>
              </p:nvPr>
            </p:nvSpPr>
            <p:spPr bwMode="auto">
              <a:xfrm>
                <a:off x="2174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10" name="Rectangle 471"/>
              <p:cNvSpPr>
                <a:spLocks noChangeArrowheads="1"/>
              </p:cNvSpPr>
              <p:nvPr>
                <p:custDataLst>
                  <p:tags r:id="rId288"/>
                </p:custDataLst>
              </p:nvPr>
            </p:nvSpPr>
            <p:spPr bwMode="auto">
              <a:xfrm>
                <a:off x="2126" y="306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11" name="Rectangle 472"/>
              <p:cNvSpPr>
                <a:spLocks noChangeArrowheads="1"/>
              </p:cNvSpPr>
              <p:nvPr>
                <p:custDataLst>
                  <p:tags r:id="rId289"/>
                </p:custDataLst>
              </p:nvPr>
            </p:nvSpPr>
            <p:spPr bwMode="auto">
              <a:xfrm>
                <a:off x="2126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12" name="Rectangle 473"/>
              <p:cNvSpPr>
                <a:spLocks noChangeArrowheads="1"/>
              </p:cNvSpPr>
              <p:nvPr>
                <p:custDataLst>
                  <p:tags r:id="rId290"/>
                </p:custDataLst>
              </p:nvPr>
            </p:nvSpPr>
            <p:spPr bwMode="auto">
              <a:xfrm>
                <a:off x="2126" y="3014"/>
                <a:ext cx="8" cy="4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13" name="Freeform 474"/>
              <p:cNvSpPr>
                <a:spLocks/>
              </p:cNvSpPr>
              <p:nvPr>
                <p:custDataLst>
                  <p:tags r:id="rId291"/>
                </p:custDataLst>
              </p:nvPr>
            </p:nvSpPr>
            <p:spPr bwMode="auto">
              <a:xfrm>
                <a:off x="2030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4" name="Freeform 475"/>
              <p:cNvSpPr>
                <a:spLocks/>
              </p:cNvSpPr>
              <p:nvPr>
                <p:custDataLst>
                  <p:tags r:id="rId292"/>
                </p:custDataLst>
              </p:nvPr>
            </p:nvSpPr>
            <p:spPr bwMode="auto">
              <a:xfrm>
                <a:off x="2030" y="3310"/>
                <a:ext cx="96" cy="48"/>
              </a:xfrm>
              <a:custGeom>
                <a:avLst/>
                <a:gdLst>
                  <a:gd name="T0" fmla="*/ 0 w 96"/>
                  <a:gd name="T1" fmla="*/ 40 h 48"/>
                  <a:gd name="T2" fmla="*/ 24 w 96"/>
                  <a:gd name="T3" fmla="*/ 16 h 48"/>
                  <a:gd name="T4" fmla="*/ 24 w 96"/>
                  <a:gd name="T5" fmla="*/ 16 h 48"/>
                  <a:gd name="T6" fmla="*/ 24 w 96"/>
                  <a:gd name="T7" fmla="*/ 16 h 48"/>
                  <a:gd name="T8" fmla="*/ 96 w 96"/>
                  <a:gd name="T9" fmla="*/ 0 h 48"/>
                  <a:gd name="T10" fmla="*/ 96 w 96"/>
                  <a:gd name="T11" fmla="*/ 0 h 48"/>
                  <a:gd name="T12" fmla="*/ 96 w 96"/>
                  <a:gd name="T13" fmla="*/ 8 h 48"/>
                  <a:gd name="T14" fmla="*/ 96 w 96"/>
                  <a:gd name="T15" fmla="*/ 8 h 48"/>
                  <a:gd name="T16" fmla="*/ 24 w 96"/>
                  <a:gd name="T17" fmla="*/ 24 h 48"/>
                  <a:gd name="T18" fmla="*/ 24 w 96"/>
                  <a:gd name="T19" fmla="*/ 24 h 48"/>
                  <a:gd name="T20" fmla="*/ 32 w 96"/>
                  <a:gd name="T21" fmla="*/ 24 h 48"/>
                  <a:gd name="T22" fmla="*/ 8 w 96"/>
                  <a:gd name="T23" fmla="*/ 48 h 48"/>
                  <a:gd name="T24" fmla="*/ 0 w 96"/>
                  <a:gd name="T25" fmla="*/ 40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8"/>
                  <a:gd name="T41" fmla="*/ 96 w 96"/>
                  <a:gd name="T42" fmla="*/ 48 h 4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8">
                    <a:moveTo>
                      <a:pt x="0" y="40"/>
                    </a:moveTo>
                    <a:lnTo>
                      <a:pt x="24" y="16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24"/>
                    </a:lnTo>
                    <a:lnTo>
                      <a:pt x="32" y="24"/>
                    </a:lnTo>
                    <a:lnTo>
                      <a:pt x="8" y="48"/>
                    </a:lnTo>
                    <a:lnTo>
                      <a:pt x="0" y="4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5" name="Freeform 476"/>
              <p:cNvSpPr>
                <a:spLocks/>
              </p:cNvSpPr>
              <p:nvPr>
                <p:custDataLst>
                  <p:tags r:id="rId293"/>
                </p:custDataLst>
              </p:nvPr>
            </p:nvSpPr>
            <p:spPr bwMode="auto">
              <a:xfrm>
                <a:off x="2126" y="3310"/>
                <a:ext cx="72" cy="24"/>
              </a:xfrm>
              <a:custGeom>
                <a:avLst/>
                <a:gdLst>
                  <a:gd name="T0" fmla="*/ 0 w 72"/>
                  <a:gd name="T1" fmla="*/ 0 h 24"/>
                  <a:gd name="T2" fmla="*/ 64 w 72"/>
                  <a:gd name="T3" fmla="*/ 16 h 24"/>
                  <a:gd name="T4" fmla="*/ 72 w 72"/>
                  <a:gd name="T5" fmla="*/ 16 h 24"/>
                  <a:gd name="T6" fmla="*/ 64 w 72"/>
                  <a:gd name="T7" fmla="*/ 24 h 24"/>
                  <a:gd name="T8" fmla="*/ 64 w 72"/>
                  <a:gd name="T9" fmla="*/ 24 h 24"/>
                  <a:gd name="T10" fmla="*/ 0 w 72"/>
                  <a:gd name="T11" fmla="*/ 8 h 24"/>
                  <a:gd name="T12" fmla="*/ 0 w 72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24"/>
                  <a:gd name="T23" fmla="*/ 72 w 72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24">
                    <a:moveTo>
                      <a:pt x="0" y="0"/>
                    </a:moveTo>
                    <a:lnTo>
                      <a:pt x="64" y="16"/>
                    </a:lnTo>
                    <a:lnTo>
                      <a:pt x="72" y="16"/>
                    </a:lnTo>
                    <a:lnTo>
                      <a:pt x="64" y="24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6" name="Freeform 477"/>
              <p:cNvSpPr>
                <a:spLocks/>
              </p:cNvSpPr>
              <p:nvPr>
                <p:custDataLst>
                  <p:tags r:id="rId294"/>
                </p:custDataLst>
              </p:nvPr>
            </p:nvSpPr>
            <p:spPr bwMode="auto">
              <a:xfrm>
                <a:off x="2222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7" name="Freeform 478"/>
              <p:cNvSpPr>
                <a:spLocks/>
              </p:cNvSpPr>
              <p:nvPr>
                <p:custDataLst>
                  <p:tags r:id="rId295"/>
                </p:custDataLst>
              </p:nvPr>
            </p:nvSpPr>
            <p:spPr bwMode="auto">
              <a:xfrm>
                <a:off x="2190" y="3326"/>
                <a:ext cx="40" cy="32"/>
              </a:xfrm>
              <a:custGeom>
                <a:avLst/>
                <a:gdLst>
                  <a:gd name="T0" fmla="*/ 8 w 40"/>
                  <a:gd name="T1" fmla="*/ 0 h 32"/>
                  <a:gd name="T2" fmla="*/ 0 w 40"/>
                  <a:gd name="T3" fmla="*/ 8 h 32"/>
                  <a:gd name="T4" fmla="*/ 32 w 40"/>
                  <a:gd name="T5" fmla="*/ 32 h 32"/>
                  <a:gd name="T6" fmla="*/ 40 w 40"/>
                  <a:gd name="T7" fmla="*/ 24 h 32"/>
                  <a:gd name="T8" fmla="*/ 8 w 40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32"/>
                  <a:gd name="T17" fmla="*/ 40 w 40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32">
                    <a:moveTo>
                      <a:pt x="8" y="0"/>
                    </a:moveTo>
                    <a:lnTo>
                      <a:pt x="0" y="8"/>
                    </a:lnTo>
                    <a:lnTo>
                      <a:pt x="32" y="32"/>
                    </a:lnTo>
                    <a:lnTo>
                      <a:pt x="40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8" name="Rectangle 479"/>
              <p:cNvSpPr>
                <a:spLocks noChangeArrowheads="1"/>
              </p:cNvSpPr>
              <p:nvPr>
                <p:custDataLst>
                  <p:tags r:id="rId296"/>
                </p:custDataLst>
              </p:nvPr>
            </p:nvSpPr>
            <p:spPr bwMode="auto">
              <a:xfrm>
                <a:off x="2030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19" name="Rectangle 480"/>
              <p:cNvSpPr>
                <a:spLocks noChangeArrowheads="1"/>
              </p:cNvSpPr>
              <p:nvPr>
                <p:custDataLst>
                  <p:tags r:id="rId297"/>
                </p:custDataLst>
              </p:nvPr>
            </p:nvSpPr>
            <p:spPr bwMode="auto">
              <a:xfrm>
                <a:off x="2030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20" name="Rectangle 481"/>
              <p:cNvSpPr>
                <a:spLocks noChangeArrowheads="1"/>
              </p:cNvSpPr>
              <p:nvPr>
                <p:custDataLst>
                  <p:tags r:id="rId298"/>
                </p:custDataLst>
              </p:nvPr>
            </p:nvSpPr>
            <p:spPr bwMode="auto">
              <a:xfrm>
                <a:off x="2030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21" name="Rectangle 482"/>
              <p:cNvSpPr>
                <a:spLocks noChangeArrowheads="1"/>
              </p:cNvSpPr>
              <p:nvPr>
                <p:custDataLst>
                  <p:tags r:id="rId299"/>
                </p:custDataLst>
              </p:nvPr>
            </p:nvSpPr>
            <p:spPr bwMode="auto">
              <a:xfrm>
                <a:off x="2222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22" name="Rectangle 483"/>
              <p:cNvSpPr>
                <a:spLocks noChangeArrowheads="1"/>
              </p:cNvSpPr>
              <p:nvPr>
                <p:custDataLst>
                  <p:tags r:id="rId300"/>
                </p:custDataLst>
              </p:nvPr>
            </p:nvSpPr>
            <p:spPr bwMode="auto">
              <a:xfrm>
                <a:off x="2222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23" name="Rectangle 484"/>
              <p:cNvSpPr>
                <a:spLocks noChangeArrowheads="1"/>
              </p:cNvSpPr>
              <p:nvPr>
                <p:custDataLst>
                  <p:tags r:id="rId301"/>
                </p:custDataLst>
              </p:nvPr>
            </p:nvSpPr>
            <p:spPr bwMode="auto">
              <a:xfrm>
                <a:off x="2222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24" name="Freeform 485"/>
              <p:cNvSpPr>
                <a:spLocks/>
              </p:cNvSpPr>
              <p:nvPr>
                <p:custDataLst>
                  <p:tags r:id="rId302"/>
                </p:custDataLst>
              </p:nvPr>
            </p:nvSpPr>
            <p:spPr bwMode="auto">
              <a:xfrm>
                <a:off x="2030" y="3062"/>
                <a:ext cx="192" cy="112"/>
              </a:xfrm>
              <a:custGeom>
                <a:avLst/>
                <a:gdLst>
                  <a:gd name="T0" fmla="*/ 0 w 192"/>
                  <a:gd name="T1" fmla="*/ 112 h 112"/>
                  <a:gd name="T2" fmla="*/ 32 w 192"/>
                  <a:gd name="T3" fmla="*/ 40 h 112"/>
                  <a:gd name="T4" fmla="*/ 96 w 192"/>
                  <a:gd name="T5" fmla="*/ 0 h 112"/>
                  <a:gd name="T6" fmla="*/ 136 w 192"/>
                  <a:gd name="T7" fmla="*/ 24 h 112"/>
                  <a:gd name="T8" fmla="*/ 160 w 192"/>
                  <a:gd name="T9" fmla="*/ 48 h 112"/>
                  <a:gd name="T10" fmla="*/ 192 w 192"/>
                  <a:gd name="T11" fmla="*/ 112 h 112"/>
                  <a:gd name="T12" fmla="*/ 0 w 192"/>
                  <a:gd name="T13" fmla="*/ 112 h 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12"/>
                  <a:gd name="T23" fmla="*/ 192 w 192"/>
                  <a:gd name="T24" fmla="*/ 112 h 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12">
                    <a:moveTo>
                      <a:pt x="0" y="112"/>
                    </a:moveTo>
                    <a:lnTo>
                      <a:pt x="32" y="40"/>
                    </a:lnTo>
                    <a:lnTo>
                      <a:pt x="96" y="0"/>
                    </a:lnTo>
                    <a:lnTo>
                      <a:pt x="136" y="24"/>
                    </a:lnTo>
                    <a:lnTo>
                      <a:pt x="160" y="48"/>
                    </a:lnTo>
                    <a:lnTo>
                      <a:pt x="192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20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5" name="Freeform 486"/>
              <p:cNvSpPr>
                <a:spLocks/>
              </p:cNvSpPr>
              <p:nvPr>
                <p:custDataLst>
                  <p:tags r:id="rId303"/>
                </p:custDataLst>
              </p:nvPr>
            </p:nvSpPr>
            <p:spPr bwMode="auto">
              <a:xfrm>
                <a:off x="2030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6" name="Freeform 487"/>
              <p:cNvSpPr>
                <a:spLocks/>
              </p:cNvSpPr>
              <p:nvPr>
                <p:custDataLst>
                  <p:tags r:id="rId304"/>
                </p:custDataLst>
              </p:nvPr>
            </p:nvSpPr>
            <p:spPr bwMode="auto">
              <a:xfrm>
                <a:off x="2030" y="3062"/>
                <a:ext cx="144" cy="112"/>
              </a:xfrm>
              <a:custGeom>
                <a:avLst/>
                <a:gdLst>
                  <a:gd name="T0" fmla="*/ 0 w 144"/>
                  <a:gd name="T1" fmla="*/ 112 h 112"/>
                  <a:gd name="T2" fmla="*/ 32 w 144"/>
                  <a:gd name="T3" fmla="*/ 40 h 112"/>
                  <a:gd name="T4" fmla="*/ 32 w 144"/>
                  <a:gd name="T5" fmla="*/ 40 h 112"/>
                  <a:gd name="T6" fmla="*/ 32 w 144"/>
                  <a:gd name="T7" fmla="*/ 40 h 112"/>
                  <a:gd name="T8" fmla="*/ 96 w 144"/>
                  <a:gd name="T9" fmla="*/ 0 h 112"/>
                  <a:gd name="T10" fmla="*/ 104 w 144"/>
                  <a:gd name="T11" fmla="*/ 0 h 112"/>
                  <a:gd name="T12" fmla="*/ 104 w 144"/>
                  <a:gd name="T13" fmla="*/ 0 h 112"/>
                  <a:gd name="T14" fmla="*/ 144 w 144"/>
                  <a:gd name="T15" fmla="*/ 24 h 112"/>
                  <a:gd name="T16" fmla="*/ 144 w 144"/>
                  <a:gd name="T17" fmla="*/ 24 h 112"/>
                  <a:gd name="T18" fmla="*/ 136 w 144"/>
                  <a:gd name="T19" fmla="*/ 32 h 112"/>
                  <a:gd name="T20" fmla="*/ 136 w 144"/>
                  <a:gd name="T21" fmla="*/ 32 h 112"/>
                  <a:gd name="T22" fmla="*/ 96 w 144"/>
                  <a:gd name="T23" fmla="*/ 8 h 112"/>
                  <a:gd name="T24" fmla="*/ 96 w 144"/>
                  <a:gd name="T25" fmla="*/ 8 h 112"/>
                  <a:gd name="T26" fmla="*/ 104 w 144"/>
                  <a:gd name="T27" fmla="*/ 8 h 112"/>
                  <a:gd name="T28" fmla="*/ 40 w 144"/>
                  <a:gd name="T29" fmla="*/ 48 h 112"/>
                  <a:gd name="T30" fmla="*/ 40 w 144"/>
                  <a:gd name="T31" fmla="*/ 48 h 112"/>
                  <a:gd name="T32" fmla="*/ 40 w 144"/>
                  <a:gd name="T33" fmla="*/ 40 h 112"/>
                  <a:gd name="T34" fmla="*/ 8 w 144"/>
                  <a:gd name="T35" fmla="*/ 112 h 112"/>
                  <a:gd name="T36" fmla="*/ 0 w 144"/>
                  <a:gd name="T37" fmla="*/ 112 h 1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4"/>
                  <a:gd name="T58" fmla="*/ 0 h 112"/>
                  <a:gd name="T59" fmla="*/ 144 w 144"/>
                  <a:gd name="T60" fmla="*/ 112 h 1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4" h="112">
                    <a:moveTo>
                      <a:pt x="0" y="112"/>
                    </a:moveTo>
                    <a:lnTo>
                      <a:pt x="32" y="40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44" y="24"/>
                    </a:lnTo>
                    <a:lnTo>
                      <a:pt x="136" y="32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40" y="48"/>
                    </a:lnTo>
                    <a:lnTo>
                      <a:pt x="40" y="40"/>
                    </a:lnTo>
                    <a:lnTo>
                      <a:pt x="8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7" name="Freeform 488"/>
              <p:cNvSpPr>
                <a:spLocks/>
              </p:cNvSpPr>
              <p:nvPr>
                <p:custDataLst>
                  <p:tags r:id="rId305"/>
                </p:custDataLst>
              </p:nvPr>
            </p:nvSpPr>
            <p:spPr bwMode="auto">
              <a:xfrm>
                <a:off x="2166" y="308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32 w 32"/>
                  <a:gd name="T3" fmla="*/ 24 h 32"/>
                  <a:gd name="T4" fmla="*/ 32 w 32"/>
                  <a:gd name="T5" fmla="*/ 24 h 32"/>
                  <a:gd name="T6" fmla="*/ 24 w 32"/>
                  <a:gd name="T7" fmla="*/ 24 h 32"/>
                  <a:gd name="T8" fmla="*/ 24 w 32"/>
                  <a:gd name="T9" fmla="*/ 32 h 32"/>
                  <a:gd name="T10" fmla="*/ 0 w 32"/>
                  <a:gd name="T11" fmla="*/ 8 h 32"/>
                  <a:gd name="T12" fmla="*/ 8 w 32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32"/>
                  <a:gd name="T23" fmla="*/ 32 w 32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32">
                    <a:moveTo>
                      <a:pt x="8" y="0"/>
                    </a:moveTo>
                    <a:lnTo>
                      <a:pt x="32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8" name="Freeform 489"/>
              <p:cNvSpPr>
                <a:spLocks/>
              </p:cNvSpPr>
              <p:nvPr>
                <p:custDataLst>
                  <p:tags r:id="rId306"/>
                </p:custDataLst>
              </p:nvPr>
            </p:nvSpPr>
            <p:spPr bwMode="auto">
              <a:xfrm>
                <a:off x="2222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9" name="Freeform 490"/>
              <p:cNvSpPr>
                <a:spLocks/>
              </p:cNvSpPr>
              <p:nvPr>
                <p:custDataLst>
                  <p:tags r:id="rId307"/>
                </p:custDataLst>
              </p:nvPr>
            </p:nvSpPr>
            <p:spPr bwMode="auto">
              <a:xfrm>
                <a:off x="2190" y="3110"/>
                <a:ext cx="40" cy="64"/>
              </a:xfrm>
              <a:custGeom>
                <a:avLst/>
                <a:gdLst>
                  <a:gd name="T0" fmla="*/ 8 w 40"/>
                  <a:gd name="T1" fmla="*/ 0 h 64"/>
                  <a:gd name="T2" fmla="*/ 0 w 40"/>
                  <a:gd name="T3" fmla="*/ 0 h 64"/>
                  <a:gd name="T4" fmla="*/ 32 w 40"/>
                  <a:gd name="T5" fmla="*/ 64 h 64"/>
                  <a:gd name="T6" fmla="*/ 40 w 40"/>
                  <a:gd name="T7" fmla="*/ 64 h 64"/>
                  <a:gd name="T8" fmla="*/ 8 w 40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64"/>
                  <a:gd name="T17" fmla="*/ 40 w 40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64">
                    <a:moveTo>
                      <a:pt x="8" y="0"/>
                    </a:moveTo>
                    <a:lnTo>
                      <a:pt x="0" y="0"/>
                    </a:lnTo>
                    <a:lnTo>
                      <a:pt x="32" y="64"/>
                    </a:lnTo>
                    <a:lnTo>
                      <a:pt x="40" y="6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0" name="Freeform 491"/>
              <p:cNvSpPr>
                <a:spLocks/>
              </p:cNvSpPr>
              <p:nvPr>
                <p:custDataLst>
                  <p:tags r:id="rId308"/>
                </p:custDataLst>
              </p:nvPr>
            </p:nvSpPr>
            <p:spPr bwMode="auto">
              <a:xfrm>
                <a:off x="2030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1" name="Freeform 492"/>
              <p:cNvSpPr>
                <a:spLocks/>
              </p:cNvSpPr>
              <p:nvPr>
                <p:custDataLst>
                  <p:tags r:id="rId309"/>
                </p:custDataLst>
              </p:nvPr>
            </p:nvSpPr>
            <p:spPr bwMode="auto">
              <a:xfrm>
                <a:off x="2030" y="3382"/>
                <a:ext cx="96" cy="40"/>
              </a:xfrm>
              <a:custGeom>
                <a:avLst/>
                <a:gdLst>
                  <a:gd name="T0" fmla="*/ 0 w 96"/>
                  <a:gd name="T1" fmla="*/ 32 h 40"/>
                  <a:gd name="T2" fmla="*/ 24 w 96"/>
                  <a:gd name="T3" fmla="*/ 8 h 40"/>
                  <a:gd name="T4" fmla="*/ 24 w 96"/>
                  <a:gd name="T5" fmla="*/ 8 h 40"/>
                  <a:gd name="T6" fmla="*/ 24 w 96"/>
                  <a:gd name="T7" fmla="*/ 8 h 40"/>
                  <a:gd name="T8" fmla="*/ 96 w 96"/>
                  <a:gd name="T9" fmla="*/ 0 h 40"/>
                  <a:gd name="T10" fmla="*/ 96 w 96"/>
                  <a:gd name="T11" fmla="*/ 0 h 40"/>
                  <a:gd name="T12" fmla="*/ 96 w 96"/>
                  <a:gd name="T13" fmla="*/ 8 h 40"/>
                  <a:gd name="T14" fmla="*/ 96 w 96"/>
                  <a:gd name="T15" fmla="*/ 8 h 40"/>
                  <a:gd name="T16" fmla="*/ 24 w 96"/>
                  <a:gd name="T17" fmla="*/ 16 h 40"/>
                  <a:gd name="T18" fmla="*/ 24 w 96"/>
                  <a:gd name="T19" fmla="*/ 16 h 40"/>
                  <a:gd name="T20" fmla="*/ 32 w 96"/>
                  <a:gd name="T21" fmla="*/ 16 h 40"/>
                  <a:gd name="T22" fmla="*/ 8 w 96"/>
                  <a:gd name="T23" fmla="*/ 40 h 40"/>
                  <a:gd name="T24" fmla="*/ 0 w 96"/>
                  <a:gd name="T25" fmla="*/ 32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0"/>
                  <a:gd name="T41" fmla="*/ 96 w 96"/>
                  <a:gd name="T42" fmla="*/ 40 h 4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0">
                    <a:moveTo>
                      <a:pt x="0" y="32"/>
                    </a:moveTo>
                    <a:lnTo>
                      <a:pt x="24" y="8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8" y="40"/>
                    </a:lnTo>
                    <a:lnTo>
                      <a:pt x="0" y="3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" name="Freeform 493"/>
              <p:cNvSpPr>
                <a:spLocks/>
              </p:cNvSpPr>
              <p:nvPr>
                <p:custDataLst>
                  <p:tags r:id="rId310"/>
                </p:custDataLst>
              </p:nvPr>
            </p:nvSpPr>
            <p:spPr bwMode="auto">
              <a:xfrm>
                <a:off x="2126" y="3382"/>
                <a:ext cx="72" cy="16"/>
              </a:xfrm>
              <a:custGeom>
                <a:avLst/>
                <a:gdLst>
                  <a:gd name="T0" fmla="*/ 0 w 72"/>
                  <a:gd name="T1" fmla="*/ 0 h 16"/>
                  <a:gd name="T2" fmla="*/ 64 w 72"/>
                  <a:gd name="T3" fmla="*/ 8 h 16"/>
                  <a:gd name="T4" fmla="*/ 72 w 72"/>
                  <a:gd name="T5" fmla="*/ 8 h 16"/>
                  <a:gd name="T6" fmla="*/ 64 w 72"/>
                  <a:gd name="T7" fmla="*/ 16 h 16"/>
                  <a:gd name="T8" fmla="*/ 64 w 72"/>
                  <a:gd name="T9" fmla="*/ 16 h 16"/>
                  <a:gd name="T10" fmla="*/ 0 w 72"/>
                  <a:gd name="T11" fmla="*/ 8 h 16"/>
                  <a:gd name="T12" fmla="*/ 0 w 72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16"/>
                  <a:gd name="T23" fmla="*/ 72 w 72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16">
                    <a:moveTo>
                      <a:pt x="0" y="0"/>
                    </a:moveTo>
                    <a:lnTo>
                      <a:pt x="64" y="8"/>
                    </a:lnTo>
                    <a:lnTo>
                      <a:pt x="72" y="8"/>
                    </a:lnTo>
                    <a:lnTo>
                      <a:pt x="6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3" name="Freeform 494"/>
              <p:cNvSpPr>
                <a:spLocks/>
              </p:cNvSpPr>
              <p:nvPr>
                <p:custDataLst>
                  <p:tags r:id="rId311"/>
                </p:custDataLst>
              </p:nvPr>
            </p:nvSpPr>
            <p:spPr bwMode="auto">
              <a:xfrm>
                <a:off x="2222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" name="Freeform 495"/>
              <p:cNvSpPr>
                <a:spLocks/>
              </p:cNvSpPr>
              <p:nvPr>
                <p:custDataLst>
                  <p:tags r:id="rId312"/>
                </p:custDataLst>
              </p:nvPr>
            </p:nvSpPr>
            <p:spPr bwMode="auto">
              <a:xfrm>
                <a:off x="2190" y="3390"/>
                <a:ext cx="40" cy="32"/>
              </a:xfrm>
              <a:custGeom>
                <a:avLst/>
                <a:gdLst>
                  <a:gd name="T0" fmla="*/ 8 w 40"/>
                  <a:gd name="T1" fmla="*/ 0 h 32"/>
                  <a:gd name="T2" fmla="*/ 0 w 40"/>
                  <a:gd name="T3" fmla="*/ 8 h 32"/>
                  <a:gd name="T4" fmla="*/ 32 w 40"/>
                  <a:gd name="T5" fmla="*/ 32 h 32"/>
                  <a:gd name="T6" fmla="*/ 40 w 40"/>
                  <a:gd name="T7" fmla="*/ 24 h 32"/>
                  <a:gd name="T8" fmla="*/ 8 w 40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32"/>
                  <a:gd name="T17" fmla="*/ 40 w 40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32">
                    <a:moveTo>
                      <a:pt x="8" y="0"/>
                    </a:moveTo>
                    <a:lnTo>
                      <a:pt x="0" y="8"/>
                    </a:lnTo>
                    <a:lnTo>
                      <a:pt x="32" y="32"/>
                    </a:lnTo>
                    <a:lnTo>
                      <a:pt x="40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5" name="Rectangle 496"/>
              <p:cNvSpPr>
                <a:spLocks noChangeArrowheads="1"/>
              </p:cNvSpPr>
              <p:nvPr>
                <p:custDataLst>
                  <p:tags r:id="rId313"/>
                </p:custDataLst>
              </p:nvPr>
            </p:nvSpPr>
            <p:spPr bwMode="auto">
              <a:xfrm>
                <a:off x="2078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6" name="Rectangle 498"/>
              <p:cNvSpPr>
                <a:spLocks noChangeArrowheads="1"/>
              </p:cNvSpPr>
              <p:nvPr>
                <p:custDataLst>
                  <p:tags r:id="rId314"/>
                </p:custDataLst>
              </p:nvPr>
            </p:nvSpPr>
            <p:spPr bwMode="auto">
              <a:xfrm>
                <a:off x="2078" y="3470"/>
                <a:ext cx="8" cy="40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7" name="Rectangle 499"/>
              <p:cNvSpPr>
                <a:spLocks noChangeArrowheads="1"/>
              </p:cNvSpPr>
              <p:nvPr>
                <p:custDataLst>
                  <p:tags r:id="rId315"/>
                </p:custDataLst>
              </p:nvPr>
            </p:nvSpPr>
            <p:spPr bwMode="auto">
              <a:xfrm>
                <a:off x="2166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8" name="Rectangle 500"/>
              <p:cNvSpPr>
                <a:spLocks noChangeArrowheads="1"/>
              </p:cNvSpPr>
              <p:nvPr>
                <p:custDataLst>
                  <p:tags r:id="rId316"/>
                </p:custDataLst>
              </p:nvPr>
            </p:nvSpPr>
            <p:spPr bwMode="auto">
              <a:xfrm>
                <a:off x="2166" y="367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9" name="Rectangle 501"/>
              <p:cNvSpPr>
                <a:spLocks noChangeArrowheads="1"/>
              </p:cNvSpPr>
              <p:nvPr>
                <p:custDataLst>
                  <p:tags r:id="rId317"/>
                </p:custDataLst>
              </p:nvPr>
            </p:nvSpPr>
            <p:spPr bwMode="auto">
              <a:xfrm>
                <a:off x="2166" y="3470"/>
                <a:ext cx="8" cy="20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0" name="Freeform 502"/>
              <p:cNvSpPr>
                <a:spLocks/>
              </p:cNvSpPr>
              <p:nvPr>
                <p:custDataLst>
                  <p:tags r:id="rId318"/>
                </p:custDataLst>
              </p:nvPr>
            </p:nvSpPr>
            <p:spPr bwMode="auto">
              <a:xfrm>
                <a:off x="2110" y="3574"/>
                <a:ext cx="96" cy="120"/>
              </a:xfrm>
              <a:custGeom>
                <a:avLst/>
                <a:gdLst>
                  <a:gd name="T0" fmla="*/ 96 w 96"/>
                  <a:gd name="T1" fmla="*/ 56 h 120"/>
                  <a:gd name="T2" fmla="*/ 80 w 96"/>
                  <a:gd name="T3" fmla="*/ 16 h 120"/>
                  <a:gd name="T4" fmla="*/ 48 w 96"/>
                  <a:gd name="T5" fmla="*/ 0 h 120"/>
                  <a:gd name="T6" fmla="*/ 16 w 96"/>
                  <a:gd name="T7" fmla="*/ 16 h 120"/>
                  <a:gd name="T8" fmla="*/ 0 w 96"/>
                  <a:gd name="T9" fmla="*/ 56 h 120"/>
                  <a:gd name="T10" fmla="*/ 16 w 96"/>
                  <a:gd name="T11" fmla="*/ 96 h 120"/>
                  <a:gd name="T12" fmla="*/ 48 w 96"/>
                  <a:gd name="T13" fmla="*/ 120 h 120"/>
                  <a:gd name="T14" fmla="*/ 80 w 96"/>
                  <a:gd name="T15" fmla="*/ 96 h 120"/>
                  <a:gd name="T16" fmla="*/ 96 w 96"/>
                  <a:gd name="T17" fmla="*/ 56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6"/>
                  <a:gd name="T28" fmla="*/ 0 h 120"/>
                  <a:gd name="T29" fmla="*/ 96 w 96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6" h="120">
                    <a:moveTo>
                      <a:pt x="96" y="56"/>
                    </a:moveTo>
                    <a:lnTo>
                      <a:pt x="80" y="16"/>
                    </a:lnTo>
                    <a:lnTo>
                      <a:pt x="48" y="0"/>
                    </a:lnTo>
                    <a:lnTo>
                      <a:pt x="16" y="16"/>
                    </a:lnTo>
                    <a:lnTo>
                      <a:pt x="0" y="56"/>
                    </a:lnTo>
                    <a:lnTo>
                      <a:pt x="16" y="96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1" name="Freeform 503"/>
              <p:cNvSpPr>
                <a:spLocks/>
              </p:cNvSpPr>
              <p:nvPr>
                <p:custDataLst>
                  <p:tags r:id="rId319"/>
                </p:custDataLst>
              </p:nvPr>
            </p:nvSpPr>
            <p:spPr bwMode="auto">
              <a:xfrm>
                <a:off x="2110" y="3574"/>
                <a:ext cx="104" cy="128"/>
              </a:xfrm>
              <a:custGeom>
                <a:avLst/>
                <a:gdLst>
                  <a:gd name="T0" fmla="*/ 96 w 104"/>
                  <a:gd name="T1" fmla="*/ 56 h 128"/>
                  <a:gd name="T2" fmla="*/ 80 w 104"/>
                  <a:gd name="T3" fmla="*/ 16 h 128"/>
                  <a:gd name="T4" fmla="*/ 80 w 104"/>
                  <a:gd name="T5" fmla="*/ 24 h 128"/>
                  <a:gd name="T6" fmla="*/ 80 w 104"/>
                  <a:gd name="T7" fmla="*/ 24 h 128"/>
                  <a:gd name="T8" fmla="*/ 48 w 104"/>
                  <a:gd name="T9" fmla="*/ 8 h 128"/>
                  <a:gd name="T10" fmla="*/ 48 w 104"/>
                  <a:gd name="T11" fmla="*/ 8 h 128"/>
                  <a:gd name="T12" fmla="*/ 48 w 104"/>
                  <a:gd name="T13" fmla="*/ 8 h 128"/>
                  <a:gd name="T14" fmla="*/ 16 w 104"/>
                  <a:gd name="T15" fmla="*/ 24 h 128"/>
                  <a:gd name="T16" fmla="*/ 24 w 104"/>
                  <a:gd name="T17" fmla="*/ 16 h 128"/>
                  <a:gd name="T18" fmla="*/ 24 w 104"/>
                  <a:gd name="T19" fmla="*/ 16 h 128"/>
                  <a:gd name="T20" fmla="*/ 8 w 104"/>
                  <a:gd name="T21" fmla="*/ 56 h 128"/>
                  <a:gd name="T22" fmla="*/ 8 w 104"/>
                  <a:gd name="T23" fmla="*/ 56 h 128"/>
                  <a:gd name="T24" fmla="*/ 8 w 104"/>
                  <a:gd name="T25" fmla="*/ 56 h 128"/>
                  <a:gd name="T26" fmla="*/ 24 w 104"/>
                  <a:gd name="T27" fmla="*/ 96 h 128"/>
                  <a:gd name="T28" fmla="*/ 24 w 104"/>
                  <a:gd name="T29" fmla="*/ 96 h 128"/>
                  <a:gd name="T30" fmla="*/ 24 w 104"/>
                  <a:gd name="T31" fmla="*/ 96 h 128"/>
                  <a:gd name="T32" fmla="*/ 56 w 104"/>
                  <a:gd name="T33" fmla="*/ 120 h 128"/>
                  <a:gd name="T34" fmla="*/ 48 w 104"/>
                  <a:gd name="T35" fmla="*/ 120 h 128"/>
                  <a:gd name="T36" fmla="*/ 48 w 104"/>
                  <a:gd name="T37" fmla="*/ 120 h 128"/>
                  <a:gd name="T38" fmla="*/ 80 w 104"/>
                  <a:gd name="T39" fmla="*/ 96 h 128"/>
                  <a:gd name="T40" fmla="*/ 80 w 104"/>
                  <a:gd name="T41" fmla="*/ 96 h 128"/>
                  <a:gd name="T42" fmla="*/ 80 w 104"/>
                  <a:gd name="T43" fmla="*/ 96 h 128"/>
                  <a:gd name="T44" fmla="*/ 96 w 104"/>
                  <a:gd name="T45" fmla="*/ 56 h 128"/>
                  <a:gd name="T46" fmla="*/ 96 w 104"/>
                  <a:gd name="T47" fmla="*/ 56 h 128"/>
                  <a:gd name="T48" fmla="*/ 104 w 104"/>
                  <a:gd name="T49" fmla="*/ 56 h 128"/>
                  <a:gd name="T50" fmla="*/ 104 w 104"/>
                  <a:gd name="T51" fmla="*/ 56 h 128"/>
                  <a:gd name="T52" fmla="*/ 88 w 104"/>
                  <a:gd name="T53" fmla="*/ 96 h 128"/>
                  <a:gd name="T54" fmla="*/ 88 w 104"/>
                  <a:gd name="T55" fmla="*/ 96 h 128"/>
                  <a:gd name="T56" fmla="*/ 88 w 104"/>
                  <a:gd name="T57" fmla="*/ 104 h 128"/>
                  <a:gd name="T58" fmla="*/ 56 w 104"/>
                  <a:gd name="T59" fmla="*/ 128 h 128"/>
                  <a:gd name="T60" fmla="*/ 56 w 104"/>
                  <a:gd name="T61" fmla="*/ 128 h 128"/>
                  <a:gd name="T62" fmla="*/ 48 w 104"/>
                  <a:gd name="T63" fmla="*/ 128 h 128"/>
                  <a:gd name="T64" fmla="*/ 16 w 104"/>
                  <a:gd name="T65" fmla="*/ 104 h 128"/>
                  <a:gd name="T66" fmla="*/ 16 w 104"/>
                  <a:gd name="T67" fmla="*/ 104 h 128"/>
                  <a:gd name="T68" fmla="*/ 16 w 104"/>
                  <a:gd name="T69" fmla="*/ 96 h 128"/>
                  <a:gd name="T70" fmla="*/ 0 w 104"/>
                  <a:gd name="T71" fmla="*/ 56 h 128"/>
                  <a:gd name="T72" fmla="*/ 0 w 104"/>
                  <a:gd name="T73" fmla="*/ 56 h 128"/>
                  <a:gd name="T74" fmla="*/ 0 w 104"/>
                  <a:gd name="T75" fmla="*/ 56 h 128"/>
                  <a:gd name="T76" fmla="*/ 16 w 104"/>
                  <a:gd name="T77" fmla="*/ 16 h 128"/>
                  <a:gd name="T78" fmla="*/ 16 w 104"/>
                  <a:gd name="T79" fmla="*/ 16 h 128"/>
                  <a:gd name="T80" fmla="*/ 16 w 104"/>
                  <a:gd name="T81" fmla="*/ 16 h 128"/>
                  <a:gd name="T82" fmla="*/ 48 w 104"/>
                  <a:gd name="T83" fmla="*/ 0 h 128"/>
                  <a:gd name="T84" fmla="*/ 48 w 104"/>
                  <a:gd name="T85" fmla="*/ 0 h 128"/>
                  <a:gd name="T86" fmla="*/ 48 w 104"/>
                  <a:gd name="T87" fmla="*/ 0 h 128"/>
                  <a:gd name="T88" fmla="*/ 80 w 104"/>
                  <a:gd name="T89" fmla="*/ 16 h 128"/>
                  <a:gd name="T90" fmla="*/ 80 w 104"/>
                  <a:gd name="T91" fmla="*/ 16 h 128"/>
                  <a:gd name="T92" fmla="*/ 88 w 104"/>
                  <a:gd name="T93" fmla="*/ 16 h 128"/>
                  <a:gd name="T94" fmla="*/ 104 w 104"/>
                  <a:gd name="T95" fmla="*/ 56 h 128"/>
                  <a:gd name="T96" fmla="*/ 96 w 104"/>
                  <a:gd name="T97" fmla="*/ 56 h 1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04"/>
                  <a:gd name="T148" fmla="*/ 0 h 128"/>
                  <a:gd name="T149" fmla="*/ 104 w 104"/>
                  <a:gd name="T150" fmla="*/ 128 h 12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04" h="128">
                    <a:moveTo>
                      <a:pt x="96" y="56"/>
                    </a:moveTo>
                    <a:lnTo>
                      <a:pt x="80" y="16"/>
                    </a:lnTo>
                    <a:lnTo>
                      <a:pt x="80" y="24"/>
                    </a:lnTo>
                    <a:lnTo>
                      <a:pt x="48" y="8"/>
                    </a:lnTo>
                    <a:lnTo>
                      <a:pt x="16" y="24"/>
                    </a:lnTo>
                    <a:lnTo>
                      <a:pt x="24" y="16"/>
                    </a:lnTo>
                    <a:lnTo>
                      <a:pt x="8" y="56"/>
                    </a:lnTo>
                    <a:lnTo>
                      <a:pt x="24" y="96"/>
                    </a:lnTo>
                    <a:lnTo>
                      <a:pt x="56" y="120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lnTo>
                      <a:pt x="104" y="56"/>
                    </a:lnTo>
                    <a:lnTo>
                      <a:pt x="88" y="96"/>
                    </a:lnTo>
                    <a:lnTo>
                      <a:pt x="88" y="104"/>
                    </a:lnTo>
                    <a:lnTo>
                      <a:pt x="56" y="128"/>
                    </a:lnTo>
                    <a:lnTo>
                      <a:pt x="48" y="128"/>
                    </a:lnTo>
                    <a:lnTo>
                      <a:pt x="16" y="104"/>
                    </a:lnTo>
                    <a:lnTo>
                      <a:pt x="16" y="96"/>
                    </a:lnTo>
                    <a:lnTo>
                      <a:pt x="0" y="56"/>
                    </a:lnTo>
                    <a:lnTo>
                      <a:pt x="16" y="16"/>
                    </a:lnTo>
                    <a:lnTo>
                      <a:pt x="48" y="0"/>
                    </a:lnTo>
                    <a:lnTo>
                      <a:pt x="80" y="16"/>
                    </a:lnTo>
                    <a:lnTo>
                      <a:pt x="88" y="16"/>
                    </a:lnTo>
                    <a:lnTo>
                      <a:pt x="104" y="5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2" name="Freeform 504"/>
              <p:cNvSpPr>
                <a:spLocks/>
              </p:cNvSpPr>
              <p:nvPr>
                <p:custDataLst>
                  <p:tags r:id="rId320"/>
                </p:custDataLst>
              </p:nvPr>
            </p:nvSpPr>
            <p:spPr bwMode="auto">
              <a:xfrm>
                <a:off x="2206" y="3630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0 h 1"/>
                  <a:gd name="T4" fmla="*/ 0 w 8"/>
                  <a:gd name="T5" fmla="*/ 0 h 1"/>
                  <a:gd name="T6" fmla="*/ 8 w 8"/>
                  <a:gd name="T7" fmla="*/ 0 h 1"/>
                  <a:gd name="T8" fmla="*/ 8 w 8"/>
                  <a:gd name="T9" fmla="*/ 0 h 1"/>
                  <a:gd name="T10" fmla="*/ 8 w 8"/>
                  <a:gd name="T11" fmla="*/ 0 h 1"/>
                  <a:gd name="T12" fmla="*/ 0 w 8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"/>
                  <a:gd name="T22" fmla="*/ 0 h 1"/>
                  <a:gd name="T23" fmla="*/ 8 w 8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" h="1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3" name="Rectangle 506"/>
              <p:cNvSpPr>
                <a:spLocks noChangeArrowheads="1"/>
              </p:cNvSpPr>
              <p:nvPr>
                <p:custDataLst>
                  <p:tags r:id="rId321"/>
                </p:custDataLst>
              </p:nvPr>
            </p:nvSpPr>
            <p:spPr bwMode="auto">
              <a:xfrm>
                <a:off x="1862" y="1992"/>
                <a:ext cx="31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Full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4" name="Rectangle 507"/>
              <p:cNvSpPr>
                <a:spLocks noChangeArrowheads="1"/>
              </p:cNvSpPr>
              <p:nvPr>
                <p:custDataLst>
                  <p:tags r:id="rId322"/>
                </p:custDataLst>
              </p:nvPr>
            </p:nvSpPr>
            <p:spPr bwMode="auto">
              <a:xfrm>
                <a:off x="1862" y="2183"/>
                <a:ext cx="342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Add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5" name="Rectangle 508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1862" y="2375"/>
                <a:ext cx="17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er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6" name="Rectangle 509"/>
              <p:cNvSpPr>
                <a:spLocks noChangeArrowheads="1"/>
              </p:cNvSpPr>
              <p:nvPr>
                <p:custDataLst>
                  <p:tags r:id="rId324"/>
                </p:custDataLst>
              </p:nvPr>
            </p:nvSpPr>
            <p:spPr bwMode="auto">
              <a:xfrm>
                <a:off x="1854" y="3861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7" name="Rectangle 510"/>
              <p:cNvSpPr>
                <a:spLocks noChangeArrowheads="1"/>
              </p:cNvSpPr>
              <p:nvPr>
                <p:custDataLst>
                  <p:tags r:id="rId325"/>
                </p:custDataLst>
              </p:nvPr>
            </p:nvSpPr>
            <p:spPr bwMode="auto">
              <a:xfrm>
                <a:off x="1966" y="3933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2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8" name="Rectangle 511"/>
              <p:cNvSpPr>
                <a:spLocks noChangeArrowheads="1"/>
              </p:cNvSpPr>
              <p:nvPr>
                <p:custDataLst>
                  <p:tags r:id="rId326"/>
                </p:custDataLst>
              </p:nvPr>
            </p:nvSpPr>
            <p:spPr bwMode="auto">
              <a:xfrm>
                <a:off x="2110" y="3749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49" name="Rectangle 512"/>
              <p:cNvSpPr>
                <a:spLocks noChangeArrowheads="1"/>
              </p:cNvSpPr>
              <p:nvPr>
                <p:custDataLst>
                  <p:tags r:id="rId327"/>
                </p:custDataLst>
              </p:nvPr>
            </p:nvSpPr>
            <p:spPr bwMode="auto">
              <a:xfrm>
                <a:off x="2214" y="3821"/>
                <a:ext cx="8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2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0" name="Rectangle 513"/>
              <p:cNvSpPr>
                <a:spLocks noChangeArrowheads="1"/>
              </p:cNvSpPr>
              <p:nvPr>
                <p:custDataLst>
                  <p:tags r:id="rId328"/>
                </p:custDataLst>
              </p:nvPr>
            </p:nvSpPr>
            <p:spPr bwMode="auto">
              <a:xfrm>
                <a:off x="4431" y="1944"/>
                <a:ext cx="384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1" name="Rectangle 514"/>
              <p:cNvSpPr>
                <a:spLocks noChangeArrowheads="1"/>
              </p:cNvSpPr>
              <p:nvPr>
                <p:custDataLst>
                  <p:tags r:id="rId329"/>
                </p:custDataLst>
              </p:nvPr>
            </p:nvSpPr>
            <p:spPr bwMode="auto">
              <a:xfrm>
                <a:off x="4807" y="1944"/>
                <a:ext cx="8" cy="75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2" name="Rectangle 515"/>
              <p:cNvSpPr>
                <a:spLocks noChangeArrowheads="1"/>
              </p:cNvSpPr>
              <p:nvPr>
                <p:custDataLst>
                  <p:tags r:id="rId330"/>
                </p:custDataLst>
              </p:nvPr>
            </p:nvSpPr>
            <p:spPr bwMode="auto">
              <a:xfrm>
                <a:off x="4431" y="2687"/>
                <a:ext cx="376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3" name="Rectangle 516"/>
              <p:cNvSpPr>
                <a:spLocks noChangeArrowheads="1"/>
              </p:cNvSpPr>
              <p:nvPr>
                <p:custDataLst>
                  <p:tags r:id="rId331"/>
                </p:custDataLst>
              </p:nvPr>
            </p:nvSpPr>
            <p:spPr bwMode="auto">
              <a:xfrm>
                <a:off x="4431" y="1944"/>
                <a:ext cx="8" cy="743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4" name="Rectangle 517"/>
              <p:cNvSpPr>
                <a:spLocks noChangeArrowheads="1"/>
              </p:cNvSpPr>
              <p:nvPr>
                <p:custDataLst>
                  <p:tags r:id="rId332"/>
                </p:custDataLst>
              </p:nvPr>
            </p:nvSpPr>
            <p:spPr bwMode="auto">
              <a:xfrm>
                <a:off x="4255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5" name="Rectangle 518"/>
              <p:cNvSpPr>
                <a:spLocks noChangeArrowheads="1"/>
              </p:cNvSpPr>
              <p:nvPr>
                <p:custDataLst>
                  <p:tags r:id="rId333"/>
                </p:custDataLst>
              </p:nvPr>
            </p:nvSpPr>
            <p:spPr bwMode="auto">
              <a:xfrm>
                <a:off x="4423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6" name="Rectangle 519"/>
              <p:cNvSpPr>
                <a:spLocks noChangeArrowheads="1"/>
              </p:cNvSpPr>
              <p:nvPr>
                <p:custDataLst>
                  <p:tags r:id="rId334"/>
                </p:custDataLst>
              </p:nvPr>
            </p:nvSpPr>
            <p:spPr bwMode="auto">
              <a:xfrm>
                <a:off x="4255" y="2295"/>
                <a:ext cx="168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7" name="Rectangle 520"/>
              <p:cNvSpPr>
                <a:spLocks noChangeArrowheads="1"/>
              </p:cNvSpPr>
              <p:nvPr>
                <p:custDataLst>
                  <p:tags r:id="rId335"/>
                </p:custDataLst>
              </p:nvPr>
            </p:nvSpPr>
            <p:spPr bwMode="auto">
              <a:xfrm>
                <a:off x="4807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8" name="Rectangle 521"/>
              <p:cNvSpPr>
                <a:spLocks noChangeArrowheads="1"/>
              </p:cNvSpPr>
              <p:nvPr>
                <p:custDataLst>
                  <p:tags r:id="rId336"/>
                </p:custDataLst>
              </p:nvPr>
            </p:nvSpPr>
            <p:spPr bwMode="auto">
              <a:xfrm>
                <a:off x="4976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59" name="Rectangle 522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4807" y="2295"/>
                <a:ext cx="169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0" name="Rectangle 524"/>
              <p:cNvSpPr>
                <a:spLocks noChangeArrowheads="1"/>
              </p:cNvSpPr>
              <p:nvPr>
                <p:custDataLst>
                  <p:tags r:id="rId338"/>
                </p:custDataLst>
              </p:nvPr>
            </p:nvSpPr>
            <p:spPr bwMode="auto">
              <a:xfrm>
                <a:off x="4503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1" name="Rectangle 525"/>
              <p:cNvSpPr>
                <a:spLocks noChangeArrowheads="1"/>
              </p:cNvSpPr>
              <p:nvPr>
                <p:custDataLst>
                  <p:tags r:id="rId339"/>
                </p:custDataLst>
              </p:nvPr>
            </p:nvSpPr>
            <p:spPr bwMode="auto">
              <a:xfrm>
                <a:off x="4503" y="2687"/>
                <a:ext cx="8" cy="119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2" name="Rectangle 526"/>
              <p:cNvSpPr>
                <a:spLocks noChangeArrowheads="1"/>
              </p:cNvSpPr>
              <p:nvPr>
                <p:custDataLst>
                  <p:tags r:id="rId340"/>
                </p:custDataLst>
              </p:nvPr>
            </p:nvSpPr>
            <p:spPr bwMode="auto">
              <a:xfrm>
                <a:off x="4711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3" name="Rectangle 527"/>
              <p:cNvSpPr>
                <a:spLocks noChangeArrowheads="1"/>
              </p:cNvSpPr>
              <p:nvPr>
                <p:custDataLst>
                  <p:tags r:id="rId341"/>
                </p:custDataLst>
              </p:nvPr>
            </p:nvSpPr>
            <p:spPr bwMode="auto">
              <a:xfrm>
                <a:off x="4711" y="2687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4" name="Rectangle 528"/>
              <p:cNvSpPr>
                <a:spLocks noChangeArrowheads="1"/>
              </p:cNvSpPr>
              <p:nvPr>
                <p:custDataLst>
                  <p:tags r:id="rId342"/>
                </p:custDataLst>
              </p:nvPr>
            </p:nvSpPr>
            <p:spPr bwMode="auto">
              <a:xfrm>
                <a:off x="4711" y="2687"/>
                <a:ext cx="8" cy="32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5" name="Rectangle 529"/>
              <p:cNvSpPr>
                <a:spLocks noChangeArrowheads="1"/>
              </p:cNvSpPr>
              <p:nvPr>
                <p:custDataLst>
                  <p:tags r:id="rId343"/>
                </p:custDataLst>
              </p:nvPr>
            </p:nvSpPr>
            <p:spPr bwMode="auto">
              <a:xfrm>
                <a:off x="4599" y="195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6" name="Rectangle 530"/>
              <p:cNvSpPr>
                <a:spLocks noChangeArrowheads="1"/>
              </p:cNvSpPr>
              <p:nvPr>
                <p:custDataLst>
                  <p:tags r:id="rId344"/>
                </p:custDataLst>
              </p:nvPr>
            </p:nvSpPr>
            <p:spPr bwMode="auto">
              <a:xfrm>
                <a:off x="4599" y="172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7" name="Rectangle 531"/>
              <p:cNvSpPr>
                <a:spLocks noChangeArrowheads="1"/>
              </p:cNvSpPr>
              <p:nvPr>
                <p:custDataLst>
                  <p:tags r:id="rId345"/>
                </p:custDataLst>
              </p:nvPr>
            </p:nvSpPr>
            <p:spPr bwMode="auto">
              <a:xfrm>
                <a:off x="4599" y="1728"/>
                <a:ext cx="8" cy="22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8" name="Rectangle 532"/>
              <p:cNvSpPr>
                <a:spLocks noChangeArrowheads="1"/>
              </p:cNvSpPr>
              <p:nvPr>
                <p:custDataLst>
                  <p:tags r:id="rId346"/>
                </p:custDataLst>
              </p:nvPr>
            </p:nvSpPr>
            <p:spPr bwMode="auto">
              <a:xfrm>
                <a:off x="4663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69" name="Rectangle 533"/>
              <p:cNvSpPr>
                <a:spLocks noChangeArrowheads="1"/>
              </p:cNvSpPr>
              <p:nvPr>
                <p:custDataLst>
                  <p:tags r:id="rId347"/>
                </p:custDataLst>
              </p:nvPr>
            </p:nvSpPr>
            <p:spPr bwMode="auto">
              <a:xfrm>
                <a:off x="4663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0" name="Rectangle 534"/>
              <p:cNvSpPr>
                <a:spLocks noChangeArrowheads="1"/>
              </p:cNvSpPr>
              <p:nvPr>
                <p:custDataLst>
                  <p:tags r:id="rId348"/>
                </p:custDataLst>
              </p:nvPr>
            </p:nvSpPr>
            <p:spPr bwMode="auto">
              <a:xfrm>
                <a:off x="4663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1" name="Rectangle 535"/>
              <p:cNvSpPr>
                <a:spLocks noChangeArrowheads="1"/>
              </p:cNvSpPr>
              <p:nvPr>
                <p:custDataLst>
                  <p:tags r:id="rId349"/>
                </p:custDataLst>
              </p:nvPr>
            </p:nvSpPr>
            <p:spPr bwMode="auto">
              <a:xfrm>
                <a:off x="4759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2" name="Rectangle 536"/>
              <p:cNvSpPr>
                <a:spLocks noChangeArrowheads="1"/>
              </p:cNvSpPr>
              <p:nvPr>
                <p:custDataLst>
                  <p:tags r:id="rId350"/>
                </p:custDataLst>
              </p:nvPr>
            </p:nvSpPr>
            <p:spPr bwMode="auto">
              <a:xfrm>
                <a:off x="4759" y="3326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3" name="Rectangle 537"/>
              <p:cNvSpPr>
                <a:spLocks noChangeArrowheads="1"/>
              </p:cNvSpPr>
              <p:nvPr>
                <p:custDataLst>
                  <p:tags r:id="rId351"/>
                </p:custDataLst>
              </p:nvPr>
            </p:nvSpPr>
            <p:spPr bwMode="auto">
              <a:xfrm>
                <a:off x="4759" y="3326"/>
                <a:ext cx="8" cy="14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4" name="Rectangle 538"/>
              <p:cNvSpPr>
                <a:spLocks noChangeArrowheads="1"/>
              </p:cNvSpPr>
              <p:nvPr>
                <p:custDataLst>
                  <p:tags r:id="rId352"/>
                </p:custDataLst>
              </p:nvPr>
            </p:nvSpPr>
            <p:spPr bwMode="auto">
              <a:xfrm>
                <a:off x="4711" y="3062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5" name="Rectangle 539"/>
              <p:cNvSpPr>
                <a:spLocks noChangeArrowheads="1"/>
              </p:cNvSpPr>
              <p:nvPr>
                <p:custDataLst>
                  <p:tags r:id="rId353"/>
                </p:custDataLst>
              </p:nvPr>
            </p:nvSpPr>
            <p:spPr bwMode="auto">
              <a:xfrm>
                <a:off x="4711" y="301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6" name="Rectangle 540"/>
              <p:cNvSpPr>
                <a:spLocks noChangeArrowheads="1"/>
              </p:cNvSpPr>
              <p:nvPr>
                <p:custDataLst>
                  <p:tags r:id="rId354"/>
                </p:custDataLst>
              </p:nvPr>
            </p:nvSpPr>
            <p:spPr bwMode="auto">
              <a:xfrm>
                <a:off x="4711" y="3014"/>
                <a:ext cx="8" cy="4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77" name="Freeform 541"/>
              <p:cNvSpPr>
                <a:spLocks/>
              </p:cNvSpPr>
              <p:nvPr>
                <p:custDataLst>
                  <p:tags r:id="rId355"/>
                </p:custDataLst>
              </p:nvPr>
            </p:nvSpPr>
            <p:spPr bwMode="auto">
              <a:xfrm>
                <a:off x="4623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8" name="Freeform 542"/>
              <p:cNvSpPr>
                <a:spLocks/>
              </p:cNvSpPr>
              <p:nvPr>
                <p:custDataLst>
                  <p:tags r:id="rId356"/>
                </p:custDataLst>
              </p:nvPr>
            </p:nvSpPr>
            <p:spPr bwMode="auto">
              <a:xfrm>
                <a:off x="4623" y="3310"/>
                <a:ext cx="96" cy="48"/>
              </a:xfrm>
              <a:custGeom>
                <a:avLst/>
                <a:gdLst>
                  <a:gd name="T0" fmla="*/ 0 w 96"/>
                  <a:gd name="T1" fmla="*/ 40 h 48"/>
                  <a:gd name="T2" fmla="*/ 24 w 96"/>
                  <a:gd name="T3" fmla="*/ 16 h 48"/>
                  <a:gd name="T4" fmla="*/ 24 w 96"/>
                  <a:gd name="T5" fmla="*/ 16 h 48"/>
                  <a:gd name="T6" fmla="*/ 24 w 96"/>
                  <a:gd name="T7" fmla="*/ 16 h 48"/>
                  <a:gd name="T8" fmla="*/ 96 w 96"/>
                  <a:gd name="T9" fmla="*/ 0 h 48"/>
                  <a:gd name="T10" fmla="*/ 96 w 96"/>
                  <a:gd name="T11" fmla="*/ 0 h 48"/>
                  <a:gd name="T12" fmla="*/ 96 w 96"/>
                  <a:gd name="T13" fmla="*/ 8 h 48"/>
                  <a:gd name="T14" fmla="*/ 96 w 96"/>
                  <a:gd name="T15" fmla="*/ 8 h 48"/>
                  <a:gd name="T16" fmla="*/ 24 w 96"/>
                  <a:gd name="T17" fmla="*/ 24 h 48"/>
                  <a:gd name="T18" fmla="*/ 24 w 96"/>
                  <a:gd name="T19" fmla="*/ 24 h 48"/>
                  <a:gd name="T20" fmla="*/ 32 w 96"/>
                  <a:gd name="T21" fmla="*/ 24 h 48"/>
                  <a:gd name="T22" fmla="*/ 8 w 96"/>
                  <a:gd name="T23" fmla="*/ 48 h 48"/>
                  <a:gd name="T24" fmla="*/ 0 w 96"/>
                  <a:gd name="T25" fmla="*/ 40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8"/>
                  <a:gd name="T41" fmla="*/ 96 w 96"/>
                  <a:gd name="T42" fmla="*/ 48 h 4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8">
                    <a:moveTo>
                      <a:pt x="0" y="40"/>
                    </a:moveTo>
                    <a:lnTo>
                      <a:pt x="24" y="16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24"/>
                    </a:lnTo>
                    <a:lnTo>
                      <a:pt x="32" y="24"/>
                    </a:lnTo>
                    <a:lnTo>
                      <a:pt x="8" y="48"/>
                    </a:lnTo>
                    <a:lnTo>
                      <a:pt x="0" y="4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9" name="Freeform 543"/>
              <p:cNvSpPr>
                <a:spLocks/>
              </p:cNvSpPr>
              <p:nvPr>
                <p:custDataLst>
                  <p:tags r:id="rId357"/>
                </p:custDataLst>
              </p:nvPr>
            </p:nvSpPr>
            <p:spPr bwMode="auto">
              <a:xfrm>
                <a:off x="4719" y="3310"/>
                <a:ext cx="72" cy="24"/>
              </a:xfrm>
              <a:custGeom>
                <a:avLst/>
                <a:gdLst>
                  <a:gd name="T0" fmla="*/ 0 w 72"/>
                  <a:gd name="T1" fmla="*/ 0 h 24"/>
                  <a:gd name="T2" fmla="*/ 64 w 72"/>
                  <a:gd name="T3" fmla="*/ 16 h 24"/>
                  <a:gd name="T4" fmla="*/ 72 w 72"/>
                  <a:gd name="T5" fmla="*/ 16 h 24"/>
                  <a:gd name="T6" fmla="*/ 64 w 72"/>
                  <a:gd name="T7" fmla="*/ 24 h 24"/>
                  <a:gd name="T8" fmla="*/ 64 w 72"/>
                  <a:gd name="T9" fmla="*/ 24 h 24"/>
                  <a:gd name="T10" fmla="*/ 0 w 72"/>
                  <a:gd name="T11" fmla="*/ 8 h 24"/>
                  <a:gd name="T12" fmla="*/ 0 w 72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24"/>
                  <a:gd name="T23" fmla="*/ 72 w 72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24">
                    <a:moveTo>
                      <a:pt x="0" y="0"/>
                    </a:moveTo>
                    <a:lnTo>
                      <a:pt x="64" y="16"/>
                    </a:lnTo>
                    <a:lnTo>
                      <a:pt x="72" y="16"/>
                    </a:lnTo>
                    <a:lnTo>
                      <a:pt x="64" y="24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0" name="Freeform 544"/>
              <p:cNvSpPr>
                <a:spLocks/>
              </p:cNvSpPr>
              <p:nvPr>
                <p:custDataLst>
                  <p:tags r:id="rId358"/>
                </p:custDataLst>
              </p:nvPr>
            </p:nvSpPr>
            <p:spPr bwMode="auto">
              <a:xfrm>
                <a:off x="4807" y="3350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1" name="Freeform 545"/>
              <p:cNvSpPr>
                <a:spLocks/>
              </p:cNvSpPr>
              <p:nvPr>
                <p:custDataLst>
                  <p:tags r:id="rId359"/>
                </p:custDataLst>
              </p:nvPr>
            </p:nvSpPr>
            <p:spPr bwMode="auto">
              <a:xfrm>
                <a:off x="4783" y="332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2" name="Rectangle 546"/>
              <p:cNvSpPr>
                <a:spLocks noChangeArrowheads="1"/>
              </p:cNvSpPr>
              <p:nvPr>
                <p:custDataLst>
                  <p:tags r:id="rId360"/>
                </p:custDataLst>
              </p:nvPr>
            </p:nvSpPr>
            <p:spPr bwMode="auto">
              <a:xfrm>
                <a:off x="4623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3" name="Rectangle 547"/>
              <p:cNvSpPr>
                <a:spLocks noChangeArrowheads="1"/>
              </p:cNvSpPr>
              <p:nvPr>
                <p:custDataLst>
                  <p:tags r:id="rId361"/>
                </p:custDataLst>
              </p:nvPr>
            </p:nvSpPr>
            <p:spPr bwMode="auto">
              <a:xfrm>
                <a:off x="4623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4" name="Rectangle 548"/>
              <p:cNvSpPr>
                <a:spLocks noChangeArrowheads="1"/>
              </p:cNvSpPr>
              <p:nvPr>
                <p:custDataLst>
                  <p:tags r:id="rId362"/>
                </p:custDataLst>
              </p:nvPr>
            </p:nvSpPr>
            <p:spPr bwMode="auto">
              <a:xfrm>
                <a:off x="4623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5" name="Rectangle 549"/>
              <p:cNvSpPr>
                <a:spLocks noChangeArrowheads="1"/>
              </p:cNvSpPr>
              <p:nvPr>
                <p:custDataLst>
                  <p:tags r:id="rId363"/>
                </p:custDataLst>
              </p:nvPr>
            </p:nvSpPr>
            <p:spPr bwMode="auto">
              <a:xfrm>
                <a:off x="4807" y="335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6" name="Rectangle 550"/>
              <p:cNvSpPr>
                <a:spLocks noChangeArrowheads="1"/>
              </p:cNvSpPr>
              <p:nvPr>
                <p:custDataLst>
                  <p:tags r:id="rId364"/>
                </p:custDataLst>
              </p:nvPr>
            </p:nvSpPr>
            <p:spPr bwMode="auto">
              <a:xfrm>
                <a:off x="4807" y="3174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7" name="Rectangle 551"/>
              <p:cNvSpPr>
                <a:spLocks noChangeArrowheads="1"/>
              </p:cNvSpPr>
              <p:nvPr>
                <p:custDataLst>
                  <p:tags r:id="rId365"/>
                </p:custDataLst>
              </p:nvPr>
            </p:nvSpPr>
            <p:spPr bwMode="auto">
              <a:xfrm>
                <a:off x="4807" y="3174"/>
                <a:ext cx="8" cy="184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88" name="Freeform 552"/>
              <p:cNvSpPr>
                <a:spLocks/>
              </p:cNvSpPr>
              <p:nvPr>
                <p:custDataLst>
                  <p:tags r:id="rId366"/>
                </p:custDataLst>
              </p:nvPr>
            </p:nvSpPr>
            <p:spPr bwMode="auto">
              <a:xfrm>
                <a:off x="4615" y="3062"/>
                <a:ext cx="192" cy="112"/>
              </a:xfrm>
              <a:custGeom>
                <a:avLst/>
                <a:gdLst>
                  <a:gd name="T0" fmla="*/ 0 w 192"/>
                  <a:gd name="T1" fmla="*/ 112 h 112"/>
                  <a:gd name="T2" fmla="*/ 40 w 192"/>
                  <a:gd name="T3" fmla="*/ 40 h 112"/>
                  <a:gd name="T4" fmla="*/ 96 w 192"/>
                  <a:gd name="T5" fmla="*/ 0 h 112"/>
                  <a:gd name="T6" fmla="*/ 144 w 192"/>
                  <a:gd name="T7" fmla="*/ 24 h 112"/>
                  <a:gd name="T8" fmla="*/ 168 w 192"/>
                  <a:gd name="T9" fmla="*/ 48 h 112"/>
                  <a:gd name="T10" fmla="*/ 192 w 192"/>
                  <a:gd name="T11" fmla="*/ 112 h 112"/>
                  <a:gd name="T12" fmla="*/ 0 w 192"/>
                  <a:gd name="T13" fmla="*/ 112 h 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12"/>
                  <a:gd name="T23" fmla="*/ 192 w 192"/>
                  <a:gd name="T24" fmla="*/ 112 h 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12">
                    <a:moveTo>
                      <a:pt x="0" y="112"/>
                    </a:moveTo>
                    <a:lnTo>
                      <a:pt x="40" y="40"/>
                    </a:lnTo>
                    <a:lnTo>
                      <a:pt x="96" y="0"/>
                    </a:lnTo>
                    <a:lnTo>
                      <a:pt x="144" y="24"/>
                    </a:lnTo>
                    <a:lnTo>
                      <a:pt x="168" y="48"/>
                    </a:lnTo>
                    <a:lnTo>
                      <a:pt x="192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20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9" name="Freeform 553"/>
              <p:cNvSpPr>
                <a:spLocks/>
              </p:cNvSpPr>
              <p:nvPr>
                <p:custDataLst>
                  <p:tags r:id="rId367"/>
                </p:custDataLst>
              </p:nvPr>
            </p:nvSpPr>
            <p:spPr bwMode="auto">
              <a:xfrm>
                <a:off x="4615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0" name="Freeform 554"/>
              <p:cNvSpPr>
                <a:spLocks/>
              </p:cNvSpPr>
              <p:nvPr>
                <p:custDataLst>
                  <p:tags r:id="rId368"/>
                </p:custDataLst>
              </p:nvPr>
            </p:nvSpPr>
            <p:spPr bwMode="auto">
              <a:xfrm>
                <a:off x="4615" y="3062"/>
                <a:ext cx="152" cy="112"/>
              </a:xfrm>
              <a:custGeom>
                <a:avLst/>
                <a:gdLst>
                  <a:gd name="T0" fmla="*/ 0 w 152"/>
                  <a:gd name="T1" fmla="*/ 112 h 112"/>
                  <a:gd name="T2" fmla="*/ 40 w 152"/>
                  <a:gd name="T3" fmla="*/ 40 h 112"/>
                  <a:gd name="T4" fmla="*/ 40 w 152"/>
                  <a:gd name="T5" fmla="*/ 40 h 112"/>
                  <a:gd name="T6" fmla="*/ 40 w 152"/>
                  <a:gd name="T7" fmla="*/ 40 h 112"/>
                  <a:gd name="T8" fmla="*/ 96 w 152"/>
                  <a:gd name="T9" fmla="*/ 0 h 112"/>
                  <a:gd name="T10" fmla="*/ 96 w 152"/>
                  <a:gd name="T11" fmla="*/ 0 h 112"/>
                  <a:gd name="T12" fmla="*/ 96 w 152"/>
                  <a:gd name="T13" fmla="*/ 0 h 112"/>
                  <a:gd name="T14" fmla="*/ 144 w 152"/>
                  <a:gd name="T15" fmla="*/ 24 h 112"/>
                  <a:gd name="T16" fmla="*/ 152 w 152"/>
                  <a:gd name="T17" fmla="*/ 24 h 112"/>
                  <a:gd name="T18" fmla="*/ 144 w 152"/>
                  <a:gd name="T19" fmla="*/ 32 h 112"/>
                  <a:gd name="T20" fmla="*/ 144 w 152"/>
                  <a:gd name="T21" fmla="*/ 32 h 112"/>
                  <a:gd name="T22" fmla="*/ 96 w 152"/>
                  <a:gd name="T23" fmla="*/ 8 h 112"/>
                  <a:gd name="T24" fmla="*/ 96 w 152"/>
                  <a:gd name="T25" fmla="*/ 8 h 112"/>
                  <a:gd name="T26" fmla="*/ 104 w 152"/>
                  <a:gd name="T27" fmla="*/ 8 h 112"/>
                  <a:gd name="T28" fmla="*/ 48 w 152"/>
                  <a:gd name="T29" fmla="*/ 48 h 112"/>
                  <a:gd name="T30" fmla="*/ 48 w 152"/>
                  <a:gd name="T31" fmla="*/ 48 h 112"/>
                  <a:gd name="T32" fmla="*/ 48 w 152"/>
                  <a:gd name="T33" fmla="*/ 40 h 112"/>
                  <a:gd name="T34" fmla="*/ 8 w 152"/>
                  <a:gd name="T35" fmla="*/ 112 h 112"/>
                  <a:gd name="T36" fmla="*/ 0 w 152"/>
                  <a:gd name="T37" fmla="*/ 112 h 1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52"/>
                  <a:gd name="T58" fmla="*/ 0 h 112"/>
                  <a:gd name="T59" fmla="*/ 152 w 152"/>
                  <a:gd name="T60" fmla="*/ 112 h 1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52" h="112">
                    <a:moveTo>
                      <a:pt x="0" y="112"/>
                    </a:moveTo>
                    <a:lnTo>
                      <a:pt x="40" y="40"/>
                    </a:lnTo>
                    <a:lnTo>
                      <a:pt x="96" y="0"/>
                    </a:lnTo>
                    <a:lnTo>
                      <a:pt x="144" y="24"/>
                    </a:lnTo>
                    <a:lnTo>
                      <a:pt x="152" y="24"/>
                    </a:lnTo>
                    <a:lnTo>
                      <a:pt x="144" y="32"/>
                    </a:lnTo>
                    <a:lnTo>
                      <a:pt x="96" y="8"/>
                    </a:lnTo>
                    <a:lnTo>
                      <a:pt x="104" y="8"/>
                    </a:lnTo>
                    <a:lnTo>
                      <a:pt x="48" y="48"/>
                    </a:lnTo>
                    <a:lnTo>
                      <a:pt x="48" y="40"/>
                    </a:lnTo>
                    <a:lnTo>
                      <a:pt x="8" y="112"/>
                    </a:lnTo>
                    <a:lnTo>
                      <a:pt x="0" y="11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1" name="Freeform 555"/>
              <p:cNvSpPr>
                <a:spLocks/>
              </p:cNvSpPr>
              <p:nvPr>
                <p:custDataLst>
                  <p:tags r:id="rId369"/>
                </p:custDataLst>
              </p:nvPr>
            </p:nvSpPr>
            <p:spPr bwMode="auto">
              <a:xfrm>
                <a:off x="4759" y="3086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32 w 32"/>
                  <a:gd name="T3" fmla="*/ 24 h 32"/>
                  <a:gd name="T4" fmla="*/ 32 w 32"/>
                  <a:gd name="T5" fmla="*/ 24 h 32"/>
                  <a:gd name="T6" fmla="*/ 24 w 32"/>
                  <a:gd name="T7" fmla="*/ 24 h 32"/>
                  <a:gd name="T8" fmla="*/ 24 w 32"/>
                  <a:gd name="T9" fmla="*/ 32 h 32"/>
                  <a:gd name="T10" fmla="*/ 0 w 32"/>
                  <a:gd name="T11" fmla="*/ 8 h 32"/>
                  <a:gd name="T12" fmla="*/ 8 w 32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32"/>
                  <a:gd name="T23" fmla="*/ 32 w 32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32">
                    <a:moveTo>
                      <a:pt x="8" y="0"/>
                    </a:moveTo>
                    <a:lnTo>
                      <a:pt x="32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2" name="Freeform 556"/>
              <p:cNvSpPr>
                <a:spLocks/>
              </p:cNvSpPr>
              <p:nvPr>
                <p:custDataLst>
                  <p:tags r:id="rId370"/>
                </p:custDataLst>
              </p:nvPr>
            </p:nvSpPr>
            <p:spPr bwMode="auto">
              <a:xfrm>
                <a:off x="4807" y="3174"/>
                <a:ext cx="8" cy="8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0 h 8"/>
                  <a:gd name="T4" fmla="*/ 8 w 8"/>
                  <a:gd name="T5" fmla="*/ 0 h 8"/>
                  <a:gd name="T6" fmla="*/ 0 w 8"/>
                  <a:gd name="T7" fmla="*/ 0 h 8"/>
                  <a:gd name="T8" fmla="*/ 0 w 8"/>
                  <a:gd name="T9" fmla="*/ 8 h 8"/>
                  <a:gd name="T10" fmla="*/ 0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8 w 8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8"/>
                    </a:move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3" name="Freeform 557"/>
              <p:cNvSpPr>
                <a:spLocks/>
              </p:cNvSpPr>
              <p:nvPr>
                <p:custDataLst>
                  <p:tags r:id="rId371"/>
                </p:custDataLst>
              </p:nvPr>
            </p:nvSpPr>
            <p:spPr bwMode="auto">
              <a:xfrm>
                <a:off x="4783" y="3110"/>
                <a:ext cx="32" cy="64"/>
              </a:xfrm>
              <a:custGeom>
                <a:avLst/>
                <a:gdLst>
                  <a:gd name="T0" fmla="*/ 8 w 32"/>
                  <a:gd name="T1" fmla="*/ 0 h 64"/>
                  <a:gd name="T2" fmla="*/ 0 w 32"/>
                  <a:gd name="T3" fmla="*/ 0 h 64"/>
                  <a:gd name="T4" fmla="*/ 24 w 32"/>
                  <a:gd name="T5" fmla="*/ 64 h 64"/>
                  <a:gd name="T6" fmla="*/ 32 w 32"/>
                  <a:gd name="T7" fmla="*/ 64 h 64"/>
                  <a:gd name="T8" fmla="*/ 8 w 32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64"/>
                  <a:gd name="T17" fmla="*/ 32 w 3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64">
                    <a:moveTo>
                      <a:pt x="8" y="0"/>
                    </a:moveTo>
                    <a:lnTo>
                      <a:pt x="0" y="0"/>
                    </a:lnTo>
                    <a:lnTo>
                      <a:pt x="24" y="64"/>
                    </a:lnTo>
                    <a:lnTo>
                      <a:pt x="32" y="6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4" name="Freeform 558"/>
              <p:cNvSpPr>
                <a:spLocks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4623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5" name="Freeform 559"/>
              <p:cNvSpPr>
                <a:spLocks/>
              </p:cNvSpPr>
              <p:nvPr>
                <p:custDataLst>
                  <p:tags r:id="rId373"/>
                </p:custDataLst>
              </p:nvPr>
            </p:nvSpPr>
            <p:spPr bwMode="auto">
              <a:xfrm>
                <a:off x="4623" y="3382"/>
                <a:ext cx="96" cy="40"/>
              </a:xfrm>
              <a:custGeom>
                <a:avLst/>
                <a:gdLst>
                  <a:gd name="T0" fmla="*/ 0 w 96"/>
                  <a:gd name="T1" fmla="*/ 32 h 40"/>
                  <a:gd name="T2" fmla="*/ 24 w 96"/>
                  <a:gd name="T3" fmla="*/ 8 h 40"/>
                  <a:gd name="T4" fmla="*/ 24 w 96"/>
                  <a:gd name="T5" fmla="*/ 8 h 40"/>
                  <a:gd name="T6" fmla="*/ 24 w 96"/>
                  <a:gd name="T7" fmla="*/ 8 h 40"/>
                  <a:gd name="T8" fmla="*/ 96 w 96"/>
                  <a:gd name="T9" fmla="*/ 0 h 40"/>
                  <a:gd name="T10" fmla="*/ 96 w 96"/>
                  <a:gd name="T11" fmla="*/ 0 h 40"/>
                  <a:gd name="T12" fmla="*/ 96 w 96"/>
                  <a:gd name="T13" fmla="*/ 8 h 40"/>
                  <a:gd name="T14" fmla="*/ 96 w 96"/>
                  <a:gd name="T15" fmla="*/ 8 h 40"/>
                  <a:gd name="T16" fmla="*/ 24 w 96"/>
                  <a:gd name="T17" fmla="*/ 16 h 40"/>
                  <a:gd name="T18" fmla="*/ 24 w 96"/>
                  <a:gd name="T19" fmla="*/ 16 h 40"/>
                  <a:gd name="T20" fmla="*/ 32 w 96"/>
                  <a:gd name="T21" fmla="*/ 16 h 40"/>
                  <a:gd name="T22" fmla="*/ 8 w 96"/>
                  <a:gd name="T23" fmla="*/ 40 h 40"/>
                  <a:gd name="T24" fmla="*/ 0 w 96"/>
                  <a:gd name="T25" fmla="*/ 32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"/>
                  <a:gd name="T40" fmla="*/ 0 h 40"/>
                  <a:gd name="T41" fmla="*/ 96 w 96"/>
                  <a:gd name="T42" fmla="*/ 40 h 4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" h="40">
                    <a:moveTo>
                      <a:pt x="0" y="32"/>
                    </a:moveTo>
                    <a:lnTo>
                      <a:pt x="24" y="8"/>
                    </a:lnTo>
                    <a:lnTo>
                      <a:pt x="96" y="0"/>
                    </a:lnTo>
                    <a:lnTo>
                      <a:pt x="96" y="8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8" y="40"/>
                    </a:lnTo>
                    <a:lnTo>
                      <a:pt x="0" y="32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6" name="Freeform 560"/>
              <p:cNvSpPr>
                <a:spLocks/>
              </p:cNvSpPr>
              <p:nvPr>
                <p:custDataLst>
                  <p:tags r:id="rId374"/>
                </p:custDataLst>
              </p:nvPr>
            </p:nvSpPr>
            <p:spPr bwMode="auto">
              <a:xfrm>
                <a:off x="4719" y="3382"/>
                <a:ext cx="72" cy="16"/>
              </a:xfrm>
              <a:custGeom>
                <a:avLst/>
                <a:gdLst>
                  <a:gd name="T0" fmla="*/ 0 w 72"/>
                  <a:gd name="T1" fmla="*/ 0 h 16"/>
                  <a:gd name="T2" fmla="*/ 64 w 72"/>
                  <a:gd name="T3" fmla="*/ 8 h 16"/>
                  <a:gd name="T4" fmla="*/ 72 w 72"/>
                  <a:gd name="T5" fmla="*/ 8 h 16"/>
                  <a:gd name="T6" fmla="*/ 64 w 72"/>
                  <a:gd name="T7" fmla="*/ 16 h 16"/>
                  <a:gd name="T8" fmla="*/ 64 w 72"/>
                  <a:gd name="T9" fmla="*/ 16 h 16"/>
                  <a:gd name="T10" fmla="*/ 0 w 72"/>
                  <a:gd name="T11" fmla="*/ 8 h 16"/>
                  <a:gd name="T12" fmla="*/ 0 w 72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"/>
                  <a:gd name="T22" fmla="*/ 0 h 16"/>
                  <a:gd name="T23" fmla="*/ 72 w 72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" h="16">
                    <a:moveTo>
                      <a:pt x="0" y="0"/>
                    </a:moveTo>
                    <a:lnTo>
                      <a:pt x="64" y="8"/>
                    </a:lnTo>
                    <a:lnTo>
                      <a:pt x="72" y="8"/>
                    </a:lnTo>
                    <a:lnTo>
                      <a:pt x="64" y="16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7" name="Freeform 561"/>
              <p:cNvSpPr>
                <a:spLocks/>
              </p:cNvSpPr>
              <p:nvPr>
                <p:custDataLst>
                  <p:tags r:id="rId375"/>
                </p:custDataLst>
              </p:nvPr>
            </p:nvSpPr>
            <p:spPr bwMode="auto">
              <a:xfrm>
                <a:off x="4807" y="3414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0 w 8"/>
                  <a:gd name="T3" fmla="*/ 0 h 8"/>
                  <a:gd name="T4" fmla="*/ 0 w 8"/>
                  <a:gd name="T5" fmla="*/ 8 h 8"/>
                  <a:gd name="T6" fmla="*/ 0 w 8"/>
                  <a:gd name="T7" fmla="*/ 8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0 h 8"/>
                  <a:gd name="T16" fmla="*/ 8 w 8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"/>
                  <a:gd name="T28" fmla="*/ 0 h 8"/>
                  <a:gd name="T29" fmla="*/ 8 w 8"/>
                  <a:gd name="T30" fmla="*/ 8 h 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" h="8">
                    <a:moveTo>
                      <a:pt x="8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8" y="8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8" name="Freeform 562"/>
              <p:cNvSpPr>
                <a:spLocks/>
              </p:cNvSpPr>
              <p:nvPr>
                <p:custDataLst>
                  <p:tags r:id="rId376"/>
                </p:custDataLst>
              </p:nvPr>
            </p:nvSpPr>
            <p:spPr bwMode="auto">
              <a:xfrm>
                <a:off x="4783" y="3390"/>
                <a:ext cx="32" cy="32"/>
              </a:xfrm>
              <a:custGeom>
                <a:avLst/>
                <a:gdLst>
                  <a:gd name="T0" fmla="*/ 8 w 32"/>
                  <a:gd name="T1" fmla="*/ 0 h 32"/>
                  <a:gd name="T2" fmla="*/ 0 w 32"/>
                  <a:gd name="T3" fmla="*/ 8 h 32"/>
                  <a:gd name="T4" fmla="*/ 24 w 32"/>
                  <a:gd name="T5" fmla="*/ 32 h 32"/>
                  <a:gd name="T6" fmla="*/ 32 w 32"/>
                  <a:gd name="T7" fmla="*/ 24 h 32"/>
                  <a:gd name="T8" fmla="*/ 8 w 32"/>
                  <a:gd name="T9" fmla="*/ 0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32"/>
                  <a:gd name="T17" fmla="*/ 32 w 32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32">
                    <a:moveTo>
                      <a:pt x="8" y="0"/>
                    </a:moveTo>
                    <a:lnTo>
                      <a:pt x="0" y="8"/>
                    </a:lnTo>
                    <a:lnTo>
                      <a:pt x="24" y="32"/>
                    </a:lnTo>
                    <a:lnTo>
                      <a:pt x="32" y="24"/>
                    </a:lnTo>
                    <a:lnTo>
                      <a:pt x="8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9" name="Rectangle 563"/>
              <p:cNvSpPr>
                <a:spLocks noChangeArrowheads="1"/>
              </p:cNvSpPr>
              <p:nvPr>
                <p:custDataLst>
                  <p:tags r:id="rId377"/>
                </p:custDataLst>
              </p:nvPr>
            </p:nvSpPr>
            <p:spPr bwMode="auto">
              <a:xfrm>
                <a:off x="4671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0" name="Rectangle 565"/>
              <p:cNvSpPr>
                <a:spLocks noChangeArrowheads="1"/>
              </p:cNvSpPr>
              <p:nvPr>
                <p:custDataLst>
                  <p:tags r:id="rId378"/>
                </p:custDataLst>
              </p:nvPr>
            </p:nvSpPr>
            <p:spPr bwMode="auto">
              <a:xfrm>
                <a:off x="4671" y="3470"/>
                <a:ext cx="8" cy="407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1" name="Rectangle 566"/>
              <p:cNvSpPr>
                <a:spLocks noChangeArrowheads="1"/>
              </p:cNvSpPr>
              <p:nvPr>
                <p:custDataLst>
                  <p:tags r:id="rId379"/>
                </p:custDataLst>
              </p:nvPr>
            </p:nvSpPr>
            <p:spPr bwMode="auto">
              <a:xfrm>
                <a:off x="4759" y="3470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2" name="Rectangle 567"/>
              <p:cNvSpPr>
                <a:spLocks noChangeArrowheads="1"/>
              </p:cNvSpPr>
              <p:nvPr>
                <p:custDataLst>
                  <p:tags r:id="rId380"/>
                </p:custDataLst>
              </p:nvPr>
            </p:nvSpPr>
            <p:spPr bwMode="auto">
              <a:xfrm>
                <a:off x="4759" y="3678"/>
                <a:ext cx="8" cy="1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3" name="Rectangle 568"/>
              <p:cNvSpPr>
                <a:spLocks noChangeArrowheads="1"/>
              </p:cNvSpPr>
              <p:nvPr>
                <p:custDataLst>
                  <p:tags r:id="rId381"/>
                </p:custDataLst>
              </p:nvPr>
            </p:nvSpPr>
            <p:spPr bwMode="auto">
              <a:xfrm>
                <a:off x="4759" y="3470"/>
                <a:ext cx="8" cy="20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4" name="Freeform 569"/>
              <p:cNvSpPr>
                <a:spLocks/>
              </p:cNvSpPr>
              <p:nvPr>
                <p:custDataLst>
                  <p:tags r:id="rId382"/>
                </p:custDataLst>
              </p:nvPr>
            </p:nvSpPr>
            <p:spPr bwMode="auto">
              <a:xfrm>
                <a:off x="4703" y="3574"/>
                <a:ext cx="96" cy="120"/>
              </a:xfrm>
              <a:custGeom>
                <a:avLst/>
                <a:gdLst>
                  <a:gd name="T0" fmla="*/ 96 w 96"/>
                  <a:gd name="T1" fmla="*/ 56 h 120"/>
                  <a:gd name="T2" fmla="*/ 80 w 96"/>
                  <a:gd name="T3" fmla="*/ 16 h 120"/>
                  <a:gd name="T4" fmla="*/ 48 w 96"/>
                  <a:gd name="T5" fmla="*/ 0 h 120"/>
                  <a:gd name="T6" fmla="*/ 16 w 96"/>
                  <a:gd name="T7" fmla="*/ 16 h 120"/>
                  <a:gd name="T8" fmla="*/ 0 w 96"/>
                  <a:gd name="T9" fmla="*/ 56 h 120"/>
                  <a:gd name="T10" fmla="*/ 16 w 96"/>
                  <a:gd name="T11" fmla="*/ 96 h 120"/>
                  <a:gd name="T12" fmla="*/ 48 w 96"/>
                  <a:gd name="T13" fmla="*/ 120 h 120"/>
                  <a:gd name="T14" fmla="*/ 80 w 96"/>
                  <a:gd name="T15" fmla="*/ 96 h 120"/>
                  <a:gd name="T16" fmla="*/ 96 w 96"/>
                  <a:gd name="T17" fmla="*/ 56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6"/>
                  <a:gd name="T28" fmla="*/ 0 h 120"/>
                  <a:gd name="T29" fmla="*/ 96 w 96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6" h="120">
                    <a:moveTo>
                      <a:pt x="96" y="56"/>
                    </a:moveTo>
                    <a:lnTo>
                      <a:pt x="80" y="16"/>
                    </a:lnTo>
                    <a:lnTo>
                      <a:pt x="48" y="0"/>
                    </a:lnTo>
                    <a:lnTo>
                      <a:pt x="16" y="16"/>
                    </a:lnTo>
                    <a:lnTo>
                      <a:pt x="0" y="56"/>
                    </a:lnTo>
                    <a:lnTo>
                      <a:pt x="16" y="96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5" name="Freeform 570"/>
              <p:cNvSpPr>
                <a:spLocks/>
              </p:cNvSpPr>
              <p:nvPr>
                <p:custDataLst>
                  <p:tags r:id="rId383"/>
                </p:custDataLst>
              </p:nvPr>
            </p:nvSpPr>
            <p:spPr bwMode="auto">
              <a:xfrm>
                <a:off x="4703" y="3574"/>
                <a:ext cx="104" cy="128"/>
              </a:xfrm>
              <a:custGeom>
                <a:avLst/>
                <a:gdLst>
                  <a:gd name="T0" fmla="*/ 96 w 104"/>
                  <a:gd name="T1" fmla="*/ 56 h 128"/>
                  <a:gd name="T2" fmla="*/ 80 w 104"/>
                  <a:gd name="T3" fmla="*/ 16 h 128"/>
                  <a:gd name="T4" fmla="*/ 80 w 104"/>
                  <a:gd name="T5" fmla="*/ 24 h 128"/>
                  <a:gd name="T6" fmla="*/ 80 w 104"/>
                  <a:gd name="T7" fmla="*/ 24 h 128"/>
                  <a:gd name="T8" fmla="*/ 48 w 104"/>
                  <a:gd name="T9" fmla="*/ 8 h 128"/>
                  <a:gd name="T10" fmla="*/ 48 w 104"/>
                  <a:gd name="T11" fmla="*/ 8 h 128"/>
                  <a:gd name="T12" fmla="*/ 48 w 104"/>
                  <a:gd name="T13" fmla="*/ 8 h 128"/>
                  <a:gd name="T14" fmla="*/ 16 w 104"/>
                  <a:gd name="T15" fmla="*/ 24 h 128"/>
                  <a:gd name="T16" fmla="*/ 24 w 104"/>
                  <a:gd name="T17" fmla="*/ 16 h 128"/>
                  <a:gd name="T18" fmla="*/ 24 w 104"/>
                  <a:gd name="T19" fmla="*/ 16 h 128"/>
                  <a:gd name="T20" fmla="*/ 8 w 104"/>
                  <a:gd name="T21" fmla="*/ 56 h 128"/>
                  <a:gd name="T22" fmla="*/ 8 w 104"/>
                  <a:gd name="T23" fmla="*/ 56 h 128"/>
                  <a:gd name="T24" fmla="*/ 8 w 104"/>
                  <a:gd name="T25" fmla="*/ 56 h 128"/>
                  <a:gd name="T26" fmla="*/ 24 w 104"/>
                  <a:gd name="T27" fmla="*/ 96 h 128"/>
                  <a:gd name="T28" fmla="*/ 24 w 104"/>
                  <a:gd name="T29" fmla="*/ 96 h 128"/>
                  <a:gd name="T30" fmla="*/ 24 w 104"/>
                  <a:gd name="T31" fmla="*/ 96 h 128"/>
                  <a:gd name="T32" fmla="*/ 56 w 104"/>
                  <a:gd name="T33" fmla="*/ 120 h 128"/>
                  <a:gd name="T34" fmla="*/ 48 w 104"/>
                  <a:gd name="T35" fmla="*/ 120 h 128"/>
                  <a:gd name="T36" fmla="*/ 48 w 104"/>
                  <a:gd name="T37" fmla="*/ 120 h 128"/>
                  <a:gd name="T38" fmla="*/ 80 w 104"/>
                  <a:gd name="T39" fmla="*/ 96 h 128"/>
                  <a:gd name="T40" fmla="*/ 80 w 104"/>
                  <a:gd name="T41" fmla="*/ 96 h 128"/>
                  <a:gd name="T42" fmla="*/ 80 w 104"/>
                  <a:gd name="T43" fmla="*/ 96 h 128"/>
                  <a:gd name="T44" fmla="*/ 96 w 104"/>
                  <a:gd name="T45" fmla="*/ 56 h 128"/>
                  <a:gd name="T46" fmla="*/ 96 w 104"/>
                  <a:gd name="T47" fmla="*/ 56 h 128"/>
                  <a:gd name="T48" fmla="*/ 104 w 104"/>
                  <a:gd name="T49" fmla="*/ 56 h 128"/>
                  <a:gd name="T50" fmla="*/ 104 w 104"/>
                  <a:gd name="T51" fmla="*/ 56 h 128"/>
                  <a:gd name="T52" fmla="*/ 88 w 104"/>
                  <a:gd name="T53" fmla="*/ 96 h 128"/>
                  <a:gd name="T54" fmla="*/ 88 w 104"/>
                  <a:gd name="T55" fmla="*/ 96 h 128"/>
                  <a:gd name="T56" fmla="*/ 88 w 104"/>
                  <a:gd name="T57" fmla="*/ 104 h 128"/>
                  <a:gd name="T58" fmla="*/ 56 w 104"/>
                  <a:gd name="T59" fmla="*/ 128 h 128"/>
                  <a:gd name="T60" fmla="*/ 56 w 104"/>
                  <a:gd name="T61" fmla="*/ 128 h 128"/>
                  <a:gd name="T62" fmla="*/ 48 w 104"/>
                  <a:gd name="T63" fmla="*/ 128 h 128"/>
                  <a:gd name="T64" fmla="*/ 16 w 104"/>
                  <a:gd name="T65" fmla="*/ 104 h 128"/>
                  <a:gd name="T66" fmla="*/ 16 w 104"/>
                  <a:gd name="T67" fmla="*/ 104 h 128"/>
                  <a:gd name="T68" fmla="*/ 16 w 104"/>
                  <a:gd name="T69" fmla="*/ 96 h 128"/>
                  <a:gd name="T70" fmla="*/ 0 w 104"/>
                  <a:gd name="T71" fmla="*/ 56 h 128"/>
                  <a:gd name="T72" fmla="*/ 0 w 104"/>
                  <a:gd name="T73" fmla="*/ 56 h 128"/>
                  <a:gd name="T74" fmla="*/ 0 w 104"/>
                  <a:gd name="T75" fmla="*/ 56 h 128"/>
                  <a:gd name="T76" fmla="*/ 16 w 104"/>
                  <a:gd name="T77" fmla="*/ 16 h 128"/>
                  <a:gd name="T78" fmla="*/ 16 w 104"/>
                  <a:gd name="T79" fmla="*/ 16 h 128"/>
                  <a:gd name="T80" fmla="*/ 16 w 104"/>
                  <a:gd name="T81" fmla="*/ 16 h 128"/>
                  <a:gd name="T82" fmla="*/ 48 w 104"/>
                  <a:gd name="T83" fmla="*/ 0 h 128"/>
                  <a:gd name="T84" fmla="*/ 48 w 104"/>
                  <a:gd name="T85" fmla="*/ 0 h 128"/>
                  <a:gd name="T86" fmla="*/ 48 w 104"/>
                  <a:gd name="T87" fmla="*/ 0 h 128"/>
                  <a:gd name="T88" fmla="*/ 80 w 104"/>
                  <a:gd name="T89" fmla="*/ 16 h 128"/>
                  <a:gd name="T90" fmla="*/ 80 w 104"/>
                  <a:gd name="T91" fmla="*/ 16 h 128"/>
                  <a:gd name="T92" fmla="*/ 88 w 104"/>
                  <a:gd name="T93" fmla="*/ 16 h 128"/>
                  <a:gd name="T94" fmla="*/ 104 w 104"/>
                  <a:gd name="T95" fmla="*/ 56 h 128"/>
                  <a:gd name="T96" fmla="*/ 96 w 104"/>
                  <a:gd name="T97" fmla="*/ 56 h 12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04"/>
                  <a:gd name="T148" fmla="*/ 0 h 128"/>
                  <a:gd name="T149" fmla="*/ 104 w 104"/>
                  <a:gd name="T150" fmla="*/ 128 h 12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04" h="128">
                    <a:moveTo>
                      <a:pt x="96" y="56"/>
                    </a:moveTo>
                    <a:lnTo>
                      <a:pt x="80" y="16"/>
                    </a:lnTo>
                    <a:lnTo>
                      <a:pt x="80" y="24"/>
                    </a:lnTo>
                    <a:lnTo>
                      <a:pt x="48" y="8"/>
                    </a:lnTo>
                    <a:lnTo>
                      <a:pt x="16" y="24"/>
                    </a:lnTo>
                    <a:lnTo>
                      <a:pt x="24" y="16"/>
                    </a:lnTo>
                    <a:lnTo>
                      <a:pt x="8" y="56"/>
                    </a:lnTo>
                    <a:lnTo>
                      <a:pt x="24" y="96"/>
                    </a:lnTo>
                    <a:lnTo>
                      <a:pt x="56" y="120"/>
                    </a:lnTo>
                    <a:lnTo>
                      <a:pt x="48" y="120"/>
                    </a:lnTo>
                    <a:lnTo>
                      <a:pt x="80" y="96"/>
                    </a:lnTo>
                    <a:lnTo>
                      <a:pt x="96" y="56"/>
                    </a:lnTo>
                    <a:lnTo>
                      <a:pt x="104" y="56"/>
                    </a:lnTo>
                    <a:lnTo>
                      <a:pt x="88" y="96"/>
                    </a:lnTo>
                    <a:lnTo>
                      <a:pt x="88" y="104"/>
                    </a:lnTo>
                    <a:lnTo>
                      <a:pt x="56" y="128"/>
                    </a:lnTo>
                    <a:lnTo>
                      <a:pt x="48" y="128"/>
                    </a:lnTo>
                    <a:lnTo>
                      <a:pt x="16" y="104"/>
                    </a:lnTo>
                    <a:lnTo>
                      <a:pt x="16" y="96"/>
                    </a:lnTo>
                    <a:lnTo>
                      <a:pt x="0" y="56"/>
                    </a:lnTo>
                    <a:lnTo>
                      <a:pt x="16" y="16"/>
                    </a:lnTo>
                    <a:lnTo>
                      <a:pt x="48" y="0"/>
                    </a:lnTo>
                    <a:lnTo>
                      <a:pt x="80" y="16"/>
                    </a:lnTo>
                    <a:lnTo>
                      <a:pt x="88" y="16"/>
                    </a:lnTo>
                    <a:lnTo>
                      <a:pt x="104" y="56"/>
                    </a:lnTo>
                    <a:lnTo>
                      <a:pt x="96" y="56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6" name="Freeform 571"/>
              <p:cNvSpPr>
                <a:spLocks/>
              </p:cNvSpPr>
              <p:nvPr>
                <p:custDataLst>
                  <p:tags r:id="rId384"/>
                </p:custDataLst>
              </p:nvPr>
            </p:nvSpPr>
            <p:spPr bwMode="auto">
              <a:xfrm>
                <a:off x="4799" y="3630"/>
                <a:ext cx="8" cy="1"/>
              </a:xfrm>
              <a:custGeom>
                <a:avLst/>
                <a:gdLst>
                  <a:gd name="T0" fmla="*/ 0 w 8"/>
                  <a:gd name="T1" fmla="*/ 0 h 1"/>
                  <a:gd name="T2" fmla="*/ 0 w 8"/>
                  <a:gd name="T3" fmla="*/ 0 h 1"/>
                  <a:gd name="T4" fmla="*/ 0 w 8"/>
                  <a:gd name="T5" fmla="*/ 0 h 1"/>
                  <a:gd name="T6" fmla="*/ 8 w 8"/>
                  <a:gd name="T7" fmla="*/ 0 h 1"/>
                  <a:gd name="T8" fmla="*/ 8 w 8"/>
                  <a:gd name="T9" fmla="*/ 0 h 1"/>
                  <a:gd name="T10" fmla="*/ 8 w 8"/>
                  <a:gd name="T11" fmla="*/ 0 h 1"/>
                  <a:gd name="T12" fmla="*/ 0 w 8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"/>
                  <a:gd name="T22" fmla="*/ 0 h 1"/>
                  <a:gd name="T23" fmla="*/ 8 w 8"/>
                  <a:gd name="T24" fmla="*/ 1 h 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" h="1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7" name="Rectangle 572"/>
              <p:cNvSpPr>
                <a:spLocks noChangeArrowheads="1"/>
              </p:cNvSpPr>
              <p:nvPr>
                <p:custDataLst>
                  <p:tags r:id="rId385"/>
                </p:custDataLst>
              </p:nvPr>
            </p:nvSpPr>
            <p:spPr bwMode="auto">
              <a:xfrm>
                <a:off x="4455" y="1992"/>
                <a:ext cx="31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Full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8" name="Rectangle 573"/>
              <p:cNvSpPr>
                <a:spLocks noChangeArrowheads="1"/>
              </p:cNvSpPr>
              <p:nvPr>
                <p:custDataLst>
                  <p:tags r:id="rId386"/>
                </p:custDataLst>
              </p:nvPr>
            </p:nvSpPr>
            <p:spPr bwMode="auto">
              <a:xfrm>
                <a:off x="4455" y="2183"/>
                <a:ext cx="342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Add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09" name="Rectangle 574"/>
              <p:cNvSpPr>
                <a:spLocks noChangeArrowheads="1"/>
              </p:cNvSpPr>
              <p:nvPr>
                <p:custDataLst>
                  <p:tags r:id="rId387"/>
                </p:custDataLst>
              </p:nvPr>
            </p:nvSpPr>
            <p:spPr bwMode="auto">
              <a:xfrm>
                <a:off x="4455" y="2375"/>
                <a:ext cx="17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er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0" name="Rectangle 575"/>
              <p:cNvSpPr>
                <a:spLocks noChangeArrowheads="1"/>
              </p:cNvSpPr>
              <p:nvPr>
                <p:custDataLst>
                  <p:tags r:id="rId388"/>
                </p:custDataLst>
              </p:nvPr>
            </p:nvSpPr>
            <p:spPr bwMode="auto">
              <a:xfrm>
                <a:off x="4447" y="3861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a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1" name="Rectangle 576"/>
              <p:cNvSpPr>
                <a:spLocks noChangeArrowheads="1"/>
              </p:cNvSpPr>
              <p:nvPr>
                <p:custDataLst>
                  <p:tags r:id="rId389"/>
                </p:custDataLst>
              </p:nvPr>
            </p:nvSpPr>
            <p:spPr bwMode="auto">
              <a:xfrm>
                <a:off x="4551" y="3933"/>
                <a:ext cx="17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31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2" name="Rectangle 577"/>
              <p:cNvSpPr>
                <a:spLocks noChangeArrowheads="1"/>
              </p:cNvSpPr>
              <p:nvPr>
                <p:custDataLst>
                  <p:tags r:id="rId390"/>
                </p:custDataLst>
              </p:nvPr>
            </p:nvSpPr>
            <p:spPr bwMode="auto">
              <a:xfrm>
                <a:off x="4703" y="3749"/>
                <a:ext cx="1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b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3" name="Rectangle 578"/>
              <p:cNvSpPr>
                <a:spLocks noChangeArrowheads="1"/>
              </p:cNvSpPr>
              <p:nvPr>
                <p:custDataLst>
                  <p:tags r:id="rId391"/>
                </p:custDataLst>
              </p:nvPr>
            </p:nvSpPr>
            <p:spPr bwMode="auto">
              <a:xfrm>
                <a:off x="4807" y="3821"/>
                <a:ext cx="17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31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4" name="Rectangle 579"/>
              <p:cNvSpPr>
                <a:spLocks noChangeArrowheads="1"/>
              </p:cNvSpPr>
              <p:nvPr>
                <p:custDataLst>
                  <p:tags r:id="rId392"/>
                </p:custDataLst>
              </p:nvPr>
            </p:nvSpPr>
            <p:spPr bwMode="auto">
              <a:xfrm>
                <a:off x="4952" y="3590"/>
                <a:ext cx="69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latin typeface="Helvetica" panose="020B0604020202020204" pitchFamily="34" charset="0"/>
                  </a:rPr>
                  <a:t>add/sub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5" name="Rectangle 580"/>
              <p:cNvSpPr>
                <a:spLocks noChangeArrowheads="1"/>
              </p:cNvSpPr>
              <p:nvPr>
                <p:custDataLst>
                  <p:tags r:id="rId393"/>
                </p:custDataLst>
              </p:nvPr>
            </p:nvSpPr>
            <p:spPr bwMode="auto">
              <a:xfrm>
                <a:off x="5032" y="2159"/>
                <a:ext cx="139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Helvetica" panose="020B0604020202020204" pitchFamily="34" charset="0"/>
                  </a:rPr>
                  <a:t>C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6" name="Rectangle 581"/>
              <p:cNvSpPr>
                <a:spLocks noChangeArrowheads="1"/>
              </p:cNvSpPr>
              <p:nvPr>
                <p:custDataLst>
                  <p:tags r:id="rId394"/>
                </p:custDataLst>
              </p:nvPr>
            </p:nvSpPr>
            <p:spPr bwMode="auto">
              <a:xfrm>
                <a:off x="5168" y="2231"/>
                <a:ext cx="21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>
                    <a:latin typeface="Helvetica" panose="020B0604020202020204" pitchFamily="34" charset="0"/>
                  </a:rPr>
                  <a:t>out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7" name="Rectangle 582"/>
              <p:cNvSpPr>
                <a:spLocks noChangeArrowheads="1"/>
              </p:cNvSpPr>
              <p:nvPr>
                <p:custDataLst>
                  <p:tags r:id="rId395"/>
                </p:custDataLst>
              </p:nvPr>
            </p:nvSpPr>
            <p:spPr bwMode="auto">
              <a:xfrm>
                <a:off x="2366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8" name="Rectangle 583"/>
              <p:cNvSpPr>
                <a:spLocks noChangeArrowheads="1"/>
              </p:cNvSpPr>
              <p:nvPr>
                <p:custDataLst>
                  <p:tags r:id="rId396"/>
                </p:custDataLst>
              </p:nvPr>
            </p:nvSpPr>
            <p:spPr bwMode="auto">
              <a:xfrm>
                <a:off x="2398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19" name="Rectangle 584"/>
              <p:cNvSpPr>
                <a:spLocks noChangeArrowheads="1"/>
              </p:cNvSpPr>
              <p:nvPr>
                <p:custDataLst>
                  <p:tags r:id="rId397"/>
                </p:custDataLst>
              </p:nvPr>
            </p:nvSpPr>
            <p:spPr bwMode="auto">
              <a:xfrm>
                <a:off x="2366" y="2295"/>
                <a:ext cx="32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20" name="Line 585"/>
              <p:cNvSpPr>
                <a:spLocks noChangeShapeType="1"/>
              </p:cNvSpPr>
              <p:nvPr>
                <p:custDataLst>
                  <p:tags r:id="rId398"/>
                </p:custDataLst>
              </p:nvPr>
            </p:nvSpPr>
            <p:spPr bwMode="auto">
              <a:xfrm>
                <a:off x="2446" y="2295"/>
                <a:ext cx="64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1" name="Line 586"/>
              <p:cNvSpPr>
                <a:spLocks noChangeShapeType="1"/>
              </p:cNvSpPr>
              <p:nvPr>
                <p:custDataLst>
                  <p:tags r:id="rId399"/>
                </p:custDataLst>
              </p:nvPr>
            </p:nvSpPr>
            <p:spPr bwMode="auto">
              <a:xfrm>
                <a:off x="2558" y="2295"/>
                <a:ext cx="64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2" name="Line 587"/>
              <p:cNvSpPr>
                <a:spLocks noChangeShapeType="1"/>
              </p:cNvSpPr>
              <p:nvPr>
                <p:custDataLst>
                  <p:tags r:id="rId400"/>
                </p:custDataLst>
              </p:nvPr>
            </p:nvSpPr>
            <p:spPr bwMode="auto">
              <a:xfrm>
                <a:off x="2670" y="2295"/>
                <a:ext cx="64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3" name="Line 588"/>
              <p:cNvSpPr>
                <a:spLocks noChangeShapeType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2782" y="2295"/>
                <a:ext cx="64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4" name="Line 589"/>
              <p:cNvSpPr>
                <a:spLocks noChangeShapeType="1"/>
              </p:cNvSpPr>
              <p:nvPr>
                <p:custDataLst>
                  <p:tags r:id="rId402"/>
                </p:custDataLst>
              </p:nvPr>
            </p:nvSpPr>
            <p:spPr bwMode="auto">
              <a:xfrm>
                <a:off x="2902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5" name="Line 590"/>
              <p:cNvSpPr>
                <a:spLocks noChangeShapeType="1"/>
              </p:cNvSpPr>
              <p:nvPr>
                <p:custDataLst>
                  <p:tags r:id="rId403"/>
                </p:custDataLst>
              </p:nvPr>
            </p:nvSpPr>
            <p:spPr bwMode="auto">
              <a:xfrm>
                <a:off x="3015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6" name="Line 591"/>
              <p:cNvSpPr>
                <a:spLocks noChangeShapeType="1"/>
              </p:cNvSpPr>
              <p:nvPr>
                <p:custDataLst>
                  <p:tags r:id="rId404"/>
                </p:custDataLst>
              </p:nvPr>
            </p:nvSpPr>
            <p:spPr bwMode="auto">
              <a:xfrm>
                <a:off x="3127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7" name="Line 592"/>
              <p:cNvSpPr>
                <a:spLocks noChangeShapeType="1"/>
              </p:cNvSpPr>
              <p:nvPr>
                <p:custDataLst>
                  <p:tags r:id="rId405"/>
                </p:custDataLst>
              </p:nvPr>
            </p:nvSpPr>
            <p:spPr bwMode="auto">
              <a:xfrm>
                <a:off x="3239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8" name="Line 593"/>
              <p:cNvSpPr>
                <a:spLocks noChangeShapeType="1"/>
              </p:cNvSpPr>
              <p:nvPr>
                <p:custDataLst>
                  <p:tags r:id="rId406"/>
                </p:custDataLst>
              </p:nvPr>
            </p:nvSpPr>
            <p:spPr bwMode="auto">
              <a:xfrm>
                <a:off x="3351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9" name="Line 594"/>
              <p:cNvSpPr>
                <a:spLocks noChangeShapeType="1"/>
              </p:cNvSpPr>
              <p:nvPr>
                <p:custDataLst>
                  <p:tags r:id="rId407"/>
                </p:custDataLst>
              </p:nvPr>
            </p:nvSpPr>
            <p:spPr bwMode="auto">
              <a:xfrm>
                <a:off x="3463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0" name="Line 595"/>
              <p:cNvSpPr>
                <a:spLocks noChangeShapeType="1"/>
              </p:cNvSpPr>
              <p:nvPr>
                <p:custDataLst>
                  <p:tags r:id="rId408"/>
                </p:custDataLst>
              </p:nvPr>
            </p:nvSpPr>
            <p:spPr bwMode="auto">
              <a:xfrm>
                <a:off x="3575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1" name="Line 596"/>
              <p:cNvSpPr>
                <a:spLocks noChangeShapeType="1"/>
              </p:cNvSpPr>
              <p:nvPr>
                <p:custDataLst>
                  <p:tags r:id="rId409"/>
                </p:custDataLst>
              </p:nvPr>
            </p:nvSpPr>
            <p:spPr bwMode="auto">
              <a:xfrm>
                <a:off x="3687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2" name="Line 597"/>
              <p:cNvSpPr>
                <a:spLocks noChangeShapeType="1"/>
              </p:cNvSpPr>
              <p:nvPr>
                <p:custDataLst>
                  <p:tags r:id="rId410"/>
                </p:custDataLst>
              </p:nvPr>
            </p:nvSpPr>
            <p:spPr bwMode="auto">
              <a:xfrm>
                <a:off x="3799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" name="Line 598"/>
              <p:cNvSpPr>
                <a:spLocks noChangeShapeType="1"/>
              </p:cNvSpPr>
              <p:nvPr>
                <p:custDataLst>
                  <p:tags r:id="rId411"/>
                </p:custDataLst>
              </p:nvPr>
            </p:nvSpPr>
            <p:spPr bwMode="auto">
              <a:xfrm>
                <a:off x="3911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" name="Line 599"/>
              <p:cNvSpPr>
                <a:spLocks noChangeShapeType="1"/>
              </p:cNvSpPr>
              <p:nvPr>
                <p:custDataLst>
                  <p:tags r:id="rId412"/>
                </p:custDataLst>
              </p:nvPr>
            </p:nvSpPr>
            <p:spPr bwMode="auto">
              <a:xfrm>
                <a:off x="4023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5" name="Line 600"/>
              <p:cNvSpPr>
                <a:spLocks noChangeShapeType="1"/>
              </p:cNvSpPr>
              <p:nvPr>
                <p:custDataLst>
                  <p:tags r:id="rId413"/>
                </p:custDataLst>
              </p:nvPr>
            </p:nvSpPr>
            <p:spPr bwMode="auto">
              <a:xfrm>
                <a:off x="4135" y="2295"/>
                <a:ext cx="56" cy="1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6" name="Rectangle 601"/>
              <p:cNvSpPr>
                <a:spLocks noChangeArrowheads="1"/>
              </p:cNvSpPr>
              <p:nvPr>
                <p:custDataLst>
                  <p:tags r:id="rId414"/>
                </p:custDataLst>
              </p:nvPr>
            </p:nvSpPr>
            <p:spPr bwMode="auto">
              <a:xfrm>
                <a:off x="4247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7" name="Rectangle 602"/>
              <p:cNvSpPr>
                <a:spLocks noChangeArrowheads="1"/>
              </p:cNvSpPr>
              <p:nvPr>
                <p:custDataLst>
                  <p:tags r:id="rId415"/>
                </p:custDataLst>
              </p:nvPr>
            </p:nvSpPr>
            <p:spPr bwMode="auto">
              <a:xfrm>
                <a:off x="4279" y="2295"/>
                <a:ext cx="1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8" name="Rectangle 603"/>
              <p:cNvSpPr>
                <a:spLocks noChangeArrowheads="1"/>
              </p:cNvSpPr>
              <p:nvPr>
                <p:custDataLst>
                  <p:tags r:id="rId416"/>
                </p:custDataLst>
              </p:nvPr>
            </p:nvSpPr>
            <p:spPr bwMode="auto">
              <a:xfrm>
                <a:off x="4247" y="2295"/>
                <a:ext cx="32" cy="8"/>
              </a:xfrm>
              <a:prstGeom prst="rect">
                <a:avLst/>
              </a:prstGeom>
              <a:blipFill dpi="0" rotWithShape="0">
                <a:blip r:embed="rId419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A2E7E957-B111-4CB7-996A-90599F257EF3}" type="slidenum">
              <a:rPr lang="en-US" altLang="en-US">
                <a:latin typeface="Calibri" panose="020F0502020204030204" pitchFamily="34" charset="0"/>
              </a:rPr>
              <a:pPr lvl="1"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4" name="Ink 3"/>
              <p14:cNvContentPartPr/>
              <p14:nvPr/>
            </p14:nvContentPartPr>
            <p14:xfrm>
              <a:off x="993580" y="964720"/>
              <a:ext cx="6610680" cy="4152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978460" y="949600"/>
                <a:ext cx="6640200" cy="41821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4581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Carry Lookahead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Theoretically, in parallel: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Sum</a:t>
            </a:r>
            <a:r>
              <a:rPr lang="en-US" altLang="en-US" baseline="-25000" dirty="0"/>
              <a:t>0</a:t>
            </a:r>
            <a:r>
              <a:rPr lang="en-US" altLang="en-US" dirty="0"/>
              <a:t> = f(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in</a:t>
            </a:r>
            <a:r>
              <a:rPr lang="en-US" altLang="en-US" dirty="0"/>
              <a:t>, a</a:t>
            </a:r>
            <a:r>
              <a:rPr lang="en-US" altLang="en-US" baseline="-25000" dirty="0"/>
              <a:t>0</a:t>
            </a:r>
            <a:r>
              <a:rPr lang="en-US" altLang="en-US" dirty="0"/>
              <a:t>, b</a:t>
            </a:r>
            <a:r>
              <a:rPr lang="en-US" altLang="en-US" baseline="-25000" dirty="0"/>
              <a:t>0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Sum</a:t>
            </a:r>
            <a:r>
              <a:rPr lang="en-US" altLang="en-US" baseline="-25000" dirty="0"/>
              <a:t>i</a:t>
            </a:r>
            <a:r>
              <a:rPr lang="en-US" altLang="en-US" dirty="0"/>
              <a:t> = f(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in</a:t>
            </a:r>
            <a:r>
              <a:rPr lang="en-US" altLang="en-US" dirty="0"/>
              <a:t>, a</a:t>
            </a:r>
            <a:r>
              <a:rPr lang="en-US" altLang="en-US" baseline="-25000" dirty="0"/>
              <a:t>i</a:t>
            </a:r>
            <a:r>
              <a:rPr lang="en-US" altLang="en-US" dirty="0"/>
              <a:t>…a</a:t>
            </a:r>
            <a:r>
              <a:rPr lang="en-US" altLang="en-US" baseline="-25000" dirty="0"/>
              <a:t>0,</a:t>
            </a:r>
            <a:r>
              <a:rPr lang="en-US" altLang="en-US" dirty="0"/>
              <a:t>, b</a:t>
            </a:r>
            <a:r>
              <a:rPr lang="en-US" altLang="en-US" baseline="-25000" dirty="0"/>
              <a:t>i</a:t>
            </a:r>
            <a:r>
              <a:rPr lang="en-US" altLang="en-US" dirty="0"/>
              <a:t>…b</a:t>
            </a:r>
            <a:r>
              <a:rPr lang="en-US" altLang="en-US" baseline="-25000" dirty="0"/>
              <a:t>0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Sum</a:t>
            </a:r>
            <a:r>
              <a:rPr lang="en-US" altLang="en-US" baseline="-25000" dirty="0"/>
              <a:t>31</a:t>
            </a:r>
            <a:r>
              <a:rPr lang="en-US" altLang="en-US" dirty="0"/>
              <a:t> = f(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in</a:t>
            </a:r>
            <a:r>
              <a:rPr lang="en-US" altLang="en-US" dirty="0"/>
              <a:t>, a</a:t>
            </a:r>
            <a:r>
              <a:rPr lang="en-US" altLang="en-US" baseline="-25000" dirty="0"/>
              <a:t>31</a:t>
            </a:r>
            <a:r>
              <a:rPr lang="en-US" altLang="en-US" dirty="0"/>
              <a:t>…a</a:t>
            </a:r>
            <a:r>
              <a:rPr lang="en-US" altLang="en-US" baseline="-25000" dirty="0"/>
              <a:t>0</a:t>
            </a:r>
            <a:r>
              <a:rPr lang="en-US" altLang="en-US" dirty="0"/>
              <a:t>, b</a:t>
            </a:r>
            <a:r>
              <a:rPr lang="en-US" altLang="en-US" baseline="-25000" dirty="0"/>
              <a:t>31</a:t>
            </a:r>
            <a:r>
              <a:rPr lang="en-US" altLang="en-US" dirty="0"/>
              <a:t>…b</a:t>
            </a:r>
            <a:r>
              <a:rPr lang="en-US" altLang="en-US" baseline="-25000" dirty="0"/>
              <a:t>0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1A78E244-CE39-4FC0-AED4-B07094FE050F}" type="slidenum">
              <a:rPr lang="en-US" altLang="en-US">
                <a:latin typeface="Calibri" panose="020F0502020204030204" pitchFamily="34" charset="0"/>
              </a:rPr>
              <a:pPr lvl="1"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909018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Carry Lookahead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		0101 0100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		0011 0110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Need: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both 1s to generate carry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one or both 1s to propagate carry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Define:	</a:t>
            </a:r>
            <a:r>
              <a:rPr lang="en-US" altLang="en-US" sz="2800" dirty="0" err="1">
                <a:solidFill>
                  <a:srgbClr val="FF0000"/>
                </a:solidFill>
              </a:rPr>
              <a:t>g</a:t>
            </a:r>
            <a:r>
              <a:rPr lang="en-US" altLang="en-US" sz="2800" baseline="-25000" dirty="0" err="1">
                <a:solidFill>
                  <a:srgbClr val="FF0000"/>
                </a:solidFill>
              </a:rPr>
              <a:t>i</a:t>
            </a:r>
            <a:r>
              <a:rPr lang="en-US" altLang="en-US" sz="2800" dirty="0">
                <a:solidFill>
                  <a:srgbClr val="FF0000"/>
                </a:solidFill>
              </a:rPr>
              <a:t> = a</a:t>
            </a:r>
            <a:r>
              <a:rPr lang="en-US" altLang="en-US" sz="2800" baseline="-25000" dirty="0">
                <a:solidFill>
                  <a:srgbClr val="FF0000"/>
                </a:solidFill>
              </a:rPr>
              <a:t>i</a:t>
            </a:r>
            <a:r>
              <a:rPr lang="en-US" altLang="en-US" sz="2800" dirty="0">
                <a:solidFill>
                  <a:srgbClr val="FF0000"/>
                </a:solidFill>
              </a:rPr>
              <a:t> * b</a:t>
            </a:r>
            <a:r>
              <a:rPr lang="en-US" altLang="en-US" sz="2800" baseline="-25000" dirty="0">
                <a:solidFill>
                  <a:srgbClr val="FF0000"/>
                </a:solidFill>
              </a:rPr>
              <a:t>i</a:t>
            </a:r>
            <a:r>
              <a:rPr lang="en-US" altLang="en-US" sz="2800" dirty="0">
                <a:solidFill>
                  <a:srgbClr val="FF0000"/>
                </a:solidFill>
              </a:rPr>
              <a:t> ## carry generate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hlink"/>
                </a:solidFill>
              </a:rPr>
              <a:t>			p</a:t>
            </a:r>
            <a:r>
              <a:rPr lang="en-US" altLang="en-US" sz="2800" baseline="-25000" dirty="0">
                <a:solidFill>
                  <a:schemeClr val="hlink"/>
                </a:solidFill>
              </a:rPr>
              <a:t>i</a:t>
            </a:r>
            <a:r>
              <a:rPr lang="en-US" altLang="en-US" sz="2800" dirty="0">
                <a:solidFill>
                  <a:schemeClr val="hlink"/>
                </a:solidFill>
              </a:rPr>
              <a:t> = a</a:t>
            </a:r>
            <a:r>
              <a:rPr lang="en-US" altLang="en-US" sz="2800" baseline="-25000" dirty="0">
                <a:solidFill>
                  <a:schemeClr val="hlink"/>
                </a:solidFill>
              </a:rPr>
              <a:t>i</a:t>
            </a:r>
            <a:r>
              <a:rPr lang="en-US" altLang="en-US" sz="2800" dirty="0">
                <a:solidFill>
                  <a:schemeClr val="hlink"/>
                </a:solidFill>
              </a:rPr>
              <a:t> + b</a:t>
            </a:r>
            <a:r>
              <a:rPr lang="en-US" altLang="en-US" sz="2800" baseline="-25000" dirty="0">
                <a:solidFill>
                  <a:schemeClr val="hlink"/>
                </a:solidFill>
              </a:rPr>
              <a:t>i</a:t>
            </a:r>
            <a:r>
              <a:rPr lang="en-US" altLang="en-US" sz="2800" dirty="0">
                <a:solidFill>
                  <a:schemeClr val="hlink"/>
                </a:solidFill>
              </a:rPr>
              <a:t> ## carry propagate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/>
              <a:t>Carryin</a:t>
            </a:r>
            <a:r>
              <a:rPr lang="en-US" altLang="en-US" sz="2800" dirty="0"/>
              <a:t>: c</a:t>
            </a:r>
            <a:r>
              <a:rPr lang="en-US" altLang="en-US" sz="2800" baseline="-25000" dirty="0"/>
              <a:t>i+1</a:t>
            </a:r>
            <a:r>
              <a:rPr lang="en-US" altLang="en-US" sz="2800" dirty="0"/>
              <a:t> 	= a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* b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+ a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* c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+ b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* c</a:t>
            </a:r>
            <a:r>
              <a:rPr lang="en-US" altLang="en-US" sz="2800" baseline="-25000" dirty="0"/>
              <a:t>i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		= a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* b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+ (a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+ b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) * c</a:t>
            </a:r>
            <a:r>
              <a:rPr lang="en-US" altLang="en-US" sz="2800" baseline="-25000" dirty="0"/>
              <a:t>i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		= </a:t>
            </a:r>
            <a:r>
              <a:rPr lang="en-US" altLang="en-US" sz="2800" dirty="0" err="1"/>
              <a:t>g</a:t>
            </a:r>
            <a:r>
              <a:rPr lang="en-US" altLang="en-US" sz="2800" baseline="-25000" dirty="0" err="1"/>
              <a:t>i</a:t>
            </a:r>
            <a:r>
              <a:rPr lang="en-US" altLang="en-US" sz="2800" dirty="0"/>
              <a:t> + p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* c</a:t>
            </a:r>
            <a:r>
              <a:rPr lang="en-US" altLang="en-US" sz="2800" baseline="-25000" dirty="0"/>
              <a:t>i</a:t>
            </a: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7EB3A03-2478-4824-BDCF-7274FDA3ED8D}" type="slidenum">
              <a:rPr lang="en-US" altLang="en-US">
                <a:latin typeface="Calibri" panose="020F0502020204030204" pitchFamily="34" charset="0"/>
              </a:rPr>
              <a:pPr lvl="1"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46530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Carry Lookahead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7772400" cy="44958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Therefore:</a:t>
            </a:r>
          </a:p>
          <a:p>
            <a:pPr eaLnBrk="1" hangingPunct="1">
              <a:lnSpc>
                <a:spcPct val="40000"/>
              </a:lnSpc>
              <a:spcBef>
                <a:spcPts val="24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 * 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endParaRPr lang="en-US" altLang="en-US" sz="24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4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 </a:t>
            </a:r>
            <a:r>
              <a:rPr lang="en-US" altLang="en-US" sz="2400" dirty="0">
                <a:latin typeface="Helvetica" panose="020B0604020202020204" pitchFamily="34" charset="0"/>
              </a:rPr>
              <a:t>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* 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 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* (g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 * 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    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</a:t>
            </a:r>
            <a:r>
              <a:rPr lang="en-US" altLang="en-US" sz="2400" dirty="0">
                <a:latin typeface="Helvetica" panose="020B0604020202020204" pitchFamily="34" charset="0"/>
              </a:rPr>
              <a:t> *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</a:t>
            </a:r>
            <a:r>
              <a:rPr lang="en-US" altLang="en-US" sz="2400" dirty="0">
                <a:latin typeface="Helvetica" panose="020B0604020202020204" pitchFamily="34" charset="0"/>
              </a:rPr>
              <a:t> *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 * 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endParaRPr lang="en-US" altLang="en-US" sz="24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4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 </a:t>
            </a:r>
            <a:r>
              <a:rPr lang="en-US" altLang="en-US" sz="2400" dirty="0">
                <a:latin typeface="Helvetica" panose="020B0604020202020204" pitchFamily="34" charset="0"/>
              </a:rPr>
              <a:t>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 *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 *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*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 *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*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 </a:t>
            </a:r>
            <a:r>
              <a:rPr lang="en-US" altLang="en-US" sz="2400" dirty="0">
                <a:latin typeface="Helvetica" panose="020B0604020202020204" pitchFamily="34" charset="0"/>
              </a:rPr>
              <a:t>* 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endParaRPr lang="en-US" altLang="en-US" sz="24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4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4 </a:t>
            </a:r>
            <a:r>
              <a:rPr lang="en-US" altLang="en-US" sz="2400" dirty="0">
                <a:latin typeface="Helvetica" panose="020B0604020202020204" pitchFamily="34" charset="0"/>
              </a:rPr>
              <a:t>= 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400" dirty="0">
                <a:latin typeface="Helvetica" panose="020B0604020202020204" pitchFamily="34" charset="0"/>
              </a:rPr>
              <a:t>*g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 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*g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</a:t>
            </a:r>
            <a:r>
              <a:rPr lang="en-US" altLang="en-US" sz="2400" dirty="0">
                <a:latin typeface="Helvetica" panose="020B0604020202020204" pitchFamily="34" charset="0"/>
              </a:rPr>
              <a:t>*g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 </a:t>
            </a:r>
            <a:r>
              <a:rPr lang="en-US" altLang="en-US" sz="2400" dirty="0">
                <a:latin typeface="Helvetica" panose="020B0604020202020204" pitchFamily="34" charset="0"/>
              </a:rPr>
              <a:t>+ 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2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1</a:t>
            </a:r>
            <a:r>
              <a:rPr lang="en-US" altLang="en-US" sz="2400" dirty="0">
                <a:latin typeface="Helvetica" panose="020B0604020202020204" pitchFamily="34" charset="0"/>
              </a:rPr>
              <a:t>*p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400" dirty="0">
                <a:latin typeface="Helvetica" panose="020B0604020202020204" pitchFamily="34" charset="0"/>
              </a:rPr>
              <a:t>*c</a:t>
            </a:r>
            <a:r>
              <a:rPr lang="en-US" altLang="en-US" sz="2400" baseline="-25000" dirty="0">
                <a:latin typeface="Helvetica" panose="020B0604020202020204" pitchFamily="34" charset="0"/>
              </a:rPr>
              <a:t>0</a:t>
            </a:r>
          </a:p>
          <a:p>
            <a:pPr eaLnBrk="1" hangingPunct="1">
              <a:lnSpc>
                <a:spcPct val="4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endParaRPr lang="en-US" altLang="en-US" sz="2400" baseline="-25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1 gate delay (for </a:t>
            </a:r>
            <a:r>
              <a:rPr lang="en-US" altLang="en-US" sz="2800" dirty="0" err="1"/>
              <a:t>g</a:t>
            </a:r>
            <a:r>
              <a:rPr lang="en-US" altLang="en-US" sz="2800" baseline="-25000" dirty="0" err="1"/>
              <a:t>i</a:t>
            </a:r>
            <a:r>
              <a:rPr lang="en-US" altLang="en-US" sz="2800" dirty="0"/>
              <a:t>, p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) + 2 gate delays (for c</a:t>
            </a:r>
            <a:r>
              <a:rPr lang="en-US" altLang="en-US" sz="2800" baseline="-25000" dirty="0"/>
              <a:t>i+1</a:t>
            </a:r>
            <a:r>
              <a:rPr lang="en-US" altLang="en-US" sz="28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But needs large i+1 fan-in for the OR and rightmost AND in c</a:t>
            </a:r>
            <a:r>
              <a:rPr lang="en-US" altLang="en-US" sz="2800" baseline="-25000" dirty="0"/>
              <a:t>i</a:t>
            </a:r>
            <a:endParaRPr lang="en-US" altLang="en-US" sz="2400" baseline="-25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034A5233-A632-434F-AE3E-6EBBFA2E6D30}" type="slidenum">
              <a:rPr lang="en-US" altLang="en-US">
                <a:latin typeface="Calibri" panose="020F0502020204030204" pitchFamily="34" charset="0"/>
              </a:rPr>
              <a:pPr lvl="1"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367996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4-bit Carry Lookahead Adder</a:t>
            </a:r>
          </a:p>
        </p:txBody>
      </p:sp>
      <p:sp>
        <p:nvSpPr>
          <p:cNvPr id="1024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52500" y="31480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4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17600" y="32607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5" name="Freeform 7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990600" y="3603625"/>
            <a:ext cx="76200" cy="114300"/>
          </a:xfrm>
          <a:custGeom>
            <a:avLst/>
            <a:gdLst>
              <a:gd name="T0" fmla="*/ 2147483647 w 48"/>
              <a:gd name="T1" fmla="*/ 2147483647 h 72"/>
              <a:gd name="T2" fmla="*/ 0 w 48"/>
              <a:gd name="T3" fmla="*/ 2147483647 h 72"/>
              <a:gd name="T4" fmla="*/ 0 w 48"/>
              <a:gd name="T5" fmla="*/ 2147483647 h 72"/>
              <a:gd name="T6" fmla="*/ 0 w 48"/>
              <a:gd name="T7" fmla="*/ 2147483647 h 72"/>
              <a:gd name="T8" fmla="*/ 2147483647 w 48"/>
              <a:gd name="T9" fmla="*/ 0 h 72"/>
              <a:gd name="T10" fmla="*/ 2147483647 w 48"/>
              <a:gd name="T11" fmla="*/ 0 h 72"/>
              <a:gd name="T12" fmla="*/ 2147483647 w 48"/>
              <a:gd name="T13" fmla="*/ 0 h 72"/>
              <a:gd name="T14" fmla="*/ 2147483647 w 48"/>
              <a:gd name="T15" fmla="*/ 2147483647 h 72"/>
              <a:gd name="T16" fmla="*/ 2147483647 w 48"/>
              <a:gd name="T17" fmla="*/ 2147483647 h 72"/>
              <a:gd name="T18" fmla="*/ 2147483647 w 48"/>
              <a:gd name="T19" fmla="*/ 2147483647 h 72"/>
              <a:gd name="T20" fmla="*/ 2147483647 w 48"/>
              <a:gd name="T21" fmla="*/ 2147483647 h 72"/>
              <a:gd name="T22" fmla="*/ 2147483647 w 48"/>
              <a:gd name="T23" fmla="*/ 0 h 72"/>
              <a:gd name="T24" fmla="*/ 2147483647 w 48"/>
              <a:gd name="T25" fmla="*/ 0 h 72"/>
              <a:gd name="T26" fmla="*/ 2147483647 w 48"/>
              <a:gd name="T27" fmla="*/ 0 h 72"/>
              <a:gd name="T28" fmla="*/ 2147483647 w 48"/>
              <a:gd name="T29" fmla="*/ 2147483647 h 72"/>
              <a:gd name="T30" fmla="*/ 0 w 48"/>
              <a:gd name="T31" fmla="*/ 2147483647 h 72"/>
              <a:gd name="T32" fmla="*/ 0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2147483647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32" y="0"/>
                </a:lnTo>
                <a:lnTo>
                  <a:pt x="48" y="72"/>
                </a:lnTo>
                <a:lnTo>
                  <a:pt x="40" y="72"/>
                </a:lnTo>
                <a:lnTo>
                  <a:pt x="24" y="0"/>
                </a:lnTo>
                <a:lnTo>
                  <a:pt x="32" y="0"/>
                </a:lnTo>
                <a:lnTo>
                  <a:pt x="8" y="72"/>
                </a:lnTo>
                <a:lnTo>
                  <a:pt x="0" y="72"/>
                </a:lnTo>
                <a:lnTo>
                  <a:pt x="0" y="64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Freeform 8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028700" y="37052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Freeform 9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990600" y="36036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28700" y="37179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9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028700" y="40608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0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28700" y="37179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1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9600" y="31734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2" name="Rectangle 1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87400" y="3286125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3" name="Freeform 15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60400" y="357822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24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24" y="88"/>
                </a:lnTo>
                <a:lnTo>
                  <a:pt x="24" y="9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Freeform 16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698500" y="37179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Freeform 17"/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660400" y="36163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Rectangle 18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98500" y="37433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7" name="Rectangle 1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98500" y="4086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8" name="Rectangle 2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98500" y="37433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9" name="Rectangle 2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308100" y="31607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0" name="Rectangle 22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473200" y="32734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1" name="Freeform 23"/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346200" y="393382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0 h 72"/>
              <a:gd name="T6" fmla="*/ 2147483647 w 48"/>
              <a:gd name="T7" fmla="*/ 0 h 72"/>
              <a:gd name="T8" fmla="*/ 2147483647 w 48"/>
              <a:gd name="T9" fmla="*/ 2147483647 h 72"/>
              <a:gd name="T10" fmla="*/ 2147483647 w 48"/>
              <a:gd name="T11" fmla="*/ 2147483647 h 72"/>
              <a:gd name="T12" fmla="*/ 2147483647 w 48"/>
              <a:gd name="T13" fmla="*/ 2147483647 h 72"/>
              <a:gd name="T14" fmla="*/ 0 w 48"/>
              <a:gd name="T15" fmla="*/ 0 h 72"/>
              <a:gd name="T16" fmla="*/ 0 w 48"/>
              <a:gd name="T17" fmla="*/ 0 h 72"/>
              <a:gd name="T18" fmla="*/ 2147483647 w 48"/>
              <a:gd name="T19" fmla="*/ 0 h 72"/>
              <a:gd name="T20" fmla="*/ 2147483647 w 48"/>
              <a:gd name="T21" fmla="*/ 0 h 72"/>
              <a:gd name="T22" fmla="*/ 2147483647 w 48"/>
              <a:gd name="T23" fmla="*/ 2147483647 h 72"/>
              <a:gd name="T24" fmla="*/ 2147483647 w 48"/>
              <a:gd name="T25" fmla="*/ 2147483647 h 72"/>
              <a:gd name="T26" fmla="*/ 2147483647 w 48"/>
              <a:gd name="T27" fmla="*/ 2147483647 h 72"/>
              <a:gd name="T28" fmla="*/ 2147483647 w 48"/>
              <a:gd name="T29" fmla="*/ 0 h 72"/>
              <a:gd name="T30" fmla="*/ 2147483647 w 48"/>
              <a:gd name="T31" fmla="*/ 0 h 72"/>
              <a:gd name="T32" fmla="*/ 2147483647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16" y="72"/>
                </a:lnTo>
                <a:lnTo>
                  <a:pt x="0" y="0"/>
                </a:lnTo>
                <a:lnTo>
                  <a:pt x="8" y="0"/>
                </a:lnTo>
                <a:lnTo>
                  <a:pt x="24" y="72"/>
                </a:lnTo>
                <a:lnTo>
                  <a:pt x="16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2" name="Freeform 24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1358900" y="3933825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3" name="Freeform 25"/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1358900" y="393382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0"/>
                </a:moveTo>
                <a:lnTo>
                  <a:pt x="40" y="0"/>
                </a:lnTo>
                <a:lnTo>
                  <a:pt x="16" y="72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4" name="Rectangle 2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371600" y="35909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5" name="Rectangle 27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384300" y="39338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6" name="Freeform 28"/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1371600" y="35909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7" name="Rectangle 29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638300" y="31480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8" name="Rectangle 30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816100" y="32607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9" name="Freeform 31"/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1676400" y="3921125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32" y="0"/>
                </a:moveTo>
                <a:lnTo>
                  <a:pt x="48" y="0"/>
                </a:lnTo>
                <a:lnTo>
                  <a:pt x="32" y="80"/>
                </a:lnTo>
                <a:lnTo>
                  <a:pt x="24" y="80"/>
                </a:lnTo>
                <a:lnTo>
                  <a:pt x="0" y="0"/>
                </a:lnTo>
                <a:lnTo>
                  <a:pt x="8" y="0"/>
                </a:lnTo>
                <a:lnTo>
                  <a:pt x="32" y="80"/>
                </a:lnTo>
                <a:lnTo>
                  <a:pt x="24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0" name="Freeform 32"/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1689100" y="39211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1" name="Freeform 33"/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1689100" y="3921125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0"/>
                </a:moveTo>
                <a:lnTo>
                  <a:pt x="40" y="0"/>
                </a:lnTo>
                <a:lnTo>
                  <a:pt x="24" y="80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2" name="Rectangle 3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714500" y="3578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3" name="Rectangle 35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727200" y="39211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4" name="Freeform 36"/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1714500" y="35782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5" name="Rectangle 37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431800" y="4048125"/>
            <a:ext cx="15240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6" name="Rectangle 38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943100" y="4048125"/>
            <a:ext cx="12700" cy="9890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7" name="Rectangle 39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31800" y="5024438"/>
            <a:ext cx="15113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8" name="Rectangle 40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31800" y="4048125"/>
            <a:ext cx="12700" cy="9763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9" name="Rectangle 41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092200" y="54546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0" name="Rectangle 42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1244600" y="5568950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1" name="Freeform 43"/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1130300" y="5367338"/>
            <a:ext cx="76200" cy="112712"/>
          </a:xfrm>
          <a:custGeom>
            <a:avLst/>
            <a:gdLst>
              <a:gd name="T0" fmla="*/ 2147483647 w 48"/>
              <a:gd name="T1" fmla="*/ 0 h 71"/>
              <a:gd name="T2" fmla="*/ 2147483647 w 48"/>
              <a:gd name="T3" fmla="*/ 0 h 71"/>
              <a:gd name="T4" fmla="*/ 2147483647 w 48"/>
              <a:gd name="T5" fmla="*/ 0 h 71"/>
              <a:gd name="T6" fmla="*/ 2147483647 w 48"/>
              <a:gd name="T7" fmla="*/ 0 h 71"/>
              <a:gd name="T8" fmla="*/ 2147483647 w 48"/>
              <a:gd name="T9" fmla="*/ 2147483647 h 71"/>
              <a:gd name="T10" fmla="*/ 2147483647 w 48"/>
              <a:gd name="T11" fmla="*/ 2147483647 h 71"/>
              <a:gd name="T12" fmla="*/ 2147483647 w 48"/>
              <a:gd name="T13" fmla="*/ 2147483647 h 71"/>
              <a:gd name="T14" fmla="*/ 0 w 48"/>
              <a:gd name="T15" fmla="*/ 0 h 71"/>
              <a:gd name="T16" fmla="*/ 0 w 48"/>
              <a:gd name="T17" fmla="*/ 0 h 71"/>
              <a:gd name="T18" fmla="*/ 2147483647 w 48"/>
              <a:gd name="T19" fmla="*/ 0 h 71"/>
              <a:gd name="T20" fmla="*/ 2147483647 w 48"/>
              <a:gd name="T21" fmla="*/ 0 h 71"/>
              <a:gd name="T22" fmla="*/ 2147483647 w 48"/>
              <a:gd name="T23" fmla="*/ 2147483647 h 71"/>
              <a:gd name="T24" fmla="*/ 2147483647 w 48"/>
              <a:gd name="T25" fmla="*/ 2147483647 h 71"/>
              <a:gd name="T26" fmla="*/ 2147483647 w 48"/>
              <a:gd name="T27" fmla="*/ 2147483647 h 71"/>
              <a:gd name="T28" fmla="*/ 2147483647 w 48"/>
              <a:gd name="T29" fmla="*/ 0 h 71"/>
              <a:gd name="T30" fmla="*/ 2147483647 w 48"/>
              <a:gd name="T31" fmla="*/ 0 h 71"/>
              <a:gd name="T32" fmla="*/ 2147483647 w 48"/>
              <a:gd name="T33" fmla="*/ 2147483647 h 71"/>
              <a:gd name="T34" fmla="*/ 2147483647 w 48"/>
              <a:gd name="T35" fmla="*/ 2147483647 h 71"/>
              <a:gd name="T36" fmla="*/ 2147483647 w 48"/>
              <a:gd name="T37" fmla="*/ 0 h 7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1"/>
              <a:gd name="T59" fmla="*/ 48 w 48"/>
              <a:gd name="T60" fmla="*/ 71 h 7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1">
                <a:moveTo>
                  <a:pt x="24" y="0"/>
                </a:moveTo>
                <a:lnTo>
                  <a:pt x="48" y="0"/>
                </a:lnTo>
                <a:lnTo>
                  <a:pt x="24" y="71"/>
                </a:lnTo>
                <a:lnTo>
                  <a:pt x="16" y="71"/>
                </a:lnTo>
                <a:lnTo>
                  <a:pt x="0" y="0"/>
                </a:lnTo>
                <a:lnTo>
                  <a:pt x="8" y="0"/>
                </a:lnTo>
                <a:lnTo>
                  <a:pt x="24" y="71"/>
                </a:lnTo>
                <a:lnTo>
                  <a:pt x="16" y="71"/>
                </a:lnTo>
                <a:lnTo>
                  <a:pt x="40" y="0"/>
                </a:lnTo>
                <a:lnTo>
                  <a:pt x="48" y="0"/>
                </a:lnTo>
                <a:lnTo>
                  <a:pt x="48" y="7"/>
                </a:lnTo>
                <a:lnTo>
                  <a:pt x="24" y="7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2" name="Freeform 44"/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1143000" y="5367338"/>
            <a:ext cx="25400" cy="11112"/>
          </a:xfrm>
          <a:custGeom>
            <a:avLst/>
            <a:gdLst>
              <a:gd name="T0" fmla="*/ 0 w 16"/>
              <a:gd name="T1" fmla="*/ 0 h 7"/>
              <a:gd name="T2" fmla="*/ 2147483647 w 16"/>
              <a:gd name="T3" fmla="*/ 0 h 7"/>
              <a:gd name="T4" fmla="*/ 2147483647 w 16"/>
              <a:gd name="T5" fmla="*/ 2147483647 h 7"/>
              <a:gd name="T6" fmla="*/ 2147483647 w 16"/>
              <a:gd name="T7" fmla="*/ 2147483647 h 7"/>
              <a:gd name="T8" fmla="*/ 2147483647 w 16"/>
              <a:gd name="T9" fmla="*/ 2147483647 h 7"/>
              <a:gd name="T10" fmla="*/ 0 w 16"/>
              <a:gd name="T11" fmla="*/ 2147483647 h 7"/>
              <a:gd name="T12" fmla="*/ 0 w 16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7"/>
              <a:gd name="T23" fmla="*/ 16 w 16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7">
                <a:moveTo>
                  <a:pt x="0" y="0"/>
                </a:moveTo>
                <a:lnTo>
                  <a:pt x="16" y="0"/>
                </a:lnTo>
                <a:lnTo>
                  <a:pt x="16" y="7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3" name="Freeform 45"/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1143000" y="5367338"/>
            <a:ext cx="63500" cy="112712"/>
          </a:xfrm>
          <a:custGeom>
            <a:avLst/>
            <a:gdLst>
              <a:gd name="T0" fmla="*/ 2147483647 w 40"/>
              <a:gd name="T1" fmla="*/ 0 h 71"/>
              <a:gd name="T2" fmla="*/ 2147483647 w 40"/>
              <a:gd name="T3" fmla="*/ 0 h 71"/>
              <a:gd name="T4" fmla="*/ 2147483647 w 40"/>
              <a:gd name="T5" fmla="*/ 2147483647 h 71"/>
              <a:gd name="T6" fmla="*/ 0 w 40"/>
              <a:gd name="T7" fmla="*/ 0 h 71"/>
              <a:gd name="T8" fmla="*/ 2147483647 w 40"/>
              <a:gd name="T9" fmla="*/ 0 h 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1"/>
              <a:gd name="T17" fmla="*/ 40 w 40"/>
              <a:gd name="T18" fmla="*/ 71 h 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1">
                <a:moveTo>
                  <a:pt x="16" y="0"/>
                </a:moveTo>
                <a:lnTo>
                  <a:pt x="40" y="0"/>
                </a:lnTo>
                <a:lnTo>
                  <a:pt x="16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4" name="Rectangle 46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1155700" y="50244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5" name="Rectangle 47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1168400" y="53673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6" name="Freeform 48"/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1155700" y="5024438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7" name="Rectangle 49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2006600" y="41116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8" name="Rectangle 50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2159000" y="42259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9" name="Freeform 51"/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1930400" y="4491038"/>
            <a:ext cx="152400" cy="76200"/>
          </a:xfrm>
          <a:custGeom>
            <a:avLst/>
            <a:gdLst>
              <a:gd name="T0" fmla="*/ 2147483647 w 96"/>
              <a:gd name="T1" fmla="*/ 2147483647 h 48"/>
              <a:gd name="T2" fmla="*/ 2147483647 w 96"/>
              <a:gd name="T3" fmla="*/ 2147483647 h 48"/>
              <a:gd name="T4" fmla="*/ 2147483647 w 96"/>
              <a:gd name="T5" fmla="*/ 2147483647 h 48"/>
              <a:gd name="T6" fmla="*/ 2147483647 w 96"/>
              <a:gd name="T7" fmla="*/ 2147483647 h 48"/>
              <a:gd name="T8" fmla="*/ 2147483647 w 96"/>
              <a:gd name="T9" fmla="*/ 2147483647 h 48"/>
              <a:gd name="T10" fmla="*/ 0 w 96"/>
              <a:gd name="T11" fmla="*/ 2147483647 h 48"/>
              <a:gd name="T12" fmla="*/ 2147483647 w 96"/>
              <a:gd name="T13" fmla="*/ 2147483647 h 48"/>
              <a:gd name="T14" fmla="*/ 2147483647 w 96"/>
              <a:gd name="T15" fmla="*/ 0 h 48"/>
              <a:gd name="T16" fmla="*/ 2147483647 w 96"/>
              <a:gd name="T17" fmla="*/ 0 h 48"/>
              <a:gd name="T18" fmla="*/ 2147483647 w 96"/>
              <a:gd name="T19" fmla="*/ 2147483647 h 48"/>
              <a:gd name="T20" fmla="*/ 2147483647 w 96"/>
              <a:gd name="T21" fmla="*/ 2147483647 h 48"/>
              <a:gd name="T22" fmla="*/ 2147483647 w 96"/>
              <a:gd name="T23" fmla="*/ 2147483647 h 48"/>
              <a:gd name="T24" fmla="*/ 2147483647 w 96"/>
              <a:gd name="T25" fmla="*/ 2147483647 h 48"/>
              <a:gd name="T26" fmla="*/ 2147483647 w 96"/>
              <a:gd name="T27" fmla="*/ 2147483647 h 48"/>
              <a:gd name="T28" fmla="*/ 2147483647 w 96"/>
              <a:gd name="T29" fmla="*/ 2147483647 h 48"/>
              <a:gd name="T30" fmla="*/ 2147483647 w 96"/>
              <a:gd name="T31" fmla="*/ 2147483647 h 48"/>
              <a:gd name="T32" fmla="*/ 2147483647 w 96"/>
              <a:gd name="T33" fmla="*/ 2147483647 h 48"/>
              <a:gd name="T34" fmla="*/ 2147483647 w 96"/>
              <a:gd name="T35" fmla="*/ 2147483647 h 48"/>
              <a:gd name="T36" fmla="*/ 2147483647 w 96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48"/>
              <a:gd name="T59" fmla="*/ 96 w 96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48">
                <a:moveTo>
                  <a:pt x="96" y="32"/>
                </a:moveTo>
                <a:lnTo>
                  <a:pt x="96" y="48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0"/>
                </a:lnTo>
                <a:lnTo>
                  <a:pt x="96" y="48"/>
                </a:lnTo>
                <a:lnTo>
                  <a:pt x="88" y="48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0" name="Freeform 52"/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2070100" y="450373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1" name="Freeform 53"/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1968500" y="450373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24"/>
                </a:moveTo>
                <a:lnTo>
                  <a:pt x="72" y="40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2" name="Rectangle 54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2095500" y="4541838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3" name="Rectangle 55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095500" y="4541838"/>
            <a:ext cx="3175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4" name="Rectangle 56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2400300" y="2678113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5" name="Rectangle 57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400300" y="2678113"/>
            <a:ext cx="12700" cy="1863725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6" name="Rectangle 58"/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3149600" y="31480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7" name="Rectangle 59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327400" y="32607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8" name="Freeform 60"/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3200400" y="359092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0 w 48"/>
              <a:gd name="T3" fmla="*/ 2147483647 h 80"/>
              <a:gd name="T4" fmla="*/ 0 w 48"/>
              <a:gd name="T5" fmla="*/ 2147483647 h 80"/>
              <a:gd name="T6" fmla="*/ 0 w 48"/>
              <a:gd name="T7" fmla="*/ 2147483647 h 80"/>
              <a:gd name="T8" fmla="*/ 2147483647 w 48"/>
              <a:gd name="T9" fmla="*/ 0 h 80"/>
              <a:gd name="T10" fmla="*/ 2147483647 w 48"/>
              <a:gd name="T11" fmla="*/ 0 h 80"/>
              <a:gd name="T12" fmla="*/ 2147483647 w 48"/>
              <a:gd name="T13" fmla="*/ 0 h 80"/>
              <a:gd name="T14" fmla="*/ 2147483647 w 48"/>
              <a:gd name="T15" fmla="*/ 2147483647 h 80"/>
              <a:gd name="T16" fmla="*/ 2147483647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0 h 80"/>
              <a:gd name="T24" fmla="*/ 2147483647 w 48"/>
              <a:gd name="T25" fmla="*/ 0 h 80"/>
              <a:gd name="T26" fmla="*/ 2147483647 w 48"/>
              <a:gd name="T27" fmla="*/ 0 h 80"/>
              <a:gd name="T28" fmla="*/ 2147483647 w 48"/>
              <a:gd name="T29" fmla="*/ 2147483647 h 80"/>
              <a:gd name="T30" fmla="*/ 0 w 48"/>
              <a:gd name="T31" fmla="*/ 2147483647 h 80"/>
              <a:gd name="T32" fmla="*/ 0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72"/>
                </a:moveTo>
                <a:lnTo>
                  <a:pt x="0" y="80"/>
                </a:lnTo>
                <a:lnTo>
                  <a:pt x="16" y="0"/>
                </a:lnTo>
                <a:lnTo>
                  <a:pt x="24" y="0"/>
                </a:lnTo>
                <a:lnTo>
                  <a:pt x="48" y="72"/>
                </a:lnTo>
                <a:lnTo>
                  <a:pt x="40" y="72"/>
                </a:lnTo>
                <a:lnTo>
                  <a:pt x="16" y="0"/>
                </a:lnTo>
                <a:lnTo>
                  <a:pt x="24" y="0"/>
                </a:lnTo>
                <a:lnTo>
                  <a:pt x="8" y="80"/>
                </a:lnTo>
                <a:lnTo>
                  <a:pt x="0" y="80"/>
                </a:lnTo>
                <a:lnTo>
                  <a:pt x="0" y="72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9" name="Freeform 61"/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3238500" y="36925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0" name="Freeform 62"/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3200400" y="359092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0 w 40"/>
              <a:gd name="T3" fmla="*/ 2147483647 h 80"/>
              <a:gd name="T4" fmla="*/ 2147483647 w 40"/>
              <a:gd name="T5" fmla="*/ 0 h 80"/>
              <a:gd name="T6" fmla="*/ 2147483647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72"/>
                </a:moveTo>
                <a:lnTo>
                  <a:pt x="0" y="80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1" name="Rectangle 63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3238500" y="37179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2" name="Rectangle 64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3238500" y="40608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3" name="Rectangle 65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3238500" y="37179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4" name="Rectangle 66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2819400" y="31607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5" name="Rectangle 67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2997200" y="32734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6" name="Freeform 68"/>
          <p:cNvSpPr>
            <a:spLocks/>
          </p:cNvSpPr>
          <p:nvPr>
            <p:custDataLst>
              <p:tags r:id="rId66"/>
            </p:custDataLst>
          </p:nvPr>
        </p:nvSpPr>
        <p:spPr bwMode="auto">
          <a:xfrm>
            <a:off x="2870200" y="357822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16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16" y="88"/>
                </a:lnTo>
                <a:lnTo>
                  <a:pt x="16" y="9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7" name="Freeform 69"/>
          <p:cNvSpPr>
            <a:spLocks/>
          </p:cNvSpPr>
          <p:nvPr>
            <p:custDataLst>
              <p:tags r:id="rId67"/>
            </p:custDataLst>
          </p:nvPr>
        </p:nvSpPr>
        <p:spPr bwMode="auto">
          <a:xfrm>
            <a:off x="2895600" y="3717925"/>
            <a:ext cx="38100" cy="12700"/>
          </a:xfrm>
          <a:custGeom>
            <a:avLst/>
            <a:gdLst>
              <a:gd name="T0" fmla="*/ 2147483647 w 24"/>
              <a:gd name="T1" fmla="*/ 2147483647 h 8"/>
              <a:gd name="T2" fmla="*/ 0 w 24"/>
              <a:gd name="T3" fmla="*/ 2147483647 h 8"/>
              <a:gd name="T4" fmla="*/ 0 w 24"/>
              <a:gd name="T5" fmla="*/ 0 h 8"/>
              <a:gd name="T6" fmla="*/ 0 w 24"/>
              <a:gd name="T7" fmla="*/ 0 h 8"/>
              <a:gd name="T8" fmla="*/ 0 w 24"/>
              <a:gd name="T9" fmla="*/ 0 h 8"/>
              <a:gd name="T10" fmla="*/ 2147483647 w 24"/>
              <a:gd name="T11" fmla="*/ 0 h 8"/>
              <a:gd name="T12" fmla="*/ 2147483647 w 24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24" y="8"/>
                </a:moveTo>
                <a:lnTo>
                  <a:pt x="0" y="8"/>
                </a:lnTo>
                <a:lnTo>
                  <a:pt x="0" y="0"/>
                </a:lnTo>
                <a:lnTo>
                  <a:pt x="24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8" name="Freeform 70"/>
          <p:cNvSpPr>
            <a:spLocks/>
          </p:cNvSpPr>
          <p:nvPr>
            <p:custDataLst>
              <p:tags r:id="rId68"/>
            </p:custDataLst>
          </p:nvPr>
        </p:nvSpPr>
        <p:spPr bwMode="auto">
          <a:xfrm>
            <a:off x="2870200" y="36163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16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9" name="Rectangle 71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2895600" y="37306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0" name="Rectangle 72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2908300" y="40735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1" name="Freeform 73"/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2895600" y="37306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2" name="Rectangle 74"/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3505200" y="31607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3" name="Rectangle 75"/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3683000" y="32734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4" name="Freeform 76"/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3543300" y="3933825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5" name="Freeform 77"/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3556000" y="39338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6" name="Freeform 78"/>
          <p:cNvSpPr>
            <a:spLocks/>
          </p:cNvSpPr>
          <p:nvPr>
            <p:custDataLst>
              <p:tags r:id="rId76"/>
            </p:custDataLst>
          </p:nvPr>
        </p:nvSpPr>
        <p:spPr bwMode="auto">
          <a:xfrm>
            <a:off x="3556000" y="393382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7" name="Rectangle 79"/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3581400" y="3578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8" name="Rectangle 80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3594100" y="39211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9" name="Freeform 81"/>
          <p:cNvSpPr>
            <a:spLocks/>
          </p:cNvSpPr>
          <p:nvPr>
            <p:custDataLst>
              <p:tags r:id="rId79"/>
            </p:custDataLst>
          </p:nvPr>
        </p:nvSpPr>
        <p:spPr bwMode="auto">
          <a:xfrm>
            <a:off x="3581400" y="35782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0" name="Rectangle 82"/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3848100" y="31480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1" name="Rectangle 83"/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4013200" y="32607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2" name="Freeform 84"/>
          <p:cNvSpPr>
            <a:spLocks/>
          </p:cNvSpPr>
          <p:nvPr>
            <p:custDataLst>
              <p:tags r:id="rId82"/>
            </p:custDataLst>
          </p:nvPr>
        </p:nvSpPr>
        <p:spPr bwMode="auto">
          <a:xfrm>
            <a:off x="3886200" y="3921125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0 h 96"/>
              <a:gd name="T6" fmla="*/ 2147483647 w 48"/>
              <a:gd name="T7" fmla="*/ 0 h 96"/>
              <a:gd name="T8" fmla="*/ 2147483647 w 48"/>
              <a:gd name="T9" fmla="*/ 2147483647 h 96"/>
              <a:gd name="T10" fmla="*/ 2147483647 w 48"/>
              <a:gd name="T11" fmla="*/ 2147483647 h 96"/>
              <a:gd name="T12" fmla="*/ 2147483647 w 48"/>
              <a:gd name="T13" fmla="*/ 2147483647 h 96"/>
              <a:gd name="T14" fmla="*/ 0 w 48"/>
              <a:gd name="T15" fmla="*/ 0 h 96"/>
              <a:gd name="T16" fmla="*/ 0 w 48"/>
              <a:gd name="T17" fmla="*/ 0 h 96"/>
              <a:gd name="T18" fmla="*/ 2147483647 w 48"/>
              <a:gd name="T19" fmla="*/ 0 h 96"/>
              <a:gd name="T20" fmla="*/ 2147483647 w 48"/>
              <a:gd name="T21" fmla="*/ 0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0 h 96"/>
              <a:gd name="T30" fmla="*/ 2147483647 w 48"/>
              <a:gd name="T31" fmla="*/ 0 h 96"/>
              <a:gd name="T32" fmla="*/ 2147483647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32" y="0"/>
                </a:moveTo>
                <a:lnTo>
                  <a:pt x="48" y="0"/>
                </a:lnTo>
                <a:lnTo>
                  <a:pt x="32" y="72"/>
                </a:lnTo>
                <a:lnTo>
                  <a:pt x="32" y="96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3" name="Freeform 85"/>
          <p:cNvSpPr>
            <a:spLocks/>
          </p:cNvSpPr>
          <p:nvPr>
            <p:custDataLst>
              <p:tags r:id="rId83"/>
            </p:custDataLst>
          </p:nvPr>
        </p:nvSpPr>
        <p:spPr bwMode="auto">
          <a:xfrm>
            <a:off x="3898900" y="39211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4" name="Freeform 86"/>
          <p:cNvSpPr>
            <a:spLocks/>
          </p:cNvSpPr>
          <p:nvPr>
            <p:custDataLst>
              <p:tags r:id="rId84"/>
            </p:custDataLst>
          </p:nvPr>
        </p:nvSpPr>
        <p:spPr bwMode="auto">
          <a:xfrm>
            <a:off x="3898900" y="392112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0"/>
                </a:moveTo>
                <a:lnTo>
                  <a:pt x="40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5" name="Rectangle 87"/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3924300" y="3578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6" name="Rectangle 88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3937000" y="39211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7" name="Freeform 89"/>
          <p:cNvSpPr>
            <a:spLocks/>
          </p:cNvSpPr>
          <p:nvPr>
            <p:custDataLst>
              <p:tags r:id="rId87"/>
            </p:custDataLst>
          </p:nvPr>
        </p:nvSpPr>
        <p:spPr bwMode="auto">
          <a:xfrm>
            <a:off x="3924300" y="35782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8" name="Rectangle 90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2641600" y="4048125"/>
            <a:ext cx="15240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9" name="Rectangle 91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4152900" y="4048125"/>
            <a:ext cx="12700" cy="9890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0" name="Rectangle 92"/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2641600" y="5024438"/>
            <a:ext cx="15113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1" name="Rectangle 93"/>
          <p:cNvSpPr>
            <a:spLocks noChangeArrowheads="1"/>
          </p:cNvSpPr>
          <p:nvPr>
            <p:custDataLst>
              <p:tags r:id="rId91"/>
            </p:custDataLst>
          </p:nvPr>
        </p:nvSpPr>
        <p:spPr bwMode="auto">
          <a:xfrm>
            <a:off x="2641600" y="4048125"/>
            <a:ext cx="12700" cy="9763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2" name="Rectangle 94"/>
          <p:cNvSpPr>
            <a:spLocks noChangeArrowheads="1"/>
          </p:cNvSpPr>
          <p:nvPr>
            <p:custDataLst>
              <p:tags r:id="rId92"/>
            </p:custDataLst>
          </p:nvPr>
        </p:nvSpPr>
        <p:spPr bwMode="auto">
          <a:xfrm>
            <a:off x="3289300" y="54419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3" name="Rectangle 95"/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3441700" y="5556250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4" name="Freeform 96"/>
          <p:cNvSpPr>
            <a:spLocks/>
          </p:cNvSpPr>
          <p:nvPr>
            <p:custDataLst>
              <p:tags r:id="rId94"/>
            </p:custDataLst>
          </p:nvPr>
        </p:nvSpPr>
        <p:spPr bwMode="auto">
          <a:xfrm>
            <a:off x="3327400" y="5367338"/>
            <a:ext cx="88900" cy="112712"/>
          </a:xfrm>
          <a:custGeom>
            <a:avLst/>
            <a:gdLst>
              <a:gd name="T0" fmla="*/ 2147483647 w 56"/>
              <a:gd name="T1" fmla="*/ 0 h 71"/>
              <a:gd name="T2" fmla="*/ 2147483647 w 56"/>
              <a:gd name="T3" fmla="*/ 0 h 71"/>
              <a:gd name="T4" fmla="*/ 2147483647 w 56"/>
              <a:gd name="T5" fmla="*/ 0 h 71"/>
              <a:gd name="T6" fmla="*/ 2147483647 w 56"/>
              <a:gd name="T7" fmla="*/ 0 h 71"/>
              <a:gd name="T8" fmla="*/ 2147483647 w 56"/>
              <a:gd name="T9" fmla="*/ 2147483647 h 71"/>
              <a:gd name="T10" fmla="*/ 2147483647 w 56"/>
              <a:gd name="T11" fmla="*/ 2147483647 h 71"/>
              <a:gd name="T12" fmla="*/ 2147483647 w 56"/>
              <a:gd name="T13" fmla="*/ 2147483647 h 71"/>
              <a:gd name="T14" fmla="*/ 0 w 56"/>
              <a:gd name="T15" fmla="*/ 0 h 71"/>
              <a:gd name="T16" fmla="*/ 0 w 56"/>
              <a:gd name="T17" fmla="*/ 0 h 71"/>
              <a:gd name="T18" fmla="*/ 2147483647 w 56"/>
              <a:gd name="T19" fmla="*/ 0 h 71"/>
              <a:gd name="T20" fmla="*/ 2147483647 w 56"/>
              <a:gd name="T21" fmla="*/ 0 h 71"/>
              <a:gd name="T22" fmla="*/ 2147483647 w 56"/>
              <a:gd name="T23" fmla="*/ 2147483647 h 71"/>
              <a:gd name="T24" fmla="*/ 2147483647 w 56"/>
              <a:gd name="T25" fmla="*/ 2147483647 h 71"/>
              <a:gd name="T26" fmla="*/ 2147483647 w 56"/>
              <a:gd name="T27" fmla="*/ 2147483647 h 71"/>
              <a:gd name="T28" fmla="*/ 2147483647 w 56"/>
              <a:gd name="T29" fmla="*/ 0 h 71"/>
              <a:gd name="T30" fmla="*/ 2147483647 w 56"/>
              <a:gd name="T31" fmla="*/ 0 h 71"/>
              <a:gd name="T32" fmla="*/ 2147483647 w 56"/>
              <a:gd name="T33" fmla="*/ 2147483647 h 71"/>
              <a:gd name="T34" fmla="*/ 2147483647 w 56"/>
              <a:gd name="T35" fmla="*/ 2147483647 h 71"/>
              <a:gd name="T36" fmla="*/ 2147483647 w 56"/>
              <a:gd name="T37" fmla="*/ 0 h 7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1"/>
              <a:gd name="T59" fmla="*/ 56 w 56"/>
              <a:gd name="T60" fmla="*/ 71 h 7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1">
                <a:moveTo>
                  <a:pt x="32" y="0"/>
                </a:moveTo>
                <a:lnTo>
                  <a:pt x="56" y="0"/>
                </a:lnTo>
                <a:lnTo>
                  <a:pt x="32" y="71"/>
                </a:lnTo>
                <a:lnTo>
                  <a:pt x="24" y="71"/>
                </a:lnTo>
                <a:lnTo>
                  <a:pt x="0" y="0"/>
                </a:lnTo>
                <a:lnTo>
                  <a:pt x="8" y="0"/>
                </a:lnTo>
                <a:lnTo>
                  <a:pt x="32" y="71"/>
                </a:lnTo>
                <a:lnTo>
                  <a:pt x="24" y="71"/>
                </a:lnTo>
                <a:lnTo>
                  <a:pt x="48" y="0"/>
                </a:lnTo>
                <a:lnTo>
                  <a:pt x="56" y="0"/>
                </a:lnTo>
                <a:lnTo>
                  <a:pt x="56" y="7"/>
                </a:lnTo>
                <a:lnTo>
                  <a:pt x="32" y="7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5" name="Freeform 97"/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3340100" y="5367338"/>
            <a:ext cx="38100" cy="11112"/>
          </a:xfrm>
          <a:custGeom>
            <a:avLst/>
            <a:gdLst>
              <a:gd name="T0" fmla="*/ 0 w 24"/>
              <a:gd name="T1" fmla="*/ 0 h 7"/>
              <a:gd name="T2" fmla="*/ 2147483647 w 24"/>
              <a:gd name="T3" fmla="*/ 0 h 7"/>
              <a:gd name="T4" fmla="*/ 2147483647 w 24"/>
              <a:gd name="T5" fmla="*/ 2147483647 h 7"/>
              <a:gd name="T6" fmla="*/ 2147483647 w 24"/>
              <a:gd name="T7" fmla="*/ 2147483647 h 7"/>
              <a:gd name="T8" fmla="*/ 2147483647 w 24"/>
              <a:gd name="T9" fmla="*/ 2147483647 h 7"/>
              <a:gd name="T10" fmla="*/ 0 w 24"/>
              <a:gd name="T11" fmla="*/ 2147483647 h 7"/>
              <a:gd name="T12" fmla="*/ 0 w 24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7"/>
              <a:gd name="T23" fmla="*/ 24 w 24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7">
                <a:moveTo>
                  <a:pt x="0" y="0"/>
                </a:moveTo>
                <a:lnTo>
                  <a:pt x="24" y="0"/>
                </a:lnTo>
                <a:lnTo>
                  <a:pt x="24" y="7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6" name="Freeform 98"/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3340100" y="5367338"/>
            <a:ext cx="76200" cy="112712"/>
          </a:xfrm>
          <a:custGeom>
            <a:avLst/>
            <a:gdLst>
              <a:gd name="T0" fmla="*/ 2147483647 w 48"/>
              <a:gd name="T1" fmla="*/ 0 h 71"/>
              <a:gd name="T2" fmla="*/ 2147483647 w 48"/>
              <a:gd name="T3" fmla="*/ 0 h 71"/>
              <a:gd name="T4" fmla="*/ 2147483647 w 48"/>
              <a:gd name="T5" fmla="*/ 2147483647 h 71"/>
              <a:gd name="T6" fmla="*/ 0 w 48"/>
              <a:gd name="T7" fmla="*/ 0 h 71"/>
              <a:gd name="T8" fmla="*/ 2147483647 w 48"/>
              <a:gd name="T9" fmla="*/ 0 h 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1"/>
              <a:gd name="T17" fmla="*/ 48 w 48"/>
              <a:gd name="T18" fmla="*/ 71 h 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1">
                <a:moveTo>
                  <a:pt x="24" y="0"/>
                </a:moveTo>
                <a:lnTo>
                  <a:pt x="48" y="0"/>
                </a:lnTo>
                <a:lnTo>
                  <a:pt x="24" y="71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7" name="Rectangle 99"/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>
            <a:off x="3365500" y="50117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8" name="Rectangle 100"/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3378200" y="53546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9" name="Freeform 101"/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3365500" y="5011738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0" name="Rectangle 102"/>
          <p:cNvSpPr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4216400" y="41116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1" name="Rectangle 103"/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>
            <a:off x="4368800" y="42259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2" name="Freeform 104"/>
          <p:cNvSpPr>
            <a:spLocks/>
          </p:cNvSpPr>
          <p:nvPr>
            <p:custDataLst>
              <p:tags r:id="rId102"/>
            </p:custDataLst>
          </p:nvPr>
        </p:nvSpPr>
        <p:spPr bwMode="auto">
          <a:xfrm>
            <a:off x="4178300" y="4491038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2147483647 w 72"/>
              <a:gd name="T5" fmla="*/ 2147483647 h 48"/>
              <a:gd name="T6" fmla="*/ 2147483647 w 72"/>
              <a:gd name="T7" fmla="*/ 2147483647 h 48"/>
              <a:gd name="T8" fmla="*/ 0 w 72"/>
              <a:gd name="T9" fmla="*/ 2147483647 h 48"/>
              <a:gd name="T10" fmla="*/ 0 w 72"/>
              <a:gd name="T11" fmla="*/ 2147483647 h 48"/>
              <a:gd name="T12" fmla="*/ 0 w 72"/>
              <a:gd name="T13" fmla="*/ 2147483647 h 48"/>
              <a:gd name="T14" fmla="*/ 2147483647 w 72"/>
              <a:gd name="T15" fmla="*/ 0 h 48"/>
              <a:gd name="T16" fmla="*/ 2147483647 w 72"/>
              <a:gd name="T17" fmla="*/ 0 h 48"/>
              <a:gd name="T18" fmla="*/ 2147483647 w 72"/>
              <a:gd name="T19" fmla="*/ 2147483647 h 48"/>
              <a:gd name="T20" fmla="*/ 2147483647 w 72"/>
              <a:gd name="T21" fmla="*/ 2147483647 h 48"/>
              <a:gd name="T22" fmla="*/ 0 w 72"/>
              <a:gd name="T23" fmla="*/ 2147483647 h 48"/>
              <a:gd name="T24" fmla="*/ 0 w 72"/>
              <a:gd name="T25" fmla="*/ 2147483647 h 48"/>
              <a:gd name="T26" fmla="*/ 0 w 72"/>
              <a:gd name="T27" fmla="*/ 2147483647 h 48"/>
              <a:gd name="T28" fmla="*/ 2147483647 w 72"/>
              <a:gd name="T29" fmla="*/ 2147483647 h 48"/>
              <a:gd name="T30" fmla="*/ 2147483647 w 72"/>
              <a:gd name="T31" fmla="*/ 2147483647 h 48"/>
              <a:gd name="T32" fmla="*/ 2147483647 w 72"/>
              <a:gd name="T33" fmla="*/ 2147483647 h 48"/>
              <a:gd name="T34" fmla="*/ 2147483647 w 72"/>
              <a:gd name="T35" fmla="*/ 2147483647 h 48"/>
              <a:gd name="T36" fmla="*/ 2147483647 w 72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72"/>
              <a:gd name="T58" fmla="*/ 0 h 48"/>
              <a:gd name="T59" fmla="*/ 72 w 72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0" y="16"/>
                </a:lnTo>
                <a:lnTo>
                  <a:pt x="72" y="0"/>
                </a:lnTo>
                <a:lnTo>
                  <a:pt x="72" y="8"/>
                </a:lnTo>
                <a:lnTo>
                  <a:pt x="0" y="24"/>
                </a:lnTo>
                <a:lnTo>
                  <a:pt x="0" y="16"/>
                </a:lnTo>
                <a:lnTo>
                  <a:pt x="72" y="40"/>
                </a:lnTo>
                <a:lnTo>
                  <a:pt x="72" y="48"/>
                </a:lnTo>
                <a:lnTo>
                  <a:pt x="64" y="48"/>
                </a:lnTo>
                <a:lnTo>
                  <a:pt x="64" y="24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3" name="Freeform 105"/>
          <p:cNvSpPr>
            <a:spLocks/>
          </p:cNvSpPr>
          <p:nvPr>
            <p:custDataLst>
              <p:tags r:id="rId103"/>
            </p:custDataLst>
          </p:nvPr>
        </p:nvSpPr>
        <p:spPr bwMode="auto">
          <a:xfrm>
            <a:off x="4279900" y="4503738"/>
            <a:ext cx="12700" cy="25400"/>
          </a:xfrm>
          <a:custGeom>
            <a:avLst/>
            <a:gdLst>
              <a:gd name="T0" fmla="*/ 2147483647 w 8"/>
              <a:gd name="T1" fmla="*/ 0 h 16"/>
              <a:gd name="T2" fmla="*/ 2147483647 w 8"/>
              <a:gd name="T3" fmla="*/ 2147483647 h 16"/>
              <a:gd name="T4" fmla="*/ 0 w 8"/>
              <a:gd name="T5" fmla="*/ 2147483647 h 16"/>
              <a:gd name="T6" fmla="*/ 0 w 8"/>
              <a:gd name="T7" fmla="*/ 2147483647 h 16"/>
              <a:gd name="T8" fmla="*/ 0 w 8"/>
              <a:gd name="T9" fmla="*/ 2147483647 h 16"/>
              <a:gd name="T10" fmla="*/ 0 w 8"/>
              <a:gd name="T11" fmla="*/ 0 h 16"/>
              <a:gd name="T12" fmla="*/ 2147483647 w 8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0"/>
                </a:moveTo>
                <a:lnTo>
                  <a:pt x="8" y="16"/>
                </a:ln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4" name="Freeform 106"/>
          <p:cNvSpPr>
            <a:spLocks/>
          </p:cNvSpPr>
          <p:nvPr>
            <p:custDataLst>
              <p:tags r:id="rId104"/>
            </p:custDataLst>
          </p:nvPr>
        </p:nvSpPr>
        <p:spPr bwMode="auto">
          <a:xfrm>
            <a:off x="4178300" y="450373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72" y="40"/>
                </a:lnTo>
                <a:lnTo>
                  <a:pt x="0" y="16"/>
                </a:lnTo>
                <a:lnTo>
                  <a:pt x="72" y="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5" name="Rectangle 107"/>
          <p:cNvSpPr>
            <a:spLocks noChangeArrowheads="1"/>
          </p:cNvSpPr>
          <p:nvPr>
            <p:custDataLst>
              <p:tags r:id="rId105"/>
            </p:custDataLst>
          </p:nvPr>
        </p:nvSpPr>
        <p:spPr bwMode="auto">
          <a:xfrm>
            <a:off x="4292600" y="4529138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6" name="Rectangle 108"/>
          <p:cNvSpPr>
            <a:spLocks noChangeArrowheads="1"/>
          </p:cNvSpPr>
          <p:nvPr>
            <p:custDataLst>
              <p:tags r:id="rId106"/>
            </p:custDataLst>
          </p:nvPr>
        </p:nvSpPr>
        <p:spPr bwMode="auto">
          <a:xfrm>
            <a:off x="4292600" y="4529138"/>
            <a:ext cx="3302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7" name="Rectangle 109"/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4610100" y="2678113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8" name="Rectangle 110"/>
          <p:cNvSpPr>
            <a:spLocks noChangeArrowheads="1"/>
          </p:cNvSpPr>
          <p:nvPr>
            <p:custDataLst>
              <p:tags r:id="rId108"/>
            </p:custDataLst>
          </p:nvPr>
        </p:nvSpPr>
        <p:spPr bwMode="auto">
          <a:xfrm>
            <a:off x="4610100" y="2678113"/>
            <a:ext cx="12700" cy="1851025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9" name="Rectangle 111"/>
          <p:cNvSpPr>
            <a:spLocks noChangeArrowheads="1"/>
          </p:cNvSpPr>
          <p:nvPr>
            <p:custDataLst>
              <p:tags r:id="rId109"/>
            </p:custDataLst>
          </p:nvPr>
        </p:nvSpPr>
        <p:spPr bwMode="auto">
          <a:xfrm>
            <a:off x="5372100" y="31734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0" name="Rectangle 112"/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>
            <a:off x="5537200" y="32861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1" name="Freeform 113"/>
          <p:cNvSpPr>
            <a:spLocks/>
          </p:cNvSpPr>
          <p:nvPr>
            <p:custDataLst>
              <p:tags r:id="rId111"/>
            </p:custDataLst>
          </p:nvPr>
        </p:nvSpPr>
        <p:spPr bwMode="auto">
          <a:xfrm>
            <a:off x="5410200" y="3629025"/>
            <a:ext cx="76200" cy="114300"/>
          </a:xfrm>
          <a:custGeom>
            <a:avLst/>
            <a:gdLst>
              <a:gd name="T0" fmla="*/ 2147483647 w 48"/>
              <a:gd name="T1" fmla="*/ 2147483647 h 72"/>
              <a:gd name="T2" fmla="*/ 0 w 48"/>
              <a:gd name="T3" fmla="*/ 2147483647 h 72"/>
              <a:gd name="T4" fmla="*/ 0 w 48"/>
              <a:gd name="T5" fmla="*/ 2147483647 h 72"/>
              <a:gd name="T6" fmla="*/ 0 w 48"/>
              <a:gd name="T7" fmla="*/ 2147483647 h 72"/>
              <a:gd name="T8" fmla="*/ 2147483647 w 48"/>
              <a:gd name="T9" fmla="*/ 0 h 72"/>
              <a:gd name="T10" fmla="*/ 2147483647 w 48"/>
              <a:gd name="T11" fmla="*/ 0 h 72"/>
              <a:gd name="T12" fmla="*/ 2147483647 w 48"/>
              <a:gd name="T13" fmla="*/ 0 h 72"/>
              <a:gd name="T14" fmla="*/ 2147483647 w 48"/>
              <a:gd name="T15" fmla="*/ 2147483647 h 72"/>
              <a:gd name="T16" fmla="*/ 2147483647 w 48"/>
              <a:gd name="T17" fmla="*/ 2147483647 h 72"/>
              <a:gd name="T18" fmla="*/ 2147483647 w 48"/>
              <a:gd name="T19" fmla="*/ 2147483647 h 72"/>
              <a:gd name="T20" fmla="*/ 2147483647 w 48"/>
              <a:gd name="T21" fmla="*/ 2147483647 h 72"/>
              <a:gd name="T22" fmla="*/ 2147483647 w 48"/>
              <a:gd name="T23" fmla="*/ 0 h 72"/>
              <a:gd name="T24" fmla="*/ 2147483647 w 48"/>
              <a:gd name="T25" fmla="*/ 0 h 72"/>
              <a:gd name="T26" fmla="*/ 2147483647 w 48"/>
              <a:gd name="T27" fmla="*/ 0 h 72"/>
              <a:gd name="T28" fmla="*/ 2147483647 w 48"/>
              <a:gd name="T29" fmla="*/ 2147483647 h 72"/>
              <a:gd name="T30" fmla="*/ 0 w 48"/>
              <a:gd name="T31" fmla="*/ 2147483647 h 72"/>
              <a:gd name="T32" fmla="*/ 0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2147483647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32" y="0"/>
                </a:lnTo>
                <a:lnTo>
                  <a:pt x="48" y="72"/>
                </a:lnTo>
                <a:lnTo>
                  <a:pt x="40" y="72"/>
                </a:lnTo>
                <a:lnTo>
                  <a:pt x="24" y="0"/>
                </a:lnTo>
                <a:lnTo>
                  <a:pt x="32" y="0"/>
                </a:lnTo>
                <a:lnTo>
                  <a:pt x="8" y="72"/>
                </a:lnTo>
                <a:lnTo>
                  <a:pt x="0" y="72"/>
                </a:lnTo>
                <a:lnTo>
                  <a:pt x="0" y="64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2" name="Freeform 114"/>
          <p:cNvSpPr>
            <a:spLocks/>
          </p:cNvSpPr>
          <p:nvPr>
            <p:custDataLst>
              <p:tags r:id="rId112"/>
            </p:custDataLst>
          </p:nvPr>
        </p:nvSpPr>
        <p:spPr bwMode="auto">
          <a:xfrm>
            <a:off x="5448300" y="37306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3" name="Freeform 115"/>
          <p:cNvSpPr>
            <a:spLocks/>
          </p:cNvSpPr>
          <p:nvPr>
            <p:custDataLst>
              <p:tags r:id="rId113"/>
            </p:custDataLst>
          </p:nvPr>
        </p:nvSpPr>
        <p:spPr bwMode="auto">
          <a:xfrm>
            <a:off x="5410200" y="36290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4" name="Rectangle 116"/>
          <p:cNvSpPr>
            <a:spLocks noChangeArrowheads="1"/>
          </p:cNvSpPr>
          <p:nvPr>
            <p:custDataLst>
              <p:tags r:id="rId114"/>
            </p:custDataLst>
          </p:nvPr>
        </p:nvSpPr>
        <p:spPr bwMode="auto">
          <a:xfrm>
            <a:off x="5448300" y="37433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5" name="Rectangle 117"/>
          <p:cNvSpPr>
            <a:spLocks noChangeArrowheads="1"/>
          </p:cNvSpPr>
          <p:nvPr>
            <p:custDataLst>
              <p:tags r:id="rId115"/>
            </p:custDataLst>
          </p:nvPr>
        </p:nvSpPr>
        <p:spPr bwMode="auto">
          <a:xfrm>
            <a:off x="5448300" y="4086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6" name="Rectangle 118"/>
          <p:cNvSpPr>
            <a:spLocks noChangeArrowheads="1"/>
          </p:cNvSpPr>
          <p:nvPr>
            <p:custDataLst>
              <p:tags r:id="rId116"/>
            </p:custDataLst>
          </p:nvPr>
        </p:nvSpPr>
        <p:spPr bwMode="auto">
          <a:xfrm>
            <a:off x="5448300" y="37433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7" name="Rectangle 119"/>
          <p:cNvSpPr>
            <a:spLocks noChangeArrowheads="1"/>
          </p:cNvSpPr>
          <p:nvPr>
            <p:custDataLst>
              <p:tags r:id="rId117"/>
            </p:custDataLst>
          </p:nvPr>
        </p:nvSpPr>
        <p:spPr bwMode="auto">
          <a:xfrm>
            <a:off x="5029200" y="3197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8" name="Rectangle 120"/>
          <p:cNvSpPr>
            <a:spLocks noChangeArrowheads="1"/>
          </p:cNvSpPr>
          <p:nvPr>
            <p:custDataLst>
              <p:tags r:id="rId118"/>
            </p:custDataLst>
          </p:nvPr>
        </p:nvSpPr>
        <p:spPr bwMode="auto">
          <a:xfrm>
            <a:off x="5207000" y="33115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59" name="Freeform 121"/>
          <p:cNvSpPr>
            <a:spLocks/>
          </p:cNvSpPr>
          <p:nvPr>
            <p:custDataLst>
              <p:tags r:id="rId119"/>
            </p:custDataLst>
          </p:nvPr>
        </p:nvSpPr>
        <p:spPr bwMode="auto">
          <a:xfrm>
            <a:off x="5080000" y="360362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24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24" y="88"/>
                </a:lnTo>
                <a:lnTo>
                  <a:pt x="24" y="9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0" name="Freeform 122"/>
          <p:cNvSpPr>
            <a:spLocks/>
          </p:cNvSpPr>
          <p:nvPr>
            <p:custDataLst>
              <p:tags r:id="rId120"/>
            </p:custDataLst>
          </p:nvPr>
        </p:nvSpPr>
        <p:spPr bwMode="auto">
          <a:xfrm>
            <a:off x="5118100" y="37433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1" name="Freeform 123"/>
          <p:cNvSpPr>
            <a:spLocks/>
          </p:cNvSpPr>
          <p:nvPr>
            <p:custDataLst>
              <p:tags r:id="rId121"/>
            </p:custDataLst>
          </p:nvPr>
        </p:nvSpPr>
        <p:spPr bwMode="auto">
          <a:xfrm>
            <a:off x="5080000" y="36417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2" name="Rectangle 124"/>
          <p:cNvSpPr>
            <a:spLocks noChangeArrowheads="1"/>
          </p:cNvSpPr>
          <p:nvPr>
            <p:custDataLst>
              <p:tags r:id="rId122"/>
            </p:custDataLst>
          </p:nvPr>
        </p:nvSpPr>
        <p:spPr bwMode="auto">
          <a:xfrm>
            <a:off x="5118100" y="37687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63" name="Rectangle 125"/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5118100" y="41116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64" name="Rectangle 126"/>
          <p:cNvSpPr>
            <a:spLocks noChangeArrowheads="1"/>
          </p:cNvSpPr>
          <p:nvPr>
            <p:custDataLst>
              <p:tags r:id="rId124"/>
            </p:custDataLst>
          </p:nvPr>
        </p:nvSpPr>
        <p:spPr bwMode="auto">
          <a:xfrm>
            <a:off x="5118100" y="37687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65" name="Rectangle 127"/>
          <p:cNvSpPr>
            <a:spLocks noChangeArrowheads="1"/>
          </p:cNvSpPr>
          <p:nvPr>
            <p:custDataLst>
              <p:tags r:id="rId125"/>
            </p:custDataLst>
          </p:nvPr>
        </p:nvSpPr>
        <p:spPr bwMode="auto">
          <a:xfrm>
            <a:off x="5727700" y="31845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66" name="Rectangle 128"/>
          <p:cNvSpPr>
            <a:spLocks noChangeArrowheads="1"/>
          </p:cNvSpPr>
          <p:nvPr>
            <p:custDataLst>
              <p:tags r:id="rId126"/>
            </p:custDataLst>
          </p:nvPr>
        </p:nvSpPr>
        <p:spPr bwMode="auto">
          <a:xfrm>
            <a:off x="5892800" y="32988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67" name="Freeform 129"/>
          <p:cNvSpPr>
            <a:spLocks/>
          </p:cNvSpPr>
          <p:nvPr>
            <p:custDataLst>
              <p:tags r:id="rId127"/>
            </p:custDataLst>
          </p:nvPr>
        </p:nvSpPr>
        <p:spPr bwMode="auto">
          <a:xfrm>
            <a:off x="5765800" y="3959225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0"/>
                </a:moveTo>
                <a:lnTo>
                  <a:pt x="48" y="0"/>
                </a:lnTo>
                <a:lnTo>
                  <a:pt x="24" y="80"/>
                </a:lnTo>
                <a:lnTo>
                  <a:pt x="16" y="80"/>
                </a:lnTo>
                <a:lnTo>
                  <a:pt x="0" y="0"/>
                </a:lnTo>
                <a:lnTo>
                  <a:pt x="8" y="0"/>
                </a:lnTo>
                <a:lnTo>
                  <a:pt x="24" y="80"/>
                </a:lnTo>
                <a:lnTo>
                  <a:pt x="16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68" name="Freeform 130"/>
          <p:cNvSpPr>
            <a:spLocks/>
          </p:cNvSpPr>
          <p:nvPr>
            <p:custDataLst>
              <p:tags r:id="rId128"/>
            </p:custDataLst>
          </p:nvPr>
        </p:nvSpPr>
        <p:spPr bwMode="auto">
          <a:xfrm>
            <a:off x="5778500" y="3959225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69" name="Freeform 131"/>
          <p:cNvSpPr>
            <a:spLocks/>
          </p:cNvSpPr>
          <p:nvPr>
            <p:custDataLst>
              <p:tags r:id="rId129"/>
            </p:custDataLst>
          </p:nvPr>
        </p:nvSpPr>
        <p:spPr bwMode="auto">
          <a:xfrm>
            <a:off x="5778500" y="3959225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16" y="0"/>
                </a:moveTo>
                <a:lnTo>
                  <a:pt x="40" y="0"/>
                </a:lnTo>
                <a:lnTo>
                  <a:pt x="16" y="80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0" name="Rectangle 132"/>
          <p:cNvSpPr>
            <a:spLocks noChangeArrowheads="1"/>
          </p:cNvSpPr>
          <p:nvPr>
            <p:custDataLst>
              <p:tags r:id="rId130"/>
            </p:custDataLst>
          </p:nvPr>
        </p:nvSpPr>
        <p:spPr bwMode="auto">
          <a:xfrm>
            <a:off x="5791200" y="36163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71" name="Rectangle 133"/>
          <p:cNvSpPr>
            <a:spLocks noChangeArrowheads="1"/>
          </p:cNvSpPr>
          <p:nvPr>
            <p:custDataLst>
              <p:tags r:id="rId131"/>
            </p:custDataLst>
          </p:nvPr>
        </p:nvSpPr>
        <p:spPr bwMode="auto">
          <a:xfrm>
            <a:off x="5803900" y="3959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72" name="Freeform 134"/>
          <p:cNvSpPr>
            <a:spLocks/>
          </p:cNvSpPr>
          <p:nvPr>
            <p:custDataLst>
              <p:tags r:id="rId132"/>
            </p:custDataLst>
          </p:nvPr>
        </p:nvSpPr>
        <p:spPr bwMode="auto">
          <a:xfrm>
            <a:off x="5791200" y="36163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3" name="Rectangle 135"/>
          <p:cNvSpPr>
            <a:spLocks noChangeArrowheads="1"/>
          </p:cNvSpPr>
          <p:nvPr>
            <p:custDataLst>
              <p:tags r:id="rId133"/>
            </p:custDataLst>
          </p:nvPr>
        </p:nvSpPr>
        <p:spPr bwMode="auto">
          <a:xfrm>
            <a:off x="6057900" y="31845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74" name="Rectangle 136"/>
          <p:cNvSpPr>
            <a:spLocks noChangeArrowheads="1"/>
          </p:cNvSpPr>
          <p:nvPr>
            <p:custDataLst>
              <p:tags r:id="rId134"/>
            </p:custDataLst>
          </p:nvPr>
        </p:nvSpPr>
        <p:spPr bwMode="auto">
          <a:xfrm>
            <a:off x="6235700" y="3298825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75" name="Freeform 137"/>
          <p:cNvSpPr>
            <a:spLocks/>
          </p:cNvSpPr>
          <p:nvPr>
            <p:custDataLst>
              <p:tags r:id="rId135"/>
            </p:custDataLst>
          </p:nvPr>
        </p:nvSpPr>
        <p:spPr bwMode="auto">
          <a:xfrm>
            <a:off x="6096000" y="394652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2147483647 h 80"/>
              <a:gd name="T16" fmla="*/ 0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32" y="8"/>
                </a:moveTo>
                <a:lnTo>
                  <a:pt x="48" y="0"/>
                </a:lnTo>
                <a:lnTo>
                  <a:pt x="32" y="80"/>
                </a:lnTo>
                <a:lnTo>
                  <a:pt x="24" y="80"/>
                </a:lnTo>
                <a:lnTo>
                  <a:pt x="0" y="8"/>
                </a:lnTo>
                <a:lnTo>
                  <a:pt x="8" y="8"/>
                </a:lnTo>
                <a:lnTo>
                  <a:pt x="32" y="80"/>
                </a:lnTo>
                <a:lnTo>
                  <a:pt x="24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16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6" name="Freeform 138"/>
          <p:cNvSpPr>
            <a:spLocks/>
          </p:cNvSpPr>
          <p:nvPr>
            <p:custDataLst>
              <p:tags r:id="rId136"/>
            </p:custDataLst>
          </p:nvPr>
        </p:nvSpPr>
        <p:spPr bwMode="auto">
          <a:xfrm>
            <a:off x="6108700" y="39592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7" name="Freeform 139"/>
          <p:cNvSpPr>
            <a:spLocks/>
          </p:cNvSpPr>
          <p:nvPr>
            <p:custDataLst>
              <p:tags r:id="rId137"/>
            </p:custDataLst>
          </p:nvPr>
        </p:nvSpPr>
        <p:spPr bwMode="auto">
          <a:xfrm>
            <a:off x="6108700" y="394652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8"/>
                </a:moveTo>
                <a:lnTo>
                  <a:pt x="40" y="0"/>
                </a:lnTo>
                <a:lnTo>
                  <a:pt x="24" y="80"/>
                </a:lnTo>
                <a:lnTo>
                  <a:pt x="0" y="8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78" name="Rectangle 140"/>
          <p:cNvSpPr>
            <a:spLocks noChangeArrowheads="1"/>
          </p:cNvSpPr>
          <p:nvPr>
            <p:custDataLst>
              <p:tags r:id="rId138"/>
            </p:custDataLst>
          </p:nvPr>
        </p:nvSpPr>
        <p:spPr bwMode="auto">
          <a:xfrm>
            <a:off x="6134100" y="36036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79" name="Rectangle 141"/>
          <p:cNvSpPr>
            <a:spLocks noChangeArrowheads="1"/>
          </p:cNvSpPr>
          <p:nvPr>
            <p:custDataLst>
              <p:tags r:id="rId139"/>
            </p:custDataLst>
          </p:nvPr>
        </p:nvSpPr>
        <p:spPr bwMode="auto">
          <a:xfrm>
            <a:off x="6146800" y="39465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0" name="Freeform 142"/>
          <p:cNvSpPr>
            <a:spLocks/>
          </p:cNvSpPr>
          <p:nvPr>
            <p:custDataLst>
              <p:tags r:id="rId140"/>
            </p:custDataLst>
          </p:nvPr>
        </p:nvSpPr>
        <p:spPr bwMode="auto">
          <a:xfrm>
            <a:off x="6134100" y="36036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81" name="Rectangle 143"/>
          <p:cNvSpPr>
            <a:spLocks noChangeArrowheads="1"/>
          </p:cNvSpPr>
          <p:nvPr>
            <p:custDataLst>
              <p:tags r:id="rId141"/>
            </p:custDataLst>
          </p:nvPr>
        </p:nvSpPr>
        <p:spPr bwMode="auto">
          <a:xfrm>
            <a:off x="4851400" y="4086225"/>
            <a:ext cx="15240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2" name="Rectangle 144"/>
          <p:cNvSpPr>
            <a:spLocks noChangeArrowheads="1"/>
          </p:cNvSpPr>
          <p:nvPr>
            <p:custDataLst>
              <p:tags r:id="rId142"/>
            </p:custDataLst>
          </p:nvPr>
        </p:nvSpPr>
        <p:spPr bwMode="auto">
          <a:xfrm>
            <a:off x="6362700" y="4086225"/>
            <a:ext cx="12700" cy="9763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3" name="Rectangle 145"/>
          <p:cNvSpPr>
            <a:spLocks noChangeArrowheads="1"/>
          </p:cNvSpPr>
          <p:nvPr>
            <p:custDataLst>
              <p:tags r:id="rId143"/>
            </p:custDataLst>
          </p:nvPr>
        </p:nvSpPr>
        <p:spPr bwMode="auto">
          <a:xfrm>
            <a:off x="4851400" y="5049838"/>
            <a:ext cx="15113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4" name="Rectangle 146"/>
          <p:cNvSpPr>
            <a:spLocks noChangeArrowheads="1"/>
          </p:cNvSpPr>
          <p:nvPr>
            <p:custDataLst>
              <p:tags r:id="rId144"/>
            </p:custDataLst>
          </p:nvPr>
        </p:nvSpPr>
        <p:spPr bwMode="auto">
          <a:xfrm>
            <a:off x="4851400" y="4086225"/>
            <a:ext cx="12700" cy="9636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5" name="Rectangle 147"/>
          <p:cNvSpPr>
            <a:spLocks noChangeArrowheads="1"/>
          </p:cNvSpPr>
          <p:nvPr>
            <p:custDataLst>
              <p:tags r:id="rId145"/>
            </p:custDataLst>
          </p:nvPr>
        </p:nvSpPr>
        <p:spPr bwMode="auto">
          <a:xfrm>
            <a:off x="5511800" y="54800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6" name="Rectangle 148"/>
          <p:cNvSpPr>
            <a:spLocks noChangeArrowheads="1"/>
          </p:cNvSpPr>
          <p:nvPr>
            <p:custDataLst>
              <p:tags r:id="rId146"/>
            </p:custDataLst>
          </p:nvPr>
        </p:nvSpPr>
        <p:spPr bwMode="auto">
          <a:xfrm>
            <a:off x="5664200" y="5594350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87" name="Freeform 149"/>
          <p:cNvSpPr>
            <a:spLocks/>
          </p:cNvSpPr>
          <p:nvPr>
            <p:custDataLst>
              <p:tags r:id="rId147"/>
            </p:custDataLst>
          </p:nvPr>
        </p:nvSpPr>
        <p:spPr bwMode="auto">
          <a:xfrm>
            <a:off x="5549900" y="5391150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0"/>
                </a:moveTo>
                <a:lnTo>
                  <a:pt x="48" y="0"/>
                </a:lnTo>
                <a:lnTo>
                  <a:pt x="24" y="80"/>
                </a:lnTo>
                <a:lnTo>
                  <a:pt x="16" y="80"/>
                </a:lnTo>
                <a:lnTo>
                  <a:pt x="0" y="0"/>
                </a:lnTo>
                <a:lnTo>
                  <a:pt x="8" y="0"/>
                </a:lnTo>
                <a:lnTo>
                  <a:pt x="24" y="80"/>
                </a:lnTo>
                <a:lnTo>
                  <a:pt x="16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8" name="Freeform 150"/>
          <p:cNvSpPr>
            <a:spLocks/>
          </p:cNvSpPr>
          <p:nvPr>
            <p:custDataLst>
              <p:tags r:id="rId148"/>
            </p:custDataLst>
          </p:nvPr>
        </p:nvSpPr>
        <p:spPr bwMode="auto">
          <a:xfrm>
            <a:off x="5562600" y="5391150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9" name="Freeform 151"/>
          <p:cNvSpPr>
            <a:spLocks/>
          </p:cNvSpPr>
          <p:nvPr>
            <p:custDataLst>
              <p:tags r:id="rId149"/>
            </p:custDataLst>
          </p:nvPr>
        </p:nvSpPr>
        <p:spPr bwMode="auto">
          <a:xfrm>
            <a:off x="5562600" y="5391150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16" y="0"/>
                </a:moveTo>
                <a:lnTo>
                  <a:pt x="40" y="0"/>
                </a:lnTo>
                <a:lnTo>
                  <a:pt x="16" y="80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0" name="Rectangle 152"/>
          <p:cNvSpPr>
            <a:spLocks noChangeArrowheads="1"/>
          </p:cNvSpPr>
          <p:nvPr>
            <p:custDataLst>
              <p:tags r:id="rId150"/>
            </p:custDataLst>
          </p:nvPr>
        </p:nvSpPr>
        <p:spPr bwMode="auto">
          <a:xfrm>
            <a:off x="5575300" y="50498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91" name="Rectangle 153"/>
          <p:cNvSpPr>
            <a:spLocks noChangeArrowheads="1"/>
          </p:cNvSpPr>
          <p:nvPr>
            <p:custDataLst>
              <p:tags r:id="rId151"/>
            </p:custDataLst>
          </p:nvPr>
        </p:nvSpPr>
        <p:spPr bwMode="auto">
          <a:xfrm>
            <a:off x="5588000" y="5391150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92" name="Freeform 154"/>
          <p:cNvSpPr>
            <a:spLocks/>
          </p:cNvSpPr>
          <p:nvPr>
            <p:custDataLst>
              <p:tags r:id="rId152"/>
            </p:custDataLst>
          </p:nvPr>
        </p:nvSpPr>
        <p:spPr bwMode="auto">
          <a:xfrm>
            <a:off x="5575300" y="5049838"/>
            <a:ext cx="25400" cy="341312"/>
          </a:xfrm>
          <a:custGeom>
            <a:avLst/>
            <a:gdLst>
              <a:gd name="T0" fmla="*/ 2147483647 w 16"/>
              <a:gd name="T1" fmla="*/ 0 h 215"/>
              <a:gd name="T2" fmla="*/ 0 w 16"/>
              <a:gd name="T3" fmla="*/ 0 h 215"/>
              <a:gd name="T4" fmla="*/ 2147483647 w 16"/>
              <a:gd name="T5" fmla="*/ 2147483647 h 215"/>
              <a:gd name="T6" fmla="*/ 2147483647 w 16"/>
              <a:gd name="T7" fmla="*/ 2147483647 h 215"/>
              <a:gd name="T8" fmla="*/ 2147483647 w 16"/>
              <a:gd name="T9" fmla="*/ 0 h 2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5"/>
              <a:gd name="T17" fmla="*/ 16 w 16"/>
              <a:gd name="T18" fmla="*/ 215 h 2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5">
                <a:moveTo>
                  <a:pt x="8" y="0"/>
                </a:moveTo>
                <a:lnTo>
                  <a:pt x="0" y="0"/>
                </a:lnTo>
                <a:lnTo>
                  <a:pt x="8" y="215"/>
                </a:lnTo>
                <a:lnTo>
                  <a:pt x="16" y="215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93" name="Rectangle 155"/>
          <p:cNvSpPr>
            <a:spLocks noChangeArrowheads="1"/>
          </p:cNvSpPr>
          <p:nvPr>
            <p:custDataLst>
              <p:tags r:id="rId153"/>
            </p:custDataLst>
          </p:nvPr>
        </p:nvSpPr>
        <p:spPr bwMode="auto">
          <a:xfrm>
            <a:off x="6426200" y="41497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94" name="Rectangle 156"/>
          <p:cNvSpPr>
            <a:spLocks noChangeArrowheads="1"/>
          </p:cNvSpPr>
          <p:nvPr>
            <p:custDataLst>
              <p:tags r:id="rId154"/>
            </p:custDataLst>
          </p:nvPr>
        </p:nvSpPr>
        <p:spPr bwMode="auto">
          <a:xfrm>
            <a:off x="6578600" y="42640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95" name="Freeform 157"/>
          <p:cNvSpPr>
            <a:spLocks/>
          </p:cNvSpPr>
          <p:nvPr>
            <p:custDataLst>
              <p:tags r:id="rId155"/>
            </p:custDataLst>
          </p:nvPr>
        </p:nvSpPr>
        <p:spPr bwMode="auto">
          <a:xfrm>
            <a:off x="6350000" y="4516438"/>
            <a:ext cx="152400" cy="88900"/>
          </a:xfrm>
          <a:custGeom>
            <a:avLst/>
            <a:gdLst>
              <a:gd name="T0" fmla="*/ 2147483647 w 96"/>
              <a:gd name="T1" fmla="*/ 2147483647 h 56"/>
              <a:gd name="T2" fmla="*/ 2147483647 w 96"/>
              <a:gd name="T3" fmla="*/ 2147483647 h 56"/>
              <a:gd name="T4" fmla="*/ 2147483647 w 96"/>
              <a:gd name="T5" fmla="*/ 2147483647 h 56"/>
              <a:gd name="T6" fmla="*/ 2147483647 w 96"/>
              <a:gd name="T7" fmla="*/ 2147483647 h 56"/>
              <a:gd name="T8" fmla="*/ 2147483647 w 96"/>
              <a:gd name="T9" fmla="*/ 2147483647 h 56"/>
              <a:gd name="T10" fmla="*/ 0 w 96"/>
              <a:gd name="T11" fmla="*/ 2147483647 h 56"/>
              <a:gd name="T12" fmla="*/ 2147483647 w 96"/>
              <a:gd name="T13" fmla="*/ 2147483647 h 56"/>
              <a:gd name="T14" fmla="*/ 2147483647 w 96"/>
              <a:gd name="T15" fmla="*/ 0 h 56"/>
              <a:gd name="T16" fmla="*/ 2147483647 w 96"/>
              <a:gd name="T17" fmla="*/ 0 h 56"/>
              <a:gd name="T18" fmla="*/ 2147483647 w 96"/>
              <a:gd name="T19" fmla="*/ 2147483647 h 56"/>
              <a:gd name="T20" fmla="*/ 2147483647 w 96"/>
              <a:gd name="T21" fmla="*/ 2147483647 h 56"/>
              <a:gd name="T22" fmla="*/ 2147483647 w 96"/>
              <a:gd name="T23" fmla="*/ 2147483647 h 56"/>
              <a:gd name="T24" fmla="*/ 2147483647 w 96"/>
              <a:gd name="T25" fmla="*/ 2147483647 h 56"/>
              <a:gd name="T26" fmla="*/ 2147483647 w 96"/>
              <a:gd name="T27" fmla="*/ 2147483647 h 56"/>
              <a:gd name="T28" fmla="*/ 2147483647 w 96"/>
              <a:gd name="T29" fmla="*/ 2147483647 h 56"/>
              <a:gd name="T30" fmla="*/ 2147483647 w 96"/>
              <a:gd name="T31" fmla="*/ 2147483647 h 56"/>
              <a:gd name="T32" fmla="*/ 2147483647 w 96"/>
              <a:gd name="T33" fmla="*/ 2147483647 h 56"/>
              <a:gd name="T34" fmla="*/ 2147483647 w 96"/>
              <a:gd name="T35" fmla="*/ 2147483647 h 56"/>
              <a:gd name="T36" fmla="*/ 2147483647 w 96"/>
              <a:gd name="T37" fmla="*/ 2147483647 h 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56"/>
              <a:gd name="T59" fmla="*/ 96 w 96"/>
              <a:gd name="T60" fmla="*/ 56 h 5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56">
                <a:moveTo>
                  <a:pt x="96" y="32"/>
                </a:moveTo>
                <a:lnTo>
                  <a:pt x="96" y="56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8"/>
                </a:lnTo>
                <a:lnTo>
                  <a:pt x="96" y="56"/>
                </a:lnTo>
                <a:lnTo>
                  <a:pt x="88" y="56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96" name="Freeform 158"/>
          <p:cNvSpPr>
            <a:spLocks/>
          </p:cNvSpPr>
          <p:nvPr>
            <p:custDataLst>
              <p:tags r:id="rId156"/>
            </p:custDataLst>
          </p:nvPr>
        </p:nvSpPr>
        <p:spPr bwMode="auto">
          <a:xfrm>
            <a:off x="6489700" y="452913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97" name="Freeform 159"/>
          <p:cNvSpPr>
            <a:spLocks/>
          </p:cNvSpPr>
          <p:nvPr>
            <p:custDataLst>
              <p:tags r:id="rId157"/>
            </p:custDataLst>
          </p:nvPr>
        </p:nvSpPr>
        <p:spPr bwMode="auto">
          <a:xfrm>
            <a:off x="6388100" y="4529138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0 w 72"/>
              <a:gd name="T5" fmla="*/ 2147483647 h 48"/>
              <a:gd name="T6" fmla="*/ 2147483647 w 72"/>
              <a:gd name="T7" fmla="*/ 0 h 48"/>
              <a:gd name="T8" fmla="*/ 2147483647 w 72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8"/>
              <a:gd name="T17" fmla="*/ 72 w 72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98" name="Rectangle 160"/>
          <p:cNvSpPr>
            <a:spLocks noChangeArrowheads="1"/>
          </p:cNvSpPr>
          <p:nvPr>
            <p:custDataLst>
              <p:tags r:id="rId158"/>
            </p:custDataLst>
          </p:nvPr>
        </p:nvSpPr>
        <p:spPr bwMode="auto">
          <a:xfrm>
            <a:off x="6515100" y="4567238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99" name="Rectangle 161"/>
          <p:cNvSpPr>
            <a:spLocks noChangeArrowheads="1"/>
          </p:cNvSpPr>
          <p:nvPr>
            <p:custDataLst>
              <p:tags r:id="rId159"/>
            </p:custDataLst>
          </p:nvPr>
        </p:nvSpPr>
        <p:spPr bwMode="auto">
          <a:xfrm>
            <a:off x="6515100" y="4567238"/>
            <a:ext cx="3175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0" name="Rectangle 162"/>
          <p:cNvSpPr>
            <a:spLocks noChangeArrowheads="1"/>
          </p:cNvSpPr>
          <p:nvPr>
            <p:custDataLst>
              <p:tags r:id="rId160"/>
            </p:custDataLst>
          </p:nvPr>
        </p:nvSpPr>
        <p:spPr bwMode="auto">
          <a:xfrm>
            <a:off x="6819900" y="2703513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1" name="Rectangle 163"/>
          <p:cNvSpPr>
            <a:spLocks noChangeArrowheads="1"/>
          </p:cNvSpPr>
          <p:nvPr>
            <p:custDataLst>
              <p:tags r:id="rId161"/>
            </p:custDataLst>
          </p:nvPr>
        </p:nvSpPr>
        <p:spPr bwMode="auto">
          <a:xfrm>
            <a:off x="6819900" y="2703513"/>
            <a:ext cx="12700" cy="1863725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2" name="Rectangle 164"/>
          <p:cNvSpPr>
            <a:spLocks noChangeArrowheads="1"/>
          </p:cNvSpPr>
          <p:nvPr>
            <p:custDataLst>
              <p:tags r:id="rId162"/>
            </p:custDataLst>
          </p:nvPr>
        </p:nvSpPr>
        <p:spPr bwMode="auto">
          <a:xfrm>
            <a:off x="7569200" y="31734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3" name="Rectangle 165"/>
          <p:cNvSpPr>
            <a:spLocks noChangeArrowheads="1"/>
          </p:cNvSpPr>
          <p:nvPr>
            <p:custDataLst>
              <p:tags r:id="rId163"/>
            </p:custDataLst>
          </p:nvPr>
        </p:nvSpPr>
        <p:spPr bwMode="auto">
          <a:xfrm>
            <a:off x="7747000" y="32861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4" name="Freeform 166"/>
          <p:cNvSpPr>
            <a:spLocks/>
          </p:cNvSpPr>
          <p:nvPr>
            <p:custDataLst>
              <p:tags r:id="rId164"/>
            </p:custDataLst>
          </p:nvPr>
        </p:nvSpPr>
        <p:spPr bwMode="auto">
          <a:xfrm>
            <a:off x="7620000" y="361632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0 w 48"/>
              <a:gd name="T3" fmla="*/ 2147483647 h 80"/>
              <a:gd name="T4" fmla="*/ 0 w 48"/>
              <a:gd name="T5" fmla="*/ 2147483647 h 80"/>
              <a:gd name="T6" fmla="*/ 0 w 48"/>
              <a:gd name="T7" fmla="*/ 2147483647 h 80"/>
              <a:gd name="T8" fmla="*/ 2147483647 w 48"/>
              <a:gd name="T9" fmla="*/ 0 h 80"/>
              <a:gd name="T10" fmla="*/ 2147483647 w 48"/>
              <a:gd name="T11" fmla="*/ 0 h 80"/>
              <a:gd name="T12" fmla="*/ 2147483647 w 48"/>
              <a:gd name="T13" fmla="*/ 0 h 80"/>
              <a:gd name="T14" fmla="*/ 2147483647 w 48"/>
              <a:gd name="T15" fmla="*/ 2147483647 h 80"/>
              <a:gd name="T16" fmla="*/ 2147483647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0 h 80"/>
              <a:gd name="T24" fmla="*/ 2147483647 w 48"/>
              <a:gd name="T25" fmla="*/ 0 h 80"/>
              <a:gd name="T26" fmla="*/ 2147483647 w 48"/>
              <a:gd name="T27" fmla="*/ 0 h 80"/>
              <a:gd name="T28" fmla="*/ 2147483647 w 48"/>
              <a:gd name="T29" fmla="*/ 2147483647 h 80"/>
              <a:gd name="T30" fmla="*/ 0 w 48"/>
              <a:gd name="T31" fmla="*/ 2147483647 h 80"/>
              <a:gd name="T32" fmla="*/ 0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80"/>
                </a:moveTo>
                <a:lnTo>
                  <a:pt x="0" y="80"/>
                </a:lnTo>
                <a:lnTo>
                  <a:pt x="16" y="0"/>
                </a:lnTo>
                <a:lnTo>
                  <a:pt x="24" y="0"/>
                </a:lnTo>
                <a:lnTo>
                  <a:pt x="48" y="80"/>
                </a:lnTo>
                <a:lnTo>
                  <a:pt x="40" y="80"/>
                </a:lnTo>
                <a:lnTo>
                  <a:pt x="16" y="0"/>
                </a:lnTo>
                <a:lnTo>
                  <a:pt x="24" y="0"/>
                </a:lnTo>
                <a:lnTo>
                  <a:pt x="8" y="80"/>
                </a:lnTo>
                <a:lnTo>
                  <a:pt x="0" y="80"/>
                </a:lnTo>
                <a:lnTo>
                  <a:pt x="0" y="72"/>
                </a:lnTo>
                <a:lnTo>
                  <a:pt x="24" y="72"/>
                </a:lnTo>
                <a:lnTo>
                  <a:pt x="24" y="8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5" name="Freeform 167"/>
          <p:cNvSpPr>
            <a:spLocks/>
          </p:cNvSpPr>
          <p:nvPr>
            <p:custDataLst>
              <p:tags r:id="rId165"/>
            </p:custDataLst>
          </p:nvPr>
        </p:nvSpPr>
        <p:spPr bwMode="auto">
          <a:xfrm>
            <a:off x="7658100" y="373062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6" name="Freeform 168"/>
          <p:cNvSpPr>
            <a:spLocks/>
          </p:cNvSpPr>
          <p:nvPr>
            <p:custDataLst>
              <p:tags r:id="rId166"/>
            </p:custDataLst>
          </p:nvPr>
        </p:nvSpPr>
        <p:spPr bwMode="auto">
          <a:xfrm>
            <a:off x="7620000" y="361632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0 w 40"/>
              <a:gd name="T3" fmla="*/ 2147483647 h 80"/>
              <a:gd name="T4" fmla="*/ 2147483647 w 40"/>
              <a:gd name="T5" fmla="*/ 0 h 80"/>
              <a:gd name="T6" fmla="*/ 2147483647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80"/>
                </a:moveTo>
                <a:lnTo>
                  <a:pt x="0" y="80"/>
                </a:lnTo>
                <a:lnTo>
                  <a:pt x="16" y="0"/>
                </a:lnTo>
                <a:lnTo>
                  <a:pt x="40" y="80"/>
                </a:lnTo>
                <a:lnTo>
                  <a:pt x="24" y="8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7" name="Rectangle 169"/>
          <p:cNvSpPr>
            <a:spLocks noChangeArrowheads="1"/>
          </p:cNvSpPr>
          <p:nvPr>
            <p:custDataLst>
              <p:tags r:id="rId167"/>
            </p:custDataLst>
          </p:nvPr>
        </p:nvSpPr>
        <p:spPr bwMode="auto">
          <a:xfrm>
            <a:off x="7658100" y="37433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8" name="Rectangle 170"/>
          <p:cNvSpPr>
            <a:spLocks noChangeArrowheads="1"/>
          </p:cNvSpPr>
          <p:nvPr>
            <p:custDataLst>
              <p:tags r:id="rId168"/>
            </p:custDataLst>
          </p:nvPr>
        </p:nvSpPr>
        <p:spPr bwMode="auto">
          <a:xfrm>
            <a:off x="7658100" y="4086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09" name="Rectangle 171"/>
          <p:cNvSpPr>
            <a:spLocks noChangeArrowheads="1"/>
          </p:cNvSpPr>
          <p:nvPr>
            <p:custDataLst>
              <p:tags r:id="rId169"/>
            </p:custDataLst>
          </p:nvPr>
        </p:nvSpPr>
        <p:spPr bwMode="auto">
          <a:xfrm>
            <a:off x="7658100" y="3743325"/>
            <a:ext cx="12700" cy="3429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0" name="Rectangle 172"/>
          <p:cNvSpPr>
            <a:spLocks noChangeArrowheads="1"/>
          </p:cNvSpPr>
          <p:nvPr>
            <p:custDataLst>
              <p:tags r:id="rId170"/>
            </p:custDataLst>
          </p:nvPr>
        </p:nvSpPr>
        <p:spPr bwMode="auto">
          <a:xfrm>
            <a:off x="7239000" y="31845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1" name="Rectangle 173"/>
          <p:cNvSpPr>
            <a:spLocks noChangeArrowheads="1"/>
          </p:cNvSpPr>
          <p:nvPr>
            <p:custDataLst>
              <p:tags r:id="rId171"/>
            </p:custDataLst>
          </p:nvPr>
        </p:nvSpPr>
        <p:spPr bwMode="auto">
          <a:xfrm>
            <a:off x="7416800" y="32988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2" name="Freeform 174"/>
          <p:cNvSpPr>
            <a:spLocks/>
          </p:cNvSpPr>
          <p:nvPr>
            <p:custDataLst>
              <p:tags r:id="rId172"/>
            </p:custDataLst>
          </p:nvPr>
        </p:nvSpPr>
        <p:spPr bwMode="auto">
          <a:xfrm>
            <a:off x="7289800" y="360362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16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16" y="88"/>
                </a:lnTo>
                <a:lnTo>
                  <a:pt x="16" y="9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3" name="Freeform 175"/>
          <p:cNvSpPr>
            <a:spLocks/>
          </p:cNvSpPr>
          <p:nvPr>
            <p:custDataLst>
              <p:tags r:id="rId173"/>
            </p:custDataLst>
          </p:nvPr>
        </p:nvSpPr>
        <p:spPr bwMode="auto">
          <a:xfrm>
            <a:off x="7315200" y="3743325"/>
            <a:ext cx="38100" cy="12700"/>
          </a:xfrm>
          <a:custGeom>
            <a:avLst/>
            <a:gdLst>
              <a:gd name="T0" fmla="*/ 2147483647 w 24"/>
              <a:gd name="T1" fmla="*/ 2147483647 h 8"/>
              <a:gd name="T2" fmla="*/ 0 w 24"/>
              <a:gd name="T3" fmla="*/ 2147483647 h 8"/>
              <a:gd name="T4" fmla="*/ 0 w 24"/>
              <a:gd name="T5" fmla="*/ 0 h 8"/>
              <a:gd name="T6" fmla="*/ 0 w 24"/>
              <a:gd name="T7" fmla="*/ 0 h 8"/>
              <a:gd name="T8" fmla="*/ 0 w 24"/>
              <a:gd name="T9" fmla="*/ 0 h 8"/>
              <a:gd name="T10" fmla="*/ 2147483647 w 24"/>
              <a:gd name="T11" fmla="*/ 0 h 8"/>
              <a:gd name="T12" fmla="*/ 2147483647 w 24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24" y="8"/>
                </a:moveTo>
                <a:lnTo>
                  <a:pt x="0" y="8"/>
                </a:lnTo>
                <a:lnTo>
                  <a:pt x="0" y="0"/>
                </a:lnTo>
                <a:lnTo>
                  <a:pt x="24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4" name="Freeform 176"/>
          <p:cNvSpPr>
            <a:spLocks/>
          </p:cNvSpPr>
          <p:nvPr>
            <p:custDataLst>
              <p:tags r:id="rId174"/>
            </p:custDataLst>
          </p:nvPr>
        </p:nvSpPr>
        <p:spPr bwMode="auto">
          <a:xfrm>
            <a:off x="7289800" y="364172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16" y="7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5" name="Rectangle 177"/>
          <p:cNvSpPr>
            <a:spLocks noChangeArrowheads="1"/>
          </p:cNvSpPr>
          <p:nvPr>
            <p:custDataLst>
              <p:tags r:id="rId175"/>
            </p:custDataLst>
          </p:nvPr>
        </p:nvSpPr>
        <p:spPr bwMode="auto">
          <a:xfrm>
            <a:off x="7315200" y="37560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6" name="Rectangle 178"/>
          <p:cNvSpPr>
            <a:spLocks noChangeArrowheads="1"/>
          </p:cNvSpPr>
          <p:nvPr>
            <p:custDataLst>
              <p:tags r:id="rId176"/>
            </p:custDataLst>
          </p:nvPr>
        </p:nvSpPr>
        <p:spPr bwMode="auto">
          <a:xfrm>
            <a:off x="7327900" y="40989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7" name="Freeform 179"/>
          <p:cNvSpPr>
            <a:spLocks/>
          </p:cNvSpPr>
          <p:nvPr>
            <p:custDataLst>
              <p:tags r:id="rId177"/>
            </p:custDataLst>
          </p:nvPr>
        </p:nvSpPr>
        <p:spPr bwMode="auto">
          <a:xfrm>
            <a:off x="7315200" y="37560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18" name="Rectangle 180"/>
          <p:cNvSpPr>
            <a:spLocks noChangeArrowheads="1"/>
          </p:cNvSpPr>
          <p:nvPr>
            <p:custDataLst>
              <p:tags r:id="rId178"/>
            </p:custDataLst>
          </p:nvPr>
        </p:nvSpPr>
        <p:spPr bwMode="auto">
          <a:xfrm>
            <a:off x="7924800" y="31845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19" name="Rectangle 181"/>
          <p:cNvSpPr>
            <a:spLocks noChangeArrowheads="1"/>
          </p:cNvSpPr>
          <p:nvPr>
            <p:custDataLst>
              <p:tags r:id="rId179"/>
            </p:custDataLst>
          </p:nvPr>
        </p:nvSpPr>
        <p:spPr bwMode="auto">
          <a:xfrm>
            <a:off x="8102600" y="32988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20" name="Freeform 182"/>
          <p:cNvSpPr>
            <a:spLocks/>
          </p:cNvSpPr>
          <p:nvPr>
            <p:custDataLst>
              <p:tags r:id="rId180"/>
            </p:custDataLst>
          </p:nvPr>
        </p:nvSpPr>
        <p:spPr bwMode="auto">
          <a:xfrm>
            <a:off x="7962900" y="3959225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1" name="Freeform 183"/>
          <p:cNvSpPr>
            <a:spLocks/>
          </p:cNvSpPr>
          <p:nvPr>
            <p:custDataLst>
              <p:tags r:id="rId181"/>
            </p:custDataLst>
          </p:nvPr>
        </p:nvSpPr>
        <p:spPr bwMode="auto">
          <a:xfrm>
            <a:off x="7975600" y="39592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2" name="Freeform 184"/>
          <p:cNvSpPr>
            <a:spLocks/>
          </p:cNvSpPr>
          <p:nvPr>
            <p:custDataLst>
              <p:tags r:id="rId182"/>
            </p:custDataLst>
          </p:nvPr>
        </p:nvSpPr>
        <p:spPr bwMode="auto">
          <a:xfrm>
            <a:off x="7975600" y="395922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3" name="Rectangle 185"/>
          <p:cNvSpPr>
            <a:spLocks noChangeArrowheads="1"/>
          </p:cNvSpPr>
          <p:nvPr>
            <p:custDataLst>
              <p:tags r:id="rId183"/>
            </p:custDataLst>
          </p:nvPr>
        </p:nvSpPr>
        <p:spPr bwMode="auto">
          <a:xfrm>
            <a:off x="8001000" y="36163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24" name="Rectangle 186"/>
          <p:cNvSpPr>
            <a:spLocks noChangeArrowheads="1"/>
          </p:cNvSpPr>
          <p:nvPr>
            <p:custDataLst>
              <p:tags r:id="rId184"/>
            </p:custDataLst>
          </p:nvPr>
        </p:nvSpPr>
        <p:spPr bwMode="auto">
          <a:xfrm>
            <a:off x="8013700" y="39592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25" name="Freeform 187"/>
          <p:cNvSpPr>
            <a:spLocks/>
          </p:cNvSpPr>
          <p:nvPr>
            <p:custDataLst>
              <p:tags r:id="rId185"/>
            </p:custDataLst>
          </p:nvPr>
        </p:nvSpPr>
        <p:spPr bwMode="auto">
          <a:xfrm>
            <a:off x="8001000" y="36163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6" name="Rectangle 188"/>
          <p:cNvSpPr>
            <a:spLocks noChangeArrowheads="1"/>
          </p:cNvSpPr>
          <p:nvPr>
            <p:custDataLst>
              <p:tags r:id="rId186"/>
            </p:custDataLst>
          </p:nvPr>
        </p:nvSpPr>
        <p:spPr bwMode="auto">
          <a:xfrm>
            <a:off x="8267700" y="3173413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27" name="Rectangle 189"/>
          <p:cNvSpPr>
            <a:spLocks noChangeArrowheads="1"/>
          </p:cNvSpPr>
          <p:nvPr>
            <p:custDataLst>
              <p:tags r:id="rId187"/>
            </p:custDataLst>
          </p:nvPr>
        </p:nvSpPr>
        <p:spPr bwMode="auto">
          <a:xfrm>
            <a:off x="8432800" y="32861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28" name="Freeform 190"/>
          <p:cNvSpPr>
            <a:spLocks/>
          </p:cNvSpPr>
          <p:nvPr>
            <p:custDataLst>
              <p:tags r:id="rId188"/>
            </p:custDataLst>
          </p:nvPr>
        </p:nvSpPr>
        <p:spPr bwMode="auto">
          <a:xfrm>
            <a:off x="8305800" y="3946525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0 h 96"/>
              <a:gd name="T6" fmla="*/ 2147483647 w 48"/>
              <a:gd name="T7" fmla="*/ 0 h 96"/>
              <a:gd name="T8" fmla="*/ 2147483647 w 48"/>
              <a:gd name="T9" fmla="*/ 2147483647 h 96"/>
              <a:gd name="T10" fmla="*/ 2147483647 w 48"/>
              <a:gd name="T11" fmla="*/ 2147483647 h 96"/>
              <a:gd name="T12" fmla="*/ 2147483647 w 48"/>
              <a:gd name="T13" fmla="*/ 2147483647 h 96"/>
              <a:gd name="T14" fmla="*/ 0 w 48"/>
              <a:gd name="T15" fmla="*/ 0 h 96"/>
              <a:gd name="T16" fmla="*/ 0 w 48"/>
              <a:gd name="T17" fmla="*/ 0 h 96"/>
              <a:gd name="T18" fmla="*/ 2147483647 w 48"/>
              <a:gd name="T19" fmla="*/ 0 h 96"/>
              <a:gd name="T20" fmla="*/ 2147483647 w 48"/>
              <a:gd name="T21" fmla="*/ 0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0 h 96"/>
              <a:gd name="T30" fmla="*/ 2147483647 w 48"/>
              <a:gd name="T31" fmla="*/ 0 h 96"/>
              <a:gd name="T32" fmla="*/ 2147483647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32" y="0"/>
                </a:moveTo>
                <a:lnTo>
                  <a:pt x="48" y="0"/>
                </a:lnTo>
                <a:lnTo>
                  <a:pt x="32" y="72"/>
                </a:lnTo>
                <a:lnTo>
                  <a:pt x="32" y="96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9" name="Freeform 191"/>
          <p:cNvSpPr>
            <a:spLocks/>
          </p:cNvSpPr>
          <p:nvPr>
            <p:custDataLst>
              <p:tags r:id="rId189"/>
            </p:custDataLst>
          </p:nvPr>
        </p:nvSpPr>
        <p:spPr bwMode="auto">
          <a:xfrm>
            <a:off x="8318500" y="394652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30" name="Freeform 192"/>
          <p:cNvSpPr>
            <a:spLocks/>
          </p:cNvSpPr>
          <p:nvPr>
            <p:custDataLst>
              <p:tags r:id="rId190"/>
            </p:custDataLst>
          </p:nvPr>
        </p:nvSpPr>
        <p:spPr bwMode="auto">
          <a:xfrm>
            <a:off x="8318500" y="394652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0"/>
                </a:moveTo>
                <a:lnTo>
                  <a:pt x="40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31" name="Rectangle 193"/>
          <p:cNvSpPr>
            <a:spLocks noChangeArrowheads="1"/>
          </p:cNvSpPr>
          <p:nvPr>
            <p:custDataLst>
              <p:tags r:id="rId191"/>
            </p:custDataLst>
          </p:nvPr>
        </p:nvSpPr>
        <p:spPr bwMode="auto">
          <a:xfrm>
            <a:off x="8343900" y="36036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2" name="Rectangle 194"/>
          <p:cNvSpPr>
            <a:spLocks noChangeArrowheads="1"/>
          </p:cNvSpPr>
          <p:nvPr>
            <p:custDataLst>
              <p:tags r:id="rId192"/>
            </p:custDataLst>
          </p:nvPr>
        </p:nvSpPr>
        <p:spPr bwMode="auto">
          <a:xfrm>
            <a:off x="8356600" y="3946525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3" name="Freeform 195"/>
          <p:cNvSpPr>
            <a:spLocks/>
          </p:cNvSpPr>
          <p:nvPr>
            <p:custDataLst>
              <p:tags r:id="rId193"/>
            </p:custDataLst>
          </p:nvPr>
        </p:nvSpPr>
        <p:spPr bwMode="auto">
          <a:xfrm>
            <a:off x="8343900" y="360362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34" name="Rectangle 196"/>
          <p:cNvSpPr>
            <a:spLocks noChangeArrowheads="1"/>
          </p:cNvSpPr>
          <p:nvPr>
            <p:custDataLst>
              <p:tags r:id="rId194"/>
            </p:custDataLst>
          </p:nvPr>
        </p:nvSpPr>
        <p:spPr bwMode="auto">
          <a:xfrm>
            <a:off x="7061200" y="4073525"/>
            <a:ext cx="15240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5" name="Rectangle 197"/>
          <p:cNvSpPr>
            <a:spLocks noChangeArrowheads="1"/>
          </p:cNvSpPr>
          <p:nvPr>
            <p:custDataLst>
              <p:tags r:id="rId195"/>
            </p:custDataLst>
          </p:nvPr>
        </p:nvSpPr>
        <p:spPr bwMode="auto">
          <a:xfrm>
            <a:off x="8572500" y="4073525"/>
            <a:ext cx="12700" cy="9890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6" name="Rectangle 198"/>
          <p:cNvSpPr>
            <a:spLocks noChangeArrowheads="1"/>
          </p:cNvSpPr>
          <p:nvPr>
            <p:custDataLst>
              <p:tags r:id="rId196"/>
            </p:custDataLst>
          </p:nvPr>
        </p:nvSpPr>
        <p:spPr bwMode="auto">
          <a:xfrm>
            <a:off x="7061200" y="5049838"/>
            <a:ext cx="15113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7" name="Rectangle 199"/>
          <p:cNvSpPr>
            <a:spLocks noChangeArrowheads="1"/>
          </p:cNvSpPr>
          <p:nvPr>
            <p:custDataLst>
              <p:tags r:id="rId197"/>
            </p:custDataLst>
          </p:nvPr>
        </p:nvSpPr>
        <p:spPr bwMode="auto">
          <a:xfrm>
            <a:off x="7061200" y="4073525"/>
            <a:ext cx="12700" cy="9763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8" name="Rectangle 200"/>
          <p:cNvSpPr>
            <a:spLocks noChangeArrowheads="1"/>
          </p:cNvSpPr>
          <p:nvPr>
            <p:custDataLst>
              <p:tags r:id="rId198"/>
            </p:custDataLst>
          </p:nvPr>
        </p:nvSpPr>
        <p:spPr bwMode="auto">
          <a:xfrm>
            <a:off x="7708900" y="54800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39" name="Rectangle 201"/>
          <p:cNvSpPr>
            <a:spLocks noChangeArrowheads="1"/>
          </p:cNvSpPr>
          <p:nvPr>
            <p:custDataLst>
              <p:tags r:id="rId199"/>
            </p:custDataLst>
          </p:nvPr>
        </p:nvSpPr>
        <p:spPr bwMode="auto">
          <a:xfrm>
            <a:off x="7861300" y="5594350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40" name="Freeform 202"/>
          <p:cNvSpPr>
            <a:spLocks/>
          </p:cNvSpPr>
          <p:nvPr>
            <p:custDataLst>
              <p:tags r:id="rId200"/>
            </p:custDataLst>
          </p:nvPr>
        </p:nvSpPr>
        <p:spPr bwMode="auto">
          <a:xfrm>
            <a:off x="7747000" y="5391150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1" name="Freeform 203"/>
          <p:cNvSpPr>
            <a:spLocks/>
          </p:cNvSpPr>
          <p:nvPr>
            <p:custDataLst>
              <p:tags r:id="rId201"/>
            </p:custDataLst>
          </p:nvPr>
        </p:nvSpPr>
        <p:spPr bwMode="auto">
          <a:xfrm>
            <a:off x="7759700" y="5391150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2" name="Freeform 204"/>
          <p:cNvSpPr>
            <a:spLocks/>
          </p:cNvSpPr>
          <p:nvPr>
            <p:custDataLst>
              <p:tags r:id="rId202"/>
            </p:custDataLst>
          </p:nvPr>
        </p:nvSpPr>
        <p:spPr bwMode="auto">
          <a:xfrm>
            <a:off x="7759700" y="5391150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3" name="Rectangle 206"/>
          <p:cNvSpPr>
            <a:spLocks noChangeArrowheads="1"/>
          </p:cNvSpPr>
          <p:nvPr>
            <p:custDataLst>
              <p:tags r:id="rId203"/>
            </p:custDataLst>
          </p:nvPr>
        </p:nvSpPr>
        <p:spPr bwMode="auto">
          <a:xfrm>
            <a:off x="7785100" y="5049838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44" name="Rectangle 207"/>
          <p:cNvSpPr>
            <a:spLocks noChangeArrowheads="1"/>
          </p:cNvSpPr>
          <p:nvPr>
            <p:custDataLst>
              <p:tags r:id="rId204"/>
            </p:custDataLst>
          </p:nvPr>
        </p:nvSpPr>
        <p:spPr bwMode="auto">
          <a:xfrm>
            <a:off x="7797800" y="5391150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45" name="Freeform 208"/>
          <p:cNvSpPr>
            <a:spLocks/>
          </p:cNvSpPr>
          <p:nvPr>
            <p:custDataLst>
              <p:tags r:id="rId205"/>
            </p:custDataLst>
          </p:nvPr>
        </p:nvSpPr>
        <p:spPr bwMode="auto">
          <a:xfrm>
            <a:off x="7785100" y="5049838"/>
            <a:ext cx="25400" cy="341312"/>
          </a:xfrm>
          <a:custGeom>
            <a:avLst/>
            <a:gdLst>
              <a:gd name="T0" fmla="*/ 2147483647 w 16"/>
              <a:gd name="T1" fmla="*/ 0 h 215"/>
              <a:gd name="T2" fmla="*/ 0 w 16"/>
              <a:gd name="T3" fmla="*/ 0 h 215"/>
              <a:gd name="T4" fmla="*/ 2147483647 w 16"/>
              <a:gd name="T5" fmla="*/ 2147483647 h 215"/>
              <a:gd name="T6" fmla="*/ 2147483647 w 16"/>
              <a:gd name="T7" fmla="*/ 2147483647 h 215"/>
              <a:gd name="T8" fmla="*/ 2147483647 w 16"/>
              <a:gd name="T9" fmla="*/ 0 h 2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5"/>
              <a:gd name="T17" fmla="*/ 16 w 16"/>
              <a:gd name="T18" fmla="*/ 215 h 2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5">
                <a:moveTo>
                  <a:pt x="8" y="0"/>
                </a:moveTo>
                <a:lnTo>
                  <a:pt x="0" y="0"/>
                </a:lnTo>
                <a:lnTo>
                  <a:pt x="8" y="215"/>
                </a:lnTo>
                <a:lnTo>
                  <a:pt x="16" y="215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" name="Rectangle 209"/>
          <p:cNvSpPr>
            <a:spLocks noChangeArrowheads="1"/>
          </p:cNvSpPr>
          <p:nvPr>
            <p:custDataLst>
              <p:tags r:id="rId206"/>
            </p:custDataLst>
          </p:nvPr>
        </p:nvSpPr>
        <p:spPr bwMode="auto">
          <a:xfrm>
            <a:off x="8636000" y="41370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47" name="Rectangle 210"/>
          <p:cNvSpPr>
            <a:spLocks noChangeArrowheads="1"/>
          </p:cNvSpPr>
          <p:nvPr>
            <p:custDataLst>
              <p:tags r:id="rId207"/>
            </p:custDataLst>
          </p:nvPr>
        </p:nvSpPr>
        <p:spPr bwMode="auto">
          <a:xfrm>
            <a:off x="8788400" y="425132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48" name="Freeform 211"/>
          <p:cNvSpPr>
            <a:spLocks/>
          </p:cNvSpPr>
          <p:nvPr>
            <p:custDataLst>
              <p:tags r:id="rId208"/>
            </p:custDataLst>
          </p:nvPr>
        </p:nvSpPr>
        <p:spPr bwMode="auto">
          <a:xfrm>
            <a:off x="8559800" y="4516438"/>
            <a:ext cx="152400" cy="76200"/>
          </a:xfrm>
          <a:custGeom>
            <a:avLst/>
            <a:gdLst>
              <a:gd name="T0" fmla="*/ 2147483647 w 96"/>
              <a:gd name="T1" fmla="*/ 2147483647 h 48"/>
              <a:gd name="T2" fmla="*/ 2147483647 w 96"/>
              <a:gd name="T3" fmla="*/ 2147483647 h 48"/>
              <a:gd name="T4" fmla="*/ 2147483647 w 96"/>
              <a:gd name="T5" fmla="*/ 2147483647 h 48"/>
              <a:gd name="T6" fmla="*/ 2147483647 w 96"/>
              <a:gd name="T7" fmla="*/ 2147483647 h 48"/>
              <a:gd name="T8" fmla="*/ 2147483647 w 96"/>
              <a:gd name="T9" fmla="*/ 2147483647 h 48"/>
              <a:gd name="T10" fmla="*/ 0 w 96"/>
              <a:gd name="T11" fmla="*/ 2147483647 h 48"/>
              <a:gd name="T12" fmla="*/ 2147483647 w 96"/>
              <a:gd name="T13" fmla="*/ 2147483647 h 48"/>
              <a:gd name="T14" fmla="*/ 2147483647 w 96"/>
              <a:gd name="T15" fmla="*/ 0 h 48"/>
              <a:gd name="T16" fmla="*/ 2147483647 w 96"/>
              <a:gd name="T17" fmla="*/ 0 h 48"/>
              <a:gd name="T18" fmla="*/ 2147483647 w 96"/>
              <a:gd name="T19" fmla="*/ 2147483647 h 48"/>
              <a:gd name="T20" fmla="*/ 2147483647 w 96"/>
              <a:gd name="T21" fmla="*/ 2147483647 h 48"/>
              <a:gd name="T22" fmla="*/ 2147483647 w 96"/>
              <a:gd name="T23" fmla="*/ 2147483647 h 48"/>
              <a:gd name="T24" fmla="*/ 2147483647 w 96"/>
              <a:gd name="T25" fmla="*/ 2147483647 h 48"/>
              <a:gd name="T26" fmla="*/ 2147483647 w 96"/>
              <a:gd name="T27" fmla="*/ 2147483647 h 48"/>
              <a:gd name="T28" fmla="*/ 2147483647 w 96"/>
              <a:gd name="T29" fmla="*/ 2147483647 h 48"/>
              <a:gd name="T30" fmla="*/ 2147483647 w 96"/>
              <a:gd name="T31" fmla="*/ 2147483647 h 48"/>
              <a:gd name="T32" fmla="*/ 2147483647 w 96"/>
              <a:gd name="T33" fmla="*/ 2147483647 h 48"/>
              <a:gd name="T34" fmla="*/ 2147483647 w 96"/>
              <a:gd name="T35" fmla="*/ 2147483647 h 48"/>
              <a:gd name="T36" fmla="*/ 2147483647 w 96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48"/>
              <a:gd name="T59" fmla="*/ 96 w 96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48">
                <a:moveTo>
                  <a:pt x="96" y="32"/>
                </a:moveTo>
                <a:lnTo>
                  <a:pt x="96" y="48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0"/>
                </a:lnTo>
                <a:lnTo>
                  <a:pt x="96" y="48"/>
                </a:lnTo>
                <a:lnTo>
                  <a:pt x="88" y="48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9" name="Freeform 212"/>
          <p:cNvSpPr>
            <a:spLocks/>
          </p:cNvSpPr>
          <p:nvPr>
            <p:custDataLst>
              <p:tags r:id="rId209"/>
            </p:custDataLst>
          </p:nvPr>
        </p:nvSpPr>
        <p:spPr bwMode="auto">
          <a:xfrm>
            <a:off x="8699500" y="452913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50" name="Freeform 213"/>
          <p:cNvSpPr>
            <a:spLocks/>
          </p:cNvSpPr>
          <p:nvPr>
            <p:custDataLst>
              <p:tags r:id="rId210"/>
            </p:custDataLst>
          </p:nvPr>
        </p:nvSpPr>
        <p:spPr bwMode="auto">
          <a:xfrm>
            <a:off x="8597900" y="452913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24"/>
                </a:moveTo>
                <a:lnTo>
                  <a:pt x="72" y="40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51" name="Rectangle 214"/>
          <p:cNvSpPr>
            <a:spLocks noChangeArrowheads="1"/>
          </p:cNvSpPr>
          <p:nvPr>
            <p:custDataLst>
              <p:tags r:id="rId211"/>
            </p:custDataLst>
          </p:nvPr>
        </p:nvSpPr>
        <p:spPr bwMode="auto">
          <a:xfrm>
            <a:off x="8712200" y="4567238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2" name="Rectangle 215"/>
          <p:cNvSpPr>
            <a:spLocks noChangeArrowheads="1"/>
          </p:cNvSpPr>
          <p:nvPr>
            <p:custDataLst>
              <p:tags r:id="rId212"/>
            </p:custDataLst>
          </p:nvPr>
        </p:nvSpPr>
        <p:spPr bwMode="auto">
          <a:xfrm>
            <a:off x="8712200" y="4567238"/>
            <a:ext cx="3302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3" name="Rectangle 216"/>
          <p:cNvSpPr>
            <a:spLocks noChangeArrowheads="1"/>
          </p:cNvSpPr>
          <p:nvPr>
            <p:custDataLst>
              <p:tags r:id="rId213"/>
            </p:custDataLst>
          </p:nvPr>
        </p:nvSpPr>
        <p:spPr bwMode="auto">
          <a:xfrm>
            <a:off x="9029700" y="2703513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4" name="Rectangle 217"/>
          <p:cNvSpPr>
            <a:spLocks noChangeArrowheads="1"/>
          </p:cNvSpPr>
          <p:nvPr>
            <p:custDataLst>
              <p:tags r:id="rId214"/>
            </p:custDataLst>
          </p:nvPr>
        </p:nvSpPr>
        <p:spPr bwMode="auto">
          <a:xfrm>
            <a:off x="9029700" y="2703513"/>
            <a:ext cx="12700" cy="1863725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5" name="Rectangle 218"/>
          <p:cNvSpPr>
            <a:spLocks noChangeArrowheads="1"/>
          </p:cNvSpPr>
          <p:nvPr>
            <p:custDataLst>
              <p:tags r:id="rId215"/>
            </p:custDataLst>
          </p:nvPr>
        </p:nvSpPr>
        <p:spPr bwMode="auto">
          <a:xfrm>
            <a:off x="1422400" y="1701800"/>
            <a:ext cx="64262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6" name="Rectangle 219"/>
          <p:cNvSpPr>
            <a:spLocks noChangeArrowheads="1"/>
          </p:cNvSpPr>
          <p:nvPr>
            <p:custDataLst>
              <p:tags r:id="rId216"/>
            </p:custDataLst>
          </p:nvPr>
        </p:nvSpPr>
        <p:spPr bwMode="auto">
          <a:xfrm>
            <a:off x="7835900" y="1701800"/>
            <a:ext cx="12700" cy="9890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7" name="Rectangle 220"/>
          <p:cNvSpPr>
            <a:spLocks noChangeArrowheads="1"/>
          </p:cNvSpPr>
          <p:nvPr>
            <p:custDataLst>
              <p:tags r:id="rId217"/>
            </p:custDataLst>
          </p:nvPr>
        </p:nvSpPr>
        <p:spPr bwMode="auto">
          <a:xfrm>
            <a:off x="1422400" y="2678113"/>
            <a:ext cx="6413500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8" name="Rectangle 221"/>
          <p:cNvSpPr>
            <a:spLocks noChangeArrowheads="1"/>
          </p:cNvSpPr>
          <p:nvPr>
            <p:custDataLst>
              <p:tags r:id="rId218"/>
            </p:custDataLst>
          </p:nvPr>
        </p:nvSpPr>
        <p:spPr bwMode="auto">
          <a:xfrm>
            <a:off x="1422400" y="1701800"/>
            <a:ext cx="12700" cy="9763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59" name="Rectangle 222"/>
          <p:cNvSpPr>
            <a:spLocks noChangeArrowheads="1"/>
          </p:cNvSpPr>
          <p:nvPr>
            <p:custDataLst>
              <p:tags r:id="rId219"/>
            </p:custDataLst>
          </p:nvPr>
        </p:nvSpPr>
        <p:spPr bwMode="auto">
          <a:xfrm>
            <a:off x="3162300" y="2019300"/>
            <a:ext cx="31718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Carry Lookahead Block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460" name="Freeform 223"/>
          <p:cNvSpPr>
            <a:spLocks/>
          </p:cNvSpPr>
          <p:nvPr>
            <p:custDataLst>
              <p:tags r:id="rId220"/>
            </p:custDataLst>
          </p:nvPr>
        </p:nvSpPr>
        <p:spPr bwMode="auto">
          <a:xfrm>
            <a:off x="990600" y="2144713"/>
            <a:ext cx="127000" cy="76200"/>
          </a:xfrm>
          <a:custGeom>
            <a:avLst/>
            <a:gdLst>
              <a:gd name="T0" fmla="*/ 2147483647 w 80"/>
              <a:gd name="T1" fmla="*/ 2147483647 h 48"/>
              <a:gd name="T2" fmla="*/ 2147483647 w 80"/>
              <a:gd name="T3" fmla="*/ 2147483647 h 48"/>
              <a:gd name="T4" fmla="*/ 2147483647 w 80"/>
              <a:gd name="T5" fmla="*/ 2147483647 h 48"/>
              <a:gd name="T6" fmla="*/ 2147483647 w 80"/>
              <a:gd name="T7" fmla="*/ 2147483647 h 48"/>
              <a:gd name="T8" fmla="*/ 0 w 80"/>
              <a:gd name="T9" fmla="*/ 2147483647 h 48"/>
              <a:gd name="T10" fmla="*/ 0 w 80"/>
              <a:gd name="T11" fmla="*/ 2147483647 h 48"/>
              <a:gd name="T12" fmla="*/ 0 w 80"/>
              <a:gd name="T13" fmla="*/ 2147483647 h 48"/>
              <a:gd name="T14" fmla="*/ 2147483647 w 80"/>
              <a:gd name="T15" fmla="*/ 0 h 48"/>
              <a:gd name="T16" fmla="*/ 2147483647 w 80"/>
              <a:gd name="T17" fmla="*/ 0 h 48"/>
              <a:gd name="T18" fmla="*/ 2147483647 w 80"/>
              <a:gd name="T19" fmla="*/ 2147483647 h 48"/>
              <a:gd name="T20" fmla="*/ 2147483647 w 80"/>
              <a:gd name="T21" fmla="*/ 2147483647 h 48"/>
              <a:gd name="T22" fmla="*/ 0 w 80"/>
              <a:gd name="T23" fmla="*/ 2147483647 h 48"/>
              <a:gd name="T24" fmla="*/ 0 w 80"/>
              <a:gd name="T25" fmla="*/ 2147483647 h 48"/>
              <a:gd name="T26" fmla="*/ 0 w 80"/>
              <a:gd name="T27" fmla="*/ 2147483647 h 48"/>
              <a:gd name="T28" fmla="*/ 2147483647 w 80"/>
              <a:gd name="T29" fmla="*/ 2147483647 h 48"/>
              <a:gd name="T30" fmla="*/ 2147483647 w 80"/>
              <a:gd name="T31" fmla="*/ 2147483647 h 48"/>
              <a:gd name="T32" fmla="*/ 2147483647 w 80"/>
              <a:gd name="T33" fmla="*/ 2147483647 h 48"/>
              <a:gd name="T34" fmla="*/ 2147483647 w 80"/>
              <a:gd name="T35" fmla="*/ 2147483647 h 48"/>
              <a:gd name="T36" fmla="*/ 2147483647 w 80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0"/>
              <a:gd name="T58" fmla="*/ 0 h 48"/>
              <a:gd name="T59" fmla="*/ 80 w 80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0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0" y="16"/>
                </a:lnTo>
                <a:lnTo>
                  <a:pt x="80" y="0"/>
                </a:lnTo>
                <a:lnTo>
                  <a:pt x="80" y="8"/>
                </a:lnTo>
                <a:lnTo>
                  <a:pt x="0" y="24"/>
                </a:lnTo>
                <a:lnTo>
                  <a:pt x="0" y="16"/>
                </a:lnTo>
                <a:lnTo>
                  <a:pt x="72" y="40"/>
                </a:lnTo>
                <a:lnTo>
                  <a:pt x="72" y="48"/>
                </a:lnTo>
                <a:lnTo>
                  <a:pt x="64" y="48"/>
                </a:lnTo>
                <a:lnTo>
                  <a:pt x="64" y="24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61" name="Freeform 224"/>
          <p:cNvSpPr>
            <a:spLocks/>
          </p:cNvSpPr>
          <p:nvPr>
            <p:custDataLst>
              <p:tags r:id="rId221"/>
            </p:custDataLst>
          </p:nvPr>
        </p:nvSpPr>
        <p:spPr bwMode="auto">
          <a:xfrm>
            <a:off x="1092200" y="2157413"/>
            <a:ext cx="25400" cy="25400"/>
          </a:xfrm>
          <a:custGeom>
            <a:avLst/>
            <a:gdLst>
              <a:gd name="T0" fmla="*/ 2147483647 w 16"/>
              <a:gd name="T1" fmla="*/ 0 h 16"/>
              <a:gd name="T2" fmla="*/ 2147483647 w 16"/>
              <a:gd name="T3" fmla="*/ 2147483647 h 16"/>
              <a:gd name="T4" fmla="*/ 0 w 16"/>
              <a:gd name="T5" fmla="*/ 2147483647 h 16"/>
              <a:gd name="T6" fmla="*/ 0 w 16"/>
              <a:gd name="T7" fmla="*/ 2147483647 h 16"/>
              <a:gd name="T8" fmla="*/ 0 w 16"/>
              <a:gd name="T9" fmla="*/ 2147483647 h 16"/>
              <a:gd name="T10" fmla="*/ 2147483647 w 16"/>
              <a:gd name="T11" fmla="*/ 0 h 16"/>
              <a:gd name="T12" fmla="*/ 2147483647 w 16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16"/>
              <a:gd name="T23" fmla="*/ 16 w 16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16">
                <a:moveTo>
                  <a:pt x="16" y="0"/>
                </a:moveTo>
                <a:lnTo>
                  <a:pt x="8" y="16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62" name="Freeform 225"/>
          <p:cNvSpPr>
            <a:spLocks/>
          </p:cNvSpPr>
          <p:nvPr>
            <p:custDataLst>
              <p:tags r:id="rId222"/>
            </p:custDataLst>
          </p:nvPr>
        </p:nvSpPr>
        <p:spPr bwMode="auto">
          <a:xfrm>
            <a:off x="990600" y="2157413"/>
            <a:ext cx="127000" cy="63500"/>
          </a:xfrm>
          <a:custGeom>
            <a:avLst/>
            <a:gdLst>
              <a:gd name="T0" fmla="*/ 2147483647 w 80"/>
              <a:gd name="T1" fmla="*/ 2147483647 h 40"/>
              <a:gd name="T2" fmla="*/ 2147483647 w 80"/>
              <a:gd name="T3" fmla="*/ 2147483647 h 40"/>
              <a:gd name="T4" fmla="*/ 0 w 80"/>
              <a:gd name="T5" fmla="*/ 2147483647 h 40"/>
              <a:gd name="T6" fmla="*/ 2147483647 w 80"/>
              <a:gd name="T7" fmla="*/ 0 h 40"/>
              <a:gd name="T8" fmla="*/ 2147483647 w 80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40"/>
              <a:gd name="T17" fmla="*/ 80 w 80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40">
                <a:moveTo>
                  <a:pt x="72" y="16"/>
                </a:moveTo>
                <a:lnTo>
                  <a:pt x="72" y="40"/>
                </a:lnTo>
                <a:lnTo>
                  <a:pt x="0" y="16"/>
                </a:lnTo>
                <a:lnTo>
                  <a:pt x="80" y="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63" name="Rectangle 226"/>
          <p:cNvSpPr>
            <a:spLocks noChangeArrowheads="1"/>
          </p:cNvSpPr>
          <p:nvPr>
            <p:custDataLst>
              <p:tags r:id="rId223"/>
            </p:custDataLst>
          </p:nvPr>
        </p:nvSpPr>
        <p:spPr bwMode="auto">
          <a:xfrm>
            <a:off x="1117600" y="2182813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64" name="Rectangle 227"/>
          <p:cNvSpPr>
            <a:spLocks noChangeArrowheads="1"/>
          </p:cNvSpPr>
          <p:nvPr>
            <p:custDataLst>
              <p:tags r:id="rId224"/>
            </p:custDataLst>
          </p:nvPr>
        </p:nvSpPr>
        <p:spPr bwMode="auto">
          <a:xfrm>
            <a:off x="1435100" y="2208213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65" name="Freeform 228"/>
          <p:cNvSpPr>
            <a:spLocks/>
          </p:cNvSpPr>
          <p:nvPr>
            <p:custDataLst>
              <p:tags r:id="rId225"/>
            </p:custDataLst>
          </p:nvPr>
        </p:nvSpPr>
        <p:spPr bwMode="auto">
          <a:xfrm>
            <a:off x="1117600" y="2182813"/>
            <a:ext cx="317500" cy="38100"/>
          </a:xfrm>
          <a:custGeom>
            <a:avLst/>
            <a:gdLst>
              <a:gd name="T0" fmla="*/ 0 w 200"/>
              <a:gd name="T1" fmla="*/ 0 h 24"/>
              <a:gd name="T2" fmla="*/ 0 w 200"/>
              <a:gd name="T3" fmla="*/ 2147483647 h 24"/>
              <a:gd name="T4" fmla="*/ 2147483647 w 200"/>
              <a:gd name="T5" fmla="*/ 2147483647 h 24"/>
              <a:gd name="T6" fmla="*/ 2147483647 w 200"/>
              <a:gd name="T7" fmla="*/ 2147483647 h 24"/>
              <a:gd name="T8" fmla="*/ 0 w 20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24"/>
              <a:gd name="T17" fmla="*/ 200 w 20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24">
                <a:moveTo>
                  <a:pt x="0" y="0"/>
                </a:moveTo>
                <a:lnTo>
                  <a:pt x="0" y="8"/>
                </a:lnTo>
                <a:lnTo>
                  <a:pt x="200" y="24"/>
                </a:lnTo>
                <a:lnTo>
                  <a:pt x="200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66" name="Rectangle 229"/>
          <p:cNvSpPr>
            <a:spLocks noChangeArrowheads="1"/>
          </p:cNvSpPr>
          <p:nvPr>
            <p:custDataLst>
              <p:tags r:id="rId226"/>
            </p:custDataLst>
          </p:nvPr>
        </p:nvSpPr>
        <p:spPr bwMode="auto">
          <a:xfrm>
            <a:off x="9029700" y="2703513"/>
            <a:ext cx="12700" cy="1587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67" name="Rectangle 230"/>
          <p:cNvSpPr>
            <a:spLocks noChangeArrowheads="1"/>
          </p:cNvSpPr>
          <p:nvPr>
            <p:custDataLst>
              <p:tags r:id="rId227"/>
            </p:custDataLst>
          </p:nvPr>
        </p:nvSpPr>
        <p:spPr bwMode="auto">
          <a:xfrm>
            <a:off x="9029700" y="1524000"/>
            <a:ext cx="12700" cy="1588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68" name="Rectangle 231"/>
          <p:cNvSpPr>
            <a:spLocks noChangeArrowheads="1"/>
          </p:cNvSpPr>
          <p:nvPr>
            <p:custDataLst>
              <p:tags r:id="rId228"/>
            </p:custDataLst>
          </p:nvPr>
        </p:nvSpPr>
        <p:spPr bwMode="auto">
          <a:xfrm>
            <a:off x="9029700" y="1524000"/>
            <a:ext cx="12700" cy="1179513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69" name="Freeform 232"/>
          <p:cNvSpPr>
            <a:spLocks/>
          </p:cNvSpPr>
          <p:nvPr>
            <p:custDataLst>
              <p:tags r:id="rId229"/>
            </p:custDataLst>
          </p:nvPr>
        </p:nvSpPr>
        <p:spPr bwMode="auto">
          <a:xfrm>
            <a:off x="7823200" y="2144713"/>
            <a:ext cx="152400" cy="88900"/>
          </a:xfrm>
          <a:custGeom>
            <a:avLst/>
            <a:gdLst>
              <a:gd name="T0" fmla="*/ 2147483647 w 96"/>
              <a:gd name="T1" fmla="*/ 2147483647 h 56"/>
              <a:gd name="T2" fmla="*/ 2147483647 w 96"/>
              <a:gd name="T3" fmla="*/ 2147483647 h 56"/>
              <a:gd name="T4" fmla="*/ 2147483647 w 96"/>
              <a:gd name="T5" fmla="*/ 2147483647 h 56"/>
              <a:gd name="T6" fmla="*/ 2147483647 w 96"/>
              <a:gd name="T7" fmla="*/ 2147483647 h 56"/>
              <a:gd name="T8" fmla="*/ 2147483647 w 96"/>
              <a:gd name="T9" fmla="*/ 2147483647 h 56"/>
              <a:gd name="T10" fmla="*/ 0 w 96"/>
              <a:gd name="T11" fmla="*/ 2147483647 h 56"/>
              <a:gd name="T12" fmla="*/ 2147483647 w 96"/>
              <a:gd name="T13" fmla="*/ 2147483647 h 56"/>
              <a:gd name="T14" fmla="*/ 2147483647 w 96"/>
              <a:gd name="T15" fmla="*/ 0 h 56"/>
              <a:gd name="T16" fmla="*/ 2147483647 w 96"/>
              <a:gd name="T17" fmla="*/ 0 h 56"/>
              <a:gd name="T18" fmla="*/ 2147483647 w 96"/>
              <a:gd name="T19" fmla="*/ 2147483647 h 56"/>
              <a:gd name="T20" fmla="*/ 2147483647 w 96"/>
              <a:gd name="T21" fmla="*/ 2147483647 h 56"/>
              <a:gd name="T22" fmla="*/ 2147483647 w 96"/>
              <a:gd name="T23" fmla="*/ 2147483647 h 56"/>
              <a:gd name="T24" fmla="*/ 2147483647 w 96"/>
              <a:gd name="T25" fmla="*/ 2147483647 h 56"/>
              <a:gd name="T26" fmla="*/ 2147483647 w 96"/>
              <a:gd name="T27" fmla="*/ 2147483647 h 56"/>
              <a:gd name="T28" fmla="*/ 2147483647 w 96"/>
              <a:gd name="T29" fmla="*/ 2147483647 h 56"/>
              <a:gd name="T30" fmla="*/ 2147483647 w 96"/>
              <a:gd name="T31" fmla="*/ 2147483647 h 56"/>
              <a:gd name="T32" fmla="*/ 2147483647 w 96"/>
              <a:gd name="T33" fmla="*/ 2147483647 h 56"/>
              <a:gd name="T34" fmla="*/ 2147483647 w 96"/>
              <a:gd name="T35" fmla="*/ 2147483647 h 56"/>
              <a:gd name="T36" fmla="*/ 2147483647 w 96"/>
              <a:gd name="T37" fmla="*/ 2147483647 h 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56"/>
              <a:gd name="T59" fmla="*/ 96 w 96"/>
              <a:gd name="T60" fmla="*/ 56 h 5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56">
                <a:moveTo>
                  <a:pt x="96" y="32"/>
                </a:moveTo>
                <a:lnTo>
                  <a:pt x="96" y="56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8"/>
                </a:lnTo>
                <a:lnTo>
                  <a:pt x="96" y="56"/>
                </a:lnTo>
                <a:lnTo>
                  <a:pt x="88" y="56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70" name="Freeform 233"/>
          <p:cNvSpPr>
            <a:spLocks/>
          </p:cNvSpPr>
          <p:nvPr>
            <p:custDataLst>
              <p:tags r:id="rId230"/>
            </p:custDataLst>
          </p:nvPr>
        </p:nvSpPr>
        <p:spPr bwMode="auto">
          <a:xfrm>
            <a:off x="7962900" y="2157413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71" name="Freeform 234"/>
          <p:cNvSpPr>
            <a:spLocks/>
          </p:cNvSpPr>
          <p:nvPr>
            <p:custDataLst>
              <p:tags r:id="rId231"/>
            </p:custDataLst>
          </p:nvPr>
        </p:nvSpPr>
        <p:spPr bwMode="auto">
          <a:xfrm>
            <a:off x="7861300" y="2157413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0 w 72"/>
              <a:gd name="T5" fmla="*/ 2147483647 h 48"/>
              <a:gd name="T6" fmla="*/ 2147483647 w 72"/>
              <a:gd name="T7" fmla="*/ 0 h 48"/>
              <a:gd name="T8" fmla="*/ 2147483647 w 72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8"/>
              <a:gd name="T17" fmla="*/ 72 w 72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72" name="Rectangle 235"/>
          <p:cNvSpPr>
            <a:spLocks noChangeArrowheads="1"/>
          </p:cNvSpPr>
          <p:nvPr>
            <p:custDataLst>
              <p:tags r:id="rId232"/>
            </p:custDataLst>
          </p:nvPr>
        </p:nvSpPr>
        <p:spPr bwMode="auto">
          <a:xfrm>
            <a:off x="7988300" y="2195513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73" name="Rectangle 236"/>
          <p:cNvSpPr>
            <a:spLocks noChangeArrowheads="1"/>
          </p:cNvSpPr>
          <p:nvPr>
            <p:custDataLst>
              <p:tags r:id="rId233"/>
            </p:custDataLst>
          </p:nvPr>
        </p:nvSpPr>
        <p:spPr bwMode="auto">
          <a:xfrm>
            <a:off x="9029700" y="2208213"/>
            <a:ext cx="1588" cy="12700"/>
          </a:xfrm>
          <a:prstGeom prst="rect">
            <a:avLst/>
          </a:pr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74" name="Freeform 237"/>
          <p:cNvSpPr>
            <a:spLocks/>
          </p:cNvSpPr>
          <p:nvPr>
            <p:custDataLst>
              <p:tags r:id="rId234"/>
            </p:custDataLst>
          </p:nvPr>
        </p:nvSpPr>
        <p:spPr bwMode="auto">
          <a:xfrm>
            <a:off x="7988300" y="2195513"/>
            <a:ext cx="1041400" cy="25400"/>
          </a:xfrm>
          <a:custGeom>
            <a:avLst/>
            <a:gdLst>
              <a:gd name="T0" fmla="*/ 0 w 656"/>
              <a:gd name="T1" fmla="*/ 0 h 16"/>
              <a:gd name="T2" fmla="*/ 0 w 656"/>
              <a:gd name="T3" fmla="*/ 2147483647 h 16"/>
              <a:gd name="T4" fmla="*/ 2147483647 w 656"/>
              <a:gd name="T5" fmla="*/ 2147483647 h 16"/>
              <a:gd name="T6" fmla="*/ 2147483647 w 656"/>
              <a:gd name="T7" fmla="*/ 2147483647 h 16"/>
              <a:gd name="T8" fmla="*/ 0 w 656"/>
              <a:gd name="T9" fmla="*/ 0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6"/>
              <a:gd name="T16" fmla="*/ 0 h 16"/>
              <a:gd name="T17" fmla="*/ 656 w 65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6" h="16">
                <a:moveTo>
                  <a:pt x="0" y="0"/>
                </a:moveTo>
                <a:lnTo>
                  <a:pt x="0" y="8"/>
                </a:lnTo>
                <a:lnTo>
                  <a:pt x="656" y="16"/>
                </a:lnTo>
                <a:lnTo>
                  <a:pt x="656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75" name="Rectangle 238"/>
          <p:cNvSpPr>
            <a:spLocks noChangeArrowheads="1"/>
          </p:cNvSpPr>
          <p:nvPr>
            <p:custDataLst>
              <p:tags r:id="rId235"/>
            </p:custDataLst>
          </p:nvPr>
        </p:nvSpPr>
        <p:spPr bwMode="auto">
          <a:xfrm>
            <a:off x="8458200" y="17272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76" name="Rectangle 239"/>
          <p:cNvSpPr>
            <a:spLocks noChangeArrowheads="1"/>
          </p:cNvSpPr>
          <p:nvPr>
            <p:custDataLst>
              <p:tags r:id="rId236"/>
            </p:custDataLst>
          </p:nvPr>
        </p:nvSpPr>
        <p:spPr bwMode="auto">
          <a:xfrm>
            <a:off x="8610600" y="18415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77" name="Rectangle 240"/>
          <p:cNvSpPr>
            <a:spLocks noChangeArrowheads="1"/>
          </p:cNvSpPr>
          <p:nvPr>
            <p:custDataLst>
              <p:tags r:id="rId237"/>
            </p:custDataLst>
          </p:nvPr>
        </p:nvSpPr>
        <p:spPr bwMode="auto">
          <a:xfrm>
            <a:off x="558800" y="19812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478" name="Rectangle 241"/>
          <p:cNvSpPr>
            <a:spLocks noChangeArrowheads="1"/>
          </p:cNvSpPr>
          <p:nvPr>
            <p:custDataLst>
              <p:tags r:id="rId238"/>
            </p:custDataLst>
          </p:nvPr>
        </p:nvSpPr>
        <p:spPr bwMode="auto">
          <a:xfrm>
            <a:off x="711200" y="2093913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239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B4640493-3BD6-4335-B84D-2D49F600AA15}" type="slidenum">
              <a:rPr lang="en-US" altLang="en-US">
                <a:latin typeface="Calibri" panose="020F0502020204030204" pitchFamily="34" charset="0"/>
              </a:rPr>
              <a:pPr lvl="1" eaLnBrk="1" hangingPunct="1"/>
              <a:t>31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131829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CLA for 16 bits</a:t>
            </a:r>
          </a:p>
        </p:txBody>
      </p:sp>
      <p:sp>
        <p:nvSpPr>
          <p:cNvPr id="1126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36600" y="3548063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6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39800" y="36607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69" name="Freeform 7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74700" y="4003675"/>
            <a:ext cx="76200" cy="114300"/>
          </a:xfrm>
          <a:custGeom>
            <a:avLst/>
            <a:gdLst>
              <a:gd name="T0" fmla="*/ 2147483647 w 48"/>
              <a:gd name="T1" fmla="*/ 2147483647 h 72"/>
              <a:gd name="T2" fmla="*/ 0 w 48"/>
              <a:gd name="T3" fmla="*/ 2147483647 h 72"/>
              <a:gd name="T4" fmla="*/ 0 w 48"/>
              <a:gd name="T5" fmla="*/ 2147483647 h 72"/>
              <a:gd name="T6" fmla="*/ 0 w 48"/>
              <a:gd name="T7" fmla="*/ 2147483647 h 72"/>
              <a:gd name="T8" fmla="*/ 2147483647 w 48"/>
              <a:gd name="T9" fmla="*/ 0 h 72"/>
              <a:gd name="T10" fmla="*/ 2147483647 w 48"/>
              <a:gd name="T11" fmla="*/ 0 h 72"/>
              <a:gd name="T12" fmla="*/ 2147483647 w 48"/>
              <a:gd name="T13" fmla="*/ 0 h 72"/>
              <a:gd name="T14" fmla="*/ 2147483647 w 48"/>
              <a:gd name="T15" fmla="*/ 2147483647 h 72"/>
              <a:gd name="T16" fmla="*/ 2147483647 w 48"/>
              <a:gd name="T17" fmla="*/ 2147483647 h 72"/>
              <a:gd name="T18" fmla="*/ 2147483647 w 48"/>
              <a:gd name="T19" fmla="*/ 2147483647 h 72"/>
              <a:gd name="T20" fmla="*/ 2147483647 w 48"/>
              <a:gd name="T21" fmla="*/ 2147483647 h 72"/>
              <a:gd name="T22" fmla="*/ 2147483647 w 48"/>
              <a:gd name="T23" fmla="*/ 0 h 72"/>
              <a:gd name="T24" fmla="*/ 2147483647 w 48"/>
              <a:gd name="T25" fmla="*/ 0 h 72"/>
              <a:gd name="T26" fmla="*/ 2147483647 w 48"/>
              <a:gd name="T27" fmla="*/ 0 h 72"/>
              <a:gd name="T28" fmla="*/ 2147483647 w 48"/>
              <a:gd name="T29" fmla="*/ 2147483647 h 72"/>
              <a:gd name="T30" fmla="*/ 0 w 48"/>
              <a:gd name="T31" fmla="*/ 2147483647 h 72"/>
              <a:gd name="T32" fmla="*/ 0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2147483647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32" y="0"/>
                </a:lnTo>
                <a:lnTo>
                  <a:pt x="48" y="72"/>
                </a:lnTo>
                <a:lnTo>
                  <a:pt x="40" y="72"/>
                </a:lnTo>
                <a:lnTo>
                  <a:pt x="24" y="0"/>
                </a:lnTo>
                <a:lnTo>
                  <a:pt x="32" y="0"/>
                </a:lnTo>
                <a:lnTo>
                  <a:pt x="8" y="72"/>
                </a:lnTo>
                <a:lnTo>
                  <a:pt x="0" y="72"/>
                </a:lnTo>
                <a:lnTo>
                  <a:pt x="0" y="64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0" name="Freeform 8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12800" y="41052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1" name="Freeform 9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74700" y="40036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12800" y="41179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3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12800" y="44608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4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12800" y="41179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5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93700" y="3573463"/>
            <a:ext cx="236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6" name="Freeform 14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44500" y="397827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24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24" y="88"/>
                </a:lnTo>
                <a:lnTo>
                  <a:pt x="24" y="9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7" name="Freeform 15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82600" y="41179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8" name="Freeform 16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44500" y="40163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9" name="Rectangle 1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82600" y="41433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0" name="Rectangle 18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82600" y="4486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1" name="Rectangle 1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2600" y="41433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2" name="Rectangle 2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092200" y="3560763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a,b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3" name="Rectangle 2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511300" y="3673475"/>
            <a:ext cx="6873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12-15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4" name="Freeform 22"/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130300" y="433387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0 h 72"/>
              <a:gd name="T6" fmla="*/ 2147483647 w 48"/>
              <a:gd name="T7" fmla="*/ 0 h 72"/>
              <a:gd name="T8" fmla="*/ 2147483647 w 48"/>
              <a:gd name="T9" fmla="*/ 2147483647 h 72"/>
              <a:gd name="T10" fmla="*/ 2147483647 w 48"/>
              <a:gd name="T11" fmla="*/ 2147483647 h 72"/>
              <a:gd name="T12" fmla="*/ 2147483647 w 48"/>
              <a:gd name="T13" fmla="*/ 2147483647 h 72"/>
              <a:gd name="T14" fmla="*/ 0 w 48"/>
              <a:gd name="T15" fmla="*/ 0 h 72"/>
              <a:gd name="T16" fmla="*/ 0 w 48"/>
              <a:gd name="T17" fmla="*/ 0 h 72"/>
              <a:gd name="T18" fmla="*/ 2147483647 w 48"/>
              <a:gd name="T19" fmla="*/ 0 h 72"/>
              <a:gd name="T20" fmla="*/ 2147483647 w 48"/>
              <a:gd name="T21" fmla="*/ 0 h 72"/>
              <a:gd name="T22" fmla="*/ 2147483647 w 48"/>
              <a:gd name="T23" fmla="*/ 2147483647 h 72"/>
              <a:gd name="T24" fmla="*/ 2147483647 w 48"/>
              <a:gd name="T25" fmla="*/ 2147483647 h 72"/>
              <a:gd name="T26" fmla="*/ 2147483647 w 48"/>
              <a:gd name="T27" fmla="*/ 2147483647 h 72"/>
              <a:gd name="T28" fmla="*/ 2147483647 w 48"/>
              <a:gd name="T29" fmla="*/ 0 h 72"/>
              <a:gd name="T30" fmla="*/ 2147483647 w 48"/>
              <a:gd name="T31" fmla="*/ 0 h 72"/>
              <a:gd name="T32" fmla="*/ 2147483647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16" y="72"/>
                </a:lnTo>
                <a:lnTo>
                  <a:pt x="0" y="0"/>
                </a:lnTo>
                <a:lnTo>
                  <a:pt x="8" y="0"/>
                </a:lnTo>
                <a:lnTo>
                  <a:pt x="24" y="72"/>
                </a:lnTo>
                <a:lnTo>
                  <a:pt x="16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5" name="Freeform 23"/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143000" y="4333875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Freeform 24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1143000" y="433387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0"/>
                </a:moveTo>
                <a:lnTo>
                  <a:pt x="40" y="0"/>
                </a:lnTo>
                <a:lnTo>
                  <a:pt x="16" y="72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7" name="Rectangle 25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155700" y="39909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8" name="Rectangle 2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168400" y="43338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89" name="Freeform 27"/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155700" y="39909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0" name="Rectangle 2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422400" y="36607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91" name="Freeform 29"/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1460500" y="4321175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32" y="0"/>
                </a:moveTo>
                <a:lnTo>
                  <a:pt x="48" y="0"/>
                </a:lnTo>
                <a:lnTo>
                  <a:pt x="32" y="80"/>
                </a:lnTo>
                <a:lnTo>
                  <a:pt x="24" y="80"/>
                </a:lnTo>
                <a:lnTo>
                  <a:pt x="0" y="0"/>
                </a:lnTo>
                <a:lnTo>
                  <a:pt x="8" y="0"/>
                </a:lnTo>
                <a:lnTo>
                  <a:pt x="32" y="80"/>
                </a:lnTo>
                <a:lnTo>
                  <a:pt x="24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2" name="Freeform 30"/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1473200" y="43211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3" name="Freeform 31"/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1473200" y="4321175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0"/>
                </a:moveTo>
                <a:lnTo>
                  <a:pt x="40" y="0"/>
                </a:lnTo>
                <a:lnTo>
                  <a:pt x="24" y="80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4" name="Rectangle 32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498600" y="3978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95" name="Rectangle 33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511300" y="43211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96" name="Freeform 34"/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498600" y="39782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7" name="Rectangle 35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15900" y="4448175"/>
            <a:ext cx="15240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98" name="Rectangle 36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727200" y="4448175"/>
            <a:ext cx="12700" cy="9890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99" name="Rectangle 37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215900" y="5424488"/>
            <a:ext cx="15113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0" name="Rectangle 38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215900" y="4448175"/>
            <a:ext cx="12700" cy="9763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1" name="Rectangle 39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76300" y="58547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2" name="Rectangle 40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1028700" y="5969000"/>
            <a:ext cx="6873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12-15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3" name="Freeform 41"/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914400" y="5767388"/>
            <a:ext cx="76200" cy="112712"/>
          </a:xfrm>
          <a:custGeom>
            <a:avLst/>
            <a:gdLst>
              <a:gd name="T0" fmla="*/ 2147483647 w 48"/>
              <a:gd name="T1" fmla="*/ 0 h 71"/>
              <a:gd name="T2" fmla="*/ 2147483647 w 48"/>
              <a:gd name="T3" fmla="*/ 0 h 71"/>
              <a:gd name="T4" fmla="*/ 2147483647 w 48"/>
              <a:gd name="T5" fmla="*/ 0 h 71"/>
              <a:gd name="T6" fmla="*/ 2147483647 w 48"/>
              <a:gd name="T7" fmla="*/ 0 h 71"/>
              <a:gd name="T8" fmla="*/ 2147483647 w 48"/>
              <a:gd name="T9" fmla="*/ 2147483647 h 71"/>
              <a:gd name="T10" fmla="*/ 2147483647 w 48"/>
              <a:gd name="T11" fmla="*/ 2147483647 h 71"/>
              <a:gd name="T12" fmla="*/ 2147483647 w 48"/>
              <a:gd name="T13" fmla="*/ 2147483647 h 71"/>
              <a:gd name="T14" fmla="*/ 0 w 48"/>
              <a:gd name="T15" fmla="*/ 0 h 71"/>
              <a:gd name="T16" fmla="*/ 0 w 48"/>
              <a:gd name="T17" fmla="*/ 0 h 71"/>
              <a:gd name="T18" fmla="*/ 2147483647 w 48"/>
              <a:gd name="T19" fmla="*/ 0 h 71"/>
              <a:gd name="T20" fmla="*/ 2147483647 w 48"/>
              <a:gd name="T21" fmla="*/ 0 h 71"/>
              <a:gd name="T22" fmla="*/ 2147483647 w 48"/>
              <a:gd name="T23" fmla="*/ 2147483647 h 71"/>
              <a:gd name="T24" fmla="*/ 2147483647 w 48"/>
              <a:gd name="T25" fmla="*/ 2147483647 h 71"/>
              <a:gd name="T26" fmla="*/ 2147483647 w 48"/>
              <a:gd name="T27" fmla="*/ 2147483647 h 71"/>
              <a:gd name="T28" fmla="*/ 2147483647 w 48"/>
              <a:gd name="T29" fmla="*/ 0 h 71"/>
              <a:gd name="T30" fmla="*/ 2147483647 w 48"/>
              <a:gd name="T31" fmla="*/ 0 h 71"/>
              <a:gd name="T32" fmla="*/ 2147483647 w 48"/>
              <a:gd name="T33" fmla="*/ 2147483647 h 71"/>
              <a:gd name="T34" fmla="*/ 2147483647 w 48"/>
              <a:gd name="T35" fmla="*/ 2147483647 h 71"/>
              <a:gd name="T36" fmla="*/ 2147483647 w 48"/>
              <a:gd name="T37" fmla="*/ 0 h 7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1"/>
              <a:gd name="T59" fmla="*/ 48 w 48"/>
              <a:gd name="T60" fmla="*/ 71 h 7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1">
                <a:moveTo>
                  <a:pt x="24" y="0"/>
                </a:moveTo>
                <a:lnTo>
                  <a:pt x="48" y="0"/>
                </a:lnTo>
                <a:lnTo>
                  <a:pt x="24" y="71"/>
                </a:lnTo>
                <a:lnTo>
                  <a:pt x="16" y="71"/>
                </a:lnTo>
                <a:lnTo>
                  <a:pt x="0" y="0"/>
                </a:lnTo>
                <a:lnTo>
                  <a:pt x="8" y="0"/>
                </a:lnTo>
                <a:lnTo>
                  <a:pt x="24" y="71"/>
                </a:lnTo>
                <a:lnTo>
                  <a:pt x="16" y="71"/>
                </a:lnTo>
                <a:lnTo>
                  <a:pt x="40" y="0"/>
                </a:lnTo>
                <a:lnTo>
                  <a:pt x="48" y="0"/>
                </a:lnTo>
                <a:lnTo>
                  <a:pt x="48" y="7"/>
                </a:lnTo>
                <a:lnTo>
                  <a:pt x="24" y="7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4" name="Freeform 42"/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927100" y="5767388"/>
            <a:ext cx="25400" cy="11112"/>
          </a:xfrm>
          <a:custGeom>
            <a:avLst/>
            <a:gdLst>
              <a:gd name="T0" fmla="*/ 0 w 16"/>
              <a:gd name="T1" fmla="*/ 0 h 7"/>
              <a:gd name="T2" fmla="*/ 2147483647 w 16"/>
              <a:gd name="T3" fmla="*/ 0 h 7"/>
              <a:gd name="T4" fmla="*/ 2147483647 w 16"/>
              <a:gd name="T5" fmla="*/ 2147483647 h 7"/>
              <a:gd name="T6" fmla="*/ 2147483647 w 16"/>
              <a:gd name="T7" fmla="*/ 2147483647 h 7"/>
              <a:gd name="T8" fmla="*/ 2147483647 w 16"/>
              <a:gd name="T9" fmla="*/ 2147483647 h 7"/>
              <a:gd name="T10" fmla="*/ 0 w 16"/>
              <a:gd name="T11" fmla="*/ 2147483647 h 7"/>
              <a:gd name="T12" fmla="*/ 0 w 16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7"/>
              <a:gd name="T23" fmla="*/ 16 w 16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7">
                <a:moveTo>
                  <a:pt x="0" y="0"/>
                </a:moveTo>
                <a:lnTo>
                  <a:pt x="16" y="0"/>
                </a:lnTo>
                <a:lnTo>
                  <a:pt x="16" y="7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5" name="Freeform 43"/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927100" y="5767388"/>
            <a:ext cx="63500" cy="112712"/>
          </a:xfrm>
          <a:custGeom>
            <a:avLst/>
            <a:gdLst>
              <a:gd name="T0" fmla="*/ 2147483647 w 40"/>
              <a:gd name="T1" fmla="*/ 0 h 71"/>
              <a:gd name="T2" fmla="*/ 2147483647 w 40"/>
              <a:gd name="T3" fmla="*/ 0 h 71"/>
              <a:gd name="T4" fmla="*/ 2147483647 w 40"/>
              <a:gd name="T5" fmla="*/ 2147483647 h 71"/>
              <a:gd name="T6" fmla="*/ 0 w 40"/>
              <a:gd name="T7" fmla="*/ 0 h 71"/>
              <a:gd name="T8" fmla="*/ 2147483647 w 40"/>
              <a:gd name="T9" fmla="*/ 0 h 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1"/>
              <a:gd name="T17" fmla="*/ 40 w 40"/>
              <a:gd name="T18" fmla="*/ 71 h 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1">
                <a:moveTo>
                  <a:pt x="16" y="0"/>
                </a:moveTo>
                <a:lnTo>
                  <a:pt x="40" y="0"/>
                </a:lnTo>
                <a:lnTo>
                  <a:pt x="16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6" name="Rectangle 44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39800" y="54244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7" name="Rectangle 45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952500" y="57673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08" name="Freeform 46"/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939800" y="5424488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9" name="Rectangle 47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1790700" y="451167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0" name="Rectangle 48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1943100" y="4625975"/>
            <a:ext cx="3365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12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1" name="Freeform 49"/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1714500" y="4891088"/>
            <a:ext cx="152400" cy="76200"/>
          </a:xfrm>
          <a:custGeom>
            <a:avLst/>
            <a:gdLst>
              <a:gd name="T0" fmla="*/ 2147483647 w 96"/>
              <a:gd name="T1" fmla="*/ 2147483647 h 48"/>
              <a:gd name="T2" fmla="*/ 2147483647 w 96"/>
              <a:gd name="T3" fmla="*/ 2147483647 h 48"/>
              <a:gd name="T4" fmla="*/ 2147483647 w 96"/>
              <a:gd name="T5" fmla="*/ 2147483647 h 48"/>
              <a:gd name="T6" fmla="*/ 2147483647 w 96"/>
              <a:gd name="T7" fmla="*/ 2147483647 h 48"/>
              <a:gd name="T8" fmla="*/ 2147483647 w 96"/>
              <a:gd name="T9" fmla="*/ 2147483647 h 48"/>
              <a:gd name="T10" fmla="*/ 0 w 96"/>
              <a:gd name="T11" fmla="*/ 2147483647 h 48"/>
              <a:gd name="T12" fmla="*/ 2147483647 w 96"/>
              <a:gd name="T13" fmla="*/ 2147483647 h 48"/>
              <a:gd name="T14" fmla="*/ 2147483647 w 96"/>
              <a:gd name="T15" fmla="*/ 0 h 48"/>
              <a:gd name="T16" fmla="*/ 2147483647 w 96"/>
              <a:gd name="T17" fmla="*/ 0 h 48"/>
              <a:gd name="T18" fmla="*/ 2147483647 w 96"/>
              <a:gd name="T19" fmla="*/ 2147483647 h 48"/>
              <a:gd name="T20" fmla="*/ 2147483647 w 96"/>
              <a:gd name="T21" fmla="*/ 2147483647 h 48"/>
              <a:gd name="T22" fmla="*/ 2147483647 w 96"/>
              <a:gd name="T23" fmla="*/ 2147483647 h 48"/>
              <a:gd name="T24" fmla="*/ 2147483647 w 96"/>
              <a:gd name="T25" fmla="*/ 2147483647 h 48"/>
              <a:gd name="T26" fmla="*/ 2147483647 w 96"/>
              <a:gd name="T27" fmla="*/ 2147483647 h 48"/>
              <a:gd name="T28" fmla="*/ 2147483647 w 96"/>
              <a:gd name="T29" fmla="*/ 2147483647 h 48"/>
              <a:gd name="T30" fmla="*/ 2147483647 w 96"/>
              <a:gd name="T31" fmla="*/ 2147483647 h 48"/>
              <a:gd name="T32" fmla="*/ 2147483647 w 96"/>
              <a:gd name="T33" fmla="*/ 2147483647 h 48"/>
              <a:gd name="T34" fmla="*/ 2147483647 w 96"/>
              <a:gd name="T35" fmla="*/ 2147483647 h 48"/>
              <a:gd name="T36" fmla="*/ 2147483647 w 96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48"/>
              <a:gd name="T59" fmla="*/ 96 w 96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48">
                <a:moveTo>
                  <a:pt x="96" y="32"/>
                </a:moveTo>
                <a:lnTo>
                  <a:pt x="96" y="48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0"/>
                </a:lnTo>
                <a:lnTo>
                  <a:pt x="96" y="48"/>
                </a:lnTo>
                <a:lnTo>
                  <a:pt x="88" y="48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12" name="Freeform 50"/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854200" y="490378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13" name="Freeform 51"/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1752600" y="490378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24"/>
                </a:moveTo>
                <a:lnTo>
                  <a:pt x="72" y="40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14" name="Rectangle 52"/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1879600" y="4941888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5" name="Rectangle 53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1879600" y="4941888"/>
            <a:ext cx="3175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6" name="Rectangle 54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2184400" y="3078163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7" name="Rectangle 55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184400" y="3078163"/>
            <a:ext cx="12700" cy="1863725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8" name="Rectangle 56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2933700" y="3548063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19" name="Rectangle 57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3136900" y="36607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0" name="Freeform 58"/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2984500" y="399097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0 w 48"/>
              <a:gd name="T3" fmla="*/ 2147483647 h 80"/>
              <a:gd name="T4" fmla="*/ 0 w 48"/>
              <a:gd name="T5" fmla="*/ 2147483647 h 80"/>
              <a:gd name="T6" fmla="*/ 0 w 48"/>
              <a:gd name="T7" fmla="*/ 2147483647 h 80"/>
              <a:gd name="T8" fmla="*/ 2147483647 w 48"/>
              <a:gd name="T9" fmla="*/ 0 h 80"/>
              <a:gd name="T10" fmla="*/ 2147483647 w 48"/>
              <a:gd name="T11" fmla="*/ 0 h 80"/>
              <a:gd name="T12" fmla="*/ 2147483647 w 48"/>
              <a:gd name="T13" fmla="*/ 0 h 80"/>
              <a:gd name="T14" fmla="*/ 2147483647 w 48"/>
              <a:gd name="T15" fmla="*/ 2147483647 h 80"/>
              <a:gd name="T16" fmla="*/ 2147483647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0 h 80"/>
              <a:gd name="T24" fmla="*/ 2147483647 w 48"/>
              <a:gd name="T25" fmla="*/ 0 h 80"/>
              <a:gd name="T26" fmla="*/ 2147483647 w 48"/>
              <a:gd name="T27" fmla="*/ 0 h 80"/>
              <a:gd name="T28" fmla="*/ 2147483647 w 48"/>
              <a:gd name="T29" fmla="*/ 2147483647 h 80"/>
              <a:gd name="T30" fmla="*/ 0 w 48"/>
              <a:gd name="T31" fmla="*/ 2147483647 h 80"/>
              <a:gd name="T32" fmla="*/ 0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72"/>
                </a:moveTo>
                <a:lnTo>
                  <a:pt x="0" y="80"/>
                </a:lnTo>
                <a:lnTo>
                  <a:pt x="16" y="0"/>
                </a:lnTo>
                <a:lnTo>
                  <a:pt x="24" y="0"/>
                </a:lnTo>
                <a:lnTo>
                  <a:pt x="48" y="72"/>
                </a:lnTo>
                <a:lnTo>
                  <a:pt x="40" y="72"/>
                </a:lnTo>
                <a:lnTo>
                  <a:pt x="16" y="0"/>
                </a:lnTo>
                <a:lnTo>
                  <a:pt x="24" y="0"/>
                </a:lnTo>
                <a:lnTo>
                  <a:pt x="8" y="80"/>
                </a:lnTo>
                <a:lnTo>
                  <a:pt x="0" y="80"/>
                </a:lnTo>
                <a:lnTo>
                  <a:pt x="0" y="72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21" name="Freeform 59"/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3022600" y="40925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22" name="Freeform 60"/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2984500" y="399097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0 w 40"/>
              <a:gd name="T3" fmla="*/ 2147483647 h 80"/>
              <a:gd name="T4" fmla="*/ 2147483647 w 40"/>
              <a:gd name="T5" fmla="*/ 0 h 80"/>
              <a:gd name="T6" fmla="*/ 2147483647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72"/>
                </a:moveTo>
                <a:lnTo>
                  <a:pt x="0" y="80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23" name="Rectangle 61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3022600" y="41179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4" name="Rectangle 62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3022600" y="44608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5" name="Rectangle 63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3022600" y="41179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6" name="Rectangle 64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2603500" y="3560763"/>
            <a:ext cx="236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7" name="Rectangle 65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2844800" y="36734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28" name="Freeform 66"/>
          <p:cNvSpPr>
            <a:spLocks/>
          </p:cNvSpPr>
          <p:nvPr>
            <p:custDataLst>
              <p:tags r:id="rId64"/>
            </p:custDataLst>
          </p:nvPr>
        </p:nvSpPr>
        <p:spPr bwMode="auto">
          <a:xfrm>
            <a:off x="2654300" y="397827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16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16" y="88"/>
                </a:lnTo>
                <a:lnTo>
                  <a:pt x="16" y="9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29" name="Freeform 67"/>
          <p:cNvSpPr>
            <a:spLocks/>
          </p:cNvSpPr>
          <p:nvPr>
            <p:custDataLst>
              <p:tags r:id="rId65"/>
            </p:custDataLst>
          </p:nvPr>
        </p:nvSpPr>
        <p:spPr bwMode="auto">
          <a:xfrm>
            <a:off x="2679700" y="4117975"/>
            <a:ext cx="38100" cy="12700"/>
          </a:xfrm>
          <a:custGeom>
            <a:avLst/>
            <a:gdLst>
              <a:gd name="T0" fmla="*/ 2147483647 w 24"/>
              <a:gd name="T1" fmla="*/ 2147483647 h 8"/>
              <a:gd name="T2" fmla="*/ 0 w 24"/>
              <a:gd name="T3" fmla="*/ 2147483647 h 8"/>
              <a:gd name="T4" fmla="*/ 0 w 24"/>
              <a:gd name="T5" fmla="*/ 0 h 8"/>
              <a:gd name="T6" fmla="*/ 0 w 24"/>
              <a:gd name="T7" fmla="*/ 0 h 8"/>
              <a:gd name="T8" fmla="*/ 0 w 24"/>
              <a:gd name="T9" fmla="*/ 0 h 8"/>
              <a:gd name="T10" fmla="*/ 2147483647 w 24"/>
              <a:gd name="T11" fmla="*/ 0 h 8"/>
              <a:gd name="T12" fmla="*/ 2147483647 w 24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24" y="8"/>
                </a:moveTo>
                <a:lnTo>
                  <a:pt x="0" y="8"/>
                </a:lnTo>
                <a:lnTo>
                  <a:pt x="0" y="0"/>
                </a:lnTo>
                <a:lnTo>
                  <a:pt x="24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0" name="Freeform 68"/>
          <p:cNvSpPr>
            <a:spLocks/>
          </p:cNvSpPr>
          <p:nvPr>
            <p:custDataLst>
              <p:tags r:id="rId66"/>
            </p:custDataLst>
          </p:nvPr>
        </p:nvSpPr>
        <p:spPr bwMode="auto">
          <a:xfrm>
            <a:off x="2654300" y="40163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16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1" name="Rectangle 69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2679700" y="41306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32" name="Rectangle 70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2692400" y="44735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33" name="Freeform 71"/>
          <p:cNvSpPr>
            <a:spLocks/>
          </p:cNvSpPr>
          <p:nvPr>
            <p:custDataLst>
              <p:tags r:id="rId69"/>
            </p:custDataLst>
          </p:nvPr>
        </p:nvSpPr>
        <p:spPr bwMode="auto">
          <a:xfrm>
            <a:off x="2679700" y="41306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4" name="Rectangle 72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3289300" y="3560763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a,b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35" name="Rectangle 73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3721100" y="3673475"/>
            <a:ext cx="5524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8-11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36" name="Freeform 74"/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3327400" y="4333875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7" name="Freeform 75"/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3340100" y="43338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8" name="Freeform 76"/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3340100" y="433387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39" name="Rectangle 77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3365500" y="3978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40" name="Rectangle 78"/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3378200" y="43211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41" name="Freeform 79"/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3365500" y="39782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42" name="Rectangle 80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3632200" y="36607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43" name="Freeform 81"/>
          <p:cNvSpPr>
            <a:spLocks/>
          </p:cNvSpPr>
          <p:nvPr>
            <p:custDataLst>
              <p:tags r:id="rId79"/>
            </p:custDataLst>
          </p:nvPr>
        </p:nvSpPr>
        <p:spPr bwMode="auto">
          <a:xfrm>
            <a:off x="3670300" y="4321175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0 h 96"/>
              <a:gd name="T6" fmla="*/ 2147483647 w 48"/>
              <a:gd name="T7" fmla="*/ 0 h 96"/>
              <a:gd name="T8" fmla="*/ 2147483647 w 48"/>
              <a:gd name="T9" fmla="*/ 2147483647 h 96"/>
              <a:gd name="T10" fmla="*/ 2147483647 w 48"/>
              <a:gd name="T11" fmla="*/ 2147483647 h 96"/>
              <a:gd name="T12" fmla="*/ 2147483647 w 48"/>
              <a:gd name="T13" fmla="*/ 2147483647 h 96"/>
              <a:gd name="T14" fmla="*/ 0 w 48"/>
              <a:gd name="T15" fmla="*/ 0 h 96"/>
              <a:gd name="T16" fmla="*/ 0 w 48"/>
              <a:gd name="T17" fmla="*/ 0 h 96"/>
              <a:gd name="T18" fmla="*/ 2147483647 w 48"/>
              <a:gd name="T19" fmla="*/ 0 h 96"/>
              <a:gd name="T20" fmla="*/ 2147483647 w 48"/>
              <a:gd name="T21" fmla="*/ 0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0 h 96"/>
              <a:gd name="T30" fmla="*/ 2147483647 w 48"/>
              <a:gd name="T31" fmla="*/ 0 h 96"/>
              <a:gd name="T32" fmla="*/ 2147483647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32" y="0"/>
                </a:moveTo>
                <a:lnTo>
                  <a:pt x="48" y="0"/>
                </a:lnTo>
                <a:lnTo>
                  <a:pt x="32" y="72"/>
                </a:lnTo>
                <a:lnTo>
                  <a:pt x="32" y="96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44" name="Freeform 82"/>
          <p:cNvSpPr>
            <a:spLocks/>
          </p:cNvSpPr>
          <p:nvPr>
            <p:custDataLst>
              <p:tags r:id="rId80"/>
            </p:custDataLst>
          </p:nvPr>
        </p:nvSpPr>
        <p:spPr bwMode="auto">
          <a:xfrm>
            <a:off x="3683000" y="43211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45" name="Freeform 83"/>
          <p:cNvSpPr>
            <a:spLocks/>
          </p:cNvSpPr>
          <p:nvPr>
            <p:custDataLst>
              <p:tags r:id="rId81"/>
            </p:custDataLst>
          </p:nvPr>
        </p:nvSpPr>
        <p:spPr bwMode="auto">
          <a:xfrm>
            <a:off x="3683000" y="432117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0"/>
                </a:moveTo>
                <a:lnTo>
                  <a:pt x="40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46" name="Rectangle 84"/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3708400" y="3978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47" name="Rectangle 85"/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3721100" y="43211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48" name="Freeform 86"/>
          <p:cNvSpPr>
            <a:spLocks/>
          </p:cNvSpPr>
          <p:nvPr>
            <p:custDataLst>
              <p:tags r:id="rId84"/>
            </p:custDataLst>
          </p:nvPr>
        </p:nvSpPr>
        <p:spPr bwMode="auto">
          <a:xfrm>
            <a:off x="3708400" y="39782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49" name="Rectangle 87"/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2425700" y="4448175"/>
            <a:ext cx="15240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0" name="Rectangle 88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3937000" y="4448175"/>
            <a:ext cx="12700" cy="9890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1" name="Rectangle 89"/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2425700" y="5424488"/>
            <a:ext cx="15113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2" name="Rectangle 90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2425700" y="4448175"/>
            <a:ext cx="12700" cy="9763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3" name="Rectangle 91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30734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4" name="Rectangle 92"/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3225800" y="5956300"/>
            <a:ext cx="5524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8-11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5" name="Freeform 93"/>
          <p:cNvSpPr>
            <a:spLocks/>
          </p:cNvSpPr>
          <p:nvPr>
            <p:custDataLst>
              <p:tags r:id="rId91"/>
            </p:custDataLst>
          </p:nvPr>
        </p:nvSpPr>
        <p:spPr bwMode="auto">
          <a:xfrm>
            <a:off x="3111500" y="5767388"/>
            <a:ext cx="88900" cy="112712"/>
          </a:xfrm>
          <a:custGeom>
            <a:avLst/>
            <a:gdLst>
              <a:gd name="T0" fmla="*/ 2147483647 w 56"/>
              <a:gd name="T1" fmla="*/ 0 h 71"/>
              <a:gd name="T2" fmla="*/ 2147483647 w 56"/>
              <a:gd name="T3" fmla="*/ 0 h 71"/>
              <a:gd name="T4" fmla="*/ 2147483647 w 56"/>
              <a:gd name="T5" fmla="*/ 0 h 71"/>
              <a:gd name="T6" fmla="*/ 2147483647 w 56"/>
              <a:gd name="T7" fmla="*/ 0 h 71"/>
              <a:gd name="T8" fmla="*/ 2147483647 w 56"/>
              <a:gd name="T9" fmla="*/ 2147483647 h 71"/>
              <a:gd name="T10" fmla="*/ 2147483647 w 56"/>
              <a:gd name="T11" fmla="*/ 2147483647 h 71"/>
              <a:gd name="T12" fmla="*/ 2147483647 w 56"/>
              <a:gd name="T13" fmla="*/ 2147483647 h 71"/>
              <a:gd name="T14" fmla="*/ 0 w 56"/>
              <a:gd name="T15" fmla="*/ 0 h 71"/>
              <a:gd name="T16" fmla="*/ 0 w 56"/>
              <a:gd name="T17" fmla="*/ 0 h 71"/>
              <a:gd name="T18" fmla="*/ 2147483647 w 56"/>
              <a:gd name="T19" fmla="*/ 0 h 71"/>
              <a:gd name="T20" fmla="*/ 2147483647 w 56"/>
              <a:gd name="T21" fmla="*/ 0 h 71"/>
              <a:gd name="T22" fmla="*/ 2147483647 w 56"/>
              <a:gd name="T23" fmla="*/ 2147483647 h 71"/>
              <a:gd name="T24" fmla="*/ 2147483647 w 56"/>
              <a:gd name="T25" fmla="*/ 2147483647 h 71"/>
              <a:gd name="T26" fmla="*/ 2147483647 w 56"/>
              <a:gd name="T27" fmla="*/ 2147483647 h 71"/>
              <a:gd name="T28" fmla="*/ 2147483647 w 56"/>
              <a:gd name="T29" fmla="*/ 0 h 71"/>
              <a:gd name="T30" fmla="*/ 2147483647 w 56"/>
              <a:gd name="T31" fmla="*/ 0 h 71"/>
              <a:gd name="T32" fmla="*/ 2147483647 w 56"/>
              <a:gd name="T33" fmla="*/ 2147483647 h 71"/>
              <a:gd name="T34" fmla="*/ 2147483647 w 56"/>
              <a:gd name="T35" fmla="*/ 2147483647 h 71"/>
              <a:gd name="T36" fmla="*/ 2147483647 w 56"/>
              <a:gd name="T37" fmla="*/ 0 h 7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1"/>
              <a:gd name="T59" fmla="*/ 56 w 56"/>
              <a:gd name="T60" fmla="*/ 71 h 7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1">
                <a:moveTo>
                  <a:pt x="32" y="0"/>
                </a:moveTo>
                <a:lnTo>
                  <a:pt x="56" y="0"/>
                </a:lnTo>
                <a:lnTo>
                  <a:pt x="32" y="71"/>
                </a:lnTo>
                <a:lnTo>
                  <a:pt x="24" y="71"/>
                </a:lnTo>
                <a:lnTo>
                  <a:pt x="0" y="0"/>
                </a:lnTo>
                <a:lnTo>
                  <a:pt x="8" y="0"/>
                </a:lnTo>
                <a:lnTo>
                  <a:pt x="32" y="71"/>
                </a:lnTo>
                <a:lnTo>
                  <a:pt x="24" y="71"/>
                </a:lnTo>
                <a:lnTo>
                  <a:pt x="48" y="0"/>
                </a:lnTo>
                <a:lnTo>
                  <a:pt x="56" y="0"/>
                </a:lnTo>
                <a:lnTo>
                  <a:pt x="56" y="7"/>
                </a:lnTo>
                <a:lnTo>
                  <a:pt x="32" y="7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56" name="Freeform 94"/>
          <p:cNvSpPr>
            <a:spLocks/>
          </p:cNvSpPr>
          <p:nvPr>
            <p:custDataLst>
              <p:tags r:id="rId92"/>
            </p:custDataLst>
          </p:nvPr>
        </p:nvSpPr>
        <p:spPr bwMode="auto">
          <a:xfrm>
            <a:off x="3124200" y="5767388"/>
            <a:ext cx="38100" cy="11112"/>
          </a:xfrm>
          <a:custGeom>
            <a:avLst/>
            <a:gdLst>
              <a:gd name="T0" fmla="*/ 0 w 24"/>
              <a:gd name="T1" fmla="*/ 0 h 7"/>
              <a:gd name="T2" fmla="*/ 2147483647 w 24"/>
              <a:gd name="T3" fmla="*/ 0 h 7"/>
              <a:gd name="T4" fmla="*/ 2147483647 w 24"/>
              <a:gd name="T5" fmla="*/ 2147483647 h 7"/>
              <a:gd name="T6" fmla="*/ 2147483647 w 24"/>
              <a:gd name="T7" fmla="*/ 2147483647 h 7"/>
              <a:gd name="T8" fmla="*/ 2147483647 w 24"/>
              <a:gd name="T9" fmla="*/ 2147483647 h 7"/>
              <a:gd name="T10" fmla="*/ 0 w 24"/>
              <a:gd name="T11" fmla="*/ 2147483647 h 7"/>
              <a:gd name="T12" fmla="*/ 0 w 24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7"/>
              <a:gd name="T23" fmla="*/ 24 w 24"/>
              <a:gd name="T24" fmla="*/ 7 h 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7">
                <a:moveTo>
                  <a:pt x="0" y="0"/>
                </a:moveTo>
                <a:lnTo>
                  <a:pt x="24" y="0"/>
                </a:lnTo>
                <a:lnTo>
                  <a:pt x="24" y="7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57" name="Freeform 95"/>
          <p:cNvSpPr>
            <a:spLocks/>
          </p:cNvSpPr>
          <p:nvPr>
            <p:custDataLst>
              <p:tags r:id="rId93"/>
            </p:custDataLst>
          </p:nvPr>
        </p:nvSpPr>
        <p:spPr bwMode="auto">
          <a:xfrm>
            <a:off x="3124200" y="5767388"/>
            <a:ext cx="76200" cy="112712"/>
          </a:xfrm>
          <a:custGeom>
            <a:avLst/>
            <a:gdLst>
              <a:gd name="T0" fmla="*/ 2147483647 w 48"/>
              <a:gd name="T1" fmla="*/ 0 h 71"/>
              <a:gd name="T2" fmla="*/ 2147483647 w 48"/>
              <a:gd name="T3" fmla="*/ 0 h 71"/>
              <a:gd name="T4" fmla="*/ 2147483647 w 48"/>
              <a:gd name="T5" fmla="*/ 2147483647 h 71"/>
              <a:gd name="T6" fmla="*/ 0 w 48"/>
              <a:gd name="T7" fmla="*/ 0 h 71"/>
              <a:gd name="T8" fmla="*/ 2147483647 w 48"/>
              <a:gd name="T9" fmla="*/ 0 h 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1"/>
              <a:gd name="T17" fmla="*/ 48 w 48"/>
              <a:gd name="T18" fmla="*/ 71 h 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1">
                <a:moveTo>
                  <a:pt x="24" y="0"/>
                </a:moveTo>
                <a:lnTo>
                  <a:pt x="48" y="0"/>
                </a:lnTo>
                <a:lnTo>
                  <a:pt x="24" y="71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58" name="Rectangle 96"/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3149600" y="54117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59" name="Rectangle 97"/>
          <p:cNvSpPr>
            <a:spLocks noChangeArrowheads="1"/>
          </p:cNvSpPr>
          <p:nvPr>
            <p:custDataLst>
              <p:tags r:id="rId95"/>
            </p:custDataLst>
          </p:nvPr>
        </p:nvSpPr>
        <p:spPr bwMode="auto">
          <a:xfrm>
            <a:off x="3162300" y="57546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0" name="Freeform 98"/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3149600" y="5411788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61" name="Rectangle 99"/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>
            <a:off x="4000500" y="451167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2" name="Rectangle 100"/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4152900" y="462597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8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3" name="Freeform 101"/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3962400" y="4891088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2147483647 w 72"/>
              <a:gd name="T5" fmla="*/ 2147483647 h 48"/>
              <a:gd name="T6" fmla="*/ 2147483647 w 72"/>
              <a:gd name="T7" fmla="*/ 2147483647 h 48"/>
              <a:gd name="T8" fmla="*/ 0 w 72"/>
              <a:gd name="T9" fmla="*/ 2147483647 h 48"/>
              <a:gd name="T10" fmla="*/ 0 w 72"/>
              <a:gd name="T11" fmla="*/ 2147483647 h 48"/>
              <a:gd name="T12" fmla="*/ 0 w 72"/>
              <a:gd name="T13" fmla="*/ 2147483647 h 48"/>
              <a:gd name="T14" fmla="*/ 2147483647 w 72"/>
              <a:gd name="T15" fmla="*/ 0 h 48"/>
              <a:gd name="T16" fmla="*/ 2147483647 w 72"/>
              <a:gd name="T17" fmla="*/ 0 h 48"/>
              <a:gd name="T18" fmla="*/ 2147483647 w 72"/>
              <a:gd name="T19" fmla="*/ 2147483647 h 48"/>
              <a:gd name="T20" fmla="*/ 2147483647 w 72"/>
              <a:gd name="T21" fmla="*/ 2147483647 h 48"/>
              <a:gd name="T22" fmla="*/ 0 w 72"/>
              <a:gd name="T23" fmla="*/ 2147483647 h 48"/>
              <a:gd name="T24" fmla="*/ 0 w 72"/>
              <a:gd name="T25" fmla="*/ 2147483647 h 48"/>
              <a:gd name="T26" fmla="*/ 0 w 72"/>
              <a:gd name="T27" fmla="*/ 2147483647 h 48"/>
              <a:gd name="T28" fmla="*/ 2147483647 w 72"/>
              <a:gd name="T29" fmla="*/ 2147483647 h 48"/>
              <a:gd name="T30" fmla="*/ 2147483647 w 72"/>
              <a:gd name="T31" fmla="*/ 2147483647 h 48"/>
              <a:gd name="T32" fmla="*/ 2147483647 w 72"/>
              <a:gd name="T33" fmla="*/ 2147483647 h 48"/>
              <a:gd name="T34" fmla="*/ 2147483647 w 72"/>
              <a:gd name="T35" fmla="*/ 2147483647 h 48"/>
              <a:gd name="T36" fmla="*/ 2147483647 w 72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72"/>
              <a:gd name="T58" fmla="*/ 0 h 48"/>
              <a:gd name="T59" fmla="*/ 72 w 72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0" y="16"/>
                </a:lnTo>
                <a:lnTo>
                  <a:pt x="72" y="0"/>
                </a:lnTo>
                <a:lnTo>
                  <a:pt x="72" y="8"/>
                </a:lnTo>
                <a:lnTo>
                  <a:pt x="0" y="24"/>
                </a:lnTo>
                <a:lnTo>
                  <a:pt x="0" y="16"/>
                </a:lnTo>
                <a:lnTo>
                  <a:pt x="72" y="40"/>
                </a:lnTo>
                <a:lnTo>
                  <a:pt x="72" y="48"/>
                </a:lnTo>
                <a:lnTo>
                  <a:pt x="64" y="48"/>
                </a:lnTo>
                <a:lnTo>
                  <a:pt x="64" y="24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64" name="Freeform 102"/>
          <p:cNvSpPr>
            <a:spLocks/>
          </p:cNvSpPr>
          <p:nvPr>
            <p:custDataLst>
              <p:tags r:id="rId100"/>
            </p:custDataLst>
          </p:nvPr>
        </p:nvSpPr>
        <p:spPr bwMode="auto">
          <a:xfrm>
            <a:off x="4064000" y="4903788"/>
            <a:ext cx="12700" cy="25400"/>
          </a:xfrm>
          <a:custGeom>
            <a:avLst/>
            <a:gdLst>
              <a:gd name="T0" fmla="*/ 2147483647 w 8"/>
              <a:gd name="T1" fmla="*/ 0 h 16"/>
              <a:gd name="T2" fmla="*/ 2147483647 w 8"/>
              <a:gd name="T3" fmla="*/ 2147483647 h 16"/>
              <a:gd name="T4" fmla="*/ 0 w 8"/>
              <a:gd name="T5" fmla="*/ 2147483647 h 16"/>
              <a:gd name="T6" fmla="*/ 0 w 8"/>
              <a:gd name="T7" fmla="*/ 2147483647 h 16"/>
              <a:gd name="T8" fmla="*/ 0 w 8"/>
              <a:gd name="T9" fmla="*/ 2147483647 h 16"/>
              <a:gd name="T10" fmla="*/ 0 w 8"/>
              <a:gd name="T11" fmla="*/ 0 h 16"/>
              <a:gd name="T12" fmla="*/ 2147483647 w 8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0"/>
                </a:moveTo>
                <a:lnTo>
                  <a:pt x="8" y="16"/>
                </a:ln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65" name="Freeform 103"/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3962400" y="490378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72" y="40"/>
                </a:lnTo>
                <a:lnTo>
                  <a:pt x="0" y="16"/>
                </a:lnTo>
                <a:lnTo>
                  <a:pt x="72" y="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66" name="Rectangle 104"/>
          <p:cNvSpPr>
            <a:spLocks noChangeArrowheads="1"/>
          </p:cNvSpPr>
          <p:nvPr>
            <p:custDataLst>
              <p:tags r:id="rId102"/>
            </p:custDataLst>
          </p:nvPr>
        </p:nvSpPr>
        <p:spPr bwMode="auto">
          <a:xfrm>
            <a:off x="4076700" y="4929188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7" name="Rectangle 105"/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>
            <a:off x="4076700" y="4929188"/>
            <a:ext cx="3302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8" name="Rectangle 106"/>
          <p:cNvSpPr>
            <a:spLocks noChangeArrowheads="1"/>
          </p:cNvSpPr>
          <p:nvPr>
            <p:custDataLst>
              <p:tags r:id="rId104"/>
            </p:custDataLst>
          </p:nvPr>
        </p:nvSpPr>
        <p:spPr bwMode="auto">
          <a:xfrm>
            <a:off x="4394200" y="3078163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69" name="Rectangle 107"/>
          <p:cNvSpPr>
            <a:spLocks noChangeArrowheads="1"/>
          </p:cNvSpPr>
          <p:nvPr>
            <p:custDataLst>
              <p:tags r:id="rId105"/>
            </p:custDataLst>
          </p:nvPr>
        </p:nvSpPr>
        <p:spPr bwMode="auto">
          <a:xfrm>
            <a:off x="4394200" y="3078163"/>
            <a:ext cx="12700" cy="1851025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0" name="Rectangle 108"/>
          <p:cNvSpPr>
            <a:spLocks noChangeArrowheads="1"/>
          </p:cNvSpPr>
          <p:nvPr>
            <p:custDataLst>
              <p:tags r:id="rId106"/>
            </p:custDataLst>
          </p:nvPr>
        </p:nvSpPr>
        <p:spPr bwMode="auto">
          <a:xfrm>
            <a:off x="5156200" y="3573463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1" name="Rectangle 109"/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5359400" y="36861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2" name="Freeform 110"/>
          <p:cNvSpPr>
            <a:spLocks/>
          </p:cNvSpPr>
          <p:nvPr>
            <p:custDataLst>
              <p:tags r:id="rId108"/>
            </p:custDataLst>
          </p:nvPr>
        </p:nvSpPr>
        <p:spPr bwMode="auto">
          <a:xfrm>
            <a:off x="5194300" y="4029075"/>
            <a:ext cx="76200" cy="114300"/>
          </a:xfrm>
          <a:custGeom>
            <a:avLst/>
            <a:gdLst>
              <a:gd name="T0" fmla="*/ 2147483647 w 48"/>
              <a:gd name="T1" fmla="*/ 2147483647 h 72"/>
              <a:gd name="T2" fmla="*/ 0 w 48"/>
              <a:gd name="T3" fmla="*/ 2147483647 h 72"/>
              <a:gd name="T4" fmla="*/ 0 w 48"/>
              <a:gd name="T5" fmla="*/ 2147483647 h 72"/>
              <a:gd name="T6" fmla="*/ 0 w 48"/>
              <a:gd name="T7" fmla="*/ 2147483647 h 72"/>
              <a:gd name="T8" fmla="*/ 2147483647 w 48"/>
              <a:gd name="T9" fmla="*/ 0 h 72"/>
              <a:gd name="T10" fmla="*/ 2147483647 w 48"/>
              <a:gd name="T11" fmla="*/ 0 h 72"/>
              <a:gd name="T12" fmla="*/ 2147483647 w 48"/>
              <a:gd name="T13" fmla="*/ 0 h 72"/>
              <a:gd name="T14" fmla="*/ 2147483647 w 48"/>
              <a:gd name="T15" fmla="*/ 2147483647 h 72"/>
              <a:gd name="T16" fmla="*/ 2147483647 w 48"/>
              <a:gd name="T17" fmla="*/ 2147483647 h 72"/>
              <a:gd name="T18" fmla="*/ 2147483647 w 48"/>
              <a:gd name="T19" fmla="*/ 2147483647 h 72"/>
              <a:gd name="T20" fmla="*/ 2147483647 w 48"/>
              <a:gd name="T21" fmla="*/ 2147483647 h 72"/>
              <a:gd name="T22" fmla="*/ 2147483647 w 48"/>
              <a:gd name="T23" fmla="*/ 0 h 72"/>
              <a:gd name="T24" fmla="*/ 2147483647 w 48"/>
              <a:gd name="T25" fmla="*/ 0 h 72"/>
              <a:gd name="T26" fmla="*/ 2147483647 w 48"/>
              <a:gd name="T27" fmla="*/ 0 h 72"/>
              <a:gd name="T28" fmla="*/ 2147483647 w 48"/>
              <a:gd name="T29" fmla="*/ 2147483647 h 72"/>
              <a:gd name="T30" fmla="*/ 0 w 48"/>
              <a:gd name="T31" fmla="*/ 2147483647 h 72"/>
              <a:gd name="T32" fmla="*/ 0 w 48"/>
              <a:gd name="T33" fmla="*/ 2147483647 h 72"/>
              <a:gd name="T34" fmla="*/ 2147483647 w 48"/>
              <a:gd name="T35" fmla="*/ 2147483647 h 72"/>
              <a:gd name="T36" fmla="*/ 2147483647 w 48"/>
              <a:gd name="T37" fmla="*/ 2147483647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72"/>
              <a:gd name="T59" fmla="*/ 48 w 48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32" y="0"/>
                </a:lnTo>
                <a:lnTo>
                  <a:pt x="48" y="72"/>
                </a:lnTo>
                <a:lnTo>
                  <a:pt x="40" y="72"/>
                </a:lnTo>
                <a:lnTo>
                  <a:pt x="24" y="0"/>
                </a:lnTo>
                <a:lnTo>
                  <a:pt x="32" y="0"/>
                </a:lnTo>
                <a:lnTo>
                  <a:pt x="8" y="72"/>
                </a:lnTo>
                <a:lnTo>
                  <a:pt x="0" y="72"/>
                </a:lnTo>
                <a:lnTo>
                  <a:pt x="0" y="64"/>
                </a:lnTo>
                <a:lnTo>
                  <a:pt x="24" y="64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73" name="Freeform 111"/>
          <p:cNvSpPr>
            <a:spLocks/>
          </p:cNvSpPr>
          <p:nvPr>
            <p:custDataLst>
              <p:tags r:id="rId109"/>
            </p:custDataLst>
          </p:nvPr>
        </p:nvSpPr>
        <p:spPr bwMode="auto">
          <a:xfrm>
            <a:off x="5232400" y="41306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74" name="Freeform 112"/>
          <p:cNvSpPr>
            <a:spLocks/>
          </p:cNvSpPr>
          <p:nvPr>
            <p:custDataLst>
              <p:tags r:id="rId110"/>
            </p:custDataLst>
          </p:nvPr>
        </p:nvSpPr>
        <p:spPr bwMode="auto">
          <a:xfrm>
            <a:off x="5194300" y="40290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24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75" name="Rectangle 113"/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>
            <a:off x="5232400" y="41433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6" name="Rectangle 114"/>
          <p:cNvSpPr>
            <a:spLocks noChangeArrowheads="1"/>
          </p:cNvSpPr>
          <p:nvPr>
            <p:custDataLst>
              <p:tags r:id="rId112"/>
            </p:custDataLst>
          </p:nvPr>
        </p:nvSpPr>
        <p:spPr bwMode="auto">
          <a:xfrm>
            <a:off x="5232400" y="4486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7" name="Rectangle 115"/>
          <p:cNvSpPr>
            <a:spLocks noChangeArrowheads="1"/>
          </p:cNvSpPr>
          <p:nvPr>
            <p:custDataLst>
              <p:tags r:id="rId113"/>
            </p:custDataLst>
          </p:nvPr>
        </p:nvSpPr>
        <p:spPr bwMode="auto">
          <a:xfrm>
            <a:off x="5232400" y="41433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8" name="Rectangle 116"/>
          <p:cNvSpPr>
            <a:spLocks noChangeArrowheads="1"/>
          </p:cNvSpPr>
          <p:nvPr>
            <p:custDataLst>
              <p:tags r:id="rId114"/>
            </p:custDataLst>
          </p:nvPr>
        </p:nvSpPr>
        <p:spPr bwMode="auto">
          <a:xfrm>
            <a:off x="4813300" y="3597275"/>
            <a:ext cx="236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79" name="Rectangle 117"/>
          <p:cNvSpPr>
            <a:spLocks noChangeArrowheads="1"/>
          </p:cNvSpPr>
          <p:nvPr>
            <p:custDataLst>
              <p:tags r:id="rId115"/>
            </p:custDataLst>
          </p:nvPr>
        </p:nvSpPr>
        <p:spPr bwMode="auto">
          <a:xfrm>
            <a:off x="5054600" y="37115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0" name="Freeform 118"/>
          <p:cNvSpPr>
            <a:spLocks/>
          </p:cNvSpPr>
          <p:nvPr>
            <p:custDataLst>
              <p:tags r:id="rId116"/>
            </p:custDataLst>
          </p:nvPr>
        </p:nvSpPr>
        <p:spPr bwMode="auto">
          <a:xfrm>
            <a:off x="4864100" y="400367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24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24" y="88"/>
                </a:lnTo>
                <a:lnTo>
                  <a:pt x="24" y="9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81" name="Freeform 119"/>
          <p:cNvSpPr>
            <a:spLocks/>
          </p:cNvSpPr>
          <p:nvPr>
            <p:custDataLst>
              <p:tags r:id="rId117"/>
            </p:custDataLst>
          </p:nvPr>
        </p:nvSpPr>
        <p:spPr bwMode="auto">
          <a:xfrm>
            <a:off x="4902200" y="41433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82" name="Freeform 120"/>
          <p:cNvSpPr>
            <a:spLocks/>
          </p:cNvSpPr>
          <p:nvPr>
            <p:custDataLst>
              <p:tags r:id="rId118"/>
            </p:custDataLst>
          </p:nvPr>
        </p:nvSpPr>
        <p:spPr bwMode="auto">
          <a:xfrm>
            <a:off x="4864100" y="40417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24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83" name="Rectangle 121"/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>
            <a:off x="4902200" y="41687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4" name="Rectangle 122"/>
          <p:cNvSpPr>
            <a:spLocks noChangeArrowheads="1"/>
          </p:cNvSpPr>
          <p:nvPr>
            <p:custDataLst>
              <p:tags r:id="rId120"/>
            </p:custDataLst>
          </p:nvPr>
        </p:nvSpPr>
        <p:spPr bwMode="auto">
          <a:xfrm>
            <a:off x="4902200" y="45116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5" name="Rectangle 123"/>
          <p:cNvSpPr>
            <a:spLocks noChangeArrowheads="1"/>
          </p:cNvSpPr>
          <p:nvPr>
            <p:custDataLst>
              <p:tags r:id="rId121"/>
            </p:custDataLst>
          </p:nvPr>
        </p:nvSpPr>
        <p:spPr bwMode="auto">
          <a:xfrm>
            <a:off x="4902200" y="41687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6" name="Rectangle 124"/>
          <p:cNvSpPr>
            <a:spLocks noChangeArrowheads="1"/>
          </p:cNvSpPr>
          <p:nvPr>
            <p:custDataLst>
              <p:tags r:id="rId122"/>
            </p:custDataLst>
          </p:nvPr>
        </p:nvSpPr>
        <p:spPr bwMode="auto">
          <a:xfrm>
            <a:off x="5511800" y="358457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7" name="Rectangle 125"/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5676900" y="3698875"/>
            <a:ext cx="3508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4-7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8" name="Rectangle 126"/>
          <p:cNvSpPr>
            <a:spLocks noChangeArrowheads="1"/>
          </p:cNvSpPr>
          <p:nvPr>
            <p:custDataLst>
              <p:tags r:id="rId124"/>
            </p:custDataLst>
          </p:nvPr>
        </p:nvSpPr>
        <p:spPr bwMode="auto">
          <a:xfrm>
            <a:off x="6032500" y="358457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89" name="Rectangle 127"/>
          <p:cNvSpPr>
            <a:spLocks noChangeArrowheads="1"/>
          </p:cNvSpPr>
          <p:nvPr>
            <p:custDataLst>
              <p:tags r:id="rId125"/>
            </p:custDataLst>
          </p:nvPr>
        </p:nvSpPr>
        <p:spPr bwMode="auto">
          <a:xfrm>
            <a:off x="6197600" y="3698875"/>
            <a:ext cx="4175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4-7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90" name="Freeform 128"/>
          <p:cNvSpPr>
            <a:spLocks/>
          </p:cNvSpPr>
          <p:nvPr>
            <p:custDataLst>
              <p:tags r:id="rId126"/>
            </p:custDataLst>
          </p:nvPr>
        </p:nvSpPr>
        <p:spPr bwMode="auto">
          <a:xfrm>
            <a:off x="5549900" y="4359275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0"/>
                </a:moveTo>
                <a:lnTo>
                  <a:pt x="48" y="0"/>
                </a:lnTo>
                <a:lnTo>
                  <a:pt x="24" y="80"/>
                </a:lnTo>
                <a:lnTo>
                  <a:pt x="16" y="80"/>
                </a:lnTo>
                <a:lnTo>
                  <a:pt x="0" y="0"/>
                </a:lnTo>
                <a:lnTo>
                  <a:pt x="8" y="0"/>
                </a:lnTo>
                <a:lnTo>
                  <a:pt x="24" y="80"/>
                </a:lnTo>
                <a:lnTo>
                  <a:pt x="16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1" name="Freeform 129"/>
          <p:cNvSpPr>
            <a:spLocks/>
          </p:cNvSpPr>
          <p:nvPr>
            <p:custDataLst>
              <p:tags r:id="rId127"/>
            </p:custDataLst>
          </p:nvPr>
        </p:nvSpPr>
        <p:spPr bwMode="auto">
          <a:xfrm>
            <a:off x="5562600" y="4359275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2" name="Freeform 130"/>
          <p:cNvSpPr>
            <a:spLocks/>
          </p:cNvSpPr>
          <p:nvPr>
            <p:custDataLst>
              <p:tags r:id="rId128"/>
            </p:custDataLst>
          </p:nvPr>
        </p:nvSpPr>
        <p:spPr bwMode="auto">
          <a:xfrm>
            <a:off x="5562600" y="4359275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16" y="0"/>
                </a:moveTo>
                <a:lnTo>
                  <a:pt x="40" y="0"/>
                </a:lnTo>
                <a:lnTo>
                  <a:pt x="16" y="80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3" name="Rectangle 131"/>
          <p:cNvSpPr>
            <a:spLocks noChangeArrowheads="1"/>
          </p:cNvSpPr>
          <p:nvPr>
            <p:custDataLst>
              <p:tags r:id="rId129"/>
            </p:custDataLst>
          </p:nvPr>
        </p:nvSpPr>
        <p:spPr bwMode="auto">
          <a:xfrm>
            <a:off x="5575300" y="40163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94" name="Rectangle 132"/>
          <p:cNvSpPr>
            <a:spLocks noChangeArrowheads="1"/>
          </p:cNvSpPr>
          <p:nvPr>
            <p:custDataLst>
              <p:tags r:id="rId130"/>
            </p:custDataLst>
          </p:nvPr>
        </p:nvSpPr>
        <p:spPr bwMode="auto">
          <a:xfrm>
            <a:off x="5588000" y="4359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395" name="Freeform 133"/>
          <p:cNvSpPr>
            <a:spLocks/>
          </p:cNvSpPr>
          <p:nvPr>
            <p:custDataLst>
              <p:tags r:id="rId131"/>
            </p:custDataLst>
          </p:nvPr>
        </p:nvSpPr>
        <p:spPr bwMode="auto">
          <a:xfrm>
            <a:off x="5575300" y="40163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6" name="Freeform 134"/>
          <p:cNvSpPr>
            <a:spLocks/>
          </p:cNvSpPr>
          <p:nvPr>
            <p:custDataLst>
              <p:tags r:id="rId132"/>
            </p:custDataLst>
          </p:nvPr>
        </p:nvSpPr>
        <p:spPr bwMode="auto">
          <a:xfrm>
            <a:off x="5880100" y="434657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2147483647 h 80"/>
              <a:gd name="T16" fmla="*/ 0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32" y="8"/>
                </a:moveTo>
                <a:lnTo>
                  <a:pt x="48" y="0"/>
                </a:lnTo>
                <a:lnTo>
                  <a:pt x="32" y="80"/>
                </a:lnTo>
                <a:lnTo>
                  <a:pt x="24" y="80"/>
                </a:lnTo>
                <a:lnTo>
                  <a:pt x="0" y="8"/>
                </a:lnTo>
                <a:lnTo>
                  <a:pt x="8" y="8"/>
                </a:lnTo>
                <a:lnTo>
                  <a:pt x="32" y="80"/>
                </a:lnTo>
                <a:lnTo>
                  <a:pt x="24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16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7" name="Freeform 135"/>
          <p:cNvSpPr>
            <a:spLocks/>
          </p:cNvSpPr>
          <p:nvPr>
            <p:custDataLst>
              <p:tags r:id="rId133"/>
            </p:custDataLst>
          </p:nvPr>
        </p:nvSpPr>
        <p:spPr bwMode="auto">
          <a:xfrm>
            <a:off x="5892800" y="43592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8" name="Freeform 136"/>
          <p:cNvSpPr>
            <a:spLocks/>
          </p:cNvSpPr>
          <p:nvPr>
            <p:custDataLst>
              <p:tags r:id="rId134"/>
            </p:custDataLst>
          </p:nvPr>
        </p:nvSpPr>
        <p:spPr bwMode="auto">
          <a:xfrm>
            <a:off x="5892800" y="434657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8"/>
                </a:moveTo>
                <a:lnTo>
                  <a:pt x="40" y="0"/>
                </a:lnTo>
                <a:lnTo>
                  <a:pt x="24" y="80"/>
                </a:lnTo>
                <a:lnTo>
                  <a:pt x="0" y="8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99" name="Rectangle 137"/>
          <p:cNvSpPr>
            <a:spLocks noChangeArrowheads="1"/>
          </p:cNvSpPr>
          <p:nvPr>
            <p:custDataLst>
              <p:tags r:id="rId135"/>
            </p:custDataLst>
          </p:nvPr>
        </p:nvSpPr>
        <p:spPr bwMode="auto">
          <a:xfrm>
            <a:off x="5918200" y="40036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0" name="Rectangle 138"/>
          <p:cNvSpPr>
            <a:spLocks noChangeArrowheads="1"/>
          </p:cNvSpPr>
          <p:nvPr>
            <p:custDataLst>
              <p:tags r:id="rId136"/>
            </p:custDataLst>
          </p:nvPr>
        </p:nvSpPr>
        <p:spPr bwMode="auto">
          <a:xfrm>
            <a:off x="5930900" y="43465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1" name="Freeform 139"/>
          <p:cNvSpPr>
            <a:spLocks/>
          </p:cNvSpPr>
          <p:nvPr>
            <p:custDataLst>
              <p:tags r:id="rId137"/>
            </p:custDataLst>
          </p:nvPr>
        </p:nvSpPr>
        <p:spPr bwMode="auto">
          <a:xfrm>
            <a:off x="5918200" y="40036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02" name="Rectangle 140"/>
          <p:cNvSpPr>
            <a:spLocks noChangeArrowheads="1"/>
          </p:cNvSpPr>
          <p:nvPr>
            <p:custDataLst>
              <p:tags r:id="rId138"/>
            </p:custDataLst>
          </p:nvPr>
        </p:nvSpPr>
        <p:spPr bwMode="auto">
          <a:xfrm>
            <a:off x="4635500" y="4486275"/>
            <a:ext cx="15240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3" name="Rectangle 141"/>
          <p:cNvSpPr>
            <a:spLocks noChangeArrowheads="1"/>
          </p:cNvSpPr>
          <p:nvPr>
            <p:custDataLst>
              <p:tags r:id="rId139"/>
            </p:custDataLst>
          </p:nvPr>
        </p:nvSpPr>
        <p:spPr bwMode="auto">
          <a:xfrm>
            <a:off x="6146800" y="4486275"/>
            <a:ext cx="12700" cy="9763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4" name="Rectangle 142"/>
          <p:cNvSpPr>
            <a:spLocks noChangeArrowheads="1"/>
          </p:cNvSpPr>
          <p:nvPr>
            <p:custDataLst>
              <p:tags r:id="rId140"/>
            </p:custDataLst>
          </p:nvPr>
        </p:nvSpPr>
        <p:spPr bwMode="auto">
          <a:xfrm>
            <a:off x="4635500" y="5449888"/>
            <a:ext cx="15113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5" name="Rectangle 143"/>
          <p:cNvSpPr>
            <a:spLocks noChangeArrowheads="1"/>
          </p:cNvSpPr>
          <p:nvPr>
            <p:custDataLst>
              <p:tags r:id="rId141"/>
            </p:custDataLst>
          </p:nvPr>
        </p:nvSpPr>
        <p:spPr bwMode="auto">
          <a:xfrm>
            <a:off x="4635500" y="4486275"/>
            <a:ext cx="12700" cy="9636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6" name="Rectangle 144"/>
          <p:cNvSpPr>
            <a:spLocks noChangeArrowheads="1"/>
          </p:cNvSpPr>
          <p:nvPr>
            <p:custDataLst>
              <p:tags r:id="rId142"/>
            </p:custDataLst>
          </p:nvPr>
        </p:nvSpPr>
        <p:spPr bwMode="auto">
          <a:xfrm>
            <a:off x="5295900" y="58801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7" name="Rectangle 145"/>
          <p:cNvSpPr>
            <a:spLocks noChangeArrowheads="1"/>
          </p:cNvSpPr>
          <p:nvPr>
            <p:custDataLst>
              <p:tags r:id="rId143"/>
            </p:custDataLst>
          </p:nvPr>
        </p:nvSpPr>
        <p:spPr bwMode="auto">
          <a:xfrm>
            <a:off x="5448300" y="5994400"/>
            <a:ext cx="4175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4-7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08" name="Freeform 146"/>
          <p:cNvSpPr>
            <a:spLocks/>
          </p:cNvSpPr>
          <p:nvPr>
            <p:custDataLst>
              <p:tags r:id="rId144"/>
            </p:custDataLst>
          </p:nvPr>
        </p:nvSpPr>
        <p:spPr bwMode="auto">
          <a:xfrm>
            <a:off x="5334000" y="5791200"/>
            <a:ext cx="76200" cy="127000"/>
          </a:xfrm>
          <a:custGeom>
            <a:avLst/>
            <a:gdLst>
              <a:gd name="T0" fmla="*/ 2147483647 w 48"/>
              <a:gd name="T1" fmla="*/ 0 h 80"/>
              <a:gd name="T2" fmla="*/ 2147483647 w 48"/>
              <a:gd name="T3" fmla="*/ 0 h 80"/>
              <a:gd name="T4" fmla="*/ 2147483647 w 48"/>
              <a:gd name="T5" fmla="*/ 0 h 80"/>
              <a:gd name="T6" fmla="*/ 2147483647 w 48"/>
              <a:gd name="T7" fmla="*/ 0 h 80"/>
              <a:gd name="T8" fmla="*/ 2147483647 w 48"/>
              <a:gd name="T9" fmla="*/ 2147483647 h 80"/>
              <a:gd name="T10" fmla="*/ 2147483647 w 48"/>
              <a:gd name="T11" fmla="*/ 2147483647 h 80"/>
              <a:gd name="T12" fmla="*/ 2147483647 w 48"/>
              <a:gd name="T13" fmla="*/ 2147483647 h 80"/>
              <a:gd name="T14" fmla="*/ 0 w 48"/>
              <a:gd name="T15" fmla="*/ 0 h 80"/>
              <a:gd name="T16" fmla="*/ 0 w 48"/>
              <a:gd name="T17" fmla="*/ 0 h 80"/>
              <a:gd name="T18" fmla="*/ 2147483647 w 48"/>
              <a:gd name="T19" fmla="*/ 0 h 80"/>
              <a:gd name="T20" fmla="*/ 2147483647 w 48"/>
              <a:gd name="T21" fmla="*/ 0 h 80"/>
              <a:gd name="T22" fmla="*/ 2147483647 w 48"/>
              <a:gd name="T23" fmla="*/ 2147483647 h 80"/>
              <a:gd name="T24" fmla="*/ 2147483647 w 48"/>
              <a:gd name="T25" fmla="*/ 2147483647 h 80"/>
              <a:gd name="T26" fmla="*/ 2147483647 w 48"/>
              <a:gd name="T27" fmla="*/ 2147483647 h 80"/>
              <a:gd name="T28" fmla="*/ 2147483647 w 48"/>
              <a:gd name="T29" fmla="*/ 0 h 80"/>
              <a:gd name="T30" fmla="*/ 2147483647 w 48"/>
              <a:gd name="T31" fmla="*/ 0 h 80"/>
              <a:gd name="T32" fmla="*/ 2147483647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0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0"/>
                </a:moveTo>
                <a:lnTo>
                  <a:pt x="48" y="0"/>
                </a:lnTo>
                <a:lnTo>
                  <a:pt x="24" y="80"/>
                </a:lnTo>
                <a:lnTo>
                  <a:pt x="16" y="80"/>
                </a:lnTo>
                <a:lnTo>
                  <a:pt x="0" y="0"/>
                </a:lnTo>
                <a:lnTo>
                  <a:pt x="8" y="0"/>
                </a:lnTo>
                <a:lnTo>
                  <a:pt x="24" y="80"/>
                </a:lnTo>
                <a:lnTo>
                  <a:pt x="16" y="8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24" y="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09" name="Freeform 147"/>
          <p:cNvSpPr>
            <a:spLocks/>
          </p:cNvSpPr>
          <p:nvPr>
            <p:custDataLst>
              <p:tags r:id="rId145"/>
            </p:custDataLst>
          </p:nvPr>
        </p:nvSpPr>
        <p:spPr bwMode="auto">
          <a:xfrm>
            <a:off x="5346700" y="5791200"/>
            <a:ext cx="25400" cy="12700"/>
          </a:xfrm>
          <a:custGeom>
            <a:avLst/>
            <a:gdLst>
              <a:gd name="T0" fmla="*/ 0 w 16"/>
              <a:gd name="T1" fmla="*/ 0 h 8"/>
              <a:gd name="T2" fmla="*/ 2147483647 w 16"/>
              <a:gd name="T3" fmla="*/ 0 h 8"/>
              <a:gd name="T4" fmla="*/ 2147483647 w 16"/>
              <a:gd name="T5" fmla="*/ 2147483647 h 8"/>
              <a:gd name="T6" fmla="*/ 2147483647 w 16"/>
              <a:gd name="T7" fmla="*/ 2147483647 h 8"/>
              <a:gd name="T8" fmla="*/ 2147483647 w 16"/>
              <a:gd name="T9" fmla="*/ 2147483647 h 8"/>
              <a:gd name="T10" fmla="*/ 0 w 16"/>
              <a:gd name="T11" fmla="*/ 2147483647 h 8"/>
              <a:gd name="T12" fmla="*/ 0 w 16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0" y="0"/>
                </a:moveTo>
                <a:lnTo>
                  <a:pt x="16" y="0"/>
                </a:lnTo>
                <a:lnTo>
                  <a:pt x="16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0" name="Freeform 148"/>
          <p:cNvSpPr>
            <a:spLocks/>
          </p:cNvSpPr>
          <p:nvPr>
            <p:custDataLst>
              <p:tags r:id="rId146"/>
            </p:custDataLst>
          </p:nvPr>
        </p:nvSpPr>
        <p:spPr bwMode="auto">
          <a:xfrm>
            <a:off x="5346700" y="5791200"/>
            <a:ext cx="63500" cy="127000"/>
          </a:xfrm>
          <a:custGeom>
            <a:avLst/>
            <a:gdLst>
              <a:gd name="T0" fmla="*/ 2147483647 w 40"/>
              <a:gd name="T1" fmla="*/ 0 h 80"/>
              <a:gd name="T2" fmla="*/ 2147483647 w 40"/>
              <a:gd name="T3" fmla="*/ 0 h 80"/>
              <a:gd name="T4" fmla="*/ 2147483647 w 40"/>
              <a:gd name="T5" fmla="*/ 2147483647 h 80"/>
              <a:gd name="T6" fmla="*/ 0 w 40"/>
              <a:gd name="T7" fmla="*/ 0 h 80"/>
              <a:gd name="T8" fmla="*/ 2147483647 w 40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16" y="0"/>
                </a:moveTo>
                <a:lnTo>
                  <a:pt x="40" y="0"/>
                </a:lnTo>
                <a:lnTo>
                  <a:pt x="16" y="80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1" name="Rectangle 149"/>
          <p:cNvSpPr>
            <a:spLocks noChangeArrowheads="1"/>
          </p:cNvSpPr>
          <p:nvPr>
            <p:custDataLst>
              <p:tags r:id="rId147"/>
            </p:custDataLst>
          </p:nvPr>
        </p:nvSpPr>
        <p:spPr bwMode="auto">
          <a:xfrm>
            <a:off x="5359400" y="54498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12" name="Rectangle 150"/>
          <p:cNvSpPr>
            <a:spLocks noChangeArrowheads="1"/>
          </p:cNvSpPr>
          <p:nvPr>
            <p:custDataLst>
              <p:tags r:id="rId148"/>
            </p:custDataLst>
          </p:nvPr>
        </p:nvSpPr>
        <p:spPr bwMode="auto">
          <a:xfrm>
            <a:off x="5372100" y="5791200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13" name="Freeform 151"/>
          <p:cNvSpPr>
            <a:spLocks/>
          </p:cNvSpPr>
          <p:nvPr>
            <p:custDataLst>
              <p:tags r:id="rId149"/>
            </p:custDataLst>
          </p:nvPr>
        </p:nvSpPr>
        <p:spPr bwMode="auto">
          <a:xfrm>
            <a:off x="5359400" y="5449888"/>
            <a:ext cx="25400" cy="341312"/>
          </a:xfrm>
          <a:custGeom>
            <a:avLst/>
            <a:gdLst>
              <a:gd name="T0" fmla="*/ 2147483647 w 16"/>
              <a:gd name="T1" fmla="*/ 0 h 215"/>
              <a:gd name="T2" fmla="*/ 0 w 16"/>
              <a:gd name="T3" fmla="*/ 0 h 215"/>
              <a:gd name="T4" fmla="*/ 2147483647 w 16"/>
              <a:gd name="T5" fmla="*/ 2147483647 h 215"/>
              <a:gd name="T6" fmla="*/ 2147483647 w 16"/>
              <a:gd name="T7" fmla="*/ 2147483647 h 215"/>
              <a:gd name="T8" fmla="*/ 2147483647 w 16"/>
              <a:gd name="T9" fmla="*/ 0 h 2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5"/>
              <a:gd name="T17" fmla="*/ 16 w 16"/>
              <a:gd name="T18" fmla="*/ 215 h 2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5">
                <a:moveTo>
                  <a:pt x="8" y="0"/>
                </a:moveTo>
                <a:lnTo>
                  <a:pt x="0" y="0"/>
                </a:lnTo>
                <a:lnTo>
                  <a:pt x="8" y="215"/>
                </a:lnTo>
                <a:lnTo>
                  <a:pt x="16" y="215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4" name="Rectangle 152"/>
          <p:cNvSpPr>
            <a:spLocks noChangeArrowheads="1"/>
          </p:cNvSpPr>
          <p:nvPr>
            <p:custDataLst>
              <p:tags r:id="rId150"/>
            </p:custDataLst>
          </p:nvPr>
        </p:nvSpPr>
        <p:spPr bwMode="auto">
          <a:xfrm>
            <a:off x="6210300" y="454977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15" name="Rectangle 153"/>
          <p:cNvSpPr>
            <a:spLocks noChangeArrowheads="1"/>
          </p:cNvSpPr>
          <p:nvPr>
            <p:custDataLst>
              <p:tags r:id="rId151"/>
            </p:custDataLst>
          </p:nvPr>
        </p:nvSpPr>
        <p:spPr bwMode="auto">
          <a:xfrm>
            <a:off x="6362700" y="466407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4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16" name="Freeform 154"/>
          <p:cNvSpPr>
            <a:spLocks/>
          </p:cNvSpPr>
          <p:nvPr>
            <p:custDataLst>
              <p:tags r:id="rId152"/>
            </p:custDataLst>
          </p:nvPr>
        </p:nvSpPr>
        <p:spPr bwMode="auto">
          <a:xfrm>
            <a:off x="6134100" y="4916488"/>
            <a:ext cx="152400" cy="88900"/>
          </a:xfrm>
          <a:custGeom>
            <a:avLst/>
            <a:gdLst>
              <a:gd name="T0" fmla="*/ 2147483647 w 96"/>
              <a:gd name="T1" fmla="*/ 2147483647 h 56"/>
              <a:gd name="T2" fmla="*/ 2147483647 w 96"/>
              <a:gd name="T3" fmla="*/ 2147483647 h 56"/>
              <a:gd name="T4" fmla="*/ 2147483647 w 96"/>
              <a:gd name="T5" fmla="*/ 2147483647 h 56"/>
              <a:gd name="T6" fmla="*/ 2147483647 w 96"/>
              <a:gd name="T7" fmla="*/ 2147483647 h 56"/>
              <a:gd name="T8" fmla="*/ 2147483647 w 96"/>
              <a:gd name="T9" fmla="*/ 2147483647 h 56"/>
              <a:gd name="T10" fmla="*/ 0 w 96"/>
              <a:gd name="T11" fmla="*/ 2147483647 h 56"/>
              <a:gd name="T12" fmla="*/ 2147483647 w 96"/>
              <a:gd name="T13" fmla="*/ 2147483647 h 56"/>
              <a:gd name="T14" fmla="*/ 2147483647 w 96"/>
              <a:gd name="T15" fmla="*/ 0 h 56"/>
              <a:gd name="T16" fmla="*/ 2147483647 w 96"/>
              <a:gd name="T17" fmla="*/ 0 h 56"/>
              <a:gd name="T18" fmla="*/ 2147483647 w 96"/>
              <a:gd name="T19" fmla="*/ 2147483647 h 56"/>
              <a:gd name="T20" fmla="*/ 2147483647 w 96"/>
              <a:gd name="T21" fmla="*/ 2147483647 h 56"/>
              <a:gd name="T22" fmla="*/ 2147483647 w 96"/>
              <a:gd name="T23" fmla="*/ 2147483647 h 56"/>
              <a:gd name="T24" fmla="*/ 2147483647 w 96"/>
              <a:gd name="T25" fmla="*/ 2147483647 h 56"/>
              <a:gd name="T26" fmla="*/ 2147483647 w 96"/>
              <a:gd name="T27" fmla="*/ 2147483647 h 56"/>
              <a:gd name="T28" fmla="*/ 2147483647 w 96"/>
              <a:gd name="T29" fmla="*/ 2147483647 h 56"/>
              <a:gd name="T30" fmla="*/ 2147483647 w 96"/>
              <a:gd name="T31" fmla="*/ 2147483647 h 56"/>
              <a:gd name="T32" fmla="*/ 2147483647 w 96"/>
              <a:gd name="T33" fmla="*/ 2147483647 h 56"/>
              <a:gd name="T34" fmla="*/ 2147483647 w 96"/>
              <a:gd name="T35" fmla="*/ 2147483647 h 56"/>
              <a:gd name="T36" fmla="*/ 2147483647 w 96"/>
              <a:gd name="T37" fmla="*/ 2147483647 h 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56"/>
              <a:gd name="T59" fmla="*/ 96 w 96"/>
              <a:gd name="T60" fmla="*/ 56 h 5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56">
                <a:moveTo>
                  <a:pt x="96" y="32"/>
                </a:moveTo>
                <a:lnTo>
                  <a:pt x="96" y="56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8"/>
                </a:lnTo>
                <a:lnTo>
                  <a:pt x="96" y="56"/>
                </a:lnTo>
                <a:lnTo>
                  <a:pt x="88" y="56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7" name="Freeform 155"/>
          <p:cNvSpPr>
            <a:spLocks/>
          </p:cNvSpPr>
          <p:nvPr>
            <p:custDataLst>
              <p:tags r:id="rId153"/>
            </p:custDataLst>
          </p:nvPr>
        </p:nvSpPr>
        <p:spPr bwMode="auto">
          <a:xfrm>
            <a:off x="6273800" y="492918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8" name="Freeform 156"/>
          <p:cNvSpPr>
            <a:spLocks/>
          </p:cNvSpPr>
          <p:nvPr>
            <p:custDataLst>
              <p:tags r:id="rId154"/>
            </p:custDataLst>
          </p:nvPr>
        </p:nvSpPr>
        <p:spPr bwMode="auto">
          <a:xfrm>
            <a:off x="6172200" y="4929188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0 w 72"/>
              <a:gd name="T5" fmla="*/ 2147483647 h 48"/>
              <a:gd name="T6" fmla="*/ 2147483647 w 72"/>
              <a:gd name="T7" fmla="*/ 0 h 48"/>
              <a:gd name="T8" fmla="*/ 2147483647 w 72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8"/>
              <a:gd name="T17" fmla="*/ 72 w 72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19" name="Rectangle 157"/>
          <p:cNvSpPr>
            <a:spLocks noChangeArrowheads="1"/>
          </p:cNvSpPr>
          <p:nvPr>
            <p:custDataLst>
              <p:tags r:id="rId155"/>
            </p:custDataLst>
          </p:nvPr>
        </p:nvSpPr>
        <p:spPr bwMode="auto">
          <a:xfrm>
            <a:off x="6299200" y="4967288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0" name="Rectangle 158"/>
          <p:cNvSpPr>
            <a:spLocks noChangeArrowheads="1"/>
          </p:cNvSpPr>
          <p:nvPr>
            <p:custDataLst>
              <p:tags r:id="rId156"/>
            </p:custDataLst>
          </p:nvPr>
        </p:nvSpPr>
        <p:spPr bwMode="auto">
          <a:xfrm>
            <a:off x="6299200" y="4967288"/>
            <a:ext cx="3175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1" name="Rectangle 159"/>
          <p:cNvSpPr>
            <a:spLocks noChangeArrowheads="1"/>
          </p:cNvSpPr>
          <p:nvPr>
            <p:custDataLst>
              <p:tags r:id="rId157"/>
            </p:custDataLst>
          </p:nvPr>
        </p:nvSpPr>
        <p:spPr bwMode="auto">
          <a:xfrm>
            <a:off x="6604000" y="3103563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2" name="Rectangle 160"/>
          <p:cNvSpPr>
            <a:spLocks noChangeArrowheads="1"/>
          </p:cNvSpPr>
          <p:nvPr>
            <p:custDataLst>
              <p:tags r:id="rId158"/>
            </p:custDataLst>
          </p:nvPr>
        </p:nvSpPr>
        <p:spPr bwMode="auto">
          <a:xfrm>
            <a:off x="6604000" y="3103563"/>
            <a:ext cx="12700" cy="1863725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3" name="Rectangle 161"/>
          <p:cNvSpPr>
            <a:spLocks noChangeArrowheads="1"/>
          </p:cNvSpPr>
          <p:nvPr>
            <p:custDataLst>
              <p:tags r:id="rId159"/>
            </p:custDataLst>
          </p:nvPr>
        </p:nvSpPr>
        <p:spPr bwMode="auto">
          <a:xfrm>
            <a:off x="7353300" y="3573463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4" name="Rectangle 162"/>
          <p:cNvSpPr>
            <a:spLocks noChangeArrowheads="1"/>
          </p:cNvSpPr>
          <p:nvPr>
            <p:custDataLst>
              <p:tags r:id="rId160"/>
            </p:custDataLst>
          </p:nvPr>
        </p:nvSpPr>
        <p:spPr bwMode="auto">
          <a:xfrm>
            <a:off x="7556500" y="36861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5" name="Freeform 163"/>
          <p:cNvSpPr>
            <a:spLocks/>
          </p:cNvSpPr>
          <p:nvPr>
            <p:custDataLst>
              <p:tags r:id="rId161"/>
            </p:custDataLst>
          </p:nvPr>
        </p:nvSpPr>
        <p:spPr bwMode="auto">
          <a:xfrm>
            <a:off x="7404100" y="4016375"/>
            <a:ext cx="76200" cy="127000"/>
          </a:xfrm>
          <a:custGeom>
            <a:avLst/>
            <a:gdLst>
              <a:gd name="T0" fmla="*/ 2147483647 w 48"/>
              <a:gd name="T1" fmla="*/ 2147483647 h 80"/>
              <a:gd name="T2" fmla="*/ 0 w 48"/>
              <a:gd name="T3" fmla="*/ 2147483647 h 80"/>
              <a:gd name="T4" fmla="*/ 0 w 48"/>
              <a:gd name="T5" fmla="*/ 2147483647 h 80"/>
              <a:gd name="T6" fmla="*/ 0 w 48"/>
              <a:gd name="T7" fmla="*/ 2147483647 h 80"/>
              <a:gd name="T8" fmla="*/ 2147483647 w 48"/>
              <a:gd name="T9" fmla="*/ 0 h 80"/>
              <a:gd name="T10" fmla="*/ 2147483647 w 48"/>
              <a:gd name="T11" fmla="*/ 0 h 80"/>
              <a:gd name="T12" fmla="*/ 2147483647 w 48"/>
              <a:gd name="T13" fmla="*/ 0 h 80"/>
              <a:gd name="T14" fmla="*/ 2147483647 w 48"/>
              <a:gd name="T15" fmla="*/ 2147483647 h 80"/>
              <a:gd name="T16" fmla="*/ 2147483647 w 48"/>
              <a:gd name="T17" fmla="*/ 2147483647 h 80"/>
              <a:gd name="T18" fmla="*/ 2147483647 w 48"/>
              <a:gd name="T19" fmla="*/ 2147483647 h 80"/>
              <a:gd name="T20" fmla="*/ 2147483647 w 48"/>
              <a:gd name="T21" fmla="*/ 2147483647 h 80"/>
              <a:gd name="T22" fmla="*/ 2147483647 w 48"/>
              <a:gd name="T23" fmla="*/ 0 h 80"/>
              <a:gd name="T24" fmla="*/ 2147483647 w 48"/>
              <a:gd name="T25" fmla="*/ 0 h 80"/>
              <a:gd name="T26" fmla="*/ 2147483647 w 48"/>
              <a:gd name="T27" fmla="*/ 0 h 80"/>
              <a:gd name="T28" fmla="*/ 2147483647 w 48"/>
              <a:gd name="T29" fmla="*/ 2147483647 h 80"/>
              <a:gd name="T30" fmla="*/ 0 w 48"/>
              <a:gd name="T31" fmla="*/ 2147483647 h 80"/>
              <a:gd name="T32" fmla="*/ 0 w 48"/>
              <a:gd name="T33" fmla="*/ 2147483647 h 80"/>
              <a:gd name="T34" fmla="*/ 2147483647 w 48"/>
              <a:gd name="T35" fmla="*/ 2147483647 h 80"/>
              <a:gd name="T36" fmla="*/ 2147483647 w 48"/>
              <a:gd name="T37" fmla="*/ 2147483647 h 8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80"/>
              <a:gd name="T59" fmla="*/ 48 w 48"/>
              <a:gd name="T60" fmla="*/ 80 h 8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80">
                <a:moveTo>
                  <a:pt x="24" y="80"/>
                </a:moveTo>
                <a:lnTo>
                  <a:pt x="0" y="80"/>
                </a:lnTo>
                <a:lnTo>
                  <a:pt x="16" y="0"/>
                </a:lnTo>
                <a:lnTo>
                  <a:pt x="24" y="0"/>
                </a:lnTo>
                <a:lnTo>
                  <a:pt x="48" y="80"/>
                </a:lnTo>
                <a:lnTo>
                  <a:pt x="40" y="80"/>
                </a:lnTo>
                <a:lnTo>
                  <a:pt x="16" y="0"/>
                </a:lnTo>
                <a:lnTo>
                  <a:pt x="24" y="0"/>
                </a:lnTo>
                <a:lnTo>
                  <a:pt x="8" y="80"/>
                </a:lnTo>
                <a:lnTo>
                  <a:pt x="0" y="80"/>
                </a:lnTo>
                <a:lnTo>
                  <a:pt x="0" y="72"/>
                </a:lnTo>
                <a:lnTo>
                  <a:pt x="24" y="72"/>
                </a:lnTo>
                <a:lnTo>
                  <a:pt x="24" y="8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26" name="Freeform 164"/>
          <p:cNvSpPr>
            <a:spLocks/>
          </p:cNvSpPr>
          <p:nvPr>
            <p:custDataLst>
              <p:tags r:id="rId162"/>
            </p:custDataLst>
          </p:nvPr>
        </p:nvSpPr>
        <p:spPr bwMode="auto">
          <a:xfrm>
            <a:off x="7442200" y="4130675"/>
            <a:ext cx="25400" cy="12700"/>
          </a:xfrm>
          <a:custGeom>
            <a:avLst/>
            <a:gdLst>
              <a:gd name="T0" fmla="*/ 2147483647 w 16"/>
              <a:gd name="T1" fmla="*/ 2147483647 h 8"/>
              <a:gd name="T2" fmla="*/ 0 w 16"/>
              <a:gd name="T3" fmla="*/ 2147483647 h 8"/>
              <a:gd name="T4" fmla="*/ 0 w 16"/>
              <a:gd name="T5" fmla="*/ 0 h 8"/>
              <a:gd name="T6" fmla="*/ 0 w 16"/>
              <a:gd name="T7" fmla="*/ 0 h 8"/>
              <a:gd name="T8" fmla="*/ 0 w 16"/>
              <a:gd name="T9" fmla="*/ 0 h 8"/>
              <a:gd name="T10" fmla="*/ 2147483647 w 16"/>
              <a:gd name="T11" fmla="*/ 0 h 8"/>
              <a:gd name="T12" fmla="*/ 2147483647 w 16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8"/>
              <a:gd name="T23" fmla="*/ 16 w 16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8">
                <a:moveTo>
                  <a:pt x="16" y="8"/>
                </a:move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27" name="Freeform 165"/>
          <p:cNvSpPr>
            <a:spLocks/>
          </p:cNvSpPr>
          <p:nvPr>
            <p:custDataLst>
              <p:tags r:id="rId163"/>
            </p:custDataLst>
          </p:nvPr>
        </p:nvSpPr>
        <p:spPr bwMode="auto">
          <a:xfrm>
            <a:off x="7404100" y="4016375"/>
            <a:ext cx="63500" cy="127000"/>
          </a:xfrm>
          <a:custGeom>
            <a:avLst/>
            <a:gdLst>
              <a:gd name="T0" fmla="*/ 2147483647 w 40"/>
              <a:gd name="T1" fmla="*/ 2147483647 h 80"/>
              <a:gd name="T2" fmla="*/ 0 w 40"/>
              <a:gd name="T3" fmla="*/ 2147483647 h 80"/>
              <a:gd name="T4" fmla="*/ 2147483647 w 40"/>
              <a:gd name="T5" fmla="*/ 0 h 80"/>
              <a:gd name="T6" fmla="*/ 2147483647 w 40"/>
              <a:gd name="T7" fmla="*/ 2147483647 h 80"/>
              <a:gd name="T8" fmla="*/ 2147483647 w 40"/>
              <a:gd name="T9" fmla="*/ 2147483647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80"/>
              <a:gd name="T17" fmla="*/ 40 w 4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80">
                <a:moveTo>
                  <a:pt x="24" y="80"/>
                </a:moveTo>
                <a:lnTo>
                  <a:pt x="0" y="80"/>
                </a:lnTo>
                <a:lnTo>
                  <a:pt x="16" y="0"/>
                </a:lnTo>
                <a:lnTo>
                  <a:pt x="40" y="80"/>
                </a:lnTo>
                <a:lnTo>
                  <a:pt x="24" y="8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28" name="Rectangle 166"/>
          <p:cNvSpPr>
            <a:spLocks noChangeArrowheads="1"/>
          </p:cNvSpPr>
          <p:nvPr>
            <p:custDataLst>
              <p:tags r:id="rId164"/>
            </p:custDataLst>
          </p:nvPr>
        </p:nvSpPr>
        <p:spPr bwMode="auto">
          <a:xfrm>
            <a:off x="7442200" y="41433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29" name="Rectangle 167"/>
          <p:cNvSpPr>
            <a:spLocks noChangeArrowheads="1"/>
          </p:cNvSpPr>
          <p:nvPr>
            <p:custDataLst>
              <p:tags r:id="rId165"/>
            </p:custDataLst>
          </p:nvPr>
        </p:nvSpPr>
        <p:spPr bwMode="auto">
          <a:xfrm>
            <a:off x="7442200" y="4486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0" name="Rectangle 168"/>
          <p:cNvSpPr>
            <a:spLocks noChangeArrowheads="1"/>
          </p:cNvSpPr>
          <p:nvPr>
            <p:custDataLst>
              <p:tags r:id="rId166"/>
            </p:custDataLst>
          </p:nvPr>
        </p:nvSpPr>
        <p:spPr bwMode="auto">
          <a:xfrm>
            <a:off x="7442200" y="4143375"/>
            <a:ext cx="12700" cy="3429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1" name="Rectangle 169"/>
          <p:cNvSpPr>
            <a:spLocks noChangeArrowheads="1"/>
          </p:cNvSpPr>
          <p:nvPr>
            <p:custDataLst>
              <p:tags r:id="rId167"/>
            </p:custDataLst>
          </p:nvPr>
        </p:nvSpPr>
        <p:spPr bwMode="auto">
          <a:xfrm>
            <a:off x="7023100" y="3584575"/>
            <a:ext cx="236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G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2" name="Rectangle 170"/>
          <p:cNvSpPr>
            <a:spLocks noChangeArrowheads="1"/>
          </p:cNvSpPr>
          <p:nvPr>
            <p:custDataLst>
              <p:tags r:id="rId168"/>
            </p:custDataLst>
          </p:nvPr>
        </p:nvSpPr>
        <p:spPr bwMode="auto">
          <a:xfrm>
            <a:off x="7264400" y="36988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3" name="Freeform 171"/>
          <p:cNvSpPr>
            <a:spLocks/>
          </p:cNvSpPr>
          <p:nvPr>
            <p:custDataLst>
              <p:tags r:id="rId169"/>
            </p:custDataLst>
          </p:nvPr>
        </p:nvSpPr>
        <p:spPr bwMode="auto">
          <a:xfrm>
            <a:off x="7073900" y="4003675"/>
            <a:ext cx="76200" cy="152400"/>
          </a:xfrm>
          <a:custGeom>
            <a:avLst/>
            <a:gdLst>
              <a:gd name="T0" fmla="*/ 2147483647 w 48"/>
              <a:gd name="T1" fmla="*/ 2147483647 h 96"/>
              <a:gd name="T2" fmla="*/ 0 w 48"/>
              <a:gd name="T3" fmla="*/ 2147483647 h 96"/>
              <a:gd name="T4" fmla="*/ 0 w 48"/>
              <a:gd name="T5" fmla="*/ 2147483647 h 96"/>
              <a:gd name="T6" fmla="*/ 0 w 48"/>
              <a:gd name="T7" fmla="*/ 2147483647 h 96"/>
              <a:gd name="T8" fmla="*/ 2147483647 w 48"/>
              <a:gd name="T9" fmla="*/ 2147483647 h 96"/>
              <a:gd name="T10" fmla="*/ 2147483647 w 48"/>
              <a:gd name="T11" fmla="*/ 0 h 96"/>
              <a:gd name="T12" fmla="*/ 2147483647 w 48"/>
              <a:gd name="T13" fmla="*/ 2147483647 h 96"/>
              <a:gd name="T14" fmla="*/ 2147483647 w 48"/>
              <a:gd name="T15" fmla="*/ 2147483647 h 96"/>
              <a:gd name="T16" fmla="*/ 2147483647 w 48"/>
              <a:gd name="T17" fmla="*/ 2147483647 h 96"/>
              <a:gd name="T18" fmla="*/ 2147483647 w 48"/>
              <a:gd name="T19" fmla="*/ 2147483647 h 96"/>
              <a:gd name="T20" fmla="*/ 2147483647 w 48"/>
              <a:gd name="T21" fmla="*/ 2147483647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2147483647 h 96"/>
              <a:gd name="T30" fmla="*/ 0 w 48"/>
              <a:gd name="T31" fmla="*/ 2147483647 h 96"/>
              <a:gd name="T32" fmla="*/ 0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2147483647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16" y="96"/>
                </a:moveTo>
                <a:lnTo>
                  <a:pt x="0" y="96"/>
                </a:lnTo>
                <a:lnTo>
                  <a:pt x="16" y="24"/>
                </a:lnTo>
                <a:lnTo>
                  <a:pt x="16" y="0"/>
                </a:lnTo>
                <a:lnTo>
                  <a:pt x="24" y="24"/>
                </a:lnTo>
                <a:lnTo>
                  <a:pt x="48" y="96"/>
                </a:lnTo>
                <a:lnTo>
                  <a:pt x="40" y="96"/>
                </a:lnTo>
                <a:lnTo>
                  <a:pt x="16" y="24"/>
                </a:lnTo>
                <a:lnTo>
                  <a:pt x="24" y="24"/>
                </a:lnTo>
                <a:lnTo>
                  <a:pt x="8" y="96"/>
                </a:lnTo>
                <a:lnTo>
                  <a:pt x="0" y="96"/>
                </a:lnTo>
                <a:lnTo>
                  <a:pt x="0" y="88"/>
                </a:lnTo>
                <a:lnTo>
                  <a:pt x="16" y="88"/>
                </a:lnTo>
                <a:lnTo>
                  <a:pt x="16" y="9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34" name="Freeform 172"/>
          <p:cNvSpPr>
            <a:spLocks/>
          </p:cNvSpPr>
          <p:nvPr>
            <p:custDataLst>
              <p:tags r:id="rId170"/>
            </p:custDataLst>
          </p:nvPr>
        </p:nvSpPr>
        <p:spPr bwMode="auto">
          <a:xfrm>
            <a:off x="7099300" y="4143375"/>
            <a:ext cx="38100" cy="12700"/>
          </a:xfrm>
          <a:custGeom>
            <a:avLst/>
            <a:gdLst>
              <a:gd name="T0" fmla="*/ 2147483647 w 24"/>
              <a:gd name="T1" fmla="*/ 2147483647 h 8"/>
              <a:gd name="T2" fmla="*/ 0 w 24"/>
              <a:gd name="T3" fmla="*/ 2147483647 h 8"/>
              <a:gd name="T4" fmla="*/ 0 w 24"/>
              <a:gd name="T5" fmla="*/ 0 h 8"/>
              <a:gd name="T6" fmla="*/ 0 w 24"/>
              <a:gd name="T7" fmla="*/ 0 h 8"/>
              <a:gd name="T8" fmla="*/ 0 w 24"/>
              <a:gd name="T9" fmla="*/ 0 h 8"/>
              <a:gd name="T10" fmla="*/ 2147483647 w 24"/>
              <a:gd name="T11" fmla="*/ 0 h 8"/>
              <a:gd name="T12" fmla="*/ 2147483647 w 24"/>
              <a:gd name="T13" fmla="*/ 2147483647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24" y="8"/>
                </a:moveTo>
                <a:lnTo>
                  <a:pt x="0" y="8"/>
                </a:lnTo>
                <a:lnTo>
                  <a:pt x="0" y="0"/>
                </a:lnTo>
                <a:lnTo>
                  <a:pt x="24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35" name="Freeform 173"/>
          <p:cNvSpPr>
            <a:spLocks/>
          </p:cNvSpPr>
          <p:nvPr>
            <p:custDataLst>
              <p:tags r:id="rId171"/>
            </p:custDataLst>
          </p:nvPr>
        </p:nvSpPr>
        <p:spPr bwMode="auto">
          <a:xfrm>
            <a:off x="7073900" y="4041775"/>
            <a:ext cx="63500" cy="114300"/>
          </a:xfrm>
          <a:custGeom>
            <a:avLst/>
            <a:gdLst>
              <a:gd name="T0" fmla="*/ 2147483647 w 40"/>
              <a:gd name="T1" fmla="*/ 2147483647 h 72"/>
              <a:gd name="T2" fmla="*/ 0 w 40"/>
              <a:gd name="T3" fmla="*/ 2147483647 h 72"/>
              <a:gd name="T4" fmla="*/ 2147483647 w 40"/>
              <a:gd name="T5" fmla="*/ 0 h 72"/>
              <a:gd name="T6" fmla="*/ 2147483647 w 40"/>
              <a:gd name="T7" fmla="*/ 2147483647 h 72"/>
              <a:gd name="T8" fmla="*/ 2147483647 w 40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72"/>
                </a:moveTo>
                <a:lnTo>
                  <a:pt x="0" y="72"/>
                </a:lnTo>
                <a:lnTo>
                  <a:pt x="16" y="0"/>
                </a:lnTo>
                <a:lnTo>
                  <a:pt x="40" y="72"/>
                </a:lnTo>
                <a:lnTo>
                  <a:pt x="16" y="7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36" name="Rectangle 174"/>
          <p:cNvSpPr>
            <a:spLocks noChangeArrowheads="1"/>
          </p:cNvSpPr>
          <p:nvPr>
            <p:custDataLst>
              <p:tags r:id="rId172"/>
            </p:custDataLst>
          </p:nvPr>
        </p:nvSpPr>
        <p:spPr bwMode="auto">
          <a:xfrm>
            <a:off x="7099300" y="41560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7" name="Rectangle 175"/>
          <p:cNvSpPr>
            <a:spLocks noChangeArrowheads="1"/>
          </p:cNvSpPr>
          <p:nvPr>
            <p:custDataLst>
              <p:tags r:id="rId173"/>
            </p:custDataLst>
          </p:nvPr>
        </p:nvSpPr>
        <p:spPr bwMode="auto">
          <a:xfrm>
            <a:off x="7112000" y="44989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38" name="Freeform 176"/>
          <p:cNvSpPr>
            <a:spLocks/>
          </p:cNvSpPr>
          <p:nvPr>
            <p:custDataLst>
              <p:tags r:id="rId174"/>
            </p:custDataLst>
          </p:nvPr>
        </p:nvSpPr>
        <p:spPr bwMode="auto">
          <a:xfrm>
            <a:off x="7099300" y="41560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39" name="Rectangle 177"/>
          <p:cNvSpPr>
            <a:spLocks noChangeArrowheads="1"/>
          </p:cNvSpPr>
          <p:nvPr>
            <p:custDataLst>
              <p:tags r:id="rId175"/>
            </p:custDataLst>
          </p:nvPr>
        </p:nvSpPr>
        <p:spPr bwMode="auto">
          <a:xfrm>
            <a:off x="7708900" y="358457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0" name="Rectangle 178"/>
          <p:cNvSpPr>
            <a:spLocks noChangeArrowheads="1"/>
          </p:cNvSpPr>
          <p:nvPr>
            <p:custDataLst>
              <p:tags r:id="rId176"/>
            </p:custDataLst>
          </p:nvPr>
        </p:nvSpPr>
        <p:spPr bwMode="auto">
          <a:xfrm>
            <a:off x="7886700" y="3698875"/>
            <a:ext cx="3508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0-3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1" name="Rectangle 179"/>
          <p:cNvSpPr>
            <a:spLocks noChangeArrowheads="1"/>
          </p:cNvSpPr>
          <p:nvPr>
            <p:custDataLst>
              <p:tags r:id="rId177"/>
            </p:custDataLst>
          </p:nvPr>
        </p:nvSpPr>
        <p:spPr bwMode="auto">
          <a:xfrm>
            <a:off x="8242300" y="358457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b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2" name="Rectangle 180"/>
          <p:cNvSpPr>
            <a:spLocks noChangeArrowheads="1"/>
          </p:cNvSpPr>
          <p:nvPr>
            <p:custDataLst>
              <p:tags r:id="rId178"/>
            </p:custDataLst>
          </p:nvPr>
        </p:nvSpPr>
        <p:spPr bwMode="auto">
          <a:xfrm>
            <a:off x="8407400" y="3698875"/>
            <a:ext cx="3508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0-3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3" name="Freeform 181"/>
          <p:cNvSpPr>
            <a:spLocks/>
          </p:cNvSpPr>
          <p:nvPr>
            <p:custDataLst>
              <p:tags r:id="rId179"/>
            </p:custDataLst>
          </p:nvPr>
        </p:nvSpPr>
        <p:spPr bwMode="auto">
          <a:xfrm>
            <a:off x="7747000" y="4359275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44" name="Freeform 182"/>
          <p:cNvSpPr>
            <a:spLocks/>
          </p:cNvSpPr>
          <p:nvPr>
            <p:custDataLst>
              <p:tags r:id="rId180"/>
            </p:custDataLst>
          </p:nvPr>
        </p:nvSpPr>
        <p:spPr bwMode="auto">
          <a:xfrm>
            <a:off x="7759700" y="43592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45" name="Freeform 183"/>
          <p:cNvSpPr>
            <a:spLocks/>
          </p:cNvSpPr>
          <p:nvPr>
            <p:custDataLst>
              <p:tags r:id="rId181"/>
            </p:custDataLst>
          </p:nvPr>
        </p:nvSpPr>
        <p:spPr bwMode="auto">
          <a:xfrm>
            <a:off x="7759700" y="4359275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46" name="Rectangle 184"/>
          <p:cNvSpPr>
            <a:spLocks noChangeArrowheads="1"/>
          </p:cNvSpPr>
          <p:nvPr>
            <p:custDataLst>
              <p:tags r:id="rId182"/>
            </p:custDataLst>
          </p:nvPr>
        </p:nvSpPr>
        <p:spPr bwMode="auto">
          <a:xfrm>
            <a:off x="7785100" y="40163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7" name="Rectangle 185"/>
          <p:cNvSpPr>
            <a:spLocks noChangeArrowheads="1"/>
          </p:cNvSpPr>
          <p:nvPr>
            <p:custDataLst>
              <p:tags r:id="rId183"/>
            </p:custDataLst>
          </p:nvPr>
        </p:nvSpPr>
        <p:spPr bwMode="auto">
          <a:xfrm>
            <a:off x="7797800" y="43592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48" name="Freeform 186"/>
          <p:cNvSpPr>
            <a:spLocks/>
          </p:cNvSpPr>
          <p:nvPr>
            <p:custDataLst>
              <p:tags r:id="rId184"/>
            </p:custDataLst>
          </p:nvPr>
        </p:nvSpPr>
        <p:spPr bwMode="auto">
          <a:xfrm>
            <a:off x="7785100" y="40163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49" name="Rectangle 187"/>
          <p:cNvSpPr>
            <a:spLocks noChangeArrowheads="1"/>
          </p:cNvSpPr>
          <p:nvPr>
            <p:custDataLst>
              <p:tags r:id="rId185"/>
            </p:custDataLst>
          </p:nvPr>
        </p:nvSpPr>
        <p:spPr bwMode="auto">
          <a:xfrm>
            <a:off x="8051800" y="3686175"/>
            <a:ext cx="666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0" name="Freeform 188"/>
          <p:cNvSpPr>
            <a:spLocks/>
          </p:cNvSpPr>
          <p:nvPr>
            <p:custDataLst>
              <p:tags r:id="rId186"/>
            </p:custDataLst>
          </p:nvPr>
        </p:nvSpPr>
        <p:spPr bwMode="auto">
          <a:xfrm>
            <a:off x="8089900" y="4346575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0 h 96"/>
              <a:gd name="T6" fmla="*/ 2147483647 w 48"/>
              <a:gd name="T7" fmla="*/ 0 h 96"/>
              <a:gd name="T8" fmla="*/ 2147483647 w 48"/>
              <a:gd name="T9" fmla="*/ 2147483647 h 96"/>
              <a:gd name="T10" fmla="*/ 2147483647 w 48"/>
              <a:gd name="T11" fmla="*/ 2147483647 h 96"/>
              <a:gd name="T12" fmla="*/ 2147483647 w 48"/>
              <a:gd name="T13" fmla="*/ 2147483647 h 96"/>
              <a:gd name="T14" fmla="*/ 0 w 48"/>
              <a:gd name="T15" fmla="*/ 0 h 96"/>
              <a:gd name="T16" fmla="*/ 0 w 48"/>
              <a:gd name="T17" fmla="*/ 0 h 96"/>
              <a:gd name="T18" fmla="*/ 2147483647 w 48"/>
              <a:gd name="T19" fmla="*/ 0 h 96"/>
              <a:gd name="T20" fmla="*/ 2147483647 w 48"/>
              <a:gd name="T21" fmla="*/ 0 h 96"/>
              <a:gd name="T22" fmla="*/ 2147483647 w 48"/>
              <a:gd name="T23" fmla="*/ 2147483647 h 96"/>
              <a:gd name="T24" fmla="*/ 2147483647 w 48"/>
              <a:gd name="T25" fmla="*/ 2147483647 h 96"/>
              <a:gd name="T26" fmla="*/ 2147483647 w 48"/>
              <a:gd name="T27" fmla="*/ 2147483647 h 96"/>
              <a:gd name="T28" fmla="*/ 2147483647 w 48"/>
              <a:gd name="T29" fmla="*/ 0 h 96"/>
              <a:gd name="T30" fmla="*/ 2147483647 w 48"/>
              <a:gd name="T31" fmla="*/ 0 h 96"/>
              <a:gd name="T32" fmla="*/ 2147483647 w 48"/>
              <a:gd name="T33" fmla="*/ 2147483647 h 96"/>
              <a:gd name="T34" fmla="*/ 2147483647 w 48"/>
              <a:gd name="T35" fmla="*/ 2147483647 h 96"/>
              <a:gd name="T36" fmla="*/ 2147483647 w 48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32" y="0"/>
                </a:moveTo>
                <a:lnTo>
                  <a:pt x="48" y="0"/>
                </a:lnTo>
                <a:lnTo>
                  <a:pt x="32" y="72"/>
                </a:lnTo>
                <a:lnTo>
                  <a:pt x="32" y="96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51" name="Freeform 189"/>
          <p:cNvSpPr>
            <a:spLocks/>
          </p:cNvSpPr>
          <p:nvPr>
            <p:custDataLst>
              <p:tags r:id="rId187"/>
            </p:custDataLst>
          </p:nvPr>
        </p:nvSpPr>
        <p:spPr bwMode="auto">
          <a:xfrm>
            <a:off x="8102600" y="4346575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52" name="Freeform 190"/>
          <p:cNvSpPr>
            <a:spLocks/>
          </p:cNvSpPr>
          <p:nvPr>
            <p:custDataLst>
              <p:tags r:id="rId188"/>
            </p:custDataLst>
          </p:nvPr>
        </p:nvSpPr>
        <p:spPr bwMode="auto">
          <a:xfrm>
            <a:off x="8102600" y="4346575"/>
            <a:ext cx="63500" cy="114300"/>
          </a:xfrm>
          <a:custGeom>
            <a:avLst/>
            <a:gdLst>
              <a:gd name="T0" fmla="*/ 2147483647 w 40"/>
              <a:gd name="T1" fmla="*/ 0 h 72"/>
              <a:gd name="T2" fmla="*/ 2147483647 w 40"/>
              <a:gd name="T3" fmla="*/ 0 h 72"/>
              <a:gd name="T4" fmla="*/ 2147483647 w 40"/>
              <a:gd name="T5" fmla="*/ 2147483647 h 72"/>
              <a:gd name="T6" fmla="*/ 0 w 40"/>
              <a:gd name="T7" fmla="*/ 0 h 72"/>
              <a:gd name="T8" fmla="*/ 2147483647 w 40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24" y="0"/>
                </a:moveTo>
                <a:lnTo>
                  <a:pt x="40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53" name="Rectangle 191"/>
          <p:cNvSpPr>
            <a:spLocks noChangeArrowheads="1"/>
          </p:cNvSpPr>
          <p:nvPr>
            <p:custDataLst>
              <p:tags r:id="rId189"/>
            </p:custDataLst>
          </p:nvPr>
        </p:nvSpPr>
        <p:spPr bwMode="auto">
          <a:xfrm>
            <a:off x="8128000" y="40036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4" name="Rectangle 192"/>
          <p:cNvSpPr>
            <a:spLocks noChangeArrowheads="1"/>
          </p:cNvSpPr>
          <p:nvPr>
            <p:custDataLst>
              <p:tags r:id="rId190"/>
            </p:custDataLst>
          </p:nvPr>
        </p:nvSpPr>
        <p:spPr bwMode="auto">
          <a:xfrm>
            <a:off x="8140700" y="4346575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5" name="Freeform 193"/>
          <p:cNvSpPr>
            <a:spLocks/>
          </p:cNvSpPr>
          <p:nvPr>
            <p:custDataLst>
              <p:tags r:id="rId191"/>
            </p:custDataLst>
          </p:nvPr>
        </p:nvSpPr>
        <p:spPr bwMode="auto">
          <a:xfrm>
            <a:off x="8128000" y="4003675"/>
            <a:ext cx="25400" cy="342900"/>
          </a:xfrm>
          <a:custGeom>
            <a:avLst/>
            <a:gdLst>
              <a:gd name="T0" fmla="*/ 2147483647 w 16"/>
              <a:gd name="T1" fmla="*/ 0 h 216"/>
              <a:gd name="T2" fmla="*/ 0 w 16"/>
              <a:gd name="T3" fmla="*/ 0 h 216"/>
              <a:gd name="T4" fmla="*/ 2147483647 w 16"/>
              <a:gd name="T5" fmla="*/ 2147483647 h 216"/>
              <a:gd name="T6" fmla="*/ 2147483647 w 16"/>
              <a:gd name="T7" fmla="*/ 2147483647 h 216"/>
              <a:gd name="T8" fmla="*/ 2147483647 w 16"/>
              <a:gd name="T9" fmla="*/ 0 h 2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6"/>
              <a:gd name="T17" fmla="*/ 16 w 16"/>
              <a:gd name="T18" fmla="*/ 216 h 2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6">
                <a:moveTo>
                  <a:pt x="8" y="0"/>
                </a:moveTo>
                <a:lnTo>
                  <a:pt x="0" y="0"/>
                </a:lnTo>
                <a:lnTo>
                  <a:pt x="8" y="216"/>
                </a:lnTo>
                <a:lnTo>
                  <a:pt x="16" y="2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56" name="Rectangle 194"/>
          <p:cNvSpPr>
            <a:spLocks noChangeArrowheads="1"/>
          </p:cNvSpPr>
          <p:nvPr>
            <p:custDataLst>
              <p:tags r:id="rId192"/>
            </p:custDataLst>
          </p:nvPr>
        </p:nvSpPr>
        <p:spPr bwMode="auto">
          <a:xfrm>
            <a:off x="6845300" y="4473575"/>
            <a:ext cx="15240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7" name="Rectangle 195"/>
          <p:cNvSpPr>
            <a:spLocks noChangeArrowheads="1"/>
          </p:cNvSpPr>
          <p:nvPr>
            <p:custDataLst>
              <p:tags r:id="rId193"/>
            </p:custDataLst>
          </p:nvPr>
        </p:nvSpPr>
        <p:spPr bwMode="auto">
          <a:xfrm>
            <a:off x="8356600" y="4473575"/>
            <a:ext cx="12700" cy="9890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8" name="Rectangle 196"/>
          <p:cNvSpPr>
            <a:spLocks noChangeArrowheads="1"/>
          </p:cNvSpPr>
          <p:nvPr>
            <p:custDataLst>
              <p:tags r:id="rId194"/>
            </p:custDataLst>
          </p:nvPr>
        </p:nvSpPr>
        <p:spPr bwMode="auto">
          <a:xfrm>
            <a:off x="6845300" y="5449888"/>
            <a:ext cx="15113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59" name="Rectangle 197"/>
          <p:cNvSpPr>
            <a:spLocks noChangeArrowheads="1"/>
          </p:cNvSpPr>
          <p:nvPr>
            <p:custDataLst>
              <p:tags r:id="rId195"/>
            </p:custDataLst>
          </p:nvPr>
        </p:nvSpPr>
        <p:spPr bwMode="auto">
          <a:xfrm>
            <a:off x="6845300" y="4473575"/>
            <a:ext cx="12700" cy="9763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0" name="Rectangle 198"/>
          <p:cNvSpPr>
            <a:spLocks noChangeArrowheads="1"/>
          </p:cNvSpPr>
          <p:nvPr>
            <p:custDataLst>
              <p:tags r:id="rId196"/>
            </p:custDataLst>
          </p:nvPr>
        </p:nvSpPr>
        <p:spPr bwMode="auto">
          <a:xfrm>
            <a:off x="7493000" y="58801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1" name="Rectangle 199"/>
          <p:cNvSpPr>
            <a:spLocks noChangeArrowheads="1"/>
          </p:cNvSpPr>
          <p:nvPr>
            <p:custDataLst>
              <p:tags r:id="rId197"/>
            </p:custDataLst>
          </p:nvPr>
        </p:nvSpPr>
        <p:spPr bwMode="auto">
          <a:xfrm>
            <a:off x="7645400" y="5994400"/>
            <a:ext cx="4175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0-3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2" name="Freeform 200"/>
          <p:cNvSpPr>
            <a:spLocks/>
          </p:cNvSpPr>
          <p:nvPr>
            <p:custDataLst>
              <p:tags r:id="rId198"/>
            </p:custDataLst>
          </p:nvPr>
        </p:nvSpPr>
        <p:spPr bwMode="auto">
          <a:xfrm>
            <a:off x="7531100" y="5791200"/>
            <a:ext cx="88900" cy="114300"/>
          </a:xfrm>
          <a:custGeom>
            <a:avLst/>
            <a:gdLst>
              <a:gd name="T0" fmla="*/ 2147483647 w 56"/>
              <a:gd name="T1" fmla="*/ 0 h 72"/>
              <a:gd name="T2" fmla="*/ 2147483647 w 56"/>
              <a:gd name="T3" fmla="*/ 0 h 72"/>
              <a:gd name="T4" fmla="*/ 2147483647 w 56"/>
              <a:gd name="T5" fmla="*/ 0 h 72"/>
              <a:gd name="T6" fmla="*/ 2147483647 w 56"/>
              <a:gd name="T7" fmla="*/ 0 h 72"/>
              <a:gd name="T8" fmla="*/ 2147483647 w 56"/>
              <a:gd name="T9" fmla="*/ 2147483647 h 72"/>
              <a:gd name="T10" fmla="*/ 2147483647 w 56"/>
              <a:gd name="T11" fmla="*/ 2147483647 h 72"/>
              <a:gd name="T12" fmla="*/ 2147483647 w 56"/>
              <a:gd name="T13" fmla="*/ 2147483647 h 72"/>
              <a:gd name="T14" fmla="*/ 0 w 56"/>
              <a:gd name="T15" fmla="*/ 0 h 72"/>
              <a:gd name="T16" fmla="*/ 0 w 56"/>
              <a:gd name="T17" fmla="*/ 0 h 72"/>
              <a:gd name="T18" fmla="*/ 2147483647 w 56"/>
              <a:gd name="T19" fmla="*/ 0 h 72"/>
              <a:gd name="T20" fmla="*/ 2147483647 w 56"/>
              <a:gd name="T21" fmla="*/ 0 h 72"/>
              <a:gd name="T22" fmla="*/ 2147483647 w 56"/>
              <a:gd name="T23" fmla="*/ 2147483647 h 72"/>
              <a:gd name="T24" fmla="*/ 2147483647 w 56"/>
              <a:gd name="T25" fmla="*/ 2147483647 h 72"/>
              <a:gd name="T26" fmla="*/ 2147483647 w 56"/>
              <a:gd name="T27" fmla="*/ 2147483647 h 72"/>
              <a:gd name="T28" fmla="*/ 2147483647 w 56"/>
              <a:gd name="T29" fmla="*/ 0 h 72"/>
              <a:gd name="T30" fmla="*/ 2147483647 w 56"/>
              <a:gd name="T31" fmla="*/ 0 h 72"/>
              <a:gd name="T32" fmla="*/ 2147483647 w 56"/>
              <a:gd name="T33" fmla="*/ 2147483647 h 72"/>
              <a:gd name="T34" fmla="*/ 2147483647 w 56"/>
              <a:gd name="T35" fmla="*/ 2147483647 h 72"/>
              <a:gd name="T36" fmla="*/ 2147483647 w 56"/>
              <a:gd name="T37" fmla="*/ 0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72"/>
              <a:gd name="T59" fmla="*/ 56 w 5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72">
                <a:moveTo>
                  <a:pt x="32" y="0"/>
                </a:moveTo>
                <a:lnTo>
                  <a:pt x="56" y="0"/>
                </a:lnTo>
                <a:lnTo>
                  <a:pt x="32" y="72"/>
                </a:lnTo>
                <a:lnTo>
                  <a:pt x="24" y="72"/>
                </a:lnTo>
                <a:lnTo>
                  <a:pt x="0" y="0"/>
                </a:lnTo>
                <a:lnTo>
                  <a:pt x="8" y="0"/>
                </a:lnTo>
                <a:lnTo>
                  <a:pt x="32" y="72"/>
                </a:lnTo>
                <a:lnTo>
                  <a:pt x="24" y="72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63" name="Freeform 201"/>
          <p:cNvSpPr>
            <a:spLocks/>
          </p:cNvSpPr>
          <p:nvPr>
            <p:custDataLst>
              <p:tags r:id="rId199"/>
            </p:custDataLst>
          </p:nvPr>
        </p:nvSpPr>
        <p:spPr bwMode="auto">
          <a:xfrm>
            <a:off x="7543800" y="5791200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64" name="Freeform 202"/>
          <p:cNvSpPr>
            <a:spLocks/>
          </p:cNvSpPr>
          <p:nvPr>
            <p:custDataLst>
              <p:tags r:id="rId200"/>
            </p:custDataLst>
          </p:nvPr>
        </p:nvSpPr>
        <p:spPr bwMode="auto">
          <a:xfrm>
            <a:off x="7543800" y="5791200"/>
            <a:ext cx="76200" cy="114300"/>
          </a:xfrm>
          <a:custGeom>
            <a:avLst/>
            <a:gdLst>
              <a:gd name="T0" fmla="*/ 2147483647 w 48"/>
              <a:gd name="T1" fmla="*/ 0 h 72"/>
              <a:gd name="T2" fmla="*/ 2147483647 w 48"/>
              <a:gd name="T3" fmla="*/ 0 h 72"/>
              <a:gd name="T4" fmla="*/ 2147483647 w 48"/>
              <a:gd name="T5" fmla="*/ 2147483647 h 72"/>
              <a:gd name="T6" fmla="*/ 0 w 48"/>
              <a:gd name="T7" fmla="*/ 0 h 72"/>
              <a:gd name="T8" fmla="*/ 2147483647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24" y="0"/>
                </a:moveTo>
                <a:lnTo>
                  <a:pt x="48" y="0"/>
                </a:lnTo>
                <a:lnTo>
                  <a:pt x="24" y="72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65" name="Rectangle 203"/>
          <p:cNvSpPr>
            <a:spLocks noChangeArrowheads="1"/>
          </p:cNvSpPr>
          <p:nvPr>
            <p:custDataLst>
              <p:tags r:id="rId201"/>
            </p:custDataLst>
          </p:nvPr>
        </p:nvSpPr>
        <p:spPr bwMode="auto">
          <a:xfrm>
            <a:off x="7569200" y="5449888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6" name="Rectangle 204"/>
          <p:cNvSpPr>
            <a:spLocks noChangeArrowheads="1"/>
          </p:cNvSpPr>
          <p:nvPr>
            <p:custDataLst>
              <p:tags r:id="rId202"/>
            </p:custDataLst>
          </p:nvPr>
        </p:nvSpPr>
        <p:spPr bwMode="auto">
          <a:xfrm>
            <a:off x="7581900" y="5791200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7" name="Freeform 206"/>
          <p:cNvSpPr>
            <a:spLocks/>
          </p:cNvSpPr>
          <p:nvPr>
            <p:custDataLst>
              <p:tags r:id="rId203"/>
            </p:custDataLst>
          </p:nvPr>
        </p:nvSpPr>
        <p:spPr bwMode="auto">
          <a:xfrm>
            <a:off x="7569200" y="5449888"/>
            <a:ext cx="25400" cy="341312"/>
          </a:xfrm>
          <a:custGeom>
            <a:avLst/>
            <a:gdLst>
              <a:gd name="T0" fmla="*/ 2147483647 w 16"/>
              <a:gd name="T1" fmla="*/ 0 h 215"/>
              <a:gd name="T2" fmla="*/ 0 w 16"/>
              <a:gd name="T3" fmla="*/ 0 h 215"/>
              <a:gd name="T4" fmla="*/ 2147483647 w 16"/>
              <a:gd name="T5" fmla="*/ 2147483647 h 215"/>
              <a:gd name="T6" fmla="*/ 2147483647 w 16"/>
              <a:gd name="T7" fmla="*/ 2147483647 h 215"/>
              <a:gd name="T8" fmla="*/ 2147483647 w 16"/>
              <a:gd name="T9" fmla="*/ 0 h 2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215"/>
              <a:gd name="T17" fmla="*/ 16 w 16"/>
              <a:gd name="T18" fmla="*/ 215 h 2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215">
                <a:moveTo>
                  <a:pt x="8" y="0"/>
                </a:moveTo>
                <a:lnTo>
                  <a:pt x="0" y="0"/>
                </a:lnTo>
                <a:lnTo>
                  <a:pt x="8" y="215"/>
                </a:lnTo>
                <a:lnTo>
                  <a:pt x="16" y="215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68" name="Rectangle 207"/>
          <p:cNvSpPr>
            <a:spLocks noChangeArrowheads="1"/>
          </p:cNvSpPr>
          <p:nvPr>
            <p:custDataLst>
              <p:tags r:id="rId204"/>
            </p:custDataLst>
          </p:nvPr>
        </p:nvSpPr>
        <p:spPr bwMode="auto">
          <a:xfrm>
            <a:off x="8420100" y="453707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69" name="Rectangle 208"/>
          <p:cNvSpPr>
            <a:spLocks noChangeArrowheads="1"/>
          </p:cNvSpPr>
          <p:nvPr>
            <p:custDataLst>
              <p:tags r:id="rId205"/>
            </p:custDataLst>
          </p:nvPr>
        </p:nvSpPr>
        <p:spPr bwMode="auto">
          <a:xfrm>
            <a:off x="8572500" y="4651375"/>
            <a:ext cx="2016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0" name="Freeform 209"/>
          <p:cNvSpPr>
            <a:spLocks/>
          </p:cNvSpPr>
          <p:nvPr>
            <p:custDataLst>
              <p:tags r:id="rId206"/>
            </p:custDataLst>
          </p:nvPr>
        </p:nvSpPr>
        <p:spPr bwMode="auto">
          <a:xfrm>
            <a:off x="8343900" y="4916488"/>
            <a:ext cx="152400" cy="76200"/>
          </a:xfrm>
          <a:custGeom>
            <a:avLst/>
            <a:gdLst>
              <a:gd name="T0" fmla="*/ 2147483647 w 96"/>
              <a:gd name="T1" fmla="*/ 2147483647 h 48"/>
              <a:gd name="T2" fmla="*/ 2147483647 w 96"/>
              <a:gd name="T3" fmla="*/ 2147483647 h 48"/>
              <a:gd name="T4" fmla="*/ 2147483647 w 96"/>
              <a:gd name="T5" fmla="*/ 2147483647 h 48"/>
              <a:gd name="T6" fmla="*/ 2147483647 w 96"/>
              <a:gd name="T7" fmla="*/ 2147483647 h 48"/>
              <a:gd name="T8" fmla="*/ 2147483647 w 96"/>
              <a:gd name="T9" fmla="*/ 2147483647 h 48"/>
              <a:gd name="T10" fmla="*/ 0 w 96"/>
              <a:gd name="T11" fmla="*/ 2147483647 h 48"/>
              <a:gd name="T12" fmla="*/ 2147483647 w 96"/>
              <a:gd name="T13" fmla="*/ 2147483647 h 48"/>
              <a:gd name="T14" fmla="*/ 2147483647 w 96"/>
              <a:gd name="T15" fmla="*/ 0 h 48"/>
              <a:gd name="T16" fmla="*/ 2147483647 w 96"/>
              <a:gd name="T17" fmla="*/ 0 h 48"/>
              <a:gd name="T18" fmla="*/ 2147483647 w 96"/>
              <a:gd name="T19" fmla="*/ 2147483647 h 48"/>
              <a:gd name="T20" fmla="*/ 2147483647 w 96"/>
              <a:gd name="T21" fmla="*/ 2147483647 h 48"/>
              <a:gd name="T22" fmla="*/ 2147483647 w 96"/>
              <a:gd name="T23" fmla="*/ 2147483647 h 48"/>
              <a:gd name="T24" fmla="*/ 2147483647 w 96"/>
              <a:gd name="T25" fmla="*/ 2147483647 h 48"/>
              <a:gd name="T26" fmla="*/ 2147483647 w 96"/>
              <a:gd name="T27" fmla="*/ 2147483647 h 48"/>
              <a:gd name="T28" fmla="*/ 2147483647 w 96"/>
              <a:gd name="T29" fmla="*/ 2147483647 h 48"/>
              <a:gd name="T30" fmla="*/ 2147483647 w 96"/>
              <a:gd name="T31" fmla="*/ 2147483647 h 48"/>
              <a:gd name="T32" fmla="*/ 2147483647 w 96"/>
              <a:gd name="T33" fmla="*/ 2147483647 h 48"/>
              <a:gd name="T34" fmla="*/ 2147483647 w 96"/>
              <a:gd name="T35" fmla="*/ 2147483647 h 48"/>
              <a:gd name="T36" fmla="*/ 2147483647 w 96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48"/>
              <a:gd name="T59" fmla="*/ 96 w 96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48">
                <a:moveTo>
                  <a:pt x="96" y="32"/>
                </a:moveTo>
                <a:lnTo>
                  <a:pt x="96" y="48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0"/>
                </a:lnTo>
                <a:lnTo>
                  <a:pt x="96" y="48"/>
                </a:lnTo>
                <a:lnTo>
                  <a:pt x="88" y="48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71" name="Freeform 210"/>
          <p:cNvSpPr>
            <a:spLocks/>
          </p:cNvSpPr>
          <p:nvPr>
            <p:custDataLst>
              <p:tags r:id="rId207"/>
            </p:custDataLst>
          </p:nvPr>
        </p:nvSpPr>
        <p:spPr bwMode="auto">
          <a:xfrm>
            <a:off x="8483600" y="4929188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72" name="Freeform 211"/>
          <p:cNvSpPr>
            <a:spLocks/>
          </p:cNvSpPr>
          <p:nvPr>
            <p:custDataLst>
              <p:tags r:id="rId208"/>
            </p:custDataLst>
          </p:nvPr>
        </p:nvSpPr>
        <p:spPr bwMode="auto">
          <a:xfrm>
            <a:off x="8382000" y="4929188"/>
            <a:ext cx="114300" cy="63500"/>
          </a:xfrm>
          <a:custGeom>
            <a:avLst/>
            <a:gdLst>
              <a:gd name="T0" fmla="*/ 2147483647 w 72"/>
              <a:gd name="T1" fmla="*/ 2147483647 h 40"/>
              <a:gd name="T2" fmla="*/ 2147483647 w 72"/>
              <a:gd name="T3" fmla="*/ 2147483647 h 40"/>
              <a:gd name="T4" fmla="*/ 0 w 72"/>
              <a:gd name="T5" fmla="*/ 2147483647 h 40"/>
              <a:gd name="T6" fmla="*/ 2147483647 w 72"/>
              <a:gd name="T7" fmla="*/ 0 h 40"/>
              <a:gd name="T8" fmla="*/ 2147483647 w 72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24"/>
                </a:moveTo>
                <a:lnTo>
                  <a:pt x="72" y="40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73" name="Rectangle 212"/>
          <p:cNvSpPr>
            <a:spLocks noChangeArrowheads="1"/>
          </p:cNvSpPr>
          <p:nvPr>
            <p:custDataLst>
              <p:tags r:id="rId209"/>
            </p:custDataLst>
          </p:nvPr>
        </p:nvSpPr>
        <p:spPr bwMode="auto">
          <a:xfrm>
            <a:off x="8496300" y="4967288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4" name="Rectangle 213"/>
          <p:cNvSpPr>
            <a:spLocks noChangeArrowheads="1"/>
          </p:cNvSpPr>
          <p:nvPr>
            <p:custDataLst>
              <p:tags r:id="rId210"/>
            </p:custDataLst>
          </p:nvPr>
        </p:nvSpPr>
        <p:spPr bwMode="auto">
          <a:xfrm>
            <a:off x="8496300" y="4967288"/>
            <a:ext cx="3302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5" name="Rectangle 214"/>
          <p:cNvSpPr>
            <a:spLocks noChangeArrowheads="1"/>
          </p:cNvSpPr>
          <p:nvPr>
            <p:custDataLst>
              <p:tags r:id="rId211"/>
            </p:custDataLst>
          </p:nvPr>
        </p:nvSpPr>
        <p:spPr bwMode="auto">
          <a:xfrm>
            <a:off x="8813800" y="3103563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6" name="Rectangle 215"/>
          <p:cNvSpPr>
            <a:spLocks noChangeArrowheads="1"/>
          </p:cNvSpPr>
          <p:nvPr>
            <p:custDataLst>
              <p:tags r:id="rId212"/>
            </p:custDataLst>
          </p:nvPr>
        </p:nvSpPr>
        <p:spPr bwMode="auto">
          <a:xfrm>
            <a:off x="8813800" y="3103563"/>
            <a:ext cx="12700" cy="1863725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7" name="Rectangle 216"/>
          <p:cNvSpPr>
            <a:spLocks noChangeArrowheads="1"/>
          </p:cNvSpPr>
          <p:nvPr>
            <p:custDataLst>
              <p:tags r:id="rId213"/>
            </p:custDataLst>
          </p:nvPr>
        </p:nvSpPr>
        <p:spPr bwMode="auto">
          <a:xfrm>
            <a:off x="1206500" y="2101850"/>
            <a:ext cx="64262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8" name="Rectangle 217"/>
          <p:cNvSpPr>
            <a:spLocks noChangeArrowheads="1"/>
          </p:cNvSpPr>
          <p:nvPr>
            <p:custDataLst>
              <p:tags r:id="rId214"/>
            </p:custDataLst>
          </p:nvPr>
        </p:nvSpPr>
        <p:spPr bwMode="auto">
          <a:xfrm>
            <a:off x="7620000" y="2101850"/>
            <a:ext cx="12700" cy="9890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79" name="Rectangle 218"/>
          <p:cNvSpPr>
            <a:spLocks noChangeArrowheads="1"/>
          </p:cNvSpPr>
          <p:nvPr>
            <p:custDataLst>
              <p:tags r:id="rId215"/>
            </p:custDataLst>
          </p:nvPr>
        </p:nvSpPr>
        <p:spPr bwMode="auto">
          <a:xfrm>
            <a:off x="1206500" y="3078163"/>
            <a:ext cx="6413500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0" name="Rectangle 219"/>
          <p:cNvSpPr>
            <a:spLocks noChangeArrowheads="1"/>
          </p:cNvSpPr>
          <p:nvPr>
            <p:custDataLst>
              <p:tags r:id="rId216"/>
            </p:custDataLst>
          </p:nvPr>
        </p:nvSpPr>
        <p:spPr bwMode="auto">
          <a:xfrm>
            <a:off x="1206500" y="2101850"/>
            <a:ext cx="12700" cy="9763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1" name="Rectangle 220"/>
          <p:cNvSpPr>
            <a:spLocks noChangeArrowheads="1"/>
          </p:cNvSpPr>
          <p:nvPr>
            <p:custDataLst>
              <p:tags r:id="rId217"/>
            </p:custDataLst>
          </p:nvPr>
        </p:nvSpPr>
        <p:spPr bwMode="auto">
          <a:xfrm>
            <a:off x="2946400" y="2419350"/>
            <a:ext cx="31718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Carry Lookahead Block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2" name="Freeform 221"/>
          <p:cNvSpPr>
            <a:spLocks/>
          </p:cNvSpPr>
          <p:nvPr>
            <p:custDataLst>
              <p:tags r:id="rId218"/>
            </p:custDataLst>
          </p:nvPr>
        </p:nvSpPr>
        <p:spPr bwMode="auto">
          <a:xfrm>
            <a:off x="774700" y="2544763"/>
            <a:ext cx="127000" cy="76200"/>
          </a:xfrm>
          <a:custGeom>
            <a:avLst/>
            <a:gdLst>
              <a:gd name="T0" fmla="*/ 2147483647 w 80"/>
              <a:gd name="T1" fmla="*/ 2147483647 h 48"/>
              <a:gd name="T2" fmla="*/ 2147483647 w 80"/>
              <a:gd name="T3" fmla="*/ 2147483647 h 48"/>
              <a:gd name="T4" fmla="*/ 2147483647 w 80"/>
              <a:gd name="T5" fmla="*/ 2147483647 h 48"/>
              <a:gd name="T6" fmla="*/ 2147483647 w 80"/>
              <a:gd name="T7" fmla="*/ 2147483647 h 48"/>
              <a:gd name="T8" fmla="*/ 0 w 80"/>
              <a:gd name="T9" fmla="*/ 2147483647 h 48"/>
              <a:gd name="T10" fmla="*/ 0 w 80"/>
              <a:gd name="T11" fmla="*/ 2147483647 h 48"/>
              <a:gd name="T12" fmla="*/ 0 w 80"/>
              <a:gd name="T13" fmla="*/ 2147483647 h 48"/>
              <a:gd name="T14" fmla="*/ 2147483647 w 80"/>
              <a:gd name="T15" fmla="*/ 0 h 48"/>
              <a:gd name="T16" fmla="*/ 2147483647 w 80"/>
              <a:gd name="T17" fmla="*/ 0 h 48"/>
              <a:gd name="T18" fmla="*/ 2147483647 w 80"/>
              <a:gd name="T19" fmla="*/ 2147483647 h 48"/>
              <a:gd name="T20" fmla="*/ 2147483647 w 80"/>
              <a:gd name="T21" fmla="*/ 2147483647 h 48"/>
              <a:gd name="T22" fmla="*/ 0 w 80"/>
              <a:gd name="T23" fmla="*/ 2147483647 h 48"/>
              <a:gd name="T24" fmla="*/ 0 w 80"/>
              <a:gd name="T25" fmla="*/ 2147483647 h 48"/>
              <a:gd name="T26" fmla="*/ 0 w 80"/>
              <a:gd name="T27" fmla="*/ 2147483647 h 48"/>
              <a:gd name="T28" fmla="*/ 2147483647 w 80"/>
              <a:gd name="T29" fmla="*/ 2147483647 h 48"/>
              <a:gd name="T30" fmla="*/ 2147483647 w 80"/>
              <a:gd name="T31" fmla="*/ 2147483647 h 48"/>
              <a:gd name="T32" fmla="*/ 2147483647 w 80"/>
              <a:gd name="T33" fmla="*/ 2147483647 h 48"/>
              <a:gd name="T34" fmla="*/ 2147483647 w 80"/>
              <a:gd name="T35" fmla="*/ 2147483647 h 48"/>
              <a:gd name="T36" fmla="*/ 2147483647 w 80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0"/>
              <a:gd name="T58" fmla="*/ 0 h 48"/>
              <a:gd name="T59" fmla="*/ 80 w 80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0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0" y="16"/>
                </a:lnTo>
                <a:lnTo>
                  <a:pt x="80" y="0"/>
                </a:lnTo>
                <a:lnTo>
                  <a:pt x="80" y="8"/>
                </a:lnTo>
                <a:lnTo>
                  <a:pt x="0" y="24"/>
                </a:lnTo>
                <a:lnTo>
                  <a:pt x="0" y="16"/>
                </a:lnTo>
                <a:lnTo>
                  <a:pt x="72" y="40"/>
                </a:lnTo>
                <a:lnTo>
                  <a:pt x="72" y="48"/>
                </a:lnTo>
                <a:lnTo>
                  <a:pt x="64" y="48"/>
                </a:lnTo>
                <a:lnTo>
                  <a:pt x="64" y="24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83" name="Freeform 222"/>
          <p:cNvSpPr>
            <a:spLocks/>
          </p:cNvSpPr>
          <p:nvPr>
            <p:custDataLst>
              <p:tags r:id="rId219"/>
            </p:custDataLst>
          </p:nvPr>
        </p:nvSpPr>
        <p:spPr bwMode="auto">
          <a:xfrm>
            <a:off x="876300" y="2557463"/>
            <a:ext cx="25400" cy="25400"/>
          </a:xfrm>
          <a:custGeom>
            <a:avLst/>
            <a:gdLst>
              <a:gd name="T0" fmla="*/ 2147483647 w 16"/>
              <a:gd name="T1" fmla="*/ 0 h 16"/>
              <a:gd name="T2" fmla="*/ 2147483647 w 16"/>
              <a:gd name="T3" fmla="*/ 2147483647 h 16"/>
              <a:gd name="T4" fmla="*/ 0 w 16"/>
              <a:gd name="T5" fmla="*/ 2147483647 h 16"/>
              <a:gd name="T6" fmla="*/ 0 w 16"/>
              <a:gd name="T7" fmla="*/ 2147483647 h 16"/>
              <a:gd name="T8" fmla="*/ 0 w 16"/>
              <a:gd name="T9" fmla="*/ 2147483647 h 16"/>
              <a:gd name="T10" fmla="*/ 2147483647 w 16"/>
              <a:gd name="T11" fmla="*/ 0 h 16"/>
              <a:gd name="T12" fmla="*/ 2147483647 w 16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16"/>
              <a:gd name="T23" fmla="*/ 16 w 16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16">
                <a:moveTo>
                  <a:pt x="16" y="0"/>
                </a:moveTo>
                <a:lnTo>
                  <a:pt x="8" y="16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84" name="Freeform 223"/>
          <p:cNvSpPr>
            <a:spLocks/>
          </p:cNvSpPr>
          <p:nvPr>
            <p:custDataLst>
              <p:tags r:id="rId220"/>
            </p:custDataLst>
          </p:nvPr>
        </p:nvSpPr>
        <p:spPr bwMode="auto">
          <a:xfrm>
            <a:off x="774700" y="2557463"/>
            <a:ext cx="127000" cy="63500"/>
          </a:xfrm>
          <a:custGeom>
            <a:avLst/>
            <a:gdLst>
              <a:gd name="T0" fmla="*/ 2147483647 w 80"/>
              <a:gd name="T1" fmla="*/ 2147483647 h 40"/>
              <a:gd name="T2" fmla="*/ 2147483647 w 80"/>
              <a:gd name="T3" fmla="*/ 2147483647 h 40"/>
              <a:gd name="T4" fmla="*/ 0 w 80"/>
              <a:gd name="T5" fmla="*/ 2147483647 h 40"/>
              <a:gd name="T6" fmla="*/ 2147483647 w 80"/>
              <a:gd name="T7" fmla="*/ 0 h 40"/>
              <a:gd name="T8" fmla="*/ 2147483647 w 80"/>
              <a:gd name="T9" fmla="*/ 2147483647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40"/>
              <a:gd name="T17" fmla="*/ 80 w 80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40">
                <a:moveTo>
                  <a:pt x="72" y="16"/>
                </a:moveTo>
                <a:lnTo>
                  <a:pt x="72" y="40"/>
                </a:lnTo>
                <a:lnTo>
                  <a:pt x="0" y="16"/>
                </a:lnTo>
                <a:lnTo>
                  <a:pt x="80" y="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85" name="Rectangle 224"/>
          <p:cNvSpPr>
            <a:spLocks noChangeArrowheads="1"/>
          </p:cNvSpPr>
          <p:nvPr>
            <p:custDataLst>
              <p:tags r:id="rId221"/>
            </p:custDataLst>
          </p:nvPr>
        </p:nvSpPr>
        <p:spPr bwMode="auto">
          <a:xfrm>
            <a:off x="901700" y="2582863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6" name="Rectangle 225"/>
          <p:cNvSpPr>
            <a:spLocks noChangeArrowheads="1"/>
          </p:cNvSpPr>
          <p:nvPr>
            <p:custDataLst>
              <p:tags r:id="rId222"/>
            </p:custDataLst>
          </p:nvPr>
        </p:nvSpPr>
        <p:spPr bwMode="auto">
          <a:xfrm>
            <a:off x="1219200" y="2608263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7" name="Freeform 226"/>
          <p:cNvSpPr>
            <a:spLocks/>
          </p:cNvSpPr>
          <p:nvPr>
            <p:custDataLst>
              <p:tags r:id="rId223"/>
            </p:custDataLst>
          </p:nvPr>
        </p:nvSpPr>
        <p:spPr bwMode="auto">
          <a:xfrm>
            <a:off x="901700" y="2582863"/>
            <a:ext cx="317500" cy="38100"/>
          </a:xfrm>
          <a:custGeom>
            <a:avLst/>
            <a:gdLst>
              <a:gd name="T0" fmla="*/ 0 w 200"/>
              <a:gd name="T1" fmla="*/ 0 h 24"/>
              <a:gd name="T2" fmla="*/ 0 w 200"/>
              <a:gd name="T3" fmla="*/ 2147483647 h 24"/>
              <a:gd name="T4" fmla="*/ 2147483647 w 200"/>
              <a:gd name="T5" fmla="*/ 2147483647 h 24"/>
              <a:gd name="T6" fmla="*/ 2147483647 w 200"/>
              <a:gd name="T7" fmla="*/ 2147483647 h 24"/>
              <a:gd name="T8" fmla="*/ 0 w 20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24"/>
              <a:gd name="T17" fmla="*/ 200 w 20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24">
                <a:moveTo>
                  <a:pt x="0" y="0"/>
                </a:moveTo>
                <a:lnTo>
                  <a:pt x="0" y="8"/>
                </a:lnTo>
                <a:lnTo>
                  <a:pt x="200" y="24"/>
                </a:lnTo>
                <a:lnTo>
                  <a:pt x="200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88" name="Rectangle 227"/>
          <p:cNvSpPr>
            <a:spLocks noChangeArrowheads="1"/>
          </p:cNvSpPr>
          <p:nvPr>
            <p:custDataLst>
              <p:tags r:id="rId224"/>
            </p:custDataLst>
          </p:nvPr>
        </p:nvSpPr>
        <p:spPr bwMode="auto">
          <a:xfrm>
            <a:off x="8813800" y="3103563"/>
            <a:ext cx="12700" cy="1587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89" name="Rectangle 228"/>
          <p:cNvSpPr>
            <a:spLocks noChangeArrowheads="1"/>
          </p:cNvSpPr>
          <p:nvPr>
            <p:custDataLst>
              <p:tags r:id="rId225"/>
            </p:custDataLst>
          </p:nvPr>
        </p:nvSpPr>
        <p:spPr bwMode="auto">
          <a:xfrm>
            <a:off x="8813800" y="1924050"/>
            <a:ext cx="12700" cy="1588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0" name="Rectangle 229"/>
          <p:cNvSpPr>
            <a:spLocks noChangeArrowheads="1"/>
          </p:cNvSpPr>
          <p:nvPr>
            <p:custDataLst>
              <p:tags r:id="rId226"/>
            </p:custDataLst>
          </p:nvPr>
        </p:nvSpPr>
        <p:spPr bwMode="auto">
          <a:xfrm>
            <a:off x="8813800" y="1924050"/>
            <a:ext cx="12700" cy="1179513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1" name="Freeform 230"/>
          <p:cNvSpPr>
            <a:spLocks/>
          </p:cNvSpPr>
          <p:nvPr>
            <p:custDataLst>
              <p:tags r:id="rId227"/>
            </p:custDataLst>
          </p:nvPr>
        </p:nvSpPr>
        <p:spPr bwMode="auto">
          <a:xfrm>
            <a:off x="7607300" y="2544763"/>
            <a:ext cx="152400" cy="88900"/>
          </a:xfrm>
          <a:custGeom>
            <a:avLst/>
            <a:gdLst>
              <a:gd name="T0" fmla="*/ 2147483647 w 96"/>
              <a:gd name="T1" fmla="*/ 2147483647 h 56"/>
              <a:gd name="T2" fmla="*/ 2147483647 w 96"/>
              <a:gd name="T3" fmla="*/ 2147483647 h 56"/>
              <a:gd name="T4" fmla="*/ 2147483647 w 96"/>
              <a:gd name="T5" fmla="*/ 2147483647 h 56"/>
              <a:gd name="T6" fmla="*/ 2147483647 w 96"/>
              <a:gd name="T7" fmla="*/ 2147483647 h 56"/>
              <a:gd name="T8" fmla="*/ 2147483647 w 96"/>
              <a:gd name="T9" fmla="*/ 2147483647 h 56"/>
              <a:gd name="T10" fmla="*/ 0 w 96"/>
              <a:gd name="T11" fmla="*/ 2147483647 h 56"/>
              <a:gd name="T12" fmla="*/ 2147483647 w 96"/>
              <a:gd name="T13" fmla="*/ 2147483647 h 56"/>
              <a:gd name="T14" fmla="*/ 2147483647 w 96"/>
              <a:gd name="T15" fmla="*/ 0 h 56"/>
              <a:gd name="T16" fmla="*/ 2147483647 w 96"/>
              <a:gd name="T17" fmla="*/ 0 h 56"/>
              <a:gd name="T18" fmla="*/ 2147483647 w 96"/>
              <a:gd name="T19" fmla="*/ 2147483647 h 56"/>
              <a:gd name="T20" fmla="*/ 2147483647 w 96"/>
              <a:gd name="T21" fmla="*/ 2147483647 h 56"/>
              <a:gd name="T22" fmla="*/ 2147483647 w 96"/>
              <a:gd name="T23" fmla="*/ 2147483647 h 56"/>
              <a:gd name="T24" fmla="*/ 2147483647 w 96"/>
              <a:gd name="T25" fmla="*/ 2147483647 h 56"/>
              <a:gd name="T26" fmla="*/ 2147483647 w 96"/>
              <a:gd name="T27" fmla="*/ 2147483647 h 56"/>
              <a:gd name="T28" fmla="*/ 2147483647 w 96"/>
              <a:gd name="T29" fmla="*/ 2147483647 h 56"/>
              <a:gd name="T30" fmla="*/ 2147483647 w 96"/>
              <a:gd name="T31" fmla="*/ 2147483647 h 56"/>
              <a:gd name="T32" fmla="*/ 2147483647 w 96"/>
              <a:gd name="T33" fmla="*/ 2147483647 h 56"/>
              <a:gd name="T34" fmla="*/ 2147483647 w 96"/>
              <a:gd name="T35" fmla="*/ 2147483647 h 56"/>
              <a:gd name="T36" fmla="*/ 2147483647 w 96"/>
              <a:gd name="T37" fmla="*/ 2147483647 h 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56"/>
              <a:gd name="T59" fmla="*/ 96 w 96"/>
              <a:gd name="T60" fmla="*/ 56 h 5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56">
                <a:moveTo>
                  <a:pt x="96" y="32"/>
                </a:moveTo>
                <a:lnTo>
                  <a:pt x="96" y="56"/>
                </a:lnTo>
                <a:lnTo>
                  <a:pt x="24" y="32"/>
                </a:lnTo>
                <a:lnTo>
                  <a:pt x="0" y="32"/>
                </a:lnTo>
                <a:lnTo>
                  <a:pt x="24" y="24"/>
                </a:lnTo>
                <a:lnTo>
                  <a:pt x="96" y="0"/>
                </a:lnTo>
                <a:lnTo>
                  <a:pt x="96" y="8"/>
                </a:lnTo>
                <a:lnTo>
                  <a:pt x="24" y="32"/>
                </a:lnTo>
                <a:lnTo>
                  <a:pt x="24" y="24"/>
                </a:lnTo>
                <a:lnTo>
                  <a:pt x="96" y="48"/>
                </a:lnTo>
                <a:lnTo>
                  <a:pt x="96" y="56"/>
                </a:lnTo>
                <a:lnTo>
                  <a:pt x="88" y="56"/>
                </a:lnTo>
                <a:lnTo>
                  <a:pt x="88" y="32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92" name="Freeform 231"/>
          <p:cNvSpPr>
            <a:spLocks/>
          </p:cNvSpPr>
          <p:nvPr>
            <p:custDataLst>
              <p:tags r:id="rId228"/>
            </p:custDataLst>
          </p:nvPr>
        </p:nvSpPr>
        <p:spPr bwMode="auto">
          <a:xfrm>
            <a:off x="7747000" y="2557463"/>
            <a:ext cx="12700" cy="38100"/>
          </a:xfrm>
          <a:custGeom>
            <a:avLst/>
            <a:gdLst>
              <a:gd name="T0" fmla="*/ 2147483647 w 8"/>
              <a:gd name="T1" fmla="*/ 0 h 24"/>
              <a:gd name="T2" fmla="*/ 2147483647 w 8"/>
              <a:gd name="T3" fmla="*/ 2147483647 h 24"/>
              <a:gd name="T4" fmla="*/ 0 w 8"/>
              <a:gd name="T5" fmla="*/ 2147483647 h 24"/>
              <a:gd name="T6" fmla="*/ 0 w 8"/>
              <a:gd name="T7" fmla="*/ 2147483647 h 24"/>
              <a:gd name="T8" fmla="*/ 0 w 8"/>
              <a:gd name="T9" fmla="*/ 2147483647 h 24"/>
              <a:gd name="T10" fmla="*/ 0 w 8"/>
              <a:gd name="T11" fmla="*/ 0 h 24"/>
              <a:gd name="T12" fmla="*/ 2147483647 w 8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8" y="0"/>
                </a:moveTo>
                <a:lnTo>
                  <a:pt x="8" y="24"/>
                </a:lnTo>
                <a:lnTo>
                  <a:pt x="0" y="24"/>
                </a:ln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93" name="Freeform 232"/>
          <p:cNvSpPr>
            <a:spLocks/>
          </p:cNvSpPr>
          <p:nvPr>
            <p:custDataLst>
              <p:tags r:id="rId229"/>
            </p:custDataLst>
          </p:nvPr>
        </p:nvSpPr>
        <p:spPr bwMode="auto">
          <a:xfrm>
            <a:off x="7645400" y="2557463"/>
            <a:ext cx="114300" cy="76200"/>
          </a:xfrm>
          <a:custGeom>
            <a:avLst/>
            <a:gdLst>
              <a:gd name="T0" fmla="*/ 2147483647 w 72"/>
              <a:gd name="T1" fmla="*/ 2147483647 h 48"/>
              <a:gd name="T2" fmla="*/ 2147483647 w 72"/>
              <a:gd name="T3" fmla="*/ 2147483647 h 48"/>
              <a:gd name="T4" fmla="*/ 0 w 72"/>
              <a:gd name="T5" fmla="*/ 2147483647 h 48"/>
              <a:gd name="T6" fmla="*/ 2147483647 w 72"/>
              <a:gd name="T7" fmla="*/ 0 h 48"/>
              <a:gd name="T8" fmla="*/ 2147483647 w 72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8"/>
              <a:gd name="T17" fmla="*/ 72 w 72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94" name="Rectangle 233"/>
          <p:cNvSpPr>
            <a:spLocks noChangeArrowheads="1"/>
          </p:cNvSpPr>
          <p:nvPr>
            <p:custDataLst>
              <p:tags r:id="rId230"/>
            </p:custDataLst>
          </p:nvPr>
        </p:nvSpPr>
        <p:spPr bwMode="auto">
          <a:xfrm>
            <a:off x="7772400" y="2595563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5" name="Rectangle 234"/>
          <p:cNvSpPr>
            <a:spLocks noChangeArrowheads="1"/>
          </p:cNvSpPr>
          <p:nvPr>
            <p:custDataLst>
              <p:tags r:id="rId231"/>
            </p:custDataLst>
          </p:nvPr>
        </p:nvSpPr>
        <p:spPr bwMode="auto">
          <a:xfrm>
            <a:off x="8813800" y="2608263"/>
            <a:ext cx="1588" cy="12700"/>
          </a:xfrm>
          <a:prstGeom prst="rect">
            <a:avLst/>
          </a:pr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6" name="Freeform 235"/>
          <p:cNvSpPr>
            <a:spLocks/>
          </p:cNvSpPr>
          <p:nvPr>
            <p:custDataLst>
              <p:tags r:id="rId232"/>
            </p:custDataLst>
          </p:nvPr>
        </p:nvSpPr>
        <p:spPr bwMode="auto">
          <a:xfrm>
            <a:off x="7772400" y="2595563"/>
            <a:ext cx="1041400" cy="25400"/>
          </a:xfrm>
          <a:custGeom>
            <a:avLst/>
            <a:gdLst>
              <a:gd name="T0" fmla="*/ 0 w 656"/>
              <a:gd name="T1" fmla="*/ 0 h 16"/>
              <a:gd name="T2" fmla="*/ 0 w 656"/>
              <a:gd name="T3" fmla="*/ 2147483647 h 16"/>
              <a:gd name="T4" fmla="*/ 2147483647 w 656"/>
              <a:gd name="T5" fmla="*/ 2147483647 h 16"/>
              <a:gd name="T6" fmla="*/ 2147483647 w 656"/>
              <a:gd name="T7" fmla="*/ 2147483647 h 16"/>
              <a:gd name="T8" fmla="*/ 0 w 656"/>
              <a:gd name="T9" fmla="*/ 0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6"/>
              <a:gd name="T16" fmla="*/ 0 h 16"/>
              <a:gd name="T17" fmla="*/ 656 w 65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6" h="16">
                <a:moveTo>
                  <a:pt x="0" y="0"/>
                </a:moveTo>
                <a:lnTo>
                  <a:pt x="0" y="8"/>
                </a:lnTo>
                <a:lnTo>
                  <a:pt x="656" y="16"/>
                </a:lnTo>
                <a:lnTo>
                  <a:pt x="656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4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497" name="Rectangle 236"/>
          <p:cNvSpPr>
            <a:spLocks noChangeArrowheads="1"/>
          </p:cNvSpPr>
          <p:nvPr>
            <p:custDataLst>
              <p:tags r:id="rId233"/>
            </p:custDataLst>
          </p:nvPr>
        </p:nvSpPr>
        <p:spPr bwMode="auto">
          <a:xfrm>
            <a:off x="8242300" y="21272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8" name="Rectangle 237"/>
          <p:cNvSpPr>
            <a:spLocks noChangeArrowheads="1"/>
          </p:cNvSpPr>
          <p:nvPr>
            <p:custDataLst>
              <p:tags r:id="rId234"/>
            </p:custDataLst>
          </p:nvPr>
        </p:nvSpPr>
        <p:spPr bwMode="auto">
          <a:xfrm>
            <a:off x="8394700" y="224155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499" name="Rectangle 238"/>
          <p:cNvSpPr>
            <a:spLocks noChangeArrowheads="1"/>
          </p:cNvSpPr>
          <p:nvPr>
            <p:custDataLst>
              <p:tags r:id="rId235"/>
            </p:custDataLst>
          </p:nvPr>
        </p:nvSpPr>
        <p:spPr bwMode="auto">
          <a:xfrm>
            <a:off x="342900" y="23812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500" name="Rectangle 239"/>
          <p:cNvSpPr>
            <a:spLocks noChangeArrowheads="1"/>
          </p:cNvSpPr>
          <p:nvPr>
            <p:custDataLst>
              <p:tags r:id="rId236"/>
            </p:custDataLst>
          </p:nvPr>
        </p:nvSpPr>
        <p:spPr bwMode="auto">
          <a:xfrm>
            <a:off x="495300" y="2493963"/>
            <a:ext cx="2698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latin typeface="Helvetica" panose="020B0604020202020204" pitchFamily="34" charset="0"/>
              </a:rPr>
              <a:t>15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237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0DDAC38C-651D-4ED1-BF98-502F94596BE2}" type="slidenum">
              <a:rPr lang="en-US" altLang="en-US">
                <a:latin typeface="Calibri" panose="020F0502020204030204" pitchFamily="34" charset="0"/>
              </a:rPr>
              <a:pPr lvl="1" eaLnBrk="1" hangingPunct="1"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8" name="Rectangle 222">
            <a:extLst>
              <a:ext uri="{FF2B5EF4-FFF2-40B4-BE49-F238E27FC236}">
                <a16:creationId xmlns:a16="http://schemas.microsoft.com/office/drawing/2014/main" id="{7E516C36-9FAA-4883-93E7-F91CD2C3D8F4}"/>
              </a:ext>
            </a:extLst>
          </p:cNvPr>
          <p:cNvSpPr>
            <a:spLocks noChangeArrowheads="1"/>
          </p:cNvSpPr>
          <p:nvPr>
            <p:custDataLst>
              <p:tags r:id="rId238"/>
            </p:custDataLst>
          </p:nvPr>
        </p:nvSpPr>
        <p:spPr bwMode="auto">
          <a:xfrm>
            <a:off x="442460" y="4786411"/>
            <a:ext cx="10692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4-bit CLA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39" name="Rectangle 222">
            <a:extLst>
              <a:ext uri="{FF2B5EF4-FFF2-40B4-BE49-F238E27FC236}">
                <a16:creationId xmlns:a16="http://schemas.microsoft.com/office/drawing/2014/main" id="{2172A2B9-4B6C-40CA-97B7-4FE74B14BFE7}"/>
              </a:ext>
            </a:extLst>
          </p:cNvPr>
          <p:cNvSpPr>
            <a:spLocks noChangeArrowheads="1"/>
          </p:cNvSpPr>
          <p:nvPr>
            <p:custDataLst>
              <p:tags r:id="rId239"/>
            </p:custDataLst>
          </p:nvPr>
        </p:nvSpPr>
        <p:spPr bwMode="auto">
          <a:xfrm>
            <a:off x="2653098" y="4744278"/>
            <a:ext cx="10692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4-bit CLA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40" name="Rectangle 222">
            <a:extLst>
              <a:ext uri="{FF2B5EF4-FFF2-40B4-BE49-F238E27FC236}">
                <a16:creationId xmlns:a16="http://schemas.microsoft.com/office/drawing/2014/main" id="{53CADC1F-9BE4-4B92-9013-E3542B09A27C}"/>
              </a:ext>
            </a:extLst>
          </p:cNvPr>
          <p:cNvSpPr>
            <a:spLocks noChangeArrowheads="1"/>
          </p:cNvSpPr>
          <p:nvPr>
            <p:custDataLst>
              <p:tags r:id="rId240"/>
            </p:custDataLst>
          </p:nvPr>
        </p:nvSpPr>
        <p:spPr bwMode="auto">
          <a:xfrm>
            <a:off x="4874397" y="4770437"/>
            <a:ext cx="10692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4-bit CLA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41" name="Rectangle 222">
            <a:extLst>
              <a:ext uri="{FF2B5EF4-FFF2-40B4-BE49-F238E27FC236}">
                <a16:creationId xmlns:a16="http://schemas.microsoft.com/office/drawing/2014/main" id="{F32B9912-D6DD-481E-BBD3-C57681BF2A5B}"/>
              </a:ext>
            </a:extLst>
          </p:cNvPr>
          <p:cNvSpPr>
            <a:spLocks noChangeArrowheads="1"/>
          </p:cNvSpPr>
          <p:nvPr>
            <p:custDataLst>
              <p:tags r:id="rId241"/>
            </p:custDataLst>
          </p:nvPr>
        </p:nvSpPr>
        <p:spPr bwMode="auto">
          <a:xfrm>
            <a:off x="7103970" y="4786411"/>
            <a:ext cx="10692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4-bit CLA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50184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CLA for 16 bits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7772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Build 16-bit adder from four 4-bit adders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Figure out G and P for 4 bits together</a:t>
            </a:r>
          </a:p>
          <a:p>
            <a:pPr eaLnBrk="1" hangingPunct="1"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0,3</a:t>
            </a:r>
            <a:r>
              <a:rPr lang="en-US" altLang="en-US" sz="2000" dirty="0">
                <a:latin typeface="Helvetica" panose="020B0604020202020204" pitchFamily="34" charset="0"/>
              </a:rPr>
              <a:t> =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3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3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2 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3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2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000" dirty="0">
                <a:latin typeface="Helvetica" panose="020B0604020202020204" pitchFamily="34" charset="0"/>
              </a:rPr>
              <a:t>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3 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2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0</a:t>
            </a:r>
            <a:endParaRPr lang="en-US" altLang="en-US" sz="2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0,3</a:t>
            </a:r>
            <a:r>
              <a:rPr lang="en-US" altLang="en-US" sz="2000" dirty="0">
                <a:latin typeface="Helvetica" panose="020B0604020202020204" pitchFamily="34" charset="0"/>
              </a:rPr>
              <a:t> =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3 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2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 </a:t>
            </a:r>
            <a:r>
              <a:rPr lang="en-US" altLang="en-US" sz="2000" dirty="0">
                <a:latin typeface="Helvetica" panose="020B0604020202020204" pitchFamily="34" charset="0"/>
              </a:rPr>
              <a:t>* 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0</a:t>
            </a:r>
            <a:r>
              <a:rPr lang="en-US" altLang="en-US" sz="2000" dirty="0">
                <a:latin typeface="Helvetica" panose="020B060402020202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4,7</a:t>
            </a:r>
            <a:r>
              <a:rPr lang="en-US" altLang="en-US" sz="2000" dirty="0">
                <a:latin typeface="Helvetica" panose="020B0604020202020204" pitchFamily="34" charset="0"/>
              </a:rPr>
              <a:t> =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7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7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6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7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6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5 </a:t>
            </a:r>
            <a:r>
              <a:rPr lang="en-US" altLang="en-US" sz="2000" dirty="0">
                <a:latin typeface="Helvetica" panose="020B0604020202020204" pitchFamily="34" charset="0"/>
              </a:rPr>
              <a:t>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7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6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5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4</a:t>
            </a:r>
            <a:endParaRPr lang="en-US" altLang="en-US" sz="2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4,7</a:t>
            </a:r>
            <a:r>
              <a:rPr lang="en-US" altLang="en-US" sz="2000" dirty="0">
                <a:latin typeface="Helvetica" panose="020B0604020202020204" pitchFamily="34" charset="0"/>
              </a:rPr>
              <a:t> =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7 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6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5 </a:t>
            </a:r>
            <a:r>
              <a:rPr lang="en-US" altLang="en-US" sz="2000" dirty="0">
                <a:latin typeface="Helvetica" panose="020B0604020202020204" pitchFamily="34" charset="0"/>
              </a:rPr>
              <a:t>* 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4</a:t>
            </a: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baseline="-25000" dirty="0">
                <a:latin typeface="Helvetica" panose="020B0604020202020204" pitchFamily="34" charset="0"/>
              </a:rPr>
              <a:t>…</a:t>
            </a:r>
            <a:endParaRPr lang="en-US" altLang="en-US" sz="2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12,15</a:t>
            </a:r>
            <a:r>
              <a:rPr lang="en-US" altLang="en-US" sz="2000" dirty="0">
                <a:latin typeface="Helvetica" panose="020B0604020202020204" pitchFamily="34" charset="0"/>
              </a:rPr>
              <a:t> =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15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15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14 </a:t>
            </a:r>
            <a:r>
              <a:rPr lang="en-US" altLang="en-US" sz="2000" dirty="0">
                <a:latin typeface="Helvetica" panose="020B0604020202020204" pitchFamily="34" charset="0"/>
              </a:rPr>
              <a:t> 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15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14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13 </a:t>
            </a:r>
            <a:r>
              <a:rPr lang="en-US" altLang="en-US" sz="2000" dirty="0">
                <a:latin typeface="Helvetica" panose="020B0604020202020204" pitchFamily="34" charset="0"/>
              </a:rPr>
              <a:t>+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15 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14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13 </a:t>
            </a:r>
            <a:r>
              <a:rPr lang="en-US" altLang="en-US" sz="2000" dirty="0">
                <a:latin typeface="Helvetica" panose="020B0604020202020204" pitchFamily="34" charset="0"/>
              </a:rPr>
              <a:t>* g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12</a:t>
            </a:r>
            <a:endParaRPr lang="en-US" altLang="en-US" sz="2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2000" dirty="0">
                <a:latin typeface="Helvetica" panose="020B0604020202020204" pitchFamily="34" charset="0"/>
              </a:rPr>
              <a:t>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12,15</a:t>
            </a:r>
            <a:r>
              <a:rPr lang="en-US" altLang="en-US" sz="2000" dirty="0">
                <a:latin typeface="Helvetica" panose="020B0604020202020204" pitchFamily="34" charset="0"/>
              </a:rPr>
              <a:t> =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15</a:t>
            </a:r>
            <a:r>
              <a:rPr lang="en-US" altLang="en-US" sz="2000" dirty="0">
                <a:latin typeface="Helvetica" panose="020B0604020202020204" pitchFamily="34" charset="0"/>
              </a:rPr>
              <a:t> 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14 </a:t>
            </a:r>
            <a:r>
              <a:rPr lang="en-US" altLang="en-US" sz="2000" dirty="0">
                <a:latin typeface="Helvetica" panose="020B0604020202020204" pitchFamily="34" charset="0"/>
              </a:rPr>
              <a:t>*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13 </a:t>
            </a:r>
            <a:r>
              <a:rPr lang="en-US" altLang="en-US" sz="2000" dirty="0">
                <a:latin typeface="Helvetica" panose="020B0604020202020204" pitchFamily="34" charset="0"/>
              </a:rPr>
              <a:t>*  p</a:t>
            </a:r>
            <a:r>
              <a:rPr lang="en-US" altLang="en-US" sz="2000" baseline="-25000" dirty="0">
                <a:latin typeface="Helvetica" panose="020B0604020202020204" pitchFamily="34" charset="0"/>
              </a:rPr>
              <a:t>12</a:t>
            </a:r>
            <a:endParaRPr lang="en-US" altLang="en-US" sz="2000" dirty="0">
              <a:latin typeface="Helvetica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264E30C-1C44-4DC4-A7E1-6CD417AD3A7D}" type="slidenum">
              <a:rPr lang="en-US" altLang="en-US">
                <a:latin typeface="Calibri" panose="020F0502020204030204" pitchFamily="34" charset="0"/>
              </a:rPr>
              <a:pPr lvl="1"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2484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ALU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1-bit 2-input ALU. Assume </a:t>
            </a:r>
            <a:r>
              <a:rPr lang="en-US" altLang="en-US" sz="2800" dirty="0" err="1"/>
              <a:t>CarryIn</a:t>
            </a:r>
            <a:r>
              <a:rPr lang="en-US" altLang="en-US" sz="2800" dirty="0"/>
              <a:t>=0. </a:t>
            </a:r>
          </a:p>
          <a:p>
            <a:pPr lvl="1" eaLnBrk="1" hangingPunct="1"/>
            <a:r>
              <a:rPr lang="en-US" altLang="en-US" sz="2400" dirty="0"/>
              <a:t>Operation = 0 (AND), 1 (OR), 2 (ADD)</a:t>
            </a:r>
          </a:p>
          <a:p>
            <a:pPr lvl="1" eaLnBrk="1" hangingPunct="1"/>
            <a:r>
              <a:rPr lang="en-US" altLang="en-US" sz="2400" dirty="0"/>
              <a:t>Can invert the two inputs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33D5F25E-8F78-436A-8049-4C63E6FC8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202CB-E917-48C2-9618-10766B8E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70" y="3124200"/>
            <a:ext cx="4264861" cy="3623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056572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ALU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1-bit 2-input ALU. Assume </a:t>
            </a:r>
            <a:r>
              <a:rPr lang="en-US" altLang="en-US" sz="2800" dirty="0" err="1"/>
              <a:t>CarryIn</a:t>
            </a:r>
            <a:r>
              <a:rPr lang="en-US" altLang="en-US" sz="2800" dirty="0"/>
              <a:t>=0. How to compute Result = NOR(a, b)?</a:t>
            </a:r>
          </a:p>
          <a:p>
            <a:pPr lvl="1" eaLnBrk="1" hangingPunct="1"/>
            <a:r>
              <a:rPr lang="en-US" altLang="en-US" sz="2400" b="1" dirty="0" err="1"/>
              <a:t>Ainvert</a:t>
            </a:r>
            <a:r>
              <a:rPr lang="en-US" altLang="en-US" sz="2400" b="1" dirty="0"/>
              <a:t> = ?, </a:t>
            </a:r>
            <a:r>
              <a:rPr lang="en-US" altLang="en-US" sz="2400" b="1" dirty="0" err="1"/>
              <a:t>Binvert</a:t>
            </a:r>
            <a:r>
              <a:rPr lang="en-US" altLang="en-US" sz="2400" b="1" dirty="0"/>
              <a:t> = ?, Operation =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33D5F25E-8F78-436A-8049-4C63E6FC8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202CB-E917-48C2-9618-10766B8E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70" y="3124200"/>
            <a:ext cx="4264861" cy="3623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792816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ALU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1-bit 2-input ALU. Assume </a:t>
            </a:r>
            <a:r>
              <a:rPr lang="en-US" altLang="en-US" sz="2800" dirty="0" err="1"/>
              <a:t>CarryIn</a:t>
            </a:r>
            <a:r>
              <a:rPr lang="en-US" altLang="en-US" sz="2800" dirty="0"/>
              <a:t>=0. How to compute Result = NOR(a, b)?</a:t>
            </a:r>
          </a:p>
          <a:p>
            <a:pPr lvl="1" eaLnBrk="1" hangingPunct="1"/>
            <a:r>
              <a:rPr lang="en-US" altLang="en-US" sz="2400" b="1" dirty="0" err="1"/>
              <a:t>Ainvert</a:t>
            </a:r>
            <a:r>
              <a:rPr lang="en-US" altLang="en-US" sz="2400" b="1" dirty="0"/>
              <a:t> = 1, </a:t>
            </a:r>
            <a:r>
              <a:rPr lang="en-US" altLang="en-US" sz="2400" b="1" dirty="0" err="1"/>
              <a:t>Binvert</a:t>
            </a:r>
            <a:r>
              <a:rPr lang="en-US" altLang="en-US" sz="2400" b="1" dirty="0"/>
              <a:t> = 1, Operation =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33D5F25E-8F78-436A-8049-4C63E6FC8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36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202CB-E917-48C2-9618-10766B8E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70" y="3124200"/>
            <a:ext cx="4264861" cy="3623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453497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ALU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1-bit 2-input ALU. Assume </a:t>
            </a:r>
            <a:r>
              <a:rPr lang="en-US" altLang="en-US" sz="2800" dirty="0" err="1"/>
              <a:t>CarryIn</a:t>
            </a:r>
            <a:r>
              <a:rPr lang="en-US" altLang="en-US" sz="2800" dirty="0"/>
              <a:t>=0. How to compute Result = XNOR(a, b)?</a:t>
            </a:r>
          </a:p>
          <a:p>
            <a:pPr lvl="1" eaLnBrk="1" hangingPunct="1"/>
            <a:r>
              <a:rPr lang="en-US" altLang="en-US" sz="2400" b="1" dirty="0" err="1"/>
              <a:t>Ainvert</a:t>
            </a:r>
            <a:r>
              <a:rPr lang="en-US" altLang="en-US" sz="2400" b="1" dirty="0"/>
              <a:t> = ?, </a:t>
            </a:r>
            <a:r>
              <a:rPr lang="en-US" altLang="en-US" sz="2400" b="1" dirty="0" err="1"/>
              <a:t>Binvert</a:t>
            </a:r>
            <a:r>
              <a:rPr lang="en-US" altLang="en-US" sz="2400" b="1" dirty="0"/>
              <a:t> = ?, Operation =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33D5F25E-8F78-436A-8049-4C63E6FC8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37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202CB-E917-48C2-9618-10766B8E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70" y="3124200"/>
            <a:ext cx="4264861" cy="3623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974803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ALU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1-bit 2-input ALU. Assume </a:t>
            </a:r>
            <a:r>
              <a:rPr lang="en-US" altLang="en-US" sz="2800" dirty="0" err="1"/>
              <a:t>CarryIn</a:t>
            </a:r>
            <a:r>
              <a:rPr lang="en-US" altLang="en-US" sz="2800" dirty="0"/>
              <a:t>=0. How to compute Result = XNOR(a, b)?</a:t>
            </a:r>
          </a:p>
          <a:p>
            <a:pPr lvl="1" eaLnBrk="1" hangingPunct="1"/>
            <a:r>
              <a:rPr lang="en-US" altLang="en-US" sz="2400" b="1" dirty="0" err="1"/>
              <a:t>Ainvert</a:t>
            </a:r>
            <a:r>
              <a:rPr lang="en-US" altLang="en-US" sz="2400" b="1" dirty="0"/>
              <a:t> = 1 (or 0), </a:t>
            </a:r>
            <a:r>
              <a:rPr lang="en-US" altLang="en-US" sz="2400" b="1" dirty="0" err="1"/>
              <a:t>Binvert</a:t>
            </a:r>
            <a:r>
              <a:rPr lang="en-US" altLang="en-US" sz="2400" b="1" dirty="0"/>
              <a:t> = 0 (or 1), Operation =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33D5F25E-8F78-436A-8049-4C63E6FC8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38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202CB-E917-48C2-9618-10766B8E8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70" y="3124200"/>
            <a:ext cx="4264861" cy="3623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14330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846886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beq</a:t>
            </a:r>
            <a:r>
              <a:rPr lang="en-US" altLang="en-US" dirty="0"/>
              <a:t> $t0, $zero, SKIP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addi</a:t>
            </a:r>
            <a:r>
              <a:rPr lang="en-US" altLang="en-US" dirty="0"/>
              <a:t> $t0, $zero, -1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or $s1, $t0, $s1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SKIP: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390233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beq</a:t>
            </a:r>
            <a:r>
              <a:rPr lang="en-US" altLang="en-US" dirty="0"/>
              <a:t> $t0, $zero, SKIP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addi</a:t>
            </a:r>
            <a:r>
              <a:rPr lang="en-US" altLang="en-US" dirty="0"/>
              <a:t> $t0, $zero, -1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or $s1, $t0, $s1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SKIP: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550846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# [$t0] = sign([$s0])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beq</a:t>
            </a:r>
            <a:r>
              <a:rPr lang="en-US" altLang="en-US" dirty="0"/>
              <a:t> $t0, $zero, SKIP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addi</a:t>
            </a:r>
            <a:r>
              <a:rPr lang="en-US" altLang="en-US" dirty="0"/>
              <a:t> $t0, $zero, -1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or $s1, $t0, $s1	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SKIP: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94351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# [$t0] = sign([$s0])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beq</a:t>
            </a:r>
            <a:r>
              <a:rPr lang="en-US" altLang="en-US" dirty="0"/>
              <a:t> $t0, $zero, SKIP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addi</a:t>
            </a:r>
            <a:r>
              <a:rPr lang="en-US" altLang="en-US" dirty="0"/>
              <a:t> $t0, $zero, -1	# [$t0] = all 1s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# [$t0] = 8 leading 1s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or $s1, $t0, $s1	# [$s1] |= 8 leading 1s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SKIP: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162905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3820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# [$t0] = sign([$s0])</a:t>
            </a:r>
          </a:p>
          <a:p>
            <a:pPr lvl="1" eaLnBrk="1" hangingPunct="1"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# [$t0] = sign * 2</a:t>
            </a:r>
            <a:r>
              <a:rPr lang="en-US" altLang="en-US" baseline="30000" dirty="0"/>
              <a:t>24=32-8</a:t>
            </a:r>
            <a:endParaRPr lang="en-US" altLang="en-US" b="1" baseline="30000" dirty="0"/>
          </a:p>
          <a:p>
            <a:pPr lvl="1" eaLnBrk="1" hangingPunct="1">
              <a:buNone/>
            </a:pPr>
            <a:r>
              <a:rPr lang="en-US" altLang="en-US" b="1" dirty="0"/>
              <a:t>			sub $t0, $zero, $t0</a:t>
            </a:r>
            <a:r>
              <a:rPr lang="en-US" altLang="en-US" dirty="0"/>
              <a:t>	# [$t0] = 8 leading </a:t>
            </a:r>
            <a:r>
              <a:rPr lang="en-US" altLang="en-US" b="1" dirty="0"/>
              <a:t>signs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or $s1, $t0, $s1	# [$s1] |= 8 leading </a:t>
            </a:r>
            <a:r>
              <a:rPr lang="en-US" altLang="en-US" b="1" dirty="0"/>
              <a:t>signs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lvl="1" eaLnBrk="1" hangingPunct="1">
              <a:buNone/>
            </a:pPr>
            <a:r>
              <a:rPr lang="en-US" altLang="en-US" sz="2400" i="1" dirty="0"/>
              <a:t>Negating a power of two (</a:t>
            </a:r>
            <a:r>
              <a:rPr lang="en-US" altLang="en-US" sz="2400" i="1" u="sng" dirty="0"/>
              <a:t>00</a:t>
            </a:r>
            <a:r>
              <a:rPr lang="en-US" altLang="en-US" sz="2400" i="1" dirty="0"/>
              <a:t>100) flips leading 0s (</a:t>
            </a:r>
            <a:r>
              <a:rPr lang="en-US" altLang="en-US" sz="2400" i="1" u="sng" dirty="0"/>
              <a:t>11</a:t>
            </a:r>
            <a:r>
              <a:rPr lang="en-US" altLang="en-US" sz="2400" i="1" dirty="0"/>
              <a:t>100)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830428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382000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# [$t0] = sign([$s0])</a:t>
            </a:r>
          </a:p>
          <a:p>
            <a:pPr lvl="1" eaLnBrk="1" hangingPunct="1"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# [$t0] = sign * 2</a:t>
            </a:r>
            <a:r>
              <a:rPr lang="en-US" altLang="en-US" baseline="30000" dirty="0"/>
              <a:t>24=32-8</a:t>
            </a:r>
          </a:p>
          <a:p>
            <a:pPr lvl="1" eaLnBrk="1" hangingPunct="1">
              <a:buNone/>
            </a:pPr>
            <a:r>
              <a:rPr lang="en-US" altLang="en-US" dirty="0"/>
              <a:t>			sub $t0, $zero, $t0	# [$t0] = 8 leading signs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add</a:t>
            </a:r>
            <a:r>
              <a:rPr lang="en-US" altLang="en-US" dirty="0"/>
              <a:t> $s1, $t0, $s1	# [$s1] </a:t>
            </a:r>
            <a:r>
              <a:rPr lang="en-US" altLang="en-US" b="1" dirty="0"/>
              <a:t>+</a:t>
            </a:r>
            <a:r>
              <a:rPr lang="en-US" altLang="en-US" dirty="0"/>
              <a:t>= 8 leading signs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60267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SRL vs SRA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422257" cy="5121275"/>
          </a:xfrm>
        </p:spPr>
        <p:txBody>
          <a:bodyPr/>
          <a:lstStyle/>
          <a:p>
            <a:pPr eaLnBrk="1" hangingPunct="1"/>
            <a:r>
              <a:rPr lang="en-US" altLang="en-US" dirty="0"/>
              <a:t>Modify the code below (using only the MIPS core instruction set) to perform arithmetic right-shift (</a:t>
            </a:r>
            <a:r>
              <a:rPr lang="en-US" altLang="en-US" dirty="0" err="1"/>
              <a:t>sra</a:t>
            </a:r>
            <a:r>
              <a:rPr lang="en-US" altLang="en-US" dirty="0"/>
              <a:t>) instead: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$s1, $s0, 8	# [$s1] = abs([$s0]) / 2</a:t>
            </a:r>
            <a:r>
              <a:rPr lang="en-US" altLang="en-US" baseline="30000" dirty="0"/>
              <a:t>8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srl</a:t>
            </a:r>
            <a:r>
              <a:rPr lang="en-US" altLang="en-US" dirty="0"/>
              <a:t> $t0, $s0, 31	# [$t0] = sign([$s0])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sll</a:t>
            </a:r>
            <a:r>
              <a:rPr lang="en-US" altLang="en-US" dirty="0"/>
              <a:t> $t0, $t0, 24	# [$t0] = sign * 2</a:t>
            </a:r>
            <a:r>
              <a:rPr lang="en-US" altLang="en-US" baseline="30000" dirty="0"/>
              <a:t>24=32-8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sub $s1, $s1, $t0</a:t>
            </a:r>
            <a:r>
              <a:rPr lang="en-US" altLang="en-US" dirty="0"/>
              <a:t>	# [$s1] += 8 leading signs</a:t>
            </a:r>
            <a:endParaRPr lang="en-US" altLang="en-US" baseline="30000" dirty="0"/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2AFF074A-EB0E-4480-AAC4-25CCC609918F}" type="slidenum">
              <a:rPr lang="en-US" altLang="en-US">
                <a:latin typeface="Calibri" panose="020F0502020204030204" pitchFamily="34" charset="0"/>
              </a:rPr>
              <a:pPr lvl="1"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657181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property id=&quot;20141&quot; value=&quot;ECE/CS 552 - Arithmetic Logic Unit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ALU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005&quot;&gt;&lt;property id=&quot;20148&quot; value=&quot;5&quot;/&gt;&lt;property id=&quot;20300&quot; value=&quot;Slide 2 - &amp;quot;Basic Arithmetic and the ALU&amp;quot;&quot;/&gt;&lt;property id=&quot;20307&quot; value=&quot;258&quot;/&gt;&lt;property id=&quot;20309&quot; value=&quot;-1&quot;/&gt;&lt;/object&gt;&lt;object type=&quot;3&quot; unique_id=&quot;10006&quot;&gt;&lt;property id=&quot;20148&quot; value=&quot;5&quot;/&gt;&lt;property id=&quot;20300&quot; value=&quot;Slide 3 - &amp;quot;Basic Arithmetic and the ALU&amp;quot;&quot;/&gt;&lt;property id=&quot;20307&quot; value=&quot;259&quot;/&gt;&lt;property id=&quot;20309&quot; value=&quot;-1&quot;/&gt;&lt;/object&gt;&lt;object type=&quot;3&quot; unique_id=&quot;10014&quot;&gt;&lt;property id=&quot;20148&quot; value=&quot;5&quot;/&gt;&lt;property id=&quot;20300&quot; value=&quot;Slide 10 - &amp;quot;Full Adder&amp;quot;&quot;/&gt;&lt;property id=&quot;20307&quot; value=&quot;267&quot;/&gt;&lt;property id=&quot;20309&quot; value=&quot;-1&quot;/&gt;&lt;/object&gt;&lt;object type=&quot;3&quot; unique_id=&quot;10015&quot;&gt;&lt;property id=&quot;20148&quot; value=&quot;5&quot;/&gt;&lt;property id=&quot;20300&quot; value=&quot;Slide 11 - &amp;quot;Ripple-carry Adder&amp;quot;&quot;/&gt;&lt;property id=&quot;20307&quot; value=&quot;268&quot;/&gt;&lt;property id=&quot;20309&quot; value=&quot;-1&quot;/&gt;&lt;/object&gt;&lt;object type=&quot;3&quot; unique_id=&quot;10016&quot;&gt;&lt;property id=&quot;20148&quot; value=&quot;5&quot;/&gt;&lt;property id=&quot;20300&quot; value=&quot;Slide 12 - &amp;quot;Ripple-carry Subtractor&amp;quot;&quot;/&gt;&lt;property id=&quot;20307&quot; value=&quot;269&quot;/&gt;&lt;property id=&quot;20309&quot; value=&quot;-1&quot;/&gt;&lt;/object&gt;&lt;object type=&quot;3&quot; unique_id=&quot;10017&quot;&gt;&lt;property id=&quot;20148&quot; value=&quot;5&quot;/&gt;&lt;property id=&quot;20300&quot; value=&quot;Slide 13 - &amp;quot;Combined Ripple-carry Adder/Subtractor&amp;quot;&quot;/&gt;&lt;property id=&quot;20307&quot; value=&quot;270&quot;/&gt;&lt;property id=&quot;20309&quot; value=&quot;-1&quot;/&gt;&lt;/object&gt;&lt;object type=&quot;3&quot; unique_id=&quot;10031&quot;&gt;&lt;property id=&quot;20148&quot; value=&quot;5&quot;/&gt;&lt;property id=&quot;20300&quot; value=&quot;Slide 14 - &amp;quot;Logical Operations&amp;quot;&quot;/&gt;&lt;property id=&quot;20307&quot; value=&quot;284&quot;/&gt;&lt;property id=&quot;20309&quot; value=&quot;-1&quot;/&gt;&lt;/object&gt;&lt;object type=&quot;3&quot; unique_id=&quot;10036&quot;&gt;&lt;property id=&quot;20148&quot; value=&quot;5&quot;/&gt;&lt;property id=&quot;20300&quot; value=&quot;Slide 18 - &amp;quot;Addition Overflow&amp;quot;&quot;/&gt;&lt;property id=&quot;20307&quot; value=&quot;290&quot;/&gt;&lt;property id=&quot;20309&quot; value=&quot;-1&quot;/&gt;&lt;/object&gt;&lt;object type=&quot;3&quot; unique_id=&quot;10037&quot;&gt;&lt;property id=&quot;20148&quot; value=&quot;5&quot;/&gt;&lt;property id=&quot;20300&quot; value=&quot;Slide 19 - &amp;quot;Addition Overflow&amp;quot;&quot;/&gt;&lt;property id=&quot;20307&quot; value=&quot;286&quot;/&gt;&lt;property id=&quot;20309&quot; value=&quot;-1&quot;/&gt;&lt;/object&gt;&lt;object type=&quot;3&quot; unique_id=&quot;10038&quot;&gt;&lt;property id=&quot;20148&quot; value=&quot;5&quot;/&gt;&lt;property id=&quot;20300&quot; value=&quot;Slide 20 - &amp;quot;Addition Overflow&amp;quot;&quot;/&gt;&lt;property id=&quot;20307&quot; value=&quot;291&quot;/&gt;&lt;property id=&quot;20309&quot; value=&quot;-1&quot;/&gt;&lt;/object&gt;&lt;object type=&quot;3&quot; unique_id=&quot;10935&quot;&gt;&lt;property id=&quot;20148&quot; value=&quot;5&quot;/&gt;&lt;property id=&quot;20300&quot; value=&quot;Slide 1 - &amp;quot;ECE/CS 552: Arithmetic Logic Units&amp;quot;&quot;/&gt;&lt;property id=&quot;20307&quot; value=&quot;297&quot;/&gt;&lt;property id=&quot;20309&quot; value=&quot;-1&quot;/&gt;&lt;/object&gt;&lt;object type=&quot;3&quot; unique_id=&quot;10936&quot;&gt;&lt;property id=&quot;20148&quot; value=&quot;5&quot;/&gt;&lt;property id=&quot;20300&quot; value=&quot;Slide 15 - &amp;quot;Shifter&amp;quot;&quot;/&gt;&lt;property id=&quot;20307&quot; value=&quot;298&quot;/&gt;&lt;property id=&quot;20309&quot; value=&quot;-1&quot;/&gt;&lt;/object&gt;&lt;object type=&quot;3&quot; unique_id=&quot;12061&quot;&gt;&lt;property id=&quot;20148&quot; value=&quot;5&quot;/&gt;&lt;property id=&quot;20300&quot; value=&quot;Slide 33 - &amp;quot;Exercise – ALU&amp;quot;&quot;/&gt;&lt;property id=&quot;20307&quot; value=&quot;316&quot;/&gt;&lt;property id=&quot;20309&quot; value=&quot;-1&quot;/&gt;&lt;/object&gt;&lt;object type=&quot;3&quot; unique_id=&quot;12062&quot;&gt;&lt;property id=&quot;20148&quot; value=&quot;5&quot;/&gt;&lt;property id=&quot;20300&quot; value=&quot;Slide 34 - &amp;quot;Exercise – ALU&amp;quot;&quot;/&gt;&lt;property id=&quot;20307&quot; value=&quot;317&quot;/&gt;&lt;property id=&quot;20309&quot; value=&quot;-1&quot;/&gt;&lt;/object&gt;&lt;object type=&quot;3&quot; unique_id=&quot;12063&quot;&gt;&lt;property id=&quot;20148&quot; value=&quot;5&quot;/&gt;&lt;property id=&quot;20300&quot; value=&quot;Slide 35 - &amp;quot;Exercise – ALU&amp;quot;&quot;/&gt;&lt;property id=&quot;20307&quot; value=&quot;318&quot;/&gt;&lt;property id=&quot;20309&quot; value=&quot;-1&quot;/&gt;&lt;/object&gt;&lt;object type=&quot;3&quot; unique_id=&quot;12064&quot;&gt;&lt;property id=&quot;20148&quot; value=&quot;5&quot;/&gt;&lt;property id=&quot;20300&quot; value=&quot;Slide 36 - &amp;quot;Exercise – ALU&amp;quot;&quot;/&gt;&lt;property id=&quot;20307&quot; value=&quot;319&quot;/&gt;&lt;property id=&quot;20309&quot; value=&quot;-1&quot;/&gt;&lt;/object&gt;&lt;object type=&quot;3&quot; unique_id=&quot;12065&quot;&gt;&lt;property id=&quot;20148&quot; value=&quot;5&quot;/&gt;&lt;property id=&quot;20300&quot; value=&quot;Slide 37 - &amp;quot;Exercise – ALU&amp;quot;&quot;/&gt;&lt;property id=&quot;20307&quot; value=&quot;320&quot;/&gt;&lt;property id=&quot;20309&quot; value=&quot;-1&quot;/&gt;&lt;/object&gt;&lt;object type=&quot;3&quot; unique_id=&quot;12066&quot;&gt;&lt;property id=&quot;20148&quot; value=&quot;5&quot;/&gt;&lt;property id=&quot;20300&quot; value=&quot;Slide 38 - &amp;quot;Exercise – ALU&amp;quot;&quot;/&gt;&lt;property id=&quot;20307&quot; value=&quot;321&quot;/&gt;&lt;property id=&quot;20309&quot; value=&quot;-1&quot;/&gt;&lt;/object&gt;&lt;object type=&quot;3&quot; unique_id=&quot;12074&quot;&gt;&lt;property id=&quot;20148&quot; value=&quot;5&quot;/&gt;&lt;property id=&quot;20300&quot; value=&quot;Slide 39 - &amp;quot;Exercise – SRL vs SRA&amp;quot;&quot;/&gt;&lt;property id=&quot;20307&quot; value=&quot;324&quot;/&gt;&lt;property id=&quot;20309&quot; value=&quot;-1&quot;/&gt;&lt;/object&gt;&lt;object type=&quot;3&quot; unique_id=&quot;12075&quot;&gt;&lt;property id=&quot;20148&quot; value=&quot;5&quot;/&gt;&lt;property id=&quot;20300&quot; value=&quot;Slide 40 - &amp;quot;Exercise – SRL vs SRA&amp;quot;&quot;/&gt;&lt;property id=&quot;20307&quot; value=&quot;331&quot;/&gt;&lt;property id=&quot;20309&quot; value=&quot;-1&quot;/&gt;&lt;/object&gt;&lt;object type=&quot;3&quot; unique_id=&quot;12076&quot;&gt;&lt;property id=&quot;20148&quot; value=&quot;5&quot;/&gt;&lt;property id=&quot;20300&quot; value=&quot;Slide 41 - &amp;quot;Exercise – SRL vs SRA&amp;quot;&quot;/&gt;&lt;property id=&quot;20307&quot; value=&quot;326&quot;/&gt;&lt;property id=&quot;20309&quot; value=&quot;-1&quot;/&gt;&lt;/object&gt;&lt;object type=&quot;3&quot; unique_id=&quot;12078&quot;&gt;&lt;property id=&quot;20148&quot; value=&quot;5&quot;/&gt;&lt;property id=&quot;20300&quot; value=&quot;Slide 44 - &amp;quot;Exercise – SRL vs SRA&amp;quot;&quot;/&gt;&lt;property id=&quot;20307&quot; value=&quot;345&quot;/&gt;&lt;property id=&quot;20309&quot; value=&quot;-1&quot;/&gt;&lt;/object&gt;&lt;object type=&quot;3&quot; unique_id=&quot;12080&quot;&gt;&lt;property id=&quot;20148&quot; value=&quot;5&quot;/&gt;&lt;property id=&quot;20300&quot; value=&quot;Slide 45 - &amp;quot;Exercise – SRL vs SRA&amp;quot;&quot;/&gt;&lt;property id=&quot;20307&quot; value=&quot;346&quot;/&gt;&lt;property id=&quot;20309&quot; value=&quot;-1&quot;/&gt;&lt;/object&gt;&lt;object type=&quot;3&quot; unique_id=&quot;12081&quot;&gt;&lt;property id=&quot;20148&quot; value=&quot;5&quot;/&gt;&lt;property id=&quot;20300&quot; value=&quot;Slide 46 - &amp;quot;Exercise – SRL vs SRA&amp;quot;&quot;/&gt;&lt;property id=&quot;20307&quot; value=&quot;335&quot;/&gt;&lt;property id=&quot;20309&quot; value=&quot;-1&quot;/&gt;&lt;/object&gt;&lt;object type=&quot;3&quot; unique_id=&quot;149059&quot;&gt;&lt;property id=&quot;20148&quot; value=&quot;5&quot;/&gt;&lt;property id=&quot;20300&quot; value=&quot;Slide 4 - &amp;quot;Background&amp;quot;&quot;/&gt;&lt;property id=&quot;20307&quot; value=&quot;348&quot;/&gt;&lt;property id=&quot;20309&quot; value=&quot;-1&quot;/&gt;&lt;/object&gt;&lt;object type=&quot;3&quot; unique_id=&quot;149706&quot;&gt;&lt;property id=&quot;20148&quot; value=&quot;5&quot;/&gt;&lt;property id=&quot;20300&quot; value=&quot;Slide 5 - &amp;quot;Unsigned Integers&amp;quot;&quot;/&gt;&lt;property id=&quot;20307&quot; value=&quot;262&quot;/&gt;&lt;property id=&quot;20309&quot; value=&quot;-1&quot;/&gt;&lt;/object&gt;&lt;object type=&quot;3&quot; unique_id=&quot;149707&quot;&gt;&lt;property id=&quot;20148&quot; value=&quot;5&quot;/&gt;&lt;property id=&quot;20300&quot; value=&quot;Slide 6 - &amp;quot;Signed Integers&amp;quot;&quot;/&gt;&lt;property id=&quot;20307&quot; value=&quot;263&quot;/&gt;&lt;property id=&quot;20309&quot; value=&quot;-1&quot;/&gt;&lt;/object&gt;&lt;object type=&quot;3&quot; unique_id=&quot;149708&quot;&gt;&lt;property id=&quot;20148&quot; value=&quot;5&quot;/&gt;&lt;property id=&quot;20300&quot; value=&quot;Slide 7 - &amp;quot;Why 2’s Complement&amp;quot;&quot;/&gt;&lt;property id=&quot;20307&quot; value=&quot;264&quot;/&gt;&lt;property id=&quot;20309&quot; value=&quot;-1&quot;/&gt;&lt;/object&gt;&lt;object type=&quot;3&quot; unique_id=&quot;149709&quot;&gt;&lt;property id=&quot;20148&quot; value=&quot;5&quot;/&gt;&lt;property id=&quot;20300&quot; value=&quot;Slide 8 - &amp;quot;Addition&amp;quot;&quot;/&gt;&lt;property id=&quot;20307&quot; value=&quot;265&quot;/&gt;&lt;property id=&quot;20309&quot; value=&quot;-1&quot;/&gt;&lt;/object&gt;&lt;object type=&quot;3&quot; unique_id=&quot;149710&quot;&gt;&lt;property id=&quot;20148&quot; value=&quot;5&quot;/&gt;&lt;property id=&quot;20300&quot; value=&quot;Slide 9 - &amp;quot;Subtraction&amp;quot;&quot;/&gt;&lt;property id=&quot;20307&quot; value=&quot;266&quot;/&gt;&lt;property id=&quot;20309&quot; value=&quot;-1&quot;/&gt;&lt;/object&gt;&lt;object type=&quot;3&quot; unique_id=&quot;150887&quot;&gt;&lt;property id=&quot;20148&quot; value=&quot;5&quot;/&gt;&lt;property id=&quot;20300&quot; value=&quot;Slide 16 - &amp;quot;Simple ALU&amp;quot;&quot;/&gt;&lt;property id=&quot;20307&quot; value=&quot;288&quot;/&gt;&lt;property id=&quot;20309&quot; value=&quot;-1&quot;/&gt;&lt;/object&gt;&lt;object type=&quot;3&quot; unique_id=&quot;151088&quot;&gt;&lt;property id=&quot;20148&quot; value=&quot;5&quot;/&gt;&lt;property id=&quot;20300&quot; value=&quot;Slide 17 - &amp;quot;Overflow&amp;quot;&quot;/&gt;&lt;property id=&quot;20307&quot; value=&quot;289&quot;/&gt;&lt;property id=&quot;20309&quot; value=&quot;-1&quot;/&gt;&lt;/object&gt;&lt;object type=&quot;3&quot; unique_id=&quot;152526&quot;&gt;&lt;property id=&quot;20148&quot; value=&quot;5&quot;/&gt;&lt;property id=&quot;20300&quot; value=&quot;Slide 21 - &amp;quot;Addition Overflow&amp;quot;&quot;/&gt;&lt;property id=&quot;20307&quot; value=&quot;314&quot;/&gt;&lt;property id=&quot;20309&quot; value=&quot;-1&quot;/&gt;&lt;/object&gt;&lt;object type=&quot;3&quot; unique_id=&quot;152527&quot;&gt;&lt;property id=&quot;20148&quot; value=&quot;5&quot;/&gt;&lt;property id=&quot;20300&quot; value=&quot;Slide 22 - &amp;quot;Subtraction Overflow&amp;quot;&quot;/&gt;&lt;property id=&quot;20307&quot; value=&quot;292&quot;/&gt;&lt;property id=&quot;20309&quot; value=&quot;-1&quot;/&gt;&lt;/object&gt;&lt;object type=&quot;3&quot; unique_id=&quot;152876&quot;&gt;&lt;property id=&quot;20148&quot; value=&quot;5&quot;/&gt;&lt;property id=&quot;20300&quot; value=&quot;Slide 23 - &amp;quot;What to do on Overflow?&amp;quot;&quot;/&gt;&lt;property id=&quot;20307&quot; value=&quot;293&quot;/&gt;&lt;property id=&quot;20309&quot; value=&quot;-1&quot;/&gt;&lt;/object&gt;&lt;object type=&quot;3&quot; unique_id=&quot;155228&quot;&gt;&lt;property id=&quot;20148&quot; value=&quot;5&quot;/&gt;&lt;property id=&quot;20300&quot; value=&quot;Slide 24 - &amp;quot;Combined Ripple-carry Adder/Subtractor&amp;quot;&quot;/&gt;&lt;property id=&quot;20307&quot; value=&quot;349&quot;/&gt;&lt;property id=&quot;20309&quot; value=&quot;-1&quot;/&gt;&lt;/object&gt;&lt;object type=&quot;3&quot; unique_id=&quot;155229&quot;&gt;&lt;property id=&quot;20148&quot; value=&quot;5&quot;/&gt;&lt;property id=&quot;20300&quot; value=&quot;Slide 25 - &amp;quot;Carry Lookahead&amp;quot;&quot;/&gt;&lt;property id=&quot;20307&quot; value=&quot;350&quot;/&gt;&lt;property id=&quot;20309&quot; value=&quot;-1&quot;/&gt;&lt;/object&gt;&lt;object type=&quot;3&quot; unique_id=&quot;155230&quot;&gt;&lt;property id=&quot;20148&quot; value=&quot;5&quot;/&gt;&lt;property id=&quot;20300&quot; value=&quot;Slide 26 - &amp;quot;Carry Lookahead&amp;quot;&quot;/&gt;&lt;property id=&quot;20307&quot; value=&quot;351&quot;/&gt;&lt;property id=&quot;20309&quot; value=&quot;-1&quot;/&gt;&lt;/object&gt;&lt;object type=&quot;3&quot; unique_id=&quot;155231&quot;&gt;&lt;property id=&quot;20148&quot; value=&quot;5&quot;/&gt;&lt;property id=&quot;20300&quot; value=&quot;Slide 27 - &amp;quot;Carry Lookahead&amp;quot;&quot;/&gt;&lt;property id=&quot;20307&quot; value=&quot;352&quot;/&gt;&lt;property id=&quot;20309&quot; value=&quot;-1&quot;/&gt;&lt;/object&gt;&lt;object type=&quot;3&quot; unique_id=&quot;155232&quot;&gt;&lt;property id=&quot;20148&quot; value=&quot;5&quot;/&gt;&lt;property id=&quot;20300&quot; value=&quot;Slide 28 - &amp;quot;4-bit Carry Lookahead Adder&amp;quot;&quot;/&gt;&lt;property id=&quot;20307&quot; value=&quot;353&quot;/&gt;&lt;property id=&quot;20309&quot; value=&quot;-1&quot;/&gt;&lt;/object&gt;&lt;object type=&quot;3&quot; unique_id=&quot;155233&quot;&gt;&lt;property id=&quot;20148&quot; value=&quot;5&quot;/&gt;&lt;property id=&quot;20300&quot; value=&quot;Slide 29 - &amp;quot;Hierarchical CLA for 16 bits&amp;quot;&quot;/&gt;&lt;property id=&quot;20307&quot; value=&quot;354&quot;/&gt;&lt;property id=&quot;20309&quot; value=&quot;-1&quot;/&gt;&lt;/object&gt;&lt;object type=&quot;3&quot; unique_id=&quot;155234&quot;&gt;&lt;property id=&quot;20148&quot; value=&quot;5&quot;/&gt;&lt;property id=&quot;20300&quot; value=&quot;Slide 30 - &amp;quot;Hierarchical CLA for 16 bits&amp;quot;&quot;/&gt;&lt;property id=&quot;20307&quot; value=&quot;355&quot;/&gt;&lt;property id=&quot;20309&quot; value=&quot;-1&quot;/&gt;&lt;/object&gt;&lt;object type=&quot;3&quot; unique_id=&quot;155647&quot;&gt;&lt;property id=&quot;20148&quot; value=&quot;5&quot;/&gt;&lt;property id=&quot;20300&quot; value=&quot;Slide 32 - &amp;quot;Exercise – ALU&amp;quot;&quot;/&gt;&lt;property id=&quot;20307&quot; value=&quot;356&quot;/&gt;&lt;property id=&quot;20309&quot; value=&quot;-1&quot;/&gt;&lt;/object&gt;&lt;object type=&quot;3&quot; unique_id=&quot;157208&quot;&gt;&lt;property id=&quot;20148&quot; value=&quot;5&quot;/&gt;&lt;property id=&quot;20300&quot; value=&quot;Slide 42 - &amp;quot;Exercise – SRL vs SRA&amp;quot;&quot;/&gt;&lt;property id=&quot;20307&quot; value=&quot;358&quot;/&gt;&lt;property id=&quot;20309&quot; value=&quot;-1&quot;/&gt;&lt;/object&gt;&lt;object type=&quot;3&quot; unique_id=&quot;157209&quot;&gt;&lt;property id=&quot;20148&quot; value=&quot;5&quot;/&gt;&lt;property id=&quot;20300&quot; value=&quot;Slide 43 - &amp;quot;Exercise – SRL vs SRA&amp;quot;&quot;/&gt;&lt;property id=&quot;20307&quot; value=&quot;357&quot;/&gt;&lt;property id=&quot;20309&quot; value=&quot;-1&quot;/&gt;&lt;/object&gt;&lt;object type=&quot;3&quot; unique_id=&quot;157526&quot;&gt;&lt;property id=&quot;20148&quot; value=&quot;5&quot;/&gt;&lt;property id=&quot;20300&quot; value=&quot;Slide 31 - &amp;quot;Exercise – ALU&amp;quot;&quot;/&gt;&lt;property id=&quot;20307&quot; value=&quot;359&quot;/&gt;&lt;property id=&quot;20309&quot; value=&quot;-1&quot;/&gt;&lt;/object&gt;&lt;/object&gt;&lt;object type=&quot;10&quot; unique_id=&quot;11245&quot;&gt;&lt;object type=&quot;11&quot; unique_id=&quot;11246&quot;&gt;&lt;property id=&quot;20180&quot; value=&quot;0&quot;/&gt;&lt;property id=&quot;20181&quot; value=&quot;1&quot;/&gt;&lt;property id=&quot;20183&quot; value=&quot;1&quot;/&gt;&lt;/object&gt;&lt;object type=&quot;12&quot; unique_id=&quot;152982&quot;&gt;&lt;/object&gt;&lt;/object&gt;&lt;object type=&quot;4&quot; unique_id=&quot;11247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605642603,C:\Users\sanmi\GoogleDrive\UWMdrive\Courses\ECE552\ece552-lec05_ALUs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8515EC0-A9D1-494B-BD2F-22285E1D6EE7}_1.png&quot;/&gt;&lt;left val=&quot;23&quot;/&gt;&lt;top val=&quot;206&quot;/&gt;&lt;width val=&quot;672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83D623A-20AD-45D3-8220-ADEE67CED9BE}_1.png&quot;/&gt;&lt;left val=&quot;103&quot;/&gt;&lt;top val=&quot;314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605642603,C:\Users\sanmi\GoogleDrive\UWMdrive\Courses\ECE552\ece552-lec05_ALUs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C125CEC-321C-47A8-BDA7-9A3E9F3D0EB2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6526102-3DCD-43B5-8F72-3AA67E726E52}_2.png&quot;/&gt;&lt;left val=&quot;53&quot;/&gt;&lt;top val=&quot;123&quot;/&gt;&lt;width val=&quot;612&quot;/&gt;&lt;height val=&quot;321&quot;/&gt;&lt;hasText val=&quot;1&quot;/&gt;&lt;/Image&gt;&lt;/ThreeDShapeInfo&gt;"/>
  <p:tag name="PRESENTER_SHAPETEXTINFO" val="&lt;ShapeTextInfo&gt;&lt;TableIndex row=&quot;-1&quot; col=&quot;-1&quot;&gt;&lt;linesCount val=&quot;4&quot;/&gt;&lt;lineCharCount val=&quot;25&quot;/&gt;&lt;lineCharCount val=&quot;21&quot;/&gt;&lt;lineCharCount val=&quot;5&quot;/&gt;&lt;lineCharCount val=&quot;9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4FDF8BF-6FC2-469E-B1E5-B5F953446F5A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605642603,C:\Users\sanmi\GoogleDrive\UWMdrive\Courses\ECE552\ece552-lec05_ALUs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2DA63F3-B395-40D2-B70C-53C2E1F37510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89F6A84-E673-4111-84EB-CAA0678F5DBE}_3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31&quot;/&gt;&lt;lineCharCount val=&quot;33&quot;/&gt;&lt;lineCharCount val=&quot;26&quot;/&gt;&lt;lineCharCount val=&quot;38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593F130-45FF-4951-A8B1-71AF3012F229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605642603,C:\Users\sanmi\GoogleDrive\UWMdrive\Courses\ECE552\ece552-lec05_ALUs_pptx\Media.ppcx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987AEC4-3BD5-4902-81AF-77953EB6689D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ALUs\data\asimages\{5AAD543F-8B58-46A6-95C9-557A8B247D0D}_1.png_crop.png&quot;/&gt;&lt;left val=&quot;56&quot;/&gt;&lt;top val=&quot;124&quot;/&gt;&lt;width val=&quot;393&quot;/&gt;&lt;height val=&quot;26&quot;/&gt;&lt;hasText val=&quot;1&quot;/&gt;&lt;paraId val=&quot;1&quot;/&gt;&lt;/Image&gt;&lt;Image&gt;&lt;filename val=&quot;C:\Users\sanmi\Documents\My Adobe Presentations\ece552f2019-ALUs\data\asimages\{007779E1-A26C-4481-A752-5B51F657B8C5}_1.png_crop.png&quot;/&gt;&lt;left val=&quot;90&quot;/&gt;&lt;top val=&quot;156&quot;/&gt;&lt;width val=&quot;461&quot;/&gt;&lt;height val=&quot;20&quot;/&gt;&lt;hasText val=&quot;1&quot;/&gt;&lt;paraId val=&quot;2&quot;/&gt;&lt;/Image&gt;&lt;Image&gt;&lt;filename val=&quot;C:\Users\sanmi\Documents\My Adobe Presentations\ece552f2019-ALUs\data\asimages\{4053CA33-C247-4AC8-BC53-DBF9EAD87E10}_1.png_crop.png&quot;/&gt;&lt;left val=&quot;56&quot;/&gt;&lt;top val=&quot;186&quot;/&gt;&lt;width val=&quot;266&quot;/&gt;&lt;height val=&quot;24&quot;/&gt;&lt;hasText val=&quot;1&quot;/&gt;&lt;paraId val=&quot;3&quot;/&gt;&lt;/Image&gt;&lt;Image&gt;&lt;filename val=&quot;C:\Users\sanmi\Documents\My Adobe Presentations\ece552f2019-ALUs\data\asimages\{C7C9EB96-B028-4135-B55F-9928F57A4C16}_1.png_crop.png&quot;/&gt;&lt;left val=&quot;90&quot;/&gt;&lt;top val=&quot;219&quot;/&gt;&lt;width val=&quot;522&quot;/&gt;&lt;height val=&quot;44&quot;/&gt;&lt;hasText val=&quot;1&quot;/&gt;&lt;paraId val=&quot;4&quot;/&gt;&lt;/Image&gt;&lt;Image&gt;&lt;filename val=&quot;C:\Users\sanmi\Documents\My Adobe Presentations\ece552f2019-ALUs\data\asimages\{35B3409D-2433-4F0D-ABAC-E6782EE24DBD}_1.png_crop.png&quot;/&gt;&lt;left val=&quot;90&quot;/&gt;&lt;top val=&quot;271&quot;/&gt;&lt;width val=&quot;548&quot;/&gt;&lt;height val=&quot;20&quot;/&gt;&lt;hasText val=&quot;1&quot;/&gt;&lt;paraId val=&quot;5&quot;/&gt;&lt;/Image&gt;&lt;Image&gt;&lt;filename val=&quot;C:\Users\sanmi\Documents\My Adobe Presentations\ece552f2019-ALUs\data\asimages\{8F662D40-D73F-4D60-8C63-AA372ADA527C}_1.png_crop.png&quot;/&gt;&lt;left val=&quot;707&quot;/&gt;&lt;top val=&quot;529&quot;/&gt;&lt;width val=&quot;0&quot;/&gt;&lt;height val=&quot;0&quot;/&gt;&lt;hasText val=&quot;1&quot;/&gt;&lt;paraId val=&quot;6&quot;/&gt;&lt;/Image&gt;&lt;Image&gt;&lt;filename val=&quot;C:\Users\sanmi\Documents\My Adobe Presentations\ece552f2019-ALUs\data\asimages\{A124298C-6569-48A4-917C-0E4D37355318}_1.png_crop.png&quot;/&gt;&lt;left val=&quot;56&quot;/&gt;&lt;top val=&quot;317&quot;/&gt;&lt;width val=&quot;142&quot;/&gt;&lt;height val=&quot;24&quot;/&gt;&lt;hasText val=&quot;1&quot;/&gt;&lt;paraId val=&quot;7&quot;/&gt;&lt;/Image&gt;&lt;Image&gt;&lt;filename val=&quot;C:\Users\sanmi\Documents\My Adobe Presentations\ece552f2019-ALUs\data\asimages\{223D2E17-ED13-443E-A1A0-DDF278FE1DA7}_1.png_crop.png&quot;/&gt;&lt;left val=&quot;56&quot;/&gt;&lt;top val=&quot;349&quot;/&gt;&lt;width val=&quot;629&quot;/&gt;&lt;height val=&quot;25&quot;/&gt;&lt;hasText val=&quot;1&quot;/&gt;&lt;paraId val=&quot;8&quot;/&gt;&lt;/Image&gt;&lt;Image&gt;&lt;filename val=&quot;C:\Users\sanmi\Documents\My Adobe Presentations\ece552f2019-ALUs\data\asimages\{5C714986-6803-46F7-84F6-FEBED3A9C9F1}_1.png_crop.png&quot;/&gt;&lt;left val=&quot;90&quot;/&gt;&lt;top val=&quot;382&quot;/&gt;&lt;width val=&quot;479&quot;/&gt;&lt;height val=&quot;22&quot;/&gt;&lt;hasText val=&quot;1&quot;/&gt;&lt;paraId val=&quot;9&quot;/&gt;&lt;/Image&gt;&lt;Image&gt;&lt;filename val=&quot;C:\Users\sanmi\Documents\My Adobe Presentations\ece552f2019-ALUs\data\asimages\{B9E7E681-1E31-4708-80B9-BBEF99EB8422}_1.png_crop.png&quot;/&gt;&lt;left val=&quot;90&quot;/&gt;&lt;top val=&quot;411&quot;/&gt;&lt;width val=&quot;566&quot;/&gt;&lt;height val=&quot;22&quot;/&gt;&lt;hasText val=&quot;1&quot;/&gt;&lt;paraId val=&quot;10&quot;/&gt;&lt;/Image&gt;&lt;Image&gt;&lt;filename val=&quot;C:\Users\sanmi\Documents\My Adobe Presentations\ece552f2019-ALUs\data\asimages\{A0D75898-B5C8-4DCA-872A-59D0DC95FA27}_1.png_crop.png&quot;/&gt;&lt;left val=&quot;90&quot;/&gt;&lt;top val=&quot;440&quot;/&gt;&lt;width val=&quot;499&quot;/&gt;&lt;height val=&quot;22&quot;/&gt;&lt;hasText val=&quot;1&quot;/&gt;&lt;paraId val=&quot;11&quot;/&gt;&lt;/Image&gt;&lt;Image&gt;&lt;filename val=&quot;C:\Users\sanmi\Documents\My Adobe Presentations\ece552f2019-ALUs\data\asimages\{09A7E789-C53D-4B11-BCFC-53E0098735A0}_1.png_crop.png&quot;/&gt;&lt;left val=&quot;90&quot;/&gt;&lt;top val=&quot;469&quot;/&gt;&lt;width val=&quot;539&quot;/&gt;&lt;height val=&quot;22&quot;/&gt;&lt;hasText val=&quot;1&quot;/&gt;&lt;paraId val=&quot;12&quot;/&gt;&lt;/Image&gt;&lt;Image&gt;&lt;filename val=&quot;C:\Users\sanmi\Documents\My Adobe Presentations\ece552f2019-ALUs\data\asimages\{26E7A484-CE61-4236-A3F6-B7F89D8378A9}_1.png_crop.png&quot;/&gt;&lt;left val=&quot;127&quot;/&gt;&lt;top val=&quot;498&quot;/&gt;&lt;width val=&quot;385&quot;/&gt;&lt;height val=&quot;14&quot;/&gt;&lt;hasText val=&quot;1&quot;/&gt;&lt;paraId val=&quot;13&quot;/&gt;&lt;/Image&gt;&lt;/TextEffect&gt;"/>
  <p:tag name="PRESENTER_SHAPETEXTINFO" val="&lt;ShapeTextInfo&gt;&lt;TableIndex row=&quot;-1&quot; col=&quot;-1&quot;&gt;&lt;linesCount val=&quot;14&quot;/&gt;&lt;lineCharCount val=&quot;35&quot;/&gt;&lt;lineCharCount val=&quot;46&quot;/&gt;&lt;lineCharCount val=&quot;20&quot;/&gt;&lt;lineCharCount val=&quot;56&quot;/&gt;&lt;lineCharCount val=&quot;10&quot;/&gt;&lt;lineCharCount val=&quot;55&quot;/&gt;&lt;lineCharCount val=&quot;1&quot;/&gt;&lt;lineCharCount val=&quot;13&quot;/&gt;&lt;lineCharCount val=&quot;51&quot;/&gt;&lt;lineCharCount val=&quot;46&quot;/&gt;&lt;lineCharCount val=&quot;54&quot;/&gt;&lt;lineCharCount val=&quot;45&quot;/&gt;&lt;lineCharCount val=&quot;54&quot;/&gt;&lt;lineCharCount val=&quot;44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0A9B30E-A9E0-44C0-87A1-B1A42DB7263A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605642603,C:\Users\sanmi\GoogleDrive\UWMdrive\Courses\ECE552\ece552-lec05_ALUs_pptx\Media.ppcx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3089D71-3842-4655-A8D9-26EF6CC2CC48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452F2CA-BA30-40C7-B942-00A1B60D2DD3}_5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6&quot;/&gt;&lt;lineCharCount val=&quot;30&quot;/&gt;&lt;lineCharCount val=&quot;17&quot;/&gt;&lt;lineCharCount val=&quot;72&quot;/&gt;&lt;lineCharCount val=&quot;30&quot;/&gt;&lt;lineCharCount val=&quot;40&quot;/&gt;&lt;lineCharCount val=&quot;18&quot;/&gt;&lt;lineCharCount val=&quot;15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34BEFF2-DE07-4ADA-ADBD-9D53ABB14D92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605642603,C:\Users\sanmi\GoogleDrive\UWMdrive\Courses\ECE552\ece552-lec05_ALUs_pptx\Media.ppcx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49DDE1C-98DB-4302-9246-5C9EF29A01F1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493B0C-3B82-4EFD-BEC8-E5F9F567C3FC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45&quot;/&gt;&lt;lineCharCount val=&quot;38&quot;/&gt;&lt;lineCharCount val=&quot;48&quot;/&gt;&lt;lineCharCount val=&quot;18&quot;/&gt;&lt;lineCharCount val=&quot;33&quot;/&gt;&lt;lineCharCount val=&quot;36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D529E5-2CAB-4281-B4D7-46E38CB56E13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605642603,C:\Users\sanmi\GoogleDrive\UWMdrive\Courses\ECE552\ece552-lec05_ALUs_pptx\Media.ppcx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49DDE1C-98DB-4302-9246-5C9EF29A01F1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493B0C-3B82-4EFD-BEC8-E5F9F567C3FC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45&quot;/&gt;&lt;lineCharCount val=&quot;38&quot;/&gt;&lt;lineCharCount val=&quot;48&quot;/&gt;&lt;lineCharCount val=&quot;18&quot;/&gt;&lt;lineCharCount val=&quot;33&quot;/&gt;&lt;lineCharCount val=&quot;36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D529E5-2CAB-4281-B4D7-46E38CB56E13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605642603,C:\Users\sanmi\GoogleDrive\UWMdrive\Courses\ECE552\ece552-lec05_ALUs_pptx\Media.ppcx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49DDE1C-98DB-4302-9246-5C9EF29A01F1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493B0C-3B82-4EFD-BEC8-E5F9F567C3FC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45&quot;/&gt;&lt;lineCharCount val=&quot;38&quot;/&gt;&lt;lineCharCount val=&quot;48&quot;/&gt;&lt;lineCharCount val=&quot;18&quot;/&gt;&lt;lineCharCount val=&quot;33&quot;/&gt;&lt;lineCharCount val=&quot;36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D529E5-2CAB-4281-B4D7-46E38CB56E13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605642603,C:\Users\sanmi\GoogleDrive\UWMdrive\Courses\ECE552\ece552-lec05_ALUs_pptx\Media.ppcx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49DDE1C-98DB-4302-9246-5C9EF29A01F1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493B0C-3B82-4EFD-BEC8-E5F9F567C3FC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45&quot;/&gt;&lt;lineCharCount val=&quot;38&quot;/&gt;&lt;lineCharCount val=&quot;48&quot;/&gt;&lt;lineCharCount val=&quot;18&quot;/&gt;&lt;lineCharCount val=&quot;33&quot;/&gt;&lt;lineCharCount val=&quot;36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D529E5-2CAB-4281-B4D7-46E38CB56E13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605642603,C:\Users\sanmi\GoogleDrive\UWMdrive\Courses\ECE552\ece552-lec05_ALUs_pptx\Media.ppcx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0CE6B02-AB49-4BF8-A969-DF0BE64C36D2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C09D0C5-3D8B-4E8F-9376-A6409B2DF9C6}_7.png&quot;/&gt;&lt;left val=&quot;44&quot;/&gt;&lt;top val=&quot;114&quot;/&gt;&lt;width val=&quot;621&quot;/&gt;&lt;height val=&quot;204&quot;/&gt;&lt;hasText val=&quot;1&quot;/&gt;&lt;/Image&gt;&lt;/ThreeDShapeInfo&gt;"/>
  <p:tag name="PRESENTER_SHAPETEXTINFO" val="&lt;ShapeTextInfo&gt;&lt;TableIndex row=&quot;-1&quot; col=&quot;-1&quot;&gt;&lt;linesCount val=&quot;4&quot;/&gt;&lt;lineCharCount val=&quot;28&quot;/&gt;&lt;lineCharCount val=&quot;38&quot;/&gt;&lt;lineCharCount val=&quot;48&quot;/&gt;&lt;lineCharCount val=&quot;21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F51F77F-9D2E-484E-A28A-ACD7FF060F32}&quot;/&gt;&lt;isInvalidForFieldText val=&quot;0&quot;/&gt;&lt;Image&gt;&lt;filename val=&quot;C:\Users\sanmi\Documents\My Adobe Presentations\ece552f2019-ALUs\data\asimages\{6F51F77F-9D2E-484E-A28A-ACD7FF060F32}_7.png&quot;/&gt;&lt;left val=&quot;112&quot;/&gt;&lt;top val=&quot;296&quot;/&gt;&lt;width val=&quot;474&quot;/&gt;&lt;height val=&quot;202&quot;/&gt;&lt;hasText val=&quot;1&quot;/&gt;&lt;/Image&gt;&lt;/ThreeDShape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3221E94-38F4-4658-BAEB-50FEFEFC8327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3CA2824-38D8-42A9-A03F-AEC8AD4AEB20}_7.png&quot;/&gt;&lt;left val=&quot;149&quot;/&gt;&lt;top val=&quot;273&quot;/&gt;&lt;width val=&quot;15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39250B7-C4DD-42C4-802E-4C247A0BD281}_7.png&quot;/&gt;&lt;left val=&quot;399&quot;/&gt;&lt;top val=&quot;273&quot;/&gt;&lt;width val=&quot;154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605642603,C:\Users\sanmi\GoogleDrive\UWMdrive\Courses\ECE552\ece552-lec05_ALUs_pptx\Media.ppcx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9FAD490-AE40-4505-A4D4-ADAF689E3E4D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85899E6-DD0A-44BD-8EC3-8CC908DE7C03}_8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&quot;/&gt;&lt;lineCharCount val=&quot;1&quot;/&gt;&lt;lineCharCount val=&quot;1&quot;/&gt;&lt;lineCharCount val=&quot;20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5F4EAB6-B2BD-4E92-AEE6-8587773AC7D6}_8.png&quot;/&gt;&lt;left val=&quot;107&quot;/&gt;&lt;top val=&quot;171&quot;/&gt;&lt;width val=&quot;299&quot;/&gt;&lt;height val=&quot;14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0&quot;/&gt;&lt;/TableIndex&gt;&lt;TableIndex row=&quot;1&quot; col=&quot;6&quot;&gt;&lt;linesCount val=&quot;1&quot;/&gt;&lt;lineCharCount val=&quot;1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0&quot;/&gt;&lt;/TableIndex&gt;&lt;TableIndex row=&quot;2&quot; col=&quot;6&quot;&gt;&lt;linesCount val=&quot;1&quot;/&gt;&lt;lineCharCount val=&quot;2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0&quot;/&gt;&lt;/TableIndex&gt;&lt;TableIndex row=&quot;3&quot; col=&quot;6&quot;&gt;&lt;linesCount val=&quot;1&quot;/&gt;&lt;lineCharCount val=&quot;2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8EC905B-5062-4072-8633-E186196A535C}_8.png&quot;/&gt;&lt;left val=&quot;107&quot;/&gt;&lt;top val=&quot;363&quot;/&gt;&lt;width val=&quot;299&quot;/&gt;&lt;height val=&quot;142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0&quot;/&gt;&lt;/TableIndex&gt;&lt;TableIndex row=&quot;1&quot; col=&quot;6&quot;&gt;&lt;linesCount val=&quot;1&quot;/&gt;&lt;lineCharCount val=&quot;1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0&quot;/&gt;&lt;/TableIndex&gt;&lt;TableIndex row=&quot;2&quot; col=&quot;6&quot;&gt;&lt;linesCount val=&quot;1&quot;/&gt;&lt;lineCharCount val=&quot;2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0&quot;/&gt;&lt;/TableIndex&gt;&lt;TableIndex row=&quot;3&quot; col=&quot;6&quot;&gt;&lt;linesCount val=&quot;1&quot;/&gt;&lt;lineCharCount val=&quot;2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F5FC309-E613-46D5-BA4C-F4E37A7ADEAD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A3B262D-1A24-4300-8C8E-88D5B21F2F9A}_8.png&quot;/&gt;&lt;left val=&quot;64&quot;/&gt;&lt;top val=&quot;218&quot;/&gt;&lt;width val=&quot;55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9A5A2D-62A9-472C-AEB4-72FB0931E4D1}_8.png&quot;/&gt;&lt;left val=&quot;64&quot;/&gt;&lt;top val=&quot;410&quot;/&gt;&lt;width val=&quot;55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605642603,C:\Users\sanmi\GoogleDrive\UWMdrive\Courses\ECE552\ece552-lec05_ALUs_pptx\Media.ppcx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F5A28FC-1BEB-4A5E-805D-281B5C55F6EF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7316A21-65FC-44B2-BEEA-7B9407C84AEB}_9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2&quot;/&gt;&lt;lineCharCount val=&quot;32&quot;/&gt;&lt;lineCharCount val=&quot;10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ED659FD-997E-462A-93D2-0DF49CA775E7}_9.png&quot;/&gt;&lt;left val=&quot;107&quot;/&gt;&lt;top val=&quot;261&quot;/&gt;&lt;width val=&quot;299&quot;/&gt;&lt;height val=&quot;142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0&quot;/&gt;&lt;/TableIndex&gt;&lt;TableIndex row=&quot;1&quot; col=&quot;6&quot;&gt;&lt;linesCount val=&quot;1&quot;/&gt;&lt;lineCharCount val=&quot;1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0&quot;/&gt;&lt;/TableIndex&gt;&lt;TableIndex row=&quot;2&quot; col=&quot;6&quot;&gt;&lt;linesCount val=&quot;1&quot;/&gt;&lt;lineCharCount val=&quot;2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0&quot;/&gt;&lt;/TableIndex&gt;&lt;TableIndex row=&quot;3&quot; col=&quot;6&quot;&gt;&lt;linesCount val=&quot;1&quot;/&gt;&lt;lineCharCount val=&quot;1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12A09A1-2FF7-4D02-8A4B-0D2AD66DAB68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5B36C0C-9A91-4C38-85FA-680BFD883C92}_9.png&quot;/&gt;&lt;left val=&quot;64&quot;/&gt;&lt;top val=&quot;308&quot;/&gt;&lt;width val=&quot;55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605642603,C:\Users\sanmi\GoogleDrive\UWMdrive\Courses\ECE552\ece552-lec05_ALUs_pptx\Media.ppcx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BAC21C9-F31E-4518-A20B-E5536F460C61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01EAA51-0056-4BB0-9D97-0CB2E4A36D9F}_10.png&quot;/&gt;&lt;left val=&quot;39&quot;/&gt;&lt;top val=&quot;108&quot;/&gt;&lt;width val=&quot;621&quot;/&gt;&lt;height val=&quot;127&quot;/&gt;&lt;hasText val=&quot;1&quot;/&gt;&lt;/Image&gt;&lt;/ThreeDShapeInfo&gt;"/>
  <p:tag name="PRESENTER_SHAPETEXTINFO" val="&lt;ShapeTextInfo&gt;&lt;TableIndex row=&quot;-1&quot; col=&quot;-1&quot;&gt;&lt;linesCount val=&quot;3&quot;/&gt;&lt;lineCharCount val=&quot;34&quot;/&gt;&lt;lineCharCount val=&quot;34&quot;/&gt;&lt;lineCharCount val=&quot;37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46BCAA5-FDB4-4A72-922E-2FAEE494A137}_10.png&quot;/&gt;&lt;left val=&quot;102&quot;/&gt;&lt;top val=&quot;228&quot;/&gt;&lt;width val=&quot;488&quot;/&gt;&lt;height val=&quot;273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3&quot;/&gt;&lt;/TableIndex&gt;&lt;TableIndex row=&quot;1&quot; col=&quot;4&quot;&gt;&lt;linesCount val=&quot;1&quot;/&gt;&lt;lineCharCount val=&quot;4&quot;/&gt;&lt;/TableIndex&gt;&lt;TableIndex row=&quot;1&quot; col=&quot;5&quot;&gt;&lt;linesCount val=&quot;1&quot;/&gt;&lt;lineCharCount val=&quot;1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1&quot;/&gt;&lt;/TableIndex&gt;&lt;TableIndex row=&quot;4&quot; col=&quot;1&quot;&gt;&lt;linesCount val=&quot;1&quot;/&gt;&lt;lineCharCount val=&quot;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1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5&quot; col=&quot;1&quot;&gt;&lt;linesCount val=&quot;1&quot;/&gt;&lt;lineCharCount val=&quot;1&quot;/&gt;&lt;/TableIndex&gt;&lt;TableIndex row=&quot;5&quot; col=&quot;2&quot;&gt;&lt;linesCount val=&quot;1&quot;/&gt;&lt;lineCharCount val=&quot;1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6&quot; col=&quot;1&quot;&gt;&lt;linesCount val=&quot;1&quot;/&gt;&lt;lineCharCount val=&quot;1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8&quot; col=&quot;1&quot;&gt;&lt;linesCount val=&quot;1&quot;/&gt;&lt;lineCharCount val=&quot;1&quot;/&gt;&lt;/TableIndex&gt;&lt;TableIndex row=&quot;8&quot; col=&quot;2&quot;&gt;&lt;linesCount val=&quot;1&quot;/&gt;&lt;lineCharCount val=&quot;1&quot;/&gt;&lt;/TableIndex&gt;&lt;TableIndex row=&quot;8&quot; col=&quot;3&quot;&gt;&lt;linesCount val=&quot;1&quot;/&gt;&lt;lineCharCount val=&quot;1&quot;/&gt;&lt;/TableIndex&gt;&lt;TableIndex row=&quot;8&quot; col=&quot;4&quot;&gt;&lt;linesCount val=&quot;1&quot;/&gt;&lt;lineCharCount val=&quot;1&quot;/&gt;&lt;/TableIndex&gt;&lt;TableIndex row=&quot;8&quot; col=&quot;5&quot;&gt;&lt;linesCount val=&quot;1&quot;/&gt;&lt;lineCharCount val=&quot;1&quot;/&gt;&lt;/TableIndex&gt;&lt;TableIndex row=&quot;9&quot; col=&quot;1&quot;&gt;&lt;linesCount val=&quot;1&quot;/&gt;&lt;lineCharCount val=&quot;1&quot;/&gt;&lt;/TableIndex&gt;&lt;TableIndex row=&quot;9&quot; col=&quot;2&quot;&gt;&lt;linesCount val=&quot;1&quot;/&gt;&lt;lineCharCount val=&quot;1&quot;/&gt;&lt;/TableIndex&gt;&lt;TableIndex row=&quot;9&quot; col=&quot;3&quot;&gt;&lt;linesCount val=&quot;1&quot;/&gt;&lt;lineCharCount val=&quot;1&quot;/&gt;&lt;/TableIndex&gt;&lt;TableIndex row=&quot;9&quot; col=&quot;4&quot;&gt;&lt;linesCount val=&quot;1&quot;/&gt;&lt;lineCharCount val=&quot;1&quot;/&gt;&lt;/TableIndex&gt;&lt;TableIndex row=&quot;9&quot; col=&quot;5&quot;&gt;&lt;linesCount val=&quot;1&quot;/&gt;&lt;lineCharCount val=&quot;1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D368137-A073-4EB0-B2AC-D05F0536F7B5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605642603,C:\Users\sanmi\GoogleDrive\UWMdrive\Courses\ECE552\ece552-lec05_ALUs_pptx\Media.ppcx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F14BB3E-F2A2-4EB1-A241-940B90B34455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4223492-D20E-4C04-97AD-D7D1EFF622E6}_11.png&quot;/&gt;&lt;left val=&quot;42&quot;/&gt;&lt;top val=&quot;125&quot;/&gt;&lt;width val=&quot;623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AC7C3F5-F9F8-41F7-9BAA-9999AE2DC4F7}&quot;/&gt;&lt;isInvalidForFieldText val=&quot;0&quot;/&gt;&lt;Image&gt;&lt;filename val=&quot;C:\Users\sanmi\Documents\My Adobe Presentations\ece552f2019-ALUs\data\asimages\{9AC7C3F5-F9F8-41F7-9BAA-9999AE2DC4F7}.png&quot;/&gt;&lt;left val=&quot;66&quot;/&gt;&lt;top val=&quot;45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1F73636-7EC5-4D8C-BC9D-1245510F3CD0}&quot;/&gt;&lt;isInvalidForFieldText val=&quot;0&quot;/&gt;&lt;Image&gt;&lt;filename val=&quot;C:\Users\sanmi\Documents\My Adobe Presentations\ece552f2019-ALUs\data\asimages\{F1F73636-7EC5-4D8C-BC9D-1245510F3CD0}.png&quot;/&gt;&lt;left val=&quot;90&quot;/&gt;&lt;top val=&quot;45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F1ED143-5F76-4C8A-8AD4-02F88C2B8CDE}&quot;/&gt;&lt;isInvalidForFieldText val=&quot;0&quot;/&gt;&lt;Image&gt;&lt;filename val=&quot;C:\Users\sanmi\Documents\My Adobe Presentations\ece552f2019-ALUs\data\asimages\{AF1ED143-5F76-4C8A-8AD4-02F88C2B8CDE}.png&quot;/&gt;&lt;left val=&quot;224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D749DAC-712B-45E1-A4BF-857A75F322B6}&quot;/&gt;&lt;isInvalidForFieldText val=&quot;0&quot;/&gt;&lt;Image&gt;&lt;filename val=&quot;C:\Users\sanmi\Documents\My Adobe Presentations\ece552f2019-ALUs\data\asimages\{3D749DAC-712B-45E1-A4BF-857A75F322B6}.png&quot;/&gt;&lt;left val=&quot;270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253C1E7-8366-4A55-B533-42270C5F02CB}&quot;/&gt;&lt;isInvalidForFieldText val=&quot;0&quot;/&gt;&lt;Image&gt;&lt;filename val=&quot;C:\Users\sanmi\Documents\My Adobe Presentations\ece552f2019-ALUs\data\asimages\{2253C1E7-8366-4A55-B533-42270C5F02CB}.png&quot;/&gt;&lt;left val=&quot;289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0E34BFE-6408-427F-9746-33A1F899A9C0}&quot;/&gt;&lt;isInvalidForFieldText val=&quot;0&quot;/&gt;&lt;Image&gt;&lt;filename val=&quot;C:\Users\sanmi\Documents\My Adobe Presentations\ece552f2019-ALUs\data\asimages\{90E34BFE-6408-427F-9746-33A1F899A9C0}.png&quot;/&gt;&lt;left val=&quot;270&quot;/&gt;&lt;top val=&quot;255&quot;/&gt;&lt;width val=&quot;1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D93E88-D7FA-4F42-8D14-91CF6234F310}&quot;/&gt;&lt;isInvalidForFieldText val=&quot;0&quot;/&gt;&lt;Image&gt;&lt;filename val=&quot;C:\Users\sanmi\Documents\My Adobe Presentations\ece552f2019-ALUs\data\asimages\{82D93E88-D7FA-4F42-8D14-91CF6234F310}.png&quot;/&gt;&lt;left val=&quot;234&quot;/&gt;&lt;top val=&quot;45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B72B131-E1E8-4B18-986F-EF2A4BACEE54}&quot;/&gt;&lt;isInvalidForFieldText val=&quot;0&quot;/&gt;&lt;Image&gt;&lt;filename val=&quot;C:\Users\sanmi\Documents\My Adobe Presentations\ece552f2019-ALUs\data\asimages\{DB72B131-E1E8-4B18-986F-EF2A4BACEE54}.png&quot;/&gt;&lt;left val=&quot;245&quot;/&gt;&lt;top val=&quot;2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D8F80BC-051F-439C-BCE2-B8440F44E297}&quot;/&gt;&lt;isInvalidForFieldText val=&quot;0&quot;/&gt;&lt;Image&gt;&lt;filename val=&quot;C:\Users\sanmi\Documents\My Adobe Presentations\ece552f2019-ALUs\data\asimages\{3D8F80BC-051F-439C-BCE2-B8440F44E297}.png&quot;/&gt;&lt;left val=&quot;257&quot;/&gt;&lt;top val=&quot;45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899FBFB-B435-4666-95F5-DB3B8C6AA978}&quot;/&gt;&lt;isInvalidForFieldText val=&quot;0&quot;/&gt;&lt;Image&gt;&lt;filename val=&quot;C:\Users\sanmi\Documents\My Adobe Presentations\ece552f2019-ALUs\data\asimages\{4899FBFB-B435-4666-95F5-DB3B8C6AA978}.png&quot;/&gt;&lt;left val=&quot;152&quot;/&gt;&lt;top val=&quot;45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BBD89D9-AD1E-44AC-A726-A4323831A466}&quot;/&gt;&lt;isInvalidForFieldText val=&quot;0&quot;/&gt;&lt;Image&gt;&lt;filename val=&quot;C:\Users\sanmi\Documents\My Adobe Presentations\ece552f2019-ALUs\data\asimages\{8BBD89D9-AD1E-44AC-A726-A4323831A466}.png&quot;/&gt;&lt;left val=&quot;174&quot;/&gt;&lt;top val=&quot;45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5470E2-BB24-4672-8FB5-56417E198E7F}&quot;/&gt;&lt;isInvalidForFieldText val=&quot;0&quot;/&gt;&lt;Image&gt;&lt;filename val=&quot;C:\Users\sanmi\Documents\My Adobe Presentations\ece552f2019-ALUs\data\asimages\{3E5470E2-BB24-4672-8FB5-56417E198E7F}.png&quot;/&gt;&lt;left val=&quot;572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8A146AA-5561-4B60-8C71-9899D20CA124}&quot;/&gt;&lt;isInvalidForFieldText val=&quot;0&quot;/&gt;&lt;Image&gt;&lt;filename val=&quot;C:\Users\sanmi\Documents\My Adobe Presentations\ece552f2019-ALUs\data\asimages\{C8A146AA-5561-4B60-8C71-9899D20CA124}.png&quot;/&gt;&lt;left val=&quot;591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AB7433-576C-4BE5-97A4-5A0FAE0ECEF2}&quot;/&gt;&lt;isInvalidForFieldText val=&quot;0&quot;/&gt;&lt;Image&gt;&lt;filename val=&quot;C:\Users\sanmi\Documents\My Adobe Presentations\ece552f2019-ALUs\data\asimages\{A4AB7433-576C-4BE5-97A4-5A0FAE0ECEF2}.png&quot;/&gt;&lt;left val=&quot;572&quot;/&gt;&lt;top val=&quot;255&quot;/&gt;&lt;width val=&quot;1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AF4E23E-7FBB-4640-99DF-8A5AE7A30FA8}&quot;/&gt;&lt;isInvalidForFieldText val=&quot;0&quot;/&gt;&lt;Image&gt;&lt;filename val=&quot;C:\Users\sanmi\Documents\My Adobe Presentations\ece552f2019-ALUs\data\asimages\{7AF4E23E-7FBB-4640-99DF-8A5AE7A30FA8}.png&quot;/&gt;&lt;left val=&quot;636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AC8760-69BC-4A3C-9B23-C13541F4964F}&quot;/&gt;&lt;isInvalidForFieldText val=&quot;0&quot;/&gt;&lt;Image&gt;&lt;filename val=&quot;C:\Users\sanmi\Documents\My Adobe Presentations\ece552f2019-ALUs\data\asimages\{25AC8760-69BC-4A3C-9B23-C13541F4964F}.png&quot;/&gt;&lt;left val=&quot;656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4A3EF06-4137-4967-8637-515A93A98E72}&quot;/&gt;&lt;isInvalidForFieldText val=&quot;0&quot;/&gt;&lt;Image&gt;&lt;filename val=&quot;C:\Users\sanmi\Documents\My Adobe Presentations\ece552f2019-ALUs\data\asimages\{84A3EF06-4137-4967-8637-515A93A98E72}.png&quot;/&gt;&lt;left val=&quot;636&quot;/&gt;&lt;top val=&quot;255&quot;/&gt;&lt;width val=&quot;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451A92F-A204-44F6-B297-90DB931F0E70}&quot;/&gt;&lt;isInvalidForFieldText val=&quot;0&quot;/&gt;&lt;Image&gt;&lt;filename val=&quot;C:\Users\sanmi\Documents\My Adobe Presentations\ece552f2019-ALUs\data\asimages\{2451A92F-A204-44F6-B297-90DB931F0E70}.png&quot;/&gt;&lt;left val=&quot;600&quot;/&gt;&lt;top val=&quot;45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A32C6EF-6419-40EE-B54F-2BDB9F8CDB92}&quot;/&gt;&lt;isInvalidForFieldText val=&quot;0&quot;/&gt;&lt;Image&gt;&lt;filename val=&quot;C:\Users\sanmi\Documents\My Adobe Presentations\ece552f2019-ALUs\data\asimages\{6A32C6EF-6419-40EE-B54F-2BDB9F8CDB92}.png&quot;/&gt;&lt;left val=&quot;613&quot;/&gt;&lt;top val=&quot;21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E9B63F-D223-4E99-B494-E84EEB1B653C}&quot;/&gt;&lt;isInvalidForFieldText val=&quot;0&quot;/&gt;&lt;Image&gt;&lt;filename val=&quot;C:\Users\sanmi\Documents\My Adobe Presentations\ece552f2019-ALUs\data\asimages\{12E9B63F-D223-4E99-B494-E84EEB1B653C}.png&quot;/&gt;&lt;left val=&quot;624&quot;/&gt;&lt;top val=&quot;45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8AF5341-A6E7-4C66-9529-6649FAF33961}&quot;/&gt;&lt;isInvalidForFieldText val=&quot;0&quot;/&gt;&lt;Image&gt;&lt;filename val=&quot;C:\Users\sanmi\Documents\My Adobe Presentations\ece552f2019-ALUs\data\asimages\{48AF5341-A6E7-4C66-9529-6649FAF33961}.png&quot;/&gt;&lt;left val=&quot;287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1FE2369-165E-471B-BAC3-36421F0E106B}&quot;/&gt;&lt;isInvalidForFieldText val=&quot;0&quot;/&gt;&lt;Image&gt;&lt;filename val=&quot;C:\Users\sanmi\Documents\My Adobe Presentations\ece552f2019-ALUs\data\asimages\{F1FE2369-165E-471B-BAC3-36421F0E106B}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304873B-6559-4BAC-91EE-0E85D414CD9B}&quot;/&gt;&lt;isInvalidForFieldText val=&quot;0&quot;/&gt;&lt;Image&gt;&lt;filename val=&quot;C:\Users\sanmi\Documents\My Adobe Presentations\ece552f2019-ALUs\data\asimages\{D304873B-6559-4BAC-91EE-0E85D414CD9B}.png&quot;/&gt;&lt;left val=&quot;287&quot;/&gt;&lt;top val=&quot;255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2C3971A-D8B3-4434-BA9A-906B67CA9211}_11.png&quot;/&gt;&lt;left val=&quot;9&quot;/&gt;&lt;top val=&quot;185&quot;/&gt;&lt;width val=&quot;686&quot;/&gt;&lt;height val=&quot;321&quot;/&gt;&lt;hasText val=&quot;1&quot;/&gt;&lt;/Image&gt;&lt;/ThreeDShape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4DC2C33-5D85-43CE-B6A9-0BA5EC26437E}&quot;/&gt;&lt;isInvalidForFieldText val=&quot;0&quot;/&gt;&lt;Image&gt;&lt;filename val=&quot;C:\Users\sanmi\Documents\My Adobe Presentations\ece552f2019-ALUs\data\asimages\{D4DC2C33-5D85-43CE-B6A9-0BA5EC26437E}.png&quot;/&gt;&lt;left val=&quot;571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B368602-D3B1-40D9-AEEF-BD911E78754C}&quot;/&gt;&lt;isInvalidForFieldText val=&quot;0&quot;/&gt;&lt;Image&gt;&lt;filename val=&quot;C:\Users\sanmi\Documents\My Adobe Presentations\ece552f2019-ALUs\data\asimages\{2B368602-D3B1-40D9-AEEF-BD911E78754C}.png&quot;/&gt;&lt;left val=&quot;575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0D7BCB-912F-4784-B3DE-198D9F381CE1}&quot;/&gt;&lt;isInvalidForFieldText val=&quot;0&quot;/&gt;&lt;Image&gt;&lt;filename val=&quot;C:\Users\sanmi\Documents\My Adobe Presentations\ece552f2019-ALUs\data\asimages\{E10D7BCB-912F-4784-B3DE-198D9F381CE1}.png&quot;/&gt;&lt;left val=&quot;571&quot;/&gt;&lt;top val=&quot;255&quot;/&gt;&lt;width val=&quot;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7666372-CE4D-4259-94D7-D6D66744D821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1605642603,C:\Users\sanmi\GoogleDrive\UWMdrive\Courses\ECE552\ece552-lec05_ALUs_pptx\Media.ppcx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165304A-396D-41AD-906C-A5046914F40E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EA628A0-3175-46BA-9C82-2BFF9F998091}_12.png&quot;/&gt;&lt;left val=&quot;39&quot;/&gt;&lt;top val=&quot;126&quot;/&gt;&lt;width val=&quot;621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45&quot;/&gt;&lt;/TableIndex&gt;&lt;/ShapeTextInfo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0FDFC3-472E-41A4-BE08-DCE6AB76AA45}&quot;/&gt;&lt;isInvalidForFieldText val=&quot;0&quot;/&gt;&lt;Image&gt;&lt;filename val=&quot;C:\Users\sanmi\Documents\My Adobe Presentations\ece552f2019-ALUs\data\asimages\{6D0FDFC3-472E-41A4-BE08-DCE6AB76AA45}.png&quot;/&gt;&lt;left val=&quot;73&quot;/&gt;&lt;top val=&quot;450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5944AC-3D36-46FD-ABFD-0E868B3032DA}&quot;/&gt;&lt;isInvalidForFieldText val=&quot;0&quot;/&gt;&lt;Image&gt;&lt;filename val=&quot;C:\Users\sanmi\Documents\My Adobe Presentations\ece552f2019-ALUs\data\asimages\{725944AC-3D36-46FD-ABFD-0E868B3032DA}.png&quot;/&gt;&lt;left val=&quot;100&quot;/&gt;&lt;top val=&quot;448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63F69D-84E1-46DA-B105-2AEE8382A29F}&quot;/&gt;&lt;isInvalidForFieldText val=&quot;0&quot;/&gt;&lt;Image&gt;&lt;filename val=&quot;C:\Users\sanmi\Documents\My Adobe Presentations\ece552f2019-ALUs\data\asimages\{1263F69D-84E1-46DA-B105-2AEE8382A29F}.png&quot;/&gt;&lt;left val=&quot;154&quot;/&gt;&lt;top val=&quot;450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1B1D5F-9D3D-4568-89B9-9B99B8643E81}&quot;/&gt;&lt;isInvalidForFieldText val=&quot;0&quot;/&gt;&lt;Image&gt;&lt;filename val=&quot;C:\Users\sanmi\Documents\My Adobe Presentations\ece552f2019-ALUs\data\asimages\{3E1B1D5F-9D3D-4568-89B9-9B99B8643E81}.png&quot;/&gt;&lt;left val=&quot;182&quot;/&gt;&lt;top val=&quot;44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A076F6-7297-4BEC-A21B-F2BF30525846}&quot;/&gt;&lt;isInvalidForFieldText val=&quot;0&quot;/&gt;&lt;Image&gt;&lt;filename val=&quot;C:\Users\sanmi\Documents\My Adobe Presentations\ece552f2019-ALUs\data\asimages\{EAA076F6-7297-4BEC-A21B-F2BF30525846}.png&quot;/&gt;&lt;left val=&quot;242&quot;/&gt;&lt;top val=&quot;45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D477D17-007F-49D4-B6B4-F28E9F9019F9}&quot;/&gt;&lt;isInvalidForFieldText val=&quot;0&quot;/&gt;&lt;Image&gt;&lt;filename val=&quot;C:\Users\sanmi\Documents\My Adobe Presentations\ece552f2019-ALUs\data\asimages\{2D477D17-007F-49D4-B6B4-F28E9F9019F9}.png&quot;/&gt;&lt;left val=&quot;270&quot;/&gt;&lt;top val=&quot;44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3E3C86D-589C-4799-8716-C867DAE6CE03}&quot;/&gt;&lt;isInvalidForFieldText val=&quot;0&quot;/&gt;&lt;Image&gt;&lt;filename val=&quot;C:\Users\sanmi\Documents\My Adobe Presentations\ece552f2019-ALUs\data\asimages\{93E3C86D-589C-4799-8716-C867DAE6CE03}.png&quot;/&gt;&lt;left val=&quot;568&quot;/&gt;&lt;top val=&quot;450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B1481FF-7AAD-46DB-A81A-46B242D66AA4}&quot;/&gt;&lt;isInvalidForFieldText val=&quot;0&quot;/&gt;&lt;Image&gt;&lt;filename val=&quot;C:\Users\sanmi\Documents\My Adobe Presentations\ece552f2019-ALUs\data\asimages\{BB1481FF-7AAD-46DB-A81A-46B242D66AA4}.png&quot;/&gt;&lt;left val=&quot;595&quot;/&gt;&lt;top val=&quot;448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F1B8B50-DE8E-4360-A05A-3338CE2C2A46}&quot;/&gt;&lt;isInvalidForFieldText val=&quot;0&quot;/&gt;&lt;Image&gt;&lt;filename val=&quot;C:\Users\sanmi\Documents\My Adobe Presentations\ece552f2019-ALUs\data\asimages\{3F1B8B50-DE8E-4360-A05A-3338CE2C2A46}_12.png&quot;/&gt;&lt;left val=&quot;21&quot;/&gt;&lt;top val=&quot;180&quot;/&gt;&lt;width val=&quot;673&quot;/&gt;&lt;height val=&quot;314&quot;/&gt;&lt;hasText val=&quot;1&quot;/&gt;&lt;/Image&gt;&lt;/ThreeDShapeInfo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42DA7DF-C4A9-4EC2-9619-3C48E7B3281F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1605642603,C:\Users\sanmi\GoogleDrive\UWMdrive\Courses\ECE552\ece552-lec05_ALUs_pptx\Media.ppcx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6C4750A-C2C2-4F80-AF0C-9BCE831C6D37}_13.png&quot;/&gt;&lt;left val=&quot;53&quot;/&gt;&lt;top val=&quot;2&quot;/&gt;&lt;width val=&quot;637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22&quot;/&gt;&lt;lineCharCount val=&quot;16&quot;/&gt;&lt;/TableIndex&gt;&lt;/ShapeTextInfo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C603D4E-D9CD-4EF1-B84C-25057AF50D4E}_13.png&quot;/&gt;&lt;left val=&quot;39&quot;/&gt;&lt;top val=&quot;120&quot;/&gt;&lt;width val=&quot;621&quot;/&gt;&lt;height val=&quot;93&quot;/&gt;&lt;hasText val=&quot;1&quot;/&gt;&lt;/Image&gt;&lt;/ThreeDShapeInfo&gt;"/>
  <p:tag name="PRESENTER_SHAPETEXTINFO" val="&lt;ShapeTextInfo&gt;&lt;TableIndex row=&quot;-1&quot; col=&quot;-1&quot;&gt;&lt;linesCount val=&quot;2&quot;/&gt;&lt;lineCharCount val=&quot;19&quot;/&gt;&lt;lineCharCount val=&quot;37&quot;/&gt;&lt;/TableIndex&gt;&lt;/ShapeTextInfo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782CDDF-22B8-4B03-A87D-B185B394FB6E}&quot;/&gt;&lt;isInvalidForFieldText val=&quot;0&quot;/&gt;&lt;Image&gt;&lt;filename val=&quot;C:\Users\sanmi\Documents\My Adobe Presentations\ece552f2019-ALUs\data\asimages\{9782CDDF-22B8-4B03-A87D-B185B394FB6E}.png&quot;/&gt;&lt;left val=&quot;54&quot;/&gt;&lt;top val=&quot;252&quot;/&gt;&lt;width val=&quot;48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55F62C7-C8BA-4D43-A277-F3861221D689}&quot;/&gt;&lt;isInvalidForFieldText val=&quot;0&quot;/&gt;&lt;Image&gt;&lt;filename val=&quot;C:\Users\sanmi\Documents\My Adobe Presentations\ece552f2019-ALUs\data\asimages\{E55F62C7-C8BA-4D43-A277-F3861221D689}.png&quot;/&gt;&lt;left val=&quot;101&quot;/&gt;&lt;top val=&quot;252&quot;/&gt;&lt;width val=&quot;1&quot;/&gt;&lt;height val=&quot;8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6A61800-09C8-4ECA-A789-5D90EC422CA6}&quot;/&gt;&lt;isInvalidForFieldText val=&quot;0&quot;/&gt;&lt;Image&gt;&lt;filename val=&quot;C:\Users\sanmi\Documents\My Adobe Presentations\ece552f2019-ALUs\data\asimages\{B6A61800-09C8-4ECA-A789-5D90EC422CA6}.png&quot;/&gt;&lt;left val=&quot;54&quot;/&gt;&lt;top val=&quot;337&quot;/&gt;&lt;width val=&quot;48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3B3D016-C6DB-4830-9EB0-33C52054501C}&quot;/&gt;&lt;isInvalidForFieldText val=&quot;0&quot;/&gt;&lt;Image&gt;&lt;filename val=&quot;C:\Users\sanmi\Documents\My Adobe Presentations\ece552f2019-ALUs\data\asimages\{73B3D016-C6DB-4830-9EB0-33C52054501C}.png&quot;/&gt;&lt;left val=&quot;32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8FAEA95-87BC-4599-B17F-3C56D7EEF36B}&quot;/&gt;&lt;isInvalidForFieldText val=&quot;0&quot;/&gt;&lt;Image&gt;&lt;filename val=&quot;C:\Users\sanmi\Documents\My Adobe Presentations\ece552f2019-ALUs\data\asimages\{D8FAEA95-87BC-4599-B17F-3C56D7EEF36B}.png&quot;/&gt;&lt;left val=&quot;53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4A4A8D9-2E4C-4418-8880-D45584F8A99D}&quot;/&gt;&lt;isInvalidForFieldText val=&quot;0&quot;/&gt;&lt;Image&gt;&lt;filename val=&quot;C:\Users\sanmi\Documents\My Adobe Presentations\ece552f2019-ALUs\data\asimages\{54A4A8D9-2E4C-4418-8880-D45584F8A99D}.png&quot;/&gt;&lt;left val=&quot;101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6103C9B-5D7F-40A3-AC4A-042EADDDEB73}&quot;/&gt;&lt;isInvalidForFieldText val=&quot;0&quot;/&gt;&lt;Image&gt;&lt;filename val=&quot;C:\Users\sanmi\Documents\My Adobe Presentations\ece552f2019-ALUs\data\asimages\{B6103C9B-5D7F-40A3-AC4A-042EADDDEB73}.png&quot;/&gt;&lt;left val=&quot;122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F0A152-ECDC-41AD-B44B-B67E22F02B81}&quot;/&gt;&lt;isInvalidForFieldText val=&quot;0&quot;/&gt;&lt;Image&gt;&lt;filename val=&quot;C:\Users\sanmi\Documents\My Adobe Presentations\ece552f2019-ALUs\data\asimages\{B2F0A152-ECDC-41AD-B44B-B67E22F02B81}.png&quot;/&gt;&lt;left val=&quot;63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D04A32C-D6B6-4A35-8A25-20C10ACABE85}&quot;/&gt;&lt;isInvalidForFieldText val=&quot;0&quot;/&gt;&lt;Image&gt;&lt;filename val=&quot;C:\Users\sanmi\Documents\My Adobe Presentations\ece552f2019-ALUs\data\asimages\{2D04A32C-D6B6-4A35-8A25-20C10ACABE85}.png&quot;/&gt;&lt;left val=&quot;89&quot;/&gt;&lt;top val=&quot;37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D43FB0-58A7-4D4C-BD1F-73B17A67D337}&quot;/&gt;&lt;isInvalidForFieldText val=&quot;0&quot;/&gt;&lt;Image&gt;&lt;filename val=&quot;C:\Users\sanmi\Documents\My Adobe Presentations\ece552f2019-ALUs\data\asimages\{25D43FB0-58A7-4D4C-BD1F-73B17A67D337}.png&quot;/&gt;&lt;left val=&quot;89&quot;/&gt;&lt;top val=&quot;337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BD5D8E-5BA4-4F06-AE16-AA6F77696180}&quot;/&gt;&lt;isInvalidForFieldText val=&quot;0&quot;/&gt;&lt;Image&gt;&lt;filename val=&quot;C:\Users\sanmi\Documents\My Adobe Presentations\ece552f2019-ALUs\data\asimages\{F8BD5D8E-5BA4-4F06-AE16-AA6F77696180}.png&quot;/&gt;&lt;left val=&quot;89&quot;/&gt;&lt;top val=&quot;337&quot;/&gt;&lt;width val=&quot;1&quot;/&gt;&lt;height val=&quot;3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C2AF480-A6F9-4FFF-992A-B4A0CDDDB490}&quot;/&gt;&lt;isInvalidForFieldText val=&quot;0&quot;/&gt;&lt;Image&gt;&lt;filename val=&quot;C:\Users\sanmi\Documents\My Adobe Presentations\ece552f2019-ALUs\data\asimages\{AC2AF480-A6F9-4FFF-992A-B4A0CDDDB490}.png&quot;/&gt;&lt;left val=&quot;75&quot;/&gt;&lt;top val=&quot;2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D607D1-1606-4BE6-90BF-59EE9F66FA2B}&quot;/&gt;&lt;isInvalidForFieldText val=&quot;0&quot;/&gt;&lt;Image&gt;&lt;filename val=&quot;C:\Users\sanmi\Documents\My Adobe Presentations\ece552f2019-ALUs\data\asimages\{F7D607D1-1606-4BE6-90BF-59EE9F66FA2B}.png&quot;/&gt;&lt;left val=&quot;75&quot;/&gt;&lt;top val=&quot;2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587F083-644A-4651-8923-47DBC35C1D99}&quot;/&gt;&lt;isInvalidForFieldText val=&quot;0&quot;/&gt;&lt;Image&gt;&lt;filename val=&quot;C:\Users\sanmi\Documents\My Adobe Presentations\ece552f2019-ALUs\data\asimages\{B587F083-644A-4651-8923-47DBC35C1D99}.png&quot;/&gt;&lt;left val=&quot;83&quot;/&gt;&lt;top val=&quot;427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8A5E9F6-E846-40B8-A81D-BDA3F59805C2}&quot;/&gt;&lt;isInvalidForFieldText val=&quot;0&quot;/&gt;&lt;Image&gt;&lt;filename val=&quot;C:\Users\sanmi\Documents\My Adobe Presentations\ece552f2019-ALUs\data\asimages\{38A5E9F6-E846-40B8-A81D-BDA3F59805C2}.png&quot;/&gt;&lt;left val=&quot;83&quot;/&gt;&lt;top val=&quot;41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2DC4728-4AD1-4A20-B7F2-81311E7F3DB4}&quot;/&gt;&lt;isInvalidForFieldText val=&quot;0&quot;/&gt;&lt;Image&gt;&lt;filename val=&quot;C:\Users\sanmi\Documents\My Adobe Presentations\ece552f2019-ALUs\data\asimages\{42DC4728-4AD1-4A20-B7F2-81311E7F3DB4}.png&quot;/&gt;&lt;left val=&quot;83&quot;/&gt;&lt;top val=&quot;411&quot;/&gt;&lt;width val=&quot;1&quot;/&gt;&lt;height val=&quot;1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FD0807A-B12E-496F-8C9F-91B36D9C4099}&quot;/&gt;&lt;isInvalidForFieldText val=&quot;0&quot;/&gt;&lt;Image&gt;&lt;filename val=&quot;C:\Users\sanmi\Documents\My Adobe Presentations\ece552f2019-ALUs\data\asimages\{4FD0807A-B12E-496F-8C9F-91B36D9C4099}.png&quot;/&gt;&lt;left val=&quot;95&quot;/&gt;&lt;top val=&quot;427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F1210B1-DAAF-453C-929F-679B5C4CE549}&quot;/&gt;&lt;isInvalidForFieldText val=&quot;0&quot;/&gt;&lt;Image&gt;&lt;filename val=&quot;C:\Users\sanmi\Documents\My Adobe Presentations\ece552f2019-ALUs\data\asimages\{5F1210B1-DAAF-453C-929F-679B5C4CE549}.png&quot;/&gt;&lt;left val=&quot;95&quot;/&gt;&lt;top val=&quot;41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93D9ABE-272B-4FCF-9887-6CDD7134F401}&quot;/&gt;&lt;isInvalidForFieldText val=&quot;0&quot;/&gt;&lt;Image&gt;&lt;filename val=&quot;C:\Users\sanmi\Documents\My Adobe Presentations\ece552f2019-ALUs\data\asimages\{593D9ABE-272B-4FCF-9887-6CDD7134F401}.png&quot;/&gt;&lt;left val=&quot;95&quot;/&gt;&lt;top val=&quot;411&quot;/&gt;&lt;width val=&quot;1&quot;/&gt;&lt;height val=&quot;1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647FBEC-30D2-495A-BB3E-0CBB23D6B1D6}&quot;/&gt;&lt;isInvalidForFieldText val=&quot;0&quot;/&gt;&lt;Image&gt;&lt;filename val=&quot;C:\Users\sanmi\Documents\My Adobe Presentations\ece552f2019-ALUs\data\asimages\{E647FBEC-30D2-495A-BB3E-0CBB23D6B1D6}.png&quot;/&gt;&lt;left val=&quot;89&quot;/&gt;&lt;top val=&quot;38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598918D-E4F8-4186-ABB1-20C1C5EE1093}&quot;/&gt;&lt;isInvalidForFieldText val=&quot;0&quot;/&gt;&lt;Image&gt;&lt;filename val=&quot;C:\Users\sanmi\Documents\My Adobe Presentations\ece552f2019-ALUs\data\asimages\{A598918D-E4F8-4186-ABB1-20C1C5EE1093}.png&quot;/&gt;&lt;left val=&quot;89&quot;/&gt;&lt;top val=&quot;37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6380DBF-EFE7-451E-A904-F0D2F6594E58}&quot;/&gt;&lt;isInvalidForFieldText val=&quot;0&quot;/&gt;&lt;Image&gt;&lt;filename val=&quot;C:\Users\sanmi\Documents\My Adobe Presentations\ece552f2019-ALUs\data\asimages\{A6380DBF-EFE7-451E-A904-F0D2F6594E58}.png&quot;/&gt;&lt;left val=&quot;89&quot;/&gt;&lt;top val=&quot;375&quot;/&gt;&lt;width val=&quot;1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2E5CC3-7BD7-47FA-9828-E5895B724B31}&quot;/&gt;&lt;isInvalidForFieldText val=&quot;0&quot;/&gt;&lt;Image&gt;&lt;filename val=&quot;C:\Users\sanmi\Documents\My Adobe Presentations\ece552f2019-ALUs\data\asimages\{632E5CC3-7BD7-47FA-9828-E5895B724B31}.png&quot;/&gt;&lt;left val=&quot;78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30D0AB6-C71A-4F5A-9ABA-D676C3E1FF0A}&quot;/&gt;&lt;isInvalidForFieldText val=&quot;0&quot;/&gt;&lt;Image&gt;&lt;filename val=&quot;C:\Users\sanmi\Documents\My Adobe Presentations\ece552f2019-ALUs\data\asimages\{B30D0AB6-C71A-4F5A-9ABA-D676C3E1FF0A}.png&quot;/&gt;&lt;left val=&quot;78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FC33D07-DE25-4BB7-BEF6-3FCD90988D6E}&quot;/&gt;&lt;isInvalidForFieldText val=&quot;0&quot;/&gt;&lt;Image&gt;&lt;filename val=&quot;C:\Users\sanmi\Documents\My Adobe Presentations\ece552f2019-ALUs\data\asimages\{4FC33D07-DE25-4BB7-BEF6-3FCD90988D6E}.png&quot;/&gt;&lt;left val=&quot;101&quot;/&gt;&lt;top val=&quot;414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8C4F164-6648-45D5-8C0C-0A5C8162A1F8}&quot;/&gt;&lt;isInvalidForFieldText val=&quot;0&quot;/&gt;&lt;Image&gt;&lt;filename val=&quot;C:\Users\sanmi\Documents\My Adobe Presentations\ece552f2019-ALUs\data\asimages\{A8C4F164-6648-45D5-8C0C-0A5C8162A1F8}.png&quot;/&gt;&lt;left val=&quot;101&quot;/&gt;&lt;top val=&quot;393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737F496-2465-4684-894F-0A9977AC1E5D}&quot;/&gt;&lt;isInvalidForFieldText val=&quot;0&quot;/&gt;&lt;Image&gt;&lt;filename val=&quot;C:\Users\sanmi\Documents\My Adobe Presentations\ece552f2019-ALUs\data\asimages\{D737F496-2465-4684-894F-0A9977AC1E5D}.png&quot;/&gt;&lt;left val=&quot;101&quot;/&gt;&lt;top val=&quot;393&quot;/&gt;&lt;width val=&quot;1&quot;/&gt;&lt;height val=&quot;2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490C946-E738-4073-93CC-B218C1CCA759}&quot;/&gt;&lt;isInvalidForFieldText val=&quot;0&quot;/&gt;&lt;Image&gt;&lt;filename val=&quot;C:\Users\sanmi\Documents\My Adobe Presentations\ece552f2019-ALUs\data\asimages\{5490C946-E738-4073-93CC-B218C1CCA759}.png&quot;/&gt;&lt;left val=&quot;35&quot;/&gt;&lt;top val=&quot;44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2D558D1-90A8-404A-B13A-44D2F4DB4ABE}&quot;/&gt;&lt;isInvalidForFieldText val=&quot;0&quot;/&gt;&lt;Image&gt;&lt;filename val=&quot;C:\Users\sanmi\Documents\My Adobe Presentations\ece552f2019-ALUs\data\asimages\{92D558D1-90A8-404A-B13A-44D2F4DB4ABE}.png&quot;/&gt;&lt;left val=&quot;666&quot;/&gt;&lt;top val=&quot;44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D32847C-5044-4249-90F1-AF00E9794B5D}&quot;/&gt;&lt;isInvalidForFieldText val=&quot;0&quot;/&gt;&lt;Image&gt;&lt;filename val=&quot;C:\Users\sanmi\Documents\My Adobe Presentations\ece552f2019-ALUs\data\asimages\{4D32847C-5044-4249-90F1-AF00E9794B5D}.png&quot;/&gt;&lt;left val=&quot;84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D6C231-2BF1-4E3B-9902-2C037028D36F}&quot;/&gt;&lt;isInvalidForFieldText val=&quot;0&quot;/&gt;&lt;Image&gt;&lt;filename val=&quot;C:\Users\sanmi\Documents\My Adobe Presentations\ece552f2019-ALUs\data\asimages\{1ED6C231-2BF1-4E3B-9902-2C037028D36F}.png&quot;/&gt;&lt;left val=&quot;84&quot;/&gt;&lt;top val=&quot;47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65B3D1C-D8BB-4113-B278-D0B5D9C6E8B5}&quot;/&gt;&lt;isInvalidForFieldText val=&quot;0&quot;/&gt;&lt;Image&gt;&lt;filename val=&quot;C:\Users\sanmi\Documents\My Adobe Presentations\ece552f2019-ALUs\data\asimages\{665B3D1C-D8BB-4113-B278-D0B5D9C6E8B5}.png&quot;/&gt;&lt;left val=&quot;95&quot;/&gt;&lt;top val=&quot;427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50045DB-E497-4F30-BE90-9C45ED9ED8F4}&quot;/&gt;&lt;isInvalidForFieldText val=&quot;0&quot;/&gt;&lt;Image&gt;&lt;filename val=&quot;C:\Users\sanmi\Documents\My Adobe Presentations\ece552f2019-ALUs\data\asimages\{950045DB-E497-4F30-BE90-9C45ED9ED8F4}.png&quot;/&gt;&lt;left val=&quot;95&quot;/&gt;&lt;top val=&quot;45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58E6470-107A-4352-A7DE-DE29A70ACE67}&quot;/&gt;&lt;isInvalidForFieldText val=&quot;0&quot;/&gt;&lt;Image&gt;&lt;filename val=&quot;C:\Users\sanmi\Documents\My Adobe Presentations\ece552f2019-ALUs\data\asimages\{A58E6470-107A-4352-A7DE-DE29A70ACE67}.png&quot;/&gt;&lt;left val=&quot;95&quot;/&gt;&lt;top val=&quot;427&quot;/&gt;&lt;width val=&quot;1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5CEF2C2-DA43-45A8-B6CA-F320046818D3}&quot;/&gt;&lt;isInvalidForFieldText val=&quot;0&quot;/&gt;&lt;Image&gt;&lt;filename val=&quot;C:\Users\sanmi\Documents\My Adobe Presentations\ece552f2019-ALUs\data\asimages\{15CEF2C2-DA43-45A8-B6CA-F320046818D3}.png&quot;/&gt;&lt;left val=&quot;31&quot;/&gt;&lt;top val=&quot;44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795D89-6A63-4129-BE3D-B5B31A96D04C}&quot;/&gt;&lt;isInvalidForFieldText val=&quot;0&quot;/&gt;&lt;Image&gt;&lt;filename val=&quot;C:\Users\sanmi\Documents\My Adobe Presentations\ece552f2019-ALUs\data\asimages\{B9795D89-6A63-4129-BE3D-B5B31A96D04C}.png&quot;/&gt;&lt;left val=&quot;142&quot;/&gt;&lt;top val=&quot;252&quot;/&gt;&lt;width val=&quot;49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656DFA-56E9-41CE-BB9C-CF947D4D88CD}&quot;/&gt;&lt;isInvalidForFieldText val=&quot;0&quot;/&gt;&lt;Image&gt;&lt;filename val=&quot;C:\Users\sanmi\Documents\My Adobe Presentations\ece552f2019-ALUs\data\asimages\{12656DFA-56E9-41CE-BB9C-CF947D4D88CD}.png&quot;/&gt;&lt;left val=&quot;142&quot;/&gt;&lt;top val=&quot;337&quot;/&gt;&lt;width val=&quot;48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9B1F80-B65F-4B11-BAD5-CCFFAEE1E3FB}&quot;/&gt;&lt;isInvalidForFieldText val=&quot;0&quot;/&gt;&lt;Image&gt;&lt;filename val=&quot;C:\Users\sanmi\Documents\My Adobe Presentations\ece552f2019-ALUs\data\asimages\{729B1F80-B65F-4B11-BAD5-CCFFAEE1E3FB}.png&quot;/&gt;&lt;left val=&quot;151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AFF2223-3082-4030-B628-D495AD7F7F9C}&quot;/&gt;&lt;isInvalidForFieldText val=&quot;0&quot;/&gt;&lt;Image&gt;&lt;filename val=&quot;C:\Users\sanmi\Documents\My Adobe Presentations\ece552f2019-ALUs\data\asimages\{AAFF2223-3082-4030-B628-D495AD7F7F9C}.png&quot;/&gt;&lt;left val=&quot;177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2954520-331E-4FC8-AFF6-D957A2BECA35}&quot;/&gt;&lt;isInvalidForFieldText val=&quot;0&quot;/&gt;&lt;Image&gt;&lt;filename val=&quot;C:\Users\sanmi\Documents\My Adobe Presentations\ece552f2019-ALUs\data\asimages\{02954520-331E-4FC8-AFF6-D957A2BECA35}.png&quot;/&gt;&lt;left val=&quot;177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C1E6A3C-3FF0-4F92-A097-8852B67DF92A}&quot;/&gt;&lt;isInvalidForFieldText val=&quot;0&quot;/&gt;&lt;Image&gt;&lt;filename val=&quot;C:\Users\sanmi\Documents\My Adobe Presentations\ece552f2019-ALUs\data\asimages\{AC1E6A3C-3FF0-4F92-A097-8852B67DF92A}.png&quot;/&gt;&lt;left val=&quot;163&quot;/&gt;&lt;top val=&quot;2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F2C1DE9-80B9-4E5D-A90E-4E35C4A37AA2}&quot;/&gt;&lt;isInvalidForFieldText val=&quot;0&quot;/&gt;&lt;Image&gt;&lt;filename val=&quot;C:\Users\sanmi\Documents\My Adobe Presentations\ece552f2019-ALUs\data\asimages\{5F2C1DE9-80B9-4E5D-A90E-4E35C4A37AA2}.png&quot;/&gt;&lt;left val=&quot;163&quot;/&gt;&lt;top val=&quot;2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03B2C3B-C3BB-47CD-8ADE-4B6D7BE8A7BD}&quot;/&gt;&lt;isInvalidForFieldText val=&quot;0&quot;/&gt;&lt;Image&gt;&lt;filename val=&quot;C:\Users\sanmi\Documents\My Adobe Presentations\ece552f2019-ALUs\data\asimages\{903B2C3B-C3BB-47CD-8ADE-4B6D7BE8A7BD}.png&quot;/&gt;&lt;left val=&quot;171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436E306-5313-4E5E-887E-B72FCB12C048}&quot;/&gt;&lt;isInvalidForFieldText val=&quot;0&quot;/&gt;&lt;Image&gt;&lt;filename val=&quot;C:\Users\sanmi\Documents\My Adobe Presentations\ece552f2019-ALUs\data\asimages\{0436E306-5313-4E5E-887E-B72FCB12C048}.png&quot;/&gt;&lt;left val=&quot;171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4ED27B-9055-40B7-BA85-4011B8287A4F}&quot;/&gt;&lt;isInvalidForFieldText val=&quot;0&quot;/&gt;&lt;Image&gt;&lt;filename val=&quot;C:\Users\sanmi\Documents\My Adobe Presentations\ece552f2019-ALUs\data\asimages\{EA4ED27B-9055-40B7-BA85-4011B8287A4F}.png&quot;/&gt;&lt;left val=&quot;183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7B7C5C-A308-473B-8553-D834C3BD92AF}&quot;/&gt;&lt;isInvalidForFieldText val=&quot;0&quot;/&gt;&lt;Image&gt;&lt;filename val=&quot;C:\Users\sanmi\Documents\My Adobe Presentations\ece552f2019-ALUs\data\asimages\{CD7B7C5C-A308-473B-8553-D834C3BD92AF}.png&quot;/&gt;&lt;left val=&quot;183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EDF40E-2EEB-4E41-8A25-E9F0C4067700}&quot;/&gt;&lt;isInvalidForFieldText val=&quot;0&quot;/&gt;&lt;Image&gt;&lt;filename val=&quot;C:\Users\sanmi\Documents\My Adobe Presentations\ece552f2019-ALUs\data\asimages\{BFEDF40E-2EEB-4E41-8A25-E9F0C4067700}.png&quot;/&gt;&lt;left val=&quot;177&quot;/&gt;&lt;top val=&quot;3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73523E-B71A-4555-8A62-4D38004BFF2D}&quot;/&gt;&lt;isInvalidForFieldText val=&quot;0&quot;/&gt;&lt;Image&gt;&lt;filename val=&quot;C:\Users\sanmi\Documents\My Adobe Presentations\ece552f2019-ALUs\data\asimages\{7273523E-B71A-4555-8A62-4D38004BFF2D}.png&quot;/&gt;&lt;left val=&quot;177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ED89F02-1037-4884-90E0-350CE28FB02F}&quot;/&gt;&lt;isInvalidForFieldText val=&quot;0&quot;/&gt;&lt;Image&gt;&lt;filename val=&quot;C:\Users\sanmi\Documents\My Adobe Presentations\ece552f2019-ALUs\data\asimages\{6ED89F02-1037-4884-90E0-350CE28FB02F}.png&quot;/&gt;&lt;left val=&quot;166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0AEE2E3-198B-491C-974E-B0B987CEC2F0}&quot;/&gt;&lt;isInvalidForFieldText val=&quot;0&quot;/&gt;&lt;Image&gt;&lt;filename val=&quot;C:\Users\sanmi\Documents\My Adobe Presentations\ece552f2019-ALUs\data\asimages\{40AEE2E3-198B-491C-974E-B0B987CEC2F0}.png&quot;/&gt;&lt;left val=&quot;166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BB8C048-2588-4BD4-8067-706291E890AF}&quot;/&gt;&lt;isInvalidForFieldText val=&quot;0&quot;/&gt;&lt;Image&gt;&lt;filename val=&quot;C:\Users\sanmi\Documents\My Adobe Presentations\ece552f2019-ALUs\data\asimages\{4BB8C048-2588-4BD4-8067-706291E890AF}.png&quot;/&gt;&lt;left val=&quot;189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C8ECC24-F447-4B81-B48E-0B2CE1581531}&quot;/&gt;&lt;isInvalidForFieldText val=&quot;0&quot;/&gt;&lt;Image&gt;&lt;filename val=&quot;C:\Users\sanmi\Documents\My Adobe Presentations\ece552f2019-ALUs\data\asimages\{8C8ECC24-F447-4B81-B48E-0B2CE1581531}.png&quot;/&gt;&lt;left val=&quot;189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F33AAF7-4BBF-40EE-8E4F-7ABC4259F126}&quot;/&gt;&lt;isInvalidForFieldText val=&quot;0&quot;/&gt;&lt;Image&gt;&lt;filename val=&quot;C:\Users\sanmi\Documents\My Adobe Presentations\ece552f2019-ALUs\data\asimages\{9F33AAF7-4BBF-40EE-8E4F-7ABC4259F126}.png&quot;/&gt;&lt;left val=&quot;172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5A2841F-C5C1-4BF0-996B-9D6A7B1E75E7}&quot;/&gt;&lt;isInvalidForFieldText val=&quot;0&quot;/&gt;&lt;Image&gt;&lt;filename val=&quot;C:\Users\sanmi\Documents\My Adobe Presentations\ece552f2019-ALUs\data\asimages\{B5A2841F-C5C1-4BF0-996B-9D6A7B1E75E7}.png&quot;/&gt;&lt;left val=&quot;172&quot;/&gt;&lt;top val=&quot;47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5452033-2081-4B2A-982F-CC880890A7BB}&quot;/&gt;&lt;isInvalidForFieldText val=&quot;0&quot;/&gt;&lt;Image&gt;&lt;filename val=&quot;C:\Users\sanmi\Documents\My Adobe Presentations\ece552f2019-ALUs\data\asimages\{85452033-2081-4B2A-982F-CC880890A7BB}.png&quot;/&gt;&lt;left val=&quot;183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553D158-D897-421F-A2D9-8132E1D2E420}&quot;/&gt;&lt;isInvalidForFieldText val=&quot;0&quot;/&gt;&lt;Image&gt;&lt;filename val=&quot;C:\Users\sanmi\Documents\My Adobe Presentations\ece552f2019-ALUs\data\asimages\{E553D158-D897-421F-A2D9-8132E1D2E420}.png&quot;/&gt;&lt;left val=&quot;229&quot;/&gt;&lt;top val=&quot;252&quot;/&gt;&lt;width val=&quot;49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9C22930-ABE1-4272-A295-CB6397A336E7}&quot;/&gt;&lt;isInvalidForFieldText val=&quot;0&quot;/&gt;&lt;Image&gt;&lt;filename val=&quot;C:\Users\sanmi\Documents\My Adobe Presentations\ece552f2019-ALUs\data\asimages\{99C22930-ABE1-4272-A295-CB6397A336E7}.png&quot;/&gt;&lt;left val=&quot;229&quot;/&gt;&lt;top val=&quot;337&quot;/&gt;&lt;width val=&quot;48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9EB202E-4EE4-4E3A-AF4F-8924A5D1278B}&quot;/&gt;&lt;isInvalidForFieldText val=&quot;0&quot;/&gt;&lt;Image&gt;&lt;filename val=&quot;C:\Users\sanmi\Documents\My Adobe Presentations\ece552f2019-ALUs\data\asimages\{E9EB202E-4EE4-4E3A-AF4F-8924A5D1278B}.png&quot;/&gt;&lt;left val=&quot;238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458D0B-EC74-4076-8058-3FA2F53C6EFF}&quot;/&gt;&lt;isInvalidForFieldText val=&quot;0&quot;/&gt;&lt;Image&gt;&lt;filename val=&quot;C:\Users\sanmi\Documents\My Adobe Presentations\ece552f2019-ALUs\data\asimages\{A4458D0B-EC74-4076-8058-3FA2F53C6EFF}.png&quot;/&gt;&lt;left val=&quot;264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F3B5F2-8952-4A9B-AD62-B910D7760815}&quot;/&gt;&lt;isInvalidForFieldText val=&quot;0&quot;/&gt;&lt;Image&gt;&lt;filename val=&quot;C:\Users\sanmi\Documents\My Adobe Presentations\ece552f2019-ALUs\data\asimages\{E1F3B5F2-8952-4A9B-AD62-B910D7760815}.png&quot;/&gt;&lt;left val=&quot;264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B2C24B5-34EC-4B06-93D5-BDB6D88DD117}&quot;/&gt;&lt;isInvalidForFieldText val=&quot;0&quot;/&gt;&lt;Image&gt;&lt;filename val=&quot;C:\Users\sanmi\Documents\My Adobe Presentations\ece552f2019-ALUs\data\asimages\{6B2C24B5-34EC-4B06-93D5-BDB6D88DD117}.png&quot;/&gt;&lt;left val=&quot;250&quot;/&gt;&lt;top val=&quot;2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1DDD3EF-4E03-46E8-8449-F2CF17348DC1}&quot;/&gt;&lt;isInvalidForFieldText val=&quot;0&quot;/&gt;&lt;Image&gt;&lt;filename val=&quot;C:\Users\sanmi\Documents\My Adobe Presentations\ece552f2019-ALUs\data\asimages\{61DDD3EF-4E03-46E8-8449-F2CF17348DC1}.png&quot;/&gt;&lt;left val=&quot;250&quot;/&gt;&lt;top val=&quot;2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6B186CF-9AEE-46F3-AC0C-6D9938455D6F}&quot;/&gt;&lt;isInvalidForFieldText val=&quot;0&quot;/&gt;&lt;Image&gt;&lt;filename val=&quot;C:\Users\sanmi\Documents\My Adobe Presentations\ece552f2019-ALUs\data\asimages\{F6B186CF-9AEE-46F3-AC0C-6D9938455D6F}.png&quot;/&gt;&lt;left val=&quot;259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CD86348-E882-4C95-BEB9-B4646B9DCFDA}&quot;/&gt;&lt;isInvalidForFieldText val=&quot;0&quot;/&gt;&lt;Image&gt;&lt;filename val=&quot;C:\Users\sanmi\Documents\My Adobe Presentations\ece552f2019-ALUs\data\asimages\{0CD86348-E882-4C95-BEB9-B4646B9DCFDA}.png&quot;/&gt;&lt;left val=&quot;259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4E3E3F4-2332-4ABE-B09B-9D786C70D2AD}&quot;/&gt;&lt;isInvalidForFieldText val=&quot;0&quot;/&gt;&lt;Image&gt;&lt;filename val=&quot;C:\Users\sanmi\Documents\My Adobe Presentations\ece552f2019-ALUs\data\asimages\{64E3E3F4-2332-4ABE-B09B-9D786C70D2AD}.png&quot;/&gt;&lt;left val=&quot;271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2ADF2B-3639-4058-920C-07570BCC4529}&quot;/&gt;&lt;isInvalidForFieldText val=&quot;0&quot;/&gt;&lt;Image&gt;&lt;filename val=&quot;C:\Users\sanmi\Documents\My Adobe Presentations\ece552f2019-ALUs\data\asimages\{472ADF2B-3639-4058-920C-07570BCC4529}.png&quot;/&gt;&lt;left val=&quot;271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1F32FE-C1FD-4BD9-83D0-2362305A4D29}&quot;/&gt;&lt;isInvalidForFieldText val=&quot;0&quot;/&gt;&lt;Image&gt;&lt;filename val=&quot;C:\Users\sanmi\Documents\My Adobe Presentations\ece552f2019-ALUs\data\asimages\{BF1F32FE-C1FD-4BD9-83D0-2362305A4D29}.png&quot;/&gt;&lt;left val=&quot;265&quot;/&gt;&lt;top val=&quot;3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C28DE4-7FFE-49DD-9791-FEE1BAD0951C}&quot;/&gt;&lt;isInvalidForFieldText val=&quot;0&quot;/&gt;&lt;Image&gt;&lt;filename val=&quot;C:\Users\sanmi\Documents\My Adobe Presentations\ece552f2019-ALUs\data\asimages\{F7C28DE4-7FFE-49DD-9791-FEE1BAD0951C}.png&quot;/&gt;&lt;left val=&quot;265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EF7639E-E4CC-44B6-8AD2-9A47D11BAE60}&quot;/&gt;&lt;isInvalidForFieldText val=&quot;0&quot;/&gt;&lt;Image&gt;&lt;filename val=&quot;C:\Users\sanmi\Documents\My Adobe Presentations\ece552f2019-ALUs\data\asimages\{2EF7639E-E4CC-44B6-8AD2-9A47D11BAE60}.png&quot;/&gt;&lt;left val=&quot;253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C482354-869A-4581-9DA0-DED51475A929}&quot;/&gt;&lt;isInvalidForFieldText val=&quot;0&quot;/&gt;&lt;Image&gt;&lt;filename val=&quot;C:\Users\sanmi\Documents\My Adobe Presentations\ece552f2019-ALUs\data\asimages\{5C482354-869A-4581-9DA0-DED51475A929}.png&quot;/&gt;&lt;left val=&quot;253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04EBDFB-43C9-45DA-AB15-1D37C75AD43A}&quot;/&gt;&lt;isInvalidForFieldText val=&quot;0&quot;/&gt;&lt;Image&gt;&lt;filename val=&quot;C:\Users\sanmi\Documents\My Adobe Presentations\ece552f2019-ALUs\data\asimages\{404EBDFB-43C9-45DA-AB15-1D37C75AD43A}.png&quot;/&gt;&lt;left val=&quot;277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94B8308-E2D1-44F5-9C0A-32DE75E54887}&quot;/&gt;&lt;isInvalidForFieldText val=&quot;0&quot;/&gt;&lt;Image&gt;&lt;filename val=&quot;C:\Users\sanmi\Documents\My Adobe Presentations\ece552f2019-ALUs\data\asimages\{394B8308-E2D1-44F5-9C0A-32DE75E54887}.png&quot;/&gt;&lt;left val=&quot;277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7758894-1E0B-4687-B00C-4DDFA93B88C5}&quot;/&gt;&lt;isInvalidForFieldText val=&quot;0&quot;/&gt;&lt;Image&gt;&lt;filename val=&quot;C:\Users\sanmi\Documents\My Adobe Presentations\ece552f2019-ALUs\data\asimages\{A7758894-1E0B-4687-B00C-4DDFA93B88C5}.png&quot;/&gt;&lt;left val=&quot;259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45C8AE8-7D01-4B82-9C3E-69A9E3A7E9F8}&quot;/&gt;&lt;isInvalidForFieldText val=&quot;0&quot;/&gt;&lt;Image&gt;&lt;filename val=&quot;C:\Users\sanmi\Documents\My Adobe Presentations\ece552f2019-ALUs\data\asimages\{145C8AE8-7D01-4B82-9C3E-69A9E3A7E9F8}.png&quot;/&gt;&lt;left val=&quot;259&quot;/&gt;&lt;top val=&quot;47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308D087-1C65-49E3-A1D2-FDCC686CE12B}&quot;/&gt;&lt;isInvalidForFieldText val=&quot;0&quot;/&gt;&lt;Image&gt;&lt;filename val=&quot;C:\Users\sanmi\Documents\My Adobe Presentations\ece552f2019-ALUs\data\asimages\{9308D087-1C65-49E3-A1D2-FDCC686CE12B}.png&quot;/&gt;&lt;left val=&quot;270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182E4F5-A629-4FCE-8223-4770C703C311}&quot;/&gt;&lt;isInvalidForFieldText val=&quot;0&quot;/&gt;&lt;Image&gt;&lt;filename val=&quot;C:\Users\sanmi\Documents\My Adobe Presentations\ece552f2019-ALUs\data\asimages\{1182E4F5-A629-4FCE-8223-4770C703C311}.png&quot;/&gt;&lt;left val=&quot;553&quot;/&gt;&lt;top val=&quot;252&quot;/&gt;&lt;width val=&quot;49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D184CB6-DE88-4C1F-B14A-D77A8821359D}&quot;/&gt;&lt;isInvalidForFieldText val=&quot;0&quot;/&gt;&lt;Image&gt;&lt;filename val=&quot;C:\Users\sanmi\Documents\My Adobe Presentations\ece552f2019-ALUs\data\asimages\{4D184CB6-DE88-4C1F-B14A-D77A8821359D}.png&quot;/&gt;&lt;left val=&quot;600&quot;/&gt;&lt;top val=&quot;252&quot;/&gt;&lt;width val=&quot;2&quot;/&gt;&lt;height val=&quot;8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D9377E5-6B37-4B08-ABDA-E2E9594296C2}&quot;/&gt;&lt;isInvalidForFieldText val=&quot;0&quot;/&gt;&lt;Image&gt;&lt;filename val=&quot;C:\Users\sanmi\Documents\My Adobe Presentations\ece552f2019-ALUs\data\asimages\{1D9377E5-6B37-4B08-ABDA-E2E9594296C2}.png&quot;/&gt;&lt;left val=&quot;553&quot;/&gt;&lt;top val=&quot;337&quot;/&gt;&lt;width val=&quot;48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83236B5-47A9-4630-A737-A849ABF522E6}&quot;/&gt;&lt;isInvalidForFieldText val=&quot;0&quot;/&gt;&lt;Image&gt;&lt;filename val=&quot;C:\Users\sanmi\Documents\My Adobe Presentations\ece552f2019-ALUs\data\asimages\{D83236B5-47A9-4630-A737-A849ABF522E6}.png&quot;/&gt;&lt;left val=&quot;531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7893ABE-4D1F-480E-BAA9-1602839B9E18}&quot;/&gt;&lt;isInvalidForFieldText val=&quot;0&quot;/&gt;&lt;Image&gt;&lt;filename val=&quot;C:\Users\sanmi\Documents\My Adobe Presentations\ece552f2019-ALUs\data\asimages\{57893ABE-4D1F-480E-BAA9-1602839B9E18}.png&quot;/&gt;&lt;left val=&quot;552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12A5AC1-B39D-4DB0-885A-34320541E1A1}&quot;/&gt;&lt;isInvalidForFieldText val=&quot;0&quot;/&gt;&lt;Image&gt;&lt;filename val=&quot;C:\Users\sanmi\Documents\My Adobe Presentations\ece552f2019-ALUs\data\asimages\{212A5AC1-B39D-4DB0-885A-34320541E1A1}.png&quot;/&gt;&lt;left val=&quot;600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C5A5303-9110-4B50-A6F3-FC04BCDC233C}&quot;/&gt;&lt;isInvalidForFieldText val=&quot;0&quot;/&gt;&lt;Image&gt;&lt;filename val=&quot;C:\Users\sanmi\Documents\My Adobe Presentations\ece552f2019-ALUs\data\asimages\{8C5A5303-9110-4B50-A6F3-FC04BCDC233C}.png&quot;/&gt;&lt;left val=&quot;621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1C64E05-6D7E-4533-A244-D2BC4B320612}&quot;/&gt;&lt;isInvalidForFieldText val=&quot;0&quot;/&gt;&lt;Image&gt;&lt;filename val=&quot;C:\Users\sanmi\Documents\My Adobe Presentations\ece552f2019-ALUs\data\asimages\{B1C64E05-6D7E-4533-A244-D2BC4B320612}.png&quot;/&gt;&lt;left val=&quot;562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F73AED0-08A8-4079-948F-6CABC09CEF5E}&quot;/&gt;&lt;isInvalidForFieldText val=&quot;0&quot;/&gt;&lt;Image&gt;&lt;filename val=&quot;C:\Users\sanmi\Documents\My Adobe Presentations\ece552f2019-ALUs\data\asimages\{3F73AED0-08A8-4079-948F-6CABC09CEF5E}.png&quot;/&gt;&lt;left val=&quot;588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5C35CE0-B65A-4CED-A279-D161BE7EBE7C}&quot;/&gt;&lt;isInvalidForFieldText val=&quot;0&quot;/&gt;&lt;Image&gt;&lt;filename val=&quot;C:\Users\sanmi\Documents\My Adobe Presentations\ece552f2019-ALUs\data\asimages\{45C35CE0-B65A-4CED-A279-D161BE7EBE7C}.png&quot;/&gt;&lt;left val=&quot;588&quot;/&gt;&lt;top val=&quot;33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38B639-F252-42B5-892B-ABABAA2CCA0B}&quot;/&gt;&lt;isInvalidForFieldText val=&quot;0&quot;/&gt;&lt;Image&gt;&lt;filename val=&quot;C:\Users\sanmi\Documents\My Adobe Presentations\ece552f2019-ALUs\data\asimages\{B938B639-F252-42B5-892B-ABABAA2CCA0B}.png&quot;/&gt;&lt;left val=&quot;588&quot;/&gt;&lt;top val=&quot;337&quot;/&gt;&lt;width val=&quot;2&quot;/&gt;&lt;height val=&quot;3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D48D4EB-93C9-49E5-9EF6-4CF0FCD89E3B}&quot;/&gt;&lt;isInvalidForFieldText val=&quot;0&quot;/&gt;&lt;Image&gt;&lt;filename val=&quot;C:\Users\sanmi\Documents\My Adobe Presentations\ece552f2019-ALUs\data\asimages\{9D48D4EB-93C9-49E5-9EF6-4CF0FCD89E3B}.png&quot;/&gt;&lt;left val=&quot;574&quot;/&gt;&lt;top val=&quot;2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07C2ED-F04B-4194-A814-7998D7563E2F}&quot;/&gt;&lt;isInvalidForFieldText val=&quot;0&quot;/&gt;&lt;Image&gt;&lt;filename val=&quot;C:\Users\sanmi\Documents\My Adobe Presentations\ece552f2019-ALUs\data\asimages\{E407C2ED-F04B-4194-A814-7998D7563E2F}.png&quot;/&gt;&lt;left val=&quot;574&quot;/&gt;&lt;top val=&quot;2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F0DFECD-8899-474B-9F7F-54948A4F1C94}&quot;/&gt;&lt;isInvalidForFieldText val=&quot;0&quot;/&gt;&lt;Image&gt;&lt;filename val=&quot;C:\Users\sanmi\Documents\My Adobe Presentations\ece552f2019-ALUs\data\asimages\{AF0DFECD-8899-474B-9F7F-54948A4F1C94}.png&quot;/&gt;&lt;left val=&quot;582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3EE9C1-248F-430C-B499-CDFFA3A4252B}&quot;/&gt;&lt;isInvalidForFieldText val=&quot;0&quot;/&gt;&lt;Image&gt;&lt;filename val=&quot;C:\Users\sanmi\Documents\My Adobe Presentations\ece552f2019-ALUs\data\asimages\{6D3EE9C1-248F-430C-B499-CDFFA3A4252B}.png&quot;/&gt;&lt;left val=&quot;582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E466D5D-77B0-42F0-A550-32EDE1DA79B8}&quot;/&gt;&lt;isInvalidForFieldText val=&quot;0&quot;/&gt;&lt;Image&gt;&lt;filename val=&quot;C:\Users\sanmi\Documents\My Adobe Presentations\ece552f2019-ALUs\data\asimages\{FE466D5D-77B0-42F0-A550-32EDE1DA79B8}.png&quot;/&gt;&lt;left val=&quot;582&quot;/&gt;&lt;top val=&quot;411&quot;/&gt;&lt;width val=&quot;2&quot;/&gt;&lt;height val=&quot;1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CEA543E-B71F-4F75-A039-BEDD22006576}&quot;/&gt;&lt;isInvalidForFieldText val=&quot;0&quot;/&gt;&lt;Image&gt;&lt;filename val=&quot;C:\Users\sanmi\Documents\My Adobe Presentations\ece552f2019-ALUs\data\asimages\{6CEA543E-B71F-4F75-A039-BEDD22006576}.png&quot;/&gt;&lt;left val=&quot;594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23C6E8C-F020-4E4B-A71A-914CBAA25955}&quot;/&gt;&lt;isInvalidForFieldText val=&quot;0&quot;/&gt;&lt;Image&gt;&lt;filename val=&quot;C:\Users\sanmi\Documents\My Adobe Presentations\ece552f2019-ALUs\data\asimages\{A23C6E8C-F020-4E4B-A71A-914CBAA25955}.png&quot;/&gt;&lt;left val=&quot;594&quot;/&gt;&lt;top val=&quot;4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05D24E-0F8D-459F-ADA7-8C65E9C7D59E}&quot;/&gt;&lt;isInvalidForFieldText val=&quot;0&quot;/&gt;&lt;Image&gt;&lt;filename val=&quot;C:\Users\sanmi\Documents\My Adobe Presentations\ece552f2019-ALUs\data\asimages\{4705D24E-0F8D-459F-ADA7-8C65E9C7D59E}.png&quot;/&gt;&lt;left val=&quot;594&quot;/&gt;&lt;top val=&quot;411&quot;/&gt;&lt;width val=&quot;2&quot;/&gt;&lt;height val=&quot;1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7A1A6D6-D14A-4535-8910-4D711D847657}&quot;/&gt;&lt;isInvalidForFieldText val=&quot;0&quot;/&gt;&lt;Image&gt;&lt;filename val=&quot;C:\Users\sanmi\Documents\My Adobe Presentations\ece552f2019-ALUs\data\asimages\{A7A1A6D6-D14A-4535-8910-4D711D847657}.png&quot;/&gt;&lt;left val=&quot;588&quot;/&gt;&lt;top val=&quot;3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B7018E4-547B-48F1-8C53-83FFF6A62CF1}&quot;/&gt;&lt;isInvalidForFieldText val=&quot;0&quot;/&gt;&lt;Image&gt;&lt;filename val=&quot;C:\Users\sanmi\Documents\My Adobe Presentations\ece552f2019-ALUs\data\asimages\{BB7018E4-547B-48F1-8C53-83FFF6A62CF1}.png&quot;/&gt;&lt;left val=&quot;588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ABCC70D-3840-45E8-8D00-7F9E9C96FE9A}&quot;/&gt;&lt;isInvalidForFieldText val=&quot;0&quot;/&gt;&lt;Image&gt;&lt;filename val=&quot;C:\Users\sanmi\Documents\My Adobe Presentations\ece552f2019-ALUs\data\asimages\{CABCC70D-3840-45E8-8D00-7F9E9C96FE9A}.png&quot;/&gt;&lt;left val=&quot;588&quot;/&gt;&lt;top val=&quot;375&quot;/&gt;&lt;width val=&quot;2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1E06183-2B9B-459F-8F7D-4E52C80CC122}&quot;/&gt;&lt;isInvalidForFieldText val=&quot;0&quot;/&gt;&lt;Image&gt;&lt;filename val=&quot;C:\Users\sanmi\Documents\My Adobe Presentations\ece552f2019-ALUs\data\asimages\{71E06183-2B9B-459F-8F7D-4E52C80CC122}.png&quot;/&gt;&lt;left val=&quot;577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72C2B96-3CC7-4DA4-9549-BB8E67599FCF}&quot;/&gt;&lt;isInvalidForFieldText val=&quot;0&quot;/&gt;&lt;Image&gt;&lt;filename val=&quot;C:\Users\sanmi\Documents\My Adobe Presentations\ece552f2019-ALUs\data\asimages\{B72C2B96-3CC7-4DA4-9549-BB8E67599FCF}.png&quot;/&gt;&lt;left val=&quot;577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9C06B6-1461-4978-996E-77BA5397802D}&quot;/&gt;&lt;isInvalidForFieldText val=&quot;0&quot;/&gt;&lt;Image&gt;&lt;filename val=&quot;C:\Users\sanmi\Documents\My Adobe Presentations\ece552f2019-ALUs\data\asimages\{A49C06B6-1461-4978-996E-77BA5397802D}.png&quot;/&gt;&lt;left val=&quot;600&quot;/&gt;&lt;top val=&quot;4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7CEBE8D-0960-4ABE-84A2-8A194EB0D6A3}&quot;/&gt;&lt;isInvalidForFieldText val=&quot;0&quot;/&gt;&lt;Image&gt;&lt;filename val=&quot;C:\Users\sanmi\Documents\My Adobe Presentations\ece552f2019-ALUs\data\asimages\{77CEBE8D-0960-4ABE-84A2-8A194EB0D6A3}.png&quot;/&gt;&lt;left val=&quot;600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AFA9140-2422-4348-833E-698CBBD0B5B5}&quot;/&gt;&lt;isInvalidForFieldText val=&quot;0&quot;/&gt;&lt;Image&gt;&lt;filename val=&quot;C:\Users\sanmi\Documents\My Adobe Presentations\ece552f2019-ALUs\data\asimages\{0AFA9140-2422-4348-833E-698CBBD0B5B5}.png&quot;/&gt;&lt;left val=&quot;600&quot;/&gt;&lt;top val=&quot;393&quot;/&gt;&lt;width val=&quot;2&quot;/&gt;&lt;height val=&quot;2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B96DD25-D667-48E8-BA26-96CBCB732606}&quot;/&gt;&lt;isInvalidForFieldText val=&quot;0&quot;/&gt;&lt;Image&gt;&lt;filename val=&quot;C:\Users\sanmi\Documents\My Adobe Presentations\ece552f2019-ALUs\data\asimages\{FB96DD25-D667-48E8-BA26-96CBCB732606}.png&quot;/&gt;&lt;left val=&quot;583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FA53449-B6D0-4E77-ABD8-2E643EAD7D4D}&quot;/&gt;&lt;isInvalidForFieldText val=&quot;0&quot;/&gt;&lt;Image&gt;&lt;filename val=&quot;C:\Users\sanmi\Documents\My Adobe Presentations\ece552f2019-ALUs\data\asimages\{5FA53449-B6D0-4E77-ABD8-2E643EAD7D4D}.png&quot;/&gt;&lt;left val=&quot;583&quot;/&gt;&lt;top val=&quot;47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74652B-E559-40FD-93CD-3A930A9C961D}&quot;/&gt;&lt;isInvalidForFieldText val=&quot;0&quot;/&gt;&lt;Image&gt;&lt;filename val=&quot;C:\Users\sanmi\Documents\My Adobe Presentations\ece552f2019-ALUs\data\asimages\{F074652B-E559-40FD-93CD-3A930A9C961D}.png&quot;/&gt;&lt;left val=&quot;594&quot;/&gt;&lt;top val=&quot;4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D030F70-ABA6-431C-9348-2B85DB360DD4}&quot;/&gt;&lt;isInvalidForFieldText val=&quot;0&quot;/&gt;&lt;Image&gt;&lt;filename val=&quot;C:\Users\sanmi\Documents\My Adobe Presentations\ece552f2019-ALUs\data\asimages\{BD030F70-ABA6-431C-9348-2B85DB360DD4}.png&quot;/&gt;&lt;left val=&quot;594&quot;/&gt;&lt;top val=&quot;45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CC80878-AEB0-4616-A991-C6778EECFB70}&quot;/&gt;&lt;isInvalidForFieldText val=&quot;0&quot;/&gt;&lt;Image&gt;&lt;filename val=&quot;C:\Users\sanmi\Documents\My Adobe Presentations\ece552f2019-ALUs\data\asimages\{ACC80878-AEB0-4616-A991-C6778EECFB70}.png&quot;/&gt;&lt;left val=&quot;594&quot;/&gt;&lt;top val=&quot;427&quot;/&gt;&lt;width val=&quot;2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CA75899-72D2-44D7-943E-29BCA3071396}&quot;/&gt;&lt;isInvalidForFieldText val=&quot;0&quot;/&gt;&lt;Image&gt;&lt;filename val=&quot;C:\Users\sanmi\Documents\My Adobe Presentations\ece552f2019-ALUs\data\asimages\{BCA75899-72D2-44D7-943E-29BCA3071396}.png&quot;/&gt;&lt;left val=&quot;295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121A005-9F80-4A7A-9406-EFB868306C17}&quot;/&gt;&lt;isInvalidForFieldText val=&quot;0&quot;/&gt;&lt;Image&gt;&lt;filename val=&quot;C:\Users\sanmi\Documents\My Adobe Presentations\ece552f2019-ALUs\data\asimages\{5121A005-9F80-4A7A-9406-EFB868306C17}.png&quot;/&gt;&lt;left val=&quot;299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514C954-FA14-4F41-8580-747E73C31062}&quot;/&gt;&lt;isInvalidForFieldText val=&quot;0&quot;/&gt;&lt;Image&gt;&lt;filename val=&quot;C:\Users\sanmi\Documents\My Adobe Presentations\ece552f2019-ALUs\data\asimages\{E514C954-FA14-4F41-8580-747E73C31062}.png&quot;/&gt;&lt;left val=&quot;530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182C972-9821-48CA-9E3A-B03BCD0A0C80}&quot;/&gt;&lt;isInvalidForFieldText val=&quot;0&quot;/&gt;&lt;Image&gt;&lt;filename val=&quot;C:\Users\sanmi\Documents\My Adobe Presentations\ece552f2019-ALUs\data\asimages\{A182C972-9821-48CA-9E3A-B03BCD0A0C80}.png&quot;/&gt;&lt;left val=&quot;534&quot;/&gt;&lt;top val=&quot;29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3D695D0-2D88-4476-97E1-3192789ABFC1}&quot;/&gt;&lt;isInvalidForFieldText val=&quot;0&quot;/&gt;&lt;Image&gt;&lt;filename val=&quot;C:\Users\sanmi\Documents\My Adobe Presentations\ece552f2019-ALUs\data\asimages\{53D695D0-2D88-4476-97E1-3192789ABFC1}.png&quot;/&gt;&lt;left val=&quot;63&quot;/&gt;&lt;top val=&quot;48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26D5A33-9BE6-45B4-8473-BAB3E96FA143}&quot;/&gt;&lt;isInvalidForFieldText val=&quot;0&quot;/&gt;&lt;Image&gt;&lt;filename val=&quot;C:\Users\sanmi\Documents\My Adobe Presentations\ece552f2019-ALUs\data\asimages\{026D5A33-9BE6-45B4-8473-BAB3E96FA143}.png&quot;/&gt;&lt;left val=&quot;84&quot;/&gt;&lt;top val=&quot;4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3BCD0A-3870-4C98-B9A7-3909C8F2AE6B}&quot;/&gt;&lt;isInvalidForFieldText val=&quot;0&quot;/&gt;&lt;Image&gt;&lt;filename val=&quot;C:\Users\sanmi\Documents\My Adobe Presentations\ece552f2019-ALUs\data\asimages\{B93BCD0A-3870-4C98-B9A7-3909C8F2AE6B}.png&quot;/&gt;&lt;left val=&quot;151&quot;/&gt;&lt;top val=&quot;48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A6A3C6-32B1-4AED-BFD1-62883EC87D4B}&quot;/&gt;&lt;isInvalidForFieldText val=&quot;0&quot;/&gt;&lt;Image&gt;&lt;filename val=&quot;C:\Users\sanmi\Documents\My Adobe Presentations\ece552f2019-ALUs\data\asimages\{CDA6A3C6-32B1-4AED-BFD1-62883EC87D4B}.png&quot;/&gt;&lt;left val=&quot;172&quot;/&gt;&lt;top val=&quot;4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572BA20-DCE4-4444-880B-00EF6FE3E524}&quot;/&gt;&lt;isInvalidForFieldText val=&quot;0&quot;/&gt;&lt;Image&gt;&lt;filename val=&quot;C:\Users\sanmi\Documents\My Adobe Presentations\ece552f2019-ALUs\data\asimages\{0572BA20-DCE4-4444-880B-00EF6FE3E524}.png&quot;/&gt;&lt;left val=&quot;238&quot;/&gt;&lt;top val=&quot;48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CB8DC1F-41C0-45EE-88F9-1BFBF4AF8F39}&quot;/&gt;&lt;isInvalidForFieldText val=&quot;0&quot;/&gt;&lt;Image&gt;&lt;filename val=&quot;C:\Users\sanmi\Documents\My Adobe Presentations\ece552f2019-ALUs\data\asimages\{8CB8DC1F-41C0-45EE-88F9-1BFBF4AF8F39}.png&quot;/&gt;&lt;left val=&quot;259&quot;/&gt;&lt;top val=&quot;4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D74E1D-1C42-4D66-8076-9715EE826569}&quot;/&gt;&lt;isInvalidForFieldText val=&quot;0&quot;/&gt;&lt;Image&gt;&lt;filename val=&quot;C:\Users\sanmi\Documents\My Adobe Presentations\ece552f2019-ALUs\data\asimages\{A4D74E1D-1C42-4D66-8076-9715EE826569}.png&quot;/&gt;&lt;left val=&quot;562&quot;/&gt;&lt;top val=&quot;48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882D21E-0BFE-4AEE-89CD-635C5491671F}&quot;/&gt;&lt;isInvalidForFieldText val=&quot;0&quot;/&gt;&lt;Image&gt;&lt;filename val=&quot;C:\Users\sanmi\Documents\My Adobe Presentations\ece552f2019-ALUs\data\asimages\{F882D21E-0BFE-4AEE-89CD-635C5491671F}.png&quot;/&gt;&lt;left val=&quot;583&quot;/&gt;&lt;top val=&quot;4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30D5E0D-D0C4-4832-A827-2883E032A0FD}&quot;/&gt;&lt;isInvalidForFieldText val=&quot;0&quot;/&gt;&lt;Image&gt;&lt;filename val=&quot;C:\Users\sanmi\Documents\My Adobe Presentations\ece552f2019-ALUs\data\asimages\{A30D5E0D-D0C4-4832-A827-2883E032A0FD}_13.png&quot;/&gt;&lt;left val=&quot;26&quot;/&gt;&lt;top val=&quot;215&quot;/&gt;&lt;width val=&quot;657&quot;/&gt;&lt;height val=&quot;311&quot;/&gt;&lt;hasText val=&quot;1&quot;/&gt;&lt;/Image&gt;&lt;/ThreeDShapeInfo&gt;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53C9B15-26F8-41E1-9422-E830AE65994E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1605642603,C:\Users\sanmi\GoogleDrive\UWMdrive\Courses\ECE552\ece552-lec05_ALUs_pptx\Media.ppcx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D9D6D62-32E6-422F-ABA7-E2B33F4439B9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C42B2BA-0C32-41E2-97E9-F197E8611C6A}_14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9&quot;/&gt;&lt;lineCharCount val=&quot;26&quot;/&gt;&lt;lineCharCount val=&quot;34&quot;/&gt;&lt;lineCharCount val=&quot;1&quot;/&gt;&lt;lineCharCount val=&quot;19&quot;/&gt;&lt;lineCharCount val=&quot;37&quot;/&gt;&lt;lineCharCount val=&quot;38&quot;/&gt;&lt;lineCharCount val=&quot;51&quot;/&gt;&lt;lineCharCount val=&quot;32&quot;/&gt;&lt;lineCharCount val=&quot;32&quot;/&gt;&lt;/TableIndex&gt;&lt;/ShapeTextInfo&gt;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6CD0E32-2BD6-4A92-8102-C4172558CF53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1605642603,C:\Users\sanmi\GoogleDrive\UWMdrive\Courses\ECE552\ece552-lec05_ALUs_pptx\Media.ppcx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1453C29-3D3D-4342-A894-14FF12575B96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AFEAD4B-90C7-4B9F-AFB8-B01C875E09B6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5D12331-85AD-47D7-8808-BB4061E98528}_15.png&quot;/&gt;&lt;left val=&quot;148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56EA254-F7E9-4E7F-81BA-8EEA7B5367AB}_15.png&quot;/&gt;&lt;left val=&quot;204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2DE3EF1-EC21-4225-B772-8AF3B6DF8BE2}_15.png&quot;/&gt;&lt;left val=&quot;262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C325C81-1A0A-4BCB-A3F6-985870916586}_15.png&quot;/&gt;&lt;left val=&quot;318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8D23F96-3E36-45B2-8F88-4AC20A58A74E}_15.png&quot;/&gt;&lt;left val=&quot;376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58FCAE-4FAA-47F3-A3C1-9789ADED0A62}_15.png&quot;/&gt;&lt;left val=&quot;432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54DD79B-88BD-456C-9337-F3ACBF23939E}_15.png&quot;/&gt;&lt;left val=&quot;490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1B2A68B-C746-43E7-8FC4-2C4E70CC24D6}_15.png&quot;/&gt;&lt;left val=&quot;546&quot;/&gt;&lt;top val=&quot;13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9541BBC-F269-4245-9FB8-9855421FE497}_15.png&quot;/&gt;&lt;left val=&quot;51&quot;/&gt;&lt;top val=&quot;187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0904A7A-C912-4116-BC62-E4AEBAE8BD63}_15.png&quot;/&gt;&lt;left val=&quot;51&quot;/&gt;&lt;top val=&quot;235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EBE93BC-16C1-41E7-B94E-2874280F609F}_15.png&quot;/&gt;&lt;left val=&quot;51&quot;/&gt;&lt;top val=&quot;282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7E4F3F2-8B55-473F-AA5F-5FDB6F14FDFA}_15.png&quot;/&gt;&lt;left val=&quot;592&quot;/&gt;&lt;top val=&quot;191&quot;/&gt;&lt;width val=&quot;120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210029C-2001-415A-93B2-A2C845B35216}_15.png&quot;/&gt;&lt;left val=&quot;592&quot;/&gt;&lt;top val=&quot;240&quot;/&gt;&lt;width val=&quot;120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F324310-8C67-4164-B401-12E9203779BD}_15.png&quot;/&gt;&lt;left val=&quot;592&quot;/&gt;&lt;top val=&quot;287&quot;/&gt;&lt;width val=&quot;120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4406892-083E-4B95-9579-0222C053835D}_15.png&quot;/&gt;&lt;left val=&quot;27&quot;/&gt;&lt;top val=&quot;378&quot;/&gt;&lt;width val=&quot;657&quot;/&gt;&lt;height val=&quot;134&quot;/&gt;&lt;hasText val=&quot;1&quot;/&gt;&lt;/Image&gt;&lt;/ThreeDShapeInfo&gt;"/>
  <p:tag name="PRESENTER_SHAPETEXTINFO" val="&lt;ShapeTextInfo&gt;&lt;TableIndex row=&quot;-1&quot; col=&quot;-1&quot;&gt;&lt;linesCount val=&quot;3&quot;/&gt;&lt;lineCharCount val=&quot;46&quot;/&gt;&lt;lineCharCount val=&quot;25&quot;/&gt;&lt;lineCharCount val=&quot;38&quot;/&gt;&lt;/TableIndex&gt;&lt;/ShapeTextInfo&gt;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1605642603,C:\Users\sanmi\GoogleDrive\UWMdrive\Courses\ECE552\ece552-lec05_ALUs_pptx\Media.ppcx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BDE2219-AF07-413E-9F0A-12639F266A25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A96AA0-4C7C-4E76-B3EE-D1F458A58D83}&quot;/&gt;&lt;isInvalidForFieldText val=&quot;0&quot;/&gt;&lt;Image&gt;&lt;filename val=&quot;C:\Users\sanmi\Documents\My Adobe Presentations\ece552f2019-ALUs\data\asimages\{72A96AA0-4C7C-4E76-B3EE-D1F458A58D83}.png&quot;/&gt;&lt;left val=&quot;113&quot;/&gt;&lt;top val=&quot;24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6255D1D-F880-4D7A-A624-F4349F35DF1D}&quot;/&gt;&lt;isInvalidForFieldText val=&quot;0&quot;/&gt;&lt;Image&gt;&lt;filename val=&quot;C:\Users\sanmi\Documents\My Adobe Presentations\ece552f2019-ALUs\data\asimages\{56255D1D-F880-4D7A-A624-F4349F35DF1D}.png&quot;/&gt;&lt;left val=&quot;276&quot;/&gt;&lt;top val=&quot;24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36A276B-ADE8-4B0F-959F-FB7456EE3078}&quot;/&gt;&lt;isInvalidForFieldText val=&quot;0&quot;/&gt;&lt;Image&gt;&lt;filename val=&quot;C:\Users\sanmi\Documents\My Adobe Presentations\ece552f2019-ALUs\data\asimages\{836A276B-ADE8-4B0F-959F-FB7456EE3078}.png&quot;/&gt;&lt;left val=&quot;113&quot;/&gt;&lt;top val=&quot;245&quot;/&gt;&lt;width val=&quot;16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8966BF-DA2E-41B2-8D52-851130948C3E}&quot;/&gt;&lt;isInvalidForFieldText val=&quot;0&quot;/&gt;&lt;Image&gt;&lt;filename val=&quot;C:\Users\sanmi\Documents\My Adobe Presentations\ece552f2019-ALUs\data\asimages\{BF8966BF-DA2E-41B2-8D52-851130948C3E}.png&quot;/&gt;&lt;left val=&quot;114&quot;/&gt;&lt;top val=&quot;39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8B22B3-8CFB-47F7-A575-58B5B8C6F972}&quot;/&gt;&lt;isInvalidForFieldText val=&quot;0&quot;/&gt;&lt;Image&gt;&lt;filename val=&quot;C:\Users\sanmi\Documents\My Adobe Presentations\ece552f2019-ALUs\data\asimages\{1E8B22B3-8CFB-47F7-A575-58B5B8C6F972}.png&quot;/&gt;&lt;left val=&quot;322&quot;/&gt;&lt;top val=&quot;395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14D1ED-F917-47C5-8666-A4BAAB98C7E6}&quot;/&gt;&lt;isInvalidForFieldText val=&quot;0&quot;/&gt;&lt;Image&gt;&lt;filename val=&quot;C:\Users\sanmi\Documents\My Adobe Presentations\ece552f2019-ALUs\data\asimages\{1F14D1ED-F917-47C5-8666-A4BAAB98C7E6}.png&quot;/&gt;&lt;left val=&quot;114&quot;/&gt;&lt;top val=&quot;395&quot;/&gt;&lt;width val=&quot;20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4B5CD95-5821-47E7-8E0C-B59FE0FE9D9C}&quot;/&gt;&lt;isInvalidForFieldText val=&quot;1&quot;/&gt;&lt;Image&gt;&lt;filename val=&quot;C:\Users\sanmi\Documents\My Adobe Presentations\ece552f2019-ALUs\data\asimages\{14B5CD95-5821-47E7-8E0C-B59FE0FE9D9C}_16_S.png&quot;/&gt;&lt;left val=&quot;325&quot;/&gt;&lt;top val=&quot;374&quot;/&gt;&lt;width val=&quot;38&quot;/&gt;&lt;height val=&quot;60&quot;/&gt;&lt;hasText val=&quot;0&quot;/&gt;&lt;/Image&gt;&lt;Image&gt;&lt;filename val=&quot;C:\Users\sanmi\Documents\My Adobe Presentations\ece552f2019-ALUs\data\asimages\{14B5CD95-5821-47E7-8E0C-B59FE0FE9D9C}_16_T.png&quot;/&gt;&lt;left val=&quot;325&quot;/&gt;&lt;top val=&quot;374&quot;/&gt;&lt;width val=&quot;37&quot;/&gt;&lt;height val=&quot;5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4B88224-7C3E-4FAC-84F8-A74A0678F068}&quot;/&gt;&lt;isInvalidForFieldText val=&quot;0&quot;/&gt;&lt;Image&gt;&lt;filename val=&quot;C:\Users\sanmi\Documents\My Adobe Presentations\ece552f2019-ALUs\data\asimages\{34B88224-7C3E-4FAC-84F8-A74A0678F068}.png&quot;/&gt;&lt;left val=&quot;258&quot;/&gt;&lt;top val=&quot;41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EC62AF4-E0FF-4340-8460-D0A50421210F}&quot;/&gt;&lt;isInvalidForFieldText val=&quot;0&quot;/&gt;&lt;Image&gt;&lt;filename val=&quot;C:\Users\sanmi\Documents\My Adobe Presentations\ece552f2019-ALUs\data\asimages\{8EC62AF4-E0FF-4340-8460-D0A50421210F}.png&quot;/&gt;&lt;left val=&quot;277&quot;/&gt;&lt;top val=&quot;41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943BADB-185B-4727-9D7D-05A4E46B7C2E}&quot;/&gt;&lt;isInvalidForFieldText val=&quot;0&quot;/&gt;&lt;Image&gt;&lt;filename val=&quot;C:\Users\sanmi\Documents\My Adobe Presentations\ece552f2019-ALUs\data\asimages\{D943BADB-185B-4727-9D7D-05A4E46B7C2E}.png&quot;/&gt;&lt;left val=&quot;258&quot;/&gt;&lt;top val=&quot;415&quot;/&gt;&lt;width val=&quot;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9BE4342-7369-4DEC-9E16-4FB16F88C74F}&quot;/&gt;&lt;isInvalidForFieldText val=&quot;0&quot;/&gt;&lt;Image&gt;&lt;filename val=&quot;C:\Users\sanmi\Documents\My Adobe Presentations\ece552f2019-ALUs\data\asimages\{F9BE4342-7369-4DEC-9E16-4FB16F88C74F}.png&quot;/&gt;&lt;left val=&quot;277&quot;/&gt;&lt;top val=&quot;40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3CAA608-D699-4F86-B01A-18785A26B946}&quot;/&gt;&lt;isInvalidForFieldText val=&quot;0&quot;/&gt;&lt;Image&gt;&lt;filename val=&quot;C:\Users\sanmi\Documents\My Adobe Presentations\ece552f2019-ALUs\data\asimages\{B3CAA608-D699-4F86-B01A-18785A26B946}.png&quot;/&gt;&lt;left val=&quot;277&quot;/&gt;&lt;top val=&quot;43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0E812D3-0B68-4367-89F5-442E2E7467FF}&quot;/&gt;&lt;isInvalidForFieldText val=&quot;0&quot;/&gt;&lt;Image&gt;&lt;filename val=&quot;C:\Users\sanmi\Documents\My Adobe Presentations\ece552f2019-ALUs\data\asimages\{80E812D3-0B68-4367-89F5-442E2E7467FF}.png&quot;/&gt;&lt;left val=&quot;277&quot;/&gt;&lt;top val=&quot;402&quot;/&gt;&lt;width val=&quot;2&quot;/&gt;&lt;height val=&quot;2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72E2358-4E98-4820-B5A4-3ED8644E92B0}&quot;/&gt;&lt;isInvalidForFieldText val=&quot;1&quot;/&gt;&lt;Image&gt;&lt;filename val=&quot;C:\Users\sanmi\Documents\My Adobe Presentations\ece552f2019-ALUs\data\asimages\{872E2358-4E98-4820-B5A4-3ED8644E92B0}_16_S.png&quot;/&gt;&lt;left val=&quot;277&quot;/&gt;&lt;top val=&quot;401&quot;/&gt;&lt;width val=&quot;2&quot;/&gt;&lt;height val=&quot;2&quot;/&gt;&lt;hasText val=&quot;0&quot;/&gt;&lt;/Image&gt;&lt;Image&gt;&lt;filename val=&quot;C:\Users\sanmi\Documents\My Adobe Presentations\ece552f2019-ALUs\data\asimages\{872E2358-4E98-4820-B5A4-3ED8644E92B0}_16_T.png&quot;/&gt;&lt;left val=&quot;278&quot;/&gt;&lt;top val=&quot;40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63C3387-44FD-4F90-A325-FF7690218C78}&quot;/&gt;&lt;isInvalidForFieldText val=&quot;1&quot;/&gt;&lt;Image&gt;&lt;filename val=&quot;C:\Users\sanmi\Documents\My Adobe Presentations\ece552f2019-ALUs\data\asimages\{B63C3387-44FD-4F90-A325-FF7690218C78}_16_S.png&quot;/&gt;&lt;left val=&quot;296&quot;/&gt;&lt;top val=&quot;415&quot;/&gt;&lt;width val=&quot;2&quot;/&gt;&lt;height val=&quot;2&quot;/&gt;&lt;hasText val=&quot;0&quot;/&gt;&lt;/Image&gt;&lt;Image&gt;&lt;filename val=&quot;C:\Users\sanmi\Documents\My Adobe Presentations\ece552f2019-ALUs\data\asimages\{B63C3387-44FD-4F90-A325-FF7690218C78}_16_T.png&quot;/&gt;&lt;left val=&quot;297&quot;/&gt;&lt;top val=&quot;416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3022F1-BF67-4B36-94B9-5858D3014BB6}&quot;/&gt;&lt;isInvalidForFieldText val=&quot;1&quot;/&gt;&lt;Image&gt;&lt;filename val=&quot;C:\Users\sanmi\Documents\My Adobe Presentations\ece552f2019-ALUs\data\asimages\{B83022F1-BF67-4B36-94B9-5858D3014BB6}_16_S.png&quot;/&gt;&lt;left val=&quot;277&quot;/&gt;&lt;top val=&quot;401&quot;/&gt;&lt;width val=&quot;21&quot;/&gt;&lt;height val=&quot;16&quot;/&gt;&lt;hasText val=&quot;0&quot;/&gt;&lt;/Image&gt;&lt;Image&gt;&lt;filename val=&quot;C:\Users\sanmi\Documents\My Adobe Presentations\ece552f2019-ALUs\data\asimages\{B83022F1-BF67-4B36-94B9-5858D3014BB6}_16_T.png&quot;/&gt;&lt;left val=&quot;278&quot;/&gt;&lt;top val=&quot;402&quot;/&gt;&lt;width val=&quot;21&quot;/&gt;&lt;height val=&quot;1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F57D23F-4A8B-450C-9D99-C15A99FC5C1B}&quot;/&gt;&lt;isInvalidForFieldText val=&quot;1&quot;/&gt;&lt;Image&gt;&lt;filename val=&quot;C:\Users\sanmi\Documents\My Adobe Presentations\ece552f2019-ALUs\data\asimages\{CF57D23F-4A8B-450C-9D99-C15A99FC5C1B}_16_S.png&quot;/&gt;&lt;left val=&quot;277&quot;/&gt;&lt;top val=&quot;431&quot;/&gt;&lt;width val=&quot;2&quot;/&gt;&lt;height val=&quot;2&quot;/&gt;&lt;hasText val=&quot;0&quot;/&gt;&lt;/Image&gt;&lt;Image&gt;&lt;filename val=&quot;C:\Users\sanmi\Documents\My Adobe Presentations\ece552f2019-ALUs\data\asimages\{CF57D23F-4A8B-450C-9D99-C15A99FC5C1B}_16_T.png&quot;/&gt;&lt;left val=&quot;278&quot;/&gt;&lt;top val=&quot;43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3DA9F71-C10E-4825-9771-199040CF815B}&quot;/&gt;&lt;isInvalidForFieldText val=&quot;1&quot;/&gt;&lt;Image&gt;&lt;filename val=&quot;C:\Users\sanmi\Documents\My Adobe Presentations\ece552f2019-ALUs\data\asimages\{E3DA9F71-C10E-4825-9771-199040CF815B}_16_S.png&quot;/&gt;&lt;left val=&quot;296&quot;/&gt;&lt;top val=&quot;415&quot;/&gt;&lt;width val=&quot;2&quot;/&gt;&lt;height val=&quot;2&quot;/&gt;&lt;hasText val=&quot;0&quot;/&gt;&lt;/Image&gt;&lt;Image&gt;&lt;filename val=&quot;C:\Users\sanmi\Documents\My Adobe Presentations\ece552f2019-ALUs\data\asimages\{E3DA9F71-C10E-4825-9771-199040CF815B}_16_T.png&quot;/&gt;&lt;left val=&quot;297&quot;/&gt;&lt;top val=&quot;416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C7414F9-1EDF-4BE6-B346-A3840DBC6288}&quot;/&gt;&lt;isInvalidForFieldText val=&quot;1&quot;/&gt;&lt;Image&gt;&lt;filename val=&quot;C:\Users\sanmi\Documents\My Adobe Presentations\ece552f2019-ALUs\data\asimages\{6C7414F9-1EDF-4BE6-B346-A3840DBC6288}_16_S.png&quot;/&gt;&lt;left val=&quot;277&quot;/&gt;&lt;top val=&quot;415&quot;/&gt;&lt;width val=&quot;21&quot;/&gt;&lt;height val=&quot;17&quot;/&gt;&lt;hasText val=&quot;0&quot;/&gt;&lt;/Image&gt;&lt;Image&gt;&lt;filename val=&quot;C:\Users\sanmi\Documents\My Adobe Presentations\ece552f2019-ALUs\data\asimages\{6C7414F9-1EDF-4BE6-B346-A3840DBC6288}_16_T.png&quot;/&gt;&lt;left val=&quot;278&quot;/&gt;&lt;top val=&quot;416&quot;/&gt;&lt;width val=&quot;21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2139216-2CAA-4529-80A7-F643E34382B5}&quot;/&gt;&lt;isInvalidForFieldText val=&quot;1&quot;/&gt;&lt;Image&gt;&lt;filename val=&quot;C:\Users\sanmi\Documents\My Adobe Presentations\ece552f2019-ALUs\data\asimages\{E2139216-2CAA-4529-80A7-F643E34382B5}_16_S.png&quot;/&gt;&lt;left val=&quot;296&quot;/&gt;&lt;top val=&quot;410&quot;/&gt;&lt;width val=&quot;12&quot;/&gt;&lt;height val=&quot;14&quot;/&gt;&lt;hasText val=&quot;0&quot;/&gt;&lt;/Image&gt;&lt;Image&gt;&lt;filename val=&quot;C:\Users\sanmi\Documents\My Adobe Presentations\ece552f2019-ALUs\data\asimages\{E2139216-2CAA-4529-80A7-F643E34382B5}_16_T.png&quot;/&gt;&lt;left val=&quot;297&quot;/&gt;&lt;top val=&quot;411&quot;/&gt;&lt;width val=&quot;11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6985349-0C14-4BBC-B14B-9973642B749A}&quot;/&gt;&lt;isInvalidForFieldText val=&quot;1&quot;/&gt;&lt;Image&gt;&lt;filename val=&quot;C:\Users\sanmi\Documents\My Adobe Presentations\ece552f2019-ALUs\data\asimages\{A6985349-0C14-4BBC-B14B-9973642B749A}_16_S.png&quot;/&gt;&lt;left val=&quot;306&quot;/&gt;&lt;top val=&quot;416&quot;/&gt;&lt;width val=&quot;2&quot;/&gt;&lt;height val=&quot;1&quot;/&gt;&lt;hasText val=&quot;0&quot;/&gt;&lt;/Image&gt;&lt;Image&gt;&lt;filename val=&quot;C:\Users\sanmi\Documents\My Adobe Presentations\ece552f2019-ALUs\data\asimages\{A6985349-0C14-4BBC-B14B-9973642B749A}_1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FD20435-158B-40DC-8BE3-3499D8640CE9}&quot;/&gt;&lt;isInvalidForFieldText val=&quot;0&quot;/&gt;&lt;Image&gt;&lt;filename val=&quot;C:\Users\sanmi\Documents\My Adobe Presentations\ece552f2019-ALUs\data\asimages\{3FD20435-158B-40DC-8BE3-3499D8640CE9}.png&quot;/&gt;&lt;left val=&quot;259&quot;/&gt;&lt;top val=&quot;41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FCFCCE4-A535-4A8D-9062-9152BAECB430}&quot;/&gt;&lt;isInvalidForFieldText val=&quot;0&quot;/&gt;&lt;Image&gt;&lt;filename val=&quot;C:\Users\sanmi\Documents\My Adobe Presentations\ece552f2019-ALUs\data\asimages\{FFCFCCE4-A535-4A8D-9062-9152BAECB430}.png&quot;/&gt;&lt;left val=&quot;259&quot;/&gt;&lt;top val=&quot;39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3493300-EE60-4B82-86E0-C5A8866953A7}&quot;/&gt;&lt;isInvalidForFieldText val=&quot;0&quot;/&gt;&lt;Image&gt;&lt;filename val=&quot;C:\Users\sanmi\Documents\My Adobe Presentations\ece552f2019-ALUs\data\asimages\{F3493300-EE60-4B82-86E0-C5A8866953A7}.png&quot;/&gt;&lt;left val=&quot;259&quot;/&gt;&lt;top val=&quot;395&quot;/&gt;&lt;width val=&quot;2&quot;/&gt;&lt;height val=&quot;2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5487A5-5746-4E99-B08E-1EB025C4051A}&quot;/&gt;&lt;isInvalidForFieldText val=&quot;0&quot;/&gt;&lt;Image&gt;&lt;filename val=&quot;C:\Users\sanmi\Documents\My Adobe Presentations\ece552f2019-ALUs\data\asimages\{7F5487A5-5746-4E99-B08E-1EB025C4051A}.png&quot;/&gt;&lt;left val=&quot;306&quot;/&gt;&lt;top val=&quot;41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EBBEC0-C55F-486A-834E-5F82A17DF209}&quot;/&gt;&lt;isInvalidForFieldText val=&quot;0&quot;/&gt;&lt;Image&gt;&lt;filename val=&quot;C:\Users\sanmi\Documents\My Adobe Presentations\ece552f2019-ALUs\data\asimages\{6DEBBEC0-C55F-486A-834E-5F82A17DF209}.png&quot;/&gt;&lt;left val=&quot;326&quot;/&gt;&lt;top val=&quot;417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D974082-FE7D-4D5B-9C35-A7AF30E3F242}&quot;/&gt;&lt;isInvalidForFieldText val=&quot;0&quot;/&gt;&lt;Image&gt;&lt;filename val=&quot;C:\Users\sanmi\Documents\My Adobe Presentations\ece552f2019-ALUs\data\asimages\{8D974082-FE7D-4D5B-9C35-A7AF30E3F242}.png&quot;/&gt;&lt;left val=&quot;306&quot;/&gt;&lt;top val=&quot;416&quot;/&gt;&lt;width val=&quot;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17F1FF6-6305-4B0B-87CF-0B4493A84B0B}&quot;/&gt;&lt;isInvalidForFieldText val=&quot;0&quot;/&gt;&lt;Image&gt;&lt;filename val=&quot;C:\Users\sanmi\Documents\My Adobe Presentations\ece552f2019-ALUs\data\asimages\{517F1FF6-6305-4B0B-87CF-0B4493A84B0B}.png&quot;/&gt;&lt;left val=&quot;362&quot;/&gt;&lt;top val=&quot;40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8EF548-6869-4056-A122-B9375EB920C5}&quot;/&gt;&lt;isInvalidForFieldText val=&quot;0&quot;/&gt;&lt;Image&gt;&lt;filename val=&quot;C:\Users\sanmi\Documents\My Adobe Presentations\ece552f2019-ALUs\data\asimages\{278EF548-6869-4056-A122-B9375EB920C5}.png&quot;/&gt;&lt;left val=&quot;388&quot;/&gt;&lt;top val=&quot;40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F8D4A54-C534-476D-971C-F52597355A22}&quot;/&gt;&lt;isInvalidForFieldText val=&quot;0&quot;/&gt;&lt;Image&gt;&lt;filename val=&quot;C:\Users\sanmi\Documents\My Adobe Presentations\ece552f2019-ALUs\data\asimages\{5F8D4A54-C534-476D-971C-F52597355A22}.png&quot;/&gt;&lt;left val=&quot;362&quot;/&gt;&lt;top val=&quot;401&quot;/&gt;&lt;width val=&quot;2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B80A73-42C7-4079-978C-F092068D3506}&quot;/&gt;&lt;isInvalidForFieldText val=&quot;0&quot;/&gt;&lt;Image&gt;&lt;filename val=&quot;C:\Users\sanmi\Documents\My Adobe Presentations\ece552f2019-ALUs\data\asimages\{33B80A73-42C7-4079-978C-F092068D3506}.png&quot;/&gt;&lt;left val=&quot;389&quot;/&gt;&lt;top val=&quot;369&quot;/&gt;&lt;width val=&quot;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FF6CF3-7414-43EF-AD82-3DD41FF471C3}&quot;/&gt;&lt;isInvalidForFieldText val=&quot;0&quot;/&gt;&lt;Image&gt;&lt;filename val=&quot;C:\Users\sanmi\Documents\My Adobe Presentations\ece552f2019-ALUs\data\asimages\{27FF6CF3-7414-43EF-AD82-3DD41FF471C3}.png&quot;/&gt;&lt;left val=&quot;449&quot;/&gt;&lt;top val=&quot;369&quot;/&gt;&lt;width val=&quot;2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334FF6F-4302-4213-9C04-317998DD0FB9}&quot;/&gt;&lt;isInvalidForFieldText val=&quot;0&quot;/&gt;&lt;Image&gt;&lt;filename val=&quot;C:\Users\sanmi\Documents\My Adobe Presentations\ece552f2019-ALUs\data\asimages\{E334FF6F-4302-4213-9C04-317998DD0FB9}.png&quot;/&gt;&lt;left val=&quot;389&quot;/&gt;&lt;top val=&quot;440&quot;/&gt;&lt;width val=&quot;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3A7A590-7215-4560-AC00-C41B291C5CBB}&quot;/&gt;&lt;isInvalidForFieldText val=&quot;0&quot;/&gt;&lt;Image&gt;&lt;filename val=&quot;C:\Users\sanmi\Documents\My Adobe Presentations\ece552f2019-ALUs\data\asimages\{03A7A590-7215-4560-AC00-C41B291C5CBB}.png&quot;/&gt;&lt;left val=&quot;389&quot;/&gt;&lt;top val=&quot;369&quot;/&gt;&lt;width val=&quot;2&quot;/&gt;&lt;height val=&quot;7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2490364-EE0E-4022-8882-8F856E1425DD}_16.png&quot;/&gt;&lt;left val=&quot;394&quot;/&gt;&lt;top val=&quot;386&quot;/&gt;&lt;width val=&quot;60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73EA4FC-9AA9-4776-9F30-FDA9EFB2AD38}&quot;/&gt;&lt;isInvalidForFieldText val=&quot;1&quot;/&gt;&lt;Image&gt;&lt;filename val=&quot;C:\Users\sanmi\Documents\My Adobe Presentations\ece552f2019-ALUs\data\asimages\{D73EA4FC-9AA9-4776-9F30-FDA9EFB2AD38}_16_S.png&quot;/&gt;&lt;left val=&quot;298&quot;/&gt;&lt;top val=&quot;239&quot;/&gt;&lt;width val=&quot;11&quot;/&gt;&lt;height val=&quot;21&quot;/&gt;&lt;hasText val=&quot;0&quot;/&gt;&lt;/Image&gt;&lt;Image&gt;&lt;filename val=&quot;C:\Users\sanmi\Documents\My Adobe Presentations\ece552f2019-ALUs\data\asimages\{D73EA4FC-9AA9-4776-9F30-FDA9EFB2AD38}_16_T.png&quot;/&gt;&lt;left val=&quot;298&quot;/&gt;&lt;top val=&quot;240&quot;/&gt;&lt;width val=&quot;11&quot;/&gt;&lt;height val=&quot;2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4DB13D9-3CEB-4466-A262-B4DA63E74EB8}&quot;/&gt;&lt;isInvalidForFieldText val=&quot;1&quot;/&gt;&lt;Image&gt;&lt;filename val=&quot;C:\Users\sanmi\Documents\My Adobe Presentations\ece552f2019-ALUs\data\asimages\{84DB13D9-3CEB-4466-A262-B4DA63E74EB8}_16_S.png&quot;/&gt;&lt;left val=&quot;298&quot;/&gt;&lt;top val=&quot;239&quot;/&gt;&lt;width val=&quot;12&quot;/&gt;&lt;height val=&quot;11&quot;/&gt;&lt;hasText val=&quot;0&quot;/&gt;&lt;/Image&gt;&lt;Image&gt;&lt;filename val=&quot;C:\Users\sanmi\Documents\My Adobe Presentations\ece552f2019-ALUs\data\asimages\{84DB13D9-3CEB-4466-A262-B4DA63E74EB8}_16_T.png&quot;/&gt;&lt;left val=&quot;298&quot;/&gt;&lt;top val=&quot;240&quot;/&gt;&lt;width val=&quot;11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F7E718D-5583-4D98-AB3E-9CD973CCD587}&quot;/&gt;&lt;isInvalidForFieldText val=&quot;1&quot;/&gt;&lt;Image&gt;&lt;filename val=&quot;C:\Users\sanmi\Documents\My Adobe Presentations\ece552f2019-ALUs\data\asimages\{7F7E718D-5583-4D98-AB3E-9CD973CCD587}_16_S.png&quot;/&gt;&lt;left val=&quot;306&quot;/&gt;&lt;top val=&quot;249&quot;/&gt;&lt;width val=&quot;5&quot;/&gt;&lt;height val=&quot;10&quot;/&gt;&lt;hasText val=&quot;0&quot;/&gt;&lt;/Image&gt;&lt;Image&gt;&lt;filename val=&quot;C:\Users\sanmi\Documents\My Adobe Presentations\ece552f2019-ALUs\data\asimages\{7F7E718D-5583-4D98-AB3E-9CD973CCD587}_16_T.png&quot;/&gt;&lt;left val=&quot;306&quot;/&gt;&lt;top val=&quot;249&quot;/&gt;&lt;width val=&quot;4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9D242A5-8811-4B30-8AB7-69A9F21D7518}&quot;/&gt;&lt;isInvalidForFieldText val=&quot;1&quot;/&gt;&lt;Image&gt;&lt;filename val=&quot;C:\Users\sanmi\Documents\My Adobe Presentations\ece552f2019-ALUs\data\asimages\{29D242A5-8811-4B30-8AB7-69A9F21D7518}_16_S.png&quot;/&gt;&lt;left val=&quot;298&quot;/&gt;&lt;top val=&quot;257&quot;/&gt;&lt;width val=&quot;9&quot;/&gt;&lt;height val=&quot;5&quot;/&gt;&lt;hasText val=&quot;0&quot;/&gt;&lt;/Image&gt;&lt;Image&gt;&lt;filename val=&quot;C:\Users\sanmi\Documents\My Adobe Presentations\ece552f2019-ALUs\data\asimages\{29D242A5-8811-4B30-8AB7-69A9F21D7518}_16_T.png&quot;/&gt;&lt;left val=&quot;298&quot;/&gt;&lt;top val=&quot;257&quot;/&gt;&lt;width val=&quot;8&quot;/&gt;&lt;height val=&quot;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F6F73F4-0184-464A-AD6D-D455A244E17E}&quot;/&gt;&lt;isInvalidForFieldText val=&quot;0&quot;/&gt;&lt;Image&gt;&lt;filename val=&quot;C:\Users\sanmi\Documents\My Adobe Presentations\ece552f2019-ALUs\data\asimages\{FF6F73F4-0184-464A-AD6D-D455A244E17E}.png&quot;/&gt;&lt;left val=&quot;281&quot;/&gt;&lt;top val=&quot;239&quot;/&gt;&lt;width val=&quot;18&quot;/&gt;&lt;height val=&quot;2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24D763F-D48F-44B3-ABD9-93071B7A3742}&quot;/&gt;&lt;isInvalidForFieldText val=&quot;0&quot;/&gt;&lt;Image&gt;&lt;filename val=&quot;C:\Users\sanmi\Documents\My Adobe Presentations\ece552f2019-ALUs\data\asimages\{E24D763F-D48F-44B3-ABD9-93071B7A3742}.png&quot;/&gt;&lt;left val=&quot;298&quot;/&gt;&lt;top val=&quot;239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18939E5-8B12-4580-9E0E-91B2E8866CCA}&quot;/&gt;&lt;isInvalidForFieldText val=&quot;0&quot;/&gt;&lt;Image&gt;&lt;filename val=&quot;C:\Users\sanmi\Documents\My Adobe Presentations\ece552f2019-ALUs\data\asimages\{918939E5-8B12-4580-9E0E-91B2E8866CCA}.png&quot;/&gt;&lt;left val=&quot;281&quot;/&gt;&lt;top val=&quot;239&quot;/&gt;&lt;width val=&quot;1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B0D4DD-930E-4151-A7D3-FA2DE3D3F344}&quot;/&gt;&lt;isInvalidForFieldText val=&quot;0&quot;/&gt;&lt;Image&gt;&lt;filename val=&quot;C:\Users\sanmi\Documents\My Adobe Presentations\ece552f2019-ALUs\data\asimages\{18B0D4DD-930E-4151-A7D3-FA2DE3D3F344}.png&quot;/&gt;&lt;left val=&quot;281&quot;/&gt;&lt;top val=&quot;239&quot;/&gt;&lt;width val=&quot;2&quot;/&gt;&lt;height val=&quot;2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62CA97A-B2CC-4B6A-9F5F-6CBE95328445}&quot;/&gt;&lt;isInvalidForFieldText val=&quot;0&quot;/&gt;&lt;Image&gt;&lt;filename val=&quot;C:\Users\sanmi\Documents\My Adobe Presentations\ece552f2019-ALUs\data\asimages\{962CA97A-B2CC-4B6A-9F5F-6CBE95328445}.png&quot;/&gt;&lt;left val=&quot;298&quot;/&gt;&lt;top val=&quot;259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D6F81A7-2F2B-45FB-BC43-0360CEA6C7CA}&quot;/&gt;&lt;isInvalidForFieldText val=&quot;0&quot;/&gt;&lt;Image&gt;&lt;filename val=&quot;C:\Users\sanmi\Documents\My Adobe Presentations\ece552f2019-ALUs\data\asimages\{7D6F81A7-2F2B-45FB-BC43-0360CEA6C7CA}.png&quot;/&gt;&lt;left val=&quot;281&quot;/&gt;&lt;top val=&quot;259&quot;/&gt;&lt;width val=&quot;1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331D981-2913-482D-B6D4-505E38FF52CA}&quot;/&gt;&lt;isInvalidForFieldText val=&quot;0&quot;/&gt;&lt;Image&gt;&lt;filename val=&quot;C:\Users\sanmi\Documents\My Adobe Presentations\ece552f2019-ALUs\data\asimages\{5331D981-2913-482D-B6D4-505E38FF52CA}.png&quot;/&gt;&lt;left val=&quot;276&quot;/&gt;&lt;top val=&quot;24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A5B18EB-C3E2-42FE-A25B-E522F8BE08F3}&quot;/&gt;&lt;isInvalidForFieldText val=&quot;0&quot;/&gt;&lt;Image&gt;&lt;filename val=&quot;C:\Users\sanmi\Documents\My Adobe Presentations\ece552f2019-ALUs\data\asimages\{1A5B18EB-C3E2-42FE-A25B-E522F8BE08F3}.png&quot;/&gt;&lt;left val=&quot;281&quot;/&gt;&lt;top val=&quot;24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CE4D4F1-1A78-43EA-91FC-66A2D50C9695}&quot;/&gt;&lt;isInvalidForFieldText val=&quot;0&quot;/&gt;&lt;Image&gt;&lt;filename val=&quot;C:\Users\sanmi\Documents\My Adobe Presentations\ece552f2019-ALUs\data\asimages\{5CE4D4F1-1A78-43EA-91FC-66A2D50C9695}.png&quot;/&gt;&lt;left val=&quot;276&quot;/&gt;&lt;top val=&quot;244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AC72DDE-FDB2-433A-BFD7-74D7A554C08C}&quot;/&gt;&lt;isInvalidForFieldText val=&quot;0&quot;/&gt;&lt;Image&gt;&lt;filename val=&quot;C:\Users\sanmi\Documents\My Adobe Presentations\ece552f2019-ALUs\data\asimages\{1AC72DDE-FDB2-433A-BFD7-74D7A554C08C}.png&quot;/&gt;&lt;left val=&quot;276&quot;/&gt;&lt;top val=&quot;25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4D8241-81D5-4F5F-8B02-E5B5A6F1A8B6}&quot;/&gt;&lt;isInvalidForFieldText val=&quot;0&quot;/&gt;&lt;Image&gt;&lt;filename val=&quot;C:\Users\sanmi\Documents\My Adobe Presentations\ece552f2019-ALUs\data\asimages\{254D8241-81D5-4F5F-8B02-E5B5A6F1A8B6}.png&quot;/&gt;&lt;left val=&quot;281&quot;/&gt;&lt;top val=&quot;25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0A9B343-8E1E-4D1D-A295-3A47CD54B233}&quot;/&gt;&lt;isInvalidForFieldText val=&quot;0&quot;/&gt;&lt;Image&gt;&lt;filename val=&quot;C:\Users\sanmi\Documents\My Adobe Presentations\ece552f2019-ALUs\data\asimages\{80A9B343-8E1E-4D1D-A295-3A47CD54B233}.png&quot;/&gt;&lt;left val=&quot;276&quot;/&gt;&lt;top val=&quot;254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E8EEFB-15BD-449B-9A11-CD7264193A5A}&quot;/&gt;&lt;isInvalidForFieldText val=&quot;0&quot;/&gt;&lt;Image&gt;&lt;filename val=&quot;C:\Users\sanmi\Documents\My Adobe Presentations\ece552f2019-ALUs\data\asimages\{82E8EEFB-15BD-449B-9A11-CD7264193A5A}.png&quot;/&gt;&lt;left val=&quot;309&quot;/&gt;&lt;top val=&quot;249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752750E-25A5-4E61-A92C-5EC3A35CD89B}&quot;/&gt;&lt;isInvalidForFieldText val=&quot;0&quot;/&gt;&lt;Image&gt;&lt;filename val=&quot;C:\Users\sanmi\Documents\My Adobe Presentations\ece552f2019-ALUs\data\asimages\{9752750E-25A5-4E61-A92C-5EC3A35CD89B}.png&quot;/&gt;&lt;left val=&quot;314&quot;/&gt;&lt;top val=&quot;249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17864DA-5DE3-42AE-ACB0-3247BF53E09B}&quot;/&gt;&lt;isInvalidForFieldText val=&quot;0&quot;/&gt;&lt;Image&gt;&lt;filename val=&quot;C:\Users\sanmi\Documents\My Adobe Presentations\ece552f2019-ALUs\data\asimages\{017864DA-5DE3-42AE-ACB0-3247BF53E09B}.png&quot;/&gt;&lt;left val=&quot;309&quot;/&gt;&lt;top val=&quot;249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352D817-2E76-49E6-8B13-097ACE05F5AA}&quot;/&gt;&lt;isInvalidForFieldText val=&quot;1&quot;/&gt;&lt;Image&gt;&lt;filename val=&quot;C:\Users\sanmi\Documents\My Adobe Presentations\ece552f2019-ALUs\data\asimages\{5352D817-2E76-49E6-8B13-097ACE05F5AA}_16_S.png&quot;/&gt;&lt;left val=&quot;281&quot;/&gt;&lt;top val=&quot;301&quot;/&gt;&lt;width val=&quot;5&quot;/&gt;&lt;height val=&quot;21&quot;/&gt;&lt;hasText val=&quot;0&quot;/&gt;&lt;/Image&gt;&lt;Image&gt;&lt;filename val=&quot;C:\Users\sanmi\Documents\My Adobe Presentations\ece552f2019-ALUs\data\asimages\{5352D817-2E76-49E6-8B13-097ACE05F5AA}_16_T.png&quot;/&gt;&lt;left val=&quot;282&quot;/&gt;&lt;top val=&quot;301&quot;/&gt;&lt;width val=&quot;5&quot;/&gt;&lt;height val=&quot;2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A049A7A-4C11-43D4-A25B-FEFC75C6BBEB}&quot;/&gt;&lt;isInvalidForFieldText val=&quot;1&quot;/&gt;&lt;Image&gt;&lt;filename val=&quot;C:\Users\sanmi\Documents\My Adobe Presentations\ece552f2019-ALUs\data\asimages\{2A049A7A-4C11-43D4-A25B-FEFC75C6BBEB}_16_S.png&quot;/&gt;&lt;left val=&quot;282&quot;/&gt;&lt;top val=&quot;301&quot;/&gt;&lt;width val=&quot;2&quot;/&gt;&lt;height val=&quot;2&quot;/&gt;&lt;hasText val=&quot;0&quot;/&gt;&lt;/Image&gt;&lt;Image&gt;&lt;filename val=&quot;C:\Users\sanmi\Documents\My Adobe Presentations\ece552f2019-ALUs\data\asimages\{2A049A7A-4C11-43D4-A25B-FEFC75C6BBEB}_16_T.png&quot;/&gt;&lt;left val=&quot;282&quot;/&gt;&lt;top val=&quot;30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F0F3563-1E21-4468-8C92-1615EB0B0AA8}&quot;/&gt;&lt;isInvalidForFieldText val=&quot;1&quot;/&gt;&lt;Image&gt;&lt;filename val=&quot;C:\Users\sanmi\Documents\My Adobe Presentations\ece552f2019-ALUs\data\asimages\{9F0F3563-1E21-4468-8C92-1615EB0B0AA8}_16_S.png&quot;/&gt;&lt;left val=&quot;282&quot;/&gt;&lt;top val=&quot;301&quot;/&gt;&lt;width val=&quot;6&quot;/&gt;&lt;height val=&quot;11&quot;/&gt;&lt;hasText val=&quot;0&quot;/&gt;&lt;/Image&gt;&lt;Image&gt;&lt;filename val=&quot;C:\Users\sanmi\Documents\My Adobe Presentations\ece552f2019-ALUs\data\asimages\{9F0F3563-1E21-4468-8C92-1615EB0B0AA8}_16_T.png&quot;/&gt;&lt;left val=&quot;282&quot;/&gt;&lt;top val=&quot;301&quot;/&gt;&lt;width val=&quot;5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74A065E-C9FC-4807-92C2-39272D19251C}&quot;/&gt;&lt;isInvalidForFieldText val=&quot;1&quot;/&gt;&lt;Image&gt;&lt;filename val=&quot;C:\Users\sanmi\Documents\My Adobe Presentations\ece552f2019-ALUs\data\asimages\{074A065E-C9FC-4807-92C2-39272D19251C}_16_S.png&quot;/&gt;&lt;left val=&quot;285&quot;/&gt;&lt;top val=&quot;311&quot;/&gt;&lt;width val=&quot;3&quot;/&gt;&lt;height val=&quot;9&quot;/&gt;&lt;hasText val=&quot;0&quot;/&gt;&lt;/Image&gt;&lt;Image&gt;&lt;filename val=&quot;C:\Users\sanmi\Documents\My Adobe Presentations\ece552f2019-ALUs\data\asimages\{074A065E-C9FC-4807-92C2-39272D19251C}_16_T.png&quot;/&gt;&lt;left val=&quot;285&quot;/&gt;&lt;top val=&quot;311&quot;/&gt;&lt;width val=&quot;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FF7C4FC-4F6F-496F-9F43-13EAC0F21286}&quot;/&gt;&lt;isInvalidForFieldText val=&quot;1&quot;/&gt;&lt;Image&gt;&lt;filename val=&quot;C:\Users\sanmi\Documents\My Adobe Presentations\ece552f2019-ALUs\data\asimages\{FFF7C4FC-4F6F-496F-9F43-13EAC0F21286}_16_S.png&quot;/&gt;&lt;left val=&quot;281&quot;/&gt;&lt;top val=&quot;321&quot;/&gt;&lt;width val=&quot;2&quot;/&gt;&lt;height val=&quot;2&quot;/&gt;&lt;hasText val=&quot;0&quot;/&gt;&lt;/Image&gt;&lt;Image&gt;&lt;filename val=&quot;C:\Users\sanmi\Documents\My Adobe Presentations\ece552f2019-ALUs\data\asimages\{FFF7C4FC-4F6F-496F-9F43-13EAC0F21286}_16_T.png&quot;/&gt;&lt;left val=&quot;282&quot;/&gt;&lt;top val=&quot;32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1155322-AD6E-421D-B5C8-EE9934FFF240}&quot;/&gt;&lt;isInvalidForFieldText val=&quot;1&quot;/&gt;&lt;Image&gt;&lt;filename val=&quot;C:\Users\sanmi\Documents\My Adobe Presentations\ece552f2019-ALUs\data\asimages\{41155322-AD6E-421D-B5C8-EE9934FFF240}_16_S.png&quot;/&gt;&lt;left val=&quot;281&quot;/&gt;&lt;top val=&quot;318&quot;/&gt;&lt;width val=&quot;5&quot;/&gt;&lt;height val=&quot;6&quot;/&gt;&lt;hasText val=&quot;0&quot;/&gt;&lt;/Image&gt;&lt;Image&gt;&lt;filename val=&quot;C:\Users\sanmi\Documents\My Adobe Presentations\ece552f2019-ALUs\data\asimages\{41155322-AD6E-421D-B5C8-EE9934FFF240}_16_T.png&quot;/&gt;&lt;left val=&quot;282&quot;/&gt;&lt;top val=&quot;318&quot;/&gt;&lt;width val=&quot;5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023CF67-55DB-4E3C-B9D3-07C2274168AE}&quot;/&gt;&lt;isInvalidForFieldText val=&quot;0&quot;/&gt;&lt;Image&gt;&lt;filename val=&quot;C:\Users\sanmi\Documents\My Adobe Presentations\ece552f2019-ALUs\data\asimages\{5023CF67-55DB-4E3C-B9D3-07C2274168AE}.png&quot;/&gt;&lt;left val=&quot;282&quot;/&gt;&lt;top val=&quot;30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358FD07-84F6-405C-B163-57EFA453CE6E}&quot;/&gt;&lt;isInvalidForFieldText val=&quot;0&quot;/&gt;&lt;Image&gt;&lt;filename val=&quot;C:\Users\sanmi\Documents\My Adobe Presentations\ece552f2019-ALUs\data\asimages\{4358FD07-84F6-405C-B163-57EFA453CE6E}.png&quot;/&gt;&lt;left val=&quot;301&quot;/&gt;&lt;top val=&quot;30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4F26E97-E7F8-4813-A088-1E43ACE2A832}&quot;/&gt;&lt;isInvalidForFieldText val=&quot;0&quot;/&gt;&lt;Image&gt;&lt;filename val=&quot;C:\Users\sanmi\Documents\My Adobe Presentations\ece552f2019-ALUs\data\asimages\{94F26E97-E7F8-4813-A088-1E43ACE2A832}.png&quot;/&gt;&lt;left val=&quot;282&quot;/&gt;&lt;top val=&quot;301&quot;/&gt;&lt;width val=&quot;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A7E31ED-9D9B-4293-A6A6-AD5B49287B4B}&quot;/&gt;&lt;isInvalidForFieldText val=&quot;0&quot;/&gt;&lt;Image&gt;&lt;filename val=&quot;C:\Users\sanmi\Documents\My Adobe Presentations\ece552f2019-ALUs\data\asimages\{0A7E31ED-9D9B-4293-A6A6-AD5B49287B4B}.png&quot;/&gt;&lt;left val=&quot;282&quot;/&gt;&lt;top val=&quot;32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FD1F7B2-6953-4FE2-B5D4-FF391C8A4E07}&quot;/&gt;&lt;isInvalidForFieldText val=&quot;0&quot;/&gt;&lt;Image&gt;&lt;filename val=&quot;C:\Users\sanmi\Documents\My Adobe Presentations\ece552f2019-ALUs\data\asimages\{3FD1F7B2-6953-4FE2-B5D4-FF391C8A4E07}.png&quot;/&gt;&lt;left val=&quot;301&quot;/&gt;&lt;top val=&quot;32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1AF942-0AB5-4988-93D1-E513C781C14B}&quot;/&gt;&lt;isInvalidForFieldText val=&quot;0&quot;/&gt;&lt;Image&gt;&lt;filename val=&quot;C:\Users\sanmi\Documents\My Adobe Presentations\ece552f2019-ALUs\data\asimages\{631AF942-0AB5-4988-93D1-E513C781C14B}.png&quot;/&gt;&lt;left val=&quot;282&quot;/&gt;&lt;top val=&quot;321&quot;/&gt;&lt;width val=&quot;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248F3FA-F671-4FEA-9467-329C4DF7A9C5}&quot;/&gt;&lt;isInvalidForFieldText val=&quot;1&quot;/&gt;&lt;Image&gt;&lt;filename val=&quot;C:\Users\sanmi\Documents\My Adobe Presentations\ece552f2019-ALUs\data\asimages\{4248F3FA-F671-4FEA-9467-329C4DF7A9C5}_16_S.png&quot;/&gt;&lt;left val=&quot;301&quot;/&gt;&lt;top val=&quot;301&quot;/&gt;&lt;width val=&quot;13&quot;/&gt;&lt;height val=&quot;21&quot;/&gt;&lt;hasText val=&quot;0&quot;/&gt;&lt;/Image&gt;&lt;Image&gt;&lt;filename val=&quot;C:\Users\sanmi\Documents\My Adobe Presentations\ece552f2019-ALUs\data\asimages\{4248F3FA-F671-4FEA-9467-329C4DF7A9C5}_16_T.png&quot;/&gt;&lt;left val=&quot;302&quot;/&gt;&lt;top val=&quot;301&quot;/&gt;&lt;width val=&quot;12&quot;/&gt;&lt;height val=&quot;2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B2912D2-C9B4-4EC8-A08C-EE81F5475EA9}&quot;/&gt;&lt;isInvalidForFieldText val=&quot;1&quot;/&gt;&lt;Image&gt;&lt;filename val=&quot;C:\Users\sanmi\Documents\My Adobe Presentations\ece552f2019-ALUs\data\asimages\{CB2912D2-C9B4-4EC8-A08C-EE81F5475EA9}_16_S.png&quot;/&gt;&lt;left val=&quot;301&quot;/&gt;&lt;top val=&quot;301&quot;/&gt;&lt;width val=&quot;2&quot;/&gt;&lt;height val=&quot;2&quot;/&gt;&lt;hasText val=&quot;0&quot;/&gt;&lt;/Image&gt;&lt;Image&gt;&lt;filename val=&quot;C:\Users\sanmi\Documents\My Adobe Presentations\ece552f2019-ALUs\data\asimages\{CB2912D2-C9B4-4EC8-A08C-EE81F5475EA9}_16_T.png&quot;/&gt;&lt;left val=&quot;302&quot;/&gt;&lt;top val=&quot;30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A8EB4C9-A637-42BB-AE4A-93A946B1DD8F}&quot;/&gt;&lt;isInvalidForFieldText val=&quot;1&quot;/&gt;&lt;Image&gt;&lt;filename val=&quot;C:\Users\sanmi\Documents\My Adobe Presentations\ece552f2019-ALUs\data\asimages\{0A8EB4C9-A637-42BB-AE4A-93A946B1DD8F}_16_S.png&quot;/&gt;&lt;left val=&quot;301&quot;/&gt;&lt;top val=&quot;301&quot;/&gt;&lt;width val=&quot;14&quot;/&gt;&lt;height val=&quot;16&quot;/&gt;&lt;hasText val=&quot;0&quot;/&gt;&lt;/Image&gt;&lt;Image&gt;&lt;filename val=&quot;C:\Users\sanmi\Documents\My Adobe Presentations\ece552f2019-ALUs\data\asimages\{0A8EB4C9-A637-42BB-AE4A-93A946B1DD8F}_16_T.png&quot;/&gt;&lt;left val=&quot;302&quot;/&gt;&lt;top val=&quot;301&quot;/&gt;&lt;width val=&quot;13&quot;/&gt;&lt;height val=&quot;1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A87A393-3767-4D3D-9B11-4D04EC142203}&quot;/&gt;&lt;isInvalidForFieldText val=&quot;1&quot;/&gt;&lt;Image&gt;&lt;filename val=&quot;C:\Users\sanmi\Documents\My Adobe Presentations\ece552f2019-ALUs\data\asimages\{0A87A393-3767-4D3D-9B11-4D04EC142203}_16_S.png&quot;/&gt;&lt;left val=&quot;307&quot;/&gt;&lt;top val=&quot;315&quot;/&gt;&lt;width val=&quot;5&quot;/&gt;&lt;height val=&quot;6&quot;/&gt;&lt;hasText val=&quot;0&quot;/&gt;&lt;/Image&gt;&lt;Image&gt;&lt;filename val=&quot;C:\Users\sanmi\Documents\My Adobe Presentations\ece552f2019-ALUs\data\asimages\{0A87A393-3767-4D3D-9B11-4D04EC142203}_16_T.png&quot;/&gt;&lt;left val=&quot;308&quot;/&gt;&lt;top val=&quot;315&quot;/&gt;&lt;width val=&quot;4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66010DE-9EFC-4624-B20C-A1A7F19AD3E3}&quot;/&gt;&lt;isInvalidForFieldText val=&quot;1&quot;/&gt;&lt;Image&gt;&lt;filename val=&quot;C:\Users\sanmi\Documents\My Adobe Presentations\ece552f2019-ALUs\data\asimages\{566010DE-9EFC-4624-B20C-A1A7F19AD3E3}_16_S.png&quot;/&gt;&lt;left val=&quot;301&quot;/&gt;&lt;top val=&quot;321&quot;/&gt;&lt;width val=&quot;2&quot;/&gt;&lt;height val=&quot;2&quot;/&gt;&lt;hasText val=&quot;0&quot;/&gt;&lt;/Image&gt;&lt;Image&gt;&lt;filename val=&quot;C:\Users\sanmi\Documents\My Adobe Presentations\ece552f2019-ALUs\data\asimages\{566010DE-9EFC-4624-B20C-A1A7F19AD3E3}_16_T.png&quot;/&gt;&lt;left val=&quot;302&quot;/&gt;&lt;top val=&quot;32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D274984-B2B7-4569-9BB6-6960DC4C2D30}&quot;/&gt;&lt;isInvalidForFieldText val=&quot;1&quot;/&gt;&lt;Image&gt;&lt;filename val=&quot;C:\Users\sanmi\Documents\My Adobe Presentations\ece552f2019-ALUs\data\asimages\{7D274984-B2B7-4569-9BB6-6960DC4C2D30}_16_S.png&quot;/&gt;&lt;left val=&quot;301&quot;/&gt;&lt;top val=&quot;318&quot;/&gt;&lt;width val=&quot;7&quot;/&gt;&lt;height val=&quot;5&quot;/&gt;&lt;hasText val=&quot;0&quot;/&gt;&lt;/Image&gt;&lt;Image&gt;&lt;filename val=&quot;C:\Users\sanmi\Documents\My Adobe Presentations\ece552f2019-ALUs\data\asimages\{7D274984-B2B7-4569-9BB6-6960DC4C2D30}_16_T.png&quot;/&gt;&lt;left val=&quot;302&quot;/&gt;&lt;top val=&quot;319&quot;/&gt;&lt;width val=&quot;6&quot;/&gt;&lt;height val=&quot;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6CA3B12-F2B9-4C38-9611-92281811EDFB}&quot;/&gt;&lt;isInvalidForFieldText val=&quot;0&quot;/&gt;&lt;Image&gt;&lt;filename val=&quot;C:\Users\sanmi\Documents\My Adobe Presentations\ece552f2019-ALUs\data\asimages\{76CA3B12-F2B9-4C38-9611-92281811EDFB}.png&quot;/&gt;&lt;left val=&quot;280&quot;/&gt;&lt;top val=&quot;30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F247B3-9DBF-41A6-A8EF-7A2072725EA6}&quot;/&gt;&lt;isInvalidForFieldText val=&quot;0&quot;/&gt;&lt;Image&gt;&lt;filename val=&quot;C:\Users\sanmi\Documents\My Adobe Presentations\ece552f2019-ALUs\data\asimages\{B9F247B3-9DBF-41A6-A8EF-7A2072725EA6}.png&quot;/&gt;&lt;left val=&quot;285&quot;/&gt;&lt;top val=&quot;30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C6FD8B-F692-48A2-814A-765E0766DC05}&quot;/&gt;&lt;isInvalidForFieldText val=&quot;0&quot;/&gt;&lt;Image&gt;&lt;filename val=&quot;C:\Users\sanmi\Documents\My Adobe Presentations\ece552f2019-ALUs\data\asimages\{B2C6FD8B-F692-48A2-814A-765E0766DC05}.png&quot;/&gt;&lt;left val=&quot;280&quot;/&gt;&lt;top val=&quot;306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9DBFE30-D20A-453A-9ADE-E3EE4349FA9C}&quot;/&gt;&lt;isInvalidForFieldText val=&quot;0&quot;/&gt;&lt;Image&gt;&lt;filename val=&quot;C:\Users\sanmi\Documents\My Adobe Presentations\ece552f2019-ALUs\data\asimages\{79DBFE30-D20A-453A-9ADE-E3EE4349FA9C}.png&quot;/&gt;&lt;left val=&quot;280&quot;/&gt;&lt;top val=&quot;31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6918A9A-F96B-4B3B-9415-3975FDB4BF23}&quot;/&gt;&lt;isInvalidForFieldText val=&quot;0&quot;/&gt;&lt;Image&gt;&lt;filename val=&quot;C:\Users\sanmi\Documents\My Adobe Presentations\ece552f2019-ALUs\data\asimages\{56918A9A-F96B-4B3B-9415-3975FDB4BF23}.png&quot;/&gt;&lt;left val=&quot;285&quot;/&gt;&lt;top val=&quot;31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A882116-08C2-43C9-8A7B-AE6ECE63CF00}&quot;/&gt;&lt;isInvalidForFieldText val=&quot;0&quot;/&gt;&lt;Image&gt;&lt;filename val=&quot;C:\Users\sanmi\Documents\My Adobe Presentations\ece552f2019-ALUs\data\asimages\{3A882116-08C2-43C9-8A7B-AE6ECE63CF00}.png&quot;/&gt;&lt;left val=&quot;280&quot;/&gt;&lt;top val=&quot;316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6B6E6D4-DD7F-4024-9EA5-B5C4D52FBA3A}&quot;/&gt;&lt;isInvalidForFieldText val=&quot;0&quot;/&gt;&lt;Image&gt;&lt;filename val=&quot;C:\Users\sanmi\Documents\My Adobe Presentations\ece552f2019-ALUs\data\asimages\{D6B6E6D4-DD7F-4024-9EA5-B5C4D52FBA3A}.png&quot;/&gt;&lt;left val=&quot;313&quot;/&gt;&lt;top val=&quot;31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3BA872-AE7E-4FF1-BD9C-A7073568F256}&quot;/&gt;&lt;isInvalidForFieldText val=&quot;0&quot;/&gt;&lt;Image&gt;&lt;filename val=&quot;C:\Users\sanmi\Documents\My Adobe Presentations\ece552f2019-ALUs\data\asimages\{BF3BA872-AE7E-4FF1-BD9C-A7073568F256}.png&quot;/&gt;&lt;left val=&quot;318&quot;/&gt;&lt;top val=&quot;31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1D8D559-B53B-4B56-B1F4-1443CE948877}&quot;/&gt;&lt;isInvalidForFieldText val=&quot;0&quot;/&gt;&lt;Image&gt;&lt;filename val=&quot;C:\Users\sanmi\Documents\My Adobe Presentations\ece552f2019-ALUs\data\asimages\{11D8D559-B53B-4B56-B1F4-1443CE948877}.png&quot;/&gt;&lt;left val=&quot;313&quot;/&gt;&lt;top val=&quot;311&quot;/&gt;&lt;width val=&quot;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CC7EDD8-237A-4C4E-B95D-86A932A3058F}&quot;/&gt;&lt;isInvalidForFieldText val=&quot;0&quot;/&gt;&lt;Image&gt;&lt;filename val=&quot;C:\Users\sanmi\Documents\My Adobe Presentations\ece552f2019-ALUs\data\asimages\{7CC7EDD8-237A-4C4E-B95D-86A932A3058F}.png&quot;/&gt;&lt;left val=&quot;311&quot;/&gt;&lt;top val=&quot;25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3C0ACD5-4B4C-4D6B-9768-A6538323E7D1}&quot;/&gt;&lt;isInvalidForFieldText val=&quot;0&quot;/&gt;&lt;Image&gt;&lt;filename val=&quot;C:\Users\sanmi\Documents\My Adobe Presentations\ece552f2019-ALUs\data\asimages\{93C0ACD5-4B4C-4D6B-9768-A6538323E7D1}.png&quot;/&gt;&lt;left val=&quot;494&quot;/&gt;&lt;top val=&quot;249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1FFD61D-6453-45C1-94BC-B634E5C5EF91}&quot;/&gt;&lt;isInvalidForFieldText val=&quot;1&quot;/&gt;&lt;Image&gt;&lt;filename val=&quot;C:\Users\sanmi\Documents\My Adobe Presentations\ece552f2019-ALUs\data\asimages\{51FFD61D-6453-45C1-94BC-B634E5C5EF91}_16_S.png&quot;/&gt;&lt;left val=&quot;311&quot;/&gt;&lt;top val=&quot;249&quot;/&gt;&lt;width val=&quot;183&quot;/&gt;&lt;height val=&quot;3&quot;/&gt;&lt;hasText val=&quot;0&quot;/&gt;&lt;/Image&gt;&lt;Image&gt;&lt;filename val=&quot;C:\Users\sanmi\Documents\My Adobe Presentations\ece552f2019-ALUs\data\asimages\{51FFD61D-6453-45C1-94BC-B634E5C5EF91}_16_T.png&quot;/&gt;&lt;left val=&quot;312&quot;/&gt;&lt;top val=&quot;249&quot;/&gt;&lt;width val=&quot;18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EB0179-C549-4D35-9842-244E479C156B}&quot;/&gt;&lt;isInvalidForFieldText val=&quot;0&quot;/&gt;&lt;Image&gt;&lt;filename val=&quot;C:\Users\sanmi\Documents\My Adobe Presentations\ece552f2019-ALUs\data\asimages\{7FEB0179-C549-4D35-9842-244E479C156B}.png&quot;/&gt;&lt;left val=&quot;319&quot;/&gt;&lt;top val=&quot;31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D907B48-42F2-4BD9-A998-D8D6E1B9D162}&quot;/&gt;&lt;isInvalidForFieldText val=&quot;0&quot;/&gt;&lt;Image&gt;&lt;filename val=&quot;C:\Users\sanmi\Documents\My Adobe Presentations\ece552f2019-ALUs\data\asimages\{1D907B48-42F2-4BD9-A998-D8D6E1B9D162}.png&quot;/&gt;&lt;left val=&quot;494&quot;/&gt;&lt;top val=&quot;31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68088FC-7084-41B7-809C-623CB880E1B2}&quot;/&gt;&lt;isInvalidForFieldText val=&quot;0&quot;/&gt;&lt;Image&gt;&lt;filename val=&quot;C:\Users\sanmi\Documents\My Adobe Presentations\ece552f2019-ALUs\data\asimages\{568088FC-7084-41B7-809C-623CB880E1B2}.png&quot;/&gt;&lt;left val=&quot;319&quot;/&gt;&lt;top val=&quot;311&quot;/&gt;&lt;width val=&quot;17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F9EA580-2764-41F7-AD79-A4EAB572DCDF}&quot;/&gt;&lt;isInvalidForFieldText val=&quot;1&quot;/&gt;&lt;Image&gt;&lt;filename val=&quot;C:\Users\sanmi\Documents\My Adobe Presentations\ece552f2019-ALUs\data\asimages\{5F9EA580-2764-41F7-AD79-A4EAB572DCDF}_16_S.png&quot;/&gt;&lt;left val=&quot;494&quot;/&gt;&lt;top val=&quot;212&quot;/&gt;&lt;width val=&quot;32&quot;/&gt;&lt;height val=&quot;243&quot;/&gt;&lt;hasText val=&quot;0&quot;/&gt;&lt;/Image&gt;&lt;Image&gt;&lt;filename val=&quot;C:\Users\sanmi\Documents\My Adobe Presentations\ece552f2019-ALUs\data\asimages\{5F9EA580-2764-41F7-AD79-A4EAB572DCDF}_16_T.png&quot;/&gt;&lt;left val=&quot;494&quot;/&gt;&lt;top val=&quot;212&quot;/&gt;&lt;width val=&quot;31&quot;/&gt;&lt;height val=&quot;2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64D84C7-45CF-4D4A-9676-745FCAEBD233}&quot;/&gt;&lt;isInvalidForFieldText val=&quot;1&quot;/&gt;&lt;Image&gt;&lt;filename val=&quot;C:\Users\sanmi\Documents\My Adobe Presentations\ece552f2019-ALUs\data\asimages\{764D84C7-45CF-4D4A-9676-745FCAEBD233}_16_S.png&quot;/&gt;&lt;left val=&quot;509&quot;/&gt;&lt;top val=&quot;212&quot;/&gt;&lt;width val=&quot;1&quot;/&gt;&lt;height val=&quot;2&quot;/&gt;&lt;hasText val=&quot;0&quot;/&gt;&lt;/Image&gt;&lt;Image&gt;&lt;filename val=&quot;C:\Users\sanmi\Documents\My Adobe Presentations\ece552f2019-ALUs\data\asimages\{764D84C7-45CF-4D4A-9676-745FCAEBD233}_1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C57A619-D1E3-478B-A087-94394863CAC7}&quot;/&gt;&lt;isInvalidForFieldText val=&quot;0&quot;/&gt;&lt;Image&gt;&lt;filename val=&quot;C:\Users\sanmi\Documents\My Adobe Presentations\ece552f2019-ALUs\data\asimages\{0C57A619-D1E3-478B-A087-94394863CAC7}.png&quot;/&gt;&lt;left val=&quot;449&quot;/&gt;&lt;top val=&quot;40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EB7236-F46B-4A4D-B15C-75A32902CADC}&quot;/&gt;&lt;isInvalidForFieldText val=&quot;0&quot;/&gt;&lt;Image&gt;&lt;filename val=&quot;C:\Users\sanmi\Documents\My Adobe Presentations\ece552f2019-ALUs\data\asimages\{12EB7236-F46B-4A4D-B15C-75A32902CADC}.png&quot;/&gt;&lt;left val=&quot;494&quot;/&gt;&lt;top val=&quot;40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197357B-9A57-4AED-B42E-329C88C2F531}&quot;/&gt;&lt;isInvalidForFieldText val=&quot;1&quot;/&gt;&lt;Image&gt;&lt;filename val=&quot;C:\Users\sanmi\Documents\My Adobe Presentations\ece552f2019-ALUs\data\asimages\{1197357B-9A57-4AED-B42E-329C88C2F531}_16_S.png&quot;/&gt;&lt;left val=&quot;449&quot;/&gt;&lt;top val=&quot;400&quot;/&gt;&lt;width val=&quot;45&quot;/&gt;&lt;height val=&quot;3&quot;/&gt;&lt;hasText val=&quot;0&quot;/&gt;&lt;/Image&gt;&lt;Image&gt;&lt;filename val=&quot;C:\Users\sanmi\Documents\My Adobe Presentations\ece552f2019-ALUs\data\asimages\{1197357B-9A57-4AED-B42E-329C88C2F531}_16_T.png&quot;/&gt;&lt;left val=&quot;450&quot;/&gt;&lt;top val=&quot;401&quot;/&gt;&lt;width val=&quot;4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841210-9E97-47C2-AE92-6DB4CC6B331B}&quot;/&gt;&lt;isInvalidForFieldText val=&quot;0&quot;/&gt;&lt;Image&gt;&lt;filename val=&quot;C:\Users\sanmi\Documents\My Adobe Presentations\ece552f2019-ALUs\data\asimages\{B2841210-9E97-47C2-AE92-6DB4CC6B331B}.png&quot;/&gt;&lt;left val=&quot;212&quot;/&gt;&lt;top val=&quot;24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B644B9-C0CB-4E5D-95F5-2FB6B4F308C6}&quot;/&gt;&lt;isInvalidForFieldText val=&quot;0&quot;/&gt;&lt;Image&gt;&lt;filename val=&quot;C:\Users\sanmi\Documents\My Adobe Presentations\ece552f2019-ALUs\data\asimages\{F7B644B9-C0CB-4E5D-95F5-2FB6B4F308C6}.png&quot;/&gt;&lt;left val=&quot;212&quot;/&gt;&lt;top val=&quot;245&quot;/&gt;&lt;width val=&quot;2&quot;/&gt;&lt;height val=&quot;6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2C750C1-F859-48B1-9907-FA8B42D3D013}&quot;/&gt;&lt;isInvalidForFieldText val=&quot;0&quot;/&gt;&lt;Image&gt;&lt;filename val=&quot;C:\Users\sanmi\Documents\My Adobe Presentations\ece552f2019-ALUs\data\asimages\{32C750C1-F859-48B1-9907-FA8B42D3D013}.png&quot;/&gt;&lt;left val=&quot;281&quot;/&gt;&lt;top val=&quot;307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3C6FF56-EDEE-4DBE-837E-538112D610C6}&quot;/&gt;&lt;isInvalidForFieldText val=&quot;0&quot;/&gt;&lt;Image&gt;&lt;filename val=&quot;C:\Users\sanmi\Documents\My Adobe Presentations\ece552f2019-ALUs\data\asimages\{F3C6FF56-EDEE-4DBE-837E-538112D610C6}.png&quot;/&gt;&lt;left val=&quot;212&quot;/&gt;&lt;top val=&quot;307&quot;/&gt;&lt;width val=&quot;7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9EA4FE-9852-4CD3-88AF-27309B00F3E6}&quot;/&gt;&lt;isInvalidForFieldText val=&quot;0&quot;/&gt;&lt;Image&gt;&lt;filename val=&quot;C:\Users\sanmi\Documents\My Adobe Presentations\ece552f2019-ALUs\data\asimages\{1F9EA4FE-9852-4CD3-88AF-27309B00F3E6}.png&quot;/&gt;&lt;left val=&quot;276&quot;/&gt;&lt;top val=&quot;2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E631180-108E-4CEC-8D4E-FE8D21F9AD72}&quot;/&gt;&lt;isInvalidForFieldText val=&quot;0&quot;/&gt;&lt;Image&gt;&lt;filename val=&quot;C:\Users\sanmi\Documents\My Adobe Presentations\ece552f2019-ALUs\data\asimages\{2E631180-108E-4CEC-8D4E-FE8D21F9AD72}.png&quot;/&gt;&lt;left val=&quot;240&quot;/&gt;&lt;top val=&quot;255&quot;/&gt;&lt;width val=&quot;3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0A22031-AA53-4593-9922-DAD01FADB340}&quot;/&gt;&lt;isInvalidForFieldText val=&quot;0&quot;/&gt;&lt;Image&gt;&lt;filename val=&quot;C:\Users\sanmi\Documents\My Adobe Presentations\ece552f2019-ALUs\data\asimages\{90A22031-AA53-4593-9922-DAD01FADB340}.png&quot;/&gt;&lt;left val=&quot;240&quot;/&gt;&lt;top val=&quot;39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558A21-5EF8-4CED-82D6-E286FFCAE146}&quot;/&gt;&lt;isInvalidForFieldText val=&quot;0&quot;/&gt;&lt;Image&gt;&lt;filename val=&quot;C:\Users\sanmi\Documents\My Adobe Presentations\ece552f2019-ALUs\data\asimages\{1F558A21-5EF8-4CED-82D6-E286FFCAE146}.png&quot;/&gt;&lt;left val=&quot;240&quot;/&gt;&lt;top val=&quot;255&quot;/&gt;&lt;width val=&quot;2&quot;/&gt;&lt;height val=&quot;1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C931B5E-5395-47CF-B232-91617AE83730}&quot;/&gt;&lt;isInvalidForFieldText val=&quot;1&quot;/&gt;&lt;Image&gt;&lt;filename val=&quot;C:\Users\sanmi\Documents\My Adobe Presentations\ece552f2019-ALUs\data\asimages\{FC931B5E-5395-47CF-B232-91617AE83730}_16_S.png&quot;/&gt;&lt;left val=&quot;210&quot;/&gt;&lt;top val=&quot;243&quot;/&gt;&lt;width val=&quot;7&quot;/&gt;&lt;height val=&quot;9&quot;/&gt;&lt;hasText val=&quot;0&quot;/&gt;&lt;/Image&gt;&lt;Image&gt;&lt;filename val=&quot;C:\Users\sanmi\Documents\My Adobe Presentations\ece552f2019-ALUs\data\asimages\{FC931B5E-5395-47CF-B232-91617AE83730}_16_T.png&quot;/&gt;&lt;left val=&quot;211&quot;/&gt;&lt;top val=&quot;243&quot;/&gt;&lt;width val=&quot;6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89D53CF-E5F2-4A5C-B74F-953F81AE45F3}&quot;/&gt;&lt;isInvalidForFieldText val=&quot;1&quot;/&gt;&lt;Image&gt;&lt;filename val=&quot;C:\Users\sanmi\Documents\My Adobe Presentations\ece552f2019-ALUs\data\asimages\{689D53CF-E5F2-4A5C-B74F-953F81AE45F3}_16_S.png&quot;/&gt;&lt;left val=&quot;210&quot;/&gt;&lt;top val=&quot;243&quot;/&gt;&lt;width val=&quot;8&quot;/&gt;&lt;height val=&quot;10&quot;/&gt;&lt;hasText val=&quot;0&quot;/&gt;&lt;/Image&gt;&lt;Image&gt;&lt;filename val=&quot;C:\Users\sanmi\Documents\My Adobe Presentations\ece552f2019-ALUs\data\asimages\{689D53CF-E5F2-4A5C-B74F-953F81AE45F3}_16_T.png&quot;/&gt;&lt;left val=&quot;211&quot;/&gt;&lt;top val=&quot;243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17785AF-BEBA-4880-82EB-794D34719C49}&quot;/&gt;&lt;isInvalidForFieldText val=&quot;1&quot;/&gt;&lt;Image&gt;&lt;filename val=&quot;C:\Users\sanmi\Documents\My Adobe Presentations\ece552f2019-ALUs\data\asimages\{D17785AF-BEBA-4880-82EB-794D34719C49}_16_S.png&quot;/&gt;&lt;left val=&quot;216&quot;/&gt;&lt;top val=&quot;246&quot;/&gt;&lt;width val=&quot;2&quot;/&gt;&lt;height val=&quot;1&quot;/&gt;&lt;hasText val=&quot;0&quot;/&gt;&lt;/Image&gt;&lt;Image&gt;&lt;filename val=&quot;C:\Users\sanmi\Documents\My Adobe Presentations\ece552f2019-ALUs\data\asimages\{D17785AF-BEBA-4880-82EB-794D34719C49}_1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708B842-23F8-4190-AA3A-E3DE17E9BC35}&quot;/&gt;&lt;isInvalidForFieldText val=&quot;1&quot;/&gt;&lt;Image&gt;&lt;filename val=&quot;C:\Users\sanmi\Documents\My Adobe Presentations\ece552f2019-ALUs\data\asimages\{8708B842-23F8-4190-AA3A-E3DE17E9BC35}_16_S.png&quot;/&gt;&lt;left val=&quot;237&quot;/&gt;&lt;top val=&quot;391&quot;/&gt;&lt;width val=&quot;7&quot;/&gt;&lt;height val=&quot;9&quot;/&gt;&lt;hasText val=&quot;0&quot;/&gt;&lt;/Image&gt;&lt;Image&gt;&lt;filename val=&quot;C:\Users\sanmi\Documents\My Adobe Presentations\ece552f2019-ALUs\data\asimages\{8708B842-23F8-4190-AA3A-E3DE17E9BC35}_16_T.png&quot;/&gt;&lt;left val=&quot;237&quot;/&gt;&lt;top val=&quot;392&quot;/&gt;&lt;width val=&quot;6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14EAE30-F4D6-492D-B146-C3C769B8AE10}&quot;/&gt;&lt;isInvalidForFieldText val=&quot;1&quot;/&gt;&lt;Image&gt;&lt;filename val=&quot;C:\Users\sanmi\Documents\My Adobe Presentations\ece552f2019-ALUs\data\asimages\{814EAE30-F4D6-492D-B146-C3C769B8AE10}_16_S.png&quot;/&gt;&lt;left val=&quot;237&quot;/&gt;&lt;top val=&quot;391&quot;/&gt;&lt;width val=&quot;8&quot;/&gt;&lt;height val=&quot;10&quot;/&gt;&lt;hasText val=&quot;0&quot;/&gt;&lt;/Image&gt;&lt;Image&gt;&lt;filename val=&quot;C:\Users\sanmi\Documents\My Adobe Presentations\ece552f2019-ALUs\data\asimages\{814EAE30-F4D6-492D-B146-C3C769B8AE10}_16_T.png&quot;/&gt;&lt;left val=&quot;237&quot;/&gt;&lt;top val=&quot;392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EC05132-EF0B-405E-94B8-4F31179D0A75}&quot;/&gt;&lt;isInvalidForFieldText val=&quot;1&quot;/&gt;&lt;Image&gt;&lt;filename val=&quot;C:\Users\sanmi\Documents\My Adobe Presentations\ece552f2019-ALUs\data\asimages\{DEC05132-EF0B-405E-94B8-4F31179D0A75}_16_S.png&quot;/&gt;&lt;left val=&quot;243&quot;/&gt;&lt;top val=&quot;395&quot;/&gt;&lt;width val=&quot;2&quot;/&gt;&lt;height val=&quot;1&quot;/&gt;&lt;hasText val=&quot;0&quot;/&gt;&lt;/Image&gt;&lt;Image&gt;&lt;filename val=&quot;C:\Users\sanmi\Documents\My Adobe Presentations\ece552f2019-ALUs\data\asimages\{DEC05132-EF0B-405E-94B8-4F31179D0A75}_1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3BEFF0F-4B5E-4339-980C-30CDDAF0769C}&quot;/&gt;&lt;isInvalidForFieldText val=&quot;0&quot;/&gt;&lt;Image&gt;&lt;filename val=&quot;C:\Users\sanmi\Documents\My Adobe Presentations\ece552f2019-ALUs\data\asimages\{13BEFF0F-4B5E-4339-980C-30CDDAF0769C}.png&quot;/&gt;&lt;left val=&quot;281&quot;/&gt;&lt;top val=&quot;31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7398EF7-5099-4B93-9B15-684571652DAD}&quot;/&gt;&lt;isInvalidForFieldText val=&quot;0&quot;/&gt;&lt;Image&gt;&lt;filename val=&quot;C:\Users\sanmi\Documents\My Adobe Presentations\ece552f2019-ALUs\data\asimages\{77398EF7-5099-4B93-9B15-684571652DAD}.png&quot;/&gt;&lt;left val=&quot;239&quot;/&gt;&lt;top val=&quot;31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4008F4D-6A02-4DE9-9C91-144D5173E65B}&quot;/&gt;&lt;isInvalidForFieldText val=&quot;0&quot;/&gt;&lt;Image&gt;&lt;filename val=&quot;C:\Users\sanmi\Documents\My Adobe Presentations\ece552f2019-ALUs\data\asimages\{14008F4D-6A02-4DE9-9C91-144D5173E65B}.png&quot;/&gt;&lt;left val=&quot;239&quot;/&gt;&lt;top val=&quot;316&quot;/&gt;&lt;width val=&quot;4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61075AF-055A-4BB4-BE3C-6107F702CA0B}&quot;/&gt;&lt;isInvalidForFieldText val=&quot;1&quot;/&gt;&lt;Image&gt;&lt;filename val=&quot;C:\Users\sanmi\Documents\My Adobe Presentations\ece552f2019-ALUs\data\asimages\{161075AF-055A-4BB4-BE3C-6107F702CA0B}_16_S.png&quot;/&gt;&lt;left val=&quot;238&quot;/&gt;&lt;top val=&quot;314&quot;/&gt;&lt;width val=&quot;6&quot;/&gt;&lt;height val=&quot;9&quot;/&gt;&lt;hasText val=&quot;0&quot;/&gt;&lt;/Image&gt;&lt;Image&gt;&lt;filename val=&quot;C:\Users\sanmi\Documents\My Adobe Presentations\ece552f2019-ALUs\data\asimages\{161075AF-055A-4BB4-BE3C-6107F702CA0B}_16_T.png&quot;/&gt;&lt;left val=&quot;238&quot;/&gt;&lt;top val=&quot;314&quot;/&gt;&lt;width val=&quot;6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B494775-7087-48FF-AB71-DF0204326A50}&quot;/&gt;&lt;isInvalidForFieldText val=&quot;1&quot;/&gt;&lt;Image&gt;&lt;filename val=&quot;C:\Users\sanmi\Documents\My Adobe Presentations\ece552f2019-ALUs\data\asimages\{7B494775-7087-48FF-AB71-DF0204326A50}_16_S.png&quot;/&gt;&lt;left val=&quot;238&quot;/&gt;&lt;top val=&quot;314&quot;/&gt;&lt;width val=&quot;7&quot;/&gt;&lt;height val=&quot;10&quot;/&gt;&lt;hasText val=&quot;0&quot;/&gt;&lt;/Image&gt;&lt;Image&gt;&lt;filename val=&quot;C:\Users\sanmi\Documents\My Adobe Presentations\ece552f2019-ALUs\data\asimages\{7B494775-7087-48FF-AB71-DF0204326A50}_16_T.png&quot;/&gt;&lt;left val=&quot;238&quot;/&gt;&lt;top val=&quot;314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A31FF47-6710-4DF8-AF5F-E0CE8321E7AA}&quot;/&gt;&lt;isInvalidForFieldText val=&quot;1&quot;/&gt;&lt;Image&gt;&lt;filename val=&quot;C:\Users\sanmi\Documents\My Adobe Presentations\ece552f2019-ALUs\data\asimages\{0A31FF47-6710-4DF8-AF5F-E0CE8321E7AA}_16_S.png&quot;/&gt;&lt;left val=&quot;243&quot;/&gt;&lt;top val=&quot;317&quot;/&gt;&lt;width val=&quot;2&quot;/&gt;&lt;height val=&quot;1&quot;/&gt;&lt;hasText val=&quot;0&quot;/&gt;&lt;/Image&gt;&lt;Image&gt;&lt;filename val=&quot;C:\Users\sanmi\Documents\My Adobe Presentations\ece552f2019-ALUs\data\asimages\{0A31FF47-6710-4DF8-AF5F-E0CE8321E7AA}_1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77EFE0D-097C-417E-999F-A430385097D3}&quot;/&gt;&lt;isInvalidForFieldText val=&quot;0&quot;/&gt;&lt;Image&gt;&lt;filename val=&quot;C:\Users\sanmi\Documents\My Adobe Presentations\ece552f2019-ALUs\data\asimages\{177EFE0D-097C-417E-999F-A430385097D3}.png&quot;/&gt;&lt;left val=&quot;509&quot;/&gt;&lt;top val=&quot;21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1ABC86D-DEA7-4C8B-8CF0-70104CBE144C}&quot;/&gt;&lt;isInvalidForFieldText val=&quot;0&quot;/&gt;&lt;Image&gt;&lt;filename val=&quot;C:\Users\sanmi\Documents\My Adobe Presentations\ece552f2019-ALUs\data\asimages\{71ABC86D-DEA7-4C8B-8CF0-70104CBE144C}.png&quot;/&gt;&lt;left val=&quot;509&quot;/&gt;&lt;top val=&quot;18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8FA28E5-5323-4E06-9B32-9A221AB50A6F}&quot;/&gt;&lt;isInvalidForFieldText val=&quot;1&quot;/&gt;&lt;Image&gt;&lt;filename val=&quot;C:\Users\sanmi\Documents\My Adobe Presentations\ece552f2019-ALUs\data\asimages\{98FA28E5-5323-4E06-9B32-9A221AB50A6F}_16_S.png&quot;/&gt;&lt;left val=&quot;509&quot;/&gt;&lt;top val=&quot;189&quot;/&gt;&lt;width val=&quot;3&quot;/&gt;&lt;height val=&quot;23&quot;/&gt;&lt;hasText val=&quot;0&quot;/&gt;&lt;/Image&gt;&lt;Image&gt;&lt;filename val=&quot;C:\Users\sanmi\Documents\My Adobe Presentations\ece552f2019-ALUs\data\asimages\{98FA28E5-5323-4E06-9B32-9A221AB50A6F}_16_T.png&quot;/&gt;&lt;left val=&quot;509&quot;/&gt;&lt;top val=&quot;189&quot;/&gt;&lt;width val=&quot;2&quot;/&gt;&lt;height val=&quot;2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7709F98-C37A-49F7-BCF6-799CC25CF779}_16.png&quot;/&gt;&lt;left val=&quot;483&quot;/&gt;&lt;top val=&quot;155&quot;/&gt;&lt;width val=&quot;108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007B2DE-A4D4-424E-BFC4-869D216DD214}&quot;/&gt;&lt;isInvalidForFieldText val=&quot;0&quot;/&gt;&lt;Image&gt;&lt;filename val=&quot;C:\Users\sanmi\Documents\My Adobe Presentations\ece552f2019-ALUs\data\asimages\{9007B2DE-A4D4-424E-BFC4-869D216DD214}.png&quot;/&gt;&lt;left val=&quot;413&quot;/&gt;&lt;top val=&quot;20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74E5C3D-EA94-4314-8EAC-0EE5287F7B1C}&quot;/&gt;&lt;isInvalidForFieldText val=&quot;0&quot;/&gt;&lt;Image&gt;&lt;filename val=&quot;C:\Users\sanmi\Documents\My Adobe Presentations\ece552f2019-ALUs\data\asimages\{D74E5C3D-EA94-4314-8EAC-0EE5287F7B1C}.png&quot;/&gt;&lt;left val=&quot;414&quot;/&gt;&lt;top val=&quot;37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F29F7AF-4FA2-439E-9488-EFA68B4A5C52}&quot;/&gt;&lt;isInvalidForFieldText val=&quot;1&quot;/&gt;&lt;Image&gt;&lt;filename val=&quot;C:\Users\sanmi\Documents\My Adobe Presentations\ece552f2019-ALUs\data\asimages\{8F29F7AF-4FA2-439E-9488-EFA68B4A5C52}_16_S.png&quot;/&gt;&lt;left val=&quot;413&quot;/&gt;&lt;top val=&quot;208&quot;/&gt;&lt;width val=&quot;3&quot;/&gt;&lt;height val=&quot;165&quot;/&gt;&lt;hasText val=&quot;0&quot;/&gt;&lt;/Image&gt;&lt;Image&gt;&lt;filename val=&quot;C:\Users\sanmi\Documents\My Adobe Presentations\ece552f2019-ALUs\data\asimages\{8F29F7AF-4FA2-439E-9488-EFA68B4A5C52}_16_T.png&quot;/&gt;&lt;left val=&quot;414&quot;/&gt;&lt;top val=&quot;209&quot;/&gt;&lt;width val=&quot;2&quot;/&gt;&lt;height val=&quot;16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360E55B-0BE3-463A-9183-F97877479C11}_16.png&quot;/&gt;&lt;left val=&quot;378&quot;/&gt;&lt;top val=&quot;171&quot;/&gt;&lt;width val=&quot;69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DDDD3BB-986C-4A59-932C-8B3E33BB7A34}_16.png&quot;/&gt;&lt;left val=&quot;425&quot;/&gt;&lt;top val=&quot;180&quot;/&gt;&lt;width val=&quot;32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F4D244-4A70-4774-8600-2034EB456627}&quot;/&gt;&lt;isInvalidForFieldText val=&quot;0&quot;/&gt;&lt;Image&gt;&lt;filename val=&quot;C:\Users\sanmi\Documents\My Adobe Presentations\ece552f2019-ALUs\data\asimages\{1CF4D244-4A70-4774-8600-2034EB456627}.png&quot;/&gt;&lt;left val=&quot;343&quot;/&gt;&lt;top val=&quot;376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AFCA9D4-36BD-446E-9E7C-58765CD7DBDB}&quot;/&gt;&lt;isInvalidForFieldText val=&quot;0&quot;/&gt;&lt;Image&gt;&lt;filename val=&quot;C:\Users\sanmi\Documents\My Adobe Presentations\ece552f2019-ALUs\data\asimages\{FAFCA9D4-36BD-446E-9E7C-58765CD7DBDB}.png&quot;/&gt;&lt;left val=&quot;342&quot;/&gt;&lt;top val=&quot;20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50565AE-A9DC-4A16-8746-53B3CF0A1925}&quot;/&gt;&lt;isInvalidForFieldText val=&quot;0&quot;/&gt;&lt;Image&gt;&lt;filename val=&quot;C:\Users\sanmi\Documents\My Adobe Presentations\ece552f2019-ALUs\data\asimages\{150565AE-A9DC-4A16-8746-53B3CF0A1925}.png&quot;/&gt;&lt;left val=&quot;342&quot;/&gt;&lt;top val=&quot;202&quot;/&gt;&lt;width val=&quot;2&quot;/&gt;&lt;height val=&quot;17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F61E051-127D-4B9C-96F5-8F5359FD363D}_16.png&quot;/&gt;&lt;left val=&quot;301&quot;/&gt;&lt;top val=&quot;171&quot;/&gt;&lt;width val=&quot;74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F55B55F-30C5-49E4-A3DC-75D4AEBF363D}&quot;/&gt;&lt;isInvalidForFieldText val=&quot;0&quot;/&gt;&lt;Image&gt;&lt;filename val=&quot;C:\Users\sanmi\Documents\My Adobe Presentations\ece552f2019-ALUs\data\asimages\{DF55B55F-30C5-49E4-A3DC-75D4AEBF363D}.png&quot;/&gt;&lt;left val=&quot;525&quot;/&gt;&lt;top val=&quot;31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70A627-76DC-4684-BAD5-78D82D4D36DF}&quot;/&gt;&lt;isInvalidForFieldText val=&quot;0&quot;/&gt;&lt;Image&gt;&lt;filename val=&quot;C:\Users\sanmi\Documents\My Adobe Presentations\ece552f2019-ALUs\data\asimages\{1270A627-76DC-4684-BAD5-78D82D4D36DF}.png&quot;/&gt;&lt;left val=&quot;569&quot;/&gt;&lt;top val=&quot;31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55E9F04-369B-4EF0-BF31-9A4C58032929}&quot;/&gt;&lt;isInvalidForFieldText val=&quot;0&quot;/&gt;&lt;Image&gt;&lt;filename val=&quot;C:\Users\sanmi\Documents\My Adobe Presentations\ece552f2019-ALUs\data\asimages\{555E9F04-369B-4EF0-BF31-9A4C58032929}.png&quot;/&gt;&lt;left val=&quot;525&quot;/&gt;&lt;top val=&quot;311&quot;/&gt;&lt;width val=&quot;4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383FDB6-A391-4764-BFEE-B6205A39E881}_16.png&quot;/&gt;&lt;left val=&quot;540&quot;/&gt;&lt;top val=&quot;279&quot;/&gt;&lt;width val=&quot;73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3F37FA5-4ED9-4044-9183-0D400F2A8AF0}_16.png&quot;/&gt;&lt;left val=&quot;108&quot;/&gt;&lt;top val=&quot;213&quot;/&gt;&lt;width val=&quot;36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E79FA4F-2DEC-4D1A-97C0-8F3D5BDCBB17}_16.png&quot;/&gt;&lt;left val=&quot;106&quot;/&gt;&lt;top val=&quot;365&quot;/&gt;&lt;width val=&quot;36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4577AA6-4194-4B84-A0ED-A3222F6D7F35}_16.png&quot;/&gt;&lt;left val=&quot;321&quot;/&gt;&lt;top val=&quot;395&quot;/&gt;&lt;width val=&quot;4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98B5097-FC93-4B1F-B712-C2D5E1D5C30D}_16.png&quot;/&gt;&lt;left val=&quot;323&quot;/&gt;&lt;top val=&quot;381&quot;/&gt;&lt;width val=&quot;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E55779D-08E0-4812-A826-80D2127C60A2}_16.png&quot;/&gt;&lt;left val=&quot;324&quot;/&gt;&lt;top val=&quot;371&quot;/&gt;&lt;width val=&quot;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70C4615-DC53-437A-B8FF-ECF9B36DCCCB}_16.png&quot;/&gt;&lt;left val=&quot;488&quot;/&gt;&lt;top val=&quot;309&quot;/&gt;&lt;width val=&quot;41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C717A65-C553-4F54-B52E-6A90C4491141}_16.png&quot;/&gt;&lt;left val=&quot;491&quot;/&gt;&lt;top val=&quot;295&quot;/&gt;&lt;width val=&quot;36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F665226-9E95-4D6D-B585-276C2647192A}_16.png&quot;/&gt;&lt;left val=&quot;491&quot;/&gt;&lt;top val=&quot;285&quot;/&gt;&lt;width val=&quot;35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4B85ECE-396B-4587-BB2D-DFB58F963262}&quot;/&gt;&lt;isInvalidForFieldText val=&quot;0&quot;/&gt;&lt;Image&gt;&lt;filename val=&quot;C:\Users\sanmi\Documents\My Adobe Presentations\ece552f2019-ALUs\data\asimages\{24B85ECE-396B-4587-BB2D-DFB58F963262}.png&quot;/&gt;&lt;left val=&quot;212&quot;/&gt;&lt;top val=&quot;30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097C692-9E0A-4C4A-B712-C76E7C14BA2C}&quot;/&gt;&lt;isInvalidForFieldText val=&quot;0&quot;/&gt;&lt;Image&gt;&lt;filename val=&quot;C:\Users\sanmi\Documents\My Adobe Presentations\ece552f2019-ALUs\data\asimages\{7097C692-9E0A-4C4A-B712-C76E7C14BA2C}.png&quot;/&gt;&lt;left val=&quot;212&quot;/&gt;&lt;top val=&quot;305&quot;/&gt;&lt;width val=&quot;2&quot;/&gt;&lt;height val=&quot;5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66C383B-1287-4A51-BFBC-34E38B39C9A1}&quot;/&gt;&lt;isInvalidForFieldText val=&quot;0&quot;/&gt;&lt;Image&gt;&lt;filename val=&quot;C:\Users\sanmi\Documents\My Adobe Presentations\ece552f2019-ALUs\data\asimages\{366C383B-1287-4A51-BFBC-34E38B39C9A1}.png&quot;/&gt;&lt;left val=&quot;212&quot;/&gt;&lt;top val=&quot;359&quot;/&gt;&lt;width val=&quot;16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BB0F4E-28CD-4FA0-89C5-5ED4AB90BC12}&quot;/&gt;&lt;isInvalidForFieldText val=&quot;0&quot;/&gt;&lt;Image&gt;&lt;filename val=&quot;C:\Users\sanmi\Documents\My Adobe Presentations\ece552f2019-ALUs\data\asimages\{D0BB0F4E-28CD-4FA0-89C5-5ED4AB90BC12}.png&quot;/&gt;&lt;left val=&quot;374&quot;/&gt;&lt;top val=&quot;359&quot;/&gt;&lt;width val=&quot;2&quot;/&gt;&lt;height val=&quot;2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29E248-497A-476F-8CBB-D245737D93F1}&quot;/&gt;&lt;isInvalidForFieldText val=&quot;0&quot;/&gt;&lt;Image&gt;&lt;filename val=&quot;C:\Users\sanmi\Documents\My Adobe Presentations\ece552f2019-ALUs\data\asimages\{1C29E248-497A-476F-8CBB-D245737D93F1}.png&quot;/&gt;&lt;left val=&quot;389&quot;/&gt;&lt;top val=&quot;38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01EE09C-09CB-4DB2-9C8F-32BB36C92244}&quot;/&gt;&lt;isInvalidForFieldText val=&quot;0&quot;/&gt;&lt;Image&gt;&lt;filename val=&quot;C:\Users\sanmi\Documents\My Adobe Presentations\ece552f2019-ALUs\data\asimages\{C01EE09C-09CB-4DB2-9C8F-32BB36C92244}.png&quot;/&gt;&lt;left val=&quot;374&quot;/&gt;&lt;top val=&quot;386&quot;/&gt;&lt;width val=&quot;1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730B70D-3AF7-45D6-AC85-2BE63119F620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605642603,C:\Users\sanmi\GoogleDrive\UWMdrive\Courses\ECE552\ece552-lec05_ALUs_pptx\Media.ppcx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BE8503B-AED2-48D5-8D1B-ACCF655C4040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B82116F-D454-48E1-B700-D4D27C8A5772}_17.png&quot;/&gt;&lt;left val=&quot;24&quot;/&gt;&lt;top val=&quot;119&quot;/&gt;&lt;width val=&quot;690&quot;/&gt;&lt;height val=&quot;363&quot;/&gt;&lt;hasText val=&quot;1&quot;/&gt;&lt;/Image&gt;&lt;/ThreeDShapeInfo&gt;"/>
  <p:tag name="PRESENTER_SHAPETEXTINFO" val="&lt;ShapeTextInfo&gt;&lt;TableIndex row=&quot;-1&quot; col=&quot;-1&quot;&gt;&lt;linesCount val=&quot;8&quot;/&gt;&lt;lineCharCount val=&quot;44&quot;/&gt;&lt;lineCharCount val=&quot;26&quot;/&gt;&lt;lineCharCount val=&quot;26&quot;/&gt;&lt;lineCharCount val=&quot;37&quot;/&gt;&lt;lineCharCount val=&quot;25&quot;/&gt;&lt;lineCharCount val=&quot;42&quot;/&gt;&lt;lineCharCount val=&quot;46&quot;/&gt;&lt;lineCharCount val=&quot;54&quot;/&gt;&lt;/TableIndex&gt;&lt;/ShapeTextInfo&gt;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6091526-F39E-4D05-94CC-7AD36A7093B7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1605642603,C:\Users\sanmi\GoogleDrive\UWMdrive\Courses\ECE552\ece552-lec05_ALUs_pptx\Media.ppcx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769187D-DF01-41E2-BB4C-D3D5FEBD46C4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9BA7EE2-B3BF-400D-9792-B4E6548B7887}_18.png&quot;/&gt;&lt;left val=&quot;24&quot;/&gt;&lt;top val=&quot;119&quot;/&gt;&lt;width val=&quot;697&quot;/&gt;&lt;height val=&quot;363&quot;/&gt;&lt;hasText val=&quot;1&quot;/&gt;&lt;/Image&gt;&lt;/ThreeDShapeInfo&gt;"/>
  <p:tag name="PRESENTER_SHAPETEXTINFO" val="&lt;ShapeTextInfo&gt;&lt;TableIndex row=&quot;-1&quot; col=&quot;-1&quot;&gt;&lt;linesCount val=&quot;6&quot;/&gt;&lt;lineCharCount val=&quot;36&quot;/&gt;&lt;lineCharCount val=&quot;38&quot;/&gt;&lt;lineCharCount val=&quot;23&quot;/&gt;&lt;lineCharCount val=&quot;15&quot;/&gt;&lt;lineCharCount val=&quot;18&quot;/&gt;&lt;lineCharCount val=&quot;51&quot;/&gt;&lt;/TableIndex&gt;&lt;/ShapeTextInfo&gt;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9E0C005-1E5F-4443-B701-F52563AB794E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605642603,C:\Users\sanmi\GoogleDrive\UWMdrive\Courses\ECE552\ece552-lec05_ALUs_pptx\Media.ppcx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C729D91-DE17-43BF-B057-39EA3F48FADE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AC3B99B-86C4-451A-80D1-FBD4705608CE}_19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31&quot;/&gt;&lt;lineCharCount val=&quot;30&quot;/&gt;&lt;lineCharCount val=&quot;8&quot;/&gt;&lt;lineCharCount val=&quot;21&quot;/&gt;&lt;lineCharCount val=&quot;21&quot;/&gt;&lt;lineCharCount val=&quot;8&quot;/&gt;&lt;lineCharCount val=&quot;47&quot;/&gt;&lt;/TableIndex&gt;&lt;/ShapeTextInfo&gt;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C92A4F3-506F-4040-A1EE-3B762115A23A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1605642603,C:\Users\sanmi\GoogleDrive\UWMdrive\Courses\ECE552\ece552-lec05_ALUs_pptx\Media.ppcx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0E30A87-28D2-47EB-B6F4-DA503F23FFB8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ALUs\data\asimages\{B428D997-2905-48E2-BEF8-2814B414267B}_1.png_crop.png&quot;/&gt;&lt;left val=&quot;44&quot;/&gt;&lt;top val=&quot;129&quot;/&gt;&lt;width val=&quot;461&quot;/&gt;&lt;height val=&quot;27&quot;/&gt;&lt;hasText val=&quot;1&quot;/&gt;&lt;paraId val=&quot;1&quot;/&gt;&lt;/Image&gt;&lt;Image&gt;&lt;filename val=&quot;C:\Users\sanmi\Documents\My Adobe Presentations\ece552f2019-ALUs\data\asimages\{C37C957C-5088-4CAF-8E0F-24628D1A8153}_1.png_crop.png&quot;/&gt;&lt;left val=&quot;78&quot;/&gt;&lt;top val=&quot;170&quot;/&gt;&lt;width val=&quot;516&quot;/&gt;&lt;height val=&quot;54&quot;/&gt;&lt;hasText val=&quot;1&quot;/&gt;&lt;paraId val=&quot;2&quot;/&gt;&lt;/Image&gt;&lt;Image&gt;&lt;filename val=&quot;C:\Users\sanmi\Documents\My Adobe Presentations\ece552f2019-ALUs\data\asimages\{6F91B633-0C76-42CE-97F5-748DA0A23493}_1.png_crop.png&quot;/&gt;&lt;left val=&quot;116&quot;/&gt;&lt;top val=&quot;236&quot;/&gt;&lt;width val=&quot;204&quot;/&gt;&lt;height val=&quot;16&quot;/&gt;&lt;hasText val=&quot;1&quot;/&gt;&lt;paraId val=&quot;3&quot;/&gt;&lt;/Image&gt;&lt;Image&gt;&lt;filename val=&quot;C:\Users\sanmi\Documents\My Adobe Presentations\ece552f2019-ALUs\data\asimages\{19B7876A-2E26-4248-94FF-EEDC456BACC6}_1.png_crop.png&quot;/&gt;&lt;left val=&quot;44&quot;/&gt;&lt;top val=&quot;267&quot;/&gt;&lt;width val=&quot;500&quot;/&gt;&lt;height val=&quot;27&quot;/&gt;&lt;hasText val=&quot;1&quot;/&gt;&lt;paraId val=&quot;4&quot;/&gt;&lt;/Image&gt;&lt;Image&gt;&lt;filename val=&quot;C:\Users\sanmi\Documents\My Adobe Presentations\ece552f2019-ALUs\data\asimages\{149DE2C6-A056-486A-95CC-CF5456B2A9A6}_1.png_crop.png&quot;/&gt;&lt;left val=&quot;78&quot;/&gt;&lt;top val=&quot;307&quot;/&gt;&lt;width val=&quot;524&quot;/&gt;&lt;height val=&quot;54&quot;/&gt;&lt;hasText val=&quot;1&quot;/&gt;&lt;paraId val=&quot;5&quot;/&gt;&lt;/Image&gt;&lt;Image&gt;&lt;filename val=&quot;C:\Users\sanmi\Documents\My Adobe Presentations\ece552f2019-ALUs\data\asimages\{D8A4DB1F-B7EC-40EF-8399-EA679713DE6A}_1.png_crop.png&quot;/&gt;&lt;left val=&quot;116&quot;/&gt;&lt;top val=&quot;373&quot;/&gt;&lt;width val=&quot;204&quot;/&gt;&lt;height val=&quot;16&quot;/&gt;&lt;hasText val=&quot;1&quot;/&gt;&lt;paraId val=&quot;6&quot;/&gt;&lt;/Image&gt;&lt;Image&gt;&lt;filename val=&quot;C:\Users\sanmi\Documents\My Adobe Presentations\ece552f2019-ALUs\data\asimages\{D2B21FF1-8E58-4E51-B230-B137860E6265}_1.png_crop.png&quot;/&gt;&lt;left val=&quot;683&quot;/&gt;&lt;top val=&quot;482&quot;/&gt;&lt;width val=&quot;0&quot;/&gt;&lt;height val=&quot;0&quot;/&gt;&lt;hasText val=&quot;1&quot;/&gt;&lt;paraId val=&quot;7&quot;/&gt;&lt;/Image&gt;&lt;/TextEffect&gt;"/>
  <p:tag name="PRESENTER_SHAPETEXTINFO" val="&lt;ShapeTextInfo&gt;&lt;TableIndex row=&quot;-1&quot; col=&quot;-1&quot;&gt;&lt;linesCount val=&quot;9&quot;/&gt;&lt;lineCharCount val=&quot;36&quot;/&gt;&lt;lineCharCount val=&quot;42&quot;/&gt;&lt;lineCharCount val=&quot;9&quot;/&gt;&lt;lineCharCount val=&quot;19&quot;/&gt;&lt;lineCharCount val=&quot;40&quot;/&gt;&lt;lineCharCount val=&quot;42&quot;/&gt;&lt;lineCharCount val=&quot;9&quot;/&gt;&lt;lineCharCount val=&quot;19&quot;/&gt;&lt;lineCharCount val=&quot;1&quot;/&gt;&lt;/TableIndex&gt;&lt;/ShapeTextInfo&gt;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3D48744-AA92-433F-A13C-702C2D007A63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1605642603,C:\Users\sanmi\GoogleDrive\UWMdrive\Courses\ECE552\ece552-lec05_ALUs_pptx\Media.ppcx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6937A00-84A7-4E70-9EEF-0693854D81E5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23983CC-8033-4A70-A8D2-6D141F1B32DB}_21.png&quot;/&gt;&lt;left val=&quot;39&quot;/&gt;&lt;top val=&quot;108&quot;/&gt;&lt;width val=&quot;621&quot;/&gt;&lt;height val=&quot;114&quot;/&gt;&lt;hasText val=&quot;1&quot;/&gt;&lt;/Image&gt;&lt;/ThreeDShapeInfo&gt;"/>
  <p:tag name="PRESENTER_SHAPETEXTINFO" val="&lt;ShapeTextInfo&gt;&lt;TableIndex row=&quot;-1&quot; col=&quot;-1&quot;&gt;&lt;linesCount val=&quot;2&quot;/&gt;&lt;lineCharCount val=&quot;47&quot;/&gt;&lt;lineCharCount val=&quot;27&quot;/&gt;&lt;/TableIndex&gt;&lt;/ShapeTextInfo&gt;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EB9D6C4-89CC-4A92-9730-637C99423260}_21.png&quot;/&gt;&lt;left val=&quot;102&quot;/&gt;&lt;top val=&quot;228&quot;/&gt;&lt;width val=&quot;488&quot;/&gt;&lt;height val=&quot;273&quot;/&gt;&lt;hasText val=&quot;1&quot;/&gt;&lt;/Image&gt;&lt;/ThreeDShapeInfo&gt;"/>
  <p:tag name="PRESENTER_SHAPETEXTINFO" val="&lt;ShapeTextInfo&gt;&lt;TableIndex row=&quot;1&quot; col=&quot;1&quot;&gt;&lt;linesCount val=&quot;1&quot;/&gt;&lt;lineCharCount val=&quot;2&quot;/&gt;&lt;/TableIndex&gt;&lt;TableIndex row=&quot;1&quot; col=&quot;2&quot;&gt;&lt;linesCount val=&quot;1&quot;/&gt;&lt;lineCharCount val=&quot;2&quot;/&gt;&lt;/TableIndex&gt;&lt;TableIndex row=&quot;1&quot; col=&quot;3&quot;&gt;&lt;linesCount val=&quot;1&quot;/&gt;&lt;lineCharCount val=&quot;3&quot;/&gt;&lt;/TableIndex&gt;&lt;TableIndex row=&quot;1&quot; col=&quot;4&quot;&gt;&lt;linesCount val=&quot;1&quot;/&gt;&lt;lineCharCount val=&quot;4&quot;/&gt;&lt;/TableIndex&gt;&lt;TableIndex row=&quot;1&quot; col=&quot;5&quot;&gt;&lt;linesCount val=&quot;1&quot;/&gt;&lt;lineCharCount val=&quot;2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1&quot;/&gt;&lt;/TableIndex&gt;&lt;TableIndex row=&quot;4&quot; col=&quot;1&quot;&gt;&lt;linesCount val=&quot;1&quot;/&gt;&lt;lineCharCount val=&quot;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1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5&quot; col=&quot;1&quot;&gt;&lt;linesCount val=&quot;1&quot;/&gt;&lt;lineCharCount val=&quot;1&quot;/&gt;&lt;/TableIndex&gt;&lt;TableIndex row=&quot;5&quot; col=&quot;2&quot;&gt;&lt;linesCount val=&quot;1&quot;/&gt;&lt;lineCharCount val=&quot;1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6&quot; col=&quot;1&quot;&gt;&lt;linesCount val=&quot;1&quot;/&gt;&lt;lineCharCount val=&quot;1&quot;/&gt;&lt;/TableIndex&gt;&lt;TableIndex row=&quot;6&quot; col=&quot;2&quot;&gt;&lt;linesCount val=&quot;1&quot;/&gt;&lt;lineCharCount val=&quot;1&quot;/&gt;&lt;/TableIndex&gt;&lt;TableIndex row=&quot;6&quot; col=&quot;3&quot;&gt;&lt;linesCount val=&quot;1&quot;/&gt;&lt;lineCharCount val=&quot;1&quot;/&gt;&lt;/TableIndex&gt;&lt;TableIndex row=&quot;6&quot; col=&quot;4&quot;&gt;&lt;linesCount val=&quot;1&quot;/&gt;&lt;lineCharCount val=&quot;1&quot;/&gt;&lt;/TableIndex&gt;&lt;TableIndex row=&quot;6&quot; col=&quot;5&quot;&gt;&lt;linesCount val=&quot;1&quot;/&gt;&lt;lineCharCount val=&quot;1&quot;/&gt;&lt;/TableIndex&gt;&lt;TableIndex row=&quot;7&quot; col=&quot;1&quot;&gt;&lt;linesCount val=&quot;1&quot;/&gt;&lt;lineCharCount val=&quot;1&quot;/&gt;&lt;/TableIndex&gt;&lt;TableIndex row=&quot;7&quot; col=&quot;2&quot;&gt;&lt;linesCount val=&quot;1&quot;/&gt;&lt;lineCharCount val=&quot;1&quot;/&gt;&lt;/TableIndex&gt;&lt;TableIndex row=&quot;7&quot; col=&quot;3&quot;&gt;&lt;linesCount val=&quot;1&quot;/&gt;&lt;lineCharCount val=&quot;1&quot;/&gt;&lt;/TableIndex&gt;&lt;TableIndex row=&quot;7&quot; col=&quot;4&quot;&gt;&lt;linesCount val=&quot;1&quot;/&gt;&lt;lineCharCount val=&quot;1&quot;/&gt;&lt;/TableIndex&gt;&lt;TableIndex row=&quot;7&quot; col=&quot;5&quot;&gt;&lt;linesCount val=&quot;1&quot;/&gt;&lt;lineCharCount val=&quot;1&quot;/&gt;&lt;/TableIndex&gt;&lt;TableIndex row=&quot;8&quot; col=&quot;1&quot;&gt;&lt;linesCount val=&quot;1&quot;/&gt;&lt;lineCharCount val=&quot;1&quot;/&gt;&lt;/TableIndex&gt;&lt;TableIndex row=&quot;8&quot; col=&quot;2&quot;&gt;&lt;linesCount val=&quot;1&quot;/&gt;&lt;lineCharCount val=&quot;1&quot;/&gt;&lt;/TableIndex&gt;&lt;TableIndex row=&quot;8&quot; col=&quot;3&quot;&gt;&lt;linesCount val=&quot;1&quot;/&gt;&lt;lineCharCount val=&quot;1&quot;/&gt;&lt;/TableIndex&gt;&lt;TableIndex row=&quot;8&quot; col=&quot;4&quot;&gt;&lt;linesCount val=&quot;1&quot;/&gt;&lt;lineCharCount val=&quot;1&quot;/&gt;&lt;/TableIndex&gt;&lt;TableIndex row=&quot;8&quot; col=&quot;5&quot;&gt;&lt;linesCount val=&quot;1&quot;/&gt;&lt;lineCharCount val=&quot;1&quot;/&gt;&lt;/TableIndex&gt;&lt;TableIndex row=&quot;9&quot; col=&quot;1&quot;&gt;&lt;linesCount val=&quot;1&quot;/&gt;&lt;lineCharCount val=&quot;1&quot;/&gt;&lt;/TableIndex&gt;&lt;TableIndex row=&quot;9&quot; col=&quot;2&quot;&gt;&lt;linesCount val=&quot;1&quot;/&gt;&lt;lineCharCount val=&quot;1&quot;/&gt;&lt;/TableIndex&gt;&lt;TableIndex row=&quot;9&quot; col=&quot;3&quot;&gt;&lt;linesCount val=&quot;1&quot;/&gt;&lt;lineCharCount val=&quot;1&quot;/&gt;&lt;/TableIndex&gt;&lt;TableIndex row=&quot;9&quot; col=&quot;4&quot;&gt;&lt;linesCount val=&quot;1&quot;/&gt;&lt;lineCharCount val=&quot;1&quot;/&gt;&lt;/TableIndex&gt;&lt;TableIndex row=&quot;9&quot; col=&quot;5&quot;&gt;&lt;linesCount val=&quot;1&quot;/&gt;&lt;lineCharCount val=&quot;1&quot;/&gt;&lt;/TableIndex&gt;&lt;/ShapeTextInfo&gt;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199E087-AE18-4516-AEFE-7345878ACD52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1605642603,C:\Users\sanmi\GoogleDrive\UWMdrive\Courses\ECE552\ece552-lec05_ALUs_pptx\Media.ppcx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84B87B-0B71-4B2D-A242-3D5B576DC22D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FC6C89E-AF80-4386-A910-E4DC3200AD07}_22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5&quot;/&gt;&lt;lineCharCount val=&quot;43&quot;/&gt;&lt;lineCharCount val=&quot;37&quot;/&gt;&lt;lineCharCount val=&quot;37&quot;/&gt;&lt;lineCharCount val=&quot;1&quot;/&gt;&lt;lineCharCount val=&quot;1&quot;/&gt;&lt;/TableIndex&gt;&lt;/ShapeTextInfo&gt;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60E91E2-0C8A-4496-B353-A33CFF3F191A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1605642603,C:\Users\sanmi\GoogleDrive\UWMdrive\Courses\ECE552\ece552-lec05_ALUs_pptx\Media.ppcx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7481308-790B-403E-A54A-9F161421E8BE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0C318E0-D24E-4E32-8BC7-E854C1B6E487}_23.png&quot;/&gt;&lt;left val=&quot;24&quot;/&gt;&lt;top val=&quot;119&quot;/&gt;&lt;width val=&quot;659&quot;/&gt;&lt;height val=&quot;365&quot;/&gt;&lt;hasText val=&quot;1&quot;/&gt;&lt;/Image&gt;&lt;/ThreeDShapeInfo&gt;"/>
  <p:tag name="PRESENTER_SHAPETEXTINFO" val="&lt;ShapeTextInfo&gt;&lt;TableIndex row=&quot;-1&quot; col=&quot;-1&quot;&gt;&lt;linesCount val=&quot;8&quot;/&gt;&lt;lineCharCount val=&quot;32&quot;/&gt;&lt;lineCharCount val=&quot;30&quot;/&gt;&lt;lineCharCount val=&quot;22&quot;/&gt;&lt;lineCharCount val=&quot;38&quot;/&gt;&lt;lineCharCount val=&quot;43&quot;/&gt;&lt;lineCharCount val=&quot;25&quot;/&gt;&lt;lineCharCount val=&quot;49&quot;/&gt;&lt;lineCharCount val=&quot;41&quot;/&gt;&lt;/TableIndex&gt;&lt;/ShapeTextInfo&gt;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E8964C8-43B6-415E-AF49-CF760DCA4BB1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4,1605642603,C:\Users\sanmi\GoogleDrive\UWMdrive\Courses\ECE552\ece552-lec05_ALUs_pptx\Media.ppcx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01C0C87-4856-4789-9945-266B86A56DDF}_24.png&quot;/&gt;&lt;left val=&quot;28&quot;/&gt;&lt;top val=&quot;2&quot;/&gt;&lt;width val=&quot;648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22&quot;/&gt;&lt;lineCharCount val=&quot;16&quot;/&gt;&lt;/TableIndex&gt;&lt;/ShapeTextInfo&gt;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ALUs\data\asimages\{AFF421A1-98BC-423B-9C99-D8BA2C55B809}_1.png_crop.png&quot;/&gt;&lt;left val=&quot;63&quot;/&gt;&lt;top val=&quot;436&quot;/&gt;&lt;width val=&quot;327&quot;/&gt;&lt;height val=&quot;27&quot;/&gt;&lt;hasText val=&quot;1&quot;/&gt;&lt;paraId val=&quot;1&quot;/&gt;&lt;/Image&gt;&lt;Image&gt;&lt;filename val=&quot;C:\Users\sanmi\Documents\My Adobe Presentations\ece552f2019-ALUs\data\asimages\{6FA03A40-8FB1-4457-8BC9-65D00A5A687B}_1.png_crop.png&quot;/&gt;&lt;left val=&quot;97&quot;/&gt;&lt;top val=&quot;476&quot;/&gt;&lt;width val=&quot;337&quot;/&gt;&lt;height val=&quot;24&quot;/&gt;&lt;hasText val=&quot;1&quot;/&gt;&lt;paraId val=&quot;2&quot;/&gt;&lt;/Image&gt;&lt;/TextEffect&gt;"/>
  <p:tag name="PRESENTER_SHAPETEXTINFO" val="&lt;ShapeTextInfo&gt;&lt;TableIndex row=&quot;-1&quot; col=&quot;-1&quot;&gt;&lt;linesCount val=&quot;2&quot;/&gt;&lt;lineCharCount val=&quot;25&quot;/&gt;&lt;lineCharCount val=&quot;27&quot;/&gt;&lt;/TableIndex&gt;&lt;/ShapeTextInfo&gt;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E401E56-3EA6-46BD-A1A8-EE88DEAD6405}&quot;/&gt;&lt;isInvalidForFieldText val=&quot;0&quot;/&gt;&lt;Image&gt;&lt;filename val=&quot;C:\Users\sanmi\Documents\My Adobe Presentations\ece552f2019-ALUs\data\asimages\{EE401E56-3EA6-46BD-A1A8-EE88DEAD6405}_24.png&quot;/&gt;&lt;left val=&quot;24&quot;/&gt;&lt;top val=&quot;116&quot;/&gt;&lt;width val=&quot;692&quot;/&gt;&lt;height val=&quot;311&quot;/&gt;&lt;hasText val=&quot;1&quot;/&gt;&lt;/Image&gt;&lt;/ThreeDShapeInfo&gt;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27726A3-9785-4ED8-AFB4-D12DDF1EDD2F}_2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1605642603,C:\Users\sanmi\GoogleDrive\UWMdrive\Courses\ECE552\ece552-lec05_ALUs_pptx\Media.ppcx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B541B85-E14D-439C-B7FF-44300A4499E9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EF06FFC-05A7-4288-989C-757529807241}_25.png&quot;/&gt;&lt;left val=&quot;23&quot;/&gt;&lt;top val=&quot;112&quot;/&gt;&lt;width val=&quot;660&quot;/&gt;&lt;height val=&quot;370&quot;/&gt;&lt;hasText val=&quot;1&quot;/&gt;&lt;/Image&gt;&lt;/ThreeDShapeInfo&gt;"/>
  <p:tag name="PRESENTER_SHAPETEXTINFO" val="&lt;ShapeTextInfo&gt;&lt;TableIndex row=&quot;-1&quot; col=&quot;-1&quot;&gt;&lt;linesCount val=&quot;4&quot;/&gt;&lt;lineCharCount val=&quot;28&quot;/&gt;&lt;lineCharCount val=&quot;22&quot;/&gt;&lt;lineCharCount val=&quot;29&quot;/&gt;&lt;lineCharCount val=&quot;31&quot;/&gt;&lt;/TableIndex&gt;&lt;/ShapeTextInfo&gt;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D8C2515-0630-461D-8DB2-E2966AB344DB}_2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1605642603,C:\Users\sanmi\GoogleDrive\UWMdrive\Courses\ECE552\ece552-lec05_ALUs_pptx\Media.ppcx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68CD3C9-E8F4-47DD-A64C-1CE7DBF81771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24B7F92-D47D-40D5-B42F-C006FF361281}_26.png&quot;/&gt;&lt;left val=&quot;25&quot;/&gt;&lt;top val=&quot;114&quot;/&gt;&lt;width val=&quot;658&quot;/&gt;&lt;height val=&quot;368&quot;/&gt;&lt;hasText val=&quot;1&quot;/&gt;&lt;/Image&gt;&lt;/ThreeDShapeInfo&gt;"/>
  <p:tag name="PRESENTER_SHAPETEXTINFO" val="&lt;ShapeTextInfo&gt;&lt;TableIndex row=&quot;-1&quot; col=&quot;-1&quot;&gt;&lt;linesCount val=&quot;10&quot;/&gt;&lt;lineCharCount val=&quot;13&quot;/&gt;&lt;lineCharCount val=&quot;13&quot;/&gt;&lt;lineCharCount val=&quot;7&quot;/&gt;&lt;lineCharCount val=&quot;27&quot;/&gt;&lt;lineCharCount val=&quot;35&quot;/&gt;&lt;lineCharCount val=&quot;39&quot;/&gt;&lt;lineCharCount val=&quot;35&quot;/&gt;&lt;lineCharCount val=&quot;45&quot;/&gt;&lt;lineCharCount val=&quot;30&quot;/&gt;&lt;lineCharCount val=&quot;17&quot;/&gt;&lt;/TableIndex&gt;&lt;/ShapeTextInfo&gt;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B523944-8DB8-4B74-B81D-A5DC4DE5BB94}_2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1605642603,C:\Users\sanmi\GoogleDrive\UWMdrive\Courses\ECE552\ece552-lec05_ALUs_pptx\Media.ppcx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03E169B-B02E-4D71-8D1A-7C19DFF467A4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23B2B58-E5EF-4A68-8A93-C4F5EC382E98}_27.png&quot;/&gt;&lt;left val=&quot;43&quot;/&gt;&lt;top val=&quot;114&quot;/&gt;&lt;width val=&quot;622&quot;/&gt;&lt;height val=&quot;377&quot;/&gt;&lt;hasText val=&quot;1&quot;/&gt;&lt;/Image&gt;&lt;/ThreeDShapeInfo&gt;"/>
  <p:tag name="PRESENTER_SHAPETEXTINFO" val="&lt;ShapeTextInfo&gt;&lt;TableIndex row=&quot;-1&quot; col=&quot;-1&quot;&gt;&lt;linesCount val=&quot;10&quot;/&gt;&lt;lineCharCount val=&quot;11&quot;/&gt;&lt;lineCharCount val=&quot;18&quot;/&gt;&lt;lineCharCount val=&quot;46&quot;/&gt;&lt;lineCharCount val=&quot;34&quot;/&gt;&lt;lineCharCount val=&quot;53&quot;/&gt;&lt;lineCharCount val=&quot;58&quot;/&gt;&lt;lineCharCount val=&quot;1&quot;/&gt;&lt;lineCharCount val=&quot;53&quot;/&gt;&lt;lineCharCount val=&quot;42&quot;/&gt;&lt;lineCharCount val=&quot;19&quot;/&gt;&lt;/TableIndex&gt;&lt;/ShapeTextInfo&gt;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1C284C8-1527-4FAA-809F-37AD388761C2}_2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8,1605642603,C:\Users\sanmi\GoogleDrive\UWMdrive\Courses\ECE552\ece552-lec05_ALUs_pptx\Media.ppcx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6692519-DB1D-4E3A-B0E5-F89217DD7865}_2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83B898B-FC40-4DA0-8D12-7C4DA1C2FF57}_28.png&quot;/&gt;&lt;left val=&quot;60&quot;/&gt;&lt;top val=&quot;240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C6B75C7-80DD-430E-A192-CF1849CBA74B}_28.png&quot;/&gt;&lt;left val=&quot;76&quot;/&gt;&lt;top val=&quot;250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B0A3627-1999-4C2C-8D93-DADB6F10F4C0}&quot;/&gt;&lt;isInvalidForFieldText val=&quot;1&quot;/&gt;&lt;Image&gt;&lt;filename val=&quot;C:\Users\sanmi\Documents\My Adobe Presentations\ece552f2019-ALUs\data\asimages\{CB0A3627-1999-4C2C-8D93-DADB6F10F4C0}_28_S.png&quot;/&gt;&lt;left val=&quot;77&quot;/&gt;&lt;top val=&quot;283&quot;/&gt;&lt;width val=&quot;6&quot;/&gt;&lt;height val=&quot;10&quot;/&gt;&lt;hasText val=&quot;0&quot;/&gt;&lt;/Image&gt;&lt;Image&gt;&lt;filename val=&quot;C:\Users\sanmi\Documents\My Adobe Presentations\ece552f2019-ALUs\data\asimages\{CB0A3627-1999-4C2C-8D93-DADB6F10F4C0}_28_T.png&quot;/&gt;&lt;left val=&quot;77&quot;/&gt;&lt;top val=&quot;283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CF2B7E3-3A7F-485D-B5A8-CB670555CDC4}&quot;/&gt;&lt;isInvalidForFieldText val=&quot;1&quot;/&gt;&lt;Image&gt;&lt;filename val=&quot;C:\Users\sanmi\Documents\My Adobe Presentations\ece552f2019-ALUs\data\asimages\{DCF2B7E3-3A7F-485D-B5A8-CB670555CDC4}_28_S.png&quot;/&gt;&lt;left val=&quot;80&quot;/&gt;&lt;top val=&quot;291&quot;/&gt;&lt;width val=&quot;3&quot;/&gt;&lt;height val=&quot;2&quot;/&gt;&lt;hasText val=&quot;0&quot;/&gt;&lt;/Image&gt;&lt;Image&gt;&lt;filename val=&quot;C:\Users\sanmi\Documents\My Adobe Presentations\ece552f2019-ALUs\data\asimages\{DCF2B7E3-3A7F-485D-B5A8-CB670555CDC4}_28_T.png&quot;/&gt;&lt;left val=&quot;80&quot;/&gt;&lt;top val=&quot;291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9406A04-A8E2-4286-B490-6389E651083F}&quot;/&gt;&lt;isInvalidForFieldText val=&quot;1&quot;/&gt;&lt;Image&gt;&lt;filename val=&quot;C:\Users\sanmi\Documents\My Adobe Presentations\ece552f2019-ALUs\data\asimages\{59406A04-A8E2-4286-B490-6389E651083F}_28_S.png&quot;/&gt;&lt;left val=&quot;77&quot;/&gt;&lt;top val=&quot;283&quot;/&gt;&lt;width val=&quot;6&quot;/&gt;&lt;height val=&quot;10&quot;/&gt;&lt;hasText val=&quot;0&quot;/&gt;&lt;/Image&gt;&lt;Image&gt;&lt;filename val=&quot;C:\Users\sanmi\Documents\My Adobe Presentations\ece552f2019-ALUs\data\asimages\{59406A04-A8E2-4286-B490-6389E651083F}_28_T.png&quot;/&gt;&lt;left val=&quot;77&quot;/&gt;&lt;top val=&quot;283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CB54DA0-CBAB-41F2-BC33-5E517CA2E61B}&quot;/&gt;&lt;isInvalidForFieldText val=&quot;0&quot;/&gt;&lt;Image&gt;&lt;filename val=&quot;C:\Users\sanmi\Documents\My Adobe Presentations\ece552f2019-ALUs\data\asimages\{ECB54DA0-CBAB-41F2-BC33-5E517CA2E61B}.png&quot;/&gt;&lt;left val=&quot;80&quot;/&gt;&lt;top val=&quot;29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5EAAD90-73A2-4FE4-9A08-2A7F0FA7FFB4}&quot;/&gt;&lt;isInvalidForFieldText val=&quot;0&quot;/&gt;&lt;Image&gt;&lt;filename val=&quot;C:\Users\sanmi\Documents\My Adobe Presentations\ece552f2019-ALUs\data\asimages\{15EAAD90-73A2-4FE4-9A08-2A7F0FA7FFB4}.png&quot;/&gt;&lt;left val=&quot;80&quot;/&gt;&lt;top val=&quot;31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96C60CC-BD39-4689-88EB-0E504D5FAF6F}&quot;/&gt;&lt;isInvalidForFieldText val=&quot;0&quot;/&gt;&lt;Image&gt;&lt;filename val=&quot;C:\Users\sanmi\Documents\My Adobe Presentations\ece552f2019-ALUs\data\asimages\{396C60CC-BD39-4689-88EB-0E504D5FAF6F}.png&quot;/&gt;&lt;left val=&quot;80&quot;/&gt;&lt;top val=&quot;291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EC3BA52-DFB7-4F0B-8264-8E859DC1B3F2}_28.png&quot;/&gt;&lt;left val=&quot;33&quot;/&gt;&lt;top val=&quot;242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28B9BAA-A401-4913-9355-BCDB6AFCFF17}_28.png&quot;/&gt;&lt;left val=&quot;50&quot;/&gt;&lt;top val=&quot;252&quot;/&gt;&lt;width val=&quot;3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8004AE3-1281-4F5F-9C0A-107A5D297072}&quot;/&gt;&lt;isInvalidForFieldText val=&quot;1&quot;/&gt;&lt;Image&gt;&lt;filename val=&quot;C:\Users\sanmi\Documents\My Adobe Presentations\ece552f2019-ALUs\data\asimages\{38004AE3-1281-4F5F-9C0A-107A5D297072}_28_S.png&quot;/&gt;&lt;left val=&quot;51&quot;/&gt;&lt;top val=&quot;281&quot;/&gt;&lt;width val=&quot;7&quot;/&gt;&lt;height val=&quot;12&quot;/&gt;&lt;hasText val=&quot;0&quot;/&gt;&lt;/Image&gt;&lt;Image&gt;&lt;filename val=&quot;C:\Users\sanmi\Documents\My Adobe Presentations\ece552f2019-ALUs\data\asimages\{38004AE3-1281-4F5F-9C0A-107A5D297072}_28_T.png&quot;/&gt;&lt;left val=&quot;51&quot;/&gt;&lt;top val=&quot;281&quot;/&gt;&lt;width val=&quot;7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8BC33E5-8604-490A-98CB-2C8E3DCAC075}&quot;/&gt;&lt;isInvalidForFieldText val=&quot;1&quot;/&gt;&lt;Image&gt;&lt;filename val=&quot;C:\Users\sanmi\Documents\My Adobe Presentations\ece552f2019-ALUs\data\asimages\{48BC33E5-8604-490A-98CB-2C8E3DCAC075}_28_S.png&quot;/&gt;&lt;left val=&quot;54&quot;/&gt;&lt;top val=&quot;292&quot;/&gt;&lt;width val=&quot;3&quot;/&gt;&lt;height val=&quot;2&quot;/&gt;&lt;hasText val=&quot;0&quot;/&gt;&lt;/Image&gt;&lt;Image&gt;&lt;filename val=&quot;C:\Users\sanmi\Documents\My Adobe Presentations\ece552f2019-ALUs\data\asimages\{48BC33E5-8604-490A-98CB-2C8E3DCAC075}_28_T.png&quot;/&gt;&lt;left val=&quot;54&quot;/&gt;&lt;top val=&quot;292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A558D5A-05CF-45B5-93EC-BD836A8E35DA}&quot;/&gt;&lt;isInvalidForFieldText val=&quot;1&quot;/&gt;&lt;Image&gt;&lt;filename val=&quot;C:\Users\sanmi\Documents\My Adobe Presentations\ece552f2019-ALUs\data\asimages\{5A558D5A-05CF-45B5-93EC-BD836A8E35DA}_28_S.png&quot;/&gt;&lt;left val=&quot;51&quot;/&gt;&lt;top val=&quot;284&quot;/&gt;&lt;width val=&quot;6&quot;/&gt;&lt;height val=&quot;9&quot;/&gt;&lt;hasText val=&quot;0&quot;/&gt;&lt;/Image&gt;&lt;Image&gt;&lt;filename val=&quot;C:\Users\sanmi\Documents\My Adobe Presentations\ece552f2019-ALUs\data\asimages\{5A558D5A-05CF-45B5-93EC-BD836A8E35DA}_28_T.png&quot;/&gt;&lt;left val=&quot;51&quot;/&gt;&lt;top val=&quot;284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2EEA5BF-8A95-4478-A2A1-B27B6879895B}&quot;/&gt;&lt;isInvalidForFieldText val=&quot;0&quot;/&gt;&lt;Image&gt;&lt;filename val=&quot;C:\Users\sanmi\Documents\My Adobe Presentations\ece552f2019-ALUs\data\asimages\{52EEA5BF-8A95-4478-A2A1-B27B6879895B}.png&quot;/&gt;&lt;left val=&quot;54&quot;/&gt;&lt;top val=&quot;2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D60806B-563A-4940-B692-89077CCB8B25}&quot;/&gt;&lt;isInvalidForFieldText val=&quot;0&quot;/&gt;&lt;Image&gt;&lt;filename val=&quot;C:\Users\sanmi\Documents\My Adobe Presentations\ece552f2019-ALUs\data\asimages\{5D60806B-563A-4940-B692-89077CCB8B25}.png&quot;/&gt;&lt;left val=&quot;54&quot;/&gt;&lt;top val=&quot;32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612AB31-C4FC-4079-B1EE-342766F79F67}&quot;/&gt;&lt;isInvalidForFieldText val=&quot;0&quot;/&gt;&lt;Image&gt;&lt;filename val=&quot;C:\Users\sanmi\Documents\My Adobe Presentations\ece552f2019-ALUs\data\asimages\{2612AB31-C4FC-4079-B1EE-342766F79F67}.png&quot;/&gt;&lt;left val=&quot;54&quot;/&gt;&lt;top val=&quot;293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9001EDB-4042-4707-A51D-4BC39E7A53BF}_28.png&quot;/&gt;&lt;left val=&quot;88&quot;/&gt;&lt;top val=&quot;241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F2096D1-78AA-45CD-A3B0-89E35DF8B73D}_28.png&quot;/&gt;&lt;left val=&quot;104&quot;/&gt;&lt;top val=&quot;251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3140ED8-805E-4411-8938-C5A32F51F0CC}&quot;/&gt;&lt;isInvalidForFieldText val=&quot;1&quot;/&gt;&lt;Image&gt;&lt;filename val=&quot;C:\Users\sanmi\Documents\My Adobe Presentations\ece552f2019-ALUs\data\asimages\{B3140ED8-805E-4411-8938-C5A32F51F0CC}_28_S.png&quot;/&gt;&lt;left val=&quot;105&quot;/&gt;&lt;top val=&quot;308&quot;/&gt;&lt;width val=&quot;7&quot;/&gt;&lt;height val=&quot;10&quot;/&gt;&lt;hasText val=&quot;0&quot;/&gt;&lt;/Image&gt;&lt;Image&gt;&lt;filename val=&quot;C:\Users\sanmi\Documents\My Adobe Presentations\ece552f2019-ALUs\data\asimages\{B3140ED8-805E-4411-8938-C5A32F51F0CC}_28_T.png&quot;/&gt;&lt;left val=&quot;105&quot;/&gt;&lt;top val=&quot;309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F0866C8-58CD-4022-904F-9F21413D3659}&quot;/&gt;&lt;isInvalidForFieldText val=&quot;1&quot;/&gt;&lt;Image&gt;&lt;filename val=&quot;C:\Users\sanmi\Documents\My Adobe Presentations\ece552f2019-ALUs\data\asimages\{DF0866C8-58CD-4022-904F-9F21413D3659}_28_S.png&quot;/&gt;&lt;left val=&quot;106&quot;/&gt;&lt;top val=&quot;308&quot;/&gt;&lt;width val=&quot;3&quot;/&gt;&lt;height val=&quot;2&quot;/&gt;&lt;hasText val=&quot;0&quot;/&gt;&lt;/Image&gt;&lt;Image&gt;&lt;filename val=&quot;C:\Users\sanmi\Documents\My Adobe Presentations\ece552f2019-ALUs\data\asimages\{DF0866C8-58CD-4022-904F-9F21413D3659}_28_T.png&quot;/&gt;&lt;left val=&quot;106&quot;/&gt;&lt;top val=&quot;309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7D4ED7A-2C18-4906-8322-5E489B851E46}&quot;/&gt;&lt;isInvalidForFieldText val=&quot;1&quot;/&gt;&lt;Image&gt;&lt;filename val=&quot;C:\Users\sanmi\Documents\My Adobe Presentations\ece552f2019-ALUs\data\asimages\{87D4ED7A-2C18-4906-8322-5E489B851E46}_28_S.png&quot;/&gt;&lt;left val=&quot;106&quot;/&gt;&lt;top val=&quot;308&quot;/&gt;&lt;width val=&quot;6&quot;/&gt;&lt;height val=&quot;10&quot;/&gt;&lt;hasText val=&quot;0&quot;/&gt;&lt;/Image&gt;&lt;Image&gt;&lt;filename val=&quot;C:\Users\sanmi\Documents\My Adobe Presentations\ece552f2019-ALUs\data\asimages\{87D4ED7A-2C18-4906-8322-5E489B851E46}_28_T.png&quot;/&gt;&lt;left val=&quot;106&quot;/&gt;&lt;top val=&quot;309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78F3E9B-C0FF-4D65-986D-64F6082E7B2E}&quot;/&gt;&lt;isInvalidForFieldText val=&quot;0&quot;/&gt;&lt;Image&gt;&lt;filename val=&quot;C:\Users\sanmi\Documents\My Adobe Presentations\ece552f2019-ALUs\data\asimages\{D78F3E9B-C0FF-4D65-986D-64F6082E7B2E}.png&quot;/&gt;&lt;left val=&quot;107&quot;/&gt;&lt;top val=&quot;28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9548305-80CA-4293-8B48-7EA41754A2AD}&quot;/&gt;&lt;isInvalidForFieldText val=&quot;0&quot;/&gt;&lt;Image&gt;&lt;filename val=&quot;C:\Users\sanmi\Documents\My Adobe Presentations\ece552f2019-ALUs\data\asimages\{E9548305-80CA-4293-8B48-7EA41754A2AD}.png&quot;/&gt;&lt;left val=&quot;108&quot;/&gt;&lt;top val=&quot;30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D08C904-32D7-42D6-92B5-2632BC5C80EA}&quot;/&gt;&lt;isInvalidForFieldText val=&quot;1&quot;/&gt;&lt;Image&gt;&lt;filename val=&quot;C:\Users\sanmi\Documents\My Adobe Presentations\ece552f2019-ALUs\data\asimages\{CD08C904-32D7-42D6-92B5-2632BC5C80EA}_28_S.png&quot;/&gt;&lt;left val=&quot;107&quot;/&gt;&lt;top val=&quot;281&quot;/&gt;&lt;width val=&quot;3&quot;/&gt;&lt;height val=&quot;28&quot;/&gt;&lt;hasText val=&quot;0&quot;/&gt;&lt;/Image&gt;&lt;Image&gt;&lt;filename val=&quot;C:\Users\sanmi\Documents\My Adobe Presentations\ece552f2019-ALUs\data\asimages\{CD08C904-32D7-42D6-92B5-2632BC5C80EA}_28_T.png&quot;/&gt;&lt;left val=&quot;107&quot;/&gt;&lt;top val=&quot;282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578B979-903F-40B1-88AB-DA7AEC6F1DCB}_28.png&quot;/&gt;&lt;left val=&quot;114&quot;/&gt;&lt;top val=&quot;240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409AB62-5EB7-4E64-BB46-6F1366E38BEC}_28.png&quot;/&gt;&lt;left val=&quot;131&quot;/&gt;&lt;top val=&quot;250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0754832-A051-4342-9A02-0F6776E9D31E}&quot;/&gt;&lt;isInvalidForFieldText val=&quot;1&quot;/&gt;&lt;Image&gt;&lt;filename val=&quot;C:\Users\sanmi\Documents\My Adobe Presentations\ece552f2019-ALUs\data\asimages\{E0754832-A051-4342-9A02-0F6776E9D31E}_28_S.png&quot;/&gt;&lt;left val=&quot;131&quot;/&gt;&lt;top val=&quot;307&quot;/&gt;&lt;width val=&quot;7&quot;/&gt;&lt;height val=&quot;11&quot;/&gt;&lt;hasText val=&quot;0&quot;/&gt;&lt;/Image&gt;&lt;Image&gt;&lt;filename val=&quot;C:\Users\sanmi\Documents\My Adobe Presentations\ece552f2019-ALUs\data\asimages\{E0754832-A051-4342-9A02-0F6776E9D31E}_28_T.png&quot;/&gt;&lt;left val=&quot;131&quot;/&gt;&lt;top val=&quot;308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3608CB3-54E8-4924-B4F6-F03258475A36}&quot;/&gt;&lt;isInvalidForFieldText val=&quot;1&quot;/&gt;&lt;Image&gt;&lt;filename val=&quot;C:\Users\sanmi\Documents\My Adobe Presentations\ece552f2019-ALUs\data\asimages\{43608CB3-54E8-4924-B4F6-F03258475A36}_28_S.png&quot;/&gt;&lt;left val=&quot;132&quot;/&gt;&lt;top val=&quot;307&quot;/&gt;&lt;width val=&quot;4&quot;/&gt;&lt;height val=&quot;2&quot;/&gt;&lt;hasText val=&quot;0&quot;/&gt;&lt;/Image&gt;&lt;Image&gt;&lt;filename val=&quot;C:\Users\sanmi\Documents\My Adobe Presentations\ece552f2019-ALUs\data\asimages\{43608CB3-54E8-4924-B4F6-F03258475A36}_28_T.png&quot;/&gt;&lt;left val=&quot;132&quot;/&gt;&lt;top val=&quot;308&quot;/&gt;&lt;width val=&quot;4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2B44953-77C5-4190-B8DD-38D8CF82DBC3}&quot;/&gt;&lt;isInvalidForFieldText val=&quot;1&quot;/&gt;&lt;Image&gt;&lt;filename val=&quot;C:\Users\sanmi\Documents\My Adobe Presentations\ece552f2019-ALUs\data\asimages\{42B44953-77C5-4190-B8DD-38D8CF82DBC3}_28_S.png&quot;/&gt;&lt;left val=&quot;132&quot;/&gt;&lt;top val=&quot;307&quot;/&gt;&lt;width val=&quot;6&quot;/&gt;&lt;height val=&quot;11&quot;/&gt;&lt;hasText val=&quot;0&quot;/&gt;&lt;/Image&gt;&lt;Image&gt;&lt;filename val=&quot;C:\Users\sanmi\Documents\My Adobe Presentations\ece552f2019-ALUs\data\asimages\{42B44953-77C5-4190-B8DD-38D8CF82DBC3}_28_T.png&quot;/&gt;&lt;left val=&quot;132&quot;/&gt;&lt;top val=&quot;308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1C05953-4CB0-4970-B4D7-B9165D84A551}&quot;/&gt;&lt;isInvalidForFieldText val=&quot;0&quot;/&gt;&lt;Image&gt;&lt;filename val=&quot;C:\Users\sanmi\Documents\My Adobe Presentations\ece552f2019-ALUs\data\asimages\{11C05953-4CB0-4970-B4D7-B9165D84A551}.png&quot;/&gt;&lt;left val=&quot;134&quot;/&gt;&lt;top val=&quot;2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E429EB-E11D-4763-A250-5EBEEB53A460}&quot;/&gt;&lt;isInvalidForFieldText val=&quot;0&quot;/&gt;&lt;Image&gt;&lt;filename val=&quot;C:\Users\sanmi\Documents\My Adobe Presentations\ece552f2019-ALUs\data\asimages\{7FE429EB-E11D-4763-A250-5EBEEB53A460}.png&quot;/&gt;&lt;left val=&quot;135&quot;/&gt;&lt;top val=&quot;30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5063282-2781-476B-8427-F54348CB29D0}&quot;/&gt;&lt;isInvalidForFieldText val=&quot;1&quot;/&gt;&lt;Image&gt;&lt;filename val=&quot;C:\Users\sanmi\Documents\My Adobe Presentations\ece552f2019-ALUs\data\asimages\{A5063282-2781-476B-8427-F54348CB29D0}_28_S.png&quot;/&gt;&lt;left val=&quot;134&quot;/&gt;&lt;top val=&quot;280&quot;/&gt;&lt;width val=&quot;3&quot;/&gt;&lt;height val=&quot;28&quot;/&gt;&lt;hasText val=&quot;0&quot;/&gt;&lt;/Image&gt;&lt;Image&gt;&lt;filename val=&quot;C:\Users\sanmi\Documents\My Adobe Presentations\ece552f2019-ALUs\data\asimages\{A5063282-2781-476B-8427-F54348CB29D0}_28_T.png&quot;/&gt;&lt;left val=&quot;134&quot;/&gt;&lt;top val=&quot;281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81E9C02-3DDE-4261-93E7-35D0E87E6CE2}&quot;/&gt;&lt;isInvalidForFieldText val=&quot;0&quot;/&gt;&lt;Image&gt;&lt;filename val=&quot;C:\Users\sanmi\Documents\My Adobe Presentations\ece552f2019-ALUs\data\asimages\{981E9C02-3DDE-4261-93E7-35D0E87E6CE2}.png&quot;/&gt;&lt;left val=&quot;33&quot;/&gt;&lt;top val=&quot;317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07B4F4D-6209-4587-9E91-5A13F2AAA524}&quot;/&gt;&lt;isInvalidForFieldText val=&quot;0&quot;/&gt;&lt;Image&gt;&lt;filename val=&quot;C:\Users\sanmi\Documents\My Adobe Presentations\ece552f2019-ALUs\data\asimages\{207B4F4D-6209-4587-9E91-5A13F2AAA524}.png&quot;/&gt;&lt;left val=&quot;152&quot;/&gt;&lt;top val=&quot;317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5085427-414F-423B-8834-9AEFE7159EC5}&quot;/&gt;&lt;isInvalidForFieldText val=&quot;0&quot;/&gt;&lt;Image&gt;&lt;filename val=&quot;C:\Users\sanmi\Documents\My Adobe Presentations\ece552f2019-ALUs\data\asimages\{A5085427-414F-423B-8834-9AEFE7159EC5}.png&quot;/&gt;&lt;left val=&quot;33&quot;/&gt;&lt;top val=&quot;394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265CB2-19B8-46CF-92F7-2D2CD6279D4D}&quot;/&gt;&lt;isInvalidForFieldText val=&quot;0&quot;/&gt;&lt;Image&gt;&lt;filename val=&quot;C:\Users\sanmi\Documents\My Adobe Presentations\ece552f2019-ALUs\data\asimages\{CD265CB2-19B8-46CF-92F7-2D2CD6279D4D}.png&quot;/&gt;&lt;left val=&quot;33&quot;/&gt;&lt;top val=&quot;317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203429C-EC9B-49A6-99A9-1AD0904F3C06}_28.png&quot;/&gt;&lt;left val=&quot;71&quot;/&gt;&lt;top val=&quot;421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0E2F905-841B-4527-965B-993C4FFC445E}_28.png&quot;/&gt;&lt;left val=&quot;86&quot;/&gt;&lt;top val=&quot;432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7AD19E9-B497-4A1D-81CF-722794EFC425}&quot;/&gt;&lt;isInvalidForFieldText val=&quot;1&quot;/&gt;&lt;Image&gt;&lt;filename val=&quot;C:\Users\sanmi\Documents\My Adobe Presentations\ece552f2019-ALUs\data\asimages\{77AD19E9-B497-4A1D-81CF-722794EFC425}_28_S.png&quot;/&gt;&lt;left val=&quot;88&quot;/&gt;&lt;top val=&quot;422&quot;/&gt;&lt;width val=&quot;6&quot;/&gt;&lt;height val=&quot;9&quot;/&gt;&lt;hasText val=&quot;0&quot;/&gt;&lt;/Image&gt;&lt;Image&gt;&lt;filename val=&quot;C:\Users\sanmi\Documents\My Adobe Presentations\ece552f2019-ALUs\data\asimages\{77AD19E9-B497-4A1D-81CF-722794EFC425}_28_T.png&quot;/&gt;&lt;left val=&quot;88&quot;/&gt;&lt;top val=&quot;422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FDC5B94-4A04-4B54-8977-B26B92C86970}&quot;/&gt;&lt;isInvalidForFieldText val=&quot;1&quot;/&gt;&lt;Image&gt;&lt;filename val=&quot;C:\Users\sanmi\Documents\My Adobe Presentations\ece552f2019-ALUs\data\asimages\{FFDC5B94-4A04-4B54-8977-B26B92C86970}_28_S.png&quot;/&gt;&lt;left val=&quot;89&quot;/&gt;&lt;top val=&quot;422&quot;/&gt;&lt;width val=&quot;3&quot;/&gt;&lt;height val=&quot;1&quot;/&gt;&lt;hasText val=&quot;0&quot;/&gt;&lt;/Image&gt;&lt;Image&gt;&lt;filename val=&quot;C:\Users\sanmi\Documents\My Adobe Presentations\ece552f2019-ALUs\data\asimages\{FFDC5B94-4A04-4B54-8977-B26B92C86970}_28_T.png&quot;/&gt;&lt;left val=&quot;89&quot;/&gt;&lt;top val=&quot;422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EEF5D8B-E78A-4530-86BD-08155568E31F}&quot;/&gt;&lt;isInvalidForFieldText val=&quot;1&quot;/&gt;&lt;Image&gt;&lt;filename val=&quot;C:\Users\sanmi\Documents\My Adobe Presentations\ece552f2019-ALUs\data\asimages\{EEEF5D8B-E78A-4530-86BD-08155568E31F}_28_S.png&quot;/&gt;&lt;left val=&quot;89&quot;/&gt;&lt;top val=&quot;422&quot;/&gt;&lt;width val=&quot;6&quot;/&gt;&lt;height val=&quot;9&quot;/&gt;&lt;hasText val=&quot;0&quot;/&gt;&lt;/Image&gt;&lt;Image&gt;&lt;filename val=&quot;C:\Users\sanmi\Documents\My Adobe Presentations\ece552f2019-ALUs\data\asimages\{EEEF5D8B-E78A-4530-86BD-08155568E31F}_28_T.png&quot;/&gt;&lt;left val=&quot;89&quot;/&gt;&lt;top val=&quot;422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4120577-AB0E-44D3-91B0-9AEB0B62D87C}&quot;/&gt;&lt;isInvalidForFieldText val=&quot;0&quot;/&gt;&lt;Image&gt;&lt;filename val=&quot;C:\Users\sanmi\Documents\My Adobe Presentations\ece552f2019-ALUs\data\asimages\{44120577-AB0E-44D3-91B0-9AEB0B62D87C}.png&quot;/&gt;&lt;left val=&quot;90&quot;/&gt;&lt;top val=&quot;3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0182E3-0B29-41CB-B0D8-D52315768CA0}&quot;/&gt;&lt;isInvalidForFieldText val=&quot;0&quot;/&gt;&lt;Image&gt;&lt;filename val=&quot;C:\Users\sanmi\Documents\My Adobe Presentations\ece552f2019-ALUs\data\asimages\{720182E3-0B29-41CB-B0D8-D52315768CA0}.png&quot;/&gt;&lt;left val=&quot;91&quot;/&gt;&lt;top val=&quot;42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56F5BCA-FBAF-4CFB-B061-BBAF08AD5EEE}&quot;/&gt;&lt;isInvalidForFieldText val=&quot;1&quot;/&gt;&lt;Image&gt;&lt;filename val=&quot;C:\Users\sanmi\Documents\My Adobe Presentations\ece552f2019-ALUs\data\asimages\{456F5BCA-FBAF-4CFB-B061-BBAF08AD5EEE}_28_S.png&quot;/&gt;&lt;left val=&quot;90&quot;/&gt;&lt;top val=&quot;394&quot;/&gt;&lt;width val=&quot;3&quot;/&gt;&lt;height val=&quot;28&quot;/&gt;&lt;hasText val=&quot;0&quot;/&gt;&lt;/Image&gt;&lt;Image&gt;&lt;filename val=&quot;C:\Users\sanmi\Documents\My Adobe Presentations\ece552f2019-ALUs\data\asimages\{456F5BCA-FBAF-4CFB-B061-BBAF08AD5EEE}_28_T.png&quot;/&gt;&lt;left val=&quot;90&quot;/&gt;&lt;top val=&quot;395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1BB5C27-738A-4917-9ACB-4090B83EBFC1}_28.png&quot;/&gt;&lt;left val=&quot;143&quot;/&gt;&lt;top val=&quot;315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224D480-CB24-4FBE-8666-24D513CE6234}_28.png&quot;/&gt;&lt;left val=&quot;158&quot;/&gt;&lt;top val=&quot;326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0390D49-6202-484E-9330-8D0EE6577728}&quot;/&gt;&lt;isInvalidForFieldText val=&quot;1&quot;/&gt;&lt;Image&gt;&lt;filename val=&quot;C:\Users\sanmi\Documents\My Adobe Presentations\ece552f2019-ALUs\data\asimages\{F0390D49-6202-484E-9330-8D0EE6577728}_28_S.png&quot;/&gt;&lt;left val=&quot;151&quot;/&gt;&lt;top val=&quot;352&quot;/&gt;&lt;width val=&quot;13&quot;/&gt;&lt;height val=&quot;7&quot;/&gt;&lt;hasText val=&quot;0&quot;/&gt;&lt;/Image&gt;&lt;Image&gt;&lt;filename val=&quot;C:\Users\sanmi\Documents\My Adobe Presentations\ece552f2019-ALUs\data\asimages\{F0390D49-6202-484E-9330-8D0EE6577728}_28_T.png&quot;/&gt;&lt;left val=&quot;151&quot;/&gt;&lt;top val=&quot;353&quot;/&gt;&lt;width val=&quot;12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1FF8258-C935-4298-8050-2557C6FB6168}&quot;/&gt;&lt;isInvalidForFieldText val=&quot;1&quot;/&gt;&lt;Image&gt;&lt;filename val=&quot;C:\Users\sanmi\Documents\My Adobe Presentations\ece552f2019-ALUs\data\asimages\{E1FF8258-C935-4298-8050-2557C6FB6168}_28_S.png&quot;/&gt;&lt;left val=&quot;162&quot;/&gt;&lt;top val=&quot;353&quot;/&gt;&lt;width val=&quot;2&quot;/&gt;&lt;height val=&quot;4&quot;/&gt;&lt;hasText val=&quot;0&quot;/&gt;&lt;/Image&gt;&lt;Image&gt;&lt;filename val=&quot;C:\Users\sanmi\Documents\My Adobe Presentations\ece552f2019-ALUs\data\asimages\{E1FF8258-C935-4298-8050-2557C6FB6168}_28_T.png&quot;/&gt;&lt;left val=&quot;162&quot;/&gt;&lt;top val=&quot;354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E21D380-DAB0-4657-927E-796B93916B94}&quot;/&gt;&lt;isInvalidForFieldText val=&quot;1&quot;/&gt;&lt;Image&gt;&lt;filename val=&quot;C:\Users\sanmi\Documents\My Adobe Presentations\ece552f2019-ALUs\data\asimages\{EE21D380-DAB0-4657-927E-796B93916B94}_28_S.png&quot;/&gt;&lt;left val=&quot;154&quot;/&gt;&lt;top val=&quot;353&quot;/&gt;&lt;width val=&quot;10&quot;/&gt;&lt;height val=&quot;6&quot;/&gt;&lt;hasText val=&quot;0&quot;/&gt;&lt;/Image&gt;&lt;Image&gt;&lt;filename val=&quot;C:\Users\sanmi\Documents\My Adobe Presentations\ece552f2019-ALUs\data\asimages\{EE21D380-DAB0-4657-927E-796B93916B94}_28_T.png&quot;/&gt;&lt;left val=&quot;154&quot;/&gt;&lt;top val=&quot;354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A68700-7096-4F86-A55A-31D458C32306}&quot;/&gt;&lt;isInvalidForFieldText val=&quot;0&quot;/&gt;&lt;Image&gt;&lt;filename val=&quot;C:\Users\sanmi\Documents\My Adobe Presentations\ece552f2019-ALUs\data\asimages\{47A68700-7096-4F86-A55A-31D458C32306}.png&quot;/&gt;&lt;left val=&quot;164&quot;/&gt;&lt;top val=&quot;356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D5D30CF-5F2A-4D9E-B6C6-20AB34F5F8A6}&quot;/&gt;&lt;isInvalidForFieldText val=&quot;0&quot;/&gt;&lt;Image&gt;&lt;filename val=&quot;C:\Users\sanmi\Documents\My Adobe Presentations\ece552f2019-ALUs\data\asimages\{FD5D30CF-5F2A-4D9E-B6C6-20AB34F5F8A6}.png&quot;/&gt;&lt;left val=&quot;164&quot;/&gt;&lt;top val=&quot;356&quot;/&gt;&lt;width val=&quot;2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F1E282E-5472-4B7D-8D1A-31BD2769B2CA}&quot;/&gt;&lt;isInvalidForFieldText val=&quot;0&quot;/&gt;&lt;Image&gt;&lt;filename val=&quot;C:\Users\sanmi\Documents\My Adobe Presentations\ece552f2019-ALUs\data\asimages\{4F1E282E-5472-4B7D-8D1A-31BD2769B2CA}.png&quot;/&gt;&lt;left val=&quot;188&quot;/&gt;&lt;top val=&quot;21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14E05DB-BCBA-429C-801E-80C1FE89A599}&quot;/&gt;&lt;isInvalidForFieldText val=&quot;0&quot;/&gt;&lt;Image&gt;&lt;filename val=&quot;C:\Users\sanmi\Documents\My Adobe Presentations\ece552f2019-ALUs\data\asimages\{414E05DB-BCBA-429C-801E-80C1FE89A599}.png&quot;/&gt;&lt;left val=&quot;188&quot;/&gt;&lt;top val=&quot;210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73341CE-C835-4C9B-AF54-2649A3C9D966}_28.png&quot;/&gt;&lt;left val=&quot;233&quot;/&gt;&lt;top val=&quot;240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CE0E92A-6A94-4A96-BC51-AFCFE1BDD800}_28.png&quot;/&gt;&lt;left val=&quot;250&quot;/&gt;&lt;top val=&quot;250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E9CF2CA-E177-4E8B-BEF8-A378C0566727}&quot;/&gt;&lt;isInvalidForFieldText val=&quot;1&quot;/&gt;&lt;Image&gt;&lt;filename val=&quot;C:\Users\sanmi\Documents\My Adobe Presentations\ece552f2019-ALUs\data\asimages\{2E9CF2CA-E177-4E8B-BEF8-A378C0566727}_28_S.png&quot;/&gt;&lt;left val=&quot;251&quot;/&gt;&lt;top val=&quot;282&quot;/&gt;&lt;width val=&quot;6&quot;/&gt;&lt;height val=&quot;11&quot;/&gt;&lt;hasText val=&quot;0&quot;/&gt;&lt;/Image&gt;&lt;Image&gt;&lt;filename val=&quot;C:\Users\sanmi\Documents\My Adobe Presentations\ece552f2019-ALUs\data\asimages\{2E9CF2CA-E177-4E8B-BEF8-A378C0566727}_28_T.png&quot;/&gt;&lt;left val=&quot;251&quot;/&gt;&lt;top val=&quot;282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C4A3C38-0032-4546-8FA2-8236C14E9EB3}&quot;/&gt;&lt;isInvalidForFieldText val=&quot;1&quot;/&gt;&lt;Image&gt;&lt;filename val=&quot;C:\Users\sanmi\Documents\My Adobe Presentations\ece552f2019-ALUs\data\asimages\{CC4A3C38-0032-4546-8FA2-8236C14E9EB3}_28_S.png&quot;/&gt;&lt;left val=&quot;254&quot;/&gt;&lt;top val=&quot;290&quot;/&gt;&lt;width val=&quot;3&quot;/&gt;&lt;height val=&quot;1&quot;/&gt;&lt;hasText val=&quot;0&quot;/&gt;&lt;/Image&gt;&lt;Image&gt;&lt;filename val=&quot;C:\Users\sanmi\Documents\My Adobe Presentations\ece552f2019-ALUs\data\asimages\{CC4A3C38-0032-4546-8FA2-8236C14E9EB3}_28_T.png&quot;/&gt;&lt;left val=&quot;254&quot;/&gt;&lt;top val=&quot;290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AC37C5E-621F-49E2-8F01-01402A14D310}&quot;/&gt;&lt;isInvalidForFieldText val=&quot;1&quot;/&gt;&lt;Image&gt;&lt;filename val=&quot;C:\Users\sanmi\Documents\My Adobe Presentations\ece552f2019-ALUs\data\asimages\{4AC37C5E-621F-49E2-8F01-01402A14D310}_28_S.png&quot;/&gt;&lt;left val=&quot;251&quot;/&gt;&lt;top val=&quot;282&quot;/&gt;&lt;width val=&quot;6&quot;/&gt;&lt;height val=&quot;11&quot;/&gt;&lt;hasText val=&quot;0&quot;/&gt;&lt;/Image&gt;&lt;Image&gt;&lt;filename val=&quot;C:\Users\sanmi\Documents\My Adobe Presentations\ece552f2019-ALUs\data\asimages\{4AC37C5E-621F-49E2-8F01-01402A14D310}_28_T.png&quot;/&gt;&lt;left val=&quot;251&quot;/&gt;&lt;top val=&quot;282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9628767-6FA1-4D94-91F4-B254644E3C9E}&quot;/&gt;&lt;isInvalidForFieldText val=&quot;0&quot;/&gt;&lt;Image&gt;&lt;filename val=&quot;C:\Users\sanmi\Documents\My Adobe Presentations\ece552f2019-ALUs\data\asimages\{39628767-6FA1-4D94-91F4-B254644E3C9E}.png&quot;/&gt;&lt;left val=&quot;254&quot;/&gt;&lt;top val=&quot;29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55AB355-890A-4715-AFE9-191D5E0A0EC2}&quot;/&gt;&lt;isInvalidForFieldText val=&quot;0&quot;/&gt;&lt;Image&gt;&lt;filename val=&quot;C:\Users\sanmi\Documents\My Adobe Presentations\ece552f2019-ALUs\data\asimages\{B55AB355-890A-4715-AFE9-191D5E0A0EC2}.png&quot;/&gt;&lt;left val=&quot;254&quot;/&gt;&lt;top val=&quot;31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D48808-4EBA-4006-97D6-3CFA3ED9E3E6}&quot;/&gt;&lt;isInvalidForFieldText val=&quot;0&quot;/&gt;&lt;Image&gt;&lt;filename val=&quot;C:\Users\sanmi\Documents\My Adobe Presentations\ece552f2019-ALUs\data\asimages\{27D48808-4EBA-4006-97D6-3CFA3ED9E3E6}.png&quot;/&gt;&lt;left val=&quot;254&quot;/&gt;&lt;top val=&quot;291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502BBA2-D953-4CE3-ACDC-D54D22B3C7DB}_28.png&quot;/&gt;&lt;left val=&quot;207&quot;/&gt;&lt;top val=&quot;241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31508A9-52D0-42B6-83FE-46F02F5D2AA3}_28.png&quot;/&gt;&lt;left val=&quot;224&quot;/&gt;&lt;top val=&quot;251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E9783B9-C74F-4605-AD4D-1BDA9BEC1FB6}&quot;/&gt;&lt;isInvalidForFieldText val=&quot;1&quot;/&gt;&lt;Image&gt;&lt;filename val=&quot;C:\Users\sanmi\Documents\My Adobe Presentations\ece552f2019-ALUs\data\asimages\{4E9783B9-C74F-4605-AD4D-1BDA9BEC1FB6}_28_S.png&quot;/&gt;&lt;left val=&quot;225&quot;/&gt;&lt;top val=&quot;281&quot;/&gt;&lt;width val=&quot;7&quot;/&gt;&lt;height val=&quot;12&quot;/&gt;&lt;hasText val=&quot;0&quot;/&gt;&lt;/Image&gt;&lt;Image&gt;&lt;filename val=&quot;C:\Users\sanmi\Documents\My Adobe Presentations\ece552f2019-ALUs\data\asimages\{4E9783B9-C74F-4605-AD4D-1BDA9BEC1FB6}_28_T.png&quot;/&gt;&lt;left val=&quot;225&quot;/&gt;&lt;top val=&quot;281&quot;/&gt;&lt;width val=&quot;7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BEC58BD-9A65-41C6-9961-FB38A00B9E74}&quot;/&gt;&lt;isInvalidForFieldText val=&quot;1&quot;/&gt;&lt;Image&gt;&lt;filename val=&quot;C:\Users\sanmi\Documents\My Adobe Presentations\ece552f2019-ALUs\data\asimages\{9BEC58BD-9A65-41C6-9961-FB38A00B9E74}_28_S.png&quot;/&gt;&lt;left val=&quot;227&quot;/&gt;&lt;top val=&quot;292&quot;/&gt;&lt;width val=&quot;3&quot;/&gt;&lt;height val=&quot;2&quot;/&gt;&lt;hasText val=&quot;0&quot;/&gt;&lt;/Image&gt;&lt;Image&gt;&lt;filename val=&quot;C:\Users\sanmi\Documents\My Adobe Presentations\ece552f2019-ALUs\data\asimages\{9BEC58BD-9A65-41C6-9961-FB38A00B9E74}_28_T.png&quot;/&gt;&lt;left val=&quot;227&quot;/&gt;&lt;top val=&quot;292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2BBDD26-4706-4A3E-945D-897AC7BAE4C1}&quot;/&gt;&lt;isInvalidForFieldText val=&quot;1&quot;/&gt;&lt;Image&gt;&lt;filename val=&quot;C:\Users\sanmi\Documents\My Adobe Presentations\ece552f2019-ALUs\data\asimages\{82BBDD26-4706-4A3E-945D-897AC7BAE4C1}_28_S.png&quot;/&gt;&lt;left val=&quot;225&quot;/&gt;&lt;top val=&quot;284&quot;/&gt;&lt;width val=&quot;6&quot;/&gt;&lt;height val=&quot;9&quot;/&gt;&lt;hasText val=&quot;0&quot;/&gt;&lt;/Image&gt;&lt;Image&gt;&lt;filename val=&quot;C:\Users\sanmi\Documents\My Adobe Presentations\ece552f2019-ALUs\data\asimages\{82BBDD26-4706-4A3E-945D-897AC7BAE4C1}_28_T.png&quot;/&gt;&lt;left val=&quot;225&quot;/&gt;&lt;top val=&quot;284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C26FAA4-3A35-49CB-AE3F-982C674AB07F}&quot;/&gt;&lt;isInvalidForFieldText val=&quot;0&quot;/&gt;&lt;Image&gt;&lt;filename val=&quot;C:\Users\sanmi\Documents\My Adobe Presentations\ece552f2019-ALUs\data\asimages\{9C26FAA4-3A35-49CB-AE3F-982C674AB07F}.png&quot;/&gt;&lt;left val=&quot;227&quot;/&gt;&lt;top val=&quot;2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226BB9-05EF-4217-8B0A-DF6108E391BD}&quot;/&gt;&lt;isInvalidForFieldText val=&quot;0&quot;/&gt;&lt;Image&gt;&lt;filename val=&quot;C:\Users\sanmi\Documents\My Adobe Presentations\ece552f2019-ALUs\data\asimages\{7F226BB9-05EF-4217-8B0A-DF6108E391BD}.png&quot;/&gt;&lt;left val=&quot;228&quot;/&gt;&lt;top val=&quot;31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B52B394-5117-4458-B38B-CAE20AE0A6FC}&quot;/&gt;&lt;isInvalidForFieldText val=&quot;1&quot;/&gt;&lt;Image&gt;&lt;filename val=&quot;C:\Users\sanmi\Documents\My Adobe Presentations\ece552f2019-ALUs\data\asimages\{0B52B394-5117-4458-B38B-CAE20AE0A6FC}_28_S.png&quot;/&gt;&lt;left val=&quot;227&quot;/&gt;&lt;top val=&quot;292&quot;/&gt;&lt;width val=&quot;3&quot;/&gt;&lt;height val=&quot;28&quot;/&gt;&lt;hasText val=&quot;0&quot;/&gt;&lt;/Image&gt;&lt;Image&gt;&lt;filename val=&quot;C:\Users\sanmi\Documents\My Adobe Presentations\ece552f2019-ALUs\data\asimages\{0B52B394-5117-4458-B38B-CAE20AE0A6FC}_28_T.png&quot;/&gt;&lt;left val=&quot;227&quot;/&gt;&lt;top val=&quot;293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663841D-12BE-461C-8269-6D9D21028B2D}_28.png&quot;/&gt;&lt;left val=&quot;261&quot;/&gt;&lt;top val=&quot;241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13A411A-0F08-405E-AED3-9E288D73C92F}_28.png&quot;/&gt;&lt;left val=&quot;278&quot;/&gt;&lt;top val=&quot;251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18691A8-B0DA-4E56-9D12-948BA40D1662}&quot;/&gt;&lt;isInvalidForFieldText val=&quot;1&quot;/&gt;&lt;Image&gt;&lt;filename val=&quot;C:\Users\sanmi\Documents\My Adobe Presentations\ece552f2019-ALUs\data\asimages\{618691A8-B0DA-4E56-9D12-948BA40D1662}_28_S.png&quot;/&gt;&lt;left val=&quot;278&quot;/&gt;&lt;top val=&quot;308&quot;/&gt;&lt;width val=&quot;8&quot;/&gt;&lt;height val=&quot;10&quot;/&gt;&lt;hasText val=&quot;0&quot;/&gt;&lt;/Image&gt;&lt;Image&gt;&lt;filename val=&quot;C:\Users\sanmi\Documents\My Adobe Presentations\ece552f2019-ALUs\data\asimages\{618691A8-B0DA-4E56-9D12-948BA40D1662}_28_T.png&quot;/&gt;&lt;left val=&quot;278&quot;/&gt;&lt;top val=&quot;309&quot;/&gt;&lt;width val=&quot;8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F276E69-AC91-4ADA-8619-63336845E591}&quot;/&gt;&lt;isInvalidForFieldText val=&quot;1&quot;/&gt;&lt;Image&gt;&lt;filename val=&quot;C:\Users\sanmi\Documents\My Adobe Presentations\ece552f2019-ALUs\data\asimages\{0F276E69-AC91-4ADA-8619-63336845E591}_28_S.png&quot;/&gt;&lt;left val=&quot;279&quot;/&gt;&lt;top val=&quot;308&quot;/&gt;&lt;width val=&quot;4&quot;/&gt;&lt;height val=&quot;2&quot;/&gt;&lt;hasText val=&quot;0&quot;/&gt;&lt;/Image&gt;&lt;Image&gt;&lt;filename val=&quot;C:\Users\sanmi\Documents\My Adobe Presentations\ece552f2019-ALUs\data\asimages\{0F276E69-AC91-4ADA-8619-63336845E591}_28_T.png&quot;/&gt;&lt;left val=&quot;279&quot;/&gt;&lt;top val=&quot;309&quot;/&gt;&lt;width val=&quot;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B14706B-2E9D-46EB-86EC-1CCBECEE2875}&quot;/&gt;&lt;isInvalidForFieldText val=&quot;1&quot;/&gt;&lt;Image&gt;&lt;filename val=&quot;C:\Users\sanmi\Documents\My Adobe Presentations\ece552f2019-ALUs\data\asimages\{8B14706B-2E9D-46EB-86EC-1CCBECEE2875}_28_S.png&quot;/&gt;&lt;left val=&quot;279&quot;/&gt;&lt;top val=&quot;308&quot;/&gt;&lt;width val=&quot;7&quot;/&gt;&lt;height val=&quot;10&quot;/&gt;&lt;hasText val=&quot;0&quot;/&gt;&lt;/Image&gt;&lt;Image&gt;&lt;filename val=&quot;C:\Users\sanmi\Documents\My Adobe Presentations\ece552f2019-ALUs\data\asimages\{8B14706B-2E9D-46EB-86EC-1CCBECEE2875}_28_T.png&quot;/&gt;&lt;left val=&quot;279&quot;/&gt;&lt;top val=&quot;309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8E9F6C1-6338-4F55-BA01-636FA73B45FC}&quot;/&gt;&lt;isInvalidForFieldText val=&quot;0&quot;/&gt;&lt;Image&gt;&lt;filename val=&quot;C:\Users\sanmi\Documents\My Adobe Presentations\ece552f2019-ALUs\data\asimages\{38E9F6C1-6338-4F55-BA01-636FA73B45FC}.png&quot;/&gt;&lt;left val=&quot;281&quot;/&gt;&lt;top val=&quot;2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E91C901-3F9D-4C7F-8F33-DF36358481AC}&quot;/&gt;&lt;isInvalidForFieldText val=&quot;0&quot;/&gt;&lt;Image&gt;&lt;filename val=&quot;C:\Users\sanmi\Documents\My Adobe Presentations\ece552f2019-ALUs\data\asimages\{FE91C901-3F9D-4C7F-8F33-DF36358481AC}.png&quot;/&gt;&lt;left val=&quot;282&quot;/&gt;&lt;top val=&quot;30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E60358F-6AFB-47D9-BEA9-0E46BA0AE289}&quot;/&gt;&lt;isInvalidForFieldText val=&quot;1&quot;/&gt;&lt;Image&gt;&lt;filename val=&quot;C:\Users\sanmi\Documents\My Adobe Presentations\ece552f2019-ALUs\data\asimages\{7E60358F-6AFB-47D9-BEA9-0E46BA0AE289}_28_S.png&quot;/&gt;&lt;left val=&quot;281&quot;/&gt;&lt;top val=&quot;280&quot;/&gt;&lt;width val=&quot;3&quot;/&gt;&lt;height val=&quot;28&quot;/&gt;&lt;hasText val=&quot;0&quot;/&gt;&lt;/Image&gt;&lt;Image&gt;&lt;filename val=&quot;C:\Users\sanmi\Documents\My Adobe Presentations\ece552f2019-ALUs\data\asimages\{7E60358F-6AFB-47D9-BEA9-0E46BA0AE289}_28_T.png&quot;/&gt;&lt;left val=&quot;281&quot;/&gt;&lt;top val=&quot;281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F10132C-3CCD-4D31-A427-DCAB5A669CB8}_28.png&quot;/&gt;&lt;left val=&quot;288&quot;/&gt;&lt;top val=&quot;240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D69DBF1-404E-40D9-AA5C-C5B9E940CE79}_28.png&quot;/&gt;&lt;left val=&quot;304&quot;/&gt;&lt;top val=&quot;250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402DE55-5C58-4D91-B9DE-52DBB195D5CA}&quot;/&gt;&lt;isInvalidForFieldText val=&quot;1&quot;/&gt;&lt;Image&gt;&lt;filename val=&quot;C:\Users\sanmi\Documents\My Adobe Presentations\ece552f2019-ALUs\data\asimages\{8402DE55-5C58-4D91-B9DE-52DBB195D5CA}_28_S.png&quot;/&gt;&lt;left val=&quot;305&quot;/&gt;&lt;top val=&quot;307&quot;/&gt;&lt;width val=&quot;7&quot;/&gt;&lt;height val=&quot;13&quot;/&gt;&lt;hasText val=&quot;0&quot;/&gt;&lt;/Image&gt;&lt;Image&gt;&lt;filename val=&quot;C:\Users\sanmi\Documents\My Adobe Presentations\ece552f2019-ALUs\data\asimages\{8402DE55-5C58-4D91-B9DE-52DBB195D5CA}_28_T.png&quot;/&gt;&lt;left val=&quot;305&quot;/&gt;&lt;top val=&quot;308&quot;/&gt;&lt;width val=&quot;6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BD7165F-2A2A-400E-AEBC-4BDC4B036DF1}&quot;/&gt;&lt;isInvalidForFieldText val=&quot;1&quot;/&gt;&lt;Image&gt;&lt;filename val=&quot;C:\Users\sanmi\Documents\My Adobe Presentations\ece552f2019-ALUs\data\asimages\{3BD7165F-2A2A-400E-AEBC-4BDC4B036DF1}_28_S.png&quot;/&gt;&lt;left val=&quot;306&quot;/&gt;&lt;top val=&quot;307&quot;/&gt;&lt;width val=&quot;4&quot;/&gt;&lt;height val=&quot;2&quot;/&gt;&lt;hasText val=&quot;0&quot;/&gt;&lt;/Image&gt;&lt;Image&gt;&lt;filename val=&quot;C:\Users\sanmi\Documents\My Adobe Presentations\ece552f2019-ALUs\data\asimages\{3BD7165F-2A2A-400E-AEBC-4BDC4B036DF1}_28_T.png&quot;/&gt;&lt;left val=&quot;306&quot;/&gt;&lt;top val=&quot;308&quot;/&gt;&lt;width val=&quot;4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E37B43E-86A3-4CC5-A4A4-71EAF77F6715}&quot;/&gt;&lt;isInvalidForFieldText val=&quot;1&quot;/&gt;&lt;Image&gt;&lt;filename val=&quot;C:\Users\sanmi\Documents\My Adobe Presentations\ece552f2019-ALUs\data\asimages\{4E37B43E-86A3-4CC5-A4A4-71EAF77F6715}_28_S.png&quot;/&gt;&lt;left val=&quot;306&quot;/&gt;&lt;top val=&quot;307&quot;/&gt;&lt;width val=&quot;6&quot;/&gt;&lt;height val=&quot;10&quot;/&gt;&lt;hasText val=&quot;0&quot;/&gt;&lt;/Image&gt;&lt;Image&gt;&lt;filename val=&quot;C:\Users\sanmi\Documents\My Adobe Presentations\ece552f2019-ALUs\data\asimages\{4E37B43E-86A3-4CC5-A4A4-71EAF77F6715}_28_T.png&quot;/&gt;&lt;left val=&quot;306&quot;/&gt;&lt;top val=&quot;308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076A6C4-C059-4A55-85E5-E9B2D4DE8680}&quot;/&gt;&lt;isInvalidForFieldText val=&quot;0&quot;/&gt;&lt;Image&gt;&lt;filename val=&quot;C:\Users\sanmi\Documents\My Adobe Presentations\ece552f2019-ALUs\data\asimages\{8076A6C4-C059-4A55-85E5-E9B2D4DE8680}.png&quot;/&gt;&lt;left val=&quot;308&quot;/&gt;&lt;top val=&quot;2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697D822-153B-4931-91F1-72087411AA43}&quot;/&gt;&lt;isInvalidForFieldText val=&quot;0&quot;/&gt;&lt;Image&gt;&lt;filename val=&quot;C:\Users\sanmi\Documents\My Adobe Presentations\ece552f2019-ALUs\data\asimages\{C697D822-153B-4931-91F1-72087411AA43}.png&quot;/&gt;&lt;left val=&quot;309&quot;/&gt;&lt;top val=&quot;30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D37F622-E6AE-4CD8-BF10-26E372860921}&quot;/&gt;&lt;isInvalidForFieldText val=&quot;1&quot;/&gt;&lt;Image&gt;&lt;filename val=&quot;C:\Users\sanmi\Documents\My Adobe Presentations\ece552f2019-ALUs\data\asimages\{7D37F622-E6AE-4CD8-BF10-26E372860921}_28_S.png&quot;/&gt;&lt;left val=&quot;308&quot;/&gt;&lt;top val=&quot;280&quot;/&gt;&lt;width val=&quot;3&quot;/&gt;&lt;height val=&quot;28&quot;/&gt;&lt;hasText val=&quot;0&quot;/&gt;&lt;/Image&gt;&lt;Image&gt;&lt;filename val=&quot;C:\Users\sanmi\Documents\My Adobe Presentations\ece552f2019-ALUs\data\asimages\{7D37F622-E6AE-4CD8-BF10-26E372860921}_28_T.png&quot;/&gt;&lt;left val=&quot;308&quot;/&gt;&lt;top val=&quot;281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40E2D2-E9E8-4F20-86EB-0F2680C8954D}&quot;/&gt;&lt;isInvalidForFieldText val=&quot;0&quot;/&gt;&lt;Image&gt;&lt;filename val=&quot;C:\Users\sanmi\Documents\My Adobe Presentations\ece552f2019-ALUs\data\asimages\{3340E2D2-E9E8-4F20-86EB-0F2680C8954D}.png&quot;/&gt;&lt;left val=&quot;207&quot;/&gt;&lt;top val=&quot;317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8BE396E-7BA9-40A6-B66F-19DCEB8189E5}&quot;/&gt;&lt;isInvalidForFieldText val=&quot;0&quot;/&gt;&lt;Image&gt;&lt;filename val=&quot;C:\Users\sanmi\Documents\My Adobe Presentations\ece552f2019-ALUs\data\asimages\{A8BE396E-7BA9-40A6-B66F-19DCEB8189E5}.png&quot;/&gt;&lt;left val=&quot;326&quot;/&gt;&lt;top val=&quot;317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321179B-9E70-4131-AD23-81AB81AEF913}&quot;/&gt;&lt;isInvalidForFieldText val=&quot;0&quot;/&gt;&lt;Image&gt;&lt;filename val=&quot;C:\Users\sanmi\Documents\My Adobe Presentations\ece552f2019-ALUs\data\asimages\{0321179B-9E70-4131-AD23-81AB81AEF913}.png&quot;/&gt;&lt;left val=&quot;207&quot;/&gt;&lt;top val=&quot;394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2DC33F4-FBD8-4F44-AF0D-1C2F670F87E4}&quot;/&gt;&lt;isInvalidForFieldText val=&quot;0&quot;/&gt;&lt;Image&gt;&lt;filename val=&quot;C:\Users\sanmi\Documents\My Adobe Presentations\ece552f2019-ALUs\data\asimages\{E2DC33F4-FBD8-4F44-AF0D-1C2F670F87E4}.png&quot;/&gt;&lt;left val=&quot;207&quot;/&gt;&lt;top val=&quot;317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E98FC3F-2403-4E12-8568-6EA5A5B814D4}_28.png&quot;/&gt;&lt;left val=&quot;244&quot;/&gt;&lt;top val=&quot;420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D55D339-8B1F-482B-96AB-D2E46AF619B4}_28.png&quot;/&gt;&lt;left val=&quot;259&quot;/&gt;&lt;top val=&quot;431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29C3785-6C7B-4B9C-A1AE-97B86FF38905}&quot;/&gt;&lt;isInvalidForFieldText val=&quot;1&quot;/&gt;&lt;Image&gt;&lt;filename val=&quot;C:\Users\sanmi\Documents\My Adobe Presentations\ece552f2019-ALUs\data\asimages\{929C3785-6C7B-4B9C-A1AE-97B86FF38905}_28_S.png&quot;/&gt;&lt;left val=&quot;261&quot;/&gt;&lt;top val=&quot;422&quot;/&gt;&lt;width val=&quot;8&quot;/&gt;&lt;height val=&quot;9&quot;/&gt;&lt;hasText val=&quot;0&quot;/&gt;&lt;/Image&gt;&lt;Image&gt;&lt;filename val=&quot;C:\Users\sanmi\Documents\My Adobe Presentations\ece552f2019-ALUs\data\asimages\{929C3785-6C7B-4B9C-A1AE-97B86FF38905}_28_T.png&quot;/&gt;&lt;left val=&quot;261&quot;/&gt;&lt;top val=&quot;422&quot;/&gt;&lt;width val=&quot;8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8322C91-211A-4C9E-92EC-DDE93DC203A4}&quot;/&gt;&lt;isInvalidForFieldText val=&quot;1&quot;/&gt;&lt;Image&gt;&lt;filename val=&quot;C:\Users\sanmi\Documents\My Adobe Presentations\ece552f2019-ALUs\data\asimages\{58322C91-211A-4C9E-92EC-DDE93DC203A4}_28_S.png&quot;/&gt;&lt;left val=&quot;262&quot;/&gt;&lt;top val=&quot;422&quot;/&gt;&lt;width val=&quot;3&quot;/&gt;&lt;height val=&quot;1&quot;/&gt;&lt;hasText val=&quot;0&quot;/&gt;&lt;/Image&gt;&lt;Image&gt;&lt;filename val=&quot;C:\Users\sanmi\Documents\My Adobe Presentations\ece552f2019-ALUs\data\asimages\{58322C91-211A-4C9E-92EC-DDE93DC203A4}_28_T.png&quot;/&gt;&lt;left val=&quot;262&quot;/&gt;&lt;top val=&quot;422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0460712-C2F3-42EF-97F6-BF2A75CA1996}&quot;/&gt;&lt;isInvalidForFieldText val=&quot;1&quot;/&gt;&lt;Image&gt;&lt;filename val=&quot;C:\Users\sanmi\Documents\My Adobe Presentations\ece552f2019-ALUs\data\asimages\{10460712-C2F3-42EF-97F6-BF2A75CA1996}_28_S.png&quot;/&gt;&lt;left val=&quot;262&quot;/&gt;&lt;top val=&quot;422&quot;/&gt;&lt;width val=&quot;6&quot;/&gt;&lt;height val=&quot;9&quot;/&gt;&lt;hasText val=&quot;0&quot;/&gt;&lt;/Image&gt;&lt;Image&gt;&lt;filename val=&quot;C:\Users\sanmi\Documents\My Adobe Presentations\ece552f2019-ALUs\data\asimages\{10460712-C2F3-42EF-97F6-BF2A75CA1996}_28_T.png&quot;/&gt;&lt;left val=&quot;262&quot;/&gt;&lt;top val=&quot;422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13BFFC-2758-4E5C-9995-0A83E5203BCD}&quot;/&gt;&lt;isInvalidForFieldText val=&quot;0&quot;/&gt;&lt;Image&gt;&lt;filename val=&quot;C:\Users\sanmi\Documents\My Adobe Presentations\ece552f2019-ALUs\data\asimages\{8213BFFC-2758-4E5C-9995-0A83E5203BCD}.png&quot;/&gt;&lt;left val=&quot;264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6CD1146-FA5A-4D93-812D-A3BFE375166C}&quot;/&gt;&lt;isInvalidForFieldText val=&quot;0&quot;/&gt;&lt;Image&gt;&lt;filename val=&quot;C:\Users\sanmi\Documents\My Adobe Presentations\ece552f2019-ALUs\data\asimages\{E6CD1146-FA5A-4D93-812D-A3BFE375166C}.png&quot;/&gt;&lt;left val=&quot;265&quot;/&gt;&lt;top val=&quot;421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3309FC9-225A-47BC-98BD-435E26E9101D}&quot;/&gt;&lt;isInvalidForFieldText val=&quot;1&quot;/&gt;&lt;Image&gt;&lt;filename val=&quot;C:\Users\sanmi\Documents\My Adobe Presentations\ece552f2019-ALUs\data\asimages\{03309FC9-225A-47BC-98BD-435E26E9101D}_28_S.png&quot;/&gt;&lt;left val=&quot;264&quot;/&gt;&lt;top val=&quot;393&quot;/&gt;&lt;width val=&quot;3&quot;/&gt;&lt;height val=&quot;28&quot;/&gt;&lt;hasText val=&quot;0&quot;/&gt;&lt;/Image&gt;&lt;Image&gt;&lt;filename val=&quot;C:\Users\sanmi\Documents\My Adobe Presentations\ece552f2019-ALUs\data\asimages\{03309FC9-225A-47BC-98BD-435E26E9101D}_28_T.png&quot;/&gt;&lt;left val=&quot;264&quot;/&gt;&lt;top val=&quot;394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BE3ADE5-8F9C-471C-8740-A6BB6E9311D8}_28.png&quot;/&gt;&lt;left val=&quot;317&quot;/&gt;&lt;top val=&quot;315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F74A4DE-6839-4806-86C9-32C987510CD5}_28.png&quot;/&gt;&lt;left val=&quot;332&quot;/&gt;&lt;top val=&quot;326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8F5D633-C3FF-4395-946A-C057F0DD75BB}&quot;/&gt;&lt;isInvalidForFieldText val=&quot;1&quot;/&gt;&lt;Image&gt;&lt;filename val=&quot;C:\Users\sanmi\Documents\My Adobe Presentations\ece552f2019-ALUs\data\asimages\{58F5D633-C3FF-4395-946A-C057F0DD75BB}_28_S.png&quot;/&gt;&lt;left val=&quot;328&quot;/&gt;&lt;top val=&quot;352&quot;/&gt;&lt;width val=&quot;10&quot;/&gt;&lt;height val=&quot;7&quot;/&gt;&lt;hasText val=&quot;0&quot;/&gt;&lt;/Image&gt;&lt;Image&gt;&lt;filename val=&quot;C:\Users\sanmi\Documents\My Adobe Presentations\ece552f2019-ALUs\data\asimages\{58F5D633-C3FF-4395-946A-C057F0DD75BB}_28_T.png&quot;/&gt;&lt;left val=&quot;328&quot;/&gt;&lt;top val=&quot;353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20F8534-D903-41FE-A50C-16C0EE7042A4}&quot;/&gt;&lt;isInvalidForFieldText val=&quot;1&quot;/&gt;&lt;Image&gt;&lt;filename val=&quot;C:\Users\sanmi\Documents\My Adobe Presentations\ece552f2019-ALUs\data\asimages\{A20F8534-D903-41FE-A50C-16C0EE7042A4}_28_S.png&quot;/&gt;&lt;left val=&quot;336&quot;/&gt;&lt;top val=&quot;353&quot;/&gt;&lt;width val=&quot;2&quot;/&gt;&lt;height val=&quot;3&quot;/&gt;&lt;hasText val=&quot;0&quot;/&gt;&lt;/Image&gt;&lt;Image&gt;&lt;filename val=&quot;C:\Users\sanmi\Documents\My Adobe Presentations\ece552f2019-ALUs\data\asimages\{A20F8534-D903-41FE-A50C-16C0EE7042A4}_28_T.png&quot;/&gt;&lt;left val=&quot;336&quot;/&gt;&lt;top val=&quot;354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7C2E376-5F76-41CE-93C5-7D8FCD9BA17C}&quot;/&gt;&lt;isInvalidForFieldText val=&quot;1&quot;/&gt;&lt;Image&gt;&lt;filename val=&quot;C:\Users\sanmi\Documents\My Adobe Presentations\ece552f2019-ALUs\data\asimages\{F7C2E376-5F76-41CE-93C5-7D8FCD9BA17C}_28_S.png&quot;/&gt;&lt;left val=&quot;328&quot;/&gt;&lt;top val=&quot;353&quot;/&gt;&lt;width val=&quot;10&quot;/&gt;&lt;height val=&quot;6&quot;/&gt;&lt;hasText val=&quot;0&quot;/&gt;&lt;/Image&gt;&lt;Image&gt;&lt;filename val=&quot;C:\Users\sanmi\Documents\My Adobe Presentations\ece552f2019-ALUs\data\asimages\{F7C2E376-5F76-41CE-93C5-7D8FCD9BA17C}_28_T.png&quot;/&gt;&lt;left val=&quot;328&quot;/&gt;&lt;top val=&quot;354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71479F6-5CE5-4054-846C-587DA268FDB6}&quot;/&gt;&lt;isInvalidForFieldText val=&quot;0&quot;/&gt;&lt;Image&gt;&lt;filename val=&quot;C:\Users\sanmi\Documents\My Adobe Presentations\ece552f2019-ALUs\data\asimages\{171479F6-5CE5-4054-846C-587DA268FDB6}.png&quot;/&gt;&lt;left val=&quot;337&quot;/&gt;&lt;top val=&quot;355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CB0A3E-1241-4226-969A-AB934C9E253A}&quot;/&gt;&lt;isInvalidForFieldText val=&quot;0&quot;/&gt;&lt;Image&gt;&lt;filename val=&quot;C:\Users\sanmi\Documents\My Adobe Presentations\ece552f2019-ALUs\data\asimages\{C5CB0A3E-1241-4226-969A-AB934C9E253A}.png&quot;/&gt;&lt;left val=&quot;337&quot;/&gt;&lt;top val=&quot;355&quot;/&gt;&lt;width val=&quot;2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360E4E6-A3FF-40FA-AACB-F72890CEE5F1}&quot;/&gt;&lt;isInvalidForFieldText val=&quot;0&quot;/&gt;&lt;Image&gt;&lt;filename val=&quot;C:\Users\sanmi\Documents\My Adobe Presentations\ece552f2019-ALUs\data\asimages\{0360E4E6-A3FF-40FA-AACB-F72890CEE5F1}.png&quot;/&gt;&lt;left val=&quot;362&quot;/&gt;&lt;top val=&quot;21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BE35C05-220B-449A-B768-995AF9F6D2F7}&quot;/&gt;&lt;isInvalidForFieldText val=&quot;0&quot;/&gt;&lt;Image&gt;&lt;filename val=&quot;C:\Users\sanmi\Documents\My Adobe Presentations\ece552f2019-ALUs\data\asimages\{4BE35C05-220B-449A-B768-995AF9F6D2F7}.png&quot;/&gt;&lt;left val=&quot;362&quot;/&gt;&lt;top val=&quot;210&quot;/&gt;&lt;width val=&quot;2&quot;/&gt;&lt;height val=&quot;14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121564B-07B6-4B77-992D-3E7F0F72B4AA}_28.png&quot;/&gt;&lt;left val=&quot;408&quot;/&gt;&lt;top val=&quot;242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C2E4FB3-FBC6-4413-A4E6-43FD7B828D90}_28.png&quot;/&gt;&lt;left val=&quot;424&quot;/&gt;&lt;top val=&quot;252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25B5665-9B6A-4A6D-821D-92504C978358}&quot;/&gt;&lt;isInvalidForFieldText val=&quot;1&quot;/&gt;&lt;Image&gt;&lt;filename val=&quot;C:\Users\sanmi\Documents\My Adobe Presentations\ece552f2019-ALUs\data\asimages\{B25B5665-9B6A-4A6D-821D-92504C978358}_28_S.png&quot;/&gt;&lt;left val=&quot;425&quot;/&gt;&lt;top val=&quot;285&quot;/&gt;&lt;width val=&quot;6&quot;/&gt;&lt;height val=&quot;9&quot;/&gt;&lt;hasText val=&quot;0&quot;/&gt;&lt;/Image&gt;&lt;Image&gt;&lt;filename val=&quot;C:\Users\sanmi\Documents\My Adobe Presentations\ece552f2019-ALUs\data\asimages\{B25B5665-9B6A-4A6D-821D-92504C978358}_28_T.png&quot;/&gt;&lt;left val=&quot;425&quot;/&gt;&lt;top val=&quot;285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A4CD537-964E-416C-901F-CD2309501E87}&quot;/&gt;&lt;isInvalidForFieldText val=&quot;1&quot;/&gt;&lt;Image&gt;&lt;filename val=&quot;C:\Users\sanmi\Documents\My Adobe Presentations\ece552f2019-ALUs\data\asimages\{3A4CD537-964E-416C-901F-CD2309501E87}_28_S.png&quot;/&gt;&lt;left val=&quot;428&quot;/&gt;&lt;top val=&quot;293&quot;/&gt;&lt;width val=&quot;3&quot;/&gt;&lt;height val=&quot;1&quot;/&gt;&lt;hasText val=&quot;0&quot;/&gt;&lt;/Image&gt;&lt;Image&gt;&lt;filename val=&quot;C:\Users\sanmi\Documents\My Adobe Presentations\ece552f2019-ALUs\data\asimages\{3A4CD537-964E-416C-901F-CD2309501E87}_28_T.png&quot;/&gt;&lt;left val=&quot;428&quot;/&gt;&lt;top val=&quot;293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76BAFDC-EE88-4AB2-B58E-ABD46663E757}&quot;/&gt;&lt;isInvalidForFieldText val=&quot;1&quot;/&gt;&lt;Image&gt;&lt;filename val=&quot;C:\Users\sanmi\Documents\My Adobe Presentations\ece552f2019-ALUs\data\asimages\{876BAFDC-EE88-4AB2-B58E-ABD46663E757}_28_S.png&quot;/&gt;&lt;left val=&quot;425&quot;/&gt;&lt;top val=&quot;285&quot;/&gt;&lt;width val=&quot;6&quot;/&gt;&lt;height val=&quot;9&quot;/&gt;&lt;hasText val=&quot;0&quot;/&gt;&lt;/Image&gt;&lt;Image&gt;&lt;filename val=&quot;C:\Users\sanmi\Documents\My Adobe Presentations\ece552f2019-ALUs\data\asimages\{876BAFDC-EE88-4AB2-B58E-ABD46663E757}_28_T.png&quot;/&gt;&lt;left val=&quot;425&quot;/&gt;&lt;top val=&quot;285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ED34F45-0855-4323-B08F-918104473AD1}&quot;/&gt;&lt;isInvalidForFieldText val=&quot;0&quot;/&gt;&lt;Image&gt;&lt;filename val=&quot;C:\Users\sanmi\Documents\My Adobe Presentations\ece552f2019-ALUs\data\asimages\{3ED34F45-0855-4323-B08F-918104473AD1}.png&quot;/&gt;&lt;left val=&quot;428&quot;/&gt;&lt;top val=&quot;2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30587E5-C717-4BFE-B8EF-541A180FCFB8}&quot;/&gt;&lt;isInvalidForFieldText val=&quot;0&quot;/&gt;&lt;Image&gt;&lt;filename val=&quot;C:\Users\sanmi\Documents\My Adobe Presentations\ece552f2019-ALUs\data\asimages\{430587E5-C717-4BFE-B8EF-541A180FCFB8}.png&quot;/&gt;&lt;left val=&quot;428&quot;/&gt;&lt;top val=&quot;32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EDF47D9-ED27-4205-8651-CCE31C0BEA34}&quot;/&gt;&lt;isInvalidForFieldText val=&quot;0&quot;/&gt;&lt;Image&gt;&lt;filename val=&quot;C:\Users\sanmi\Documents\My Adobe Presentations\ece552f2019-ALUs\data\asimages\{AEDF47D9-ED27-4205-8651-CCE31C0BEA34}.png&quot;/&gt;&lt;left val=&quot;428&quot;/&gt;&lt;top val=&quot;293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43ED47B-4866-430F-9625-8EB88BCE0A38}_28.png&quot;/&gt;&lt;left val=&quot;381&quot;/&gt;&lt;top val=&quot;243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2B49AAC-4DAA-4832-AAFE-A872702A7342}_28.png&quot;/&gt;&lt;left val=&quot;398&quot;/&gt;&lt;top val=&quot;254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EB0AEF0-1EF0-4BC0-9501-3DC9D9F03891}&quot;/&gt;&lt;isInvalidForFieldText val=&quot;1&quot;/&gt;&lt;Image&gt;&lt;filename val=&quot;C:\Users\sanmi\Documents\My Adobe Presentations\ece552f2019-ALUs\data\asimages\{DEB0AEF0-1EF0-4BC0-9501-3DC9D9F03891}_28_S.png&quot;/&gt;&lt;left val=&quot;399&quot;/&gt;&lt;top val=&quot;283&quot;/&gt;&lt;width val=&quot;7&quot;/&gt;&lt;height val=&quot;13&quot;/&gt;&lt;hasText val=&quot;0&quot;/&gt;&lt;/Image&gt;&lt;Image&gt;&lt;filename val=&quot;C:\Users\sanmi\Documents\My Adobe Presentations\ece552f2019-ALUs\data\asimages\{DEB0AEF0-1EF0-4BC0-9501-3DC9D9F03891}_28_T.png&quot;/&gt;&lt;left val=&quot;399&quot;/&gt;&lt;top val=&quot;283&quot;/&gt;&lt;width val=&quot;7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C2106AA-095A-4EB1-ACD5-CCA52F425C93}&quot;/&gt;&lt;isInvalidForFieldText val=&quot;1&quot;/&gt;&lt;Image&gt;&lt;filename val=&quot;C:\Users\sanmi\Documents\My Adobe Presentations\ece552f2019-ALUs\data\asimages\{AC2106AA-095A-4EB1-ACD5-CCA52F425C93}_28_S.png&quot;/&gt;&lt;left val=&quot;402&quot;/&gt;&lt;top val=&quot;294&quot;/&gt;&lt;width val=&quot;3&quot;/&gt;&lt;height val=&quot;2&quot;/&gt;&lt;hasText val=&quot;0&quot;/&gt;&lt;/Image&gt;&lt;Image&gt;&lt;filename val=&quot;C:\Users\sanmi\Documents\My Adobe Presentations\ece552f2019-ALUs\data\asimages\{AC2106AA-095A-4EB1-ACD5-CCA52F425C93}_28_T.png&quot;/&gt;&lt;left val=&quot;402&quot;/&gt;&lt;top val=&quot;294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F3D0CA1-FB7C-42BA-BAFB-5F5D477DE59C}&quot;/&gt;&lt;isInvalidForFieldText val=&quot;1&quot;/&gt;&lt;Image&gt;&lt;filename val=&quot;C:\Users\sanmi\Documents\My Adobe Presentations\ece552f2019-ALUs\data\asimages\{EF3D0CA1-FB7C-42BA-BAFB-5F5D477DE59C}_28_S.png&quot;/&gt;&lt;left val=&quot;399&quot;/&gt;&lt;top val=&quot;286&quot;/&gt;&lt;width val=&quot;6&quot;/&gt;&lt;height val=&quot;10&quot;/&gt;&lt;hasText val=&quot;0&quot;/&gt;&lt;/Image&gt;&lt;Image&gt;&lt;filename val=&quot;C:\Users\sanmi\Documents\My Adobe Presentations\ece552f2019-ALUs\data\asimages\{EF3D0CA1-FB7C-42BA-BAFB-5F5D477DE59C}_28_T.png&quot;/&gt;&lt;left val=&quot;399&quot;/&gt;&lt;top val=&quot;286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30D24D7-A8E9-4E64-84C8-21E9E71B75C5}&quot;/&gt;&lt;isInvalidForFieldText val=&quot;0&quot;/&gt;&lt;Image&gt;&lt;filename val=&quot;C:\Users\sanmi\Documents\My Adobe Presentations\ece552f2019-ALUs\data\asimages\{030D24D7-A8E9-4E64-84C8-21E9E71B75C5}.png&quot;/&gt;&lt;left val=&quot;402&quot;/&gt;&lt;top val=&quot;29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D6CC770-8409-40CC-BCD4-412DB19FE8EB}&quot;/&gt;&lt;isInvalidForFieldText val=&quot;0&quot;/&gt;&lt;Image&gt;&lt;filename val=&quot;C:\Users\sanmi\Documents\My Adobe Presentations\ece552f2019-ALUs\data\asimages\{9D6CC770-8409-40CC-BCD4-412DB19FE8EB}.png&quot;/&gt;&lt;left val=&quot;402&quot;/&gt;&lt;top val=&quot;32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F4E32B5-B5D7-4DC3-A675-FF9D8F35E8A2}&quot;/&gt;&lt;isInvalidForFieldText val=&quot;0&quot;/&gt;&lt;Image&gt;&lt;filename val=&quot;C:\Users\sanmi\Documents\My Adobe Presentations\ece552f2019-ALUs\data\asimages\{AF4E32B5-B5D7-4DC3-A675-FF9D8F35E8A2}.png&quot;/&gt;&lt;left val=&quot;402&quot;/&gt;&lt;top val=&quot;295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DCF58D4-2023-4B97-A7C2-0BE4CD741916}_28.png&quot;/&gt;&lt;left val=&quot;436&quot;/&gt;&lt;top val=&quot;243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E534B7B-45DA-4C37-AE93-DE40A4667CEF}_28.png&quot;/&gt;&lt;left val=&quot;452&quot;/&gt;&lt;top val=&quot;253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F62ABAF-AEE6-4AE8-A991-2590C2672FFD}&quot;/&gt;&lt;isInvalidForFieldText val=&quot;1&quot;/&gt;&lt;Image&gt;&lt;filename val=&quot;C:\Users\sanmi\Documents\My Adobe Presentations\ece552f2019-ALUs\data\asimages\{DF62ABAF-AEE6-4AE8-A991-2590C2672FFD}_28_S.png&quot;/&gt;&lt;left val=&quot;453&quot;/&gt;&lt;top val=&quot;310&quot;/&gt;&lt;width val=&quot;7&quot;/&gt;&lt;height val=&quot;11&quot;/&gt;&lt;hasText val=&quot;0&quot;/&gt;&lt;/Image&gt;&lt;Image&gt;&lt;filename val=&quot;C:\Users\sanmi\Documents\My Adobe Presentations\ece552f2019-ALUs\data\asimages\{DF62ABAF-AEE6-4AE8-A991-2590C2672FFD}_28_T.png&quot;/&gt;&lt;left val=&quot;453&quot;/&gt;&lt;top val=&quot;311&quot;/&gt;&lt;width val=&quot;7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81E573A-F16D-43E5-A443-4BD81CC13CCB}&quot;/&gt;&lt;isInvalidForFieldText val=&quot;1&quot;/&gt;&lt;Image&gt;&lt;filename val=&quot;C:\Users\sanmi\Documents\My Adobe Presentations\ece552f2019-ALUs\data\asimages\{F81E573A-F16D-43E5-A443-4BD81CC13CCB}_28_S.png&quot;/&gt;&lt;left val=&quot;454&quot;/&gt;&lt;top val=&quot;310&quot;/&gt;&lt;width val=&quot;3&quot;/&gt;&lt;height val=&quot;2&quot;/&gt;&lt;hasText val=&quot;0&quot;/&gt;&lt;/Image&gt;&lt;Image&gt;&lt;filename val=&quot;C:\Users\sanmi\Documents\My Adobe Presentations\ece552f2019-ALUs\data\asimages\{F81E573A-F16D-43E5-A443-4BD81CC13CCB}_28_T.png&quot;/&gt;&lt;left val=&quot;454&quot;/&gt;&lt;top val=&quot;311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F793FD1-FBA2-4BA9-B08E-2210B3C2966B}&quot;/&gt;&lt;isInvalidForFieldText val=&quot;1&quot;/&gt;&lt;Image&gt;&lt;filename val=&quot;C:\Users\sanmi\Documents\My Adobe Presentations\ece552f2019-ALUs\data\asimages\{EF793FD1-FBA2-4BA9-B08E-2210B3C2966B}_28_S.png&quot;/&gt;&lt;left val=&quot;454&quot;/&gt;&lt;top val=&quot;310&quot;/&gt;&lt;width val=&quot;6&quot;/&gt;&lt;height val=&quot;11&quot;/&gt;&lt;hasText val=&quot;0&quot;/&gt;&lt;/Image&gt;&lt;Image&gt;&lt;filename val=&quot;C:\Users\sanmi\Documents\My Adobe Presentations\ece552f2019-ALUs\data\asimages\{EF793FD1-FBA2-4BA9-B08E-2210B3C2966B}_28_T.png&quot;/&gt;&lt;left val=&quot;454&quot;/&gt;&lt;top val=&quot;311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12B040-BFB4-4648-AECD-5286867B1A9F}&quot;/&gt;&lt;isInvalidForFieldText val=&quot;0&quot;/&gt;&lt;Image&gt;&lt;filename val=&quot;C:\Users\sanmi\Documents\My Adobe Presentations\ece552f2019-ALUs\data\asimages\{3312B040-BFB4-4648-AECD-5286867B1A9F}.png&quot;/&gt;&lt;left val=&quot;455&quot;/&gt;&lt;top val=&quot;2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665B19C-E70B-4848-B751-037CD975EA68}&quot;/&gt;&lt;isInvalidForFieldText val=&quot;0&quot;/&gt;&lt;Image&gt;&lt;filename val=&quot;C:\Users\sanmi\Documents\My Adobe Presentations\ece552f2019-ALUs\data\asimages\{F665B19C-E70B-4848-B751-037CD975EA68}.png&quot;/&gt;&lt;left val=&quot;456&quot;/&gt;&lt;top val=&quot;31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8E8B3DC-5EF9-4405-8009-77A4F522E7A1}&quot;/&gt;&lt;isInvalidForFieldText val=&quot;1&quot;/&gt;&lt;Image&gt;&lt;filename val=&quot;C:\Users\sanmi\Documents\My Adobe Presentations\ece552f2019-ALUs\data\asimages\{C8E8B3DC-5EF9-4405-8009-77A4F522E7A1}_28_S.png&quot;/&gt;&lt;left val=&quot;455&quot;/&gt;&lt;top val=&quot;283&quot;/&gt;&lt;width val=&quot;3&quot;/&gt;&lt;height val=&quot;28&quot;/&gt;&lt;hasText val=&quot;0&quot;/&gt;&lt;/Image&gt;&lt;Image&gt;&lt;filename val=&quot;C:\Users\sanmi\Documents\My Adobe Presentations\ece552f2019-ALUs\data\asimages\{C8E8B3DC-5EF9-4405-8009-77A4F522E7A1}_28_T.png&quot;/&gt;&lt;left val=&quot;455&quot;/&gt;&lt;top val=&quot;284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C12B98D-5D22-46F3-A7E7-2608C41EAA19}_28.png&quot;/&gt;&lt;left val=&quot;462&quot;/&gt;&lt;top val=&quot;243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C9B175E-D4B8-4701-8A5E-8CA8AAA11BBE}_28.png&quot;/&gt;&lt;left val=&quot;479&quot;/&gt;&lt;top val=&quot;253&quot;/&gt;&lt;width val=&quot;3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1D4CEBA-5F33-4CFF-890D-C25555B041E7}&quot;/&gt;&lt;isInvalidForFieldText val=&quot;1&quot;/&gt;&lt;Image&gt;&lt;filename val=&quot;C:\Users\sanmi\Documents\My Adobe Presentations\ece552f2019-ALUs\data\asimages\{21D4CEBA-5F33-4CFF-890D-C25555B041E7}_28_S.png&quot;/&gt;&lt;left val=&quot;479&quot;/&gt;&lt;top val=&quot;309&quot;/&gt;&lt;width val=&quot;7&quot;/&gt;&lt;height val=&quot;11&quot;/&gt;&lt;hasText val=&quot;0&quot;/&gt;&lt;/Image&gt;&lt;Image&gt;&lt;filename val=&quot;C:\Users\sanmi\Documents\My Adobe Presentations\ece552f2019-ALUs\data\asimages\{21D4CEBA-5F33-4CFF-890D-C25555B041E7}_28_T.png&quot;/&gt;&lt;left val=&quot;479&quot;/&gt;&lt;top val=&quot;310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9839AA0-25AF-4F83-9D88-6F172BB0AA3B}&quot;/&gt;&lt;isInvalidForFieldText val=&quot;1&quot;/&gt;&lt;Image&gt;&lt;filename val=&quot;C:\Users\sanmi\Documents\My Adobe Presentations\ece552f2019-ALUs\data\asimages\{A9839AA0-25AF-4F83-9D88-6F172BB0AA3B}_28_S.png&quot;/&gt;&lt;left val=&quot;480&quot;/&gt;&lt;top val=&quot;310&quot;/&gt;&lt;width val=&quot;4&quot;/&gt;&lt;height val=&quot;2&quot;/&gt;&lt;hasText val=&quot;0&quot;/&gt;&lt;/Image&gt;&lt;Image&gt;&lt;filename val=&quot;C:\Users\sanmi\Documents\My Adobe Presentations\ece552f2019-ALUs\data\asimages\{A9839AA0-25AF-4F83-9D88-6F172BB0AA3B}_28_T.png&quot;/&gt;&lt;left val=&quot;480&quot;/&gt;&lt;top val=&quot;311&quot;/&gt;&lt;width val=&quot;4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2D9A7A2-997C-4F69-BAB2-04629AD1423B}&quot;/&gt;&lt;isInvalidForFieldText val=&quot;1&quot;/&gt;&lt;Image&gt;&lt;filename val=&quot;C:\Users\sanmi\Documents\My Adobe Presentations\ece552f2019-ALUs\data\asimages\{42D9A7A2-997C-4F69-BAB2-04629AD1423B}_28_S.png&quot;/&gt;&lt;left val=&quot;480&quot;/&gt;&lt;top val=&quot;309&quot;/&gt;&lt;width val=&quot;6&quot;/&gt;&lt;height val=&quot;11&quot;/&gt;&lt;hasText val=&quot;0&quot;/&gt;&lt;/Image&gt;&lt;Image&gt;&lt;filename val=&quot;C:\Users\sanmi\Documents\My Adobe Presentations\ece552f2019-ALUs\data\asimages\{42D9A7A2-997C-4F69-BAB2-04629AD1423B}_28_T.png&quot;/&gt;&lt;left val=&quot;480&quot;/&gt;&lt;top val=&quot;310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3E53DE5-061D-488D-97F6-ED1CA2FD7EDF}&quot;/&gt;&lt;isInvalidForFieldText val=&quot;0&quot;/&gt;&lt;Image&gt;&lt;filename val=&quot;C:\Users\sanmi\Documents\My Adobe Presentations\ece552f2019-ALUs\data\asimages\{E3E53DE5-061D-488D-97F6-ED1CA2FD7EDF}.png&quot;/&gt;&lt;left val=&quot;482&quot;/&gt;&lt;top val=&quot;28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72380ED-924A-470C-B7A0-42AB6CA8225C}&quot;/&gt;&lt;isInvalidForFieldText val=&quot;0&quot;/&gt;&lt;Image&gt;&lt;filename val=&quot;C:\Users\sanmi\Documents\My Adobe Presentations\ece552f2019-ALUs\data\asimages\{072380ED-924A-470C-B7A0-42AB6CA8225C}.png&quot;/&gt;&lt;left val=&quot;483&quot;/&gt;&lt;top val=&quot;30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A1C9987-099B-4038-89EA-54F9206F57AC}&quot;/&gt;&lt;isInvalidForFieldText val=&quot;1&quot;/&gt;&lt;Image&gt;&lt;filename val=&quot;C:\Users\sanmi\Documents\My Adobe Presentations\ece552f2019-ALUs\data\asimages\{CA1C9987-099B-4038-89EA-54F9206F57AC}_28_S.png&quot;/&gt;&lt;left val=&quot;482&quot;/&gt;&lt;top val=&quot;282&quot;/&gt;&lt;width val=&quot;3&quot;/&gt;&lt;height val=&quot;28&quot;/&gt;&lt;hasText val=&quot;0&quot;/&gt;&lt;/Image&gt;&lt;Image&gt;&lt;filename val=&quot;C:\Users\sanmi\Documents\My Adobe Presentations\ece552f2019-ALUs\data\asimages\{CA1C9987-099B-4038-89EA-54F9206F57AC}_28_T.png&quot;/&gt;&lt;left val=&quot;482&quot;/&gt;&lt;top val=&quot;283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D88ABD5-54E4-4B5B-AFA4-786F1788E4F3}&quot;/&gt;&lt;isInvalidForFieldText val=&quot;0&quot;/&gt;&lt;Image&gt;&lt;filename val=&quot;C:\Users\sanmi\Documents\My Adobe Presentations\ece552f2019-ALUs\data\asimages\{7D88ABD5-54E4-4B5B-AFA4-786F1788E4F3}.png&quot;/&gt;&lt;left val=&quot;381&quot;/&gt;&lt;top val=&quot;320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7E413A7-3D4E-4B19-A5C3-716A75B5B8D5}&quot;/&gt;&lt;isInvalidForFieldText val=&quot;0&quot;/&gt;&lt;Image&gt;&lt;filename val=&quot;C:\Users\sanmi\Documents\My Adobe Presentations\ece552f2019-ALUs\data\asimages\{E7E413A7-3D4E-4B19-A5C3-716A75B5B8D5}.png&quot;/&gt;&lt;left val=&quot;500&quot;/&gt;&lt;top val=&quot;320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A087F35-66C5-4487-9446-418CE836AB50}&quot;/&gt;&lt;isInvalidForFieldText val=&quot;0&quot;/&gt;&lt;Image&gt;&lt;filename val=&quot;C:\Users\sanmi\Documents\My Adobe Presentations\ece552f2019-ALUs\data\asimages\{2A087F35-66C5-4487-9446-418CE836AB50}.png&quot;/&gt;&lt;left val=&quot;381&quot;/&gt;&lt;top val=&quot;396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882B65-8AE9-4A76-859D-365DDDDD88CF}&quot;/&gt;&lt;isInvalidForFieldText val=&quot;0&quot;/&gt;&lt;Image&gt;&lt;filename val=&quot;C:\Users\sanmi\Documents\My Adobe Presentations\ece552f2019-ALUs\data\asimages\{D0882B65-8AE9-4A76-859D-365DDDDD88CF}.png&quot;/&gt;&lt;left val=&quot;381&quot;/&gt;&lt;top val=&quot;320&quot;/&gt;&lt;width val=&quot;2&quot;/&gt;&lt;height val=&quot;7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1DEC938-6094-4B19-8CCC-ADFA47871263}_28.png&quot;/&gt;&lt;left val=&quot;419&quot;/&gt;&lt;top val=&quot;423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8D18E8B-9E95-4140-82C2-CB94FDA9C04A}_28.png&quot;/&gt;&lt;left val=&quot;434&quot;/&gt;&lt;top val=&quot;434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616BD62-EB49-4EC7-9731-C9AF631D406A}&quot;/&gt;&lt;isInvalidForFieldText val=&quot;1&quot;/&gt;&lt;Image&gt;&lt;filename val=&quot;C:\Users\sanmi\Documents\My Adobe Presentations\ece552f2019-ALUs\data\asimages\{1616BD62-EB49-4EC7-9731-C9AF631D406A}_28_S.png&quot;/&gt;&lt;left val=&quot;436&quot;/&gt;&lt;top val=&quot;423&quot;/&gt;&lt;width val=&quot;6&quot;/&gt;&lt;height val=&quot;11&quot;/&gt;&lt;hasText val=&quot;0&quot;/&gt;&lt;/Image&gt;&lt;Image&gt;&lt;filename val=&quot;C:\Users\sanmi\Documents\My Adobe Presentations\ece552f2019-ALUs\data\asimages\{1616BD62-EB49-4EC7-9731-C9AF631D406A}_28_T.png&quot;/&gt;&lt;left val=&quot;436&quot;/&gt;&lt;top val=&quot;423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95B0605-9B44-4AD1-B0B7-5A93B26F9E40}&quot;/&gt;&lt;isInvalidForFieldText val=&quot;1&quot;/&gt;&lt;Image&gt;&lt;filename val=&quot;C:\Users\sanmi\Documents\My Adobe Presentations\ece552f2019-ALUs\data\asimages\{D95B0605-9B44-4AD1-B0B7-5A93B26F9E40}_28_S.png&quot;/&gt;&lt;left val=&quot;437&quot;/&gt;&lt;top val=&quot;423&quot;/&gt;&lt;width val=&quot;3&quot;/&gt;&lt;height val=&quot;2&quot;/&gt;&lt;hasText val=&quot;0&quot;/&gt;&lt;/Image&gt;&lt;Image&gt;&lt;filename val=&quot;C:\Users\sanmi\Documents\My Adobe Presentations\ece552f2019-ALUs\data\asimages\{D95B0605-9B44-4AD1-B0B7-5A93B26F9E40}_28_T.png&quot;/&gt;&lt;left val=&quot;437&quot;/&gt;&lt;top val=&quot;423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5D3566D-2367-492E-9C26-41DB6A92D863}&quot;/&gt;&lt;isInvalidForFieldText val=&quot;1&quot;/&gt;&lt;Image&gt;&lt;filename val=&quot;C:\Users\sanmi\Documents\My Adobe Presentations\ece552f2019-ALUs\data\asimages\{85D3566D-2367-492E-9C26-41DB6A92D863}_28_S.png&quot;/&gt;&lt;left val=&quot;437&quot;/&gt;&lt;top val=&quot;423&quot;/&gt;&lt;width val=&quot;6&quot;/&gt;&lt;height val=&quot;11&quot;/&gt;&lt;hasText val=&quot;0&quot;/&gt;&lt;/Image&gt;&lt;Image&gt;&lt;filename val=&quot;C:\Users\sanmi\Documents\My Adobe Presentations\ece552f2019-ALUs\data\asimages\{85D3566D-2367-492E-9C26-41DB6A92D863}_28_T.png&quot;/&gt;&lt;left val=&quot;437&quot;/&gt;&lt;top val=&quot;423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604B26-488B-4222-9C0D-5CB0C27D8E35}&quot;/&gt;&lt;isInvalidForFieldText val=&quot;0&quot;/&gt;&lt;Image&gt;&lt;filename val=&quot;C:\Users\sanmi\Documents\My Adobe Presentations\ece552f2019-ALUs\data\asimages\{E4604B26-488B-4222-9C0D-5CB0C27D8E35}.png&quot;/&gt;&lt;left val=&quot;438&quot;/&gt;&lt;top val=&quot;39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27F3DBD-475B-49DE-9EDF-A860F547C4CD}&quot;/&gt;&lt;isInvalidForFieldText val=&quot;0&quot;/&gt;&lt;Image&gt;&lt;filename val=&quot;C:\Users\sanmi\Documents\My Adobe Presentations\ece552f2019-ALUs\data\asimages\{327F3DBD-475B-49DE-9EDF-A860F547C4CD}.png&quot;/&gt;&lt;left val=&quot;439&quot;/&gt;&lt;top val=&quot;423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38B601A-F7DE-43D0-AF39-364306FA605A}&quot;/&gt;&lt;isInvalidForFieldText val=&quot;1&quot;/&gt;&lt;Image&gt;&lt;filename val=&quot;C:\Users\sanmi\Documents\My Adobe Presentations\ece552f2019-ALUs\data\asimages\{F38B601A-F7DE-43D0-AF39-364306FA605A}_28_S.png&quot;/&gt;&lt;left val=&quot;438&quot;/&gt;&lt;top val=&quot;396&quot;/&gt;&lt;width val=&quot;3&quot;/&gt;&lt;height val=&quot;28&quot;/&gt;&lt;hasText val=&quot;0&quot;/&gt;&lt;/Image&gt;&lt;Image&gt;&lt;filename val=&quot;C:\Users\sanmi\Documents\My Adobe Presentations\ece552f2019-ALUs\data\asimages\{F38B601A-F7DE-43D0-AF39-364306FA605A}_28_T.png&quot;/&gt;&lt;left val=&quot;438&quot;/&gt;&lt;top val=&quot;397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9D345A2-7F94-406E-94D4-455F8E09C66B}_28.png&quot;/&gt;&lt;left val=&quot;491&quot;/&gt;&lt;top val=&quot;318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F5C0E33-4512-4E8C-B071-5E7625D22CF4}_28.png&quot;/&gt;&lt;left val=&quot;506&quot;/&gt;&lt;top val=&quot;329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F8CF658-5683-4CDB-B1E4-B98432D1660B}&quot;/&gt;&lt;isInvalidForFieldText val=&quot;1&quot;/&gt;&lt;Image&gt;&lt;filename val=&quot;C:\Users\sanmi\Documents\My Adobe Presentations\ece552f2019-ALUs\data\asimages\{5F8CF658-5683-4CDB-B1E4-B98432D1660B}_28_S.png&quot;/&gt;&lt;left val=&quot;499&quot;/&gt;&lt;top val=&quot;354&quot;/&gt;&lt;width val=&quot;13&quot;/&gt;&lt;height val=&quot;8&quot;/&gt;&lt;hasText val=&quot;0&quot;/&gt;&lt;/Image&gt;&lt;Image&gt;&lt;filename val=&quot;C:\Users\sanmi\Documents\My Adobe Presentations\ece552f2019-ALUs\data\asimages\{5F8CF658-5683-4CDB-B1E4-B98432D1660B}_28_T.png&quot;/&gt;&lt;left val=&quot;499&quot;/&gt;&lt;top val=&quot;355&quot;/&gt;&lt;width val=&quot;1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91F2B6A-3C9B-40F2-8389-3D0272D8C4F7}&quot;/&gt;&lt;isInvalidForFieldText val=&quot;1&quot;/&gt;&lt;Image&gt;&lt;filename val=&quot;C:\Users\sanmi\Documents\My Adobe Presentations\ece552f2019-ALUs\data\asimages\{591F2B6A-3C9B-40F2-8389-3D0272D8C4F7}_28_S.png&quot;/&gt;&lt;left val=&quot;510&quot;/&gt;&lt;top val=&quot;355&quot;/&gt;&lt;width val=&quot;2&quot;/&gt;&lt;height val=&quot;4&quot;/&gt;&lt;hasText val=&quot;0&quot;/&gt;&lt;/Image&gt;&lt;Image&gt;&lt;filename val=&quot;C:\Users\sanmi\Documents\My Adobe Presentations\ece552f2019-ALUs\data\asimages\{591F2B6A-3C9B-40F2-8389-3D0272D8C4F7}_28_T.png&quot;/&gt;&lt;left val=&quot;510&quot;/&gt;&lt;top val=&quot;356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97BCF41-7DDE-42F7-BECC-62ACAB3D8B39}&quot;/&gt;&lt;isInvalidForFieldText val=&quot;1&quot;/&gt;&lt;Image&gt;&lt;filename val=&quot;C:\Users\sanmi\Documents\My Adobe Presentations\ece552f2019-ALUs\data\asimages\{497BCF41-7DDE-42F7-BECC-62ACAB3D8B39}_28_S.png&quot;/&gt;&lt;left val=&quot;502&quot;/&gt;&lt;top val=&quot;355&quot;/&gt;&lt;width val=&quot;10&quot;/&gt;&lt;height val=&quot;7&quot;/&gt;&lt;hasText val=&quot;0&quot;/&gt;&lt;/Image&gt;&lt;Image&gt;&lt;filename val=&quot;C:\Users\sanmi\Documents\My Adobe Presentations\ece552f2019-ALUs\data\asimages\{497BCF41-7DDE-42F7-BECC-62ACAB3D8B39}_28_T.png&quot;/&gt;&lt;left val=&quot;502&quot;/&gt;&lt;top val=&quot;356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3940FA-B677-40EF-9238-D6310021BF76}&quot;/&gt;&lt;isInvalidForFieldText val=&quot;0&quot;/&gt;&lt;Image&gt;&lt;filename val=&quot;C:\Users\sanmi\Documents\My Adobe Presentations\ece552f2019-ALUs\data\asimages\{F73940FA-B677-40EF-9238-D6310021BF76}.png&quot;/&gt;&lt;left val=&quot;512&quot;/&gt;&lt;top val=&quot;35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A45CC3-64FD-48AC-845A-E5694C9BD455}&quot;/&gt;&lt;isInvalidForFieldText val=&quot;0&quot;/&gt;&lt;Image&gt;&lt;filename val=&quot;C:\Users\sanmi\Documents\My Adobe Presentations\ece552f2019-ALUs\data\asimages\{EAA45CC3-64FD-48AC-845A-E5694C9BD455}.png&quot;/&gt;&lt;left val=&quot;512&quot;/&gt;&lt;top val=&quot;358&quot;/&gt;&lt;width val=&quot;2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EBAEC57-E720-4AF4-AC1E-AF59C254A3A4}&quot;/&gt;&lt;isInvalidForFieldText val=&quot;0&quot;/&gt;&lt;Image&gt;&lt;filename val=&quot;C:\Users\sanmi\Documents\My Adobe Presentations\ece552f2019-ALUs\data\asimages\{DEBAEC57-E720-4AF4-AC1E-AF59C254A3A4}.png&quot;/&gt;&lt;left val=&quot;536&quot;/&gt;&lt;top val=&quot;2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4A54BA2-6CD4-447C-8A3C-126906CE7DC9}&quot;/&gt;&lt;isInvalidForFieldText val=&quot;0&quot;/&gt;&lt;Image&gt;&lt;filename val=&quot;C:\Users\sanmi\Documents\My Adobe Presentations\ece552f2019-ALUs\data\asimages\{24A54BA2-6CD4-447C-8A3C-126906CE7DC9}.png&quot;/&gt;&lt;left val=&quot;536&quot;/&gt;&lt;top val=&quot;212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8B544BF-2D73-46B4-B9E1-328FD07FFFDA}_28.png&quot;/&gt;&lt;left val=&quot;581&quot;/&gt;&lt;top val=&quot;242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19B7E10-BB74-4335-B42A-F4D9C4DD52AA}_28.png&quot;/&gt;&lt;left val=&quot;598&quot;/&gt;&lt;top val=&quot;252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34AD575-8506-4A7C-8967-02FBF11F8920}&quot;/&gt;&lt;isInvalidForFieldText val=&quot;1&quot;/&gt;&lt;Image&gt;&lt;filename val=&quot;C:\Users\sanmi\Documents\My Adobe Presentations\ece552f2019-ALUs\data\asimages\{234AD575-8506-4A7C-8967-02FBF11F8920}_28_S.png&quot;/&gt;&lt;left val=&quot;599&quot;/&gt;&lt;top val=&quot;284&quot;/&gt;&lt;width val=&quot;6&quot;/&gt;&lt;height val=&quot;10&quot;/&gt;&lt;hasText val=&quot;0&quot;/&gt;&lt;/Image&gt;&lt;Image&gt;&lt;filename val=&quot;C:\Users\sanmi\Documents\My Adobe Presentations\ece552f2019-ALUs\data\asimages\{234AD575-8506-4A7C-8967-02FBF11F8920}_28_T.png&quot;/&gt;&lt;left val=&quot;599&quot;/&gt;&lt;top val=&quot;284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8CC61BE-E976-4A08-BEEB-347CD9FF55D0}&quot;/&gt;&lt;isInvalidForFieldText val=&quot;1&quot;/&gt;&lt;Image&gt;&lt;filename val=&quot;C:\Users\sanmi\Documents\My Adobe Presentations\ece552f2019-ALUs\data\asimages\{48CC61BE-E976-4A08-BEEB-347CD9FF55D0}_28_S.png&quot;/&gt;&lt;left val=&quot;602&quot;/&gt;&lt;top val=&quot;293&quot;/&gt;&lt;width val=&quot;3&quot;/&gt;&lt;height val=&quot;1&quot;/&gt;&lt;hasText val=&quot;0&quot;/&gt;&lt;/Image&gt;&lt;Image&gt;&lt;filename val=&quot;C:\Users\sanmi\Documents\My Adobe Presentations\ece552f2019-ALUs\data\asimages\{48CC61BE-E976-4A08-BEEB-347CD9FF55D0}_28_T.png&quot;/&gt;&lt;left val=&quot;602&quot;/&gt;&lt;top val=&quot;293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AE9E6D9-76B3-4314-B371-25EA806F2393}&quot;/&gt;&lt;isInvalidForFieldText val=&quot;1&quot;/&gt;&lt;Image&gt;&lt;filename val=&quot;C:\Users\sanmi\Documents\My Adobe Presentations\ece552f2019-ALUs\data\asimages\{DAE9E6D9-76B3-4314-B371-25EA806F2393}_28_S.png&quot;/&gt;&lt;left val=&quot;599&quot;/&gt;&lt;top val=&quot;284&quot;/&gt;&lt;width val=&quot;6&quot;/&gt;&lt;height val=&quot;10&quot;/&gt;&lt;hasText val=&quot;0&quot;/&gt;&lt;/Image&gt;&lt;Image&gt;&lt;filename val=&quot;C:\Users\sanmi\Documents\My Adobe Presentations\ece552f2019-ALUs\data\asimages\{DAE9E6D9-76B3-4314-B371-25EA806F2393}_28_T.png&quot;/&gt;&lt;left val=&quot;599&quot;/&gt;&lt;top val=&quot;284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BD998EA-90C8-4C73-ADD7-02373D0CBF92}&quot;/&gt;&lt;isInvalidForFieldText val=&quot;0&quot;/&gt;&lt;Image&gt;&lt;filename val=&quot;C:\Users\sanmi\Documents\My Adobe Presentations\ece552f2019-ALUs\data\asimages\{9BD998EA-90C8-4C73-ADD7-02373D0CBF92}.png&quot;/&gt;&lt;left val=&quot;602&quot;/&gt;&lt;top val=&quot;2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C78864-9654-41B7-BFA6-A28D3F4171AB}&quot;/&gt;&lt;isInvalidForFieldText val=&quot;0&quot;/&gt;&lt;Image&gt;&lt;filename val=&quot;C:\Users\sanmi\Documents\My Adobe Presentations\ece552f2019-ALUs\data\asimages\{A4C78864-9654-41B7-BFA6-A28D3F4171AB}.png&quot;/&gt;&lt;left val=&quot;602&quot;/&gt;&lt;top val=&quot;32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89FAC0A-C939-436F-8781-F73FDC73487F}&quot;/&gt;&lt;isInvalidForFieldText val=&quot;0&quot;/&gt;&lt;Image&gt;&lt;filename val=&quot;C:\Users\sanmi\Documents\My Adobe Presentations\ece552f2019-ALUs\data\asimages\{489FAC0A-C939-436F-8781-F73FDC73487F}.png&quot;/&gt;&lt;left val=&quot;602&quot;/&gt;&lt;top val=&quot;293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89E728E-ED28-4762-A15E-2FBC55D265DC}_28.png&quot;/&gt;&lt;left val=&quot;555&quot;/&gt;&lt;top val=&quot;243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166BFF5-CA6C-4CD6-B375-0D54DCC387F5}_28.png&quot;/&gt;&lt;left val=&quot;572&quot;/&gt;&lt;top val=&quot;253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0EA190D-660F-49B7-9DD8-07BB52FC0BB8}&quot;/&gt;&lt;isInvalidForFieldText val=&quot;1&quot;/&gt;&lt;Image&gt;&lt;filename val=&quot;C:\Users\sanmi\Documents\My Adobe Presentations\ece552f2019-ALUs\data\asimages\{30EA190D-660F-49B7-9DD8-07BB52FC0BB8}_28_S.png&quot;/&gt;&lt;left val=&quot;573&quot;/&gt;&lt;top val=&quot;283&quot;/&gt;&lt;width val=&quot;7&quot;/&gt;&lt;height val=&quot;13&quot;/&gt;&lt;hasText val=&quot;0&quot;/&gt;&lt;/Image&gt;&lt;Image&gt;&lt;filename val=&quot;C:\Users\sanmi\Documents\My Adobe Presentations\ece552f2019-ALUs\data\asimages\{30EA190D-660F-49B7-9DD8-07BB52FC0BB8}_28_T.png&quot;/&gt;&lt;left val=&quot;573&quot;/&gt;&lt;top val=&quot;283&quot;/&gt;&lt;width val=&quot;7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6096117-EFC8-4694-AF82-E50F2FDA4A57}&quot;/&gt;&lt;isInvalidForFieldText val=&quot;1&quot;/&gt;&lt;Image&gt;&lt;filename val=&quot;C:\Users\sanmi\Documents\My Adobe Presentations\ece552f2019-ALUs\data\asimages\{36096117-EFC8-4694-AF82-E50F2FDA4A57}_28_S.png&quot;/&gt;&lt;left val=&quot;575&quot;/&gt;&lt;top val=&quot;294&quot;/&gt;&lt;width val=&quot;3&quot;/&gt;&lt;height val=&quot;2&quot;/&gt;&lt;hasText val=&quot;0&quot;/&gt;&lt;/Image&gt;&lt;Image&gt;&lt;filename val=&quot;C:\Users\sanmi\Documents\My Adobe Presentations\ece552f2019-ALUs\data\asimages\{36096117-EFC8-4694-AF82-E50F2FDA4A57}_28_T.png&quot;/&gt;&lt;left val=&quot;575&quot;/&gt;&lt;top val=&quot;294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67DE78E-35DD-4F4C-81FB-030FFBE4CE40}&quot;/&gt;&lt;isInvalidForFieldText val=&quot;1&quot;/&gt;&lt;Image&gt;&lt;filename val=&quot;C:\Users\sanmi\Documents\My Adobe Presentations\ece552f2019-ALUs\data\asimages\{467DE78E-35DD-4F4C-81FB-030FFBE4CE40}_28_S.png&quot;/&gt;&lt;left val=&quot;573&quot;/&gt;&lt;top val=&quot;286&quot;/&gt;&lt;width val=&quot;6&quot;/&gt;&lt;height val=&quot;10&quot;/&gt;&lt;hasText val=&quot;0&quot;/&gt;&lt;/Image&gt;&lt;Image&gt;&lt;filename val=&quot;C:\Users\sanmi\Documents\My Adobe Presentations\ece552f2019-ALUs\data\asimages\{467DE78E-35DD-4F4C-81FB-030FFBE4CE40}_28_T.png&quot;/&gt;&lt;left val=&quot;573&quot;/&gt;&lt;top val=&quot;286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8C96A18-815D-4828-98A0-44A68C77FFE6}&quot;/&gt;&lt;isInvalidForFieldText val=&quot;0&quot;/&gt;&lt;Image&gt;&lt;filename val=&quot;C:\Users\sanmi\Documents\My Adobe Presentations\ece552f2019-ALUs\data\asimages\{B8C96A18-815D-4828-98A0-44A68C77FFE6}.png&quot;/&gt;&lt;left val=&quot;575&quot;/&gt;&lt;top val=&quot;29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3C9E96-2B59-4146-9869-60BC8899339E}&quot;/&gt;&lt;isInvalidForFieldText val=&quot;0&quot;/&gt;&lt;Image&gt;&lt;filename val=&quot;C:\Users\sanmi\Documents\My Adobe Presentations\ece552f2019-ALUs\data\asimages\{ED3C9E96-2B59-4146-9869-60BC8899339E}.png&quot;/&gt;&lt;left val=&quot;576&quot;/&gt;&lt;top val=&quot;32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2F0C117-5B2F-4FC4-A193-68619B13C1BB}&quot;/&gt;&lt;isInvalidForFieldText val=&quot;1&quot;/&gt;&lt;Image&gt;&lt;filename val=&quot;C:\Users\sanmi\Documents\My Adobe Presentations\ece552f2019-ALUs\data\asimages\{32F0C117-5B2F-4FC4-A193-68619B13C1BB}_28_S.png&quot;/&gt;&lt;left val=&quot;575&quot;/&gt;&lt;top val=&quot;294&quot;/&gt;&lt;width val=&quot;3&quot;/&gt;&lt;height val=&quot;28&quot;/&gt;&lt;hasText val=&quot;0&quot;/&gt;&lt;/Image&gt;&lt;Image&gt;&lt;filename val=&quot;C:\Users\sanmi\Documents\My Adobe Presentations\ece552f2019-ALUs\data\asimages\{32F0C117-5B2F-4FC4-A193-68619B13C1BB}_28_T.png&quot;/&gt;&lt;left val=&quot;575&quot;/&gt;&lt;top val=&quot;295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B58BAC6-8AFA-4D3F-9274-8FFEB691318E}_28.png&quot;/&gt;&lt;left val=&quot;609&quot;/&gt;&lt;top val=&quot;243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83FA82D-3D9F-4906-B6CC-EEB94888F3DE}_28.png&quot;/&gt;&lt;left val=&quot;626&quot;/&gt;&lt;top val=&quot;253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31F20C6-F8B9-4F1A-B92C-C2F10D487C89}&quot;/&gt;&lt;isInvalidForFieldText val=&quot;1&quot;/&gt;&lt;Image&gt;&lt;filename val=&quot;C:\Users\sanmi\Documents\My Adobe Presentations\ece552f2019-ALUs\data\asimages\{331F20C6-F8B9-4F1A-B92C-C2F10D487C89}_28_S.png&quot;/&gt;&lt;left val=&quot;626&quot;/&gt;&lt;top val=&quot;310&quot;/&gt;&lt;width val=&quot;8&quot;/&gt;&lt;height val=&quot;10&quot;/&gt;&lt;hasText val=&quot;0&quot;/&gt;&lt;/Image&gt;&lt;Image&gt;&lt;filename val=&quot;C:\Users\sanmi\Documents\My Adobe Presentations\ece552f2019-ALUs\data\asimages\{331F20C6-F8B9-4F1A-B92C-C2F10D487C89}_28_T.png&quot;/&gt;&lt;left val=&quot;626&quot;/&gt;&lt;top val=&quot;311&quot;/&gt;&lt;width val=&quot;8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8BFC772-A839-481F-A89F-6E3311432BAA}&quot;/&gt;&lt;isInvalidForFieldText val=&quot;1&quot;/&gt;&lt;Image&gt;&lt;filename val=&quot;C:\Users\sanmi\Documents\My Adobe Presentations\ece552f2019-ALUs\data\asimages\{38BFC772-A839-481F-A89F-6E3311432BAA}_28_S.png&quot;/&gt;&lt;left val=&quot;627&quot;/&gt;&lt;top val=&quot;310&quot;/&gt;&lt;width val=&quot;4&quot;/&gt;&lt;height val=&quot;2&quot;/&gt;&lt;hasText val=&quot;0&quot;/&gt;&lt;/Image&gt;&lt;Image&gt;&lt;filename val=&quot;C:\Users\sanmi\Documents\My Adobe Presentations\ece552f2019-ALUs\data\asimages\{38BFC772-A839-481F-A89F-6E3311432BAA}_28_T.png&quot;/&gt;&lt;left val=&quot;627&quot;/&gt;&lt;top val=&quot;311&quot;/&gt;&lt;width val=&quot;4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7D15B96-5BDF-4136-BFD3-654EBDD5DE95}&quot;/&gt;&lt;isInvalidForFieldText val=&quot;1&quot;/&gt;&lt;Image&gt;&lt;filename val=&quot;C:\Users\sanmi\Documents\My Adobe Presentations\ece552f2019-ALUs\data\asimages\{E7D15B96-5BDF-4136-BFD3-654EBDD5DE95}_28_S.png&quot;/&gt;&lt;left val=&quot;627&quot;/&gt;&lt;top val=&quot;310&quot;/&gt;&lt;width val=&quot;7&quot;/&gt;&lt;height val=&quot;10&quot;/&gt;&lt;hasText val=&quot;0&quot;/&gt;&lt;/Image&gt;&lt;Image&gt;&lt;filename val=&quot;C:\Users\sanmi\Documents\My Adobe Presentations\ece552f2019-ALUs\data\asimages\{E7D15B96-5BDF-4136-BFD3-654EBDD5DE95}_28_T.png&quot;/&gt;&lt;left val=&quot;627&quot;/&gt;&lt;top val=&quot;311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C91DBA4-FA98-4E66-9E9F-64ED53B99D29}&quot;/&gt;&lt;isInvalidForFieldText val=&quot;0&quot;/&gt;&lt;Image&gt;&lt;filename val=&quot;C:\Users\sanmi\Documents\My Adobe Presentations\ece552f2019-ALUs\data\asimages\{BC91DBA4-FA98-4E66-9E9F-64ED53B99D29}.png&quot;/&gt;&lt;left val=&quot;629&quot;/&gt;&lt;top val=&quot;28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0E160E4-999F-435C-BF3B-72BFC0EF1FB1}&quot;/&gt;&lt;isInvalidForFieldText val=&quot;0&quot;/&gt;&lt;Image&gt;&lt;filename val=&quot;C:\Users\sanmi\Documents\My Adobe Presentations\ece552f2019-ALUs\data\asimages\{60E160E4-999F-435C-BF3B-72BFC0EF1FB1}.png&quot;/&gt;&lt;left val=&quot;630&quot;/&gt;&lt;top val=&quot;31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999BDDE-FD0B-4A84-9086-342CFF296D21}&quot;/&gt;&lt;isInvalidForFieldText val=&quot;1&quot;/&gt;&lt;Image&gt;&lt;filename val=&quot;C:\Users\sanmi\Documents\My Adobe Presentations\ece552f2019-ALUs\data\asimages\{9999BDDE-FD0B-4A84-9086-342CFF296D21}_28_S.png&quot;/&gt;&lt;left val=&quot;629&quot;/&gt;&lt;top val=&quot;283&quot;/&gt;&lt;width val=&quot;3&quot;/&gt;&lt;height val=&quot;28&quot;/&gt;&lt;hasText val=&quot;0&quot;/&gt;&lt;/Image&gt;&lt;Image&gt;&lt;filename val=&quot;C:\Users\sanmi\Documents\My Adobe Presentations\ece552f2019-ALUs\data\asimages\{9999BDDE-FD0B-4A84-9086-342CFF296D21}_28_T.png&quot;/&gt;&lt;left val=&quot;629&quot;/&gt;&lt;top val=&quot;284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EF40223-A34D-460D-AA21-9B06D36D5C9A}_28.png&quot;/&gt;&lt;left val=&quot;636&quot;/&gt;&lt;top val=&quot;242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FFC7E61-C0FE-4959-8217-7FDA43BDE72E}_28.png&quot;/&gt;&lt;left val=&quot;652&quot;/&gt;&lt;top val=&quot;252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0E51EC5-0FF2-47B9-B26D-1F9C94DD8C38}&quot;/&gt;&lt;isInvalidForFieldText val=&quot;1&quot;/&gt;&lt;Image&gt;&lt;filename val=&quot;C:\Users\sanmi\Documents\My Adobe Presentations\ece552f2019-ALUs\data\asimages\{40E51EC5-0FF2-47B9-B26D-1F9C94DD8C38}_28_S.png&quot;/&gt;&lt;left val=&quot;653&quot;/&gt;&lt;top val=&quot;309&quot;/&gt;&lt;width val=&quot;7&quot;/&gt;&lt;height val=&quot;13&quot;/&gt;&lt;hasText val=&quot;0&quot;/&gt;&lt;/Image&gt;&lt;Image&gt;&lt;filename val=&quot;C:\Users\sanmi\Documents\My Adobe Presentations\ece552f2019-ALUs\data\asimages\{40E51EC5-0FF2-47B9-B26D-1F9C94DD8C38}_28_T.png&quot;/&gt;&lt;left val=&quot;653&quot;/&gt;&lt;top val=&quot;310&quot;/&gt;&lt;width val=&quot;6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C1FFD02-0614-4E77-B3AE-6DAD7D3A4968}&quot;/&gt;&lt;isInvalidForFieldText val=&quot;1&quot;/&gt;&lt;Image&gt;&lt;filename val=&quot;C:\Users\sanmi\Documents\My Adobe Presentations\ece552f2019-ALUs\data\asimages\{EC1FFD02-0614-4E77-B3AE-6DAD7D3A4968}_28_S.png&quot;/&gt;&lt;left val=&quot;654&quot;/&gt;&lt;top val=&quot;309&quot;/&gt;&lt;width val=&quot;4&quot;/&gt;&lt;height val=&quot;2&quot;/&gt;&lt;hasText val=&quot;0&quot;/&gt;&lt;/Image&gt;&lt;Image&gt;&lt;filename val=&quot;C:\Users\sanmi\Documents\My Adobe Presentations\ece552f2019-ALUs\data\asimages\{EC1FFD02-0614-4E77-B3AE-6DAD7D3A4968}_28_T.png&quot;/&gt;&lt;left val=&quot;654&quot;/&gt;&lt;top val=&quot;310&quot;/&gt;&lt;width val=&quot;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4A31079-4D3B-4705-A3BA-45EF7F7ADBF3}&quot;/&gt;&lt;isInvalidForFieldText val=&quot;1&quot;/&gt;&lt;Image&gt;&lt;filename val=&quot;C:\Users\sanmi\Documents\My Adobe Presentations\ece552f2019-ALUs\data\asimages\{34A31079-4D3B-4705-A3BA-45EF7F7ADBF3}_28_S.png&quot;/&gt;&lt;left val=&quot;654&quot;/&gt;&lt;top val=&quot;309&quot;/&gt;&lt;width val=&quot;6&quot;/&gt;&lt;height val=&quot;10&quot;/&gt;&lt;hasText val=&quot;0&quot;/&gt;&lt;/Image&gt;&lt;Image&gt;&lt;filename val=&quot;C:\Users\sanmi\Documents\My Adobe Presentations\ece552f2019-ALUs\data\asimages\{34A31079-4D3B-4705-A3BA-45EF7F7ADBF3}_28_T.png&quot;/&gt;&lt;left val=&quot;654&quot;/&gt;&lt;top val=&quot;310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01E1FEA-195E-4507-B79C-3A67C726DBC3}&quot;/&gt;&lt;isInvalidForFieldText val=&quot;0&quot;/&gt;&lt;Image&gt;&lt;filename val=&quot;C:\Users\sanmi\Documents\My Adobe Presentations\ece552f2019-ALUs\data\asimages\{B01E1FEA-195E-4507-B79C-3A67C726DBC3}.png&quot;/&gt;&lt;left val=&quot;656&quot;/&gt;&lt;top val=&quot;28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A24C530-0B26-4C8E-98B0-57102A2F95B6}&quot;/&gt;&lt;isInvalidForFieldText val=&quot;0&quot;/&gt;&lt;Image&gt;&lt;filename val=&quot;C:\Users\sanmi\Documents\My Adobe Presentations\ece552f2019-ALUs\data\asimages\{6A24C530-0B26-4C8E-98B0-57102A2F95B6}.png&quot;/&gt;&lt;left val=&quot;657&quot;/&gt;&lt;top val=&quot;30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EC6A539-1631-4BDC-B50A-8869F1FF3465}&quot;/&gt;&lt;isInvalidForFieldText val=&quot;1&quot;/&gt;&lt;Image&gt;&lt;filename val=&quot;C:\Users\sanmi\Documents\My Adobe Presentations\ece552f2019-ALUs\data\asimages\{AEC6A539-1631-4BDC-B50A-8869F1FF3465}_28_S.png&quot;/&gt;&lt;left val=&quot;656&quot;/&gt;&lt;top val=&quot;282&quot;/&gt;&lt;width val=&quot;3&quot;/&gt;&lt;height val=&quot;28&quot;/&gt;&lt;hasText val=&quot;0&quot;/&gt;&lt;/Image&gt;&lt;Image&gt;&lt;filename val=&quot;C:\Users\sanmi\Documents\My Adobe Presentations\ece552f2019-ALUs\data\asimages\{AEC6A539-1631-4BDC-B50A-8869F1FF3465}_28_T.png&quot;/&gt;&lt;left val=&quot;656&quot;/&gt;&lt;top val=&quot;283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1DBFEAC-FAE0-4924-AED0-9A2F79111118}&quot;/&gt;&lt;isInvalidForFieldText val=&quot;0&quot;/&gt;&lt;Image&gt;&lt;filename val=&quot;C:\Users\sanmi\Documents\My Adobe Presentations\ece552f2019-ALUs\data\asimages\{21DBFEAC-FAE0-4924-AED0-9A2F79111118}.png&quot;/&gt;&lt;left val=&quot;555&quot;/&gt;&lt;top val=&quot;319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9D4323F-D09A-48CC-AB56-D89FEB9C127A}&quot;/&gt;&lt;isInvalidForFieldText val=&quot;0&quot;/&gt;&lt;Image&gt;&lt;filename val=&quot;C:\Users\sanmi\Documents\My Adobe Presentations\ece552f2019-ALUs\data\asimages\{19D4323F-D09A-48CC-AB56-D89FEB9C127A}.png&quot;/&gt;&lt;left val=&quot;674&quot;/&gt;&lt;top val=&quot;319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754CB42-35DB-475F-A0FD-403FA3523ECE}&quot;/&gt;&lt;isInvalidForFieldText val=&quot;0&quot;/&gt;&lt;Image&gt;&lt;filename val=&quot;C:\Users\sanmi\Documents\My Adobe Presentations\ece552f2019-ALUs\data\asimages\{6754CB42-35DB-475F-A0FD-403FA3523ECE}.png&quot;/&gt;&lt;left val=&quot;555&quot;/&gt;&lt;top val=&quot;396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8DBE953-40BB-4704-9D1F-A3DB75F8FD04}&quot;/&gt;&lt;isInvalidForFieldText val=&quot;0&quot;/&gt;&lt;Image&gt;&lt;filename val=&quot;C:\Users\sanmi\Documents\My Adobe Presentations\ece552f2019-ALUs\data\asimages\{B8DBE953-40BB-4704-9D1F-A3DB75F8FD04}.png&quot;/&gt;&lt;left val=&quot;555&quot;/&gt;&lt;top val=&quot;319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52AD091-8316-449B-B178-A84430FDEFFF}_28.png&quot;/&gt;&lt;left val=&quot;592&quot;/&gt;&lt;top val=&quot;423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3B34DCC-9B00-4829-A8D2-1C3F23E51B6B}_28.png&quot;/&gt;&lt;left val=&quot;607&quot;/&gt;&lt;top val=&quot;434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06DF184-DC16-489F-B89A-FD48DF65BB16}&quot;/&gt;&lt;isInvalidForFieldText val=&quot;1&quot;/&gt;&lt;Image&gt;&lt;filename val=&quot;C:\Users\sanmi\Documents\My Adobe Presentations\ece552f2019-ALUs\data\asimages\{506DF184-DC16-489F-B89A-FD48DF65BB16}_28_S.png&quot;/&gt;&lt;left val=&quot;609&quot;/&gt;&lt;top val=&quot;423&quot;/&gt;&lt;width val=&quot;8&quot;/&gt;&lt;height val=&quot;10&quot;/&gt;&lt;hasText val=&quot;0&quot;/&gt;&lt;/Image&gt;&lt;Image&gt;&lt;filename val=&quot;C:\Users\sanmi\Documents\My Adobe Presentations\ece552f2019-ALUs\data\asimages\{506DF184-DC16-489F-B89A-FD48DF65BB16}_28_T.png&quot;/&gt;&lt;left val=&quot;609&quot;/&gt;&lt;top val=&quot;423&quot;/&gt;&lt;width val=&quot;8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3609D26-4BAC-45B8-85DC-AAF0D3507E12}&quot;/&gt;&lt;isInvalidForFieldText val=&quot;1&quot;/&gt;&lt;Image&gt;&lt;filename val=&quot;C:\Users\sanmi\Documents\My Adobe Presentations\ece552f2019-ALUs\data\asimages\{D3609D26-4BAC-45B8-85DC-AAF0D3507E12}_28_S.png&quot;/&gt;&lt;left val=&quot;610&quot;/&gt;&lt;top val=&quot;423&quot;/&gt;&lt;width val=&quot;3&quot;/&gt;&lt;height val=&quot;2&quot;/&gt;&lt;hasText val=&quot;0&quot;/&gt;&lt;/Image&gt;&lt;Image&gt;&lt;filename val=&quot;C:\Users\sanmi\Documents\My Adobe Presentations\ece552f2019-ALUs\data\asimages\{D3609D26-4BAC-45B8-85DC-AAF0D3507E12}_28_T.png&quot;/&gt;&lt;left val=&quot;610&quot;/&gt;&lt;top val=&quot;423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F9896AA-1EED-45B5-93CF-C5CAD700370C}&quot;/&gt;&lt;isInvalidForFieldText val=&quot;1&quot;/&gt;&lt;Image&gt;&lt;filename val=&quot;C:\Users\sanmi\Documents\My Adobe Presentations\ece552f2019-ALUs\data\asimages\{6F9896AA-1EED-45B5-93CF-C5CAD700370C}_28_S.png&quot;/&gt;&lt;left val=&quot;610&quot;/&gt;&lt;top val=&quot;423&quot;/&gt;&lt;width val=&quot;6&quot;/&gt;&lt;height val=&quot;10&quot;/&gt;&lt;hasText val=&quot;0&quot;/&gt;&lt;/Image&gt;&lt;Image&gt;&lt;filename val=&quot;C:\Users\sanmi\Documents\My Adobe Presentations\ece552f2019-ALUs\data\asimages\{6F9896AA-1EED-45B5-93CF-C5CAD700370C}_28_T.png&quot;/&gt;&lt;left val=&quot;610&quot;/&gt;&lt;top val=&quot;423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1A26B8-97F2-4C8C-A5D2-CF6F2953DC11}&quot;/&gt;&lt;isInvalidForFieldText val=&quot;0&quot;/&gt;&lt;Image&gt;&lt;filename val=&quot;C:\Users\sanmi\Documents\My Adobe Presentations\ece552f2019-ALUs\data\asimages\{7F1A26B8-97F2-4C8C-A5D2-CF6F2953DC11}.png&quot;/&gt;&lt;left val=&quot;612&quot;/&gt;&lt;top val=&quot;39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4B8D590-0AB9-496B-9315-793902DDBA71}&quot;/&gt;&lt;isInvalidForFieldText val=&quot;0&quot;/&gt;&lt;Image&gt;&lt;filename val=&quot;C:\Users\sanmi\Documents\My Adobe Presentations\ece552f2019-ALUs\data\asimages\{B4B8D590-0AB9-496B-9315-793902DDBA71}.png&quot;/&gt;&lt;left val=&quot;613&quot;/&gt;&lt;top val=&quot;423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1BECE9-1029-49BD-891D-D058F925E366}&quot;/&gt;&lt;isInvalidForFieldText val=&quot;1&quot;/&gt;&lt;Image&gt;&lt;filename val=&quot;C:\Users\sanmi\Documents\My Adobe Presentations\ece552f2019-ALUs\data\asimages\{B81BECE9-1029-49BD-891D-D058F925E366}_28_S.png&quot;/&gt;&lt;left val=&quot;612&quot;/&gt;&lt;top val=&quot;396&quot;/&gt;&lt;width val=&quot;3&quot;/&gt;&lt;height val=&quot;28&quot;/&gt;&lt;hasText val=&quot;0&quot;/&gt;&lt;/Image&gt;&lt;Image&gt;&lt;filename val=&quot;C:\Users\sanmi\Documents\My Adobe Presentations\ece552f2019-ALUs\data\asimages\{B81BECE9-1029-49BD-891D-D058F925E366}_28_T.png&quot;/&gt;&lt;left val=&quot;612&quot;/&gt;&lt;top val=&quot;397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7FF0F26-F3EC-4358-9FCF-3C7725AB86C0}_28.png&quot;/&gt;&lt;left val=&quot;665&quot;/&gt;&lt;top val=&quot;318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DD434BB-9824-4DB9-9F17-FD12AE0D8B48}_28.png&quot;/&gt;&lt;left val=&quot;680&quot;/&gt;&lt;top val=&quot;328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1DE3680-BE83-44B2-BC5C-2ABADF4FA581}&quot;/&gt;&lt;isInvalidForFieldText val=&quot;1&quot;/&gt;&lt;Image&gt;&lt;filename val=&quot;C:\Users\sanmi\Documents\My Adobe Presentations\ece552f2019-ALUs\data\asimages\{D1DE3680-BE83-44B2-BC5C-2ABADF4FA581}_28_S.png&quot;/&gt;&lt;left val=&quot;673&quot;/&gt;&lt;top val=&quot;354&quot;/&gt;&lt;width val=&quot;13&quot;/&gt;&lt;height val=&quot;7&quot;/&gt;&lt;hasText val=&quot;0&quot;/&gt;&lt;/Image&gt;&lt;Image&gt;&lt;filename val=&quot;C:\Users\sanmi\Documents\My Adobe Presentations\ece552f2019-ALUs\data\asimages\{D1DE3680-BE83-44B2-BC5C-2ABADF4FA581}_28_T.png&quot;/&gt;&lt;left val=&quot;673&quot;/&gt;&lt;top val=&quot;355&quot;/&gt;&lt;width val=&quot;12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D46AB49-B0A8-479B-B777-2535C4DEB9B6}&quot;/&gt;&lt;isInvalidForFieldText val=&quot;1&quot;/&gt;&lt;Image&gt;&lt;filename val=&quot;C:\Users\sanmi\Documents\My Adobe Presentations\ece552f2019-ALUs\data\asimages\{CD46AB49-B0A8-479B-B777-2535C4DEB9B6}_28_S.png&quot;/&gt;&lt;left val=&quot;684&quot;/&gt;&lt;top val=&quot;355&quot;/&gt;&lt;width val=&quot;2&quot;/&gt;&lt;height val=&quot;4&quot;/&gt;&lt;hasText val=&quot;0&quot;/&gt;&lt;/Image&gt;&lt;Image&gt;&lt;filename val=&quot;C:\Users\sanmi\Documents\My Adobe Presentations\ece552f2019-ALUs\data\asimages\{CD46AB49-B0A8-479B-B777-2535C4DEB9B6}_28_T.png&quot;/&gt;&lt;left val=&quot;684&quot;/&gt;&lt;top val=&quot;356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CA36FCE-FF32-4730-933B-F6615848BF12}&quot;/&gt;&lt;isInvalidForFieldText val=&quot;1&quot;/&gt;&lt;Image&gt;&lt;filename val=&quot;C:\Users\sanmi\Documents\My Adobe Presentations\ece552f2019-ALUs\data\asimages\{9CA36FCE-FF32-4730-933B-F6615848BF12}_28_S.png&quot;/&gt;&lt;left val=&quot;676&quot;/&gt;&lt;top val=&quot;355&quot;/&gt;&lt;width val=&quot;10&quot;/&gt;&lt;height val=&quot;6&quot;/&gt;&lt;hasText val=&quot;0&quot;/&gt;&lt;/Image&gt;&lt;Image&gt;&lt;filename val=&quot;C:\Users\sanmi\Documents\My Adobe Presentations\ece552f2019-ALUs\data\asimages\{9CA36FCE-FF32-4730-933B-F6615848BF12}_28_T.png&quot;/&gt;&lt;left val=&quot;676&quot;/&gt;&lt;top val=&quot;356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957FB10-9A7A-4C72-ABF4-8038A1E79342}&quot;/&gt;&lt;isInvalidForFieldText val=&quot;0&quot;/&gt;&lt;Image&gt;&lt;filename val=&quot;C:\Users\sanmi\Documents\My Adobe Presentations\ece552f2019-ALUs\data\asimages\{9957FB10-9A7A-4C72-ABF4-8038A1E79342}.png&quot;/&gt;&lt;left val=&quot;685&quot;/&gt;&lt;top val=&quot;35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6119BD6-46FD-447F-B997-2671FAB822E2}&quot;/&gt;&lt;isInvalidForFieldText val=&quot;0&quot;/&gt;&lt;Image&gt;&lt;filename val=&quot;C:\Users\sanmi\Documents\My Adobe Presentations\ece552f2019-ALUs\data\asimages\{46119BD6-46FD-447F-B997-2671FAB822E2}.png&quot;/&gt;&lt;left val=&quot;685&quot;/&gt;&lt;top val=&quot;358&quot;/&gt;&lt;width val=&quot;2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848DF10-0702-4B09-B44B-BD6F79B05610}&quot;/&gt;&lt;isInvalidForFieldText val=&quot;0&quot;/&gt;&lt;Image&gt;&lt;filename val=&quot;C:\Users\sanmi\Documents\My Adobe Presentations\ece552f2019-ALUs\data\asimages\{0848DF10-0702-4B09-B44B-BD6F79B05610}.png&quot;/&gt;&lt;left val=&quot;710&quot;/&gt;&lt;top val=&quot;2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26A086B-34AA-4D70-BC20-94FC7C3B4625}&quot;/&gt;&lt;isInvalidForFieldText val=&quot;0&quot;/&gt;&lt;Image&gt;&lt;filename val=&quot;C:\Users\sanmi\Documents\My Adobe Presentations\ece552f2019-ALUs\data\asimages\{A26A086B-34AA-4D70-BC20-94FC7C3B4625}.png&quot;/&gt;&lt;left val=&quot;710&quot;/&gt;&lt;top val=&quot;212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2FA245F-2E67-482E-AD14-16D8704E05A4}&quot;/&gt;&lt;isInvalidForFieldText val=&quot;0&quot;/&gt;&lt;Image&gt;&lt;filename val=&quot;C:\Users\sanmi\Documents\My Adobe Presentations\ece552f2019-ALUs\data\asimages\{42FA245F-2E67-482E-AD14-16D8704E05A4}.png&quot;/&gt;&lt;left val=&quot;111&quot;/&gt;&lt;top val=&quot;133&quot;/&gt;&lt;width val=&quot;50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DB4E5C2-4DBF-4B81-9144-B3F338B2C4AA}&quot;/&gt;&lt;isInvalidForFieldText val=&quot;0&quot;/&gt;&lt;Image&gt;&lt;filename val=&quot;C:\Users\sanmi\Documents\My Adobe Presentations\ece552f2019-ALUs\data\asimages\{DDB4E5C2-4DBF-4B81-9144-B3F338B2C4AA}.png&quot;/&gt;&lt;left val=&quot;616&quot;/&gt;&lt;top val=&quot;133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1C9605A-8FF3-47A6-B7A0-B32B1A27D54D}&quot;/&gt;&lt;isInvalidForFieldText val=&quot;0&quot;/&gt;&lt;Image&gt;&lt;filename val=&quot;C:\Users\sanmi\Documents\My Adobe Presentations\ece552f2019-ALUs\data\asimages\{31C9605A-8FF3-47A6-B7A0-B32B1A27D54D}.png&quot;/&gt;&lt;left val=&quot;111&quot;/&gt;&lt;top val=&quot;210&quot;/&gt;&lt;width val=&quot;50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67ED772-AD9C-4479-8804-802177FDF41A}&quot;/&gt;&lt;isInvalidForFieldText val=&quot;0&quot;/&gt;&lt;Image&gt;&lt;filename val=&quot;C:\Users\sanmi\Documents\My Adobe Presentations\ece552f2019-ALUs\data\asimages\{B67ED772-AD9C-4479-8804-802177FDF41A}.png&quot;/&gt;&lt;left val=&quot;111&quot;/&gt;&lt;top val=&quot;133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F461F72-A672-4020-AE1C-4CA42F03118C}_28.png&quot;/&gt;&lt;left val=&quot;234&quot;/&gt;&lt;top val=&quot;151&quot;/&gt;&lt;width val=&quot;27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903D2E3-FD67-43EA-8C30-35383588C80B}&quot;/&gt;&lt;isInvalidForFieldText val=&quot;1&quot;/&gt;&lt;Image&gt;&lt;filename val=&quot;C:\Users\sanmi\Documents\My Adobe Presentations\ece552f2019-ALUs\data\asimages\{B903D2E3-FD67-43EA-8C30-35383588C80B}_28_S.png&quot;/&gt;&lt;left val=&quot;77&quot;/&gt;&lt;top val=&quot;168&quot;/&gt;&lt;width val=&quot;11&quot;/&gt;&lt;height val=&quot;7&quot;/&gt;&lt;hasText val=&quot;0&quot;/&gt;&lt;/Image&gt;&lt;Image&gt;&lt;filename val=&quot;C:\Users\sanmi\Documents\My Adobe Presentations\ece552f2019-ALUs\data\asimages\{B903D2E3-FD67-43EA-8C30-35383588C80B}_28_T.png&quot;/&gt;&lt;left val=&quot;77&quot;/&gt;&lt;top val=&quot;168&quot;/&gt;&lt;width val=&quot;11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965E315-B8EC-49D0-A94C-609D56418B33}&quot;/&gt;&lt;isInvalidForFieldText val=&quot;1&quot;/&gt;&lt;Image&gt;&lt;filename val=&quot;C:\Users\sanmi\Documents\My Adobe Presentations\ece552f2019-ALUs\data\asimages\{A965E315-B8EC-49D0-A94C-609D56418B33}_28_S.png&quot;/&gt;&lt;left val=&quot;85&quot;/&gt;&lt;top val=&quot;168&quot;/&gt;&lt;width val=&quot;3&quot;/&gt;&lt;height val=&quot;3&quot;/&gt;&lt;hasText val=&quot;0&quot;/&gt;&lt;/Image&gt;&lt;Image&gt;&lt;filename val=&quot;C:\Users\sanmi\Documents\My Adobe Presentations\ece552f2019-ALUs\data\asimages\{A965E315-B8EC-49D0-A94C-609D56418B33}_28_T.png&quot;/&gt;&lt;left val=&quot;85&quot;/&gt;&lt;top val=&quot;169&quot;/&gt;&lt;width val=&quot;3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EFBBF72-5DAD-4F53-971C-AE8F175453B8}&quot;/&gt;&lt;isInvalidForFieldText val=&quot;1&quot;/&gt;&lt;Image&gt;&lt;filename val=&quot;C:\Users\sanmi\Documents\My Adobe Presentations\ece552f2019-ALUs\data\asimages\{AEFBBF72-5DAD-4F53-971C-AE8F175453B8}_28_S.png&quot;/&gt;&lt;left val=&quot;77&quot;/&gt;&lt;top val=&quot;168&quot;/&gt;&lt;width val=&quot;11&quot;/&gt;&lt;height val=&quot;6&quot;/&gt;&lt;hasText val=&quot;0&quot;/&gt;&lt;/Image&gt;&lt;Image&gt;&lt;filename val=&quot;C:\Users\sanmi\Documents\My Adobe Presentations\ece552f2019-ALUs\data\asimages\{AEFBBF72-5DAD-4F53-971C-AE8F175453B8}_28_T.png&quot;/&gt;&lt;left val=&quot;77&quot;/&gt;&lt;top val=&quot;169&quot;/&gt;&lt;width val=&quot;11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EBDE47A-3062-4CBE-8FDC-A195020AC8B0}&quot;/&gt;&lt;isInvalidForFieldText val=&quot;0&quot;/&gt;&lt;Image&gt;&lt;filename val=&quot;C:\Users\sanmi\Documents\My Adobe Presentations\ece552f2019-ALUs\data\asimages\{8EBDE47A-3062-4CBE-8FDC-A195020AC8B0}.png&quot;/&gt;&lt;left val=&quot;87&quot;/&gt;&lt;top val=&quot;17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E1838F1-BD94-4758-8E9B-19012674A0AC}&quot;/&gt;&lt;isInvalidForFieldText val=&quot;0&quot;/&gt;&lt;Image&gt;&lt;filename val=&quot;C:\Users\sanmi\Documents\My Adobe Presentations\ece552f2019-ALUs\data\asimages\{0E1838F1-BD94-4758-8E9B-19012674A0AC}.png&quot;/&gt;&lt;left val=&quot;112&quot;/&gt;&lt;top val=&quot;173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01D1AE7-18DA-4C4C-B875-621268E86183}&quot;/&gt;&lt;isInvalidForFieldText val=&quot;1&quot;/&gt;&lt;Image&gt;&lt;filename val=&quot;C:\Users\sanmi\Documents\My Adobe Presentations\ece552f2019-ALUs\data\asimages\{B01D1AE7-18DA-4C4C-B875-621268E86183}_28_S.png&quot;/&gt;&lt;left val=&quot;87&quot;/&gt;&lt;top val=&quot;171&quot;/&gt;&lt;width val=&quot;26&quot;/&gt;&lt;height val=&quot;4&quot;/&gt;&lt;hasText val=&quot;0&quot;/&gt;&lt;/Image&gt;&lt;Image&gt;&lt;filename val=&quot;C:\Users\sanmi\Documents\My Adobe Presentations\ece552f2019-ALUs\data\asimages\{B01D1AE7-18DA-4C4C-B875-621268E86183}_28_T.png&quot;/&gt;&lt;left val=&quot;87&quot;/&gt;&lt;top val=&quot;171&quot;/&gt;&lt;width val=&quot;26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EF4BF95-1964-49DC-88E6-613E7B9DCEDC}&quot;/&gt;&lt;isInvalidForFieldText val=&quot;0&quot;/&gt;&lt;Image&gt;&lt;filename val=&quot;C:\Users\sanmi\Documents\My Adobe Presentations\ece552f2019-ALUs\data\asimages\{EEF4BF95-1964-49DC-88E6-613E7B9DCEDC}.png&quot;/&gt;&lt;left val=&quot;710&quot;/&gt;&lt;top val=&quot;2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57DE9F5-9C0A-4BC2-A7C9-5EBDDBFF7472}&quot;/&gt;&lt;isInvalidForFieldText val=&quot;0&quot;/&gt;&lt;Image&gt;&lt;filename val=&quot;C:\Users\sanmi\Documents\My Adobe Presentations\ece552f2019-ALUs\data\asimages\{457DE9F5-9C0A-4BC2-A7C9-5EBDDBFF7472}.png&quot;/&gt;&lt;left val=&quot;710&quot;/&gt;&lt;top val=&quot;11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724CF37-29EF-4D69-8AF3-FABE723AA5D4}&quot;/&gt;&lt;isInvalidForFieldText val=&quot;0&quot;/&gt;&lt;Image&gt;&lt;filename val=&quot;C:\Users\sanmi\Documents\My Adobe Presentations\ece552f2019-ALUs\data\asimages\{8724CF37-29EF-4D69-8AF3-FABE723AA5D4}.png&quot;/&gt;&lt;left val=&quot;710&quot;/&gt;&lt;top val=&quot;119&quot;/&gt;&lt;width val=&quot;2&quot;/&gt;&lt;height val=&quot;9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A1E2AD4-4BD8-46C4-8ED1-8D25A3909917}&quot;/&gt;&lt;isInvalidForFieldText val=&quot;1&quot;/&gt;&lt;Image&gt;&lt;filename val=&quot;C:\Users\sanmi\Documents\My Adobe Presentations\ece552f2019-ALUs\data\asimages\{6A1E2AD4-4BD8-46C4-8ED1-8D25A3909917}_28_S.png&quot;/&gt;&lt;left val=&quot;615&quot;/&gt;&lt;top val=&quot;168&quot;/&gt;&lt;width val=&quot;13&quot;/&gt;&lt;height val=&quot;8&quot;/&gt;&lt;hasText val=&quot;0&quot;/&gt;&lt;/Image&gt;&lt;Image&gt;&lt;filename val=&quot;C:\Users\sanmi\Documents\My Adobe Presentations\ece552f2019-ALUs\data\asimages\{6A1E2AD4-4BD8-46C4-8ED1-8D25A3909917}_28_T.png&quot;/&gt;&lt;left val=&quot;615&quot;/&gt;&lt;top val=&quot;168&quot;/&gt;&lt;width val=&quot;13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37CFED2-1A0B-4C9B-ADE5-F85D955C1E82}&quot;/&gt;&lt;isInvalidForFieldText val=&quot;1&quot;/&gt;&lt;Image&gt;&lt;filename val=&quot;C:\Users\sanmi\Documents\My Adobe Presentations\ece552f2019-ALUs\data\asimages\{A37CFED2-1A0B-4C9B-ADE5-F85D955C1E82}_28_S.png&quot;/&gt;&lt;left val=&quot;626&quot;/&gt;&lt;top val=&quot;168&quot;/&gt;&lt;width val=&quot;2&quot;/&gt;&lt;height val=&quot;4&quot;/&gt;&lt;hasText val=&quot;0&quot;/&gt;&lt;/Image&gt;&lt;Image&gt;&lt;filename val=&quot;C:\Users\sanmi\Documents\My Adobe Presentations\ece552f2019-ALUs\data\asimages\{A37CFED2-1A0B-4C9B-ADE5-F85D955C1E82}_28_T.png&quot;/&gt;&lt;left val=&quot;626&quot;/&gt;&lt;top val=&quot;169&quot;/&gt;&lt;width val=&quot;2&quot;/&gt;&lt;height val=&quot;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1BB529-AF83-418C-BCF9-597D3073A657}&quot;/&gt;&lt;isInvalidForFieldText val=&quot;1&quot;/&gt;&lt;Image&gt;&lt;filename val=&quot;C:\Users\sanmi\Documents\My Adobe Presentations\ece552f2019-ALUs\data\asimages\{B81BB529-AF83-418C-BCF9-597D3073A657}_28_S.png&quot;/&gt;&lt;left val=&quot;618&quot;/&gt;&lt;top val=&quot;168&quot;/&gt;&lt;width val=&quot;10&quot;/&gt;&lt;height val=&quot;7&quot;/&gt;&lt;hasText val=&quot;0&quot;/&gt;&lt;/Image&gt;&lt;Image&gt;&lt;filename val=&quot;C:\Users\sanmi\Documents\My Adobe Presentations\ece552f2019-ALUs\data\asimages\{B81BB529-AF83-418C-BCF9-597D3073A657}_28_T.png&quot;/&gt;&lt;left val=&quot;618&quot;/&gt;&lt;top val=&quot;169&quot;/&gt;&lt;width val=&quot;10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4F59E2-B3A9-4768-8ABF-B1648AED82D8}&quot;/&gt;&lt;isInvalidForFieldText val=&quot;0&quot;/&gt;&lt;Image&gt;&lt;filename val=&quot;C:\Users\sanmi\Documents\My Adobe Presentations\ece552f2019-ALUs\data\asimages\{634F59E2-B3A9-4768-8ABF-B1648AED82D8}.png&quot;/&gt;&lt;left val=&quot;628&quot;/&gt;&lt;top val=&quot;17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E3E03B8-E5D1-434E-8271-D1512ACD89B5}&quot;/&gt;&lt;isInvalidForFieldText val=&quot;0&quot;/&gt;&lt;Image&gt;&lt;filename val=&quot;C:\Users\sanmi\Documents\My Adobe Presentations\ece552f2019-ALUs\data\asimages\{AE3E03B8-E5D1-434E-8271-D1512ACD89B5}.png&quot;/&gt;&lt;left val=&quot;710&quot;/&gt;&lt;top val=&quot;173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66E71F9-CB5B-4700-919A-79A19EB60EBC}&quot;/&gt;&lt;isInvalidForFieldText val=&quot;1&quot;/&gt;&lt;Image&gt;&lt;filename val=&quot;C:\Users\sanmi\Documents\My Adobe Presentations\ece552f2019-ALUs\data\asimages\{166E71F9-CB5B-4700-919A-79A19EB60EBC}_28_S.png&quot;/&gt;&lt;left val=&quot;628&quot;/&gt;&lt;top val=&quot;171&quot;/&gt;&lt;width val=&quot;83&quot;/&gt;&lt;height val=&quot;3&quot;/&gt;&lt;hasText val=&quot;0&quot;/&gt;&lt;/Image&gt;&lt;Image&gt;&lt;filename val=&quot;C:\Users\sanmi\Documents\My Adobe Presentations\ece552f2019-ALUs\data\asimages\{166E71F9-CB5B-4700-919A-79A19EB60EBC}_28_T.png&quot;/&gt;&lt;left val=&quot;628&quot;/&gt;&lt;top val=&quot;172&quot;/&gt;&lt;width val=&quot;8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C1BC3E5-3DD4-406A-86FF-AF9A70349D91}_28.png&quot;/&gt;&lt;left val=&quot;651&quot;/&gt;&lt;top val=&quot;128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E5AA33A-6AEA-4357-9E78-73CCEB6F3B41}_28.png&quot;/&gt;&lt;left val=&quot;666&quot;/&gt;&lt;top val=&quot;138&quot;/&gt;&lt;width val=&quot;3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3E03D2F-1AF6-4974-802D-9F89F1FA1369}_28.png&quot;/&gt;&lt;left val=&quot;29&quot;/&gt;&lt;top val=&quot;148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355DFFE-FA54-467B-9F1F-77963FA12F96}_28.png&quot;/&gt;&lt;left val=&quot;44&quot;/&gt;&lt;top val=&quot;158&quot;/&gt;&lt;width val=&quot;3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085F16B-C456-4A21-8543-DB196C111145}_2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1605642603,C:\Users\sanmi\GoogleDrive\UWMdrive\Courses\ECE552\ece552-lec05_ALUs_pptx\Media.ppcx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85A5B93-189B-4A29-8851-9AA2A3EB4A23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1BFC79C-B686-4C06-8E8A-4A9D6A32F824}_29.png&quot;/&gt;&lt;left val=&quot;43&quot;/&gt;&lt;top val=&quot;271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D4DBD70-B8D4-49D5-B955-A69F0DD74275}_29.png&quot;/&gt;&lt;left val=&quot;73&quot;/&gt;&lt;top val=&quot;287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32EFDA3-EE9C-47EB-A1B8-9271FE3D498D}&quot;/&gt;&lt;isInvalidForFieldText val=&quot;1&quot;/&gt;&lt;Image&gt;&lt;filename val=&quot;C:\Users\sanmi\Documents\My Adobe Presentations\ece552f2019-ALUs\data\asimages\{832EFDA3-EE9C-47EB-A1B8-9271FE3D498D}_29_S.png&quot;/&gt;&lt;left val=&quot;60&quot;/&gt;&lt;top val=&quot;314&quot;/&gt;&lt;width val=&quot;7&quot;/&gt;&lt;height val=&quot;10&quot;/&gt;&lt;hasText val=&quot;0&quot;/&gt;&lt;/Image&gt;&lt;Image&gt;&lt;filename val=&quot;C:\Users\sanmi\Documents\My Adobe Presentations\ece552f2019-ALUs\data\asimages\{832EFDA3-EE9C-47EB-A1B8-9271FE3D498D}_29_T.png&quot;/&gt;&lt;left val=&quot;60&quot;/&gt;&lt;top val=&quot;314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919576E-F928-4CAA-9DEF-5F0971D83997}&quot;/&gt;&lt;isInvalidForFieldText val=&quot;1&quot;/&gt;&lt;Image&gt;&lt;filename val=&quot;C:\Users\sanmi\Documents\My Adobe Presentations\ece552f2019-ALUs\data\asimages\{1919576E-F928-4CAA-9DEF-5F0971D83997}_29_S.png&quot;/&gt;&lt;left val=&quot;63&quot;/&gt;&lt;top val=&quot;322&quot;/&gt;&lt;width val=&quot;3&quot;/&gt;&lt;height val=&quot;2&quot;/&gt;&lt;hasText val=&quot;0&quot;/&gt;&lt;/Image&gt;&lt;Image&gt;&lt;filename val=&quot;C:\Users\sanmi\Documents\My Adobe Presentations\ece552f2019-ALUs\data\asimages\{1919576E-F928-4CAA-9DEF-5F0971D83997}_29_T.png&quot;/&gt;&lt;left val=&quot;63&quot;/&gt;&lt;top val=&quot;322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F237825-EE0F-4361-8131-5F6951C7465A}&quot;/&gt;&lt;isInvalidForFieldText val=&quot;1&quot;/&gt;&lt;Image&gt;&lt;filename val=&quot;C:\Users\sanmi\Documents\My Adobe Presentations\ece552f2019-ALUs\data\asimages\{4F237825-EE0F-4361-8131-5F6951C7465A}_29_S.png&quot;/&gt;&lt;left val=&quot;60&quot;/&gt;&lt;top val=&quot;314&quot;/&gt;&lt;width val=&quot;6&quot;/&gt;&lt;height val=&quot;10&quot;/&gt;&lt;hasText val=&quot;0&quot;/&gt;&lt;/Image&gt;&lt;Image&gt;&lt;filename val=&quot;C:\Users\sanmi\Documents\My Adobe Presentations\ece552f2019-ALUs\data\asimages\{4F237825-EE0F-4361-8131-5F6951C7465A}_29_T.png&quot;/&gt;&lt;left val=&quot;60&quot;/&gt;&lt;top val=&quot;314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6971FC-B817-4AA9-A443-31EFFB569605}&quot;/&gt;&lt;isInvalidForFieldText val=&quot;0&quot;/&gt;&lt;Image&gt;&lt;filename val=&quot;C:\Users\sanmi\Documents\My Adobe Presentations\ece552f2019-ALUs\data\asimages\{A46971FC-B817-4AA9-A443-31EFFB569605}.png&quot;/&gt;&lt;left val=&quot;63&quot;/&gt;&lt;top val=&quot;32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0201D68-ECE6-4EF9-9EA6-07EA6FBF08F3}&quot;/&gt;&lt;isInvalidForFieldText val=&quot;0&quot;/&gt;&lt;Image&gt;&lt;filename val=&quot;C:\Users\sanmi\Documents\My Adobe Presentations\ece552f2019-ALUs\data\asimages\{60201D68-ECE6-4EF9-9EA6-07EA6FBF08F3}.png&quot;/&gt;&lt;left val=&quot;63&quot;/&gt;&lt;top val=&quot;35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F291246-8E6D-4CF7-BF81-F2BFFDEFA33D}&quot;/&gt;&lt;isInvalidForFieldText val=&quot;0&quot;/&gt;&lt;Image&gt;&lt;filename val=&quot;C:\Users\sanmi\Documents\My Adobe Presentations\ece552f2019-ALUs\data\asimages\{8F291246-8E6D-4CF7-BF81-F2BFFDEFA33D}.png&quot;/&gt;&lt;left val=&quot;63&quot;/&gt;&lt;top val=&quot;323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4B76270-9D7C-4AC0-BC2B-C3E0C989B6D1}_29.png&quot;/&gt;&lt;left val=&quot;16&quot;/&gt;&lt;top val=&quot;273&quot;/&gt;&lt;width val=&quot;4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1C98FAB-D65C-45AA-BFA6-1085235A4899}&quot;/&gt;&lt;isInvalidForFieldText val=&quot;1&quot;/&gt;&lt;Image&gt;&lt;filename val=&quot;C:\Users\sanmi\Documents\My Adobe Presentations\ece552f2019-ALUs\data\asimages\{31C98FAB-D65C-45AA-BFA6-1085235A4899}_29_S.png&quot;/&gt;&lt;left val=&quot;34&quot;/&gt;&lt;top val=&quot;312&quot;/&gt;&lt;width val=&quot;7&quot;/&gt;&lt;height val=&quot;13&quot;/&gt;&lt;hasText val=&quot;0&quot;/&gt;&lt;/Image&gt;&lt;Image&gt;&lt;filename val=&quot;C:\Users\sanmi\Documents\My Adobe Presentations\ece552f2019-ALUs\data\asimages\{31C98FAB-D65C-45AA-BFA6-1085235A4899}_29_T.png&quot;/&gt;&lt;left val=&quot;34&quot;/&gt;&lt;top val=&quot;312&quot;/&gt;&lt;width val=&quot;6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E9B5D00-89A2-47AF-8CE1-CCFB03741AC3}&quot;/&gt;&lt;isInvalidForFieldText val=&quot;1&quot;/&gt;&lt;Image&gt;&lt;filename val=&quot;C:\Users\sanmi\Documents\My Adobe Presentations\ece552f2019-ALUs\data\asimages\{FE9B5D00-89A2-47AF-8CE1-CCFB03741AC3}_29_S.png&quot;/&gt;&lt;left val=&quot;37&quot;/&gt;&lt;top val=&quot;323&quot;/&gt;&lt;width val=&quot;3&quot;/&gt;&lt;height val=&quot;2&quot;/&gt;&lt;hasText val=&quot;0&quot;/&gt;&lt;/Image&gt;&lt;Image&gt;&lt;filename val=&quot;C:\Users\sanmi\Documents\My Adobe Presentations\ece552f2019-ALUs\data\asimages\{FE9B5D00-89A2-47AF-8CE1-CCFB03741AC3}_29_T.png&quot;/&gt;&lt;left val=&quot;37&quot;/&gt;&lt;top val=&quot;323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A473FF2-45BA-4475-8D79-183835A1EBC1}&quot;/&gt;&lt;isInvalidForFieldText val=&quot;1&quot;/&gt;&lt;Image&gt;&lt;filename val=&quot;C:\Users\sanmi\Documents\My Adobe Presentations\ece552f2019-ALUs\data\asimages\{3A473FF2-45BA-4475-8D79-183835A1EBC1}_29_S.png&quot;/&gt;&lt;left val=&quot;34&quot;/&gt;&lt;top val=&quot;315&quot;/&gt;&lt;width val=&quot;6&quot;/&gt;&lt;height val=&quot;10&quot;/&gt;&lt;hasText val=&quot;0&quot;/&gt;&lt;/Image&gt;&lt;Image&gt;&lt;filename val=&quot;C:\Users\sanmi\Documents\My Adobe Presentations\ece552f2019-ALUs\data\asimages\{3A473FF2-45BA-4475-8D79-183835A1EBC1}_29_T.png&quot;/&gt;&lt;left val=&quot;34&quot;/&gt;&lt;top val=&quot;315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65334FD-9B27-4011-9560-52BB8FF97EB1}&quot;/&gt;&lt;isInvalidForFieldText val=&quot;0&quot;/&gt;&lt;Image&gt;&lt;filename val=&quot;C:\Users\sanmi\Documents\My Adobe Presentations\ece552f2019-ALUs\data\asimages\{565334FD-9B27-4011-9560-52BB8FF97EB1}.png&quot;/&gt;&lt;left val=&quot;37&quot;/&gt;&lt;top val=&quot;32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7C07BC-DB61-4F4E-95C2-4EABA266600F}&quot;/&gt;&lt;isInvalidForFieldText val=&quot;0&quot;/&gt;&lt;Image&gt;&lt;filename val=&quot;C:\Users\sanmi\Documents\My Adobe Presentations\ece552f2019-ALUs\data\asimages\{A47C07BC-DB61-4F4E-95C2-4EABA266600F}.png&quot;/&gt;&lt;left val=&quot;37&quot;/&gt;&lt;top val=&quot;35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561A18-835A-4091-849C-8C31DC6D890C}&quot;/&gt;&lt;isInvalidForFieldText val=&quot;0&quot;/&gt;&lt;Image&gt;&lt;filename val=&quot;C:\Users\sanmi\Documents\My Adobe Presentations\ece552f2019-ALUs\data\asimages\{F7561A18-835A-4091-849C-8C31DC6D890C}.png&quot;/&gt;&lt;left val=&quot;37&quot;/&gt;&lt;top val=&quot;325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9AB9358-6CCE-4F55-93DC-92467D8ABE89}_29.png&quot;/&gt;&lt;left val=&quot;71&quot;/&gt;&lt;top val=&quot;272&quot;/&gt;&lt;width val=&quot;6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06EA240-36EA-4A20-8BE0-E985BAD3108A}_29.png&quot;/&gt;&lt;left val=&quot;107&quot;/&gt;&lt;top val=&quot;282&quot;/&gt;&lt;width val=&quot;77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2DB8770-D50F-4032-9C07-A39261B218AE}&quot;/&gt;&lt;isInvalidForFieldText val=&quot;1&quot;/&gt;&lt;Image&gt;&lt;filename val=&quot;C:\Users\sanmi\Documents\My Adobe Presentations\ece552f2019-ALUs\data\asimages\{42DB8770-D50F-4032-9C07-A39261B218AE}_29_S.png&quot;/&gt;&lt;left val=&quot;88&quot;/&gt;&lt;top val=&quot;340&quot;/&gt;&lt;width val=&quot;7&quot;/&gt;&lt;height val=&quot;10&quot;/&gt;&lt;hasText val=&quot;0&quot;/&gt;&lt;/Image&gt;&lt;Image&gt;&lt;filename val=&quot;C:\Users\sanmi\Documents\My Adobe Presentations\ece552f2019-ALUs\data\asimages\{42DB8770-D50F-4032-9C07-A39261B218AE}_29_T.png&quot;/&gt;&lt;left val=&quot;88&quot;/&gt;&lt;top val=&quot;340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7B6516D-B0A3-45CB-915E-7FF288A151FA}&quot;/&gt;&lt;isInvalidForFieldText val=&quot;1&quot;/&gt;&lt;Image&gt;&lt;filename val=&quot;C:\Users\sanmi\Documents\My Adobe Presentations\ece552f2019-ALUs\data\asimages\{97B6516D-B0A3-45CB-915E-7FF288A151FA}_29_S.png&quot;/&gt;&lt;left val=&quot;89&quot;/&gt;&lt;top val=&quot;340&quot;/&gt;&lt;width val=&quot;3&quot;/&gt;&lt;height val=&quot;2&quot;/&gt;&lt;hasText val=&quot;0&quot;/&gt;&lt;/Image&gt;&lt;Image&gt;&lt;filename val=&quot;C:\Users\sanmi\Documents\My Adobe Presentations\ece552f2019-ALUs\data\asimages\{97B6516D-B0A3-45CB-915E-7FF288A151FA}_29_T.png&quot;/&gt;&lt;left val=&quot;89&quot;/&gt;&lt;top val=&quot;340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DAB0343-073C-4D21-B176-720F75F7E2DE}&quot;/&gt;&lt;isInvalidForFieldText val=&quot;1&quot;/&gt;&lt;Image&gt;&lt;filename val=&quot;C:\Users\sanmi\Documents\My Adobe Presentations\ece552f2019-ALUs\data\asimages\{BDAB0343-073C-4D21-B176-720F75F7E2DE}_29_S.png&quot;/&gt;&lt;left val=&quot;89&quot;/&gt;&lt;top val=&quot;340&quot;/&gt;&lt;width val=&quot;6&quot;/&gt;&lt;height val=&quot;10&quot;/&gt;&lt;hasText val=&quot;0&quot;/&gt;&lt;/Image&gt;&lt;Image&gt;&lt;filename val=&quot;C:\Users\sanmi\Documents\My Adobe Presentations\ece552f2019-ALUs\data\asimages\{BDAB0343-073C-4D21-B176-720F75F7E2DE}_29_T.png&quot;/&gt;&lt;left val=&quot;89&quot;/&gt;&lt;top val=&quot;340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F50A95E-D119-4309-AE1E-EB6119C868DD}&quot;/&gt;&lt;isInvalidForFieldText val=&quot;0&quot;/&gt;&lt;Image&gt;&lt;filename val=&quot;C:\Users\sanmi\Documents\My Adobe Presentations\ece552f2019-ALUs\data\asimages\{2F50A95E-D119-4309-AE1E-EB6119C868DD}.png&quot;/&gt;&lt;left val=&quot;90&quot;/&gt;&lt;top val=&quot;31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AC64617-6A02-474A-8CF9-28D9D7556299}&quot;/&gt;&lt;isInvalidForFieldText val=&quot;0&quot;/&gt;&lt;Image&gt;&lt;filename val=&quot;C:\Users\sanmi\Documents\My Adobe Presentations\ece552f2019-ALUs\data\asimages\{1AC64617-6A02-474A-8CF9-28D9D7556299}.png&quot;/&gt;&lt;left val=&quot;91&quot;/&gt;&lt;top val=&quot;34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6D35F9D-98B3-4655-9A20-ECBA37A24A1D}&quot;/&gt;&lt;isInvalidForFieldText val=&quot;1&quot;/&gt;&lt;Image&gt;&lt;filename val=&quot;C:\Users\sanmi\Documents\My Adobe Presentations\ece552f2019-ALUs\data\asimages\{A6D35F9D-98B3-4655-9A20-ECBA37A24A1D}_29_S.png&quot;/&gt;&lt;left val=&quot;90&quot;/&gt;&lt;top val=&quot;313&quot;/&gt;&lt;width val=&quot;3&quot;/&gt;&lt;height val=&quot;28&quot;/&gt;&lt;hasText val=&quot;0&quot;/&gt;&lt;/Image&gt;&lt;Image&gt;&lt;filename val=&quot;C:\Users\sanmi\Documents\My Adobe Presentations\ece552f2019-ALUs\data\asimages\{A6D35F9D-98B3-4655-9A20-ECBA37A24A1D}_29_T.png&quot;/&gt;&lt;left val=&quot;90&quot;/&gt;&lt;top val=&quot;313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3107FF5-5818-4E70-A90D-6AE6D9AB626D}_29.png&quot;/&gt;&lt;left val=&quot;111&quot;/&gt;&lt;top val=&quot;287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598B172-07FB-46FC-85C6-8DA5B6C2BD70}&quot;/&gt;&lt;isInvalidForFieldText val=&quot;1&quot;/&gt;&lt;Image&gt;&lt;filename val=&quot;C:\Users\sanmi\Documents\My Adobe Presentations\ece552f2019-ALUs\data\asimages\{7598B172-07FB-46FC-85C6-8DA5B6C2BD70}_29_S.png&quot;/&gt;&lt;left val=&quot;114&quot;/&gt;&lt;top val=&quot;339&quot;/&gt;&lt;width val=&quot;7&quot;/&gt;&lt;height val=&quot;11&quot;/&gt;&lt;hasText val=&quot;0&quot;/&gt;&lt;/Image&gt;&lt;Image&gt;&lt;filename val=&quot;C:\Users\sanmi\Documents\My Adobe Presentations\ece552f2019-ALUs\data\asimages\{7598B172-07FB-46FC-85C6-8DA5B6C2BD70}_29_T.png&quot;/&gt;&lt;left val=&quot;114&quot;/&gt;&lt;top val=&quot;339&quot;/&gt;&lt;width val=&quot;7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974F95F-CAA2-4F5F-A51F-B6FACB97BDFB}&quot;/&gt;&lt;isInvalidForFieldText val=&quot;1&quot;/&gt;&lt;Image&gt;&lt;filename val=&quot;C:\Users\sanmi\Documents\My Adobe Presentations\ece552f2019-ALUs\data\asimages\{4974F95F-CAA2-4F5F-A51F-B6FACB97BDFB}_29_S.png&quot;/&gt;&lt;left val=&quot;115&quot;/&gt;&lt;top val=&quot;339&quot;/&gt;&lt;width val=&quot;4&quot;/&gt;&lt;height val=&quot;2&quot;/&gt;&lt;hasText val=&quot;0&quot;/&gt;&lt;/Image&gt;&lt;Image&gt;&lt;filename val=&quot;C:\Users\sanmi\Documents\My Adobe Presentations\ece552f2019-ALUs\data\asimages\{4974F95F-CAA2-4F5F-A51F-B6FACB97BDFB}_29_T.png&quot;/&gt;&lt;left val=&quot;115&quot;/&gt;&lt;top val=&quot;339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CBDD88E-90BC-4B9C-9336-D86CA81E3878}&quot;/&gt;&lt;isInvalidForFieldText val=&quot;1&quot;/&gt;&lt;Image&gt;&lt;filename val=&quot;C:\Users\sanmi\Documents\My Adobe Presentations\ece552f2019-ALUs\data\asimages\{BCBDD88E-90BC-4B9C-9336-D86CA81E3878}_29_S.png&quot;/&gt;&lt;left val=&quot;115&quot;/&gt;&lt;top val=&quot;339&quot;/&gt;&lt;width val=&quot;6&quot;/&gt;&lt;height val=&quot;11&quot;/&gt;&lt;hasText val=&quot;0&quot;/&gt;&lt;/Image&gt;&lt;Image&gt;&lt;filename val=&quot;C:\Users\sanmi\Documents\My Adobe Presentations\ece552f2019-ALUs\data\asimages\{BCBDD88E-90BC-4B9C-9336-D86CA81E3878}_29_T.png&quot;/&gt;&lt;left val=&quot;115&quot;/&gt;&lt;top val=&quot;339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B481F1F-C8F6-4F2D-A480-62E278403F24}&quot;/&gt;&lt;isInvalidForFieldText val=&quot;0&quot;/&gt;&lt;Image&gt;&lt;filename val=&quot;C:\Users\sanmi\Documents\My Adobe Presentations\ece552f2019-ALUs\data\asimages\{6B481F1F-C8F6-4F2D-A480-62E278403F24}.png&quot;/&gt;&lt;left val=&quot;117&quot;/&gt;&lt;top val=&quot;3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1D58D5F-E497-443F-B483-5017FD130042}&quot;/&gt;&lt;isInvalidForFieldText val=&quot;0&quot;/&gt;&lt;Image&gt;&lt;filename val=&quot;C:\Users\sanmi\Documents\My Adobe Presentations\ece552f2019-ALUs\data\asimages\{F1D58D5F-E497-443F-B483-5017FD130042}.png&quot;/&gt;&lt;left val=&quot;118&quot;/&gt;&lt;top val=&quot;33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154D2DA-5289-40B9-BC5F-31F7316F5511}&quot;/&gt;&lt;isInvalidForFieldText val=&quot;1&quot;/&gt;&lt;Image&gt;&lt;filename val=&quot;C:\Users\sanmi\Documents\My Adobe Presentations\ece552f2019-ALUs\data\asimages\{B154D2DA-5289-40B9-BC5F-31F7316F5511}_29_S.png&quot;/&gt;&lt;left val=&quot;117&quot;/&gt;&lt;top val=&quot;312&quot;/&gt;&lt;width val=&quot;3&quot;/&gt;&lt;height val=&quot;28&quot;/&gt;&lt;hasText val=&quot;0&quot;/&gt;&lt;/Image&gt;&lt;Image&gt;&lt;filename val=&quot;C:\Users\sanmi\Documents\My Adobe Presentations\ece552f2019-ALUs\data\asimages\{B154D2DA-5289-40B9-BC5F-31F7316F5511}_29_T.png&quot;/&gt;&lt;left val=&quot;117&quot;/&gt;&lt;top val=&quot;312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35047DF-F794-41A5-B2D8-09EE6BDDB6C9}&quot;/&gt;&lt;isInvalidForFieldText val=&quot;0&quot;/&gt;&lt;Image&gt;&lt;filename val=&quot;C:\Users\sanmi\Documents\My Adobe Presentations\ece552f2019-ALUs\data\asimages\{D35047DF-F794-41A5-B2D8-09EE6BDDB6C9}.png&quot;/&gt;&lt;left val=&quot;16&quot;/&gt;&lt;top val=&quot;349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918A709-0DAB-4B6B-B6BD-1C4431C2D600}&quot;/&gt;&lt;isInvalidForFieldText val=&quot;0&quot;/&gt;&lt;Image&gt;&lt;filename val=&quot;C:\Users\sanmi\Documents\My Adobe Presentations\ece552f2019-ALUs\data\asimages\{E918A709-0DAB-4B6B-B6BD-1C4431C2D600}.png&quot;/&gt;&lt;left val=&quot;135&quot;/&gt;&lt;top val=&quot;349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7A4804-3644-4B23-952E-2F02C4C832DF}&quot;/&gt;&lt;isInvalidForFieldText val=&quot;0&quot;/&gt;&lt;Image&gt;&lt;filename val=&quot;C:\Users\sanmi\Documents\My Adobe Presentations\ece552f2019-ALUs\data\asimages\{257A4804-3644-4B23-952E-2F02C4C832DF}.png&quot;/&gt;&lt;left val=&quot;16&quot;/&gt;&lt;top val=&quot;426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955F699-92CD-4FDD-BAF1-FC811014A201}&quot;/&gt;&lt;isInvalidForFieldText val=&quot;0&quot;/&gt;&lt;Image&gt;&lt;filename val=&quot;C:\Users\sanmi\Documents\My Adobe Presentations\ece552f2019-ALUs\data\asimages\{6955F699-92CD-4FDD-BAF1-FC811014A201}.png&quot;/&gt;&lt;left val=&quot;16&quot;/&gt;&lt;top val=&quot;349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5FEE159-F6FB-440B-BD0C-AD78657041AF}_29.png&quot;/&gt;&lt;left val=&quot;54&quot;/&gt;&lt;top val=&quot;453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26BA33D-0094-4165-B317-E9D88BABEBDF}_29.png&quot;/&gt;&lt;left val=&quot;69&quot;/&gt;&lt;top val=&quot;463&quot;/&gt;&lt;width val=&quot;77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C0FCC88-32D1-4C74-8511-407812A5D96A}&quot;/&gt;&lt;isInvalidForFieldText val=&quot;1&quot;/&gt;&lt;Image&gt;&lt;filename val=&quot;C:\Users\sanmi\Documents\My Adobe Presentations\ece552f2019-ALUs\data\asimages\{8C0FCC88-32D1-4C74-8511-407812A5D96A}_29_S.png&quot;/&gt;&lt;left val=&quot;71&quot;/&gt;&lt;top val=&quot;453&quot;/&gt;&lt;width val=&quot;7&quot;/&gt;&lt;height val=&quot;10&quot;/&gt;&lt;hasText val=&quot;0&quot;/&gt;&lt;/Image&gt;&lt;Image&gt;&lt;filename val=&quot;C:\Users\sanmi\Documents\My Adobe Presentations\ece552f2019-ALUs\data\asimages\{8C0FCC88-32D1-4C74-8511-407812A5D96A}_29_T.png&quot;/&gt;&lt;left val=&quot;71&quot;/&gt;&lt;top val=&quot;453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55039FA-E74F-4666-B699-A5F89BD7D694}&quot;/&gt;&lt;isInvalidForFieldText val=&quot;1&quot;/&gt;&lt;Image&gt;&lt;filename val=&quot;C:\Users\sanmi\Documents\My Adobe Presentations\ece552f2019-ALUs\data\asimages\{755039FA-E74F-4666-B699-A5F89BD7D694}_29_S.png&quot;/&gt;&lt;left val=&quot;72&quot;/&gt;&lt;top val=&quot;453&quot;/&gt;&lt;width val=&quot;3&quot;/&gt;&lt;height val=&quot;2&quot;/&gt;&lt;hasText val=&quot;0&quot;/&gt;&lt;/Image&gt;&lt;Image&gt;&lt;filename val=&quot;C:\Users\sanmi\Documents\My Adobe Presentations\ece552f2019-ALUs\data\asimages\{755039FA-E74F-4666-B699-A5F89BD7D694}_29_T.png&quot;/&gt;&lt;left val=&quot;72&quot;/&gt;&lt;top val=&quot;453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A1FBA94-516D-4AD0-B146-3A2F01626B8F}&quot;/&gt;&lt;isInvalidForFieldText val=&quot;1&quot;/&gt;&lt;Image&gt;&lt;filename val=&quot;C:\Users\sanmi\Documents\My Adobe Presentations\ece552f2019-ALUs\data\asimages\{4A1FBA94-516D-4AD0-B146-3A2F01626B8F}_29_S.png&quot;/&gt;&lt;left val=&quot;72&quot;/&gt;&lt;top val=&quot;453&quot;/&gt;&lt;width val=&quot;6&quot;/&gt;&lt;height val=&quot;10&quot;/&gt;&lt;hasText val=&quot;0&quot;/&gt;&lt;/Image&gt;&lt;Image&gt;&lt;filename val=&quot;C:\Users\sanmi\Documents\My Adobe Presentations\ece552f2019-ALUs\data\asimages\{4A1FBA94-516D-4AD0-B146-3A2F01626B8F}_29_T.png&quot;/&gt;&lt;left val=&quot;72&quot;/&gt;&lt;top val=&quot;453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50AEE6C-C7A6-4DB9-9434-6742E2D39C15}&quot;/&gt;&lt;isInvalidForFieldText val=&quot;0&quot;/&gt;&lt;Image&gt;&lt;filename val=&quot;C:\Users\sanmi\Documents\My Adobe Presentations\ece552f2019-ALUs\data\asimages\{050AEE6C-C7A6-4DB9-9434-6742E2D39C15}.png&quot;/&gt;&lt;left val=&quot;73&quot;/&gt;&lt;top val=&quot;42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AAD943A-799A-4461-9BB3-82411589B0DE}&quot;/&gt;&lt;isInvalidForFieldText val=&quot;0&quot;/&gt;&lt;Image&gt;&lt;filename val=&quot;C:\Users\sanmi\Documents\My Adobe Presentations\ece552f2019-ALUs\data\asimages\{FAAD943A-799A-4461-9BB3-82411589B0DE}.png&quot;/&gt;&lt;left val=&quot;74&quot;/&gt;&lt;top val=&quot;4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FCEBD52-4852-4777-B4D1-523CE462F054}&quot;/&gt;&lt;isInvalidForFieldText val=&quot;1&quot;/&gt;&lt;Image&gt;&lt;filename val=&quot;C:\Users\sanmi\Documents\My Adobe Presentations\ece552f2019-ALUs\data\asimages\{2FCEBD52-4852-4777-B4D1-523CE462F054}_29_S.png&quot;/&gt;&lt;left val=&quot;73&quot;/&gt;&lt;top val=&quot;426&quot;/&gt;&lt;width val=&quot;3&quot;/&gt;&lt;height val=&quot;28&quot;/&gt;&lt;hasText val=&quot;0&quot;/&gt;&lt;/Image&gt;&lt;Image&gt;&lt;filename val=&quot;C:\Users\sanmi\Documents\My Adobe Presentations\ece552f2019-ALUs\data\asimages\{2FCEBD52-4852-4777-B4D1-523CE462F054}_29_T.png&quot;/&gt;&lt;left val=&quot;73&quot;/&gt;&lt;top val=&quot;426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933ADD9-DCCE-48E5-AACC-12D58B9F9FD1}_29.png&quot;/&gt;&lt;left val=&quot;126&quot;/&gt;&lt;top val=&quot;347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C7017B0-5818-4708-BA05-990B41148C20}_29.png&quot;/&gt;&lt;left val=&quot;141&quot;/&gt;&lt;top val=&quot;357&quot;/&gt;&lt;width val=&quot;50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5D703B7-52B6-400D-80FD-C2CA411957E2}&quot;/&gt;&lt;isInvalidForFieldText val=&quot;1&quot;/&gt;&lt;Image&gt;&lt;filename val=&quot;C:\Users\sanmi\Documents\My Adobe Presentations\ece552f2019-ALUs\data\asimages\{15D703B7-52B6-400D-80FD-C2CA411957E2}_29_S.png&quot;/&gt;&lt;left val=&quot;134&quot;/&gt;&lt;top val=&quot;384&quot;/&gt;&lt;width val=&quot;13&quot;/&gt;&lt;height val=&quot;7&quot;/&gt;&lt;hasText val=&quot;0&quot;/&gt;&lt;/Image&gt;&lt;Image&gt;&lt;filename val=&quot;C:\Users\sanmi\Documents\My Adobe Presentations\ece552f2019-ALUs\data\asimages\{15D703B7-52B6-400D-80FD-C2CA411957E2}_29_T.png&quot;/&gt;&lt;left val=&quot;134&quot;/&gt;&lt;top val=&quot;384&quot;/&gt;&lt;width val=&quot;12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5A346ED-A3F2-48FE-8EB3-B4A16D33FD99}&quot;/&gt;&lt;isInvalidForFieldText val=&quot;1&quot;/&gt;&lt;Image&gt;&lt;filename val=&quot;C:\Users\sanmi\Documents\My Adobe Presentations\ece552f2019-ALUs\data\asimages\{05A346ED-A3F2-48FE-8EB3-B4A16D33FD99}_29_S.png&quot;/&gt;&lt;left val=&quot;145&quot;/&gt;&lt;top val=&quot;385&quot;/&gt;&lt;width val=&quot;2&quot;/&gt;&lt;height val=&quot;4&quot;/&gt;&lt;hasText val=&quot;0&quot;/&gt;&lt;/Image&gt;&lt;Image&gt;&lt;filename val=&quot;C:\Users\sanmi\Documents\My Adobe Presentations\ece552f2019-ALUs\data\asimages\{05A346ED-A3F2-48FE-8EB3-B4A16D33FD99}_29_T.png&quot;/&gt;&lt;left val=&quot;145&quot;/&gt;&lt;top val=&quot;385&quot;/&gt;&lt;width val=&quot;1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E2D2C3B-1A4E-4D2B-A5EA-5C9D6B533707}&quot;/&gt;&lt;isInvalidForFieldText val=&quot;1&quot;/&gt;&lt;Image&gt;&lt;filename val=&quot;C:\Users\sanmi\Documents\My Adobe Presentations\ece552f2019-ALUs\data\asimages\{DE2D2C3B-1A4E-4D2B-A5EA-5C9D6B533707}_29_S.png&quot;/&gt;&lt;left val=&quot;137&quot;/&gt;&lt;top val=&quot;385&quot;/&gt;&lt;width val=&quot;10&quot;/&gt;&lt;height val=&quot;6&quot;/&gt;&lt;hasText val=&quot;0&quot;/&gt;&lt;/Image&gt;&lt;Image&gt;&lt;filename val=&quot;C:\Users\sanmi\Documents\My Adobe Presentations\ece552f2019-ALUs\data\asimages\{DE2D2C3B-1A4E-4D2B-A5EA-5C9D6B533707}_29_T.png&quot;/&gt;&lt;left val=&quot;137&quot;/&gt;&lt;top val=&quot;385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6507E8D-15BF-4D35-B076-8548C15D8963}&quot;/&gt;&lt;isInvalidForFieldText val=&quot;0&quot;/&gt;&lt;Image&gt;&lt;filename val=&quot;C:\Users\sanmi\Documents\My Adobe Presentations\ece552f2019-ALUs\data\asimages\{76507E8D-15BF-4D35-B076-8548C15D8963}.png&quot;/&gt;&lt;left val=&quot;147&quot;/&gt;&lt;top val=&quot;38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DE8C8A8-3782-41A0-B6CD-4B535F8A4292}&quot;/&gt;&lt;isInvalidForFieldText val=&quot;0&quot;/&gt;&lt;Image&gt;&lt;filename val=&quot;C:\Users\sanmi\Documents\My Adobe Presentations\ece552f2019-ALUs\data\asimages\{DDE8C8A8-3782-41A0-B6CD-4B535F8A4292}.png&quot;/&gt;&lt;left val=&quot;147&quot;/&gt;&lt;top val=&quot;388&quot;/&gt;&lt;width val=&quot;2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8B96A1-C0A5-467B-8BC7-E98B9A4F4BB7}&quot;/&gt;&lt;isInvalidForFieldText val=&quot;0&quot;/&gt;&lt;Image&gt;&lt;filename val=&quot;C:\Users\sanmi\Documents\My Adobe Presentations\ece552f2019-ALUs\data\asimages\{E18B96A1-C0A5-467B-8BC7-E98B9A4F4BB7}.png&quot;/&gt;&lt;left val=&quot;171&quot;/&gt;&lt;top val=&quot;24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2FB9D5-1EB8-4DA0-B270-F09E5651E2B3}&quot;/&gt;&lt;isInvalidForFieldText val=&quot;0&quot;/&gt;&lt;Image&gt;&lt;filename val=&quot;C:\Users\sanmi\Documents\My Adobe Presentations\ece552f2019-ALUs\data\asimages\{CD2FB9D5-1EB8-4DA0-B270-F09E5651E2B3}.png&quot;/&gt;&lt;left val=&quot;171&quot;/&gt;&lt;top val=&quot;241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F536253-0EE2-4FBE-BDAD-8F501EE16519}_29.png&quot;/&gt;&lt;left val=&quot;216&quot;/&gt;&lt;top val=&quot;271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E2758D3-29BE-47AC-8C0E-E728357FB095}_29.png&quot;/&gt;&lt;left val=&quot;246&quot;/&gt;&lt;top val=&quot;287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0F211BE-B4A1-48B2-9807-D545DC8A0273}&quot;/&gt;&lt;isInvalidForFieldText val=&quot;1&quot;/&gt;&lt;Image&gt;&lt;filename val=&quot;C:\Users\sanmi\Documents\My Adobe Presentations\ece552f2019-ALUs\data\asimages\{F0F211BE-B4A1-48B2-9807-D545DC8A0273}_29_S.png&quot;/&gt;&lt;left val=&quot;234&quot;/&gt;&lt;top val=&quot;313&quot;/&gt;&lt;width val=&quot;7&quot;/&gt;&lt;height val=&quot;11&quot;/&gt;&lt;hasText val=&quot;0&quot;/&gt;&lt;/Image&gt;&lt;Image&gt;&lt;filename val=&quot;C:\Users\sanmi\Documents\My Adobe Presentations\ece552f2019-ALUs\data\asimages\{F0F211BE-B4A1-48B2-9807-D545DC8A0273}_29_T.png&quot;/&gt;&lt;left val=&quot;234&quot;/&gt;&lt;top val=&quot;313&quot;/&gt;&lt;width val=&quot;7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FA77AD3-EA9A-4B55-ACE4-C7BB1433C02C}&quot;/&gt;&lt;isInvalidForFieldText val=&quot;1&quot;/&gt;&lt;Image&gt;&lt;filename val=&quot;C:\Users\sanmi\Documents\My Adobe Presentations\ece552f2019-ALUs\data\asimages\{4FA77AD3-EA9A-4B55-ACE4-C7BB1433C02C}_29_S.png&quot;/&gt;&lt;left val=&quot;237&quot;/&gt;&lt;top val=&quot;321&quot;/&gt;&lt;width val=&quot;3&quot;/&gt;&lt;height val=&quot;2&quot;/&gt;&lt;hasText val=&quot;0&quot;/&gt;&lt;/Image&gt;&lt;Image&gt;&lt;filename val=&quot;C:\Users\sanmi\Documents\My Adobe Presentations\ece552f2019-ALUs\data\asimages\{4FA77AD3-EA9A-4B55-ACE4-C7BB1433C02C}_29_T.png&quot;/&gt;&lt;left val=&quot;237&quot;/&gt;&lt;top val=&quot;321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C34B3D1-F6D2-4088-AB24-D303D50A73D6}&quot;/&gt;&lt;isInvalidForFieldText val=&quot;1&quot;/&gt;&lt;Image&gt;&lt;filename val=&quot;C:\Users\sanmi\Documents\My Adobe Presentations\ece552f2019-ALUs\data\asimages\{EC34B3D1-F6D2-4088-AB24-D303D50A73D6}_29_S.png&quot;/&gt;&lt;left val=&quot;234&quot;/&gt;&lt;top val=&quot;313&quot;/&gt;&lt;width val=&quot;6&quot;/&gt;&lt;height val=&quot;11&quot;/&gt;&lt;hasText val=&quot;0&quot;/&gt;&lt;/Image&gt;&lt;Image&gt;&lt;filename val=&quot;C:\Users\sanmi\Documents\My Adobe Presentations\ece552f2019-ALUs\data\asimages\{EC34B3D1-F6D2-4088-AB24-D303D50A73D6}_29_T.png&quot;/&gt;&lt;left val=&quot;234&quot;/&gt;&lt;top val=&quot;313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9EEDFE-C230-4562-8EC6-09EA17AC2098}&quot;/&gt;&lt;isInvalidForFieldText val=&quot;0&quot;/&gt;&lt;Image&gt;&lt;filename val=&quot;C:\Users\sanmi\Documents\My Adobe Presentations\ece552f2019-ALUs\data\asimages\{BF9EEDFE-C230-4562-8EC6-09EA17AC2098}.png&quot;/&gt;&lt;left val=&quot;237&quot;/&gt;&lt;top val=&quot;32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98BB7AA-4849-4C0C-B5C5-0F850ACEF890}&quot;/&gt;&lt;isInvalidForFieldText val=&quot;0&quot;/&gt;&lt;Image&gt;&lt;filename val=&quot;C:\Users\sanmi\Documents\My Adobe Presentations\ece552f2019-ALUs\data\asimages\{798BB7AA-4849-4C0C-B5C5-0F850ACEF890}.png&quot;/&gt;&lt;left val=&quot;237&quot;/&gt;&lt;top val=&quot;35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355DA98-B2C1-4C8D-896A-09359AFBBB45}&quot;/&gt;&lt;isInvalidForFieldText val=&quot;0&quot;/&gt;&lt;Image&gt;&lt;filename val=&quot;C:\Users\sanmi\Documents\My Adobe Presentations\ece552f2019-ALUs\data\asimages\{9355DA98-B2C1-4C8D-896A-09359AFBBB45}.png&quot;/&gt;&lt;left val=&quot;237&quot;/&gt;&lt;top val=&quot;323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7BBB4AA-DC11-4633-835F-C11EDEB00301}_29.png&quot;/&gt;&lt;left val=&quot;190&quot;/&gt;&lt;top val=&quot;272&quot;/&gt;&lt;width val=&quot;4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A881ABE-F0B0-4EA5-9E19-AC3F90AA7952}_29.png&quot;/&gt;&lt;left val=&quot;223&quot;/&gt;&lt;top val=&quot;288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CA40F48-26A7-45D8-AB68-91F91F840D69}&quot;/&gt;&lt;isInvalidForFieldText val=&quot;1&quot;/&gt;&lt;Image&gt;&lt;filename val=&quot;C:\Users\sanmi\Documents\My Adobe Presentations\ece552f2019-ALUs\data\asimages\{7CA40F48-26A7-45D8-AB68-91F91F840D69}_29_S.png&quot;/&gt;&lt;left val=&quot;208&quot;/&gt;&lt;top val=&quot;312&quot;/&gt;&lt;width val=&quot;7&quot;/&gt;&lt;height val=&quot;13&quot;/&gt;&lt;hasText val=&quot;0&quot;/&gt;&lt;/Image&gt;&lt;Image&gt;&lt;filename val=&quot;C:\Users\sanmi\Documents\My Adobe Presentations\ece552f2019-ALUs\data\asimages\{7CA40F48-26A7-45D8-AB68-91F91F840D69}_29_T.png&quot;/&gt;&lt;left val=&quot;208&quot;/&gt;&lt;top val=&quot;312&quot;/&gt;&lt;width val=&quot;6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678AA6A-2815-489B-B4C8-C43AC62D1D7A}&quot;/&gt;&lt;isInvalidForFieldText val=&quot;1&quot;/&gt;&lt;Image&gt;&lt;filename val=&quot;C:\Users\sanmi\Documents\My Adobe Presentations\ece552f2019-ALUs\data\asimages\{E678AA6A-2815-489B-B4C8-C43AC62D1D7A}_29_S.png&quot;/&gt;&lt;left val=&quot;210&quot;/&gt;&lt;top val=&quot;323&quot;/&gt;&lt;width val=&quot;4&quot;/&gt;&lt;height val=&quot;2&quot;/&gt;&lt;hasText val=&quot;0&quot;/&gt;&lt;/Image&gt;&lt;Image&gt;&lt;filename val=&quot;C:\Users\sanmi\Documents\My Adobe Presentations\ece552f2019-ALUs\data\asimages\{E678AA6A-2815-489B-B4C8-C43AC62D1D7A}_29_T.png&quot;/&gt;&lt;left val=&quot;210&quot;/&gt;&lt;top val=&quot;323&quot;/&gt;&lt;width val=&quot;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4A6FBEA-2243-4BE1-8AD9-490D1199547D}&quot;/&gt;&lt;isInvalidForFieldText val=&quot;1&quot;/&gt;&lt;Image&gt;&lt;filename val=&quot;C:\Users\sanmi\Documents\My Adobe Presentations\ece552f2019-ALUs\data\asimages\{C4A6FBEA-2243-4BE1-8AD9-490D1199547D}_29_S.png&quot;/&gt;&lt;left val=&quot;208&quot;/&gt;&lt;top val=&quot;315&quot;/&gt;&lt;width val=&quot;6&quot;/&gt;&lt;height val=&quot;10&quot;/&gt;&lt;hasText val=&quot;0&quot;/&gt;&lt;/Image&gt;&lt;Image&gt;&lt;filename val=&quot;C:\Users\sanmi\Documents\My Adobe Presentations\ece552f2019-ALUs\data\asimages\{C4A6FBEA-2243-4BE1-8AD9-490D1199547D}_29_T.png&quot;/&gt;&lt;left val=&quot;208&quot;/&gt;&lt;top val=&quot;315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56A6DAC-2A25-4C96-8118-A706D2658712}&quot;/&gt;&lt;isInvalidForFieldText val=&quot;0&quot;/&gt;&lt;Image&gt;&lt;filename val=&quot;C:\Users\sanmi\Documents\My Adobe Presentations\ece552f2019-ALUs\data\asimages\{B56A6DAC-2A25-4C96-8118-A706D2658712}.png&quot;/&gt;&lt;left val=&quot;210&quot;/&gt;&lt;top val=&quot;32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553075A-581E-4098-9613-76EB35C36A85}&quot;/&gt;&lt;isInvalidForFieldText val=&quot;0&quot;/&gt;&lt;Image&gt;&lt;filename val=&quot;C:\Users\sanmi\Documents\My Adobe Presentations\ece552f2019-ALUs\data\asimages\{1553075A-581E-4098-9613-76EB35C36A85}.png&quot;/&gt;&lt;left val=&quot;211&quot;/&gt;&lt;top val=&quot;35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342770A-E5FB-4A85-A3C3-88BF34568DDC}&quot;/&gt;&lt;isInvalidForFieldText val=&quot;1&quot;/&gt;&lt;Image&gt;&lt;filename val=&quot;C:\Users\sanmi\Documents\My Adobe Presentations\ece552f2019-ALUs\data\asimages\{9342770A-E5FB-4A85-A3C3-88BF34568DDC}_29_S.png&quot;/&gt;&lt;left val=&quot;210&quot;/&gt;&lt;top val=&quot;324&quot;/&gt;&lt;width val=&quot;3&quot;/&gt;&lt;height val=&quot;28&quot;/&gt;&lt;hasText val=&quot;0&quot;/&gt;&lt;/Image&gt;&lt;Image&gt;&lt;filename val=&quot;C:\Users\sanmi\Documents\My Adobe Presentations\ece552f2019-ALUs\data\asimages\{9342770A-E5FB-4A85-A3C3-88BF34568DDC}_29_T.png&quot;/&gt;&lt;left val=&quot;210&quot;/&gt;&lt;top val=&quot;324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CF40238-CD30-4ABE-89EB-AF05B54031AF}_29.png&quot;/&gt;&lt;left val=&quot;244&quot;/&gt;&lt;top val=&quot;272&quot;/&gt;&lt;width val=&quot;6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7224C52-CD3B-4B91-B80D-3DF8AEEE7DBC}_29.png&quot;/&gt;&lt;left val=&quot;281&quot;/&gt;&lt;top val=&quot;282&quot;/&gt;&lt;width val=&quot;65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CDDE3BF-D605-4B03-9AE9-8E73B7CD7C51}&quot;/&gt;&lt;isInvalidForFieldText val=&quot;1&quot;/&gt;&lt;Image&gt;&lt;filename val=&quot;C:\Users\sanmi\Documents\My Adobe Presentations\ece552f2019-ALUs\data\asimages\{CCDDE3BF-D605-4B03-9AE9-8E73B7CD7C51}_29_S.png&quot;/&gt;&lt;left val=&quot;261&quot;/&gt;&lt;top val=&quot;340&quot;/&gt;&lt;width val=&quot;8&quot;/&gt;&lt;height val=&quot;10&quot;/&gt;&lt;hasText val=&quot;0&quot;/&gt;&lt;/Image&gt;&lt;Image&gt;&lt;filename val=&quot;C:\Users\sanmi\Documents\My Adobe Presentations\ece552f2019-ALUs\data\asimages\{CCDDE3BF-D605-4B03-9AE9-8E73B7CD7C51}_29_T.png&quot;/&gt;&lt;left val=&quot;261&quot;/&gt;&lt;top val=&quot;340&quot;/&gt;&lt;width val=&quot;8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45CC45F-B6C0-44B3-8F4E-26461DBBEBA7}&quot;/&gt;&lt;isInvalidForFieldText val=&quot;1&quot;/&gt;&lt;Image&gt;&lt;filename val=&quot;C:\Users\sanmi\Documents\My Adobe Presentations\ece552f2019-ALUs\data\asimages\{545CC45F-B6C0-44B3-8F4E-26461DBBEBA7}_29_S.png&quot;/&gt;&lt;left val=&quot;262&quot;/&gt;&lt;top val=&quot;340&quot;/&gt;&lt;width val=&quot;4&quot;/&gt;&lt;height val=&quot;2&quot;/&gt;&lt;hasText val=&quot;0&quot;/&gt;&lt;/Image&gt;&lt;Image&gt;&lt;filename val=&quot;C:\Users\sanmi\Documents\My Adobe Presentations\ece552f2019-ALUs\data\asimages\{545CC45F-B6C0-44B3-8F4E-26461DBBEBA7}_29_T.png&quot;/&gt;&lt;left val=&quot;262&quot;/&gt;&lt;top val=&quot;340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BDEB8D3-ADCB-4FA4-A10A-92639F4E05BC}&quot;/&gt;&lt;isInvalidForFieldText val=&quot;1&quot;/&gt;&lt;Image&gt;&lt;filename val=&quot;C:\Users\sanmi\Documents\My Adobe Presentations\ece552f2019-ALUs\data\asimages\{1BDEB8D3-ADCB-4FA4-A10A-92639F4E05BC}_29_S.png&quot;/&gt;&lt;left val=&quot;262&quot;/&gt;&lt;top val=&quot;340&quot;/&gt;&lt;width val=&quot;7&quot;/&gt;&lt;height val=&quot;10&quot;/&gt;&lt;hasText val=&quot;0&quot;/&gt;&lt;/Image&gt;&lt;Image&gt;&lt;filename val=&quot;C:\Users\sanmi\Documents\My Adobe Presentations\ece552f2019-ALUs\data\asimages\{1BDEB8D3-ADCB-4FA4-A10A-92639F4E05BC}_29_T.png&quot;/&gt;&lt;left val=&quot;262&quot;/&gt;&lt;top val=&quot;340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CA7AF5E-E9C7-496A-A368-D01BFECAA842}&quot;/&gt;&lt;isInvalidForFieldText val=&quot;0&quot;/&gt;&lt;Image&gt;&lt;filename val=&quot;C:\Users\sanmi\Documents\My Adobe Presentations\ece552f2019-ALUs\data\asimages\{CCA7AF5E-E9C7-496A-A368-D01BFECAA842}.png&quot;/&gt;&lt;left val=&quot;264&quot;/&gt;&lt;top val=&quot;3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758FEBC-5FAF-490F-AF53-393BA9E3E1A7}&quot;/&gt;&lt;isInvalidForFieldText val=&quot;0&quot;/&gt;&lt;Image&gt;&lt;filename val=&quot;C:\Users\sanmi\Documents\My Adobe Presentations\ece552f2019-ALUs\data\asimages\{6758FEBC-5FAF-490F-AF53-393BA9E3E1A7}.png&quot;/&gt;&lt;left val=&quot;265&quot;/&gt;&lt;top val=&quot;33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0F5ACE8-C7F8-4477-922D-0AE53ACEBF79}&quot;/&gt;&lt;isInvalidForFieldText val=&quot;1&quot;/&gt;&lt;Image&gt;&lt;filename val=&quot;C:\Users\sanmi\Documents\My Adobe Presentations\ece552f2019-ALUs\data\asimages\{10F5ACE8-C7F8-4477-922D-0AE53ACEBF79}_29_S.png&quot;/&gt;&lt;left val=&quot;264&quot;/&gt;&lt;top val=&quot;312&quot;/&gt;&lt;width val=&quot;3&quot;/&gt;&lt;height val=&quot;28&quot;/&gt;&lt;hasText val=&quot;0&quot;/&gt;&lt;/Image&gt;&lt;Image&gt;&lt;filename val=&quot;C:\Users\sanmi\Documents\My Adobe Presentations\ece552f2019-ALUs\data\asimages\{10F5ACE8-C7F8-4477-922D-0AE53ACEBF79}_29_T.png&quot;/&gt;&lt;left val=&quot;264&quot;/&gt;&lt;top val=&quot;312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A386072-261D-4661-B535-D389FCF76A7F}_29.png&quot;/&gt;&lt;left val=&quot;285&quot;/&gt;&lt;top val=&quot;287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F56061A-B4DE-4295-99F6-6548A2E3A4CB}&quot;/&gt;&lt;isInvalidForFieldText val=&quot;1&quot;/&gt;&lt;Image&gt;&lt;filename val=&quot;C:\Users\sanmi\Documents\My Adobe Presentations\ece552f2019-ALUs\data\asimages\{EF56061A-B4DE-4295-99F6-6548A2E3A4CB}_29_S.png&quot;/&gt;&lt;left val=&quot;288&quot;/&gt;&lt;top val=&quot;339&quot;/&gt;&lt;width val=&quot;7&quot;/&gt;&lt;height val=&quot;13&quot;/&gt;&lt;hasText val=&quot;0&quot;/&gt;&lt;/Image&gt;&lt;Image&gt;&lt;filename val=&quot;C:\Users\sanmi\Documents\My Adobe Presentations\ece552f2019-ALUs\data\asimages\{EF56061A-B4DE-4295-99F6-6548A2E3A4CB}_29_T.png&quot;/&gt;&lt;left val=&quot;288&quot;/&gt;&lt;top val=&quot;339&quot;/&gt;&lt;width val=&quot;7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66748B6-89B7-4597-A21F-13C45239FDEC}&quot;/&gt;&lt;isInvalidForFieldText val=&quot;1&quot;/&gt;&lt;Image&gt;&lt;filename val=&quot;C:\Users\sanmi\Documents\My Adobe Presentations\ece552f2019-ALUs\data\asimages\{F66748B6-89B7-4597-A21F-13C45239FDEC}_29_S.png&quot;/&gt;&lt;left val=&quot;289&quot;/&gt;&lt;top val=&quot;339&quot;/&gt;&lt;width val=&quot;4&quot;/&gt;&lt;height val=&quot;2&quot;/&gt;&lt;hasText val=&quot;0&quot;/&gt;&lt;/Image&gt;&lt;Image&gt;&lt;filename val=&quot;C:\Users\sanmi\Documents\My Adobe Presentations\ece552f2019-ALUs\data\asimages\{F66748B6-89B7-4597-A21F-13C45239FDEC}_29_T.png&quot;/&gt;&lt;left val=&quot;289&quot;/&gt;&lt;top val=&quot;339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FFB0F9F-CE85-4C79-B5E9-03A5AAB7719F}&quot;/&gt;&lt;isInvalidForFieldText val=&quot;1&quot;/&gt;&lt;Image&gt;&lt;filename val=&quot;C:\Users\sanmi\Documents\My Adobe Presentations\ece552f2019-ALUs\data\asimages\{5FFB0F9F-CE85-4C79-B5E9-03A5AAB7719F}_29_S.png&quot;/&gt;&lt;left val=&quot;289&quot;/&gt;&lt;top val=&quot;339&quot;/&gt;&lt;width val=&quot;6&quot;/&gt;&lt;height val=&quot;10&quot;/&gt;&lt;hasText val=&quot;0&quot;/&gt;&lt;/Image&gt;&lt;Image&gt;&lt;filename val=&quot;C:\Users\sanmi\Documents\My Adobe Presentations\ece552f2019-ALUs\data\asimages\{5FFB0F9F-CE85-4C79-B5E9-03A5AAB7719F}_29_T.png&quot;/&gt;&lt;left val=&quot;289&quot;/&gt;&lt;top val=&quot;339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7FB098D-0C0E-44E2-A8B5-3F63AB387938}&quot;/&gt;&lt;isInvalidForFieldText val=&quot;0&quot;/&gt;&lt;Image&gt;&lt;filename val=&quot;C:\Users\sanmi\Documents\My Adobe Presentations\ece552f2019-ALUs\data\asimages\{07FB098D-0C0E-44E2-A8B5-3F63AB387938}.png&quot;/&gt;&lt;left val=&quot;291&quot;/&gt;&lt;top val=&quot;31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FF0365E-A82D-4D74-958E-89AB7F4F3D03}&quot;/&gt;&lt;isInvalidForFieldText val=&quot;0&quot;/&gt;&lt;Image&gt;&lt;filename val=&quot;C:\Users\sanmi\Documents\My Adobe Presentations\ece552f2019-ALUs\data\asimages\{0FF0365E-A82D-4D74-958E-89AB7F4F3D03}.png&quot;/&gt;&lt;left val=&quot;292&quot;/&gt;&lt;top val=&quot;33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1BCC906-7AE1-487F-9E34-6FF14733DDEA}&quot;/&gt;&lt;isInvalidForFieldText val=&quot;1&quot;/&gt;&lt;Image&gt;&lt;filename val=&quot;C:\Users\sanmi\Documents\My Adobe Presentations\ece552f2019-ALUs\data\asimages\{31BCC906-7AE1-487F-9E34-6FF14733DDEA}_29_S.png&quot;/&gt;&lt;left val=&quot;291&quot;/&gt;&lt;top val=&quot;312&quot;/&gt;&lt;width val=&quot;3&quot;/&gt;&lt;height val=&quot;28&quot;/&gt;&lt;hasText val=&quot;0&quot;/&gt;&lt;/Image&gt;&lt;Image&gt;&lt;filename val=&quot;C:\Users\sanmi\Documents\My Adobe Presentations\ece552f2019-ALUs\data\asimages\{31BCC906-7AE1-487F-9E34-6FF14733DDEA}_29_T.png&quot;/&gt;&lt;left val=&quot;291&quot;/&gt;&lt;top val=&quot;312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6C9B62-EBDE-464E-93DA-04DDF8078041}&quot;/&gt;&lt;isInvalidForFieldText val=&quot;0&quot;/&gt;&lt;Image&gt;&lt;filename val=&quot;C:\Users\sanmi\Documents\My Adobe Presentations\ece552f2019-ALUs\data\asimages\{336C9B62-EBDE-464E-93DA-04DDF8078041}.png&quot;/&gt;&lt;left val=&quot;190&quot;/&gt;&lt;top val=&quot;349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1B0057-9B97-48AA-8452-5DF436613551}&quot;/&gt;&lt;isInvalidForFieldText val=&quot;0&quot;/&gt;&lt;Image&gt;&lt;filename val=&quot;C:\Users\sanmi\Documents\My Adobe Presentations\ece552f2019-ALUs\data\asimages\{E41B0057-9B97-48AA-8452-5DF436613551}.png&quot;/&gt;&lt;left val=&quot;309&quot;/&gt;&lt;top val=&quot;349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59A28E3-A906-46C0-80FE-35DBA8AEBA71}&quot;/&gt;&lt;isInvalidForFieldText val=&quot;0&quot;/&gt;&lt;Image&gt;&lt;filename val=&quot;C:\Users\sanmi\Documents\My Adobe Presentations\ece552f2019-ALUs\data\asimages\{E59A28E3-A906-46C0-80FE-35DBA8AEBA71}.png&quot;/&gt;&lt;left val=&quot;190&quot;/&gt;&lt;top val=&quot;426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0D0F7A8-24EB-4BFC-801D-B17E5E26ABC3}&quot;/&gt;&lt;isInvalidForFieldText val=&quot;0&quot;/&gt;&lt;Image&gt;&lt;filename val=&quot;C:\Users\sanmi\Documents\My Adobe Presentations\ece552f2019-ALUs\data\asimages\{30D0F7A8-24EB-4BFC-801D-B17E5E26ABC3}.png&quot;/&gt;&lt;left val=&quot;190&quot;/&gt;&lt;top val=&quot;349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460FBA6-D7CC-43CA-A1A4-0C0F8A7672AE}_29.png&quot;/&gt;&lt;left val=&quot;227&quot;/&gt;&lt;top val=&quot;452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672270D-F5E8-4766-91C7-349E7DB66154}_29.png&quot;/&gt;&lt;left val=&quot;242&quot;/&gt;&lt;top val=&quot;462&quot;/&gt;&lt;width val=&quot;65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F4E62BE-5062-46CC-8C47-6B8E91A50C9F}&quot;/&gt;&lt;isInvalidForFieldText val=&quot;1&quot;/&gt;&lt;Image&gt;&lt;filename val=&quot;C:\Users\sanmi\Documents\My Adobe Presentations\ece552f2019-ALUs\data\asimages\{CF4E62BE-5062-46CC-8C47-6B8E91A50C9F}_29_S.png&quot;/&gt;&lt;left val=&quot;244&quot;/&gt;&lt;top val=&quot;453&quot;/&gt;&lt;width val=&quot;8&quot;/&gt;&lt;height val=&quot;10&quot;/&gt;&lt;hasText val=&quot;0&quot;/&gt;&lt;/Image&gt;&lt;Image&gt;&lt;filename val=&quot;C:\Users\sanmi\Documents\My Adobe Presentations\ece552f2019-ALUs\data\asimages\{CF4E62BE-5062-46CC-8C47-6B8E91A50C9F}_29_T.png&quot;/&gt;&lt;left val=&quot;244&quot;/&gt;&lt;top val=&quot;453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5E1D72A-4C3B-4DC2-9107-80E524BF4AEC}&quot;/&gt;&lt;isInvalidForFieldText val=&quot;1&quot;/&gt;&lt;Image&gt;&lt;filename val=&quot;C:\Users\sanmi\Documents\My Adobe Presentations\ece552f2019-ALUs\data\asimages\{D5E1D72A-4C3B-4DC2-9107-80E524BF4AEC}_29_S.png&quot;/&gt;&lt;left val=&quot;245&quot;/&gt;&lt;top val=&quot;453&quot;/&gt;&lt;width val=&quot;4&quot;/&gt;&lt;height val=&quot;2&quot;/&gt;&lt;hasText val=&quot;0&quot;/&gt;&lt;/Image&gt;&lt;Image&gt;&lt;filename val=&quot;C:\Users\sanmi\Documents\My Adobe Presentations\ece552f2019-ALUs\data\asimages\{D5E1D72A-4C3B-4DC2-9107-80E524BF4AEC}_29_T.png&quot;/&gt;&lt;left val=&quot;245&quot;/&gt;&lt;top val=&quot;453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3EEA28E-EBFA-4B33-91D8-20594158AF91}&quot;/&gt;&lt;isInvalidForFieldText val=&quot;1&quot;/&gt;&lt;Image&gt;&lt;filename val=&quot;C:\Users\sanmi\Documents\My Adobe Presentations\ece552f2019-ALUs\data\asimages\{73EEA28E-EBFA-4B33-91D8-20594158AF91}_29_S.png&quot;/&gt;&lt;left val=&quot;245&quot;/&gt;&lt;top val=&quot;453&quot;/&gt;&lt;width val=&quot;7&quot;/&gt;&lt;height val=&quot;10&quot;/&gt;&lt;hasText val=&quot;0&quot;/&gt;&lt;/Image&gt;&lt;Image&gt;&lt;filename val=&quot;C:\Users\sanmi\Documents\My Adobe Presentations\ece552f2019-ALUs\data\asimages\{73EEA28E-EBFA-4B33-91D8-20594158AF91}_29_T.png&quot;/&gt;&lt;left val=&quot;245&quot;/&gt;&lt;top val=&quot;453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1C59B2-D6C4-4FFD-9A36-F561CECA11DC}&quot;/&gt;&lt;isInvalidForFieldText val=&quot;0&quot;/&gt;&lt;Image&gt;&lt;filename val=&quot;C:\Users\sanmi\Documents\My Adobe Presentations\ece552f2019-ALUs\data\asimages\{ED1C59B2-D6C4-4FFD-9A36-F561CECA11DC}.png&quot;/&gt;&lt;left val=&quot;247&quot;/&gt;&lt;top val=&quot;42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DC91DB7-D915-409E-BF84-74224F4A92D8}&quot;/&gt;&lt;isInvalidForFieldText val=&quot;0&quot;/&gt;&lt;Image&gt;&lt;filename val=&quot;C:\Users\sanmi\Documents\My Adobe Presentations\ece552f2019-ALUs\data\asimages\{0DC91DB7-D915-409E-BF84-74224F4A92D8}.png&quot;/&gt;&lt;left val=&quot;248&quot;/&gt;&lt;top val=&quot;45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0FD05DF-FA78-4A02-899B-7301DAA28B59}&quot;/&gt;&lt;isInvalidForFieldText val=&quot;1&quot;/&gt;&lt;Image&gt;&lt;filename val=&quot;C:\Users\sanmi\Documents\My Adobe Presentations\ece552f2019-ALUs\data\asimages\{D0FD05DF-FA78-4A02-899B-7301DAA28B59}_29_S.png&quot;/&gt;&lt;left val=&quot;247&quot;/&gt;&lt;top val=&quot;425&quot;/&gt;&lt;width val=&quot;3&quot;/&gt;&lt;height val=&quot;28&quot;/&gt;&lt;hasText val=&quot;0&quot;/&gt;&lt;/Image&gt;&lt;Image&gt;&lt;filename val=&quot;C:\Users\sanmi\Documents\My Adobe Presentations\ece552f2019-ALUs\data\asimages\{D0FD05DF-FA78-4A02-899B-7301DAA28B59}_29_T.png&quot;/&gt;&lt;left val=&quot;247&quot;/&gt;&lt;top val=&quot;425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FA65459-D136-4DC1-ABA1-FEE145877BF1}_29.png&quot;/&gt;&lt;left val=&quot;300&quot;/&gt;&lt;top val=&quot;347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6A6908B-21E7-4DF8-A70B-F94747CB641F}_29.png&quot;/&gt;&lt;left val=&quot;315&quot;/&gt;&lt;top val=&quot;357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DFA7118-9910-4459-AC19-AF5831843E20}&quot;/&gt;&lt;isInvalidForFieldText val=&quot;1&quot;/&gt;&lt;Image&gt;&lt;filename val=&quot;C:\Users\sanmi\Documents\My Adobe Presentations\ece552f2019-ALUs\data\asimages\{6DFA7118-9910-4459-AC19-AF5831843E20}_29_S.png&quot;/&gt;&lt;left val=&quot;311&quot;/&gt;&lt;top val=&quot;384&quot;/&gt;&lt;width val=&quot;10&quot;/&gt;&lt;height val=&quot;7&quot;/&gt;&lt;hasText val=&quot;0&quot;/&gt;&lt;/Image&gt;&lt;Image&gt;&lt;filename val=&quot;C:\Users\sanmi\Documents\My Adobe Presentations\ece552f2019-ALUs\data\asimages\{6DFA7118-9910-4459-AC19-AF5831843E20}_29_T.png&quot;/&gt;&lt;left val=&quot;311&quot;/&gt;&lt;top val=&quot;384&quot;/&gt;&lt;width val=&quot;9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59EF991-B596-47C7-A4A8-CFAE6B7FF7D3}&quot;/&gt;&lt;isInvalidForFieldText val=&quot;1&quot;/&gt;&lt;Image&gt;&lt;filename val=&quot;C:\Users\sanmi\Documents\My Adobe Presentations\ece552f2019-ALUs\data\asimages\{659EF991-B596-47C7-A4A8-CFAE6B7FF7D3}_29_S.png&quot;/&gt;&lt;left val=&quot;319&quot;/&gt;&lt;top val=&quot;385&quot;/&gt;&lt;width val=&quot;2&quot;/&gt;&lt;height val=&quot;3&quot;/&gt;&lt;hasText val=&quot;0&quot;/&gt;&lt;/Image&gt;&lt;Image&gt;&lt;filename val=&quot;C:\Users\sanmi\Documents\My Adobe Presentations\ece552f2019-ALUs\data\asimages\{659EF991-B596-47C7-A4A8-CFAE6B7FF7D3}_29_T.png&quot;/&gt;&lt;left val=&quot;319&quot;/&gt;&lt;top val=&quot;385&quot;/&gt;&lt;width val=&quot;1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6643706-061F-4E76-A075-CD77D19DEB61}&quot;/&gt;&lt;isInvalidForFieldText val=&quot;1&quot;/&gt;&lt;Image&gt;&lt;filename val=&quot;C:\Users\sanmi\Documents\My Adobe Presentations\ece552f2019-ALUs\data\asimages\{06643706-061F-4E76-A075-CD77D19DEB61}_29_S.png&quot;/&gt;&lt;left val=&quot;311&quot;/&gt;&lt;top val=&quot;385&quot;/&gt;&lt;width val=&quot;10&quot;/&gt;&lt;height val=&quot;6&quot;/&gt;&lt;hasText val=&quot;0&quot;/&gt;&lt;/Image&gt;&lt;Image&gt;&lt;filename val=&quot;C:\Users\sanmi\Documents\My Adobe Presentations\ece552f2019-ALUs\data\asimages\{06643706-061F-4E76-A075-CD77D19DEB61}_29_T.png&quot;/&gt;&lt;left val=&quot;311&quot;/&gt;&lt;top val=&quot;385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BD8A538-EE7B-4AEB-92B4-FC626D4F0DC9}&quot;/&gt;&lt;isInvalidForFieldText val=&quot;0&quot;/&gt;&lt;Image&gt;&lt;filename val=&quot;C:\Users\sanmi\Documents\My Adobe Presentations\ece552f2019-ALUs\data\asimages\{9BD8A538-EE7B-4AEB-92B4-FC626D4F0DC9}.png&quot;/&gt;&lt;left val=&quot;320&quot;/&gt;&lt;top val=&quot;387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1C04F7A-0EFA-4BC1-8D3E-B7EF2B1CD4CF}&quot;/&gt;&lt;isInvalidForFieldText val=&quot;0&quot;/&gt;&lt;Image&gt;&lt;filename val=&quot;C:\Users\sanmi\Documents\My Adobe Presentations\ece552f2019-ALUs\data\asimages\{B1C04F7A-0EFA-4BC1-8D3E-B7EF2B1CD4CF}.png&quot;/&gt;&lt;left val=&quot;320&quot;/&gt;&lt;top val=&quot;387&quot;/&gt;&lt;width val=&quot;2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59840B5-1F34-4536-8C88-B6935B3407BB}&quot;/&gt;&lt;isInvalidForFieldText val=&quot;0&quot;/&gt;&lt;Image&gt;&lt;filename val=&quot;C:\Users\sanmi\Documents\My Adobe Presentations\ece552f2019-ALUs\data\asimages\{359840B5-1F34-4536-8C88-B6935B3407BB}.png&quot;/&gt;&lt;left val=&quot;345&quot;/&gt;&lt;top val=&quot;24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3137E23-DAFD-4BFF-A4F4-95B7BFE78982}&quot;/&gt;&lt;isInvalidForFieldText val=&quot;0&quot;/&gt;&lt;Image&gt;&lt;filename val=&quot;C:\Users\sanmi\Documents\My Adobe Presentations\ece552f2019-ALUs\data\asimages\{23137E23-DAFD-4BFF-A4F4-95B7BFE78982}.png&quot;/&gt;&lt;left val=&quot;345&quot;/&gt;&lt;top val=&quot;241&quot;/&gt;&lt;width val=&quot;2&quot;/&gt;&lt;height val=&quot;14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6755C86-822D-4F14-9982-1053BA2B8FEE}_29.png&quot;/&gt;&lt;left val=&quot;391&quot;/&gt;&lt;top val=&quot;273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AFD5B06-638E-4CD8-BA2A-E1F3E27ACA4B}_29.png&quot;/&gt;&lt;left val=&quot;421&quot;/&gt;&lt;top val=&quot;289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0452D47-B1FB-4C2F-84E4-9F8CBA3407AD}&quot;/&gt;&lt;isInvalidForFieldText val=&quot;1&quot;/&gt;&lt;Image&gt;&lt;filename val=&quot;C:\Users\sanmi\Documents\My Adobe Presentations\ece552f2019-ALUs\data\asimages\{F0452D47-B1FB-4C2F-84E4-9F8CBA3407AD}_29_S.png&quot;/&gt;&lt;left val=&quot;408&quot;/&gt;&lt;top val=&quot;316&quot;/&gt;&lt;width val=&quot;7&quot;/&gt;&lt;height val=&quot;10&quot;/&gt;&lt;hasText val=&quot;0&quot;/&gt;&lt;/Image&gt;&lt;Image&gt;&lt;filename val=&quot;C:\Users\sanmi\Documents\My Adobe Presentations\ece552f2019-ALUs\data\asimages\{F0452D47-B1FB-4C2F-84E4-9F8CBA3407AD}_29_T.png&quot;/&gt;&lt;left val=&quot;408&quot;/&gt;&lt;top val=&quot;316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D510007-E79D-4907-88DC-F48B8AF34D48}&quot;/&gt;&lt;isInvalidForFieldText val=&quot;1&quot;/&gt;&lt;Image&gt;&lt;filename val=&quot;C:\Users\sanmi\Documents\My Adobe Presentations\ece552f2019-ALUs\data\asimages\{6D510007-E79D-4907-88DC-F48B8AF34D48}_29_S.png&quot;/&gt;&lt;left val=&quot;411&quot;/&gt;&lt;top val=&quot;324&quot;/&gt;&lt;width val=&quot;3&quot;/&gt;&lt;height val=&quot;2&quot;/&gt;&lt;hasText val=&quot;0&quot;/&gt;&lt;/Image&gt;&lt;Image&gt;&lt;filename val=&quot;C:\Users\sanmi\Documents\My Adobe Presentations\ece552f2019-ALUs\data\asimages\{6D510007-E79D-4907-88DC-F48B8AF34D48}_29_T.png&quot;/&gt;&lt;left val=&quot;411&quot;/&gt;&lt;top val=&quot;324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D8A8DBB-88BA-4E2A-8FDD-3B8F23D7E899}&quot;/&gt;&lt;isInvalidForFieldText val=&quot;1&quot;/&gt;&lt;Image&gt;&lt;filename val=&quot;C:\Users\sanmi\Documents\My Adobe Presentations\ece552f2019-ALUs\data\asimages\{6D8A8DBB-88BA-4E2A-8FDD-3B8F23D7E899}_29_S.png&quot;/&gt;&lt;left val=&quot;408&quot;/&gt;&lt;top val=&quot;316&quot;/&gt;&lt;width val=&quot;6&quot;/&gt;&lt;height val=&quot;10&quot;/&gt;&lt;hasText val=&quot;0&quot;/&gt;&lt;/Image&gt;&lt;Image&gt;&lt;filename val=&quot;C:\Users\sanmi\Documents\My Adobe Presentations\ece552f2019-ALUs\data\asimages\{6D8A8DBB-88BA-4E2A-8FDD-3B8F23D7E899}_29_T.png&quot;/&gt;&lt;left val=&quot;408&quot;/&gt;&lt;top val=&quot;316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7945AD8-691C-4589-907D-344BB74C2CD5}&quot;/&gt;&lt;isInvalidForFieldText val=&quot;0&quot;/&gt;&lt;Image&gt;&lt;filename val=&quot;C:\Users\sanmi\Documents\My Adobe Presentations\ece552f2019-ALUs\data\asimages\{67945AD8-691C-4589-907D-344BB74C2CD5}.png&quot;/&gt;&lt;left val=&quot;411&quot;/&gt;&lt;top val=&quot;32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3FCD9A6-BD1C-4306-B5A1-04F17FDA69EA}&quot;/&gt;&lt;isInvalidForFieldText val=&quot;0&quot;/&gt;&lt;Image&gt;&lt;filename val=&quot;C:\Users\sanmi\Documents\My Adobe Presentations\ece552f2019-ALUs\data\asimages\{53FCD9A6-BD1C-4306-B5A1-04F17FDA69EA}.png&quot;/&gt;&lt;left val=&quot;411&quot;/&gt;&lt;top val=&quot;35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4FEFA5A-52F3-40AA-ABD6-CB1158C0CD4D}&quot;/&gt;&lt;isInvalidForFieldText val=&quot;0&quot;/&gt;&lt;Image&gt;&lt;filename val=&quot;C:\Users\sanmi\Documents\My Adobe Presentations\ece552f2019-ALUs\data\asimages\{D4FEFA5A-52F3-40AA-ABD6-CB1158C0CD4D}.png&quot;/&gt;&lt;left val=&quot;411&quot;/&gt;&lt;top val=&quot;325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E43F202-78F6-4A67-BF55-DA4F5F1046B1}_29.png&quot;/&gt;&lt;left val=&quot;364&quot;/&gt;&lt;top val=&quot;275&quot;/&gt;&lt;width val=&quot;4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B2E6B20-6705-4E57-8EA1-A83B217CB964}_29.png&quot;/&gt;&lt;left val=&quot;397&quot;/&gt;&lt;top val=&quot;291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94A43BD-8C2D-4730-BA81-8F4A015B61CA}&quot;/&gt;&lt;isInvalidForFieldText val=&quot;1&quot;/&gt;&lt;Image&gt;&lt;filename val=&quot;C:\Users\sanmi\Documents\My Adobe Presentations\ece552f2019-ALUs\data\asimages\{694A43BD-8C2D-4730-BA81-8F4A015B61CA}_29_S.png&quot;/&gt;&lt;left val=&quot;382&quot;/&gt;&lt;top val=&quot;314&quot;/&gt;&lt;width val=&quot;7&quot;/&gt;&lt;height val=&quot;13&quot;/&gt;&lt;hasText val=&quot;0&quot;/&gt;&lt;/Image&gt;&lt;Image&gt;&lt;filename val=&quot;C:\Users\sanmi\Documents\My Adobe Presentations\ece552f2019-ALUs\data\asimages\{694A43BD-8C2D-4730-BA81-8F4A015B61CA}_29_T.png&quot;/&gt;&lt;left val=&quot;382&quot;/&gt;&lt;top val=&quot;314&quot;/&gt;&lt;width val=&quot;6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C9CD618-EE4C-4FED-BE78-DEB6764FB3E4}&quot;/&gt;&lt;isInvalidForFieldText val=&quot;1&quot;/&gt;&lt;Image&gt;&lt;filename val=&quot;C:\Users\sanmi\Documents\My Adobe Presentations\ece552f2019-ALUs\data\asimages\{FC9CD618-EE4C-4FED-BE78-DEB6764FB3E4}_29_S.png&quot;/&gt;&lt;left val=&quot;385&quot;/&gt;&lt;top val=&quot;325&quot;/&gt;&lt;width val=&quot;3&quot;/&gt;&lt;height val=&quot;2&quot;/&gt;&lt;hasText val=&quot;0&quot;/&gt;&lt;/Image&gt;&lt;Image&gt;&lt;filename val=&quot;C:\Users\sanmi\Documents\My Adobe Presentations\ece552f2019-ALUs\data\asimages\{FC9CD618-EE4C-4FED-BE78-DEB6764FB3E4}_29_T.png&quot;/&gt;&lt;left val=&quot;385&quot;/&gt;&lt;top val=&quot;325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2BE7BA5-10AF-40B3-806C-135529DAC705}&quot;/&gt;&lt;isInvalidForFieldText val=&quot;1&quot;/&gt;&lt;Image&gt;&lt;filename val=&quot;C:\Users\sanmi\Documents\My Adobe Presentations\ece552f2019-ALUs\data\asimages\{72BE7BA5-10AF-40B3-806C-135529DAC705}_29_S.png&quot;/&gt;&lt;left val=&quot;382&quot;/&gt;&lt;top val=&quot;317&quot;/&gt;&lt;width val=&quot;6&quot;/&gt;&lt;height val=&quot;10&quot;/&gt;&lt;hasText val=&quot;0&quot;/&gt;&lt;/Image&gt;&lt;Image&gt;&lt;filename val=&quot;C:\Users\sanmi\Documents\My Adobe Presentations\ece552f2019-ALUs\data\asimages\{72BE7BA5-10AF-40B3-806C-135529DAC705}_29_T.png&quot;/&gt;&lt;left val=&quot;382&quot;/&gt;&lt;top val=&quot;317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B1104E8-0457-4BB7-8C53-46E3386987BF}&quot;/&gt;&lt;isInvalidForFieldText val=&quot;0&quot;/&gt;&lt;Image&gt;&lt;filename val=&quot;C:\Users\sanmi\Documents\My Adobe Presentations\ece552f2019-ALUs\data\asimages\{FB1104E8-0457-4BB7-8C53-46E3386987BF}.png&quot;/&gt;&lt;left val=&quot;385&quot;/&gt;&lt;top val=&quot;32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CB7DF8-3F9E-4445-A6D3-81D15249F14F}&quot;/&gt;&lt;isInvalidForFieldText val=&quot;0&quot;/&gt;&lt;Image&gt;&lt;filename val=&quot;C:\Users\sanmi\Documents\My Adobe Presentations\ece552f2019-ALUs\data\asimages\{1ECB7DF8-3F9E-4445-A6D3-81D15249F14F}.png&quot;/&gt;&lt;left val=&quot;385&quot;/&gt;&lt;top val=&quot;35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7F583E-1405-4AFA-A179-3EB1F7B0C810}&quot;/&gt;&lt;isInvalidForFieldText val=&quot;0&quot;/&gt;&lt;Image&gt;&lt;filename val=&quot;C:\Users\sanmi\Documents\My Adobe Presentations\ece552f2019-ALUs\data\asimages\{E47F583E-1405-4AFA-A179-3EB1F7B0C810}.png&quot;/&gt;&lt;left val=&quot;385&quot;/&gt;&lt;top val=&quot;327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71C14BC-442E-4577-9644-338F794BC36A}_29.png&quot;/&gt;&lt;left val=&quot;419&quot;/&gt;&lt;top val=&quot;27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818DA18-CD61-4A56-8EF6-DE27C1640C99}_29.png&quot;/&gt;&lt;left val=&quot;435&quot;/&gt;&lt;top val=&quot;284&quot;/&gt;&lt;width val=&quot;51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E3B5B25-359C-4584-A159-88D4397BE3C8}_29.png&quot;/&gt;&lt;left val=&quot;460&quot;/&gt;&lt;top val=&quot;27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0164B6D-7FE9-4753-A7DB-D18287877812}_29.png&quot;/&gt;&lt;left val=&quot;476&quot;/&gt;&lt;top val=&quot;284&quot;/&gt;&lt;width val=&quot;5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64B33A0-B82E-44A6-9416-13E739D4C24F}&quot;/&gt;&lt;isInvalidForFieldText val=&quot;1&quot;/&gt;&lt;Image&gt;&lt;filename val=&quot;C:\Users\sanmi\Documents\My Adobe Presentations\ece552f2019-ALUs\data\asimages\{764B33A0-B82E-44A6-9416-13E739D4C24F}_29_S.png&quot;/&gt;&lt;left val=&quot;436&quot;/&gt;&lt;top val=&quot;342&quot;/&gt;&lt;width val=&quot;7&quot;/&gt;&lt;height val=&quot;11&quot;/&gt;&lt;hasText val=&quot;0&quot;/&gt;&lt;/Image&gt;&lt;Image&gt;&lt;filename val=&quot;C:\Users\sanmi\Documents\My Adobe Presentations\ece552f2019-ALUs\data\asimages\{764B33A0-B82E-44A6-9416-13E739D4C24F}_29_T.png&quot;/&gt;&lt;left val=&quot;436&quot;/&gt;&lt;top val=&quot;342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86FEB69-D866-4E6B-84CC-A1CD20F6602A}&quot;/&gt;&lt;isInvalidForFieldText val=&quot;1&quot;/&gt;&lt;Image&gt;&lt;filename val=&quot;C:\Users\sanmi\Documents\My Adobe Presentations\ece552f2019-ALUs\data\asimages\{486FEB69-D866-4E6B-84CC-A1CD20F6602A}_29_S.png&quot;/&gt;&lt;left val=&quot;437&quot;/&gt;&lt;top val=&quot;342&quot;/&gt;&lt;width val=&quot;3&quot;/&gt;&lt;height val=&quot;2&quot;/&gt;&lt;hasText val=&quot;0&quot;/&gt;&lt;/Image&gt;&lt;Image&gt;&lt;filename val=&quot;C:\Users\sanmi\Documents\My Adobe Presentations\ece552f2019-ALUs\data\asimages\{486FEB69-D866-4E6B-84CC-A1CD20F6602A}_29_T.png&quot;/&gt;&lt;left val=&quot;437&quot;/&gt;&lt;top val=&quot;342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6725B45-9764-4F43-8956-96D5DD814144}&quot;/&gt;&lt;isInvalidForFieldText val=&quot;1&quot;/&gt;&lt;Image&gt;&lt;filename val=&quot;C:\Users\sanmi\Documents\My Adobe Presentations\ece552f2019-ALUs\data\asimages\{76725B45-9764-4F43-8956-96D5DD814144}_29_S.png&quot;/&gt;&lt;left val=&quot;437&quot;/&gt;&lt;top val=&quot;342&quot;/&gt;&lt;width val=&quot;6&quot;/&gt;&lt;height val=&quot;11&quot;/&gt;&lt;hasText val=&quot;0&quot;/&gt;&lt;/Image&gt;&lt;Image&gt;&lt;filename val=&quot;C:\Users\sanmi\Documents\My Adobe Presentations\ece552f2019-ALUs\data\asimages\{76725B45-9764-4F43-8956-96D5DD814144}_29_T.png&quot;/&gt;&lt;left val=&quot;437&quot;/&gt;&lt;top val=&quot;342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473314F-F69F-47E0-8D77-AF40D998F9EE}&quot;/&gt;&lt;isInvalidForFieldText val=&quot;0&quot;/&gt;&lt;Image&gt;&lt;filename val=&quot;C:\Users\sanmi\Documents\My Adobe Presentations\ece552f2019-ALUs\data\asimages\{B473314F-F69F-47E0-8D77-AF40D998F9EE}.png&quot;/&gt;&lt;left val=&quot;438&quot;/&gt;&lt;top val=&quot;31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2FDDB7D-22C3-47CC-8545-4B992D937391}&quot;/&gt;&lt;isInvalidForFieldText val=&quot;0&quot;/&gt;&lt;Image&gt;&lt;filename val=&quot;C:\Users\sanmi\Documents\My Adobe Presentations\ece552f2019-ALUs\data\asimages\{02FDDB7D-22C3-47CC-8545-4B992D937391}.png&quot;/&gt;&lt;left val=&quot;439&quot;/&gt;&lt;top val=&quot;34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B37DF02-A319-4F11-A575-1A5D93364A51}&quot;/&gt;&lt;isInvalidForFieldText val=&quot;1&quot;/&gt;&lt;Image&gt;&lt;filename val=&quot;C:\Users\sanmi\Documents\My Adobe Presentations\ece552f2019-ALUs\data\asimages\{BB37DF02-A319-4F11-A575-1A5D93364A51}_29_S.png&quot;/&gt;&lt;left val=&quot;438&quot;/&gt;&lt;top val=&quot;315&quot;/&gt;&lt;width val=&quot;3&quot;/&gt;&lt;height val=&quot;28&quot;/&gt;&lt;hasText val=&quot;0&quot;/&gt;&lt;/Image&gt;&lt;Image&gt;&lt;filename val=&quot;C:\Users\sanmi\Documents\My Adobe Presentations\ece552f2019-ALUs\data\asimages\{BB37DF02-A319-4F11-A575-1A5D93364A51}_29_T.png&quot;/&gt;&lt;left val=&quot;438&quot;/&gt;&lt;top val=&quot;315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D209EEE-E96E-4A80-888D-1EE0A8053C06}&quot;/&gt;&lt;isInvalidForFieldText val=&quot;1&quot;/&gt;&lt;Image&gt;&lt;filename val=&quot;C:\Users\sanmi\Documents\My Adobe Presentations\ece552f2019-ALUs\data\asimages\{3D209EEE-E96E-4A80-888D-1EE0A8053C06}_29_S.png&quot;/&gt;&lt;left val=&quot;462&quot;/&gt;&lt;top val=&quot;341&quot;/&gt;&lt;width val=&quot;7&quot;/&gt;&lt;height val=&quot;11&quot;/&gt;&lt;hasText val=&quot;0&quot;/&gt;&lt;/Image&gt;&lt;Image&gt;&lt;filename val=&quot;C:\Users\sanmi\Documents\My Adobe Presentations\ece552f2019-ALUs\data\asimages\{3D209EEE-E96E-4A80-888D-1EE0A8053C06}_29_T.png&quot;/&gt;&lt;left val=&quot;462&quot;/&gt;&lt;top val=&quot;341&quot;/&gt;&lt;width val=&quot;7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3D9E3CA-B0FE-4029-9163-647A0AC5AEF0}&quot;/&gt;&lt;isInvalidForFieldText val=&quot;1&quot;/&gt;&lt;Image&gt;&lt;filename val=&quot;C:\Users\sanmi\Documents\My Adobe Presentations\ece552f2019-ALUs\data\asimages\{03D9E3CA-B0FE-4029-9163-647A0AC5AEF0}_29_S.png&quot;/&gt;&lt;left val=&quot;463&quot;/&gt;&lt;top val=&quot;342&quot;/&gt;&lt;width val=&quot;4&quot;/&gt;&lt;height val=&quot;2&quot;/&gt;&lt;hasText val=&quot;0&quot;/&gt;&lt;/Image&gt;&lt;Image&gt;&lt;filename val=&quot;C:\Users\sanmi\Documents\My Adobe Presentations\ece552f2019-ALUs\data\asimages\{03D9E3CA-B0FE-4029-9163-647A0AC5AEF0}_29_T.png&quot;/&gt;&lt;left val=&quot;463&quot;/&gt;&lt;top val=&quot;342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848E172-D270-4241-A1FC-48E2A9ADEAC8}&quot;/&gt;&lt;isInvalidForFieldText val=&quot;1&quot;/&gt;&lt;Image&gt;&lt;filename val=&quot;C:\Users\sanmi\Documents\My Adobe Presentations\ece552f2019-ALUs\data\asimages\{7848E172-D270-4241-A1FC-48E2A9ADEAC8}_29_S.png&quot;/&gt;&lt;left val=&quot;463&quot;/&gt;&lt;top val=&quot;341&quot;/&gt;&lt;width val=&quot;6&quot;/&gt;&lt;height val=&quot;11&quot;/&gt;&lt;hasText val=&quot;0&quot;/&gt;&lt;/Image&gt;&lt;Image&gt;&lt;filename val=&quot;C:\Users\sanmi\Documents\My Adobe Presentations\ece552f2019-ALUs\data\asimages\{7848E172-D270-4241-A1FC-48E2A9ADEAC8}_29_T.png&quot;/&gt;&lt;left val=&quot;463&quot;/&gt;&lt;top val=&quot;341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57179A4-FD5A-48E1-801D-2135C912BECB}&quot;/&gt;&lt;isInvalidForFieldText val=&quot;0&quot;/&gt;&lt;Image&gt;&lt;filename val=&quot;C:\Users\sanmi\Documents\My Adobe Presentations\ece552f2019-ALUs\data\asimages\{857179A4-FD5A-48E1-801D-2135C912BECB}.png&quot;/&gt;&lt;left val=&quot;465&quot;/&gt;&lt;top val=&quot;3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A9CC19-A0E2-4681-9425-F24AC5706FC1}&quot;/&gt;&lt;isInvalidForFieldText val=&quot;0&quot;/&gt;&lt;Image&gt;&lt;filename val=&quot;C:\Users\sanmi\Documents\My Adobe Presentations\ece552f2019-ALUs\data\asimages\{6DA9CC19-A0E2-4681-9425-F24AC5706FC1}.png&quot;/&gt;&lt;left val=&quot;466&quot;/&gt;&lt;top val=&quot;34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DDA175-916A-4A98-92A0-C4923395338A}&quot;/&gt;&lt;isInvalidForFieldText val=&quot;1&quot;/&gt;&lt;Image&gt;&lt;filename val=&quot;C:\Users\sanmi\Documents\My Adobe Presentations\ece552f2019-ALUs\data\asimages\{B8DDA175-916A-4A98-92A0-C4923395338A}_29_S.png&quot;/&gt;&lt;left val=&quot;465&quot;/&gt;&lt;top val=&quot;314&quot;/&gt;&lt;width val=&quot;3&quot;/&gt;&lt;height val=&quot;28&quot;/&gt;&lt;hasText val=&quot;0&quot;/&gt;&lt;/Image&gt;&lt;Image&gt;&lt;filename val=&quot;C:\Users\sanmi\Documents\My Adobe Presentations\ece552f2019-ALUs\data\asimages\{B8DDA175-916A-4A98-92A0-C4923395338A}_29_T.png&quot;/&gt;&lt;left val=&quot;465&quot;/&gt;&lt;top val=&quot;314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E2C17E9-455A-438E-A1E0-7D11F935BB59}&quot;/&gt;&lt;isInvalidForFieldText val=&quot;0&quot;/&gt;&lt;Image&gt;&lt;filename val=&quot;C:\Users\sanmi\Documents\My Adobe Presentations\ece552f2019-ALUs\data\asimages\{DE2C17E9-455A-438E-A1E0-7D11F935BB59}.png&quot;/&gt;&lt;left val=&quot;364&quot;/&gt;&lt;top val=&quot;352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88D2C40-D0A9-46B7-858D-83C070CC611E}&quot;/&gt;&lt;isInvalidForFieldText val=&quot;0&quot;/&gt;&lt;Image&gt;&lt;filename val=&quot;C:\Users\sanmi\Documents\My Adobe Presentations\ece552f2019-ALUs\data\asimages\{388D2C40-D0A9-46B7-858D-83C070CC611E}.png&quot;/&gt;&lt;left val=&quot;483&quot;/&gt;&lt;top val=&quot;352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A1C481-F0C3-4290-8524-49FC8FFD219E}&quot;/&gt;&lt;isInvalidForFieldText val=&quot;0&quot;/&gt;&lt;Image&gt;&lt;filename val=&quot;C:\Users\sanmi\Documents\My Adobe Presentations\ece552f2019-ALUs\data\asimages\{82A1C481-F0C3-4290-8524-49FC8FFD219E}.png&quot;/&gt;&lt;left val=&quot;364&quot;/&gt;&lt;top val=&quot;428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DDEE6BF-CB2D-4EFA-977B-73A4A873C170}&quot;/&gt;&lt;isInvalidForFieldText val=&quot;0&quot;/&gt;&lt;Image&gt;&lt;filename val=&quot;C:\Users\sanmi\Documents\My Adobe Presentations\ece552f2019-ALUs\data\asimages\{0DDEE6BF-CB2D-4EFA-977B-73A4A873C170}.png&quot;/&gt;&lt;left val=&quot;364&quot;/&gt;&lt;top val=&quot;352&quot;/&gt;&lt;width val=&quot;2&quot;/&gt;&lt;height val=&quot;7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B7BA2A9-E9F9-4CD3-9262-19FAF7355EAE}_29.png&quot;/&gt;&lt;left val=&quot;402&quot;/&gt;&lt;top val=&quot;455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F3ABC4A-C08B-43D9-BAD4-DC82ED485FE4}_29.png&quot;/&gt;&lt;left val=&quot;417&quot;/&gt;&lt;top val=&quot;465&quot;/&gt;&lt;width val=&quot;5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8D84B39-51EB-4D0D-8ED1-087CCB25ACCC}&quot;/&gt;&lt;isInvalidForFieldText val=&quot;1&quot;/&gt;&lt;Image&gt;&lt;filename val=&quot;C:\Users\sanmi\Documents\My Adobe Presentations\ece552f2019-ALUs\data\asimages\{88D84B39-51EB-4D0D-8ED1-087CCB25ACCC}_29_S.png&quot;/&gt;&lt;left val=&quot;419&quot;/&gt;&lt;top val=&quot;455&quot;/&gt;&lt;width val=&quot;7&quot;/&gt;&lt;height val=&quot;11&quot;/&gt;&lt;hasText val=&quot;0&quot;/&gt;&lt;/Image&gt;&lt;Image&gt;&lt;filename val=&quot;C:\Users\sanmi\Documents\My Adobe Presentations\ece552f2019-ALUs\data\asimages\{88D84B39-51EB-4D0D-8ED1-087CCB25ACCC}_29_T.png&quot;/&gt;&lt;left val=&quot;419&quot;/&gt;&lt;top val=&quot;455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5A1D30D-C372-47DE-9B41-7F4B4BC60602}&quot;/&gt;&lt;isInvalidForFieldText val=&quot;1&quot;/&gt;&lt;Image&gt;&lt;filename val=&quot;C:\Users\sanmi\Documents\My Adobe Presentations\ece552f2019-ALUs\data\asimages\{F5A1D30D-C372-47DE-9B41-7F4B4BC60602}_29_S.png&quot;/&gt;&lt;left val=&quot;420&quot;/&gt;&lt;top val=&quot;455&quot;/&gt;&lt;width val=&quot;3&quot;/&gt;&lt;height val=&quot;2&quot;/&gt;&lt;hasText val=&quot;0&quot;/&gt;&lt;/Image&gt;&lt;Image&gt;&lt;filename val=&quot;C:\Users\sanmi\Documents\My Adobe Presentations\ece552f2019-ALUs\data\asimages\{F5A1D30D-C372-47DE-9B41-7F4B4BC60602}_29_T.png&quot;/&gt;&lt;left val=&quot;420&quot;/&gt;&lt;top val=&quot;455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94789D4-1064-4596-B7AB-40341E738FB2}&quot;/&gt;&lt;isInvalidForFieldText val=&quot;1&quot;/&gt;&lt;Image&gt;&lt;filename val=&quot;C:\Users\sanmi\Documents\My Adobe Presentations\ece552f2019-ALUs\data\asimages\{B94789D4-1064-4596-B7AB-40341E738FB2}_29_S.png&quot;/&gt;&lt;left val=&quot;420&quot;/&gt;&lt;top val=&quot;455&quot;/&gt;&lt;width val=&quot;6&quot;/&gt;&lt;height val=&quot;11&quot;/&gt;&lt;hasText val=&quot;0&quot;/&gt;&lt;/Image&gt;&lt;Image&gt;&lt;filename val=&quot;C:\Users\sanmi\Documents\My Adobe Presentations\ece552f2019-ALUs\data\asimages\{B94789D4-1064-4596-B7AB-40341E738FB2}_29_T.png&quot;/&gt;&lt;left val=&quot;420&quot;/&gt;&lt;top val=&quot;455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B536DD8-58EA-43D4-95E9-E10F77A8B034}&quot;/&gt;&lt;isInvalidForFieldText val=&quot;0&quot;/&gt;&lt;Image&gt;&lt;filename val=&quot;C:\Users\sanmi\Documents\My Adobe Presentations\ece552f2019-ALUs\data\asimages\{1B536DD8-58EA-43D4-95E9-E10F77A8B034}.png&quot;/&gt;&lt;left val=&quot;421&quot;/&gt;&lt;top val=&quot;42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E93B06-2994-487E-B4FE-F4DFA643B327}&quot;/&gt;&lt;isInvalidForFieldText val=&quot;0&quot;/&gt;&lt;Image&gt;&lt;filename val=&quot;C:\Users\sanmi\Documents\My Adobe Presentations\ece552f2019-ALUs\data\asimages\{EAE93B06-2994-487E-B4FE-F4DFA643B327}.png&quot;/&gt;&lt;left val=&quot;422&quot;/&gt;&lt;top val=&quot;45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9C4343F-3F91-4E6B-9EB2-082DDA8D2634}&quot;/&gt;&lt;isInvalidForFieldText val=&quot;1&quot;/&gt;&lt;Image&gt;&lt;filename val=&quot;C:\Users\sanmi\Documents\My Adobe Presentations\ece552f2019-ALUs\data\asimages\{E9C4343F-3F91-4E6B-9EB2-082DDA8D2634}_29_S.png&quot;/&gt;&lt;left val=&quot;421&quot;/&gt;&lt;top val=&quot;428&quot;/&gt;&lt;width val=&quot;3&quot;/&gt;&lt;height val=&quot;28&quot;/&gt;&lt;hasText val=&quot;0&quot;/&gt;&lt;/Image&gt;&lt;Image&gt;&lt;filename val=&quot;C:\Users\sanmi\Documents\My Adobe Presentations\ece552f2019-ALUs\data\asimages\{E9C4343F-3F91-4E6B-9EB2-082DDA8D2634}_29_T.png&quot;/&gt;&lt;left val=&quot;421&quot;/&gt;&lt;top val=&quot;428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24EF287-FE7D-434D-983F-68F91229129C}_29.png&quot;/&gt;&lt;left val=&quot;474&quot;/&gt;&lt;top val=&quot;350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9AA26AA-A8BB-4F18-814F-E66C23829423}_29.png&quot;/&gt;&lt;left val=&quot;489&quot;/&gt;&lt;top val=&quot;360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1ADEF8B-D6C5-4636-89A7-2A43A99A1F06}&quot;/&gt;&lt;isInvalidForFieldText val=&quot;1&quot;/&gt;&lt;Image&gt;&lt;filename val=&quot;C:\Users\sanmi\Documents\My Adobe Presentations\ece552f2019-ALUs\data\asimages\{41ADEF8B-D6C5-4636-89A7-2A43A99A1F06}_29_S.png&quot;/&gt;&lt;left val=&quot;482&quot;/&gt;&lt;top val=&quot;386&quot;/&gt;&lt;width val=&quot;13&quot;/&gt;&lt;height val=&quot;8&quot;/&gt;&lt;hasText val=&quot;0&quot;/&gt;&lt;/Image&gt;&lt;Image&gt;&lt;filename val=&quot;C:\Users\sanmi\Documents\My Adobe Presentations\ece552f2019-ALUs\data\asimages\{41ADEF8B-D6C5-4636-89A7-2A43A99A1F06}_29_T.png&quot;/&gt;&lt;left val=&quot;482&quot;/&gt;&lt;top val=&quot;386&quot;/&gt;&lt;width val=&quot;1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E4B21A4-373A-40F7-942B-05BAE64C56CA}&quot;/&gt;&lt;isInvalidForFieldText val=&quot;1&quot;/&gt;&lt;Image&gt;&lt;filename val=&quot;C:\Users\sanmi\Documents\My Adobe Presentations\ece552f2019-ALUs\data\asimages\{8E4B21A4-373A-40F7-942B-05BAE64C56CA}_29_S.png&quot;/&gt;&lt;left val=&quot;493&quot;/&gt;&lt;top val=&quot;387&quot;/&gt;&lt;width val=&quot;2&quot;/&gt;&lt;height val=&quot;4&quot;/&gt;&lt;hasText val=&quot;0&quot;/&gt;&lt;/Image&gt;&lt;Image&gt;&lt;filename val=&quot;C:\Users\sanmi\Documents\My Adobe Presentations\ece552f2019-ALUs\data\asimages\{8E4B21A4-373A-40F7-942B-05BAE64C56CA}_29_T.png&quot;/&gt;&lt;left val=&quot;493&quot;/&gt;&lt;top val=&quot;387&quot;/&gt;&lt;width val=&quot;1&quot;/&gt;&lt;height val=&quot;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45EE110-11EE-4935-B1BB-8313B00FF1D5}&quot;/&gt;&lt;isInvalidForFieldText val=&quot;1&quot;/&gt;&lt;Image&gt;&lt;filename val=&quot;C:\Users\sanmi\Documents\My Adobe Presentations\ece552f2019-ALUs\data\asimages\{145EE110-11EE-4935-B1BB-8313B00FF1D5}_29_S.png&quot;/&gt;&lt;left val=&quot;485&quot;/&gt;&lt;top val=&quot;387&quot;/&gt;&lt;width val=&quot;10&quot;/&gt;&lt;height val=&quot;7&quot;/&gt;&lt;hasText val=&quot;0&quot;/&gt;&lt;/Image&gt;&lt;Image&gt;&lt;filename val=&quot;C:\Users\sanmi\Documents\My Adobe Presentations\ece552f2019-ALUs\data\asimages\{145EE110-11EE-4935-B1BB-8313B00FF1D5}_29_T.png&quot;/&gt;&lt;left val=&quot;485&quot;/&gt;&lt;top val=&quot;387&quot;/&gt;&lt;width val=&quot;9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51A58C9-734A-4241-A0CE-3B692F68D6CE}&quot;/&gt;&lt;isInvalidForFieldText val=&quot;0&quot;/&gt;&lt;Image&gt;&lt;filename val=&quot;C:\Users\sanmi\Documents\My Adobe Presentations\ece552f2019-ALUs\data\asimages\{D51A58C9-734A-4241-A0CE-3B692F68D6CE}.png&quot;/&gt;&lt;left val=&quot;495&quot;/&gt;&lt;top val=&quot;39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C62241C-2A5B-4536-9A32-F46F1108CD65}&quot;/&gt;&lt;isInvalidForFieldText val=&quot;0&quot;/&gt;&lt;Image&gt;&lt;filename val=&quot;C:\Users\sanmi\Documents\My Adobe Presentations\ece552f2019-ALUs\data\asimages\{AC62241C-2A5B-4536-9A32-F46F1108CD65}.png&quot;/&gt;&lt;left val=&quot;495&quot;/&gt;&lt;top val=&quot;390&quot;/&gt;&lt;width val=&quot;2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2FE395C-27EB-42F2-8971-698D24DF191F}&quot;/&gt;&lt;isInvalidForFieldText val=&quot;0&quot;/&gt;&lt;Image&gt;&lt;filename val=&quot;C:\Users\sanmi\Documents\My Adobe Presentations\ece552f2019-ALUs\data\asimages\{12FE395C-27EB-42F2-8971-698D24DF191F}.png&quot;/&gt;&lt;left val=&quot;519&quot;/&gt;&lt;top val=&quot;24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85F14F0-68E6-428F-ADDF-C6F3B6478A2F}&quot;/&gt;&lt;isInvalidForFieldText val=&quot;0&quot;/&gt;&lt;Image&gt;&lt;filename val=&quot;C:\Users\sanmi\Documents\My Adobe Presentations\ece552f2019-ALUs\data\asimages\{A85F14F0-68E6-428F-ADDF-C6F3B6478A2F}.png&quot;/&gt;&lt;left val=&quot;519&quot;/&gt;&lt;top val=&quot;243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FA16BCD-39FF-4557-AEFB-8157AC921051}_29.png&quot;/&gt;&lt;left val=&quot;564&quot;/&gt;&lt;top val=&quot;273&quot;/&gt;&lt;width val=&quot;4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95E1D49-6571-4582-931B-949032725BEB}_29.png&quot;/&gt;&lt;left val=&quot;594&quot;/&gt;&lt;top val=&quot;289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3334D27-CE49-4B6B-A87D-F87A19F27D81}&quot;/&gt;&lt;isInvalidForFieldText val=&quot;1&quot;/&gt;&lt;Image&gt;&lt;filename val=&quot;C:\Users\sanmi\Documents\My Adobe Presentations\ece552f2019-ALUs\data\asimages\{63334D27-CE49-4B6B-A87D-F87A19F27D81}_29_S.png&quot;/&gt;&lt;left val=&quot;582&quot;/&gt;&lt;top val=&quot;315&quot;/&gt;&lt;width val=&quot;7&quot;/&gt;&lt;height val=&quot;11&quot;/&gt;&lt;hasText val=&quot;0&quot;/&gt;&lt;/Image&gt;&lt;Image&gt;&lt;filename val=&quot;C:\Users\sanmi\Documents\My Adobe Presentations\ece552f2019-ALUs\data\asimages\{63334D27-CE49-4B6B-A87D-F87A19F27D81}_29_T.png&quot;/&gt;&lt;left val=&quot;582&quot;/&gt;&lt;top val=&quot;315&quot;/&gt;&lt;width val=&quot;7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CB5139C-2895-40B1-AC73-AC24811D5D20}&quot;/&gt;&lt;isInvalidForFieldText val=&quot;1&quot;/&gt;&lt;Image&gt;&lt;filename val=&quot;C:\Users\sanmi\Documents\My Adobe Presentations\ece552f2019-ALUs\data\asimages\{8CB5139C-2895-40B1-AC73-AC24811D5D20}_29_S.png&quot;/&gt;&lt;left val=&quot;585&quot;/&gt;&lt;top val=&quot;324&quot;/&gt;&lt;width val=&quot;3&quot;/&gt;&lt;height val=&quot;2&quot;/&gt;&lt;hasText val=&quot;0&quot;/&gt;&lt;/Image&gt;&lt;Image&gt;&lt;filename val=&quot;C:\Users\sanmi\Documents\My Adobe Presentations\ece552f2019-ALUs\data\asimages\{8CB5139C-2895-40B1-AC73-AC24811D5D20}_29_T.png&quot;/&gt;&lt;left val=&quot;585&quot;/&gt;&lt;top val=&quot;324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42D05A5-D75C-42C0-98FB-0C014392BE8B}&quot;/&gt;&lt;isInvalidForFieldText val=&quot;1&quot;/&gt;&lt;Image&gt;&lt;filename val=&quot;C:\Users\sanmi\Documents\My Adobe Presentations\ece552f2019-ALUs\data\asimages\{F42D05A5-D75C-42C0-98FB-0C014392BE8B}_29_S.png&quot;/&gt;&lt;left val=&quot;582&quot;/&gt;&lt;top val=&quot;315&quot;/&gt;&lt;width val=&quot;6&quot;/&gt;&lt;height val=&quot;11&quot;/&gt;&lt;hasText val=&quot;0&quot;/&gt;&lt;/Image&gt;&lt;Image&gt;&lt;filename val=&quot;C:\Users\sanmi\Documents\My Adobe Presentations\ece552f2019-ALUs\data\asimages\{F42D05A5-D75C-42C0-98FB-0C014392BE8B}_29_T.png&quot;/&gt;&lt;left val=&quot;582&quot;/&gt;&lt;top val=&quot;315&quot;/&gt;&lt;width val=&quot;6&quot;/&gt;&lt;height val=&quot;1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EF8D779-EBF3-4FC4-A466-825871A5E2E5}&quot;/&gt;&lt;isInvalidForFieldText val=&quot;0&quot;/&gt;&lt;Image&gt;&lt;filename val=&quot;C:\Users\sanmi\Documents\My Adobe Presentations\ece552f2019-ALUs\data\asimages\{AEF8D779-EBF3-4FC4-A466-825871A5E2E5}.png&quot;/&gt;&lt;left val=&quot;585&quot;/&gt;&lt;top val=&quot;32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55A210-DAD3-410B-9E8B-DFA94AA94900}&quot;/&gt;&lt;isInvalidForFieldText val=&quot;0&quot;/&gt;&lt;Image&gt;&lt;filename val=&quot;C:\Users\sanmi\Documents\My Adobe Presentations\ece552f2019-ALUs\data\asimages\{2555A210-DAD3-410B-9E8B-DFA94AA94900}.png&quot;/&gt;&lt;left val=&quot;585&quot;/&gt;&lt;top val=&quot;35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C39CA4-E070-4921-BA28-46963A2E7410}&quot;/&gt;&lt;isInvalidForFieldText val=&quot;0&quot;/&gt;&lt;Image&gt;&lt;filename val=&quot;C:\Users\sanmi\Documents\My Adobe Presentations\ece552f2019-ALUs\data\asimages\{D0C39CA4-E070-4921-BA28-46963A2E7410}.png&quot;/&gt;&lt;left val=&quot;585&quot;/&gt;&lt;top val=&quot;325&quot;/&gt;&lt;width val=&quot;2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3B677F5-D518-498B-A335-2311D72347FA}_29.png&quot;/&gt;&lt;left val=&quot;538&quot;/&gt;&lt;top val=&quot;274&quot;/&gt;&lt;width val=&quot;4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81D398A-9EC6-4967-B1A6-AD780E7D1905}_29.png&quot;/&gt;&lt;left val=&quot;571&quot;/&gt;&lt;top val=&quot;290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A7B3A54-D387-4A2A-A3AF-5F2316943DBE}&quot;/&gt;&lt;isInvalidForFieldText val=&quot;1&quot;/&gt;&lt;Image&gt;&lt;filename val=&quot;C:\Users\sanmi\Documents\My Adobe Presentations\ece552f2019-ALUs\data\asimages\{1A7B3A54-D387-4A2A-A3AF-5F2316943DBE}_29_S.png&quot;/&gt;&lt;left val=&quot;556&quot;/&gt;&lt;top val=&quot;314&quot;/&gt;&lt;width val=&quot;7&quot;/&gt;&lt;height val=&quot;13&quot;/&gt;&lt;hasText val=&quot;0&quot;/&gt;&lt;/Image&gt;&lt;Image&gt;&lt;filename val=&quot;C:\Users\sanmi\Documents\My Adobe Presentations\ece552f2019-ALUs\data\asimages\{1A7B3A54-D387-4A2A-A3AF-5F2316943DBE}_29_T.png&quot;/&gt;&lt;left val=&quot;556&quot;/&gt;&lt;top val=&quot;314&quot;/&gt;&lt;width val=&quot;6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54991AB-D85C-4249-963A-272E5644C662}&quot;/&gt;&lt;isInvalidForFieldText val=&quot;1&quot;/&gt;&lt;Image&gt;&lt;filename val=&quot;C:\Users\sanmi\Documents\My Adobe Presentations\ece552f2019-ALUs\data\asimages\{454991AB-D85C-4249-963A-272E5644C662}_29_S.png&quot;/&gt;&lt;left val=&quot;558&quot;/&gt;&lt;top val=&quot;325&quot;/&gt;&lt;width val=&quot;4&quot;/&gt;&lt;height val=&quot;2&quot;/&gt;&lt;hasText val=&quot;0&quot;/&gt;&lt;/Image&gt;&lt;Image&gt;&lt;filename val=&quot;C:\Users\sanmi\Documents\My Adobe Presentations\ece552f2019-ALUs\data\asimages\{454991AB-D85C-4249-963A-272E5644C662}_29_T.png&quot;/&gt;&lt;left val=&quot;558&quot;/&gt;&lt;top val=&quot;325&quot;/&gt;&lt;width val=&quot;4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0575E13-0EBB-4853-827D-ECC23C67F19C}&quot;/&gt;&lt;isInvalidForFieldText val=&quot;1&quot;/&gt;&lt;Image&gt;&lt;filename val=&quot;C:\Users\sanmi\Documents\My Adobe Presentations\ece552f2019-ALUs\data\asimages\{40575E13-0EBB-4853-827D-ECC23C67F19C}_29_S.png&quot;/&gt;&lt;left val=&quot;556&quot;/&gt;&lt;top val=&quot;317&quot;/&gt;&lt;width val=&quot;6&quot;/&gt;&lt;height val=&quot;10&quot;/&gt;&lt;hasText val=&quot;0&quot;/&gt;&lt;/Image&gt;&lt;Image&gt;&lt;filename val=&quot;C:\Users\sanmi\Documents\My Adobe Presentations\ece552f2019-ALUs\data\asimages\{40575E13-0EBB-4853-827D-ECC23C67F19C}_29_T.png&quot;/&gt;&lt;left val=&quot;556&quot;/&gt;&lt;top val=&quot;317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2E8C6E0-8B3B-4071-A2DB-D2E8ED3FEADB}&quot;/&gt;&lt;isInvalidForFieldText val=&quot;0&quot;/&gt;&lt;Image&gt;&lt;filename val=&quot;C:\Users\sanmi\Documents\My Adobe Presentations\ece552f2019-ALUs\data\asimages\{22E8C6E0-8B3B-4071-A2DB-D2E8ED3FEADB}.png&quot;/&gt;&lt;left val=&quot;558&quot;/&gt;&lt;top val=&quot;326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6CC946-272E-40ED-8966-621ACF826E47}&quot;/&gt;&lt;isInvalidForFieldText val=&quot;0&quot;/&gt;&lt;Image&gt;&lt;filename val=&quot;C:\Users\sanmi\Documents\My Adobe Presentations\ece552f2019-ALUs\data\asimages\{1C6CC946-272E-40ED-8966-621ACF826E47}.png&quot;/&gt;&lt;left val=&quot;559&quot;/&gt;&lt;top val=&quot;3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EA517AC-F349-480A-83EF-C81DEFCFE9B0}&quot;/&gt;&lt;isInvalidForFieldText val=&quot;1&quot;/&gt;&lt;Image&gt;&lt;filename val=&quot;C:\Users\sanmi\Documents\My Adobe Presentations\ece552f2019-ALUs\data\asimages\{4EA517AC-F349-480A-83EF-C81DEFCFE9B0}_29_S.png&quot;/&gt;&lt;left val=&quot;558&quot;/&gt;&lt;top val=&quot;326&quot;/&gt;&lt;width val=&quot;3&quot;/&gt;&lt;height val=&quot;28&quot;/&gt;&lt;hasText val=&quot;0&quot;/&gt;&lt;/Image&gt;&lt;Image&gt;&lt;filename val=&quot;C:\Users\sanmi\Documents\My Adobe Presentations\ece552f2019-ALUs\data\asimages\{4EA517AC-F349-480A-83EF-C81DEFCFE9B0}_29_T.png&quot;/&gt;&lt;left val=&quot;558&quot;/&gt;&lt;top val=&quot;326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6D3FA51-6C69-4AF8-B841-1BA293944E7C}_29.png&quot;/&gt;&lt;left val=&quot;592&quot;/&gt;&lt;top val=&quot;27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FADD336-1C00-40C9-9829-AD9EC9CA6BB1}_29.png&quot;/&gt;&lt;left val=&quot;609&quot;/&gt;&lt;top val=&quot;284&quot;/&gt;&lt;width val=&quot;51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FF8DBED-2663-41BA-8028-904FE685692D}_29.png&quot;/&gt;&lt;left val=&quot;634&quot;/&gt;&lt;top val=&quot;274&quot;/&gt;&lt;width val=&quot;4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383CEE8-4364-4178-8741-DEB4F289CB5A}_29.png&quot;/&gt;&lt;left val=&quot;650&quot;/&gt;&lt;top val=&quot;284&quot;/&gt;&lt;width val=&quot;51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37C8527-4347-4B9E-9A77-CD17515E9A02}&quot;/&gt;&lt;isInvalidForFieldText val=&quot;1&quot;/&gt;&lt;Image&gt;&lt;filename val=&quot;C:\Users\sanmi\Documents\My Adobe Presentations\ece552f2019-ALUs\data\asimages\{437C8527-4347-4B9E-9A77-CD17515E9A02}_29_S.png&quot;/&gt;&lt;left val=&quot;609&quot;/&gt;&lt;top val=&quot;342&quot;/&gt;&lt;width val=&quot;8&quot;/&gt;&lt;height val=&quot;10&quot;/&gt;&lt;hasText val=&quot;0&quot;/&gt;&lt;/Image&gt;&lt;Image&gt;&lt;filename val=&quot;C:\Users\sanmi\Documents\My Adobe Presentations\ece552f2019-ALUs\data\asimages\{437C8527-4347-4B9E-9A77-CD17515E9A02}_29_T.png&quot;/&gt;&lt;left val=&quot;609&quot;/&gt;&lt;top val=&quot;342&quot;/&gt;&lt;width val=&quot;8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A9C60F0-A6FC-4E97-AAC6-6E3AF8FCB874}&quot;/&gt;&lt;isInvalidForFieldText val=&quot;1&quot;/&gt;&lt;Image&gt;&lt;filename val=&quot;C:\Users\sanmi\Documents\My Adobe Presentations\ece552f2019-ALUs\data\asimages\{9A9C60F0-A6FC-4E97-AAC6-6E3AF8FCB874}_29_S.png&quot;/&gt;&lt;left val=&quot;610&quot;/&gt;&lt;top val=&quot;342&quot;/&gt;&lt;width val=&quot;4&quot;/&gt;&lt;height val=&quot;2&quot;/&gt;&lt;hasText val=&quot;0&quot;/&gt;&lt;/Image&gt;&lt;Image&gt;&lt;filename val=&quot;C:\Users\sanmi\Documents\My Adobe Presentations\ece552f2019-ALUs\data\asimages\{9A9C60F0-A6FC-4E97-AAC6-6E3AF8FCB874}_29_T.png&quot;/&gt;&lt;left val=&quot;610&quot;/&gt;&lt;top val=&quot;342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3109A56-B373-41D5-A964-7FFBE37738F1}&quot;/&gt;&lt;isInvalidForFieldText val=&quot;1&quot;/&gt;&lt;Image&gt;&lt;filename val=&quot;C:\Users\sanmi\Documents\My Adobe Presentations\ece552f2019-ALUs\data\asimages\{B3109A56-B373-41D5-A964-7FFBE37738F1}_29_S.png&quot;/&gt;&lt;left val=&quot;610&quot;/&gt;&lt;top val=&quot;342&quot;/&gt;&lt;width val=&quot;7&quot;/&gt;&lt;height val=&quot;10&quot;/&gt;&lt;hasText val=&quot;0&quot;/&gt;&lt;/Image&gt;&lt;Image&gt;&lt;filename val=&quot;C:\Users\sanmi\Documents\My Adobe Presentations\ece552f2019-ALUs\data\asimages\{B3109A56-B373-41D5-A964-7FFBE37738F1}_29_T.png&quot;/&gt;&lt;left val=&quot;610&quot;/&gt;&lt;top val=&quot;342&quot;/&gt;&lt;width val=&quot;6&quot;/&gt;&lt;height val=&quot;1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111AAA7-49DB-41E6-BB09-344CC1817593}&quot;/&gt;&lt;isInvalidForFieldText val=&quot;0&quot;/&gt;&lt;Image&gt;&lt;filename val=&quot;C:\Users\sanmi\Documents\My Adobe Presentations\ece552f2019-ALUs\data\asimages\{0111AAA7-49DB-41E6-BB09-344CC1817593}.png&quot;/&gt;&lt;left val=&quot;612&quot;/&gt;&lt;top val=&quot;31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246F884-2842-4AB3-B041-F0C12AF22130}&quot;/&gt;&lt;isInvalidForFieldText val=&quot;0&quot;/&gt;&lt;Image&gt;&lt;filename val=&quot;C:\Users\sanmi\Documents\My Adobe Presentations\ece552f2019-ALUs\data\asimages\{6246F884-2842-4AB3-B041-F0C12AF22130}.png&quot;/&gt;&lt;left val=&quot;613&quot;/&gt;&lt;top val=&quot;34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C0F147C-F697-40B4-B08B-8E689A7EC2B6}&quot;/&gt;&lt;isInvalidForFieldText val=&quot;1&quot;/&gt;&lt;Image&gt;&lt;filename val=&quot;C:\Users\sanmi\Documents\My Adobe Presentations\ece552f2019-ALUs\data\asimages\{5C0F147C-F697-40B4-B08B-8E689A7EC2B6}_29_S.png&quot;/&gt;&lt;left val=&quot;612&quot;/&gt;&lt;top val=&quot;315&quot;/&gt;&lt;width val=&quot;3&quot;/&gt;&lt;height val=&quot;28&quot;/&gt;&lt;hasText val=&quot;0&quot;/&gt;&lt;/Image&gt;&lt;Image&gt;&lt;filename val=&quot;C:\Users\sanmi\Documents\My Adobe Presentations\ece552f2019-ALUs\data\asimages\{5C0F147C-F697-40B4-B08B-8E689A7EC2B6}_29_T.png&quot;/&gt;&lt;left val=&quot;612&quot;/&gt;&lt;top val=&quot;315&quot;/&gt;&lt;width val=&quot;3&quot;/&gt;&lt;height val=&quot;2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967AAF5-91DD-4B75-8E8C-16EDA88BB93A}_29.png&quot;/&gt;&lt;left val=&quot;633&quot;/&gt;&lt;top val=&quot;289&quot;/&gt;&lt;width val=&quot;6&quot;/&gt;&lt;height val=&quot;23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A42845A-A3E7-4C97-95C7-6F93C679D0EE}&quot;/&gt;&lt;isInvalidForFieldText val=&quot;1&quot;/&gt;&lt;Image&gt;&lt;filename val=&quot;C:\Users\sanmi\Documents\My Adobe Presentations\ece552f2019-ALUs\data\asimages\{AA42845A-A3E7-4C97-95C7-6F93C679D0EE}_29_S.png&quot;/&gt;&lt;left val=&quot;636&quot;/&gt;&lt;top val=&quot;341&quot;/&gt;&lt;width val=&quot;7&quot;/&gt;&lt;height val=&quot;13&quot;/&gt;&lt;hasText val=&quot;0&quot;/&gt;&lt;/Image&gt;&lt;Image&gt;&lt;filename val=&quot;C:\Users\sanmi\Documents\My Adobe Presentations\ece552f2019-ALUs\data\asimages\{AA42845A-A3E7-4C97-95C7-6F93C679D0EE}_29_T.png&quot;/&gt;&lt;left val=&quot;636&quot;/&gt;&lt;top val=&quot;341&quot;/&gt;&lt;width val=&quot;7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1F2A411-BDA0-4A74-A1BC-74D6F3A84A8C}&quot;/&gt;&lt;isInvalidForFieldText val=&quot;1&quot;/&gt;&lt;Image&gt;&lt;filename val=&quot;C:\Users\sanmi\Documents\My Adobe Presentations\ece552f2019-ALUs\data\asimages\{61F2A411-BDA0-4A74-A1BC-74D6F3A84A8C}_29_S.png&quot;/&gt;&lt;left val=&quot;637&quot;/&gt;&lt;top val=&quot;341&quot;/&gt;&lt;width val=&quot;4&quot;/&gt;&lt;height val=&quot;2&quot;/&gt;&lt;hasText val=&quot;0&quot;/&gt;&lt;/Image&gt;&lt;Image&gt;&lt;filename val=&quot;C:\Users\sanmi\Documents\My Adobe Presentations\ece552f2019-ALUs\data\asimages\{61F2A411-BDA0-4A74-A1BC-74D6F3A84A8C}_29_T.png&quot;/&gt;&lt;left val=&quot;637&quot;/&gt;&lt;top val=&quot;341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854C1E8-88D4-4E77-92AE-0C38D01926D3}&quot;/&gt;&lt;isInvalidForFieldText val=&quot;1&quot;/&gt;&lt;Image&gt;&lt;filename val=&quot;C:\Users\sanmi\Documents\My Adobe Presentations\ece552f2019-ALUs\data\asimages\{0854C1E8-88D4-4E77-92AE-0C38D01926D3}_29_S.png&quot;/&gt;&lt;left val=&quot;637&quot;/&gt;&lt;top val=&quot;341&quot;/&gt;&lt;width val=&quot;6&quot;/&gt;&lt;height val=&quot;10&quot;/&gt;&lt;hasText val=&quot;0&quot;/&gt;&lt;/Image&gt;&lt;Image&gt;&lt;filename val=&quot;C:\Users\sanmi\Documents\My Adobe Presentations\ece552f2019-ALUs\data\asimages\{0854C1E8-88D4-4E77-92AE-0C38D01926D3}_29_T.png&quot;/&gt;&lt;left val=&quot;637&quot;/&gt;&lt;top val=&quot;341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138C26-FEB0-48DE-9E60-39EB55BE3745}&quot;/&gt;&lt;isInvalidForFieldText val=&quot;0&quot;/&gt;&lt;Image&gt;&lt;filename val=&quot;C:\Users\sanmi\Documents\My Adobe Presentations\ece552f2019-ALUs\data\asimages\{F7138C26-FEB0-48DE-9E60-39EB55BE3745}.png&quot;/&gt;&lt;left val=&quot;639&quot;/&gt;&lt;top val=&quot;31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52A3694-0DFE-4B5D-BEBC-D530FFCB1BED}&quot;/&gt;&lt;isInvalidForFieldText val=&quot;0&quot;/&gt;&lt;Image&gt;&lt;filename val=&quot;C:\Users\sanmi\Documents\My Adobe Presentations\ece552f2019-ALUs\data\asimages\{252A3694-0DFE-4B5D-BEBC-D530FFCB1BED}.png&quot;/&gt;&lt;left val=&quot;640&quot;/&gt;&lt;top val=&quot;34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0083A2D-9FEF-4EEF-AE18-2A4B0E30CA6B}&quot;/&gt;&lt;isInvalidForFieldText val=&quot;1&quot;/&gt;&lt;Image&gt;&lt;filename val=&quot;C:\Users\sanmi\Documents\My Adobe Presentations\ece552f2019-ALUs\data\asimages\{80083A2D-9FEF-4EEF-AE18-2A4B0E30CA6B}_29_S.png&quot;/&gt;&lt;left val=&quot;639&quot;/&gt;&lt;top val=&quot;314&quot;/&gt;&lt;width val=&quot;3&quot;/&gt;&lt;height val=&quot;28&quot;/&gt;&lt;hasText val=&quot;0&quot;/&gt;&lt;/Image&gt;&lt;Image&gt;&lt;filename val=&quot;C:\Users\sanmi\Documents\My Adobe Presentations\ece552f2019-ALUs\data\asimages\{80083A2D-9FEF-4EEF-AE18-2A4B0E30CA6B}_29_T.png&quot;/&gt;&lt;left val=&quot;639&quot;/&gt;&lt;top val=&quot;314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F1502FD-C82D-4901-92F4-58C3AE1E007D}&quot;/&gt;&lt;isInvalidForFieldText val=&quot;0&quot;/&gt;&lt;Image&gt;&lt;filename val=&quot;C:\Users\sanmi\Documents\My Adobe Presentations\ece552f2019-ALUs\data\asimages\{4F1502FD-C82D-4901-92F4-58C3AE1E007D}.png&quot;/&gt;&lt;left val=&quot;538&quot;/&gt;&lt;top val=&quot;351&quot;/&gt;&lt;width val=&quot;12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C16FB0-0885-48C8-BF77-AF91C752369D}&quot;/&gt;&lt;isInvalidForFieldText val=&quot;0&quot;/&gt;&lt;Image&gt;&lt;filename val=&quot;C:\Users\sanmi\Documents\My Adobe Presentations\ece552f2019-ALUs\data\asimages\{27C16FB0-0885-48C8-BF77-AF91C752369D}.png&quot;/&gt;&lt;left val=&quot;657&quot;/&gt;&lt;top val=&quot;351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20D2CA7-D13B-43AB-A5D6-66507D4383F2}&quot;/&gt;&lt;isInvalidForFieldText val=&quot;0&quot;/&gt;&lt;Image&gt;&lt;filename val=&quot;C:\Users\sanmi\Documents\My Adobe Presentations\ece552f2019-ALUs\data\asimages\{220D2CA7-D13B-43AB-A5D6-66507D4383F2}.png&quot;/&gt;&lt;left val=&quot;538&quot;/&gt;&lt;top val=&quot;428&quot;/&gt;&lt;width val=&quot;1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BC93BE0-F448-4B16-AA65-0F24D255B446}&quot;/&gt;&lt;isInvalidForFieldText val=&quot;0&quot;/&gt;&lt;Image&gt;&lt;filename val=&quot;C:\Users\sanmi\Documents\My Adobe Presentations\ece552f2019-ALUs\data\asimages\{CBC93BE0-F448-4B16-AA65-0F24D255B446}.png&quot;/&gt;&lt;left val=&quot;538&quot;/&gt;&lt;top val=&quot;351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A19AB42-94A6-4BD3-A680-1286DF150F47}_29.png&quot;/&gt;&lt;left val=&quot;575&quot;/&gt;&lt;top val=&quot;455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B1ECC9F-B01A-4255-A613-7261A21E98C4}_29.png&quot;/&gt;&lt;left val=&quot;590&quot;/&gt;&lt;top val=&quot;465&quot;/&gt;&lt;width val=&quot;5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EB1E70D-92D0-4198-8A40-1F3C6817DEB9}&quot;/&gt;&lt;isInvalidForFieldText val=&quot;1&quot;/&gt;&lt;Image&gt;&lt;filename val=&quot;C:\Users\sanmi\Documents\My Adobe Presentations\ece552f2019-ALUs\data\asimages\{7EB1E70D-92D0-4198-8A40-1F3C6817DEB9}_29_S.png&quot;/&gt;&lt;left val=&quot;592&quot;/&gt;&lt;top val=&quot;455&quot;/&gt;&lt;width val=&quot;8&quot;/&gt;&lt;height val=&quot;10&quot;/&gt;&lt;hasText val=&quot;0&quot;/&gt;&lt;/Image&gt;&lt;Image&gt;&lt;filename val=&quot;C:\Users\sanmi\Documents\My Adobe Presentations\ece552f2019-ALUs\data\asimages\{7EB1E70D-92D0-4198-8A40-1F3C6817DEB9}_29_T.png&quot;/&gt;&lt;left val=&quot;592&quot;/&gt;&lt;top val=&quot;455&quot;/&gt;&lt;width val=&quot;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418D67C-903E-4DAF-BFCA-67AD1C53E613}&quot;/&gt;&lt;isInvalidForFieldText val=&quot;1&quot;/&gt;&lt;Image&gt;&lt;filename val=&quot;C:\Users\sanmi\Documents\My Adobe Presentations\ece552f2019-ALUs\data\asimages\{0418D67C-903E-4DAF-BFCA-67AD1C53E613}_29_S.png&quot;/&gt;&lt;left val=&quot;593&quot;/&gt;&lt;top val=&quot;455&quot;/&gt;&lt;width val=&quot;4&quot;/&gt;&lt;height val=&quot;2&quot;/&gt;&lt;hasText val=&quot;0&quot;/&gt;&lt;/Image&gt;&lt;Image&gt;&lt;filename val=&quot;C:\Users\sanmi\Documents\My Adobe Presentations\ece552f2019-ALUs\data\asimages\{0418D67C-903E-4DAF-BFCA-67AD1C53E613}_29_T.png&quot;/&gt;&lt;left val=&quot;593&quot;/&gt;&lt;top val=&quot;455&quot;/&gt;&lt;width val=&quot;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03CEFEB-3C46-4B49-89D5-0BA0D2CC9958}&quot;/&gt;&lt;isInvalidForFieldText val=&quot;1&quot;/&gt;&lt;Image&gt;&lt;filename val=&quot;C:\Users\sanmi\Documents\My Adobe Presentations\ece552f2019-ALUs\data\asimages\{D03CEFEB-3C46-4B49-89D5-0BA0D2CC9958}_29_S.png&quot;/&gt;&lt;left val=&quot;593&quot;/&gt;&lt;top val=&quot;455&quot;/&gt;&lt;width val=&quot;7&quot;/&gt;&lt;height val=&quot;10&quot;/&gt;&lt;hasText val=&quot;0&quot;/&gt;&lt;/Image&gt;&lt;Image&gt;&lt;filename val=&quot;C:\Users\sanmi\Documents\My Adobe Presentations\ece552f2019-ALUs\data\asimages\{D03CEFEB-3C46-4B49-89D5-0BA0D2CC9958}_29_T.png&quot;/&gt;&lt;left val=&quot;593&quot;/&gt;&lt;top val=&quot;455&quot;/&gt;&lt;width val=&quot;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9C25F22-3B18-4AA9-AEE4-839ECBC2063D}&quot;/&gt;&lt;isInvalidForFieldText val=&quot;0&quot;/&gt;&lt;Image&gt;&lt;filename val=&quot;C:\Users\sanmi\Documents\My Adobe Presentations\ece552f2019-ALUs\data\asimages\{09C25F22-3B18-4AA9-AEE4-839ECBC2063D}.png&quot;/&gt;&lt;left val=&quot;595&quot;/&gt;&lt;top val=&quot;42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DDADFC-8759-454D-B072-F8CD288E7535}&quot;/&gt;&lt;isInvalidForFieldText val=&quot;0&quot;/&gt;&lt;Image&gt;&lt;filename val=&quot;C:\Users\sanmi\Documents\My Adobe Presentations\ece552f2019-ALUs\data\asimages\{33DDADFC-8759-454D-B072-F8CD288E7535}.png&quot;/&gt;&lt;left val=&quot;596&quot;/&gt;&lt;top val=&quot;45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6A8C368-192D-45ED-A365-B83EF712F13B}&quot;/&gt;&lt;isInvalidForFieldText val=&quot;1&quot;/&gt;&lt;Image&gt;&lt;filename val=&quot;C:\Users\sanmi\Documents\My Adobe Presentations\ece552f2019-ALUs\data\asimages\{76A8C368-192D-45ED-A365-B83EF712F13B}_29_S.png&quot;/&gt;&lt;left val=&quot;595&quot;/&gt;&lt;top val=&quot;428&quot;/&gt;&lt;width val=&quot;3&quot;/&gt;&lt;height val=&quot;28&quot;/&gt;&lt;hasText val=&quot;0&quot;/&gt;&lt;/Image&gt;&lt;Image&gt;&lt;filename val=&quot;C:\Users\sanmi\Documents\My Adobe Presentations\ece552f2019-ALUs\data\asimages\{76A8C368-192D-45ED-A365-B83EF712F13B}_29_T.png&quot;/&gt;&lt;left val=&quot;595&quot;/&gt;&lt;top val=&quot;428&quot;/&gt;&lt;width val=&quot;3&quot;/&gt;&lt;height val=&quot;2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6124D06-13EB-4F88-BAB2-A40FB8793013}_29.png&quot;/&gt;&lt;left val=&quot;648&quot;/&gt;&lt;top val=&quot;349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1CA8615-9D75-4459-B68B-A0D1AF62755F}_29.png&quot;/&gt;&lt;left val=&quot;663&quot;/&gt;&lt;top val=&quot;359&quot;/&gt;&lt;width val=&quot;39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5E57BD5-1DA3-425C-8B7F-B6170B4AFC95}&quot;/&gt;&lt;isInvalidForFieldText val=&quot;1&quot;/&gt;&lt;Image&gt;&lt;filename val=&quot;C:\Users\sanmi\Documents\My Adobe Presentations\ece552f2019-ALUs\data\asimages\{45E57BD5-1DA3-425C-8B7F-B6170B4AFC95}_29_S.png&quot;/&gt;&lt;left val=&quot;656&quot;/&gt;&lt;top val=&quot;386&quot;/&gt;&lt;width val=&quot;13&quot;/&gt;&lt;height val=&quot;7&quot;/&gt;&lt;hasText val=&quot;0&quot;/&gt;&lt;/Image&gt;&lt;Image&gt;&lt;filename val=&quot;C:\Users\sanmi\Documents\My Adobe Presentations\ece552f2019-ALUs\data\asimages\{45E57BD5-1DA3-425C-8B7F-B6170B4AFC95}_29_T.png&quot;/&gt;&lt;left val=&quot;656&quot;/&gt;&lt;top val=&quot;386&quot;/&gt;&lt;width val=&quot;12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7FA3C20-A10D-4BE6-AAE9-49E13BD7C632}&quot;/&gt;&lt;isInvalidForFieldText val=&quot;1&quot;/&gt;&lt;Image&gt;&lt;filename val=&quot;C:\Users\sanmi\Documents\My Adobe Presentations\ece552f2019-ALUs\data\asimages\{17FA3C20-A10D-4BE6-AAE9-49E13BD7C632}_29_S.png&quot;/&gt;&lt;left val=&quot;667&quot;/&gt;&lt;top val=&quot;387&quot;/&gt;&lt;width val=&quot;2&quot;/&gt;&lt;height val=&quot;4&quot;/&gt;&lt;hasText val=&quot;0&quot;/&gt;&lt;/Image&gt;&lt;Image&gt;&lt;filename val=&quot;C:\Users\sanmi\Documents\My Adobe Presentations\ece552f2019-ALUs\data\asimages\{17FA3C20-A10D-4BE6-AAE9-49E13BD7C632}_29_T.png&quot;/&gt;&lt;left val=&quot;667&quot;/&gt;&lt;top val=&quot;387&quot;/&gt;&lt;width val=&quot;1&quot;/&gt;&lt;height val=&quot;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B1BE985-211C-4FB0-A974-CFEA64FFC0B8}&quot;/&gt;&lt;isInvalidForFieldText val=&quot;1&quot;/&gt;&lt;Image&gt;&lt;filename val=&quot;C:\Users\sanmi\Documents\My Adobe Presentations\ece552f2019-ALUs\data\asimages\{DB1BE985-211C-4FB0-A974-CFEA64FFC0B8}_29_S.png&quot;/&gt;&lt;left val=&quot;659&quot;/&gt;&lt;top val=&quot;387&quot;/&gt;&lt;width val=&quot;10&quot;/&gt;&lt;height val=&quot;6&quot;/&gt;&lt;hasText val=&quot;0&quot;/&gt;&lt;/Image&gt;&lt;Image&gt;&lt;filename val=&quot;C:\Users\sanmi\Documents\My Adobe Presentations\ece552f2019-ALUs\data\asimages\{DB1BE985-211C-4FB0-A974-CFEA64FFC0B8}_29_T.png&quot;/&gt;&lt;left val=&quot;659&quot;/&gt;&lt;top val=&quot;387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95B06F-081C-40BB-97A8-79C87D011D2D}&quot;/&gt;&lt;isInvalidForFieldText val=&quot;0&quot;/&gt;&lt;Image&gt;&lt;filename val=&quot;C:\Users\sanmi\Documents\My Adobe Presentations\ece552f2019-ALUs\data\asimages\{ED95B06F-081C-40BB-97A8-79C87D011D2D}.png&quot;/&gt;&lt;left val=&quot;668&quot;/&gt;&lt;top val=&quot;39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216C8B-2934-4C10-9321-E5375BE00F3F}&quot;/&gt;&lt;isInvalidForFieldText val=&quot;0&quot;/&gt;&lt;Image&gt;&lt;filename val=&quot;C:\Users\sanmi\Documents\My Adobe Presentations\ece552f2019-ALUs\data\asimages\{D0216C8B-2934-4C10-9321-E5375BE00F3F}.png&quot;/&gt;&lt;left val=&quot;668&quot;/&gt;&lt;top val=&quot;390&quot;/&gt;&lt;width val=&quot;2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5A7C28-9563-4D0B-BEB8-17727EF876C8}&quot;/&gt;&lt;isInvalidForFieldText val=&quot;0&quot;/&gt;&lt;Image&gt;&lt;filename val=&quot;C:\Users\sanmi\Documents\My Adobe Presentations\ece552f2019-ALUs\data\asimages\{D05A7C28-9563-4D0B-BEB8-17727EF876C8}.png&quot;/&gt;&lt;left val=&quot;693&quot;/&gt;&lt;top val=&quot;24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271C556-F658-4570-BBA7-3718976E57DC}&quot;/&gt;&lt;isInvalidForFieldText val=&quot;0&quot;/&gt;&lt;Image&gt;&lt;filename val=&quot;C:\Users\sanmi\Documents\My Adobe Presentations\ece552f2019-ALUs\data\asimages\{9271C556-F658-4570-BBA7-3718976E57DC}.png&quot;/&gt;&lt;left val=&quot;693&quot;/&gt;&lt;top val=&quot;243&quot;/&gt;&lt;width val=&quot;2&quot;/&gt;&lt;height val=&quot;1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D5424F-A44A-4965-B0B1-80CE8CD65D99}&quot;/&gt;&lt;isInvalidForFieldText val=&quot;0&quot;/&gt;&lt;Image&gt;&lt;filename val=&quot;C:\Users\sanmi\Documents\My Adobe Presentations\ece552f2019-ALUs\data\asimages\{1CD5424F-A44A-4965-B0B1-80CE8CD65D99}.png&quot;/&gt;&lt;left val=&quot;94&quot;/&gt;&lt;top val=&quot;164&quot;/&gt;&lt;width val=&quot;50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F59E860-087D-4A6E-B649-006929C28692}&quot;/&gt;&lt;isInvalidForFieldText val=&quot;0&quot;/&gt;&lt;Image&gt;&lt;filename val=&quot;C:\Users\sanmi\Documents\My Adobe Presentations\ece552f2019-ALUs\data\asimages\{3F59E860-087D-4A6E-B649-006929C28692}.png&quot;/&gt;&lt;left val=&quot;599&quot;/&gt;&lt;top val=&quot;164&quot;/&gt;&lt;width val=&quot;2&quot;/&gt;&lt;height val=&quot;7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6BFDE81-8E94-4E31-803C-A86ACCAAB1F3}&quot;/&gt;&lt;isInvalidForFieldText val=&quot;0&quot;/&gt;&lt;Image&gt;&lt;filename val=&quot;C:\Users\sanmi\Documents\My Adobe Presentations\ece552f2019-ALUs\data\asimages\{06BFDE81-8E94-4E31-803C-A86ACCAAB1F3}.png&quot;/&gt;&lt;left val=&quot;94&quot;/&gt;&lt;top val=&quot;241&quot;/&gt;&lt;width val=&quot;50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FDBE867-7B1E-4228-BED6-FA85BAFA1B83}&quot;/&gt;&lt;isInvalidForFieldText val=&quot;0&quot;/&gt;&lt;Image&gt;&lt;filename val=&quot;C:\Users\sanmi\Documents\My Adobe Presentations\ece552f2019-ALUs\data\asimages\{4FDBE867-7B1E-4228-BED6-FA85BAFA1B83}.png&quot;/&gt;&lt;left val=&quot;94&quot;/&gt;&lt;top val=&quot;164&quot;/&gt;&lt;width val=&quot;2&quot;/&gt;&lt;height val=&quot;7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1AF6299-6C6D-4453-8D97-44B70D749AA5}_29.png&quot;/&gt;&lt;left val=&quot;217&quot;/&gt;&lt;top val=&quot;182&quot;/&gt;&lt;width val=&quot;27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584E61A-13C9-4CAE-97BB-47768FBA6253}&quot;/&gt;&lt;isInvalidForFieldText val=&quot;1&quot;/&gt;&lt;Image&gt;&lt;filename val=&quot;C:\Users\sanmi\Documents\My Adobe Presentations\ece552f2019-ALUs\data\asimages\{7584E61A-13C9-4CAE-97BB-47768FBA6253}_29_S.png&quot;/&gt;&lt;left val=&quot;60&quot;/&gt;&lt;top val=&quot;199&quot;/&gt;&lt;width val=&quot;11&quot;/&gt;&lt;height val=&quot;7&quot;/&gt;&lt;hasText val=&quot;0&quot;/&gt;&lt;/Image&gt;&lt;Image&gt;&lt;filename val=&quot;C:\Users\sanmi\Documents\My Adobe Presentations\ece552f2019-ALUs\data\asimages\{7584E61A-13C9-4CAE-97BB-47768FBA6253}_29_T.png&quot;/&gt;&lt;left val=&quot;60&quot;/&gt;&lt;top val=&quot;199&quot;/&gt;&lt;width val=&quot;11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4F80B26-8348-443A-BE64-E60FFF984161}&quot;/&gt;&lt;isInvalidForFieldText val=&quot;1&quot;/&gt;&lt;Image&gt;&lt;filename val=&quot;C:\Users\sanmi\Documents\My Adobe Presentations\ece552f2019-ALUs\data\asimages\{14F80B26-8348-443A-BE64-E60FFF984161}_29_S.png&quot;/&gt;&lt;left val=&quot;68&quot;/&gt;&lt;top val=&quot;200&quot;/&gt;&lt;width val=&quot;3&quot;/&gt;&lt;height val=&quot;3&quot;/&gt;&lt;hasText val=&quot;0&quot;/&gt;&lt;/Image&gt;&lt;Image&gt;&lt;filename val=&quot;C:\Users\sanmi\Documents\My Adobe Presentations\ece552f2019-ALUs\data\asimages\{14F80B26-8348-443A-BE64-E60FFF984161}_29_T.png&quot;/&gt;&lt;left val=&quot;68&quot;/&gt;&lt;top val=&quot;200&quot;/&gt;&lt;width val=&quot;3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6901176-60CF-4B25-995E-69D5F0AB9E52}&quot;/&gt;&lt;isInvalidForFieldText val=&quot;1&quot;/&gt;&lt;Image&gt;&lt;filename val=&quot;C:\Users\sanmi\Documents\My Adobe Presentations\ece552f2019-ALUs\data\asimages\{A6901176-60CF-4B25-995E-69D5F0AB9E52}_29_S.png&quot;/&gt;&lt;left val=&quot;60&quot;/&gt;&lt;top val=&quot;200&quot;/&gt;&lt;width val=&quot;11&quot;/&gt;&lt;height val=&quot;6&quot;/&gt;&lt;hasText val=&quot;0&quot;/&gt;&lt;/Image&gt;&lt;Image&gt;&lt;filename val=&quot;C:\Users\sanmi\Documents\My Adobe Presentations\ece552f2019-ALUs\data\asimages\{A6901176-60CF-4B25-995E-69D5F0AB9E52}_29_T.png&quot;/&gt;&lt;left val=&quot;60&quot;/&gt;&lt;top val=&quot;200&quot;/&gt;&lt;width val=&quot;11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E79AAE8-1249-4B42-83CD-44865D37EE4F}&quot;/&gt;&lt;isInvalidForFieldText val=&quot;0&quot;/&gt;&lt;Image&gt;&lt;filename val=&quot;C:\Users\sanmi\Documents\My Adobe Presentations\ece552f2019-ALUs\data\asimages\{7E79AAE8-1249-4B42-83CD-44865D37EE4F}.png&quot;/&gt;&lt;left val=&quot;70&quot;/&gt;&lt;top val=&quot;202&quot;/&gt;&lt;width val=&quot;1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5FCE455-F58C-4753-A48C-02B81887B447}&quot;/&gt;&lt;isInvalidForFieldText val=&quot;0&quot;/&gt;&lt;Image&gt;&lt;filename val=&quot;C:\Users\sanmi\Documents\My Adobe Presentations\ece552f2019-ALUs\data\asimages\{A5FCE455-F58C-4753-A48C-02B81887B447}.png&quot;/&gt;&lt;left val=&quot;95&quot;/&gt;&lt;top val=&quot;20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77677B1-04E9-4FB1-81C6-E6AFA3146EA9}&quot;/&gt;&lt;isInvalidForFieldText val=&quot;1&quot;/&gt;&lt;Image&gt;&lt;filename val=&quot;C:\Users\sanmi\Documents\My Adobe Presentations\ece552f2019-ALUs\data\asimages\{277677B1-04E9-4FB1-81C6-E6AFA3146EA9}_29_S.png&quot;/&gt;&lt;left val=&quot;70&quot;/&gt;&lt;top val=&quot;202&quot;/&gt;&lt;width val=&quot;26&quot;/&gt;&lt;height val=&quot;4&quot;/&gt;&lt;hasText val=&quot;0&quot;/&gt;&lt;/Image&gt;&lt;Image&gt;&lt;filename val=&quot;C:\Users\sanmi\Documents\My Adobe Presentations\ece552f2019-ALUs\data\asimages\{277677B1-04E9-4FB1-81C6-E6AFA3146EA9}_29_T.png&quot;/&gt;&lt;left val=&quot;70&quot;/&gt;&lt;top val=&quot;202&quot;/&gt;&lt;width val=&quot;25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D1BD6E4-7DE4-4BDD-9CD5-CAACB44FD5E8}&quot;/&gt;&lt;isInvalidForFieldText val=&quot;0&quot;/&gt;&lt;Image&gt;&lt;filename val=&quot;C:\Users\sanmi\Documents\My Adobe Presentations\ece552f2019-ALUs\data\asimages\{1D1BD6E4-7DE4-4BDD-9CD5-CAACB44FD5E8}.png&quot;/&gt;&lt;left val=&quot;693&quot;/&gt;&lt;top val=&quot;24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AC3077-75C1-4392-8144-D648022826D9}&quot;/&gt;&lt;isInvalidForFieldText val=&quot;0&quot;/&gt;&lt;Image&gt;&lt;filename val=&quot;C:\Users\sanmi\Documents\My Adobe Presentations\ece552f2019-ALUs\data\asimages\{47AC3077-75C1-4392-8144-D648022826D9}.png&quot;/&gt;&lt;left val=&quot;693&quot;/&gt;&lt;top val=&quot;15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C490086-1A7F-4735-8842-E2DA82AD419A}&quot;/&gt;&lt;isInvalidForFieldText val=&quot;0&quot;/&gt;&lt;Image&gt;&lt;filename val=&quot;C:\Users\sanmi\Documents\My Adobe Presentations\ece552f2019-ALUs\data\asimages\{5C490086-1A7F-4735-8842-E2DA82AD419A}.png&quot;/&gt;&lt;left val=&quot;693&quot;/&gt;&lt;top val=&quot;150&quot;/&gt;&lt;width val=&quot;2&quot;/&gt;&lt;height val=&quot;9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1F79660-14A3-4E04-A648-D97B5CE56F21}&quot;/&gt;&lt;isInvalidForFieldText val=&quot;1&quot;/&gt;&lt;Image&gt;&lt;filename val=&quot;C:\Users\sanmi\Documents\My Adobe Presentations\ece552f2019-ALUs\data\asimages\{A1F79660-14A3-4E04-A648-D97B5CE56F21}_29_S.png&quot;/&gt;&lt;left val=&quot;598&quot;/&gt;&lt;top val=&quot;199&quot;/&gt;&lt;width val=&quot;13&quot;/&gt;&lt;height val=&quot;8&quot;/&gt;&lt;hasText val=&quot;0&quot;/&gt;&lt;/Image&gt;&lt;Image&gt;&lt;filename val=&quot;C:\Users\sanmi\Documents\My Adobe Presentations\ece552f2019-ALUs\data\asimages\{A1F79660-14A3-4E04-A648-D97B5CE56F21}_29_T.png&quot;/&gt;&lt;left val=&quot;598&quot;/&gt;&lt;top val=&quot;199&quot;/&gt;&lt;width val=&quot;12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7D4059D-31DB-4590-AA5C-E2E3A8A1313C}&quot;/&gt;&lt;isInvalidForFieldText val=&quot;1&quot;/&gt;&lt;Image&gt;&lt;filename val=&quot;C:\Users\sanmi\Documents\My Adobe Presentations\ece552f2019-ALUs\data\asimages\{07D4059D-31DB-4590-AA5C-E2E3A8A1313C}_29_S.png&quot;/&gt;&lt;left val=&quot;609&quot;/&gt;&lt;top val=&quot;200&quot;/&gt;&lt;width val=&quot;2&quot;/&gt;&lt;height val=&quot;4&quot;/&gt;&lt;hasText val=&quot;0&quot;/&gt;&lt;/Image&gt;&lt;Image&gt;&lt;filename val=&quot;C:\Users\sanmi\Documents\My Adobe Presentations\ece552f2019-ALUs\data\asimages\{07D4059D-31DB-4590-AA5C-E2E3A8A1313C}_29_T.png&quot;/&gt;&lt;left val=&quot;609&quot;/&gt;&lt;top val=&quot;200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0384270-6D27-4580-BA0D-8DB61F7F695F}&quot;/&gt;&lt;isInvalidForFieldText val=&quot;1&quot;/&gt;&lt;Image&gt;&lt;filename val=&quot;C:\Users\sanmi\Documents\My Adobe Presentations\ece552f2019-ALUs\data\asimages\{C0384270-6D27-4580-BA0D-8DB61F7F695F}_29_S.png&quot;/&gt;&lt;left val=&quot;601&quot;/&gt;&lt;top val=&quot;200&quot;/&gt;&lt;width val=&quot;10&quot;/&gt;&lt;height val=&quot;7&quot;/&gt;&lt;hasText val=&quot;0&quot;/&gt;&lt;/Image&gt;&lt;Image&gt;&lt;filename val=&quot;C:\Users\sanmi\Documents\My Adobe Presentations\ece552f2019-ALUs\data\asimages\{C0384270-6D27-4580-BA0D-8DB61F7F695F}_29_T.png&quot;/&gt;&lt;left val=&quot;601&quot;/&gt;&lt;top val=&quot;200&quot;/&gt;&lt;width val=&quot;9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47D46EE-7CB7-4201-A897-195AFB59C79F}&quot;/&gt;&lt;isInvalidForFieldText val=&quot;0&quot;/&gt;&lt;Image&gt;&lt;filename val=&quot;C:\Users\sanmi\Documents\My Adobe Presentations\ece552f2019-ALUs\data\asimages\{B47D46EE-7CB7-4201-A897-195AFB59C79F}.png&quot;/&gt;&lt;left val=&quot;611&quot;/&gt;&lt;top val=&quot;203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F687871-302B-4576-8A77-10BD4A6EA899}&quot;/&gt;&lt;isInvalidForFieldText val=&quot;0&quot;/&gt;&lt;Image&gt;&lt;filename val=&quot;C:\Users\sanmi\Documents\My Adobe Presentations\ece552f2019-ALUs\data\asimages\{0F687871-302B-4576-8A77-10BD4A6EA899}.png&quot;/&gt;&lt;left val=&quot;693&quot;/&gt;&lt;top val=&quot;20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1331FD3-0D9E-416B-9C64-A2E983ED8E2D}&quot;/&gt;&lt;isInvalidForFieldText val=&quot;1&quot;/&gt;&lt;Image&gt;&lt;filename val=&quot;C:\Users\sanmi\Documents\My Adobe Presentations\ece552f2019-ALUs\data\asimages\{61331FD3-0D9E-416B-9C64-A2E983ED8E2D}_29_S.png&quot;/&gt;&lt;left val=&quot;611&quot;/&gt;&lt;top val=&quot;203&quot;/&gt;&lt;width val=&quot;83&quot;/&gt;&lt;height val=&quot;3&quot;/&gt;&lt;hasText val=&quot;0&quot;/&gt;&lt;/Image&gt;&lt;Image&gt;&lt;filename val=&quot;C:\Users\sanmi\Documents\My Adobe Presentations\ece552f2019-ALUs\data\asimages\{61331FD3-0D9E-416B-9C64-A2E983ED8E2D}_29_T.png&quot;/&gt;&lt;left val=&quot;611&quot;/&gt;&lt;top val=&quot;203&quot;/&gt;&lt;width val=&quot;83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EDB4DD6-5B7C-49EA-B0FF-F4A663ACD817}_29.png&quot;/&gt;&lt;left val=&quot;634&quot;/&gt;&lt;top val=&quot;159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81B7AD4-9D05-4B24-862E-FDE3FD92EE31}_29.png&quot;/&gt;&lt;left val=&quot;649&quot;/&gt;&lt;top val=&quot;170&quot;/&gt;&lt;width val=&quot;3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8851F5E-7D36-4703-9D00-75A4B6A656E2}_29.png&quot;/&gt;&lt;left val=&quot;12&quot;/&gt;&lt;top val=&quot;179&quot;/&gt;&lt;width val=&quot;4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EE5B4AA-04B6-40C3-AB15-348A00D9463E}_29.png&quot;/&gt;&lt;left val=&quot;27&quot;/&gt;&lt;top val=&quot;189&quot;/&gt;&lt;width val=&quot;45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BAF10BD-C0B2-4BCC-9CCA-B86AD6706C06}_2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B97762C-56DB-40F9-8978-1C8B6F526654}_29.png&quot;/&gt;&lt;left val=&quot;22&quot;/&gt;&lt;top val=&quot;370&quot;/&gt;&lt;width val=&quot;108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98BD2BF-6F50-4FD2-BBA6-1025F5092DE4}_29.png&quot;/&gt;&lt;left val=&quot;196&quot;/&gt;&lt;top val=&quot;366&quot;/&gt;&lt;width val=&quot;108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EBFE484-04F8-4784-85CE-313366BE2963}_29.png&quot;/&gt;&lt;left val=&quot;371&quot;/&gt;&lt;top val=&quot;369&quot;/&gt;&lt;width val=&quot;108&quot;/&gt;&lt;height val=&quot;42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C6B66C8-9831-4489-AFDC-B495559692B3}_29.png&quot;/&gt;&lt;left val=&quot;546&quot;/&gt;&lt;top val=&quot;370&quot;/&gt;&lt;width val=&quot;108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30,1605642603,C:\Users\sanmi\GoogleDrive\UWMdrive\Courses\ECE552\ece552-lec05_ALUs_pptx\Media.ppcx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5B35141-452D-49EF-A88C-DCD43127ABB3}_3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ALUs\data\asimages\{2179AF3E-818D-48E3-BBC2-A0E0272083B7}_1.png_crop.png&quot;/&gt;&lt;left val=&quot;62&quot;/&gt;&lt;top val=&quot;130&quot;/&gt;&lt;width val=&quot;459&quot;/&gt;&lt;height val=&quot;19&quot;/&gt;&lt;hasText val=&quot;1&quot;/&gt;&lt;paraId val=&quot;1&quot;/&gt;&lt;/Image&gt;&lt;Image&gt;&lt;filename val=&quot;C:\Users\sanmi\Documents\My Adobe Presentations\ece552f2019-ALUs\data\asimages\{517ACB7F-CB83-41F0-BDB1-006BC036E900}_1.png_crop.png&quot;/&gt;&lt;left val=&quot;62&quot;/&gt;&lt;top val=&quot;163&quot;/&gt;&lt;width val=&quot;419&quot;/&gt;&lt;height val=&quot;24&quot;/&gt;&lt;hasText val=&quot;1&quot;/&gt;&lt;paraId val=&quot;2&quot;/&gt;&lt;/Image&gt;&lt;Image&gt;&lt;filename val=&quot;C:\Users\sanmi\Documents\My Adobe Presentations\ece552f2019-ALUs\data\asimages\{278AF774-C6B8-41B1-BAA4-E62505909AB6}_1.png_crop.png&quot;/&gt;&lt;left val=&quot;61&quot;/&gt;&lt;top val=&quot;213&quot;/&gt;&lt;width val=&quot;417&quot;/&gt;&lt;height val=&quot;21&quot;/&gt;&lt;hasText val=&quot;1&quot;/&gt;&lt;paraId val=&quot;3&quot;/&gt;&lt;/Image&gt;&lt;Image&gt;&lt;filename val=&quot;C:\Users\sanmi\Documents\My Adobe Presentations\ece552f2019-ALUs\data\asimages\{3990492A-11EE-4ECC-B23A-2CDF532AB666}_1.png_crop.png&quot;/&gt;&lt;left val=&quot;62&quot;/&gt;&lt;top val=&quot;256&quot;/&gt;&lt;width val=&quot;188&quot;/&gt;&lt;height val=&quot;21&quot;/&gt;&lt;hasText val=&quot;1&quot;/&gt;&lt;paraId val=&quot;4&quot;/&gt;&lt;/Image&gt;&lt;Image&gt;&lt;filename val=&quot;C:\Users\sanmi\Documents\My Adobe Presentations\ece552f2019-ALUs\data\asimages\{DDCE0A55-4F34-4A25-91E2-557804339C82}_1.png_crop.png&quot;/&gt;&lt;left val=&quot;61&quot;/&gt;&lt;top val=&quot;299&quot;/&gt;&lt;width val=&quot;410&quot;/&gt;&lt;height val=&quot;21&quot;/&gt;&lt;hasText val=&quot;1&quot;/&gt;&lt;paraId val=&quot;5&quot;/&gt;&lt;/Image&gt;&lt;Image&gt;&lt;filename val=&quot;C:\Users\sanmi\Documents\My Adobe Presentations\ece552f2019-ALUs\data\asimages\{86D4CEE2-404F-40BE-B242-733D77C4F35A}_1.png_crop.png&quot;/&gt;&lt;left val=&quot;62&quot;/&gt;&lt;top val=&quot;343&quot;/&gt;&lt;width val=&quot;184&quot;/&gt;&lt;height val=&quot;21&quot;/&gt;&lt;hasText val=&quot;1&quot;/&gt;&lt;paraId val=&quot;6&quot;/&gt;&lt;/Image&gt;&lt;Image&gt;&lt;filename val=&quot;C:\Users\sanmi\Documents\My Adobe Presentations\ece552f2019-ALUs\data\asimages\{B6016350-793F-4BEF-ABA1-46B28602CC95}_1.png_crop.png&quot;/&gt;&lt;left val=&quot;62&quot;/&gt;&lt;top val=&quot;404&quot;/&gt;&lt;width val=&quot;9&quot;/&gt;&lt;height val=&quot;1&quot;/&gt;&lt;hasText val=&quot;1&quot;/&gt;&lt;paraId val=&quot;7&quot;/&gt;&lt;/Image&gt;&lt;Image&gt;&lt;filename val=&quot;C:\Users\sanmi\Documents\My Adobe Presentations\ece552f2019-ALUs\data\asimages\{6F6E9A91-738E-4141-A392-8D0F8106A12C}_1.png_crop.png&quot;/&gt;&lt;left val=&quot;61&quot;/&gt;&lt;top val=&quot;429&quot;/&gt;&lt;width val=&quot;502&quot;/&gt;&lt;height val=&quot;21&quot;/&gt;&lt;hasText val=&quot;1&quot;/&gt;&lt;paraId val=&quot;8&quot;/&gt;&lt;/Image&gt;&lt;Image&gt;&lt;filename val=&quot;C:\Users\sanmi\Documents\My Adobe Presentations\ece552f2019-ALUs\data\asimages\{42F914D8-4F99-4ED7-8722-5554053A101F}_1.png_crop.png&quot;/&gt;&lt;left val=&quot;62&quot;/&gt;&lt;top val=&quot;473&quot;/&gt;&lt;width val=&quot;228&quot;/&gt;&lt;height val=&quot;21&quot;/&gt;&lt;hasText val=&quot;1&quot;/&gt;&lt;paraId val=&quot;9&quot;/&gt;&lt;/Image&gt;&lt;/TextEffect&gt;"/>
  <p:tag name="PRESENTER_SHAPETEXTINFO" val="&lt;ShapeTextInfo&gt;&lt;TableIndex row=&quot;-1&quot; col=&quot;-1&quot;&gt;&lt;linesCount val=&quot;9&quot;/&gt;&lt;lineCharCount val=&quot;42&quot;/&gt;&lt;lineCharCount val=&quot;39&quot;/&gt;&lt;lineCharCount val=&quot;57&quot;/&gt;&lt;lineCharCount val=&quot;28&quot;/&gt;&lt;lineCharCount val=&quot;55&quot;/&gt;&lt;lineCharCount val=&quot;26&quot;/&gt;&lt;lineCharCount val=&quot;2&quot;/&gt;&lt;lineCharCount val=&quot;68&quot;/&gt;&lt;lineCharCount val=&quot;32&quot;/&gt;&lt;/TableIndex&gt;&lt;/ShapeTextInfo&gt;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E055866-93AE-4473-B25B-04B96EC721A2}_3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1,1605642603,C:\Users\sanmi\GoogleDrive\UWMdrive\Courses\ECE552\ece552-lec05_ALUs_pptx\Media.ppcx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1C4379C-A9F5-4D09-868C-0AD82DF830A2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31F2A64-DE1B-41FB-AABD-DD978042F29D}_31.png&quot;/&gt;&lt;left val=&quot;27&quot;/&gt;&lt;top val=&quot;120&quot;/&gt;&lt;width val=&quot;675&quot;/&gt;&lt;height val=&quot;362&quot;/&gt;&lt;hasText val=&quot;1&quot;/&gt;&lt;/Image&gt;&lt;/ThreeDShapeInfo&gt;"/>
  <p:tag name="PRESENTER_SHAPETEXTINFO" val="&lt;ShapeTextInfo&gt;&lt;TableIndex row=&quot;-1&quot; col=&quot;-1&quot;&gt;&lt;linesCount val=&quot;3&quot;/&gt;&lt;lineCharCount val=&quot;38&quot;/&gt;&lt;lineCharCount val=&quot;37&quot;/&gt;&lt;lineCharCount val=&quot;25&quot;/&gt;&lt;/TableIndex&gt;&lt;/ShapeTextInfo&gt;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9F4E2BB-B0F6-4C5A-AE02-64EFC6947C0D}_3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2,1605642603,C:\Users\sanmi\GoogleDrive\UWMdrive\Courses\ECE552\ece552-lec05_ALUs_pptx\Media.ppcx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82F6016-C5E4-4676-B920-72AC78F12B06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87F8E79-BCBE-4D2B-A4A0-4E9385EA1900}_32.png&quot;/&gt;&lt;left val=&quot;27&quot;/&gt;&lt;top val=&quot;120&quot;/&gt;&lt;width val=&quot;684&quot;/&gt;&lt;height val=&quot;362&quot;/&gt;&lt;hasText val=&quot;1&quot;/&gt;&lt;/Image&gt;&lt;/ThreeDShapeInfo&gt;"/>
  <p:tag name="PRESENTER_SHAPETEXTINFO" val="&lt;ShapeTextInfo&gt;&lt;TableIndex row=&quot;-1&quot; col=&quot;-1&quot;&gt;&lt;linesCount val=&quot;3&quot;/&gt;&lt;lineCharCount val=&quot;52&quot;/&gt;&lt;lineCharCount val=&quot;20&quot;/&gt;&lt;lineCharCount val=&quot;39&quot;/&gt;&lt;/TableIndex&gt;&lt;/ShapeTextInfo&gt;"/>
</p:tagLst>
</file>

<file path=ppt/tags/tag2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8985E64-D33A-47EB-9134-24E2D9E896CE}_3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3,1605642603,C:\Users\sanmi\GoogleDrive\UWMdrive\Courses\ECE552\ece552-lec05_ALUs_pptx\Media.ppcx"/>
</p:tagLst>
</file>

<file path=ppt/tags/tag2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F8E9514-E1AA-4157-94E2-7BB7ED5899CE}_3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47D815BE-7BAE-4DF1-A358-46926BB0955C}_33.png&quot;/&gt;&lt;left val=&quot;27&quot;/&gt;&lt;top val=&quot;120&quot;/&gt;&lt;width val=&quot;684&quot;/&gt;&lt;height val=&quot;362&quot;/&gt;&lt;hasText val=&quot;1&quot;/&gt;&lt;/Image&gt;&lt;/ThreeDShapeInfo&gt;"/>
  <p:tag name="PRESENTER_SHAPETEXTINFO" val="&lt;ShapeTextInfo&gt;&lt;TableIndex row=&quot;-1&quot; col=&quot;-1&quot;&gt;&lt;linesCount val=&quot;3&quot;/&gt;&lt;lineCharCount val=&quot;52&quot;/&gt;&lt;lineCharCount val=&quot;20&quot;/&gt;&lt;lineCharCount val=&quot;39&quot;/&gt;&lt;/TableIndex&gt;&lt;/ShapeTextInfo&gt;"/>
</p:tagLst>
</file>

<file path=ppt/tags/tag2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03300E41-EB3F-436B-A002-A1D2AF78224E}_3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  <p:tag name="PPSNARRATION" val="34,1605642603,C:\Users\sanmi\GoogleDrive\UWMdrive\Courses\ECE552\ece552-lec05_ALUs_pptx\Media.ppcx"/>
</p:tagLst>
</file>

<file path=ppt/tags/tag2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D661092-1B69-445C-83DD-C39EA3C013FC}_3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D5A45E0-92B1-4B56-99BB-8A4E1686CD4C}_34.png&quot;/&gt;&lt;left val=&quot;27&quot;/&gt;&lt;top val=&quot;120&quot;/&gt;&lt;width val=&quot;684&quot;/&gt;&lt;height val=&quot;362&quot;/&gt;&lt;hasText val=&quot;1&quot;/&gt;&lt;/Image&gt;&lt;/ThreeDShapeInfo&gt;"/>
  <p:tag name="PRESENTER_SHAPETEXTINFO" val="&lt;ShapeTextInfo&gt;&lt;TableIndex row=&quot;-1&quot; col=&quot;-1&quot;&gt;&lt;linesCount val=&quot;3&quot;/&gt;&lt;lineCharCount val=&quot;52&quot;/&gt;&lt;lineCharCount val=&quot;21&quot;/&gt;&lt;lineCharCount val=&quot;39&quot;/&gt;&lt;/TableIndex&gt;&lt;/ShapeTextInfo&gt;"/>
</p:tagLst>
</file>

<file path=ppt/tags/tag2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777D6A7-0755-49B6-9D3F-9FC0E20FAF57}_3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  <p:tag name="PPSNARRATION" val="35,1605642603,C:\Users\sanmi\GoogleDrive\UWMdrive\Courses\ECE552\ece552-lec05_ALUs_pptx\Media.ppcx"/>
</p:tagLst>
</file>

<file path=ppt/tags/tag2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8AABF06-441D-41F7-8063-C351AE3C7994}_3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1F47E4F6-A576-429E-BE3E-5A2C566A9788}_35.png&quot;/&gt;&lt;left val=&quot;27&quot;/&gt;&lt;top val=&quot;120&quot;/&gt;&lt;width val=&quot;684&quot;/&gt;&lt;height val=&quot;362&quot;/&gt;&lt;hasText val=&quot;1&quot;/&gt;&lt;/Image&gt;&lt;/ThreeDShapeInfo&gt;"/>
  <p:tag name="PRESENTER_SHAPETEXTINFO" val="&lt;ShapeTextInfo&gt;&lt;TableIndex row=&quot;-1&quot; col=&quot;-1&quot;&gt;&lt;linesCount val=&quot;3&quot;/&gt;&lt;lineCharCount val=&quot;52&quot;/&gt;&lt;lineCharCount val=&quot;21&quot;/&gt;&lt;lineCharCount val=&quot;53&quot;/&gt;&lt;/TableIndex&gt;&lt;/ShapeTextInfo&gt;"/>
</p:tagLst>
</file>

<file path=ppt/tags/tag2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32E3598-08EA-4F7A-8C60-5847694207C9}_3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9.PNG&quot;/&gt;"/>
  <p:tag name="PPSNARRATION" val="39,1605642603,C:\Users\sanmi\GoogleDrive\UWMdrive\Courses\ECE552\ece552-lec05_ALUs_pptx\Media.ppcx"/>
</p:tagLst>
</file>

<file path=ppt/tags/tag2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07F0B0D-7023-4321-8898-B61D2480849B}_3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CCAF4BF-14DD-4697-A288-B3509DD730D7}_39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43&quot;/&gt;&lt;lineCharCount val=&quot;44&quot;/&gt;&lt;lineCharCount val=&quot;27&quot;/&gt;&lt;lineCharCount val=&quot;18&quot;/&gt;&lt;/TableIndex&gt;&lt;/ShapeTextInfo&gt;"/>
</p:tagLst>
</file>

<file path=ppt/tags/tag2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9971A4D-7F35-41E1-BAA8-D38099296203}_3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0.PNG&quot;/&gt;"/>
  <p:tag name="PPSNARRATION" val="40,1605642603,C:\Users\sanmi\GoogleDrive\UWMdrive\Courses\ECE552\ece552-lec05_ALUs_pptx\Media.ppcx"/>
</p:tagLst>
</file>

<file path=ppt/tags/tag2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2B70211E-38A7-4795-B2A1-B22CE96BA997}_4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7D47E03-5506-4068-B514-ECD1ADC91564}_40.png&quot;/&gt;&lt;left val=&quot;24&quot;/&gt;&lt;top val=&quot;119&quot;/&gt;&lt;width val=&quot;659&quot;/&gt;&lt;height val=&quot;424&quot;/&gt;&lt;hasText val=&quot;1&quot;/&gt;&lt;/Image&gt;&lt;/ThreeDShapeInfo&gt;"/>
  <p:tag name="PRESENTER_SHAPETEXTINFO" val="&lt;ShapeTextInfo&gt;&lt;TableIndex row=&quot;-1&quot; col=&quot;-1&quot;&gt;&lt;linesCount val=&quot;10&quot;/&gt;&lt;lineCharCount val=&quot;43&quot;/&gt;&lt;lineCharCount val=&quot;44&quot;/&gt;&lt;lineCharCount val=&quot;27&quot;/&gt;&lt;lineCharCount val=&quot;19&quot;/&gt;&lt;lineCharCount val=&quot;20&quot;/&gt;&lt;lineCharCount val=&quot;24&quot;/&gt;&lt;lineCharCount val=&quot;23&quot;/&gt;&lt;lineCharCount val=&quot;20&quot;/&gt;&lt;lineCharCount val=&quot;20&quot;/&gt;&lt;lineCharCount val=&quot;6&quot;/&gt;&lt;/TableIndex&gt;&lt;/ShapeTextInfo&gt;"/>
</p:tagLst>
</file>

<file path=ppt/tags/tag2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0C31F9C-FF5D-41D6-9C99-392DF5C1890D}_4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1.PNG&quot;/&gt;"/>
  <p:tag name="PPSNARRATION" val="41,1605642603,C:\Users\sanmi\GoogleDrive\UWMdrive\Courses\ECE552\ece552-lec05_ALUs_pptx\Media.ppcx"/>
</p:tagLst>
</file>

<file path=ppt/tags/tag2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3A2BACB-404A-4BF1-9673-1CF4948238B7}_4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F4B40E9-50EE-47E0-8FC8-4E1DAF872B5B}_41.png&quot;/&gt;&lt;left val=&quot;24&quot;/&gt;&lt;top val=&quot;119&quot;/&gt;&lt;width val=&quot;659&quot;/&gt;&lt;height val=&quot;424&quot;/&gt;&lt;hasText val=&quot;1&quot;/&gt;&lt;/Image&gt;&lt;/ThreeDShapeInfo&gt;"/>
  <p:tag name="PRESENTER_SHAPETEXTINFO" val="&lt;ShapeTextInfo&gt;&lt;TableIndex row=&quot;-1&quot; col=&quot;-1&quot;&gt;&lt;linesCount val=&quot;10&quot;/&gt;&lt;lineCharCount val=&quot;43&quot;/&gt;&lt;lineCharCount val=&quot;44&quot;/&gt;&lt;lineCharCount val=&quot;27&quot;/&gt;&lt;lineCharCount val=&quot;45&quot;/&gt;&lt;lineCharCount val=&quot;21&quot;/&gt;&lt;lineCharCount val=&quot;24&quot;/&gt;&lt;lineCharCount val=&quot;24&quot;/&gt;&lt;lineCharCount val=&quot;21&quot;/&gt;&lt;lineCharCount val=&quot;21&quot;/&gt;&lt;lineCharCount val=&quot;6&quot;/&gt;&lt;/TableIndex&gt;&lt;/ShapeTextInfo&gt;"/>
</p:tagLst>
</file>

<file path=ppt/tags/tag2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A41954E-B335-4146-8214-FC7CC3C703B9}_4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2.PNG&quot;/&gt;"/>
  <p:tag name="PPSNARRATION" val="42,1605642603,C:\Users\sanmi\GoogleDrive\UWMdrive\Courses\ECE552\ece552-lec05_ALUs_pptx\Media.ppcx"/>
</p:tagLst>
</file>

<file path=ppt/tags/tag2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64BAB21-59A9-4D1A-B8E7-05973F69ADF8}_4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DD5A51E-7294-4139-A1AC-B4823B832A21}_42.png&quot;/&gt;&lt;left val=&quot;24&quot;/&gt;&lt;top val=&quot;119&quot;/&gt;&lt;width val=&quot;659&quot;/&gt;&lt;height val=&quot;424&quot;/&gt;&lt;hasText val=&quot;1&quot;/&gt;&lt;/Image&gt;&lt;/ThreeDShapeInfo&gt;"/>
  <p:tag name="PRESENTER_SHAPETEXTINFO" val="&lt;ShapeTextInfo&gt;&lt;TableIndex row=&quot;-1&quot; col=&quot;-1&quot;&gt;&lt;linesCount val=&quot;10&quot;/&gt;&lt;lineCharCount val=&quot;43&quot;/&gt;&lt;lineCharCount val=&quot;44&quot;/&gt;&lt;lineCharCount val=&quot;27&quot;/&gt;&lt;lineCharCount val=&quot;45&quot;/&gt;&lt;lineCharCount val=&quot;42&quot;/&gt;&lt;lineCharCount val=&quot;24&quot;/&gt;&lt;lineCharCount val=&quot;24&quot;/&gt;&lt;lineCharCount val=&quot;21&quot;/&gt;&lt;lineCharCount val=&quot;21&quot;/&gt;&lt;lineCharCount val=&quot;6&quot;/&gt;&lt;/TableIndex&gt;&lt;/ShapeTextInfo&gt;"/>
</p:tagLst>
</file>

<file path=ppt/tags/tag2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7B4C82D-FAE3-4E1A-A019-B5E6F20A598A}_4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3.PNG&quot;/&gt;"/>
  <p:tag name="PPSNARRATION" val="43,1605642603,C:\Users\sanmi\GoogleDrive\UWMdrive\Courses\ECE552\ece552-lec05_ALUs_pptx\Media.ppcx"/>
</p:tagLst>
</file>

<file path=ppt/tags/tag2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6FC4068-C0CA-4C2B-9CBF-4F61AC183D0C}_4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B98EB74-9888-4D91-9CE6-F6D7C1D7F0E3}_43.png&quot;/&gt;&lt;left val=&quot;24&quot;/&gt;&lt;top val=&quot;119&quot;/&gt;&lt;width val=&quot;659&quot;/&gt;&lt;height val=&quot;424&quot;/&gt;&lt;hasText val=&quot;1&quot;/&gt;&lt;/Image&gt;&lt;/ThreeDShapeInfo&gt;"/>
  <p:tag name="PRESENTER_SHAPETEXTINFO" val="&lt;ShapeTextInfo&gt;&lt;TableIndex row=&quot;-1&quot; col=&quot;-1&quot;&gt;&lt;linesCount val=&quot;10&quot;/&gt;&lt;lineCharCount val=&quot;43&quot;/&gt;&lt;lineCharCount val=&quot;44&quot;/&gt;&lt;lineCharCount val=&quot;27&quot;/&gt;&lt;lineCharCount val=&quot;45&quot;/&gt;&lt;lineCharCount val=&quot;42&quot;/&gt;&lt;lineCharCount val=&quot;24&quot;/&gt;&lt;lineCharCount val=&quot;40&quot;/&gt;&lt;lineCharCount val=&quot;43&quot;/&gt;&lt;lineCharCount val=&quot;44&quot;/&gt;&lt;lineCharCount val=&quot;6&quot;/&gt;&lt;/TableIndex&gt;&lt;/ShapeTextInfo&gt;"/>
</p:tagLst>
</file>

<file path=ppt/tags/tag2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EE5EA17F-1540-4A4A-B276-33E57047B7A2}_4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4.PNG&quot;/&gt;"/>
  <p:tag name="PPSNARRATION" val="44,1605642603,C:\Users\sanmi\GoogleDrive\UWMdrive\Courses\ECE552\ece552-lec05_ALUs_pptx\Media.ppcx"/>
</p:tagLst>
</file>

<file path=ppt/tags/tag2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891D406-10F3-4F78-B0BD-BB4021B65B50}_4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0DB017E-831C-4943-839C-DB814B312852}_44.png&quot;/&gt;&lt;left val=&quot;24&quot;/&gt;&lt;top val=&quot;119&quot;/&gt;&lt;width val=&quot;679&quot;/&gt;&lt;height val=&quot;416&quot;/&gt;&lt;hasText val=&quot;1&quot;/&gt;&lt;/Image&gt;&lt;/ThreeDShapeInfo&gt;"/>
  <p:tag name="PRESENTER_SHAPETEXTINFO" val="&lt;ShapeTextInfo&gt;&lt;TableIndex row=&quot;-1&quot; col=&quot;-1&quot;&gt;&lt;linesCount val=&quot;10&quot;/&gt;&lt;lineCharCount val=&quot;43&quot;/&gt;&lt;lineCharCount val=&quot;44&quot;/&gt;&lt;lineCharCount val=&quot;27&quot;/&gt;&lt;lineCharCount val=&quot;45&quot;/&gt;&lt;lineCharCount val=&quot;42&quot;/&gt;&lt;lineCharCount val=&quot;46&quot;/&gt;&lt;lineCharCount val=&quot;49&quot;/&gt;&lt;lineCharCount val=&quot;47&quot;/&gt;&lt;lineCharCount val=&quot;1&quot;/&gt;&lt;lineCharCount val=&quot;56&quot;/&gt;&lt;/TableIndex&gt;&lt;/ShapeTextInfo&gt;"/>
</p:tagLst>
</file>

<file path=ppt/tags/tag2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C9CC94D-FE79-4F4D-A0C5-ED5E0723FCEC}_4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5.PNG&quot;/&gt;"/>
  <p:tag name="PPSNARRATION" val="45,1605642603,C:\Users\sanmi\GoogleDrive\UWMdrive\Courses\ECE552\ece552-lec05_ALUs_pptx\Media.ppcx"/>
</p:tagLst>
</file>

<file path=ppt/tags/tag2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DCA61632-F0A3-456D-ACD6-FB6DCDF96C4F}_4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F56F3C7A-40F5-410F-BB43-6078BE5B1F27}_45.png&quot;/&gt;&lt;left val=&quot;24&quot;/&gt;&lt;top val=&quot;119&quot;/&gt;&lt;width val=&quot;679&quot;/&gt;&lt;height val=&quot;410&quot;/&gt;&lt;hasText val=&quot;1&quot;/&gt;&lt;/Image&gt;&lt;/ThreeDShapeInfo&gt;"/>
  <p:tag name="PRESENTER_SHAPETEXTINFO" val="&lt;ShapeTextInfo&gt;&lt;TableIndex row=&quot;-1&quot; col=&quot;-1&quot;&gt;&lt;linesCount val=&quot;8&quot;/&gt;&lt;lineCharCount val=&quot;43&quot;/&gt;&lt;lineCharCount val=&quot;44&quot;/&gt;&lt;lineCharCount val=&quot;27&quot;/&gt;&lt;lineCharCount val=&quot;45&quot;/&gt;&lt;lineCharCount val=&quot;42&quot;/&gt;&lt;lineCharCount val=&quot;46&quot;/&gt;&lt;lineCharCount val=&quot;49&quot;/&gt;&lt;lineCharCount val=&quot;48&quot;/&gt;&lt;/TableIndex&gt;&lt;/ShapeTextInfo&gt;"/>
</p:tagLst>
</file>

<file path=ppt/tags/tag2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3232AB06-8061-4B52-86AA-C27160B01834}_4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6.PNG&quot;/&gt;"/>
  <p:tag name="PPSNARRATION" val="46,1605642603,C:\Users\sanmi\GoogleDrive\UWMdrive\Courses\ECE552\ece552-lec05_ALUs_pptx\Media.ppcx"/>
</p:tagLst>
</file>

<file path=ppt/tags/tag2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BD16C8F8-5E1E-4719-A474-413894FC1E45}_4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79DECAF-BCE9-4356-8142-0E9B8B927F40}_46.png&quot;/&gt;&lt;left val=&quot;24&quot;/&gt;&lt;top val=&quot;119&quot;/&gt;&lt;width val=&quot;679&quot;/&gt;&lt;height val=&quot;410&quot;/&gt;&lt;hasText val=&quot;1&quot;/&gt;&lt;/Image&gt;&lt;/ThreeDShapeInfo&gt;"/>
  <p:tag name="PRESENTER_SHAPETEXTINFO" val="&lt;ShapeTextInfo&gt;&lt;TableIndex row=&quot;-1&quot; col=&quot;-1&quot;&gt;&lt;linesCount val=&quot;8&quot;/&gt;&lt;lineCharCount val=&quot;43&quot;/&gt;&lt;lineCharCount val=&quot;44&quot;/&gt;&lt;lineCharCount val=&quot;27&quot;/&gt;&lt;lineCharCount val=&quot;45&quot;/&gt;&lt;lineCharCount val=&quot;42&quot;/&gt;&lt;lineCharCount val=&quot;46&quot;/&gt;&lt;lineCharCount val=&quot;48&quot;/&gt;&lt;lineCharCount val=&quot;1&quot;/&gt;&lt;/TableIndex&gt;&lt;/ShapeTextInfo&gt;"/>
</p:tagLst>
</file>

<file path=ppt/tags/tag2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C441395B-A7E1-4221-90EE-07A5DABFEA4E}_4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1707</TotalTime>
  <Words>3279</Words>
  <Application>Microsoft Macintosh PowerPoint</Application>
  <PresentationFormat>On-screen Show (4:3)</PresentationFormat>
  <Paragraphs>797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Helvetica</vt:lpstr>
      <vt:lpstr>Times New Roman</vt:lpstr>
      <vt:lpstr>Wingdings</vt:lpstr>
      <vt:lpstr>Lecture Notes 552</vt:lpstr>
      <vt:lpstr>ECE/CS 552: Arithmetic Logic Units</vt:lpstr>
      <vt:lpstr>Basic Arithmetic and the ALU</vt:lpstr>
      <vt:lpstr>Basic Arithmetic and the ALU</vt:lpstr>
      <vt:lpstr>Background</vt:lpstr>
      <vt:lpstr>Unsigned Integers</vt:lpstr>
      <vt:lpstr>Signed Integers</vt:lpstr>
      <vt:lpstr>Signed Integers</vt:lpstr>
      <vt:lpstr>Sign Extension</vt:lpstr>
      <vt:lpstr>Sign Extension</vt:lpstr>
      <vt:lpstr>Why 2’s Complement</vt:lpstr>
      <vt:lpstr>Addition</vt:lpstr>
      <vt:lpstr>Subtraction</vt:lpstr>
      <vt:lpstr>Full Adder</vt:lpstr>
      <vt:lpstr>Ripple-carry Adder</vt:lpstr>
      <vt:lpstr>Ripple-carry Subtractor</vt:lpstr>
      <vt:lpstr>Combined Ripple-carry Adder/Subtractor</vt:lpstr>
      <vt:lpstr>Logical Operations</vt:lpstr>
      <vt:lpstr>Shifter</vt:lpstr>
      <vt:lpstr>Simple ALU</vt:lpstr>
      <vt:lpstr>Overflow</vt:lpstr>
      <vt:lpstr>Addition Overflow</vt:lpstr>
      <vt:lpstr>Addition Overflow</vt:lpstr>
      <vt:lpstr>Addition Overflow</vt:lpstr>
      <vt:lpstr>Addition Overflow</vt:lpstr>
      <vt:lpstr>Subtraction Overflow</vt:lpstr>
      <vt:lpstr>What to do on Overflow?</vt:lpstr>
      <vt:lpstr>Combined Ripple-carry Adder/Subtractor</vt:lpstr>
      <vt:lpstr>Carry Lookahead</vt:lpstr>
      <vt:lpstr>Carry Lookahead</vt:lpstr>
      <vt:lpstr>Carry Lookahead</vt:lpstr>
      <vt:lpstr>4-bit Carry Lookahead Adder</vt:lpstr>
      <vt:lpstr>Hierarchical CLA for 16 bits</vt:lpstr>
      <vt:lpstr>Hierarchical CLA for 16 bits</vt:lpstr>
      <vt:lpstr>Exercise – ALU</vt:lpstr>
      <vt:lpstr>Exercise – ALU</vt:lpstr>
      <vt:lpstr>Exercise – ALU</vt:lpstr>
      <vt:lpstr>Exercise – ALU</vt:lpstr>
      <vt:lpstr>Exercise – ALU</vt:lpstr>
      <vt:lpstr>Exercise – SRL vs SRA</vt:lpstr>
      <vt:lpstr>Exercise – SRL vs SRA</vt:lpstr>
      <vt:lpstr>Exercise – SRL vs SRA</vt:lpstr>
      <vt:lpstr>Exercise – SRL vs SRA</vt:lpstr>
      <vt:lpstr>Exercise – SRL vs SRA</vt:lpstr>
      <vt:lpstr>Exercise – SRL vs SRA</vt:lpstr>
      <vt:lpstr>Exercise – SRL vs SRA</vt:lpstr>
      <vt:lpstr>Exercise – SRL vs SRA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ALUs</dc:title>
  <dc:creator/>
  <cp:lastModifiedBy>Boone Severson</cp:lastModifiedBy>
  <cp:revision>491</cp:revision>
  <cp:lastPrinted>1601-01-01T00:00:00Z</cp:lastPrinted>
  <dcterms:created xsi:type="dcterms:W3CDTF">1601-01-01T00:00:00Z</dcterms:created>
  <dcterms:modified xsi:type="dcterms:W3CDTF">2024-08-29T04:33:07Z</dcterms:modified>
</cp:coreProperties>
</file>