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9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3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4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5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6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7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18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9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20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21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22.xml" ContentType="application/vnd.openxmlformats-officedocument.presentationml.notesSlid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23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notesSlides/notesSlide24.xml" ContentType="application/vnd.openxmlformats-officedocument.presentationml.notesSlide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notesSlides/notesSlide25.xml" ContentType="application/vnd.openxmlformats-officedocument.presentationml.notesSlide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notesSlides/notesSlide26.xml" ContentType="application/vnd.openxmlformats-officedocument.presentationml.notesSlide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notesSlides/notesSlide27.xml" ContentType="application/vnd.openxmlformats-officedocument.presentationml.notesSlide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notesSlides/notesSlide28.xml" ContentType="application/vnd.openxmlformats-officedocument.presentationml.notesSlide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notesSlides/notesSlide29.xml" ContentType="application/vnd.openxmlformats-officedocument.presentationml.notesSlide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notesSlides/notesSlide30.xml" ContentType="application/vnd.openxmlformats-officedocument.presentationml.notesSlide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notesSlides/notesSlide31.xml" ContentType="application/vnd.openxmlformats-officedocument.presentationml.notesSlide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notesSlides/notesSlide32.xml" ContentType="application/vnd.openxmlformats-officedocument.presentationml.notesSlide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notesSlides/notesSlide33.xml" ContentType="application/vnd.openxmlformats-officedocument.presentationml.notesSlide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notesSlides/notesSlide34.xml" ContentType="application/vnd.openxmlformats-officedocument.presentationml.notesSlide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notesSlides/notesSlide35.xml" ContentType="application/vnd.openxmlformats-officedocument.presentationml.notesSlide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notesSlides/notesSlide36.xml" ContentType="application/vnd.openxmlformats-officedocument.presentationml.notesSlide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notesSlides/notesSlide37.xml" ContentType="application/vnd.openxmlformats-officedocument.presentationml.notesSlide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notesSlides/notesSlide38.xml" ContentType="application/vnd.openxmlformats-officedocument.presentationml.notesSlide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notesSlides/notesSlide39.xml" ContentType="application/vnd.openxmlformats-officedocument.presentationml.notesSlide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42"/>
  </p:notesMasterIdLst>
  <p:handoutMasterIdLst>
    <p:handoutMasterId r:id="rId43"/>
  </p:handoutMasterIdLst>
  <p:sldIdLst>
    <p:sldId id="343" r:id="rId2"/>
    <p:sldId id="279" r:id="rId3"/>
    <p:sldId id="274" r:id="rId4"/>
    <p:sldId id="367" r:id="rId5"/>
    <p:sldId id="280" r:id="rId6"/>
    <p:sldId id="281" r:id="rId7"/>
    <p:sldId id="282" r:id="rId8"/>
    <p:sldId id="366" r:id="rId9"/>
    <p:sldId id="283" r:id="rId10"/>
    <p:sldId id="285" r:id="rId11"/>
    <p:sldId id="284" r:id="rId12"/>
    <p:sldId id="356" r:id="rId13"/>
    <p:sldId id="364" r:id="rId14"/>
    <p:sldId id="363" r:id="rId15"/>
    <p:sldId id="362" r:id="rId16"/>
    <p:sldId id="361" r:id="rId17"/>
    <p:sldId id="359" r:id="rId18"/>
    <p:sldId id="358" r:id="rId19"/>
    <p:sldId id="357" r:id="rId20"/>
    <p:sldId id="365" r:id="rId21"/>
    <p:sldId id="287" r:id="rId22"/>
    <p:sldId id="288" r:id="rId23"/>
    <p:sldId id="289" r:id="rId24"/>
    <p:sldId id="290" r:id="rId25"/>
    <p:sldId id="303" r:id="rId26"/>
    <p:sldId id="304" r:id="rId27"/>
    <p:sldId id="305" r:id="rId28"/>
    <p:sldId id="314" r:id="rId29"/>
    <p:sldId id="355" r:id="rId30"/>
    <p:sldId id="334" r:id="rId31"/>
    <p:sldId id="324" r:id="rId32"/>
    <p:sldId id="369" r:id="rId33"/>
    <p:sldId id="370" r:id="rId34"/>
    <p:sldId id="371" r:id="rId35"/>
    <p:sldId id="325" r:id="rId36"/>
    <p:sldId id="326" r:id="rId37"/>
    <p:sldId id="327" r:id="rId38"/>
    <p:sldId id="328" r:id="rId39"/>
    <p:sldId id="332" r:id="rId40"/>
    <p:sldId id="329" r:id="rId41"/>
  </p:sldIdLst>
  <p:sldSz cx="9144000" cy="6858000" type="screen4x3"/>
  <p:notesSz cx="6845300" cy="9396413"/>
  <p:custDataLst>
    <p:tags r:id="rId4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7E7CE-AB10-FFBD-B4AA-AC02278A3FA6}" v="11" dt="2024-08-12T02:42:21.659"/>
    <p1510:client id="{C26C739F-FA30-1723-126F-95DA8D3FFFC1}" v="717" dt="2024-08-12T02:17:45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1973" autoAdjust="0"/>
  </p:normalViewPr>
  <p:slideViewPr>
    <p:cSldViewPr>
      <p:cViewPr varScale="1">
        <p:scale>
          <a:sx n="117" d="100"/>
          <a:sy n="117" d="100"/>
        </p:scale>
        <p:origin x="20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2358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S::bseverson3@wisc.edu::1d942a2b-e0b5-491a-b49e-d500fa0ad426" providerId="AD" clId="Web-{2C27E7CE-AB10-FFBD-B4AA-AC02278A3FA6}"/>
    <pc:docChg chg="modSld">
      <pc:chgData name="Boone Severson" userId="S::bseverson3@wisc.edu::1d942a2b-e0b5-491a-b49e-d500fa0ad426" providerId="AD" clId="Web-{2C27E7CE-AB10-FFBD-B4AA-AC02278A3FA6}" dt="2024-08-12T02:42:21.659" v="10" actId="20577"/>
      <pc:docMkLst>
        <pc:docMk/>
      </pc:docMkLst>
      <pc:sldChg chg="modSp">
        <pc:chgData name="Boone Severson" userId="S::bseverson3@wisc.edu::1d942a2b-e0b5-491a-b49e-d500fa0ad426" providerId="AD" clId="Web-{2C27E7CE-AB10-FFBD-B4AA-AC02278A3FA6}" dt="2024-08-12T02:20:32.078" v="0"/>
        <pc:sldMkLst>
          <pc:docMk/>
          <pc:sldMk cId="0" sldId="290"/>
        </pc:sldMkLst>
        <pc:spChg chg="mod">
          <ac:chgData name="Boone Severson" userId="S::bseverson3@wisc.edu::1d942a2b-e0b5-491a-b49e-d500fa0ad426" providerId="AD" clId="Web-{2C27E7CE-AB10-FFBD-B4AA-AC02278A3FA6}" dt="2024-08-12T02:20:32.078" v="0"/>
          <ac:spMkLst>
            <pc:docMk/>
            <pc:sldMk cId="0" sldId="290"/>
            <ac:spMk id="32829" creationId="{8B55F528-07C2-49D8-BAA6-0431E75B82EE}"/>
          </ac:spMkLst>
        </pc:spChg>
      </pc:sldChg>
      <pc:sldChg chg="modSp">
        <pc:chgData name="Boone Severson" userId="S::bseverson3@wisc.edu::1d942a2b-e0b5-491a-b49e-d500fa0ad426" providerId="AD" clId="Web-{2C27E7CE-AB10-FFBD-B4AA-AC02278A3FA6}" dt="2024-08-12T02:42:21.659" v="10" actId="20577"/>
        <pc:sldMkLst>
          <pc:docMk/>
          <pc:sldMk cId="2074748076" sldId="314"/>
        </pc:sldMkLst>
        <pc:spChg chg="mod">
          <ac:chgData name="Boone Severson" userId="S::bseverson3@wisc.edu::1d942a2b-e0b5-491a-b49e-d500fa0ad426" providerId="AD" clId="Web-{2C27E7CE-AB10-FFBD-B4AA-AC02278A3FA6}" dt="2024-08-12T02:42:21.659" v="10" actId="20577"/>
          <ac:spMkLst>
            <pc:docMk/>
            <pc:sldMk cId="2074748076" sldId="314"/>
            <ac:spMk id="18435" creationId="{00000000-0000-0000-0000-000000000000}"/>
          </ac:spMkLst>
        </pc:spChg>
      </pc:sldChg>
    </pc:docChg>
  </pc:docChgLst>
  <pc:docChgLst>
    <pc:chgData name="Boone Severson" userId="S::bseverson3@wisc.edu::1d942a2b-e0b5-491a-b49e-d500fa0ad426" providerId="AD" clId="Web-{C26C739F-FA30-1723-126F-95DA8D3FFFC1}"/>
    <pc:docChg chg="modSld">
      <pc:chgData name="Boone Severson" userId="S::bseverson3@wisc.edu::1d942a2b-e0b5-491a-b49e-d500fa0ad426" providerId="AD" clId="Web-{C26C739F-FA30-1723-126F-95DA8D3FFFC1}" dt="2024-08-12T02:17:45.873" v="383"/>
      <pc:docMkLst>
        <pc:docMk/>
      </pc:docMkLst>
      <pc:sldChg chg="modSp">
        <pc:chgData name="Boone Severson" userId="S::bseverson3@wisc.edu::1d942a2b-e0b5-491a-b49e-d500fa0ad426" providerId="AD" clId="Web-{C26C739F-FA30-1723-126F-95DA8D3FFFC1}" dt="2024-08-12T01:20:48.432" v="24" actId="20577"/>
        <pc:sldMkLst>
          <pc:docMk/>
          <pc:sldMk cId="0" sldId="281"/>
        </pc:sldMkLst>
        <pc:spChg chg="mod">
          <ac:chgData name="Boone Severson" userId="S::bseverson3@wisc.edu::1d942a2b-e0b5-491a-b49e-d500fa0ad426" providerId="AD" clId="Web-{C26C739F-FA30-1723-126F-95DA8D3FFFC1}" dt="2024-08-12T01:20:48.432" v="24" actId="20577"/>
          <ac:spMkLst>
            <pc:docMk/>
            <pc:sldMk cId="0" sldId="281"/>
            <ac:spMk id="23555" creationId="{A9C9F4FF-A4E9-4F56-BE75-7411C26CF51B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16:39.168" v="377"/>
        <pc:sldMkLst>
          <pc:docMk/>
          <pc:sldMk cId="0" sldId="287"/>
        </pc:sldMkLst>
        <pc:spChg chg="mod">
          <ac:chgData name="Boone Severson" userId="S::bseverson3@wisc.edu::1d942a2b-e0b5-491a-b49e-d500fa0ad426" providerId="AD" clId="Web-{C26C739F-FA30-1723-126F-95DA8D3FFFC1}" dt="2024-08-12T02:16:39.168" v="377"/>
          <ac:spMkLst>
            <pc:docMk/>
            <pc:sldMk cId="0" sldId="287"/>
            <ac:spMk id="29737" creationId="{4CBA465F-78C5-4584-ABF4-354168841238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17:02.450" v="381"/>
        <pc:sldMkLst>
          <pc:docMk/>
          <pc:sldMk cId="0" sldId="288"/>
        </pc:sldMkLst>
        <pc:spChg chg="mod">
          <ac:chgData name="Boone Severson" userId="S::bseverson3@wisc.edu::1d942a2b-e0b5-491a-b49e-d500fa0ad426" providerId="AD" clId="Web-{C26C739F-FA30-1723-126F-95DA8D3FFFC1}" dt="2024-08-12T02:17:02.450" v="381"/>
          <ac:spMkLst>
            <pc:docMk/>
            <pc:sldMk cId="0" sldId="288"/>
            <ac:spMk id="30787" creationId="{E296668C-D259-4F4A-B7B2-924AE414F538}"/>
          </ac:spMkLst>
        </pc:spChg>
        <pc:spChg chg="mod">
          <ac:chgData name="Boone Severson" userId="S::bseverson3@wisc.edu::1d942a2b-e0b5-491a-b49e-d500fa0ad426" providerId="AD" clId="Web-{C26C739F-FA30-1723-126F-95DA8D3FFFC1}" dt="2024-08-12T02:16:54.903" v="380" actId="1076"/>
          <ac:spMkLst>
            <pc:docMk/>
            <pc:sldMk cId="0" sldId="288"/>
            <ac:spMk id="30795" creationId="{9F02B370-ABD7-4255-AC2B-13B3E268FD8C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17:33.310" v="382"/>
        <pc:sldMkLst>
          <pc:docMk/>
          <pc:sldMk cId="0" sldId="289"/>
        </pc:sldMkLst>
        <pc:spChg chg="mod">
          <ac:chgData name="Boone Severson" userId="S::bseverson3@wisc.edu::1d942a2b-e0b5-491a-b49e-d500fa0ad426" providerId="AD" clId="Web-{C26C739F-FA30-1723-126F-95DA8D3FFFC1}" dt="2024-08-12T02:17:33.310" v="382"/>
          <ac:spMkLst>
            <pc:docMk/>
            <pc:sldMk cId="0" sldId="289"/>
            <ac:spMk id="31760" creationId="{A069B17D-7B72-4E23-82A8-2F0CEE890CB7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17:45.873" v="383"/>
        <pc:sldMkLst>
          <pc:docMk/>
          <pc:sldMk cId="0" sldId="304"/>
        </pc:sldMkLst>
        <pc:spChg chg="mod">
          <ac:chgData name="Boone Severson" userId="S::bseverson3@wisc.edu::1d942a2b-e0b5-491a-b49e-d500fa0ad426" providerId="AD" clId="Web-{C26C739F-FA30-1723-126F-95DA8D3FFFC1}" dt="2024-08-12T02:17:45.873" v="383"/>
          <ac:spMkLst>
            <pc:docMk/>
            <pc:sldMk cId="0" sldId="304"/>
            <ac:spMk id="10307" creationId="{1B5A6F41-F5DF-42B4-9FA3-8F0BE8B3C868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0:57:42.444" v="21" actId="20577"/>
        <pc:sldMkLst>
          <pc:docMk/>
          <pc:sldMk cId="634195150" sldId="343"/>
        </pc:sldMkLst>
        <pc:spChg chg="mod">
          <ac:chgData name="Boone Severson" userId="S::bseverson3@wisc.edu::1d942a2b-e0b5-491a-b49e-d500fa0ad426" providerId="AD" clId="Web-{C26C739F-FA30-1723-126F-95DA8D3FFFC1}" dt="2024-08-12T00:57:42.444" v="21" actId="20577"/>
          <ac:spMkLst>
            <pc:docMk/>
            <pc:sldMk cId="634195150" sldId="343"/>
            <ac:spMk id="3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7:21.545" v="314" actId="20577"/>
        <pc:sldMkLst>
          <pc:docMk/>
          <pc:sldMk cId="1451187284" sldId="356"/>
        </pc:sldMkLst>
        <pc:spChg chg="mod">
          <ac:chgData name="Boone Severson" userId="S::bseverson3@wisc.edu::1d942a2b-e0b5-491a-b49e-d500fa0ad426" providerId="AD" clId="Web-{C26C739F-FA30-1723-126F-95DA8D3FFFC1}" dt="2024-08-12T02:07:21.545" v="314" actId="20577"/>
          <ac:spMkLst>
            <pc:docMk/>
            <pc:sldMk cId="1451187284" sldId="356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8:04.140" v="324" actId="20577"/>
        <pc:sldMkLst>
          <pc:docMk/>
          <pc:sldMk cId="3457086" sldId="357"/>
        </pc:sldMkLst>
        <pc:spChg chg="mod">
          <ac:chgData name="Boone Severson" userId="S::bseverson3@wisc.edu::1d942a2b-e0b5-491a-b49e-d500fa0ad426" providerId="AD" clId="Web-{C26C739F-FA30-1723-126F-95DA8D3FFFC1}" dt="2024-08-12T02:08:04.140" v="324" actId="20577"/>
          <ac:spMkLst>
            <pc:docMk/>
            <pc:sldMk cId="3457086" sldId="357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5:33.058" v="274" actId="20577"/>
        <pc:sldMkLst>
          <pc:docMk/>
          <pc:sldMk cId="4178042915" sldId="358"/>
        </pc:sldMkLst>
        <pc:spChg chg="mod">
          <ac:chgData name="Boone Severson" userId="S::bseverson3@wisc.edu::1d942a2b-e0b5-491a-b49e-d500fa0ad426" providerId="AD" clId="Web-{C26C739F-FA30-1723-126F-95DA8D3FFFC1}" dt="2024-08-12T02:05:33.058" v="274" actId="20577"/>
          <ac:spMkLst>
            <pc:docMk/>
            <pc:sldMk cId="4178042915" sldId="358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6:47.372" v="300" actId="20577"/>
        <pc:sldMkLst>
          <pc:docMk/>
          <pc:sldMk cId="1476796857" sldId="359"/>
        </pc:sldMkLst>
        <pc:spChg chg="mod">
          <ac:chgData name="Boone Severson" userId="S::bseverson3@wisc.edu::1d942a2b-e0b5-491a-b49e-d500fa0ad426" providerId="AD" clId="Web-{C26C739F-FA30-1723-126F-95DA8D3FFFC1}" dt="2024-08-12T02:06:47.372" v="300" actId="20577"/>
          <ac:spMkLst>
            <pc:docMk/>
            <pc:sldMk cId="1476796857" sldId="359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6:23.950" v="285" actId="20577"/>
        <pc:sldMkLst>
          <pc:docMk/>
          <pc:sldMk cId="772759699" sldId="361"/>
        </pc:sldMkLst>
        <pc:spChg chg="mod">
          <ac:chgData name="Boone Severson" userId="S::bseverson3@wisc.edu::1d942a2b-e0b5-491a-b49e-d500fa0ad426" providerId="AD" clId="Web-{C26C739F-FA30-1723-126F-95DA8D3FFFC1}" dt="2024-08-12T02:06:23.950" v="285" actId="20577"/>
          <ac:spMkLst>
            <pc:docMk/>
            <pc:sldMk cId="772759699" sldId="361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6:10.121" v="276" actId="20577"/>
        <pc:sldMkLst>
          <pc:docMk/>
          <pc:sldMk cId="2305512429" sldId="362"/>
        </pc:sldMkLst>
        <pc:spChg chg="mod">
          <ac:chgData name="Boone Severson" userId="S::bseverson3@wisc.edu::1d942a2b-e0b5-491a-b49e-d500fa0ad426" providerId="AD" clId="Web-{C26C739F-FA30-1723-126F-95DA8D3FFFC1}" dt="2024-08-12T02:06:10.121" v="276" actId="20577"/>
          <ac:spMkLst>
            <pc:docMk/>
            <pc:sldMk cId="2305512429" sldId="362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0:12.253" v="115" actId="20577"/>
        <pc:sldMkLst>
          <pc:docMk/>
          <pc:sldMk cId="2284628733" sldId="363"/>
        </pc:sldMkLst>
        <pc:spChg chg="mod">
          <ac:chgData name="Boone Severson" userId="S::bseverson3@wisc.edu::1d942a2b-e0b5-491a-b49e-d500fa0ad426" providerId="AD" clId="Web-{C26C739F-FA30-1723-126F-95DA8D3FFFC1}" dt="2024-08-12T02:00:12.253" v="115" actId="20577"/>
          <ac:spMkLst>
            <pc:docMk/>
            <pc:sldMk cId="2284628733" sldId="363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1:59:59.924" v="113" actId="20577"/>
        <pc:sldMkLst>
          <pc:docMk/>
          <pc:sldMk cId="632090253" sldId="364"/>
        </pc:sldMkLst>
        <pc:spChg chg="mod">
          <ac:chgData name="Boone Severson" userId="S::bseverson3@wisc.edu::1d942a2b-e0b5-491a-b49e-d500fa0ad426" providerId="AD" clId="Web-{C26C739F-FA30-1723-126F-95DA8D3FFFC1}" dt="2024-08-12T01:59:59.924" v="113" actId="20577"/>
          <ac:spMkLst>
            <pc:docMk/>
            <pc:sldMk cId="632090253" sldId="364"/>
            <ac:spMk id="28676" creationId="{00000000-0000-0000-0000-000000000000}"/>
          </ac:spMkLst>
        </pc:spChg>
      </pc:sldChg>
      <pc:sldChg chg="modSp">
        <pc:chgData name="Boone Severson" userId="S::bseverson3@wisc.edu::1d942a2b-e0b5-491a-b49e-d500fa0ad426" providerId="AD" clId="Web-{C26C739F-FA30-1723-126F-95DA8D3FFFC1}" dt="2024-08-12T02:09:29.548" v="375" actId="20577"/>
        <pc:sldMkLst>
          <pc:docMk/>
          <pc:sldMk cId="515687489" sldId="365"/>
        </pc:sldMkLst>
        <pc:spChg chg="mod">
          <ac:chgData name="Boone Severson" userId="S::bseverson3@wisc.edu::1d942a2b-e0b5-491a-b49e-d500fa0ad426" providerId="AD" clId="Web-{C26C739F-FA30-1723-126F-95DA8D3FFFC1}" dt="2024-08-12T02:09:29.548" v="375" actId="20577"/>
          <ac:spMkLst>
            <pc:docMk/>
            <pc:sldMk cId="515687489" sldId="365"/>
            <ac:spMk id="2867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9E94325-7BE7-428D-AE55-308395C004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23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FFE8B02-4736-417B-B842-A69D10654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666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891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660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35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097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121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575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196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5816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784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7019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570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605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316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252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459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820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37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413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716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038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148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403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4922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5694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183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7881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37855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8044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4950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569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5331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8807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7791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5556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9557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9887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90330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5748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02966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6129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5951701-B0B4-4939-BB63-0F357124220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9510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17407CB-AE38-450A-8258-626CEFFEE7B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6110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84E426E2-4AE0-4571-B460-6460009BCFC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tags" Target="../tags/tag6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notesSlide" Target="../notesSlides/notesSlide1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0.xml"/><Relationship Id="rId4" Type="http://schemas.openxmlformats.org/officeDocument/2006/relationships/tags" Target="../tags/tag9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10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24.xml"/><Relationship Id="rId18" Type="http://schemas.openxmlformats.org/officeDocument/2006/relationships/tags" Target="../tags/tag129.xml"/><Relationship Id="rId26" Type="http://schemas.openxmlformats.org/officeDocument/2006/relationships/tags" Target="../tags/tag137.xml"/><Relationship Id="rId39" Type="http://schemas.openxmlformats.org/officeDocument/2006/relationships/tags" Target="../tags/tag150.xml"/><Relationship Id="rId21" Type="http://schemas.openxmlformats.org/officeDocument/2006/relationships/tags" Target="../tags/tag132.xml"/><Relationship Id="rId34" Type="http://schemas.openxmlformats.org/officeDocument/2006/relationships/tags" Target="../tags/tag145.xml"/><Relationship Id="rId42" Type="http://schemas.openxmlformats.org/officeDocument/2006/relationships/tags" Target="../tags/tag153.xml"/><Relationship Id="rId47" Type="http://schemas.openxmlformats.org/officeDocument/2006/relationships/tags" Target="../tags/tag158.xml"/><Relationship Id="rId50" Type="http://schemas.openxmlformats.org/officeDocument/2006/relationships/image" Target="../media/image2.png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29" Type="http://schemas.openxmlformats.org/officeDocument/2006/relationships/tags" Target="../tags/tag140.xml"/><Relationship Id="rId11" Type="http://schemas.openxmlformats.org/officeDocument/2006/relationships/tags" Target="../tags/tag122.xml"/><Relationship Id="rId24" Type="http://schemas.openxmlformats.org/officeDocument/2006/relationships/tags" Target="../tags/tag135.xml"/><Relationship Id="rId32" Type="http://schemas.openxmlformats.org/officeDocument/2006/relationships/tags" Target="../tags/tag143.xml"/><Relationship Id="rId37" Type="http://schemas.openxmlformats.org/officeDocument/2006/relationships/tags" Target="../tags/tag148.xml"/><Relationship Id="rId40" Type="http://schemas.openxmlformats.org/officeDocument/2006/relationships/tags" Target="../tags/tag151.xml"/><Relationship Id="rId45" Type="http://schemas.openxmlformats.org/officeDocument/2006/relationships/tags" Target="../tags/tag156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23" Type="http://schemas.openxmlformats.org/officeDocument/2006/relationships/tags" Target="../tags/tag134.xml"/><Relationship Id="rId28" Type="http://schemas.openxmlformats.org/officeDocument/2006/relationships/tags" Target="../tags/tag139.xml"/><Relationship Id="rId36" Type="http://schemas.openxmlformats.org/officeDocument/2006/relationships/tags" Target="../tags/tag147.xml"/><Relationship Id="rId49" Type="http://schemas.openxmlformats.org/officeDocument/2006/relationships/notesSlide" Target="../notesSlides/notesSlide21.xml"/><Relationship Id="rId10" Type="http://schemas.openxmlformats.org/officeDocument/2006/relationships/tags" Target="../tags/tag121.xml"/><Relationship Id="rId19" Type="http://schemas.openxmlformats.org/officeDocument/2006/relationships/tags" Target="../tags/tag130.xml"/><Relationship Id="rId31" Type="http://schemas.openxmlformats.org/officeDocument/2006/relationships/tags" Target="../tags/tag142.xml"/><Relationship Id="rId44" Type="http://schemas.openxmlformats.org/officeDocument/2006/relationships/tags" Target="../tags/tag155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Relationship Id="rId22" Type="http://schemas.openxmlformats.org/officeDocument/2006/relationships/tags" Target="../tags/tag133.xml"/><Relationship Id="rId27" Type="http://schemas.openxmlformats.org/officeDocument/2006/relationships/tags" Target="../tags/tag138.xml"/><Relationship Id="rId30" Type="http://schemas.openxmlformats.org/officeDocument/2006/relationships/tags" Target="../tags/tag141.xml"/><Relationship Id="rId35" Type="http://schemas.openxmlformats.org/officeDocument/2006/relationships/tags" Target="../tags/tag146.xml"/><Relationship Id="rId43" Type="http://schemas.openxmlformats.org/officeDocument/2006/relationships/tags" Target="../tags/tag154.xml"/><Relationship Id="rId48" Type="http://schemas.openxmlformats.org/officeDocument/2006/relationships/slideLayout" Target="../slideLayouts/slideLayout2.xml"/><Relationship Id="rId8" Type="http://schemas.openxmlformats.org/officeDocument/2006/relationships/tags" Target="../tags/tag119.xml"/><Relationship Id="rId51" Type="http://schemas.openxmlformats.org/officeDocument/2006/relationships/image" Target="../media/image3.png"/><Relationship Id="rId3" Type="http://schemas.openxmlformats.org/officeDocument/2006/relationships/tags" Target="../tags/tag114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5" Type="http://schemas.openxmlformats.org/officeDocument/2006/relationships/tags" Target="../tags/tag136.xml"/><Relationship Id="rId33" Type="http://schemas.openxmlformats.org/officeDocument/2006/relationships/tags" Target="../tags/tag144.xml"/><Relationship Id="rId38" Type="http://schemas.openxmlformats.org/officeDocument/2006/relationships/tags" Target="../tags/tag149.xml"/><Relationship Id="rId46" Type="http://schemas.openxmlformats.org/officeDocument/2006/relationships/tags" Target="../tags/tag157.xml"/><Relationship Id="rId20" Type="http://schemas.openxmlformats.org/officeDocument/2006/relationships/tags" Target="../tags/tag131.xml"/><Relationship Id="rId41" Type="http://schemas.openxmlformats.org/officeDocument/2006/relationships/tags" Target="../tags/tag152.xml"/><Relationship Id="rId1" Type="http://schemas.openxmlformats.org/officeDocument/2006/relationships/tags" Target="../tags/tag112.xml"/><Relationship Id="rId6" Type="http://schemas.openxmlformats.org/officeDocument/2006/relationships/tags" Target="../tags/tag117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tags" Target="../tags/tag184.xml"/><Relationship Id="rId21" Type="http://schemas.openxmlformats.org/officeDocument/2006/relationships/tags" Target="../tags/tag179.xml"/><Relationship Id="rId42" Type="http://schemas.openxmlformats.org/officeDocument/2006/relationships/tags" Target="../tags/tag200.xml"/><Relationship Id="rId47" Type="http://schemas.openxmlformats.org/officeDocument/2006/relationships/tags" Target="../tags/tag205.xml"/><Relationship Id="rId63" Type="http://schemas.openxmlformats.org/officeDocument/2006/relationships/tags" Target="../tags/tag221.xml"/><Relationship Id="rId68" Type="http://schemas.openxmlformats.org/officeDocument/2006/relationships/tags" Target="../tags/tag226.xml"/><Relationship Id="rId16" Type="http://schemas.openxmlformats.org/officeDocument/2006/relationships/tags" Target="../tags/tag174.xml"/><Relationship Id="rId11" Type="http://schemas.openxmlformats.org/officeDocument/2006/relationships/tags" Target="../tags/tag169.xml"/><Relationship Id="rId32" Type="http://schemas.openxmlformats.org/officeDocument/2006/relationships/tags" Target="../tags/tag190.xml"/><Relationship Id="rId37" Type="http://schemas.openxmlformats.org/officeDocument/2006/relationships/tags" Target="../tags/tag195.xml"/><Relationship Id="rId53" Type="http://schemas.openxmlformats.org/officeDocument/2006/relationships/tags" Target="../tags/tag211.xml"/><Relationship Id="rId58" Type="http://schemas.openxmlformats.org/officeDocument/2006/relationships/tags" Target="../tags/tag216.xml"/><Relationship Id="rId74" Type="http://schemas.openxmlformats.org/officeDocument/2006/relationships/tags" Target="../tags/tag232.xml"/><Relationship Id="rId79" Type="http://schemas.openxmlformats.org/officeDocument/2006/relationships/slideLayout" Target="../slideLayouts/slideLayout2.xml"/><Relationship Id="rId5" Type="http://schemas.openxmlformats.org/officeDocument/2006/relationships/tags" Target="../tags/tag163.xml"/><Relationship Id="rId61" Type="http://schemas.openxmlformats.org/officeDocument/2006/relationships/tags" Target="../tags/tag219.xml"/><Relationship Id="rId82" Type="http://schemas.openxmlformats.org/officeDocument/2006/relationships/image" Target="../media/image3.png"/><Relationship Id="rId19" Type="http://schemas.openxmlformats.org/officeDocument/2006/relationships/tags" Target="../tags/tag177.xml"/><Relationship Id="rId14" Type="http://schemas.openxmlformats.org/officeDocument/2006/relationships/tags" Target="../tags/tag172.xml"/><Relationship Id="rId22" Type="http://schemas.openxmlformats.org/officeDocument/2006/relationships/tags" Target="../tags/tag180.xml"/><Relationship Id="rId27" Type="http://schemas.openxmlformats.org/officeDocument/2006/relationships/tags" Target="../tags/tag185.xml"/><Relationship Id="rId30" Type="http://schemas.openxmlformats.org/officeDocument/2006/relationships/tags" Target="../tags/tag188.xml"/><Relationship Id="rId35" Type="http://schemas.openxmlformats.org/officeDocument/2006/relationships/tags" Target="../tags/tag193.xml"/><Relationship Id="rId43" Type="http://schemas.openxmlformats.org/officeDocument/2006/relationships/tags" Target="../tags/tag201.xml"/><Relationship Id="rId48" Type="http://schemas.openxmlformats.org/officeDocument/2006/relationships/tags" Target="../tags/tag206.xml"/><Relationship Id="rId56" Type="http://schemas.openxmlformats.org/officeDocument/2006/relationships/tags" Target="../tags/tag214.xml"/><Relationship Id="rId64" Type="http://schemas.openxmlformats.org/officeDocument/2006/relationships/tags" Target="../tags/tag222.xml"/><Relationship Id="rId69" Type="http://schemas.openxmlformats.org/officeDocument/2006/relationships/tags" Target="../tags/tag227.xml"/><Relationship Id="rId77" Type="http://schemas.openxmlformats.org/officeDocument/2006/relationships/tags" Target="../tags/tag235.xml"/><Relationship Id="rId8" Type="http://schemas.openxmlformats.org/officeDocument/2006/relationships/tags" Target="../tags/tag166.xml"/><Relationship Id="rId51" Type="http://schemas.openxmlformats.org/officeDocument/2006/relationships/tags" Target="../tags/tag209.xml"/><Relationship Id="rId72" Type="http://schemas.openxmlformats.org/officeDocument/2006/relationships/tags" Target="../tags/tag230.xml"/><Relationship Id="rId80" Type="http://schemas.openxmlformats.org/officeDocument/2006/relationships/notesSlide" Target="../notesSlides/notesSlide22.xml"/><Relationship Id="rId3" Type="http://schemas.openxmlformats.org/officeDocument/2006/relationships/tags" Target="../tags/tag161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25" Type="http://schemas.openxmlformats.org/officeDocument/2006/relationships/tags" Target="../tags/tag183.xml"/><Relationship Id="rId33" Type="http://schemas.openxmlformats.org/officeDocument/2006/relationships/tags" Target="../tags/tag191.xml"/><Relationship Id="rId38" Type="http://schemas.openxmlformats.org/officeDocument/2006/relationships/tags" Target="../tags/tag196.xml"/><Relationship Id="rId46" Type="http://schemas.openxmlformats.org/officeDocument/2006/relationships/tags" Target="../tags/tag204.xml"/><Relationship Id="rId59" Type="http://schemas.openxmlformats.org/officeDocument/2006/relationships/tags" Target="../tags/tag217.xml"/><Relationship Id="rId67" Type="http://schemas.openxmlformats.org/officeDocument/2006/relationships/tags" Target="../tags/tag225.xml"/><Relationship Id="rId20" Type="http://schemas.openxmlformats.org/officeDocument/2006/relationships/tags" Target="../tags/tag178.xml"/><Relationship Id="rId41" Type="http://schemas.openxmlformats.org/officeDocument/2006/relationships/tags" Target="../tags/tag199.xml"/><Relationship Id="rId54" Type="http://schemas.openxmlformats.org/officeDocument/2006/relationships/tags" Target="../tags/tag212.xml"/><Relationship Id="rId62" Type="http://schemas.openxmlformats.org/officeDocument/2006/relationships/tags" Target="../tags/tag220.xml"/><Relationship Id="rId70" Type="http://schemas.openxmlformats.org/officeDocument/2006/relationships/tags" Target="../tags/tag228.xml"/><Relationship Id="rId75" Type="http://schemas.openxmlformats.org/officeDocument/2006/relationships/tags" Target="../tags/tag233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5" Type="http://schemas.openxmlformats.org/officeDocument/2006/relationships/tags" Target="../tags/tag173.xml"/><Relationship Id="rId23" Type="http://schemas.openxmlformats.org/officeDocument/2006/relationships/tags" Target="../tags/tag181.xml"/><Relationship Id="rId28" Type="http://schemas.openxmlformats.org/officeDocument/2006/relationships/tags" Target="../tags/tag186.xml"/><Relationship Id="rId36" Type="http://schemas.openxmlformats.org/officeDocument/2006/relationships/tags" Target="../tags/tag194.xml"/><Relationship Id="rId49" Type="http://schemas.openxmlformats.org/officeDocument/2006/relationships/tags" Target="../tags/tag207.xml"/><Relationship Id="rId57" Type="http://schemas.openxmlformats.org/officeDocument/2006/relationships/tags" Target="../tags/tag215.xml"/><Relationship Id="rId10" Type="http://schemas.openxmlformats.org/officeDocument/2006/relationships/tags" Target="../tags/tag168.xml"/><Relationship Id="rId31" Type="http://schemas.openxmlformats.org/officeDocument/2006/relationships/tags" Target="../tags/tag189.xml"/><Relationship Id="rId44" Type="http://schemas.openxmlformats.org/officeDocument/2006/relationships/tags" Target="../tags/tag202.xml"/><Relationship Id="rId52" Type="http://schemas.openxmlformats.org/officeDocument/2006/relationships/tags" Target="../tags/tag210.xml"/><Relationship Id="rId60" Type="http://schemas.openxmlformats.org/officeDocument/2006/relationships/tags" Target="../tags/tag218.xml"/><Relationship Id="rId65" Type="http://schemas.openxmlformats.org/officeDocument/2006/relationships/tags" Target="../tags/tag223.xml"/><Relationship Id="rId73" Type="http://schemas.openxmlformats.org/officeDocument/2006/relationships/tags" Target="../tags/tag231.xml"/><Relationship Id="rId78" Type="http://schemas.openxmlformats.org/officeDocument/2006/relationships/tags" Target="../tags/tag236.xml"/><Relationship Id="rId81" Type="http://schemas.openxmlformats.org/officeDocument/2006/relationships/image" Target="../media/image2.png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3" Type="http://schemas.openxmlformats.org/officeDocument/2006/relationships/tags" Target="../tags/tag171.xml"/><Relationship Id="rId18" Type="http://schemas.openxmlformats.org/officeDocument/2006/relationships/tags" Target="../tags/tag176.xml"/><Relationship Id="rId39" Type="http://schemas.openxmlformats.org/officeDocument/2006/relationships/tags" Target="../tags/tag197.xml"/><Relationship Id="rId34" Type="http://schemas.openxmlformats.org/officeDocument/2006/relationships/tags" Target="../tags/tag192.xml"/><Relationship Id="rId50" Type="http://schemas.openxmlformats.org/officeDocument/2006/relationships/tags" Target="../tags/tag208.xml"/><Relationship Id="rId55" Type="http://schemas.openxmlformats.org/officeDocument/2006/relationships/tags" Target="../tags/tag213.xml"/><Relationship Id="rId76" Type="http://schemas.openxmlformats.org/officeDocument/2006/relationships/tags" Target="../tags/tag234.xml"/><Relationship Id="rId7" Type="http://schemas.openxmlformats.org/officeDocument/2006/relationships/tags" Target="../tags/tag165.xml"/><Relationship Id="rId71" Type="http://schemas.openxmlformats.org/officeDocument/2006/relationships/tags" Target="../tags/tag229.xml"/><Relationship Id="rId2" Type="http://schemas.openxmlformats.org/officeDocument/2006/relationships/tags" Target="../tags/tag160.xml"/><Relationship Id="rId29" Type="http://schemas.openxmlformats.org/officeDocument/2006/relationships/tags" Target="../tags/tag187.xml"/><Relationship Id="rId24" Type="http://schemas.openxmlformats.org/officeDocument/2006/relationships/tags" Target="../tags/tag182.xml"/><Relationship Id="rId40" Type="http://schemas.openxmlformats.org/officeDocument/2006/relationships/tags" Target="../tags/tag198.xml"/><Relationship Id="rId45" Type="http://schemas.openxmlformats.org/officeDocument/2006/relationships/tags" Target="../tags/tag203.xml"/><Relationship Id="rId66" Type="http://schemas.openxmlformats.org/officeDocument/2006/relationships/tags" Target="../tags/tag22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239.xml"/><Relationship Id="rId21" Type="http://schemas.openxmlformats.org/officeDocument/2006/relationships/tags" Target="../tags/tag257.xml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25" Type="http://schemas.openxmlformats.org/officeDocument/2006/relationships/tags" Target="../tags/tag261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tags" Target="../tags/tag256.xml"/><Relationship Id="rId29" Type="http://schemas.openxmlformats.org/officeDocument/2006/relationships/image" Target="../media/image3.png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24" Type="http://schemas.openxmlformats.org/officeDocument/2006/relationships/tags" Target="../tags/tag260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23" Type="http://schemas.openxmlformats.org/officeDocument/2006/relationships/tags" Target="../tags/tag259.xml"/><Relationship Id="rId28" Type="http://schemas.openxmlformats.org/officeDocument/2006/relationships/image" Target="../media/image2.png"/><Relationship Id="rId10" Type="http://schemas.openxmlformats.org/officeDocument/2006/relationships/tags" Target="../tags/tag246.xml"/><Relationship Id="rId19" Type="http://schemas.openxmlformats.org/officeDocument/2006/relationships/tags" Target="../tags/tag255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Relationship Id="rId22" Type="http://schemas.openxmlformats.org/officeDocument/2006/relationships/tags" Target="../tags/tag258.xml"/><Relationship Id="rId2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tags" Target="../tags/tag287.xml"/><Relationship Id="rId21" Type="http://schemas.openxmlformats.org/officeDocument/2006/relationships/tags" Target="../tags/tag282.xml"/><Relationship Id="rId42" Type="http://schemas.openxmlformats.org/officeDocument/2006/relationships/tags" Target="../tags/tag303.xml"/><Relationship Id="rId47" Type="http://schemas.openxmlformats.org/officeDocument/2006/relationships/tags" Target="../tags/tag308.xml"/><Relationship Id="rId63" Type="http://schemas.openxmlformats.org/officeDocument/2006/relationships/tags" Target="../tags/tag324.xml"/><Relationship Id="rId68" Type="http://schemas.openxmlformats.org/officeDocument/2006/relationships/tags" Target="../tags/tag329.xml"/><Relationship Id="rId2" Type="http://schemas.openxmlformats.org/officeDocument/2006/relationships/tags" Target="../tags/tag263.xml"/><Relationship Id="rId16" Type="http://schemas.openxmlformats.org/officeDocument/2006/relationships/tags" Target="../tags/tag277.xml"/><Relationship Id="rId29" Type="http://schemas.openxmlformats.org/officeDocument/2006/relationships/tags" Target="../tags/tag290.xml"/><Relationship Id="rId11" Type="http://schemas.openxmlformats.org/officeDocument/2006/relationships/tags" Target="../tags/tag272.xml"/><Relationship Id="rId24" Type="http://schemas.openxmlformats.org/officeDocument/2006/relationships/tags" Target="../tags/tag285.xml"/><Relationship Id="rId32" Type="http://schemas.openxmlformats.org/officeDocument/2006/relationships/tags" Target="../tags/tag293.xml"/><Relationship Id="rId37" Type="http://schemas.openxmlformats.org/officeDocument/2006/relationships/tags" Target="../tags/tag298.xml"/><Relationship Id="rId40" Type="http://schemas.openxmlformats.org/officeDocument/2006/relationships/tags" Target="../tags/tag301.xml"/><Relationship Id="rId45" Type="http://schemas.openxmlformats.org/officeDocument/2006/relationships/tags" Target="../tags/tag306.xml"/><Relationship Id="rId53" Type="http://schemas.openxmlformats.org/officeDocument/2006/relationships/tags" Target="../tags/tag314.xml"/><Relationship Id="rId58" Type="http://schemas.openxmlformats.org/officeDocument/2006/relationships/tags" Target="../tags/tag319.xml"/><Relationship Id="rId66" Type="http://schemas.openxmlformats.org/officeDocument/2006/relationships/tags" Target="../tags/tag327.xml"/><Relationship Id="rId5" Type="http://schemas.openxmlformats.org/officeDocument/2006/relationships/tags" Target="../tags/tag266.xml"/><Relationship Id="rId61" Type="http://schemas.openxmlformats.org/officeDocument/2006/relationships/tags" Target="../tags/tag322.xml"/><Relationship Id="rId19" Type="http://schemas.openxmlformats.org/officeDocument/2006/relationships/tags" Target="../tags/tag280.xml"/><Relationship Id="rId14" Type="http://schemas.openxmlformats.org/officeDocument/2006/relationships/tags" Target="../tags/tag275.xml"/><Relationship Id="rId22" Type="http://schemas.openxmlformats.org/officeDocument/2006/relationships/tags" Target="../tags/tag283.xml"/><Relationship Id="rId27" Type="http://schemas.openxmlformats.org/officeDocument/2006/relationships/tags" Target="../tags/tag288.xml"/><Relationship Id="rId30" Type="http://schemas.openxmlformats.org/officeDocument/2006/relationships/tags" Target="../tags/tag291.xml"/><Relationship Id="rId35" Type="http://schemas.openxmlformats.org/officeDocument/2006/relationships/tags" Target="../tags/tag296.xml"/><Relationship Id="rId43" Type="http://schemas.openxmlformats.org/officeDocument/2006/relationships/tags" Target="../tags/tag304.xml"/><Relationship Id="rId48" Type="http://schemas.openxmlformats.org/officeDocument/2006/relationships/tags" Target="../tags/tag309.xml"/><Relationship Id="rId56" Type="http://schemas.openxmlformats.org/officeDocument/2006/relationships/tags" Target="../tags/tag317.xml"/><Relationship Id="rId64" Type="http://schemas.openxmlformats.org/officeDocument/2006/relationships/tags" Target="../tags/tag325.xml"/><Relationship Id="rId69" Type="http://schemas.openxmlformats.org/officeDocument/2006/relationships/tags" Target="../tags/tag330.xml"/><Relationship Id="rId8" Type="http://schemas.openxmlformats.org/officeDocument/2006/relationships/tags" Target="../tags/tag269.xml"/><Relationship Id="rId51" Type="http://schemas.openxmlformats.org/officeDocument/2006/relationships/tags" Target="../tags/tag312.xml"/><Relationship Id="rId72" Type="http://schemas.openxmlformats.org/officeDocument/2006/relationships/image" Target="../media/image2.png"/><Relationship Id="rId3" Type="http://schemas.openxmlformats.org/officeDocument/2006/relationships/tags" Target="../tags/tag264.xml"/><Relationship Id="rId12" Type="http://schemas.openxmlformats.org/officeDocument/2006/relationships/tags" Target="../tags/tag273.xml"/><Relationship Id="rId17" Type="http://schemas.openxmlformats.org/officeDocument/2006/relationships/tags" Target="../tags/tag278.xml"/><Relationship Id="rId25" Type="http://schemas.openxmlformats.org/officeDocument/2006/relationships/tags" Target="../tags/tag286.xml"/><Relationship Id="rId33" Type="http://schemas.openxmlformats.org/officeDocument/2006/relationships/tags" Target="../tags/tag294.xml"/><Relationship Id="rId38" Type="http://schemas.openxmlformats.org/officeDocument/2006/relationships/tags" Target="../tags/tag299.xml"/><Relationship Id="rId46" Type="http://schemas.openxmlformats.org/officeDocument/2006/relationships/tags" Target="../tags/tag307.xml"/><Relationship Id="rId59" Type="http://schemas.openxmlformats.org/officeDocument/2006/relationships/tags" Target="../tags/tag320.xml"/><Relationship Id="rId67" Type="http://schemas.openxmlformats.org/officeDocument/2006/relationships/tags" Target="../tags/tag328.xml"/><Relationship Id="rId20" Type="http://schemas.openxmlformats.org/officeDocument/2006/relationships/tags" Target="../tags/tag281.xml"/><Relationship Id="rId41" Type="http://schemas.openxmlformats.org/officeDocument/2006/relationships/tags" Target="../tags/tag302.xml"/><Relationship Id="rId54" Type="http://schemas.openxmlformats.org/officeDocument/2006/relationships/tags" Target="../tags/tag315.xml"/><Relationship Id="rId62" Type="http://schemas.openxmlformats.org/officeDocument/2006/relationships/tags" Target="../tags/tag323.xml"/><Relationship Id="rId70" Type="http://schemas.openxmlformats.org/officeDocument/2006/relationships/slideLayout" Target="../slideLayouts/slideLayout2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5" Type="http://schemas.openxmlformats.org/officeDocument/2006/relationships/tags" Target="../tags/tag276.xml"/><Relationship Id="rId23" Type="http://schemas.openxmlformats.org/officeDocument/2006/relationships/tags" Target="../tags/tag284.xml"/><Relationship Id="rId28" Type="http://schemas.openxmlformats.org/officeDocument/2006/relationships/tags" Target="../tags/tag289.xml"/><Relationship Id="rId36" Type="http://schemas.openxmlformats.org/officeDocument/2006/relationships/tags" Target="../tags/tag297.xml"/><Relationship Id="rId49" Type="http://schemas.openxmlformats.org/officeDocument/2006/relationships/tags" Target="../tags/tag310.xml"/><Relationship Id="rId57" Type="http://schemas.openxmlformats.org/officeDocument/2006/relationships/tags" Target="../tags/tag318.xml"/><Relationship Id="rId10" Type="http://schemas.openxmlformats.org/officeDocument/2006/relationships/tags" Target="../tags/tag271.xml"/><Relationship Id="rId31" Type="http://schemas.openxmlformats.org/officeDocument/2006/relationships/tags" Target="../tags/tag292.xml"/><Relationship Id="rId44" Type="http://schemas.openxmlformats.org/officeDocument/2006/relationships/tags" Target="../tags/tag305.xml"/><Relationship Id="rId52" Type="http://schemas.openxmlformats.org/officeDocument/2006/relationships/tags" Target="../tags/tag313.xml"/><Relationship Id="rId60" Type="http://schemas.openxmlformats.org/officeDocument/2006/relationships/tags" Target="../tags/tag321.xml"/><Relationship Id="rId65" Type="http://schemas.openxmlformats.org/officeDocument/2006/relationships/tags" Target="../tags/tag326.xml"/><Relationship Id="rId73" Type="http://schemas.openxmlformats.org/officeDocument/2006/relationships/image" Target="../media/image3.png"/><Relationship Id="rId4" Type="http://schemas.openxmlformats.org/officeDocument/2006/relationships/tags" Target="../tags/tag265.xml"/><Relationship Id="rId9" Type="http://schemas.openxmlformats.org/officeDocument/2006/relationships/tags" Target="../tags/tag270.xml"/><Relationship Id="rId13" Type="http://schemas.openxmlformats.org/officeDocument/2006/relationships/tags" Target="../tags/tag274.xml"/><Relationship Id="rId18" Type="http://schemas.openxmlformats.org/officeDocument/2006/relationships/tags" Target="../tags/tag279.xml"/><Relationship Id="rId39" Type="http://schemas.openxmlformats.org/officeDocument/2006/relationships/tags" Target="../tags/tag300.xml"/><Relationship Id="rId34" Type="http://schemas.openxmlformats.org/officeDocument/2006/relationships/tags" Target="../tags/tag295.xml"/><Relationship Id="rId50" Type="http://schemas.openxmlformats.org/officeDocument/2006/relationships/tags" Target="../tags/tag311.xml"/><Relationship Id="rId55" Type="http://schemas.openxmlformats.org/officeDocument/2006/relationships/tags" Target="../tags/tag316.xml"/><Relationship Id="rId7" Type="http://schemas.openxmlformats.org/officeDocument/2006/relationships/tags" Target="../tags/tag268.xml"/><Relationship Id="rId7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4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tags" Target="../tags/tag360.xml"/><Relationship Id="rId21" Type="http://schemas.openxmlformats.org/officeDocument/2006/relationships/tags" Target="../tags/tag355.xml"/><Relationship Id="rId42" Type="http://schemas.openxmlformats.org/officeDocument/2006/relationships/tags" Target="../tags/tag376.xml"/><Relationship Id="rId47" Type="http://schemas.openxmlformats.org/officeDocument/2006/relationships/tags" Target="../tags/tag381.xml"/><Relationship Id="rId63" Type="http://schemas.openxmlformats.org/officeDocument/2006/relationships/tags" Target="../tags/tag397.xml"/><Relationship Id="rId68" Type="http://schemas.openxmlformats.org/officeDocument/2006/relationships/tags" Target="../tags/tag402.xml"/><Relationship Id="rId84" Type="http://schemas.openxmlformats.org/officeDocument/2006/relationships/tags" Target="../tags/tag418.xml"/><Relationship Id="rId89" Type="http://schemas.openxmlformats.org/officeDocument/2006/relationships/tags" Target="../tags/tag423.xml"/><Relationship Id="rId16" Type="http://schemas.openxmlformats.org/officeDocument/2006/relationships/tags" Target="../tags/tag350.xml"/><Relationship Id="rId11" Type="http://schemas.openxmlformats.org/officeDocument/2006/relationships/tags" Target="../tags/tag345.xml"/><Relationship Id="rId32" Type="http://schemas.openxmlformats.org/officeDocument/2006/relationships/tags" Target="../tags/tag366.xml"/><Relationship Id="rId37" Type="http://schemas.openxmlformats.org/officeDocument/2006/relationships/tags" Target="../tags/tag371.xml"/><Relationship Id="rId53" Type="http://schemas.openxmlformats.org/officeDocument/2006/relationships/tags" Target="../tags/tag387.xml"/><Relationship Id="rId58" Type="http://schemas.openxmlformats.org/officeDocument/2006/relationships/tags" Target="../tags/tag392.xml"/><Relationship Id="rId74" Type="http://schemas.openxmlformats.org/officeDocument/2006/relationships/tags" Target="../tags/tag408.xml"/><Relationship Id="rId79" Type="http://schemas.openxmlformats.org/officeDocument/2006/relationships/tags" Target="../tags/tag413.xml"/><Relationship Id="rId5" Type="http://schemas.openxmlformats.org/officeDocument/2006/relationships/tags" Target="../tags/tag339.xml"/><Relationship Id="rId90" Type="http://schemas.openxmlformats.org/officeDocument/2006/relationships/tags" Target="../tags/tag424.xml"/><Relationship Id="rId95" Type="http://schemas.openxmlformats.org/officeDocument/2006/relationships/slideLayout" Target="../slideLayouts/slideLayout2.xml"/><Relationship Id="rId22" Type="http://schemas.openxmlformats.org/officeDocument/2006/relationships/tags" Target="../tags/tag356.xml"/><Relationship Id="rId27" Type="http://schemas.openxmlformats.org/officeDocument/2006/relationships/tags" Target="../tags/tag361.xml"/><Relationship Id="rId43" Type="http://schemas.openxmlformats.org/officeDocument/2006/relationships/tags" Target="../tags/tag377.xml"/><Relationship Id="rId48" Type="http://schemas.openxmlformats.org/officeDocument/2006/relationships/tags" Target="../tags/tag382.xml"/><Relationship Id="rId64" Type="http://schemas.openxmlformats.org/officeDocument/2006/relationships/tags" Target="../tags/tag398.xml"/><Relationship Id="rId69" Type="http://schemas.openxmlformats.org/officeDocument/2006/relationships/tags" Target="../tags/tag403.xml"/><Relationship Id="rId80" Type="http://schemas.openxmlformats.org/officeDocument/2006/relationships/tags" Target="../tags/tag414.xml"/><Relationship Id="rId85" Type="http://schemas.openxmlformats.org/officeDocument/2006/relationships/tags" Target="../tags/tag419.xml"/><Relationship Id="rId3" Type="http://schemas.openxmlformats.org/officeDocument/2006/relationships/tags" Target="../tags/tag337.xml"/><Relationship Id="rId12" Type="http://schemas.openxmlformats.org/officeDocument/2006/relationships/tags" Target="../tags/tag346.xml"/><Relationship Id="rId17" Type="http://schemas.openxmlformats.org/officeDocument/2006/relationships/tags" Target="../tags/tag351.xml"/><Relationship Id="rId25" Type="http://schemas.openxmlformats.org/officeDocument/2006/relationships/tags" Target="../tags/tag359.xml"/><Relationship Id="rId33" Type="http://schemas.openxmlformats.org/officeDocument/2006/relationships/tags" Target="../tags/tag367.xml"/><Relationship Id="rId38" Type="http://schemas.openxmlformats.org/officeDocument/2006/relationships/tags" Target="../tags/tag372.xml"/><Relationship Id="rId46" Type="http://schemas.openxmlformats.org/officeDocument/2006/relationships/tags" Target="../tags/tag380.xml"/><Relationship Id="rId59" Type="http://schemas.openxmlformats.org/officeDocument/2006/relationships/tags" Target="../tags/tag393.xml"/><Relationship Id="rId67" Type="http://schemas.openxmlformats.org/officeDocument/2006/relationships/tags" Target="../tags/tag401.xml"/><Relationship Id="rId20" Type="http://schemas.openxmlformats.org/officeDocument/2006/relationships/tags" Target="../tags/tag354.xml"/><Relationship Id="rId41" Type="http://schemas.openxmlformats.org/officeDocument/2006/relationships/tags" Target="../tags/tag375.xml"/><Relationship Id="rId54" Type="http://schemas.openxmlformats.org/officeDocument/2006/relationships/tags" Target="../tags/tag388.xml"/><Relationship Id="rId62" Type="http://schemas.openxmlformats.org/officeDocument/2006/relationships/tags" Target="../tags/tag396.xml"/><Relationship Id="rId70" Type="http://schemas.openxmlformats.org/officeDocument/2006/relationships/tags" Target="../tags/tag404.xml"/><Relationship Id="rId75" Type="http://schemas.openxmlformats.org/officeDocument/2006/relationships/tags" Target="../tags/tag409.xml"/><Relationship Id="rId83" Type="http://schemas.openxmlformats.org/officeDocument/2006/relationships/tags" Target="../tags/tag417.xml"/><Relationship Id="rId88" Type="http://schemas.openxmlformats.org/officeDocument/2006/relationships/tags" Target="../tags/tag422.xml"/><Relationship Id="rId91" Type="http://schemas.openxmlformats.org/officeDocument/2006/relationships/tags" Target="../tags/tag425.xml"/><Relationship Id="rId96" Type="http://schemas.openxmlformats.org/officeDocument/2006/relationships/notesSlide" Target="../notesSlides/notesSlide26.xml"/><Relationship Id="rId1" Type="http://schemas.openxmlformats.org/officeDocument/2006/relationships/tags" Target="../tags/tag335.xml"/><Relationship Id="rId6" Type="http://schemas.openxmlformats.org/officeDocument/2006/relationships/tags" Target="../tags/tag340.xml"/><Relationship Id="rId15" Type="http://schemas.openxmlformats.org/officeDocument/2006/relationships/tags" Target="../tags/tag349.xml"/><Relationship Id="rId23" Type="http://schemas.openxmlformats.org/officeDocument/2006/relationships/tags" Target="../tags/tag357.xml"/><Relationship Id="rId28" Type="http://schemas.openxmlformats.org/officeDocument/2006/relationships/tags" Target="../tags/tag362.xml"/><Relationship Id="rId36" Type="http://schemas.openxmlformats.org/officeDocument/2006/relationships/tags" Target="../tags/tag370.xml"/><Relationship Id="rId49" Type="http://schemas.openxmlformats.org/officeDocument/2006/relationships/tags" Target="../tags/tag383.xml"/><Relationship Id="rId57" Type="http://schemas.openxmlformats.org/officeDocument/2006/relationships/tags" Target="../tags/tag391.xml"/><Relationship Id="rId10" Type="http://schemas.openxmlformats.org/officeDocument/2006/relationships/tags" Target="../tags/tag344.xml"/><Relationship Id="rId31" Type="http://schemas.openxmlformats.org/officeDocument/2006/relationships/tags" Target="../tags/tag365.xml"/><Relationship Id="rId44" Type="http://schemas.openxmlformats.org/officeDocument/2006/relationships/tags" Target="../tags/tag378.xml"/><Relationship Id="rId52" Type="http://schemas.openxmlformats.org/officeDocument/2006/relationships/tags" Target="../tags/tag386.xml"/><Relationship Id="rId60" Type="http://schemas.openxmlformats.org/officeDocument/2006/relationships/tags" Target="../tags/tag394.xml"/><Relationship Id="rId65" Type="http://schemas.openxmlformats.org/officeDocument/2006/relationships/tags" Target="../tags/tag399.xml"/><Relationship Id="rId73" Type="http://schemas.openxmlformats.org/officeDocument/2006/relationships/tags" Target="../tags/tag407.xml"/><Relationship Id="rId78" Type="http://schemas.openxmlformats.org/officeDocument/2006/relationships/tags" Target="../tags/tag412.xml"/><Relationship Id="rId81" Type="http://schemas.openxmlformats.org/officeDocument/2006/relationships/tags" Target="../tags/tag415.xml"/><Relationship Id="rId86" Type="http://schemas.openxmlformats.org/officeDocument/2006/relationships/tags" Target="../tags/tag420.xml"/><Relationship Id="rId94" Type="http://schemas.openxmlformats.org/officeDocument/2006/relationships/tags" Target="../tags/tag428.xml"/><Relationship Id="rId4" Type="http://schemas.openxmlformats.org/officeDocument/2006/relationships/tags" Target="../tags/tag338.xml"/><Relationship Id="rId9" Type="http://schemas.openxmlformats.org/officeDocument/2006/relationships/tags" Target="../tags/tag343.xml"/><Relationship Id="rId13" Type="http://schemas.openxmlformats.org/officeDocument/2006/relationships/tags" Target="../tags/tag347.xml"/><Relationship Id="rId18" Type="http://schemas.openxmlformats.org/officeDocument/2006/relationships/tags" Target="../tags/tag352.xml"/><Relationship Id="rId39" Type="http://schemas.openxmlformats.org/officeDocument/2006/relationships/tags" Target="../tags/tag373.xml"/><Relationship Id="rId34" Type="http://schemas.openxmlformats.org/officeDocument/2006/relationships/tags" Target="../tags/tag368.xml"/><Relationship Id="rId50" Type="http://schemas.openxmlformats.org/officeDocument/2006/relationships/tags" Target="../tags/tag384.xml"/><Relationship Id="rId55" Type="http://schemas.openxmlformats.org/officeDocument/2006/relationships/tags" Target="../tags/tag389.xml"/><Relationship Id="rId76" Type="http://schemas.openxmlformats.org/officeDocument/2006/relationships/tags" Target="../tags/tag410.xml"/><Relationship Id="rId97" Type="http://schemas.openxmlformats.org/officeDocument/2006/relationships/image" Target="../media/image2.png"/><Relationship Id="rId7" Type="http://schemas.openxmlformats.org/officeDocument/2006/relationships/tags" Target="../tags/tag341.xml"/><Relationship Id="rId71" Type="http://schemas.openxmlformats.org/officeDocument/2006/relationships/tags" Target="../tags/tag405.xml"/><Relationship Id="rId92" Type="http://schemas.openxmlformats.org/officeDocument/2006/relationships/tags" Target="../tags/tag426.xml"/><Relationship Id="rId2" Type="http://schemas.openxmlformats.org/officeDocument/2006/relationships/tags" Target="../tags/tag336.xml"/><Relationship Id="rId29" Type="http://schemas.openxmlformats.org/officeDocument/2006/relationships/tags" Target="../tags/tag363.xml"/><Relationship Id="rId24" Type="http://schemas.openxmlformats.org/officeDocument/2006/relationships/tags" Target="../tags/tag358.xml"/><Relationship Id="rId40" Type="http://schemas.openxmlformats.org/officeDocument/2006/relationships/tags" Target="../tags/tag374.xml"/><Relationship Id="rId45" Type="http://schemas.openxmlformats.org/officeDocument/2006/relationships/tags" Target="../tags/tag379.xml"/><Relationship Id="rId66" Type="http://schemas.openxmlformats.org/officeDocument/2006/relationships/tags" Target="../tags/tag400.xml"/><Relationship Id="rId87" Type="http://schemas.openxmlformats.org/officeDocument/2006/relationships/tags" Target="../tags/tag421.xml"/><Relationship Id="rId61" Type="http://schemas.openxmlformats.org/officeDocument/2006/relationships/tags" Target="../tags/tag395.xml"/><Relationship Id="rId82" Type="http://schemas.openxmlformats.org/officeDocument/2006/relationships/tags" Target="../tags/tag416.xml"/><Relationship Id="rId19" Type="http://schemas.openxmlformats.org/officeDocument/2006/relationships/tags" Target="../tags/tag353.xml"/><Relationship Id="rId14" Type="http://schemas.openxmlformats.org/officeDocument/2006/relationships/tags" Target="../tags/tag348.xml"/><Relationship Id="rId30" Type="http://schemas.openxmlformats.org/officeDocument/2006/relationships/tags" Target="../tags/tag364.xml"/><Relationship Id="rId35" Type="http://schemas.openxmlformats.org/officeDocument/2006/relationships/tags" Target="../tags/tag369.xml"/><Relationship Id="rId56" Type="http://schemas.openxmlformats.org/officeDocument/2006/relationships/tags" Target="../tags/tag390.xml"/><Relationship Id="rId77" Type="http://schemas.openxmlformats.org/officeDocument/2006/relationships/tags" Target="../tags/tag411.xml"/><Relationship Id="rId8" Type="http://schemas.openxmlformats.org/officeDocument/2006/relationships/tags" Target="../tags/tag342.xml"/><Relationship Id="rId51" Type="http://schemas.openxmlformats.org/officeDocument/2006/relationships/tags" Target="../tags/tag385.xml"/><Relationship Id="rId72" Type="http://schemas.openxmlformats.org/officeDocument/2006/relationships/tags" Target="../tags/tag406.xml"/><Relationship Id="rId93" Type="http://schemas.openxmlformats.org/officeDocument/2006/relationships/tags" Target="../tags/tag427.xml"/><Relationship Id="rId98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4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439.xml"/><Relationship Id="rId7" Type="http://schemas.openxmlformats.org/officeDocument/2006/relationships/tags" Target="../tags/tag443.xml"/><Relationship Id="rId12" Type="http://schemas.openxmlformats.org/officeDocument/2006/relationships/tags" Target="../tags/tag448.xml"/><Relationship Id="rId2" Type="http://schemas.openxmlformats.org/officeDocument/2006/relationships/tags" Target="../tags/tag438.xml"/><Relationship Id="rId1" Type="http://schemas.openxmlformats.org/officeDocument/2006/relationships/tags" Target="../tags/tag437.xml"/><Relationship Id="rId6" Type="http://schemas.openxmlformats.org/officeDocument/2006/relationships/tags" Target="../tags/tag442.xml"/><Relationship Id="rId11" Type="http://schemas.openxmlformats.org/officeDocument/2006/relationships/tags" Target="../tags/tag447.xml"/><Relationship Id="rId5" Type="http://schemas.openxmlformats.org/officeDocument/2006/relationships/tags" Target="../tags/tag441.xml"/><Relationship Id="rId10" Type="http://schemas.openxmlformats.org/officeDocument/2006/relationships/tags" Target="../tags/tag446.xml"/><Relationship Id="rId4" Type="http://schemas.openxmlformats.org/officeDocument/2006/relationships/tags" Target="../tags/tag440.xml"/><Relationship Id="rId9" Type="http://schemas.openxmlformats.org/officeDocument/2006/relationships/tags" Target="../tags/tag445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45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50.xml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3" Type="http://schemas.openxmlformats.org/officeDocument/2006/relationships/tags" Target="../tags/tag45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56.xml"/><Relationship Id="rId1" Type="http://schemas.openxmlformats.org/officeDocument/2006/relationships/tags" Target="../tags/tag455.xml"/><Relationship Id="rId6" Type="http://schemas.openxmlformats.org/officeDocument/2006/relationships/tags" Target="../tags/tag460.xml"/><Relationship Id="rId5" Type="http://schemas.openxmlformats.org/officeDocument/2006/relationships/tags" Target="../tags/tag459.xml"/><Relationship Id="rId4" Type="http://schemas.openxmlformats.org/officeDocument/2006/relationships/tags" Target="../tags/tag45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3" Type="http://schemas.openxmlformats.org/officeDocument/2006/relationships/tags" Target="../tags/tag46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62.xml"/><Relationship Id="rId1" Type="http://schemas.openxmlformats.org/officeDocument/2006/relationships/tags" Target="../tags/tag461.xml"/><Relationship Id="rId6" Type="http://schemas.openxmlformats.org/officeDocument/2006/relationships/tags" Target="../tags/tag466.xml"/><Relationship Id="rId5" Type="http://schemas.openxmlformats.org/officeDocument/2006/relationships/tags" Target="../tags/tag465.xml"/><Relationship Id="rId4" Type="http://schemas.openxmlformats.org/officeDocument/2006/relationships/tags" Target="../tags/tag46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3" Type="http://schemas.openxmlformats.org/officeDocument/2006/relationships/tags" Target="../tags/tag46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68.xml"/><Relationship Id="rId1" Type="http://schemas.openxmlformats.org/officeDocument/2006/relationships/tags" Target="../tags/tag467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tags" Target="../tags/tag470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3" Type="http://schemas.openxmlformats.org/officeDocument/2006/relationships/tags" Target="../tags/tag47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74.xml"/><Relationship Id="rId1" Type="http://schemas.openxmlformats.org/officeDocument/2006/relationships/tags" Target="../tags/tag473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tags" Target="../tags/tag47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3" Type="http://schemas.openxmlformats.org/officeDocument/2006/relationships/tags" Target="../tags/tag48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0.xml"/><Relationship Id="rId1" Type="http://schemas.openxmlformats.org/officeDocument/2006/relationships/tags" Target="../tags/tag479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tags" Target="../tags/tag48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3" Type="http://schemas.openxmlformats.org/officeDocument/2006/relationships/tags" Target="../tags/tag48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3" Type="http://schemas.openxmlformats.org/officeDocument/2006/relationships/tags" Target="../tags/tag49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92.xml"/><Relationship Id="rId1" Type="http://schemas.openxmlformats.org/officeDocument/2006/relationships/tags" Target="../tags/tag491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4" Type="http://schemas.openxmlformats.org/officeDocument/2006/relationships/tags" Target="../tags/tag49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3" Type="http://schemas.openxmlformats.org/officeDocument/2006/relationships/tags" Target="../tags/tag49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98.xml"/><Relationship Id="rId1" Type="http://schemas.openxmlformats.org/officeDocument/2006/relationships/tags" Target="../tags/tag497.xml"/><Relationship Id="rId6" Type="http://schemas.openxmlformats.org/officeDocument/2006/relationships/tags" Target="../tags/tag502.xml"/><Relationship Id="rId5" Type="http://schemas.openxmlformats.org/officeDocument/2006/relationships/tags" Target="../tags/tag501.xml"/><Relationship Id="rId4" Type="http://schemas.openxmlformats.org/officeDocument/2006/relationships/tags" Target="../tags/tag500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3" Type="http://schemas.openxmlformats.org/officeDocument/2006/relationships/tags" Target="../tags/tag50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04.xml"/><Relationship Id="rId1" Type="http://schemas.openxmlformats.org/officeDocument/2006/relationships/tags" Target="../tags/tag503.xml"/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tags" Target="../tags/tag50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3" Type="http://schemas.openxmlformats.org/officeDocument/2006/relationships/tags" Target="../tags/tag5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10.xml"/><Relationship Id="rId1" Type="http://schemas.openxmlformats.org/officeDocument/2006/relationships/tags" Target="../tags/tag509.xml"/><Relationship Id="rId6" Type="http://schemas.openxmlformats.org/officeDocument/2006/relationships/tags" Target="../tags/tag514.xml"/><Relationship Id="rId5" Type="http://schemas.openxmlformats.org/officeDocument/2006/relationships/tags" Target="../tags/tag513.xml"/><Relationship Id="rId4" Type="http://schemas.openxmlformats.org/officeDocument/2006/relationships/tags" Target="../tags/tag5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1000" y="2362200"/>
            <a:ext cx="83820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ISA Advanced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200" dirty="0"/>
              <a:t>Boone Severson</a:t>
            </a:r>
            <a:endParaRPr lang="en-US" sz="2200" dirty="0">
              <a:ea typeface="Calibri"/>
              <a:cs typeface="Calibri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ea typeface="Calibri"/>
              <a:cs typeface="Calibri"/>
            </a:endParaRPr>
          </a:p>
          <a:p>
            <a:pPr eaLnBrk="1" hangingPunct="1">
              <a:buFont typeface="Arial" charset="0"/>
              <a:defRPr/>
            </a:pPr>
            <a:r>
              <a:rPr lang="en-US" sz="2200" dirty="0"/>
              <a:t>Lecture notes based in part on slides created by </a:t>
            </a:r>
            <a:r>
              <a:rPr lang="en-US" sz="2200" dirty="0">
                <a:ea typeface="+mn-lt"/>
                <a:cs typeface="+mn-lt"/>
              </a:rPr>
              <a:t>Joshua San Miguel, </a:t>
            </a:r>
            <a:r>
              <a:rPr lang="en-US" sz="2200" dirty="0"/>
              <a:t>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  <a:endParaRPr lang="en-US" sz="2200" dirty="0">
              <a:ea typeface="Calibri"/>
              <a:cs typeface="Calibri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1951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MIPS Machine Language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All instructions are 32 bits wide</a:t>
            </a:r>
          </a:p>
          <a:p>
            <a:pPr eaLnBrk="1" hangingPunct="1"/>
            <a:r>
              <a:rPr lang="en-US" altLang="en-US" sz="2800" dirty="0"/>
              <a:t>Assembly: </a:t>
            </a:r>
            <a:r>
              <a:rPr lang="en-US" altLang="en-US" sz="2800" dirty="0">
                <a:solidFill>
                  <a:srgbClr val="FF0000"/>
                </a:solidFill>
              </a:rPr>
              <a:t>add $1, $2, $3</a:t>
            </a:r>
          </a:p>
          <a:p>
            <a:pPr eaLnBrk="1" hangingPunct="1"/>
            <a:r>
              <a:rPr lang="en-US" altLang="en-US" sz="2800" dirty="0"/>
              <a:t>Machine language: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	bit 31                     bit 0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	00000000010000110000100000100000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000000 00010 00011 00001 00000 100000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u="sng" dirty="0">
                <a:latin typeface="Helvetica" panose="020B0604020202020204" pitchFamily="34" charset="0"/>
              </a:rPr>
              <a:t>opcode</a:t>
            </a:r>
            <a:r>
              <a:rPr lang="en-US" altLang="en-US" sz="2000" dirty="0">
                <a:latin typeface="Helvetica" panose="020B0604020202020204" pitchFamily="34" charset="0"/>
              </a:rPr>
              <a:t>	</a:t>
            </a:r>
            <a:r>
              <a:rPr lang="en-US" altLang="en-US" sz="2000" u="sng" dirty="0" err="1">
                <a:latin typeface="Helvetica" panose="020B0604020202020204" pitchFamily="34" charset="0"/>
              </a:rPr>
              <a:t>rs</a:t>
            </a:r>
            <a:r>
              <a:rPr lang="en-US" altLang="en-US" sz="2000" dirty="0">
                <a:latin typeface="Helvetica" panose="020B0604020202020204" pitchFamily="34" charset="0"/>
              </a:rPr>
              <a:t>	  </a:t>
            </a:r>
            <a:r>
              <a:rPr lang="en-US" altLang="en-US" sz="2000" u="sng" dirty="0" err="1">
                <a:latin typeface="Helvetica" panose="020B0604020202020204" pitchFamily="34" charset="0"/>
              </a:rPr>
              <a:t>rt</a:t>
            </a:r>
            <a:r>
              <a:rPr lang="en-US" altLang="en-US" sz="2000" dirty="0">
                <a:latin typeface="Helvetica" panose="020B0604020202020204" pitchFamily="34" charset="0"/>
              </a:rPr>
              <a:t>	    </a:t>
            </a:r>
            <a:r>
              <a:rPr lang="en-US" altLang="en-US" sz="2000" u="sng" dirty="0" err="1">
                <a:latin typeface="Helvetica" panose="020B0604020202020204" pitchFamily="34" charset="0"/>
              </a:rPr>
              <a:t>rd</a:t>
            </a:r>
            <a:r>
              <a:rPr lang="en-US" altLang="en-US" sz="2000" dirty="0">
                <a:latin typeface="Helvetica" panose="020B0604020202020204" pitchFamily="34" charset="0"/>
              </a:rPr>
              <a:t>	       </a:t>
            </a:r>
            <a:r>
              <a:rPr lang="en-US" altLang="en-US" sz="2000" u="sng" dirty="0" err="1">
                <a:latin typeface="Helvetica" panose="020B0604020202020204" pitchFamily="34" charset="0"/>
              </a:rPr>
              <a:t>shamt</a:t>
            </a:r>
            <a:r>
              <a:rPr lang="en-US" altLang="en-US" sz="2000" dirty="0">
                <a:latin typeface="Helvetica" panose="020B0604020202020204" pitchFamily="34" charset="0"/>
              </a:rPr>
              <a:t>        </a:t>
            </a:r>
            <a:r>
              <a:rPr lang="en-US" altLang="en-US" sz="2000" u="sng" dirty="0" err="1">
                <a:latin typeface="Helvetica" panose="020B0604020202020204" pitchFamily="34" charset="0"/>
              </a:rPr>
              <a:t>funct</a:t>
            </a:r>
            <a:endParaRPr lang="en-US" altLang="en-US" sz="2000" u="sng" dirty="0">
              <a:latin typeface="Helvetica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None/>
            </a:pPr>
            <a:r>
              <a:rPr lang="en-US" altLang="en-US" sz="2000" dirty="0" err="1">
                <a:latin typeface="Helvetica" panose="020B0604020202020204" pitchFamily="34" charset="0"/>
              </a:rPr>
              <a:t>alu-rr</a:t>
            </a:r>
            <a:r>
              <a:rPr lang="en-US" altLang="en-US" sz="2000" dirty="0">
                <a:latin typeface="Helvetica" panose="020B0604020202020204" pitchFamily="34" charset="0"/>
              </a:rPr>
              <a:t>	2	  3	    1	       unused      add (signed)</a:t>
            </a:r>
          </a:p>
          <a:p>
            <a:pPr lvl="1" eaLnBrk="1" hangingPunct="1"/>
            <a:endParaRPr lang="en-US" altLang="en-US" sz="2400" dirty="0"/>
          </a:p>
        </p:txBody>
      </p:sp>
      <p:grpSp>
        <p:nvGrpSpPr>
          <p:cNvPr id="20484" name="Group 10"/>
          <p:cNvGrpSpPr>
            <a:grpSpLocks/>
          </p:cNvGrpSpPr>
          <p:nvPr/>
        </p:nvGrpSpPr>
        <p:grpSpPr bwMode="auto">
          <a:xfrm>
            <a:off x="1238250" y="3833813"/>
            <a:ext cx="5943600" cy="304800"/>
            <a:chOff x="960" y="2640"/>
            <a:chExt cx="3744" cy="144"/>
          </a:xfrm>
        </p:grpSpPr>
        <p:sp>
          <p:nvSpPr>
            <p:cNvPr id="20486" name="Rectangle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60" y="264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7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680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8" name="Rectangle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56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9" name="Rectangle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832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90" name="Rectangle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408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91" name="Rectangle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84" y="264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F53282B-5DE0-4A60-9811-B0AB439CD175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Format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Opcode (most-significant 6 bits) specifies which operation and which instruction format:</a:t>
            </a:r>
          </a:p>
          <a:p>
            <a:pPr lvl="1" eaLnBrk="1" hangingPunct="1"/>
            <a:r>
              <a:rPr lang="en-US" altLang="en-US" sz="2400" dirty="0"/>
              <a:t>Register (R-format)</a:t>
            </a:r>
          </a:p>
          <a:p>
            <a:pPr lvl="1" eaLnBrk="1" hangingPunct="1"/>
            <a:r>
              <a:rPr lang="en-US" altLang="en-US" sz="2400" dirty="0"/>
              <a:t>Immediate (I-format)</a:t>
            </a:r>
          </a:p>
          <a:p>
            <a:pPr lvl="1" eaLnBrk="1" hangingPunct="1"/>
            <a:r>
              <a:rPr lang="en-US" altLang="en-US" sz="2400" dirty="0"/>
              <a:t>Jump (J-format)</a:t>
            </a:r>
          </a:p>
          <a:p>
            <a:pPr eaLnBrk="1" hangingPunct="1"/>
            <a:r>
              <a:rPr lang="en-US" altLang="en-US" sz="2800" dirty="0"/>
              <a:t>Depending on the format, the operand bits are interpreted differently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0018A0C-2A74-491C-94DE-D9F2C1D060EE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Format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R-format</a:t>
            </a:r>
          </a:p>
          <a:p>
            <a:pPr lvl="1" eaLnBrk="1" hangingPunct="1"/>
            <a:r>
              <a:rPr lang="en-US" altLang="en-US" sz="2400" dirty="0" err="1"/>
              <a:t>opc</a:t>
            </a:r>
            <a:r>
              <a:rPr lang="en-US" altLang="en-US" sz="2400" dirty="0"/>
              <a:t>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rd</a:t>
            </a:r>
            <a:r>
              <a:rPr lang="en-US" altLang="en-US" sz="2400" dirty="0"/>
              <a:t>	</a:t>
            </a:r>
            <a:r>
              <a:rPr lang="en-US" altLang="en-US" sz="2400" dirty="0" err="1"/>
              <a:t>shamt</a:t>
            </a:r>
            <a:r>
              <a:rPr lang="en-US" altLang="en-US" sz="2400" dirty="0"/>
              <a:t>	function</a:t>
            </a:r>
          </a:p>
          <a:p>
            <a:pPr lvl="1" eaLnBrk="1" hangingPunct="1"/>
            <a:r>
              <a:rPr lang="en-US" altLang="en-US" sz="2400" dirty="0"/>
              <a:t>6		5	5	5	5	6</a:t>
            </a:r>
          </a:p>
          <a:p>
            <a:pPr eaLnBrk="1" hangingPunct="1"/>
            <a:r>
              <a:rPr lang="en-US" altLang="en-US" sz="2800" dirty="0"/>
              <a:t>Up to 3 register operands and a shift amount (for shift instructions only)</a:t>
            </a:r>
          </a:p>
          <a:p>
            <a:pPr eaLnBrk="1" hangingPunct="1"/>
            <a:r>
              <a:rPr lang="en-US" altLang="en-US" sz="2800" dirty="0"/>
              <a:t>Function bits extends the opcode to specify more arithmetic operations.</a:t>
            </a:r>
          </a:p>
          <a:p>
            <a:pPr lvl="1" eaLnBrk="1" hangingPunct="1"/>
            <a:r>
              <a:rPr lang="en-US" altLang="en-US" sz="2000" dirty="0"/>
              <a:t>e.g., </a:t>
            </a:r>
            <a:r>
              <a:rPr lang="en-US" altLang="en-US" sz="2000" dirty="0" err="1"/>
              <a:t>addu</a:t>
            </a:r>
            <a:r>
              <a:rPr lang="en-US" altLang="en-US" sz="2000" dirty="0"/>
              <a:t>: </a:t>
            </a:r>
            <a:r>
              <a:rPr lang="en-US" altLang="en-US" sz="2000" dirty="0" err="1"/>
              <a:t>opc</a:t>
            </a:r>
            <a:r>
              <a:rPr lang="en-US" altLang="en-US" sz="2000" dirty="0"/>
              <a:t> = 0x0, function = 0x21</a:t>
            </a:r>
          </a:p>
          <a:p>
            <a:pPr eaLnBrk="1" hangingPunct="1"/>
            <a:r>
              <a:rPr lang="en-US" altLang="en-US" sz="2800" dirty="0"/>
              <a:t>Most ALU ops are R-format instructions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0018A0C-2A74-491C-94DE-D9F2C1D060EE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75610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Format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Assembly:	</a:t>
            </a:r>
            <a:r>
              <a:rPr lang="en-US" altLang="en-US" dirty="0" err="1">
                <a:solidFill>
                  <a:srgbClr val="FF0000"/>
                </a:solidFill>
              </a:rPr>
              <a:t>lw</a:t>
            </a:r>
            <a:r>
              <a:rPr lang="en-US" altLang="en-US" dirty="0">
                <a:solidFill>
                  <a:srgbClr val="FF0000"/>
                </a:solidFill>
              </a:rPr>
              <a:t> $1, 72($2)</a:t>
            </a:r>
          </a:p>
          <a:p>
            <a:pPr eaLnBrk="1" hangingPunct="1"/>
            <a:r>
              <a:rPr lang="en-US" altLang="en-US" dirty="0"/>
              <a:t>Machine:	</a:t>
            </a:r>
            <a:r>
              <a:rPr lang="en-US" altLang="en-US" sz="2000" dirty="0"/>
              <a:t>100011 00010 00001 </a:t>
            </a:r>
            <a:r>
              <a:rPr lang="en-US" altLang="en-US" sz="2000" u="sng" dirty="0"/>
              <a:t>0000000001001000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dirty="0"/>
              <a:t>				</a:t>
            </a:r>
            <a:r>
              <a:rPr lang="en-US" altLang="en-US" sz="2000" dirty="0" err="1"/>
              <a:t>lw</a:t>
            </a:r>
            <a:r>
              <a:rPr lang="en-US" altLang="en-US" sz="2000" dirty="0"/>
              <a:t>	2	1	       72</a:t>
            </a:r>
          </a:p>
          <a:p>
            <a:pPr eaLnBrk="1" hangingPunct="1"/>
            <a:r>
              <a:rPr lang="en-US" altLang="en-US" dirty="0"/>
              <a:t>I-format</a:t>
            </a:r>
          </a:p>
          <a:p>
            <a:pPr lvl="1" eaLnBrk="1" hangingPunct="1"/>
            <a:r>
              <a:rPr lang="en-US" altLang="en-US" dirty="0" err="1"/>
              <a:t>opc</a:t>
            </a:r>
            <a:r>
              <a:rPr lang="en-US" altLang="en-US" dirty="0"/>
              <a:t>	</a:t>
            </a:r>
            <a:r>
              <a:rPr lang="en-US" altLang="en-US" dirty="0" err="1"/>
              <a:t>rs</a:t>
            </a:r>
            <a:r>
              <a:rPr lang="en-US" altLang="en-US" dirty="0"/>
              <a:t>	rt	address/immediate</a:t>
            </a:r>
          </a:p>
          <a:p>
            <a:pPr lvl="1" eaLnBrk="1" hangingPunct="1"/>
            <a:r>
              <a:rPr lang="en-US" altLang="en-US" dirty="0"/>
              <a:t>6	5	5	16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788D4B6E-A6AB-4565-B238-5963D8A0FFDD}" type="slidenum">
              <a:rPr lang="en-US" altLang="en-US">
                <a:latin typeface="Calibri" panose="020F0502020204030204" pitchFamily="34" charset="0"/>
              </a:rPr>
              <a:pPr lvl="1"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Format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I-format used for ALU ops with </a:t>
            </a:r>
            <a:r>
              <a:rPr lang="en-US" altLang="en-US" sz="2800" dirty="0" err="1"/>
              <a:t>immediates</a:t>
            </a:r>
            <a:endParaRPr lang="en-US" altLang="en-US" sz="2800" dirty="0"/>
          </a:p>
          <a:p>
            <a:pPr lvl="1" eaLnBrk="1" hangingPunct="1"/>
            <a:r>
              <a:rPr lang="en-US" altLang="en-US" sz="2400" dirty="0" err="1">
                <a:solidFill>
                  <a:srgbClr val="FF0000"/>
                </a:solidFill>
              </a:rPr>
              <a:t>addi</a:t>
            </a:r>
            <a:r>
              <a:rPr lang="en-US" altLang="en-US" sz="2400" dirty="0">
                <a:solidFill>
                  <a:srgbClr val="FF0000"/>
                </a:solidFill>
              </a:rPr>
              <a:t> $1, $2, 100</a:t>
            </a:r>
          </a:p>
          <a:p>
            <a:pPr lvl="1" eaLnBrk="1" hangingPunct="1"/>
            <a:r>
              <a:rPr lang="en-US" altLang="en-US" sz="2400" dirty="0"/>
              <a:t>001000 00010 00001 </a:t>
            </a:r>
            <a:r>
              <a:rPr lang="en-US" altLang="en-US" sz="2400" u="sng" dirty="0"/>
              <a:t>0000000001100100</a:t>
            </a:r>
          </a:p>
          <a:p>
            <a:pPr eaLnBrk="1" hangingPunct="1"/>
            <a:r>
              <a:rPr lang="en-US" altLang="en-US" sz="2800" dirty="0"/>
              <a:t>What about constants larger than 16 bits</a:t>
            </a:r>
          </a:p>
          <a:p>
            <a:pPr lvl="1" eaLnBrk="1" hangingPunct="1"/>
            <a:r>
              <a:rPr lang="en-US" altLang="en-US" sz="2400" dirty="0"/>
              <a:t>Outside range: [-32768, 32767)?</a:t>
            </a:r>
            <a:endParaRPr lang="en-US" altLang="en-US" sz="2400" dirty="0">
              <a:ea typeface="Calibri"/>
              <a:cs typeface="Calibri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/>
              <a:t>1100 0000 0000 0000 1111?</a:t>
            </a:r>
          </a:p>
          <a:p>
            <a:pPr lvl="1" eaLnBrk="1" hangingPunct="1"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lui</a:t>
            </a:r>
            <a:r>
              <a:rPr lang="en-US" altLang="en-US" sz="2400" dirty="0">
                <a:solidFill>
                  <a:srgbClr val="FF0000"/>
                </a:solidFill>
              </a:rPr>
              <a:t> $4, 12 </a:t>
            </a:r>
            <a:r>
              <a:rPr lang="en-US" altLang="en-US" sz="2000" dirty="0">
                <a:solidFill>
                  <a:srgbClr val="FF0000"/>
                </a:solidFill>
              </a:rPr>
              <a:t># $4 == 0000 0000 0000 1100 0000 0000 0000 0000</a:t>
            </a:r>
          </a:p>
          <a:p>
            <a:pPr lvl="1" eaLnBrk="1" hangingPunct="1"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ori</a:t>
            </a:r>
            <a:r>
              <a:rPr lang="en-US" altLang="en-US" sz="2400" dirty="0">
                <a:solidFill>
                  <a:srgbClr val="FF0000"/>
                </a:solidFill>
              </a:rPr>
              <a:t> $4, $4, 15 </a:t>
            </a:r>
            <a:r>
              <a:rPr lang="en-US" altLang="en-US" sz="2000" dirty="0">
                <a:solidFill>
                  <a:srgbClr val="FF0000"/>
                </a:solidFill>
              </a:rPr>
              <a:t># $4 == 0000 0000 0000 1100 0000 0000 0000 1111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2E7CA26-EC56-45C9-88FC-FBD69416A35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Format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FF9E9F0-2E00-4015-99A9-37C237A7D6D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All loads and stores use I-format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Branches also use I-format: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	</a:t>
            </a:r>
            <a:r>
              <a:rPr lang="en-US" altLang="en-US" sz="2800" dirty="0" err="1">
                <a:solidFill>
                  <a:srgbClr val="FF0000"/>
                </a:solidFill>
              </a:rPr>
              <a:t>beq</a:t>
            </a:r>
            <a:r>
              <a:rPr lang="en-US" altLang="en-US" sz="2800" dirty="0">
                <a:solidFill>
                  <a:srgbClr val="FF0000"/>
                </a:solidFill>
              </a:rPr>
              <a:t> $1, $2, 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000100 00001 00010 </a:t>
            </a:r>
            <a:r>
              <a:rPr lang="en-US" altLang="en-US" sz="2800" u="sng" dirty="0"/>
              <a:t>0000 0000 0000 0111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PC = PC + 4 + (7 &lt;&lt; 2) 	# word offset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CBF9D-B9AF-4BD1-AD4F-8D731E007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445B808-5B5B-4036-9B06-17EC03587616}" type="slidenum">
              <a:rPr lang="en-US" altLang="en-US">
                <a:latin typeface="Calibri" panose="020F0502020204030204" pitchFamily="34" charset="0"/>
              </a:rPr>
              <a:pPr lvl="1"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2E7CA26-EC56-45C9-88FC-FBD69416A35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Instruction Format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FF9E9F0-2E00-4015-99A9-37C237A7D6D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Finally, J-format: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	</a:t>
            </a:r>
            <a:r>
              <a:rPr lang="en-US" altLang="en-US" sz="2800" dirty="0">
                <a:solidFill>
                  <a:srgbClr val="FF0000"/>
                </a:solidFill>
              </a:rPr>
              <a:t>j    address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Opcode	offset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6		26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Target address computation is weird in MIPS: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target = {4 </a:t>
            </a:r>
            <a:r>
              <a:rPr lang="en-US" altLang="en-US" sz="2400" dirty="0" err="1"/>
              <a:t>MSb</a:t>
            </a:r>
            <a:r>
              <a:rPr lang="en-US" altLang="en-US" sz="2400" dirty="0"/>
              <a:t> of PC, offset, 00}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CBF9D-B9AF-4BD1-AD4F-8D731E007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445B808-5B5B-4036-9B06-17EC03587616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880013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Summary: Instruction Formats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R: 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</a:t>
            </a:r>
            <a:r>
              <a:rPr lang="en-US" altLang="en-US" sz="2400" dirty="0" err="1"/>
              <a:t>rd</a:t>
            </a:r>
            <a:r>
              <a:rPr lang="en-US" altLang="en-US" sz="2400" dirty="0"/>
              <a:t>	</a:t>
            </a:r>
            <a:r>
              <a:rPr lang="en-US" altLang="en-US" sz="2400" dirty="0" err="1"/>
              <a:t>shamt</a:t>
            </a:r>
            <a:r>
              <a:rPr lang="en-US" altLang="en-US" sz="2400" dirty="0"/>
              <a:t>	function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6		5	5	5	5	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I:	opcode	</a:t>
            </a:r>
            <a:r>
              <a:rPr lang="en-US" altLang="en-US" sz="2400" dirty="0" err="1"/>
              <a:t>rs</a:t>
            </a:r>
            <a:r>
              <a:rPr lang="en-US" altLang="en-US" sz="2400" dirty="0"/>
              <a:t>	rt	address/immediate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6		5	5	16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J:	opcode	offset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6		26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BF5BE4B9-26C7-4863-9940-5BE933344668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Stack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00200"/>
            <a:ext cx="8305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Stack: parameters, return values, return address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Stack grows </a:t>
            </a:r>
            <a:r>
              <a:rPr lang="en-US" altLang="en-US" sz="2800" b="1" dirty="0"/>
              <a:t>from higher to lower addresses </a:t>
            </a:r>
            <a:r>
              <a:rPr lang="en-US" altLang="en-US" sz="2800" dirty="0"/>
              <a:t>(indefinitely)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solidFill>
                  <a:srgbClr val="FF0000"/>
                </a:solidFill>
              </a:rPr>
              <a:t>$</a:t>
            </a:r>
            <a:r>
              <a:rPr lang="en-US" altLang="en-US" sz="2800" dirty="0" err="1">
                <a:solidFill>
                  <a:srgbClr val="FF0000"/>
                </a:solidFill>
              </a:rPr>
              <a:t>sp</a:t>
            </a:r>
            <a:r>
              <a:rPr lang="en-US" altLang="en-US" sz="2800" dirty="0">
                <a:solidFill>
                  <a:srgbClr val="FF0000"/>
                </a:solidFill>
              </a:rPr>
              <a:t> ($29)</a:t>
            </a:r>
            <a:r>
              <a:rPr lang="en-US" altLang="en-US" sz="2800" dirty="0"/>
              <a:t> is stack pointer: points to </a:t>
            </a:r>
            <a:r>
              <a:rPr lang="en-US" altLang="en-US" sz="2800" b="1" dirty="0"/>
              <a:t>top (recent) word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Push </a:t>
            </a:r>
            <a:r>
              <a:rPr lang="en-US" altLang="en-US" sz="2800" dirty="0">
                <a:solidFill>
                  <a:srgbClr val="FF0000"/>
                </a:solidFill>
              </a:rPr>
              <a:t>$t2</a:t>
            </a:r>
            <a:r>
              <a:rPr lang="en-US" altLang="en-US" sz="2800" dirty="0"/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addi</a:t>
            </a:r>
            <a:r>
              <a:rPr lang="en-US" altLang="en-US" sz="2400" dirty="0">
                <a:solidFill>
                  <a:srgbClr val="FF0000"/>
                </a:solidFill>
              </a:rPr>
              <a:t> $</a:t>
            </a:r>
            <a:r>
              <a:rPr lang="en-US" altLang="en-US" sz="2400" dirty="0" err="1">
                <a:solidFill>
                  <a:srgbClr val="FF0000"/>
                </a:solidFill>
              </a:rPr>
              <a:t>sp</a:t>
            </a:r>
            <a:r>
              <a:rPr lang="en-US" altLang="en-US" sz="2400" dirty="0">
                <a:solidFill>
                  <a:srgbClr val="FF0000"/>
                </a:solidFill>
              </a:rPr>
              <a:t>, $</a:t>
            </a:r>
            <a:r>
              <a:rPr lang="en-US" altLang="en-US" sz="2400" dirty="0" err="1">
                <a:solidFill>
                  <a:srgbClr val="FF0000"/>
                </a:solidFill>
              </a:rPr>
              <a:t>sp</a:t>
            </a:r>
            <a:r>
              <a:rPr lang="en-US" altLang="en-US" sz="2400" dirty="0">
                <a:solidFill>
                  <a:srgbClr val="FF0000"/>
                </a:solidFill>
              </a:rPr>
              <a:t>, -4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sw</a:t>
            </a:r>
            <a:r>
              <a:rPr lang="en-US" altLang="en-US" sz="2400" dirty="0">
                <a:solidFill>
                  <a:srgbClr val="FF0000"/>
                </a:solidFill>
              </a:rPr>
              <a:t> $t2, 0($</a:t>
            </a:r>
            <a:r>
              <a:rPr lang="en-US" altLang="en-US" sz="2400" dirty="0" err="1">
                <a:solidFill>
                  <a:srgbClr val="FF0000"/>
                </a:solidFill>
              </a:rPr>
              <a:t>sp</a:t>
            </a:r>
            <a:r>
              <a:rPr lang="en-US" altLang="en-US" sz="2400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Pop </a:t>
            </a:r>
            <a:r>
              <a:rPr lang="en-US" altLang="en-US" sz="2800" dirty="0">
                <a:solidFill>
                  <a:srgbClr val="FF0000"/>
                </a:solidFill>
              </a:rPr>
              <a:t>$t2</a:t>
            </a:r>
            <a:r>
              <a:rPr lang="en-US" altLang="en-US" sz="2800" dirty="0"/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lw</a:t>
            </a:r>
            <a:r>
              <a:rPr lang="en-US" altLang="en-US" sz="2400" dirty="0">
                <a:solidFill>
                  <a:srgbClr val="FF0000"/>
                </a:solidFill>
              </a:rPr>
              <a:t> $t2, 0($</a:t>
            </a:r>
            <a:r>
              <a:rPr lang="en-US" altLang="en-US" sz="2400" dirty="0" err="1">
                <a:solidFill>
                  <a:srgbClr val="FF0000"/>
                </a:solidFill>
              </a:rPr>
              <a:t>sp</a:t>
            </a:r>
            <a:r>
              <a:rPr lang="en-US" altLang="en-US" sz="2400" dirty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err="1">
                <a:solidFill>
                  <a:srgbClr val="FF0000"/>
                </a:solidFill>
              </a:rPr>
              <a:t>addi</a:t>
            </a:r>
            <a:r>
              <a:rPr lang="en-US" altLang="en-US" sz="2400" dirty="0">
                <a:solidFill>
                  <a:srgbClr val="FF0000"/>
                </a:solidFill>
              </a:rPr>
              <a:t> $</a:t>
            </a:r>
            <a:r>
              <a:rPr lang="en-US" altLang="en-US" sz="2400" dirty="0" err="1">
                <a:solidFill>
                  <a:srgbClr val="FF0000"/>
                </a:solidFill>
              </a:rPr>
              <a:t>sp</a:t>
            </a:r>
            <a:r>
              <a:rPr lang="en-US" altLang="en-US" sz="2400" dirty="0">
                <a:solidFill>
                  <a:srgbClr val="FF0000"/>
                </a:solidFill>
              </a:rPr>
              <a:t>, $</a:t>
            </a:r>
            <a:r>
              <a:rPr lang="en-US" altLang="en-US" sz="2400" dirty="0" err="1">
                <a:solidFill>
                  <a:srgbClr val="FF0000"/>
                </a:solidFill>
              </a:rPr>
              <a:t>sp</a:t>
            </a:r>
            <a:r>
              <a:rPr lang="en-US" altLang="en-US" sz="2400" dirty="0">
                <a:solidFill>
                  <a:srgbClr val="FF0000"/>
                </a:solidFill>
              </a:rPr>
              <a:t>, 4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2F2A9FC2-FCDA-46D3-80EE-3A95A389100A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Procedure Calls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76400"/>
            <a:ext cx="8305800" cy="4906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Calling convention is part of application binary interface (ABI)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Caller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Save registers ($t regs are caller-saved)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600" dirty="0"/>
              <a:t>Push current values of </a:t>
            </a:r>
            <a:r>
              <a:rPr lang="en-US" altLang="en-US" sz="1600" b="1" dirty="0"/>
              <a:t>registers that you will read after the procedure returns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Set up arguments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Call procedure (</a:t>
            </a:r>
            <a:r>
              <a:rPr lang="en-US" altLang="en-US" sz="2000" dirty="0" err="1"/>
              <a:t>jal</a:t>
            </a:r>
            <a:r>
              <a:rPr lang="en-US" altLang="en-US" sz="2000" dirty="0"/>
              <a:t>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Get results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Restore (pop) registers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err="1"/>
              <a:t>Callee</a:t>
            </a:r>
            <a:endParaRPr lang="en-US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Save registers ($s regs are </a:t>
            </a:r>
            <a:r>
              <a:rPr lang="en-US" altLang="en-US" sz="2000" dirty="0" err="1"/>
              <a:t>callee</a:t>
            </a:r>
            <a:r>
              <a:rPr lang="en-US" altLang="en-US" sz="2000" dirty="0"/>
              <a:t>-saved)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600" dirty="0"/>
              <a:t>Push current values of </a:t>
            </a:r>
            <a:r>
              <a:rPr lang="en-US" altLang="en-US" sz="1600" b="1" dirty="0"/>
              <a:t>registers that you will (over)write within the procedure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Perform procedure work, set up result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Restore (pop) registers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Return (</a:t>
            </a:r>
            <a:r>
              <a:rPr lang="en-US" altLang="en-US" sz="2000" dirty="0" err="1"/>
              <a:t>jr</a:t>
            </a:r>
            <a:r>
              <a:rPr lang="en-US" altLang="en-US" sz="2000" dirty="0"/>
              <a:t> $ra)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78EE6295-C071-45F2-BD51-0EE60E3BD3D9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285923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sll $t1, $a1, 2	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$t0, 0($t1)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$t2, 4($t1) 	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$t2, 0($t1)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 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    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18728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285923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cs typeface="Calibri"/>
              </a:rPr>
              <a:t>sll</a:t>
            </a:r>
            <a:r>
              <a:rPr lang="en-US" altLang="en-US" sz="2400" b="1" dirty="0">
                <a:latin typeface="Consolas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$t0, 0($t1)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$t2, 4($t1) 	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sw  $t2, 0($t1)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 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209025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9190336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sll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$t0, 0($t1)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$t2, 4($t1) 	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sw  $t2, 0($t1)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   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  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462873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850500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cs typeface="Calibri"/>
              </a:rPr>
              <a:t>sll</a:t>
            </a:r>
            <a:r>
              <a:rPr lang="en-US" altLang="en-US" sz="2400" b="1" dirty="0">
                <a:latin typeface="Consolas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$t0, 0($t1)   # [$t0] = temp = v[k]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lw  $t2, 4($t1) 	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sw  $t2, 0($t1)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     	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551242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850500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latin typeface="Calibri"/>
                <a:ea typeface="Calibri"/>
                <a:cs typeface="Calibri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latin typeface="Calibri"/>
                <a:ea typeface="Calibri"/>
                <a:cs typeface="Calibri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ea typeface="Calibri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sll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lw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$t0, 0($t1)   # [$t0] = temp = v[k]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lw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$t2, 4($t1)   # [$t2]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sw  $t2, 0($t1)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sw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$t0, 4($t1)  	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jr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ra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   </a:t>
            </a:r>
            <a:r>
              <a:rPr lang="en-US" altLang="en-US" sz="2400" dirty="0">
                <a:latin typeface="Calibri"/>
                <a:ea typeface="Calibri"/>
                <a:cs typeface="Calibri"/>
              </a:rPr>
              <a:t>  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275969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9020418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cs typeface="Calibri"/>
              </a:rPr>
              <a:t>sll</a:t>
            </a:r>
            <a:r>
              <a:rPr lang="en-US" altLang="en-US" sz="2400" b="1" dirty="0">
                <a:latin typeface="Consolas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$t0, 0($t1)   # [$t0] = temp = v[k]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$t2, 4($t1)   # [$t2]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sw  $t2, 0($t1)   # v[k]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 # v[k+1] = temp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     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679685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850500" cy="3634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cs typeface="Calibri"/>
              </a:rPr>
              <a:t>sll</a:t>
            </a:r>
            <a:r>
              <a:rPr lang="en-US" altLang="en-US" sz="2400" b="1" dirty="0">
                <a:latin typeface="Consolas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$t0, 0($t1)   # [$t0] = temp = v[k]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$t2, 4($t1)   # [$t2]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$t2, 0($t1)   # v[k]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 # v[k+1] = temp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         # return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804291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850500" cy="4221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cs typeface="Calibri"/>
              </a:rPr>
              <a:t>sll</a:t>
            </a:r>
            <a:r>
              <a:rPr lang="en-US" altLang="en-US" sz="2400" b="1" dirty="0">
                <a:latin typeface="Consolas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$t0, 0($t1)   # [$t0] = temp = v[k]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lw</a:t>
            </a:r>
            <a:r>
              <a:rPr lang="en-US" altLang="en-US" sz="2400" b="1" dirty="0">
                <a:latin typeface="Consolas"/>
                <a:cs typeface="Calibri"/>
              </a:rPr>
              <a:t>  $t2, 4($t1)   # [$t2]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sw  $t2, 0($t1)   # v[k]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sw</a:t>
            </a:r>
            <a:r>
              <a:rPr lang="en-US" altLang="en-US" sz="2400" b="1" dirty="0">
                <a:latin typeface="Consolas"/>
                <a:cs typeface="Calibri"/>
              </a:rPr>
              <a:t>  $t0, 4($t1)   # v[k+1] = temp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cs typeface="Calibri"/>
              </a:rPr>
              <a:t>jr</a:t>
            </a:r>
            <a:r>
              <a:rPr lang="en-US" altLang="en-US" sz="2400" b="1" dirty="0">
                <a:latin typeface="Consolas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cs typeface="Calibri"/>
              </a:rPr>
              <a:t>ra</a:t>
            </a:r>
            <a:r>
              <a:rPr lang="en-US" altLang="en-US" sz="2400" b="1" dirty="0">
                <a:latin typeface="Consolas"/>
                <a:cs typeface="Calibri"/>
              </a:rPr>
              <a:t>           # return 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What can go wrong if we use $s1 instead of $t1?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708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216025" y="609600"/>
            <a:ext cx="3279775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</a:t>
            </a:r>
            <a:br>
              <a:rPr lang="en-US" altLang="en-US" dirty="0"/>
            </a:br>
            <a:r>
              <a:rPr lang="en-US" altLang="en-US" dirty="0"/>
              <a:t>Example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5181600" y="463385"/>
            <a:ext cx="3584575" cy="197501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swap(int v[], int k)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int temp = v[k];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v[k] = v[k+1];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v[k+1] = temp;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}</a:t>
            </a:r>
          </a:p>
        </p:txBody>
      </p:sp>
      <p:sp>
        <p:nvSpPr>
          <p:cNvPr id="28676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000" y="2362200"/>
            <a:ext cx="8850500" cy="4221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# $a0 is &amp;v[0] and $a1 is k (i.e., 1st and 2nd incoming arguments)</a:t>
            </a:r>
            <a:br>
              <a:rPr lang="en-US" altLang="en-US" sz="2400" dirty="0">
                <a:cs typeface="Calibri" panose="020F0502020204030204" pitchFamily="34" charset="0"/>
              </a:rPr>
            </a:br>
            <a:r>
              <a:rPr lang="en-US" altLang="en-US" sz="2400" dirty="0">
                <a:cs typeface="Calibri" panose="020F0502020204030204" pitchFamily="34" charset="0"/>
              </a:rPr>
              <a:t># $t0, $t1 and $t2 are caller-saved temporaries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None/>
            </a:pPr>
            <a:r>
              <a:rPr lang="en-US" altLang="en-US" sz="2400" b="1" dirty="0">
                <a:latin typeface="Consolas"/>
                <a:ea typeface="Calibri"/>
                <a:cs typeface="Calibri"/>
              </a:rPr>
              <a:t>swap: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sll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$t1, $a1, 2   # [$t1] = k*4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add $t1, $a0, $t1 # [$t1] = v + k*4 = &amp;(v[k])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lw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$t0, 0($t1)   # [$t0] = temp = v[k]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lw  $t2, 4($t1)   # [$t2]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sw  $t2, 0($t1)   # v[k] = v[k+1]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sw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$t0, 4($t1)   # v[k+1] = temp</a:t>
            </a:r>
            <a:br>
              <a:rPr lang="en-US" altLang="en-US" sz="2400" b="1" dirty="0">
                <a:latin typeface="Consolas"/>
                <a:cs typeface="Calibri" panose="020F0502020204030204" pitchFamily="34" charset="0"/>
              </a:rPr>
            </a:br>
            <a:r>
              <a:rPr lang="en-US" altLang="en-US" sz="2400" b="1" dirty="0">
                <a:latin typeface="Consolas"/>
                <a:ea typeface="Calibri"/>
                <a:cs typeface="Calibri"/>
              </a:rPr>
              <a:t>      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jr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$</a:t>
            </a:r>
            <a:r>
              <a:rPr lang="en-US" altLang="en-US" sz="2400" b="1" dirty="0" err="1">
                <a:latin typeface="Consolas"/>
                <a:ea typeface="Calibri"/>
                <a:cs typeface="Calibri"/>
              </a:rPr>
              <a:t>ra</a:t>
            </a:r>
            <a:r>
              <a:rPr lang="en-US" altLang="en-US" sz="2400" b="1" dirty="0">
                <a:latin typeface="Consolas"/>
                <a:ea typeface="Calibri"/>
                <a:cs typeface="Calibri"/>
              </a:rPr>
              <a:t>           # return </a:t>
            </a:r>
          </a:p>
          <a:p>
            <a:pPr eaLnBrk="1" hangingPunct="1">
              <a:spcBef>
                <a:spcPct val="0"/>
              </a:spcBef>
              <a:spcAft>
                <a:spcPts val="1700"/>
              </a:spcAft>
              <a:buFontTx/>
              <a:buNone/>
            </a:pPr>
            <a:r>
              <a:rPr lang="en-US" altLang="en-US" sz="2400" dirty="0">
                <a:cs typeface="Calibri" panose="020F0502020204030204" pitchFamily="34" charset="0"/>
              </a:rPr>
              <a:t>What can go wrong if we use $s1 instead of $t1?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924778-409E-43BF-9F0A-670E04AA4578}" type="slidenum">
              <a:rPr lang="en-US" altLang="en-US">
                <a:latin typeface="Calibri" panose="020F0502020204030204" pitchFamily="34" charset="0"/>
              </a:rPr>
              <a:pPr lvl="1"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730FE04-8C85-4E09-8C40-5B0CF86D726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29400" y="5534101"/>
            <a:ext cx="2362200" cy="11902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dirty="0" err="1"/>
              <a:t>lw</a:t>
            </a:r>
            <a:r>
              <a:rPr lang="en-US" altLang="en-US" sz="2400" b="1" dirty="0"/>
              <a:t> $s1, 0($t2)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dirty="0" err="1"/>
              <a:t>jal</a:t>
            </a:r>
            <a:r>
              <a:rPr lang="en-US" altLang="en-US" sz="2400" b="1" dirty="0"/>
              <a:t> swap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dirty="0"/>
              <a:t>add $t3, $s4, $s1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56874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CB74B30-EFDA-472F-A784-5EBAA7AB548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454E0DD-037A-489D-A9AB-87096ABC7BF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There are many ways of accessing operands</a:t>
            </a:r>
          </a:p>
          <a:p>
            <a:pPr eaLnBrk="1" hangingPunct="1"/>
            <a:r>
              <a:rPr lang="en-US" altLang="en-US"/>
              <a:t>Register addressing: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add $1, $2, $3</a:t>
            </a:r>
          </a:p>
        </p:txBody>
      </p:sp>
      <p:sp>
        <p:nvSpPr>
          <p:cNvPr id="29700" name="Rectangle 47">
            <a:extLst>
              <a:ext uri="{FF2B5EF4-FFF2-40B4-BE49-F238E27FC236}">
                <a16:creationId xmlns:a16="http://schemas.microsoft.com/office/drawing/2014/main" id="{6C94E4E5-2BFF-4988-8C00-0C6EE7D6EC4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19200" y="4267200"/>
            <a:ext cx="5856288" cy="1549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DC097015-6384-4C6B-9AA3-F12029A49BD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31900" y="4267200"/>
            <a:ext cx="9906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78EDD025-59BF-41F1-AD47-8FA2DD1CCB64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09800" y="4267200"/>
            <a:ext cx="12700" cy="4318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515CF308-34B8-49C3-B0EF-DB225DB72B8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31900" y="4686300"/>
            <a:ext cx="9779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AF329302-F2B3-4088-B741-9274AB5EE2C0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31900" y="42672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9F911274-6C31-4FB7-AD3E-557343CE4DF0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09800" y="4267200"/>
            <a:ext cx="9906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EC69AB68-4D93-478F-9E80-6DE274D0854E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187700" y="4267200"/>
            <a:ext cx="12700" cy="4318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7BC8E0E7-6AD9-4A26-A0CF-8DC50E8F9BE1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09800" y="4686300"/>
            <a:ext cx="9779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8ED4015D-15FB-4182-B24C-3DD052F5665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09800" y="42672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FCC0CD23-AC71-4479-8C38-CFF89D1ABA41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175000" y="4267200"/>
            <a:ext cx="992188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0" name="Rectangle 14">
            <a:extLst>
              <a:ext uri="{FF2B5EF4-FFF2-40B4-BE49-F238E27FC236}">
                <a16:creationId xmlns:a16="http://schemas.microsoft.com/office/drawing/2014/main" id="{A2930FC8-8567-4202-8062-568AB7380A55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154488" y="4267200"/>
            <a:ext cx="12700" cy="4318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1" name="Rectangle 15">
            <a:extLst>
              <a:ext uri="{FF2B5EF4-FFF2-40B4-BE49-F238E27FC236}">
                <a16:creationId xmlns:a16="http://schemas.microsoft.com/office/drawing/2014/main" id="{EB04954A-AABA-409A-9EAC-14BE569A8E73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75000" y="4686300"/>
            <a:ext cx="979488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7E149D39-8269-4647-BF36-0089B72E4842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175000" y="42672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E4D4B162-5F8C-4837-8539-5945CBB7A9A3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154488" y="4267200"/>
            <a:ext cx="9906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62C19D6D-ADE6-433F-B4E6-37F9B16E99B1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132388" y="4267200"/>
            <a:ext cx="12700" cy="4318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32BC99B2-B324-4F40-9880-A0F0038C6ECB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154488" y="4686300"/>
            <a:ext cx="9779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C0950E6B-DF64-4393-9427-3E76AC5E0C9C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4154488" y="42672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7" name="Rectangle 21">
            <a:extLst>
              <a:ext uri="{FF2B5EF4-FFF2-40B4-BE49-F238E27FC236}">
                <a16:creationId xmlns:a16="http://schemas.microsoft.com/office/drawing/2014/main" id="{F49E1D81-BC7A-41EE-BCC5-2DE645A6FED6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119688" y="4267200"/>
            <a:ext cx="9906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8" name="Rectangle 22">
            <a:extLst>
              <a:ext uri="{FF2B5EF4-FFF2-40B4-BE49-F238E27FC236}">
                <a16:creationId xmlns:a16="http://schemas.microsoft.com/office/drawing/2014/main" id="{3FDB490E-B89A-4402-A73B-5C13B6F44560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097588" y="4267200"/>
            <a:ext cx="12700" cy="4318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19" name="Rectangle 23">
            <a:extLst>
              <a:ext uri="{FF2B5EF4-FFF2-40B4-BE49-F238E27FC236}">
                <a16:creationId xmlns:a16="http://schemas.microsoft.com/office/drawing/2014/main" id="{82F64515-896D-4949-B166-BEC75FB32D01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119688" y="4686300"/>
            <a:ext cx="9779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0" name="Rectangle 24">
            <a:extLst>
              <a:ext uri="{FF2B5EF4-FFF2-40B4-BE49-F238E27FC236}">
                <a16:creationId xmlns:a16="http://schemas.microsoft.com/office/drawing/2014/main" id="{1656E5E4-ACEC-45E5-B952-6BDC2E7899CE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119688" y="42672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1" name="Rectangle 25">
            <a:extLst>
              <a:ext uri="{FF2B5EF4-FFF2-40B4-BE49-F238E27FC236}">
                <a16:creationId xmlns:a16="http://schemas.microsoft.com/office/drawing/2014/main" id="{00915B11-C62E-4629-9A6F-9A504FA7B8C9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097588" y="4267200"/>
            <a:ext cx="9779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2" name="Rectangle 26">
            <a:extLst>
              <a:ext uri="{FF2B5EF4-FFF2-40B4-BE49-F238E27FC236}">
                <a16:creationId xmlns:a16="http://schemas.microsoft.com/office/drawing/2014/main" id="{5BD29DC7-B456-4A00-8AC8-EE8333BECFF6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62788" y="4267200"/>
            <a:ext cx="12700" cy="4318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3" name="Rectangle 27">
            <a:extLst>
              <a:ext uri="{FF2B5EF4-FFF2-40B4-BE49-F238E27FC236}">
                <a16:creationId xmlns:a16="http://schemas.microsoft.com/office/drawing/2014/main" id="{33D56317-CF1D-4606-881B-4CBF64326036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097588" y="4686300"/>
            <a:ext cx="965200" cy="127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4" name="Rectangle 28">
            <a:extLst>
              <a:ext uri="{FF2B5EF4-FFF2-40B4-BE49-F238E27FC236}">
                <a16:creationId xmlns:a16="http://schemas.microsoft.com/office/drawing/2014/main" id="{82956A2F-D115-4FC9-98A0-62C15A2450CE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097588" y="42672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5" name="Rectangle 29">
            <a:extLst>
              <a:ext uri="{FF2B5EF4-FFF2-40B4-BE49-F238E27FC236}">
                <a16:creationId xmlns:a16="http://schemas.microsoft.com/office/drawing/2014/main" id="{2BC1DFA4-8AAE-444F-921C-8C0E5A13B69E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511300" y="42926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6" name="Rectangle 30">
            <a:extLst>
              <a:ext uri="{FF2B5EF4-FFF2-40B4-BE49-F238E27FC236}">
                <a16:creationId xmlns:a16="http://schemas.microsoft.com/office/drawing/2014/main" id="{D66FF526-CD12-4658-BA79-B3EB25A28244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2514600" y="4292600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7" name="Rectangle 31">
            <a:extLst>
              <a:ext uri="{FF2B5EF4-FFF2-40B4-BE49-F238E27FC236}">
                <a16:creationId xmlns:a16="http://schemas.microsoft.com/office/drawing/2014/main" id="{A883DB5B-5FCE-4381-8746-F1C14443AB0A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543300" y="4292600"/>
            <a:ext cx="185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8" name="Rectangle 32">
            <a:extLst>
              <a:ext uri="{FF2B5EF4-FFF2-40B4-BE49-F238E27FC236}">
                <a16:creationId xmlns:a16="http://schemas.microsoft.com/office/drawing/2014/main" id="{71E10838-B620-451A-8992-0676E6226B62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497388" y="4292600"/>
            <a:ext cx="25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rd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29" name="Rectangle 33">
            <a:extLst>
              <a:ext uri="{FF2B5EF4-FFF2-40B4-BE49-F238E27FC236}">
                <a16:creationId xmlns:a16="http://schemas.microsoft.com/office/drawing/2014/main" id="{5B7754C8-6D40-4199-82EA-8478B7BF34B5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348288" y="4292600"/>
            <a:ext cx="381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. . 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0" name="Rectangle 34">
            <a:extLst>
              <a:ext uri="{FF2B5EF4-FFF2-40B4-BE49-F238E27FC236}">
                <a16:creationId xmlns:a16="http://schemas.microsoft.com/office/drawing/2014/main" id="{E6AFD2CA-CC7F-4B7D-8B56-7164DDE11A1F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6313488" y="4292600"/>
            <a:ext cx="6254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funct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1" name="Freeform 35">
            <a:extLst>
              <a:ext uri="{FF2B5EF4-FFF2-40B4-BE49-F238E27FC236}">
                <a16:creationId xmlns:a16="http://schemas.microsoft.com/office/drawing/2014/main" id="{281C825D-5AE4-4617-9A2B-4E635F936A69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2628900" y="5105400"/>
            <a:ext cx="88900" cy="152400"/>
          </a:xfrm>
          <a:custGeom>
            <a:avLst/>
            <a:gdLst>
              <a:gd name="T0" fmla="*/ 2147483647 w 56"/>
              <a:gd name="T1" fmla="*/ 0 h 96"/>
              <a:gd name="T2" fmla="*/ 2147483647 w 56"/>
              <a:gd name="T3" fmla="*/ 0 h 96"/>
              <a:gd name="T4" fmla="*/ 2147483647 w 56"/>
              <a:gd name="T5" fmla="*/ 0 h 96"/>
              <a:gd name="T6" fmla="*/ 2147483647 w 56"/>
              <a:gd name="T7" fmla="*/ 0 h 96"/>
              <a:gd name="T8" fmla="*/ 2147483647 w 56"/>
              <a:gd name="T9" fmla="*/ 2147483647 h 96"/>
              <a:gd name="T10" fmla="*/ 2147483647 w 56"/>
              <a:gd name="T11" fmla="*/ 2147483647 h 96"/>
              <a:gd name="T12" fmla="*/ 2147483647 w 56"/>
              <a:gd name="T13" fmla="*/ 2147483647 h 96"/>
              <a:gd name="T14" fmla="*/ 0 w 56"/>
              <a:gd name="T15" fmla="*/ 0 h 96"/>
              <a:gd name="T16" fmla="*/ 0 w 56"/>
              <a:gd name="T17" fmla="*/ 0 h 96"/>
              <a:gd name="T18" fmla="*/ 2147483647 w 56"/>
              <a:gd name="T19" fmla="*/ 0 h 96"/>
              <a:gd name="T20" fmla="*/ 2147483647 w 56"/>
              <a:gd name="T21" fmla="*/ 0 h 96"/>
              <a:gd name="T22" fmla="*/ 2147483647 w 56"/>
              <a:gd name="T23" fmla="*/ 2147483647 h 96"/>
              <a:gd name="T24" fmla="*/ 2147483647 w 56"/>
              <a:gd name="T25" fmla="*/ 2147483647 h 96"/>
              <a:gd name="T26" fmla="*/ 2147483647 w 56"/>
              <a:gd name="T27" fmla="*/ 2147483647 h 96"/>
              <a:gd name="T28" fmla="*/ 2147483647 w 56"/>
              <a:gd name="T29" fmla="*/ 0 h 96"/>
              <a:gd name="T30" fmla="*/ 2147483647 w 56"/>
              <a:gd name="T31" fmla="*/ 0 h 96"/>
              <a:gd name="T32" fmla="*/ 2147483647 w 56"/>
              <a:gd name="T33" fmla="*/ 2147483647 h 96"/>
              <a:gd name="T34" fmla="*/ 2147483647 w 56"/>
              <a:gd name="T35" fmla="*/ 2147483647 h 96"/>
              <a:gd name="T36" fmla="*/ 2147483647 w 56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96"/>
              <a:gd name="T59" fmla="*/ 56 w 56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96">
                <a:moveTo>
                  <a:pt x="32" y="0"/>
                </a:moveTo>
                <a:lnTo>
                  <a:pt x="56" y="0"/>
                </a:lnTo>
                <a:lnTo>
                  <a:pt x="32" y="96"/>
                </a:lnTo>
                <a:lnTo>
                  <a:pt x="24" y="96"/>
                </a:lnTo>
                <a:lnTo>
                  <a:pt x="0" y="0"/>
                </a:lnTo>
                <a:lnTo>
                  <a:pt x="8" y="0"/>
                </a:lnTo>
                <a:lnTo>
                  <a:pt x="32" y="96"/>
                </a:lnTo>
                <a:lnTo>
                  <a:pt x="24" y="96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32" name="Freeform 36">
            <a:extLst>
              <a:ext uri="{FF2B5EF4-FFF2-40B4-BE49-F238E27FC236}">
                <a16:creationId xmlns:a16="http://schemas.microsoft.com/office/drawing/2014/main" id="{EFD3C6A9-7496-46C3-8186-66347D1B3886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2641600" y="5105400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33" name="Freeform 37">
            <a:extLst>
              <a:ext uri="{FF2B5EF4-FFF2-40B4-BE49-F238E27FC236}">
                <a16:creationId xmlns:a16="http://schemas.microsoft.com/office/drawing/2014/main" id="{872B4E0B-2A91-4149-B483-430F3670F90C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2641600" y="5105400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2147483647 h 96"/>
              <a:gd name="T6" fmla="*/ 0 w 48"/>
              <a:gd name="T7" fmla="*/ 0 h 96"/>
              <a:gd name="T8" fmla="*/ 2147483647 w 48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96"/>
              <a:gd name="T17" fmla="*/ 48 w 48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96">
                <a:moveTo>
                  <a:pt x="24" y="0"/>
                </a:moveTo>
                <a:lnTo>
                  <a:pt x="48" y="0"/>
                </a:lnTo>
                <a:lnTo>
                  <a:pt x="24" y="96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34" name="Rectangle 38">
            <a:extLst>
              <a:ext uri="{FF2B5EF4-FFF2-40B4-BE49-F238E27FC236}">
                <a16:creationId xmlns:a16="http://schemas.microsoft.com/office/drawing/2014/main" id="{6384BE96-943A-447D-9BE5-88932909AAFF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2679700" y="4686300"/>
            <a:ext cx="12700" cy="1588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5" name="Rectangle 39">
            <a:extLst>
              <a:ext uri="{FF2B5EF4-FFF2-40B4-BE49-F238E27FC236}">
                <a16:creationId xmlns:a16="http://schemas.microsoft.com/office/drawing/2014/main" id="{BBF2CE43-3454-423B-9913-B99996061D10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2679700" y="5105400"/>
            <a:ext cx="12700" cy="1588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6" name="Rectangle 40">
            <a:extLst>
              <a:ext uri="{FF2B5EF4-FFF2-40B4-BE49-F238E27FC236}">
                <a16:creationId xmlns:a16="http://schemas.microsoft.com/office/drawing/2014/main" id="{2871EC4E-673A-4422-A2AF-B985C753E6A0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2679700" y="4686300"/>
            <a:ext cx="12700" cy="419100"/>
          </a:xfrm>
          <a:prstGeom prst="rect">
            <a:avLst/>
          </a:prstGeom>
          <a:blipFill dpi="0" rotWithShape="0">
            <a:blip r:embed="rId50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7" name="Rectangle 41">
            <a:extLst>
              <a:ext uri="{FF2B5EF4-FFF2-40B4-BE49-F238E27FC236}">
                <a16:creationId xmlns:a16="http://schemas.microsoft.com/office/drawing/2014/main" id="{4CBA465F-78C5-4584-ABF4-354168841238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2120900" y="5283200"/>
            <a:ext cx="3430588" cy="508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8" name="Rectangle 42">
            <a:extLst>
              <a:ext uri="{FF2B5EF4-FFF2-40B4-BE49-F238E27FC236}">
                <a16:creationId xmlns:a16="http://schemas.microsoft.com/office/drawing/2014/main" id="{051BE6C5-424A-49BA-900E-B17A8EC44783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2120900" y="5283200"/>
            <a:ext cx="3443288" cy="12700"/>
          </a:xfrm>
          <a:prstGeom prst="rect">
            <a:avLst/>
          </a:prstGeom>
          <a:blipFill dpi="0" rotWithShape="0">
            <a:blip r:embed="rId5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39" name="Rectangle 43">
            <a:extLst>
              <a:ext uri="{FF2B5EF4-FFF2-40B4-BE49-F238E27FC236}">
                <a16:creationId xmlns:a16="http://schemas.microsoft.com/office/drawing/2014/main" id="{19AE3829-90CB-456F-A57E-9C591467FECA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551488" y="5283200"/>
            <a:ext cx="12700" cy="520700"/>
          </a:xfrm>
          <a:prstGeom prst="rect">
            <a:avLst/>
          </a:prstGeom>
          <a:blipFill dpi="0" rotWithShape="0">
            <a:blip r:embed="rId5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40" name="Rectangle 44">
            <a:extLst>
              <a:ext uri="{FF2B5EF4-FFF2-40B4-BE49-F238E27FC236}">
                <a16:creationId xmlns:a16="http://schemas.microsoft.com/office/drawing/2014/main" id="{969B42AE-DE1B-4737-A0E7-9A2723E812C2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2120900" y="5791200"/>
            <a:ext cx="3430588" cy="12700"/>
          </a:xfrm>
          <a:prstGeom prst="rect">
            <a:avLst/>
          </a:prstGeom>
          <a:blipFill dpi="0" rotWithShape="0">
            <a:blip r:embed="rId5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41" name="Rectangle 45">
            <a:extLst>
              <a:ext uri="{FF2B5EF4-FFF2-40B4-BE49-F238E27FC236}">
                <a16:creationId xmlns:a16="http://schemas.microsoft.com/office/drawing/2014/main" id="{6F6286AB-00A2-4A37-9B6D-2FA2D1E7B408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2120900" y="5283200"/>
            <a:ext cx="12700" cy="508000"/>
          </a:xfrm>
          <a:prstGeom prst="rect">
            <a:avLst/>
          </a:prstGeom>
          <a:blipFill dpi="0" rotWithShape="0">
            <a:blip r:embed="rId5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42" name="Rectangle 46">
            <a:extLst>
              <a:ext uri="{FF2B5EF4-FFF2-40B4-BE49-F238E27FC236}">
                <a16:creationId xmlns:a16="http://schemas.microsoft.com/office/drawing/2014/main" id="{4BED62D3-1DC1-4154-A0C2-220C225E5F67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3416300" y="5334000"/>
            <a:ext cx="922338" cy="374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FF"/>
                </a:solidFill>
                <a:latin typeface="Times" panose="02020603050405020304" pitchFamily="18" charset="0"/>
              </a:rPr>
              <a:t>register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B97A90-1BDC-4BBE-BE60-198F830D7EA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C6F0D08E-EA61-4F3B-8944-040F439986E7}" type="slidenum">
              <a:rPr lang="en-US" altLang="en-US">
                <a:latin typeface="Calibri" panose="020F0502020204030204" pitchFamily="34" charset="0"/>
              </a:rPr>
              <a:pPr lvl="1"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8F45FEE-8712-48F4-8338-235F5E0B97A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333663C-D55E-4482-99BF-C1B92BDBE1E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Base addressing (aka displacement)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lw $1, 100($2) # $2 == 400, M[500] == 42</a:t>
            </a: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57C4BF90-784A-4F6A-9BE1-FD67E560D950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3700" y="3136900"/>
            <a:ext cx="9779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5" name="Rectangle 6">
            <a:extLst>
              <a:ext uri="{FF2B5EF4-FFF2-40B4-BE49-F238E27FC236}">
                <a16:creationId xmlns:a16="http://schemas.microsoft.com/office/drawing/2014/main" id="{77DEE964-0887-43AC-BF05-C74701E613A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58900" y="3136900"/>
            <a:ext cx="12700" cy="4191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6" name="Rectangle 7">
            <a:extLst>
              <a:ext uri="{FF2B5EF4-FFF2-40B4-BE49-F238E27FC236}">
                <a16:creationId xmlns:a16="http://schemas.microsoft.com/office/drawing/2014/main" id="{1F96115B-ADE0-47C5-A525-4017268B0371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3700" y="3543300"/>
            <a:ext cx="9652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7" name="Rectangle 8">
            <a:extLst>
              <a:ext uri="{FF2B5EF4-FFF2-40B4-BE49-F238E27FC236}">
                <a16:creationId xmlns:a16="http://schemas.microsoft.com/office/drawing/2014/main" id="{D7E73FFA-3161-41EC-B68B-019FE9FBF062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93700" y="3136900"/>
            <a:ext cx="12700" cy="4064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8" name="Rectangle 9">
            <a:extLst>
              <a:ext uri="{FF2B5EF4-FFF2-40B4-BE49-F238E27FC236}">
                <a16:creationId xmlns:a16="http://schemas.microsoft.com/office/drawing/2014/main" id="{DCFB83BA-9FEF-401F-AE2F-12A27EACFF65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71600" y="3136900"/>
            <a:ext cx="9779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9" name="Rectangle 10">
            <a:extLst>
              <a:ext uri="{FF2B5EF4-FFF2-40B4-BE49-F238E27FC236}">
                <a16:creationId xmlns:a16="http://schemas.microsoft.com/office/drawing/2014/main" id="{0D5B236E-E266-43F0-ABA7-5178AA184346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36800" y="3136900"/>
            <a:ext cx="12700" cy="4191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0" name="Rectangle 11">
            <a:extLst>
              <a:ext uri="{FF2B5EF4-FFF2-40B4-BE49-F238E27FC236}">
                <a16:creationId xmlns:a16="http://schemas.microsoft.com/office/drawing/2014/main" id="{745C7B87-4D00-430F-B26E-5632FEE36937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71600" y="3543300"/>
            <a:ext cx="9652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1" name="Rectangle 12">
            <a:extLst>
              <a:ext uri="{FF2B5EF4-FFF2-40B4-BE49-F238E27FC236}">
                <a16:creationId xmlns:a16="http://schemas.microsoft.com/office/drawing/2014/main" id="{611C6175-F811-47DD-8E74-34F65CE4E628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371600" y="3136900"/>
            <a:ext cx="12700" cy="4064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2" name="Rectangle 13">
            <a:extLst>
              <a:ext uri="{FF2B5EF4-FFF2-40B4-BE49-F238E27FC236}">
                <a16:creationId xmlns:a16="http://schemas.microsoft.com/office/drawing/2014/main" id="{10BBD739-C41A-47E4-8285-D2D7571999C2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336800" y="3136900"/>
            <a:ext cx="9779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3" name="Rectangle 14">
            <a:extLst>
              <a:ext uri="{FF2B5EF4-FFF2-40B4-BE49-F238E27FC236}">
                <a16:creationId xmlns:a16="http://schemas.microsoft.com/office/drawing/2014/main" id="{3B6EE08E-F7F1-415B-9AB1-114E27F0318B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302000" y="3136900"/>
            <a:ext cx="12700" cy="4191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4" name="Rectangle 15">
            <a:extLst>
              <a:ext uri="{FF2B5EF4-FFF2-40B4-BE49-F238E27FC236}">
                <a16:creationId xmlns:a16="http://schemas.microsoft.com/office/drawing/2014/main" id="{363FE3BB-E4AD-42D9-8E88-E7C05FD3917F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336800" y="3543300"/>
            <a:ext cx="9652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5" name="Rectangle 16">
            <a:extLst>
              <a:ext uri="{FF2B5EF4-FFF2-40B4-BE49-F238E27FC236}">
                <a16:creationId xmlns:a16="http://schemas.microsoft.com/office/drawing/2014/main" id="{6CEA64D5-7D2E-448E-8B92-E0F78327FEE7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336800" y="3136900"/>
            <a:ext cx="12700" cy="4064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6" name="Rectangle 17">
            <a:extLst>
              <a:ext uri="{FF2B5EF4-FFF2-40B4-BE49-F238E27FC236}">
                <a16:creationId xmlns:a16="http://schemas.microsoft.com/office/drawing/2014/main" id="{5BF3C330-AF2B-478E-A5DC-C700FA51FBB5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14700" y="3136900"/>
            <a:ext cx="2919413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7" name="Rectangle 18">
            <a:extLst>
              <a:ext uri="{FF2B5EF4-FFF2-40B4-BE49-F238E27FC236}">
                <a16:creationId xmlns:a16="http://schemas.microsoft.com/office/drawing/2014/main" id="{610D75BD-FFC6-4BE8-B3A5-282D8D130FF0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221413" y="3136900"/>
            <a:ext cx="12700" cy="4318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8" name="Rectangle 19">
            <a:extLst>
              <a:ext uri="{FF2B5EF4-FFF2-40B4-BE49-F238E27FC236}">
                <a16:creationId xmlns:a16="http://schemas.microsoft.com/office/drawing/2014/main" id="{890BEE66-A899-4901-B921-D38D56BAB79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314700" y="3556000"/>
            <a:ext cx="2906713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39" name="Rectangle 20">
            <a:extLst>
              <a:ext uri="{FF2B5EF4-FFF2-40B4-BE49-F238E27FC236}">
                <a16:creationId xmlns:a16="http://schemas.microsoft.com/office/drawing/2014/main" id="{F094A158-01E3-45DD-9E90-B9CF6639A3A0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314700" y="3136900"/>
            <a:ext cx="12700" cy="4191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0" name="Rectangle 21">
            <a:extLst>
              <a:ext uri="{FF2B5EF4-FFF2-40B4-BE49-F238E27FC236}">
                <a16:creationId xmlns:a16="http://schemas.microsoft.com/office/drawing/2014/main" id="{F0F580F3-B4F5-4A84-BEB0-DA364AAD35CA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73100" y="31369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1" name="Rectangle 22">
            <a:extLst>
              <a:ext uri="{FF2B5EF4-FFF2-40B4-BE49-F238E27FC236}">
                <a16:creationId xmlns:a16="http://schemas.microsoft.com/office/drawing/2014/main" id="{E9D81074-5A6B-4A3D-8EF6-52ADC445055D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676400" y="3136900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2" name="Rectangle 23">
            <a:extLst>
              <a:ext uri="{FF2B5EF4-FFF2-40B4-BE49-F238E27FC236}">
                <a16:creationId xmlns:a16="http://schemas.microsoft.com/office/drawing/2014/main" id="{C319BA75-0B8D-4063-ADFA-DFD608997876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705100" y="3136900"/>
            <a:ext cx="185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3" name="Rectangle 24">
            <a:extLst>
              <a:ext uri="{FF2B5EF4-FFF2-40B4-BE49-F238E27FC236}">
                <a16:creationId xmlns:a16="http://schemas.microsoft.com/office/drawing/2014/main" id="{91670092-24DF-457E-8A5F-F303BB6C5305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505200" y="3200400"/>
            <a:ext cx="24495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Offset/displacement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4" name="Freeform 25">
            <a:extLst>
              <a:ext uri="{FF2B5EF4-FFF2-40B4-BE49-F238E27FC236}">
                <a16:creationId xmlns:a16="http://schemas.microsoft.com/office/drawing/2014/main" id="{3470F827-5CB4-4F02-9C3C-96E0347BC4D8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1765300" y="3759200"/>
            <a:ext cx="88900" cy="152400"/>
          </a:xfrm>
          <a:custGeom>
            <a:avLst/>
            <a:gdLst>
              <a:gd name="T0" fmla="*/ 2147483647 w 56"/>
              <a:gd name="T1" fmla="*/ 0 h 96"/>
              <a:gd name="T2" fmla="*/ 2147483647 w 56"/>
              <a:gd name="T3" fmla="*/ 0 h 96"/>
              <a:gd name="T4" fmla="*/ 2147483647 w 56"/>
              <a:gd name="T5" fmla="*/ 0 h 96"/>
              <a:gd name="T6" fmla="*/ 2147483647 w 56"/>
              <a:gd name="T7" fmla="*/ 0 h 96"/>
              <a:gd name="T8" fmla="*/ 2147483647 w 56"/>
              <a:gd name="T9" fmla="*/ 2147483647 h 96"/>
              <a:gd name="T10" fmla="*/ 2147483647 w 56"/>
              <a:gd name="T11" fmla="*/ 2147483647 h 96"/>
              <a:gd name="T12" fmla="*/ 2147483647 w 56"/>
              <a:gd name="T13" fmla="*/ 2147483647 h 96"/>
              <a:gd name="T14" fmla="*/ 0 w 56"/>
              <a:gd name="T15" fmla="*/ 0 h 96"/>
              <a:gd name="T16" fmla="*/ 0 w 56"/>
              <a:gd name="T17" fmla="*/ 0 h 96"/>
              <a:gd name="T18" fmla="*/ 2147483647 w 56"/>
              <a:gd name="T19" fmla="*/ 0 h 96"/>
              <a:gd name="T20" fmla="*/ 2147483647 w 56"/>
              <a:gd name="T21" fmla="*/ 0 h 96"/>
              <a:gd name="T22" fmla="*/ 2147483647 w 56"/>
              <a:gd name="T23" fmla="*/ 2147483647 h 96"/>
              <a:gd name="T24" fmla="*/ 2147483647 w 56"/>
              <a:gd name="T25" fmla="*/ 2147483647 h 96"/>
              <a:gd name="T26" fmla="*/ 2147483647 w 56"/>
              <a:gd name="T27" fmla="*/ 2147483647 h 96"/>
              <a:gd name="T28" fmla="*/ 2147483647 w 56"/>
              <a:gd name="T29" fmla="*/ 0 h 96"/>
              <a:gd name="T30" fmla="*/ 2147483647 w 56"/>
              <a:gd name="T31" fmla="*/ 0 h 96"/>
              <a:gd name="T32" fmla="*/ 2147483647 w 56"/>
              <a:gd name="T33" fmla="*/ 2147483647 h 96"/>
              <a:gd name="T34" fmla="*/ 2147483647 w 56"/>
              <a:gd name="T35" fmla="*/ 2147483647 h 96"/>
              <a:gd name="T36" fmla="*/ 2147483647 w 56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96"/>
              <a:gd name="T59" fmla="*/ 56 w 56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96">
                <a:moveTo>
                  <a:pt x="32" y="0"/>
                </a:moveTo>
                <a:lnTo>
                  <a:pt x="56" y="0"/>
                </a:lnTo>
                <a:lnTo>
                  <a:pt x="32" y="96"/>
                </a:lnTo>
                <a:lnTo>
                  <a:pt x="24" y="96"/>
                </a:lnTo>
                <a:lnTo>
                  <a:pt x="0" y="0"/>
                </a:lnTo>
                <a:lnTo>
                  <a:pt x="8" y="0"/>
                </a:lnTo>
                <a:lnTo>
                  <a:pt x="32" y="96"/>
                </a:lnTo>
                <a:lnTo>
                  <a:pt x="24" y="96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45" name="Freeform 26">
            <a:extLst>
              <a:ext uri="{FF2B5EF4-FFF2-40B4-BE49-F238E27FC236}">
                <a16:creationId xmlns:a16="http://schemas.microsoft.com/office/drawing/2014/main" id="{13139950-8908-4BC4-A390-1005142A254C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778000" y="3759200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46" name="Freeform 27">
            <a:extLst>
              <a:ext uri="{FF2B5EF4-FFF2-40B4-BE49-F238E27FC236}">
                <a16:creationId xmlns:a16="http://schemas.microsoft.com/office/drawing/2014/main" id="{8F84B11A-8CF4-4D61-908A-FF0281F9A630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1778000" y="3759200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2147483647 h 96"/>
              <a:gd name="T6" fmla="*/ 0 w 48"/>
              <a:gd name="T7" fmla="*/ 0 h 96"/>
              <a:gd name="T8" fmla="*/ 2147483647 w 48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96"/>
              <a:gd name="T17" fmla="*/ 48 w 48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96">
                <a:moveTo>
                  <a:pt x="24" y="0"/>
                </a:moveTo>
                <a:lnTo>
                  <a:pt x="48" y="0"/>
                </a:lnTo>
                <a:lnTo>
                  <a:pt x="24" y="96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47" name="Rectangle 28">
            <a:extLst>
              <a:ext uri="{FF2B5EF4-FFF2-40B4-BE49-F238E27FC236}">
                <a16:creationId xmlns:a16="http://schemas.microsoft.com/office/drawing/2014/main" id="{2CF094DD-3C4C-468D-B744-077F49E6F0A3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816100" y="3556000"/>
            <a:ext cx="12700" cy="1588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8" name="Rectangle 29">
            <a:extLst>
              <a:ext uri="{FF2B5EF4-FFF2-40B4-BE49-F238E27FC236}">
                <a16:creationId xmlns:a16="http://schemas.microsoft.com/office/drawing/2014/main" id="{DB9E54E7-0200-42B3-87DA-37351138F01B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816100" y="3746500"/>
            <a:ext cx="12700" cy="1588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49" name="Rectangle 30">
            <a:extLst>
              <a:ext uri="{FF2B5EF4-FFF2-40B4-BE49-F238E27FC236}">
                <a16:creationId xmlns:a16="http://schemas.microsoft.com/office/drawing/2014/main" id="{D10A2ABD-9737-4C25-B633-A49CEC9D1051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816100" y="3556000"/>
            <a:ext cx="12700" cy="1905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0" name="Rectangle 31">
            <a:extLst>
              <a:ext uri="{FF2B5EF4-FFF2-40B4-BE49-F238E27FC236}">
                <a16:creationId xmlns:a16="http://schemas.microsoft.com/office/drawing/2014/main" id="{698051B2-FC44-4066-BF13-76EB163C25A2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346200" y="3937000"/>
            <a:ext cx="3440113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1" name="Rectangle 32">
            <a:extLst>
              <a:ext uri="{FF2B5EF4-FFF2-40B4-BE49-F238E27FC236}">
                <a16:creationId xmlns:a16="http://schemas.microsoft.com/office/drawing/2014/main" id="{1CE6E55F-3DF8-4863-861C-27C8B5D55F3F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773613" y="3937000"/>
            <a:ext cx="12700" cy="522288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2" name="Rectangle 33">
            <a:extLst>
              <a:ext uri="{FF2B5EF4-FFF2-40B4-BE49-F238E27FC236}">
                <a16:creationId xmlns:a16="http://schemas.microsoft.com/office/drawing/2014/main" id="{5AD3A84F-77B9-4674-A109-D508F378CBA3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346200" y="4446588"/>
            <a:ext cx="3427413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3" name="Rectangle 34">
            <a:extLst>
              <a:ext uri="{FF2B5EF4-FFF2-40B4-BE49-F238E27FC236}">
                <a16:creationId xmlns:a16="http://schemas.microsoft.com/office/drawing/2014/main" id="{7EAAF60B-743B-4C99-977D-0290D116E7C7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346200" y="3937000"/>
            <a:ext cx="12700" cy="509588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4" name="Rectangle 35">
            <a:extLst>
              <a:ext uri="{FF2B5EF4-FFF2-40B4-BE49-F238E27FC236}">
                <a16:creationId xmlns:a16="http://schemas.microsoft.com/office/drawing/2014/main" id="{3809FE9E-657F-434C-8AEE-54CB598F8820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2489200" y="3989388"/>
            <a:ext cx="9128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register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5" name="Freeform 36">
            <a:extLst>
              <a:ext uri="{FF2B5EF4-FFF2-40B4-BE49-F238E27FC236}">
                <a16:creationId xmlns:a16="http://schemas.microsoft.com/office/drawing/2014/main" id="{E96953EE-18B5-407D-A478-1C68D9B887A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4926013" y="4852988"/>
            <a:ext cx="190500" cy="101600"/>
          </a:xfrm>
          <a:custGeom>
            <a:avLst/>
            <a:gdLst>
              <a:gd name="T0" fmla="*/ 0 w 120"/>
              <a:gd name="T1" fmla="*/ 2147483647 h 64"/>
              <a:gd name="T2" fmla="*/ 0 w 120"/>
              <a:gd name="T3" fmla="*/ 0 h 64"/>
              <a:gd name="T4" fmla="*/ 0 w 120"/>
              <a:gd name="T5" fmla="*/ 0 h 64"/>
              <a:gd name="T6" fmla="*/ 0 w 120"/>
              <a:gd name="T7" fmla="*/ 0 h 64"/>
              <a:gd name="T8" fmla="*/ 2147483647 w 120"/>
              <a:gd name="T9" fmla="*/ 2147483647 h 64"/>
              <a:gd name="T10" fmla="*/ 2147483647 w 120"/>
              <a:gd name="T11" fmla="*/ 2147483647 h 64"/>
              <a:gd name="T12" fmla="*/ 2147483647 w 120"/>
              <a:gd name="T13" fmla="*/ 2147483647 h 64"/>
              <a:gd name="T14" fmla="*/ 0 w 120"/>
              <a:gd name="T15" fmla="*/ 2147483647 h 64"/>
              <a:gd name="T16" fmla="*/ 0 w 120"/>
              <a:gd name="T17" fmla="*/ 2147483647 h 64"/>
              <a:gd name="T18" fmla="*/ 0 w 120"/>
              <a:gd name="T19" fmla="*/ 2147483647 h 64"/>
              <a:gd name="T20" fmla="*/ 0 w 120"/>
              <a:gd name="T21" fmla="*/ 2147483647 h 64"/>
              <a:gd name="T22" fmla="*/ 2147483647 w 120"/>
              <a:gd name="T23" fmla="*/ 2147483647 h 64"/>
              <a:gd name="T24" fmla="*/ 2147483647 w 120"/>
              <a:gd name="T25" fmla="*/ 2147483647 h 64"/>
              <a:gd name="T26" fmla="*/ 2147483647 w 120"/>
              <a:gd name="T27" fmla="*/ 2147483647 h 64"/>
              <a:gd name="T28" fmla="*/ 0 w 120"/>
              <a:gd name="T29" fmla="*/ 2147483647 h 64"/>
              <a:gd name="T30" fmla="*/ 0 w 120"/>
              <a:gd name="T31" fmla="*/ 0 h 64"/>
              <a:gd name="T32" fmla="*/ 2147483647 w 120"/>
              <a:gd name="T33" fmla="*/ 0 h 64"/>
              <a:gd name="T34" fmla="*/ 2147483647 w 120"/>
              <a:gd name="T35" fmla="*/ 2147483647 h 64"/>
              <a:gd name="T36" fmla="*/ 0 w 120"/>
              <a:gd name="T37" fmla="*/ 2147483647 h 64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0"/>
              <a:gd name="T58" fmla="*/ 0 h 64"/>
              <a:gd name="T59" fmla="*/ 120 w 120"/>
              <a:gd name="T60" fmla="*/ 64 h 64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0" h="64">
                <a:moveTo>
                  <a:pt x="0" y="24"/>
                </a:moveTo>
                <a:lnTo>
                  <a:pt x="0" y="0"/>
                </a:lnTo>
                <a:lnTo>
                  <a:pt x="96" y="24"/>
                </a:lnTo>
                <a:lnTo>
                  <a:pt x="120" y="24"/>
                </a:lnTo>
                <a:lnTo>
                  <a:pt x="96" y="32"/>
                </a:lnTo>
                <a:lnTo>
                  <a:pt x="0" y="64"/>
                </a:lnTo>
                <a:lnTo>
                  <a:pt x="0" y="56"/>
                </a:lnTo>
                <a:lnTo>
                  <a:pt x="96" y="24"/>
                </a:lnTo>
                <a:lnTo>
                  <a:pt x="96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56" name="Freeform 37">
            <a:extLst>
              <a:ext uri="{FF2B5EF4-FFF2-40B4-BE49-F238E27FC236}">
                <a16:creationId xmlns:a16="http://schemas.microsoft.com/office/drawing/2014/main" id="{B11434F1-CC84-4E17-86F0-CC2BD986D697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4926013" y="4891088"/>
            <a:ext cx="12700" cy="50800"/>
          </a:xfrm>
          <a:custGeom>
            <a:avLst/>
            <a:gdLst>
              <a:gd name="T0" fmla="*/ 0 w 8"/>
              <a:gd name="T1" fmla="*/ 2147483647 h 32"/>
              <a:gd name="T2" fmla="*/ 0 w 8"/>
              <a:gd name="T3" fmla="*/ 0 h 32"/>
              <a:gd name="T4" fmla="*/ 2147483647 w 8"/>
              <a:gd name="T5" fmla="*/ 0 h 32"/>
              <a:gd name="T6" fmla="*/ 2147483647 w 8"/>
              <a:gd name="T7" fmla="*/ 0 h 32"/>
              <a:gd name="T8" fmla="*/ 2147483647 w 8"/>
              <a:gd name="T9" fmla="*/ 0 h 32"/>
              <a:gd name="T10" fmla="*/ 2147483647 w 8"/>
              <a:gd name="T11" fmla="*/ 2147483647 h 32"/>
              <a:gd name="T12" fmla="*/ 0 w 8"/>
              <a:gd name="T13" fmla="*/ 2147483647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32"/>
              <a:gd name="T23" fmla="*/ 8 w 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32">
                <a:moveTo>
                  <a:pt x="0" y="32"/>
                </a:moveTo>
                <a:lnTo>
                  <a:pt x="0" y="0"/>
                </a:lnTo>
                <a:lnTo>
                  <a:pt x="8" y="0"/>
                </a:lnTo>
                <a:lnTo>
                  <a:pt x="8" y="32"/>
                </a:lnTo>
                <a:lnTo>
                  <a:pt x="0" y="32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57" name="Freeform 38">
            <a:extLst>
              <a:ext uri="{FF2B5EF4-FFF2-40B4-BE49-F238E27FC236}">
                <a16:creationId xmlns:a16="http://schemas.microsoft.com/office/drawing/2014/main" id="{DF024EBB-6921-4EA2-BE04-B311B07A83FE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4926013" y="4852988"/>
            <a:ext cx="152400" cy="88900"/>
          </a:xfrm>
          <a:custGeom>
            <a:avLst/>
            <a:gdLst>
              <a:gd name="T0" fmla="*/ 0 w 96"/>
              <a:gd name="T1" fmla="*/ 2147483647 h 56"/>
              <a:gd name="T2" fmla="*/ 0 w 96"/>
              <a:gd name="T3" fmla="*/ 0 h 56"/>
              <a:gd name="T4" fmla="*/ 2147483647 w 96"/>
              <a:gd name="T5" fmla="*/ 2147483647 h 56"/>
              <a:gd name="T6" fmla="*/ 0 w 96"/>
              <a:gd name="T7" fmla="*/ 2147483647 h 56"/>
              <a:gd name="T8" fmla="*/ 0 w 96"/>
              <a:gd name="T9" fmla="*/ 2147483647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6"/>
              <a:gd name="T17" fmla="*/ 96 w 9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6">
                <a:moveTo>
                  <a:pt x="0" y="24"/>
                </a:moveTo>
                <a:lnTo>
                  <a:pt x="0" y="0"/>
                </a:lnTo>
                <a:lnTo>
                  <a:pt x="96" y="24"/>
                </a:lnTo>
                <a:lnTo>
                  <a:pt x="0" y="56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58" name="Rectangle 39">
            <a:extLst>
              <a:ext uri="{FF2B5EF4-FFF2-40B4-BE49-F238E27FC236}">
                <a16:creationId xmlns:a16="http://schemas.microsoft.com/office/drawing/2014/main" id="{EDE6AE02-488C-4C0A-B8F5-0F3579BE3B88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2679700" y="4471988"/>
            <a:ext cx="12700" cy="15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59" name="Rectangle 40">
            <a:extLst>
              <a:ext uri="{FF2B5EF4-FFF2-40B4-BE49-F238E27FC236}">
                <a16:creationId xmlns:a16="http://schemas.microsoft.com/office/drawing/2014/main" id="{6D9916D2-636B-404E-9DC8-010E8046944D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2679700" y="4471988"/>
            <a:ext cx="12700" cy="4318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0" name="Rectangle 41">
            <a:extLst>
              <a:ext uri="{FF2B5EF4-FFF2-40B4-BE49-F238E27FC236}">
                <a16:creationId xmlns:a16="http://schemas.microsoft.com/office/drawing/2014/main" id="{EFEBE5C9-FA6F-4895-97E1-B04887A9C4B1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926013" y="4891088"/>
            <a:ext cx="1587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1" name="Rectangle 42">
            <a:extLst>
              <a:ext uri="{FF2B5EF4-FFF2-40B4-BE49-F238E27FC236}">
                <a16:creationId xmlns:a16="http://schemas.microsoft.com/office/drawing/2014/main" id="{90F6AC21-073F-4F99-9B6E-D374AEA55468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2679700" y="4891088"/>
            <a:ext cx="2246313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2" name="Freeform 43">
            <a:extLst>
              <a:ext uri="{FF2B5EF4-FFF2-40B4-BE49-F238E27FC236}">
                <a16:creationId xmlns:a16="http://schemas.microsoft.com/office/drawing/2014/main" id="{0E44CDA6-3E03-4946-98E8-F0CBAB82620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5116513" y="4687888"/>
            <a:ext cx="431800" cy="419100"/>
          </a:xfrm>
          <a:custGeom>
            <a:avLst/>
            <a:gdLst>
              <a:gd name="T0" fmla="*/ 2147483647 w 272"/>
              <a:gd name="T1" fmla="*/ 2147483647 h 264"/>
              <a:gd name="T2" fmla="*/ 2147483647 w 272"/>
              <a:gd name="T3" fmla="*/ 2147483647 h 264"/>
              <a:gd name="T4" fmla="*/ 2147483647 w 272"/>
              <a:gd name="T5" fmla="*/ 2147483647 h 264"/>
              <a:gd name="T6" fmla="*/ 2147483647 w 272"/>
              <a:gd name="T7" fmla="*/ 2147483647 h 264"/>
              <a:gd name="T8" fmla="*/ 2147483647 w 272"/>
              <a:gd name="T9" fmla="*/ 2147483647 h 264"/>
              <a:gd name="T10" fmla="*/ 2147483647 w 272"/>
              <a:gd name="T11" fmla="*/ 2147483647 h 264"/>
              <a:gd name="T12" fmla="*/ 2147483647 w 272"/>
              <a:gd name="T13" fmla="*/ 2147483647 h 264"/>
              <a:gd name="T14" fmla="*/ 2147483647 w 272"/>
              <a:gd name="T15" fmla="*/ 2147483647 h 264"/>
              <a:gd name="T16" fmla="*/ 2147483647 w 272"/>
              <a:gd name="T17" fmla="*/ 2147483647 h 264"/>
              <a:gd name="T18" fmla="*/ 2147483647 w 272"/>
              <a:gd name="T19" fmla="*/ 2147483647 h 264"/>
              <a:gd name="T20" fmla="*/ 2147483647 w 272"/>
              <a:gd name="T21" fmla="*/ 2147483647 h 264"/>
              <a:gd name="T22" fmla="*/ 2147483647 w 272"/>
              <a:gd name="T23" fmla="*/ 2147483647 h 264"/>
              <a:gd name="T24" fmla="*/ 2147483647 w 272"/>
              <a:gd name="T25" fmla="*/ 2147483647 h 264"/>
              <a:gd name="T26" fmla="*/ 2147483647 w 272"/>
              <a:gd name="T27" fmla="*/ 2147483647 h 264"/>
              <a:gd name="T28" fmla="*/ 2147483647 w 272"/>
              <a:gd name="T29" fmla="*/ 2147483647 h 264"/>
              <a:gd name="T30" fmla="*/ 2147483647 w 272"/>
              <a:gd name="T31" fmla="*/ 2147483647 h 264"/>
              <a:gd name="T32" fmla="*/ 2147483647 w 272"/>
              <a:gd name="T33" fmla="*/ 2147483647 h 264"/>
              <a:gd name="T34" fmla="*/ 2147483647 w 272"/>
              <a:gd name="T35" fmla="*/ 2147483647 h 264"/>
              <a:gd name="T36" fmla="*/ 2147483647 w 272"/>
              <a:gd name="T37" fmla="*/ 2147483647 h 264"/>
              <a:gd name="T38" fmla="*/ 2147483647 w 272"/>
              <a:gd name="T39" fmla="*/ 2147483647 h 264"/>
              <a:gd name="T40" fmla="*/ 2147483647 w 272"/>
              <a:gd name="T41" fmla="*/ 2147483647 h 264"/>
              <a:gd name="T42" fmla="*/ 2147483647 w 272"/>
              <a:gd name="T43" fmla="*/ 2147483647 h 264"/>
              <a:gd name="T44" fmla="*/ 2147483647 w 272"/>
              <a:gd name="T45" fmla="*/ 2147483647 h 264"/>
              <a:gd name="T46" fmla="*/ 2147483647 w 272"/>
              <a:gd name="T47" fmla="*/ 2147483647 h 264"/>
              <a:gd name="T48" fmla="*/ 2147483647 w 272"/>
              <a:gd name="T49" fmla="*/ 2147483647 h 264"/>
              <a:gd name="T50" fmla="*/ 2147483647 w 272"/>
              <a:gd name="T51" fmla="*/ 2147483647 h 264"/>
              <a:gd name="T52" fmla="*/ 2147483647 w 272"/>
              <a:gd name="T53" fmla="*/ 2147483647 h 264"/>
              <a:gd name="T54" fmla="*/ 2147483647 w 272"/>
              <a:gd name="T55" fmla="*/ 2147483647 h 264"/>
              <a:gd name="T56" fmla="*/ 2147483647 w 272"/>
              <a:gd name="T57" fmla="*/ 2147483647 h 264"/>
              <a:gd name="T58" fmla="*/ 2147483647 w 272"/>
              <a:gd name="T59" fmla="*/ 2147483647 h 264"/>
              <a:gd name="T60" fmla="*/ 2147483647 w 272"/>
              <a:gd name="T61" fmla="*/ 2147483647 h 264"/>
              <a:gd name="T62" fmla="*/ 2147483647 w 272"/>
              <a:gd name="T63" fmla="*/ 2147483647 h 264"/>
              <a:gd name="T64" fmla="*/ 2147483647 w 272"/>
              <a:gd name="T65" fmla="*/ 2147483647 h 264"/>
              <a:gd name="T66" fmla="*/ 2147483647 w 272"/>
              <a:gd name="T67" fmla="*/ 2147483647 h 264"/>
              <a:gd name="T68" fmla="*/ 2147483647 w 272"/>
              <a:gd name="T69" fmla="*/ 2147483647 h 264"/>
              <a:gd name="T70" fmla="*/ 0 w 272"/>
              <a:gd name="T71" fmla="*/ 2147483647 h 264"/>
              <a:gd name="T72" fmla="*/ 0 w 272"/>
              <a:gd name="T73" fmla="*/ 2147483647 h 264"/>
              <a:gd name="T74" fmla="*/ 2147483647 w 272"/>
              <a:gd name="T75" fmla="*/ 2147483647 h 264"/>
              <a:gd name="T76" fmla="*/ 2147483647 w 272"/>
              <a:gd name="T77" fmla="*/ 2147483647 h 264"/>
              <a:gd name="T78" fmla="*/ 2147483647 w 272"/>
              <a:gd name="T79" fmla="*/ 2147483647 h 264"/>
              <a:gd name="T80" fmla="*/ 2147483647 w 272"/>
              <a:gd name="T81" fmla="*/ 2147483647 h 264"/>
              <a:gd name="T82" fmla="*/ 2147483647 w 272"/>
              <a:gd name="T83" fmla="*/ 0 h 264"/>
              <a:gd name="T84" fmla="*/ 2147483647 w 272"/>
              <a:gd name="T85" fmla="*/ 0 h 264"/>
              <a:gd name="T86" fmla="*/ 2147483647 w 272"/>
              <a:gd name="T87" fmla="*/ 2147483647 h 264"/>
              <a:gd name="T88" fmla="*/ 2147483647 w 272"/>
              <a:gd name="T89" fmla="*/ 2147483647 h 264"/>
              <a:gd name="T90" fmla="*/ 2147483647 w 272"/>
              <a:gd name="T91" fmla="*/ 2147483647 h 264"/>
              <a:gd name="T92" fmla="*/ 2147483647 w 272"/>
              <a:gd name="T93" fmla="*/ 2147483647 h 264"/>
              <a:gd name="T94" fmla="*/ 2147483647 w 272"/>
              <a:gd name="T95" fmla="*/ 2147483647 h 2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72"/>
              <a:gd name="T145" fmla="*/ 0 h 264"/>
              <a:gd name="T146" fmla="*/ 272 w 272"/>
              <a:gd name="T147" fmla="*/ 264 h 264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72" h="264">
                <a:moveTo>
                  <a:pt x="264" y="128"/>
                </a:moveTo>
                <a:lnTo>
                  <a:pt x="256" y="80"/>
                </a:lnTo>
                <a:lnTo>
                  <a:pt x="256" y="88"/>
                </a:lnTo>
                <a:lnTo>
                  <a:pt x="224" y="40"/>
                </a:lnTo>
                <a:lnTo>
                  <a:pt x="184" y="16"/>
                </a:lnTo>
                <a:lnTo>
                  <a:pt x="136" y="8"/>
                </a:lnTo>
                <a:lnTo>
                  <a:pt x="80" y="16"/>
                </a:lnTo>
                <a:lnTo>
                  <a:pt x="88" y="16"/>
                </a:lnTo>
                <a:lnTo>
                  <a:pt x="48" y="40"/>
                </a:lnTo>
                <a:lnTo>
                  <a:pt x="16" y="88"/>
                </a:lnTo>
                <a:lnTo>
                  <a:pt x="16" y="80"/>
                </a:lnTo>
                <a:lnTo>
                  <a:pt x="8" y="128"/>
                </a:lnTo>
                <a:lnTo>
                  <a:pt x="16" y="176"/>
                </a:lnTo>
                <a:lnTo>
                  <a:pt x="48" y="216"/>
                </a:lnTo>
                <a:lnTo>
                  <a:pt x="88" y="248"/>
                </a:lnTo>
                <a:lnTo>
                  <a:pt x="80" y="248"/>
                </a:lnTo>
                <a:lnTo>
                  <a:pt x="136" y="256"/>
                </a:lnTo>
                <a:lnTo>
                  <a:pt x="184" y="248"/>
                </a:lnTo>
                <a:lnTo>
                  <a:pt x="224" y="216"/>
                </a:lnTo>
                <a:lnTo>
                  <a:pt x="256" y="176"/>
                </a:lnTo>
                <a:lnTo>
                  <a:pt x="264" y="128"/>
                </a:lnTo>
                <a:lnTo>
                  <a:pt x="272" y="128"/>
                </a:lnTo>
                <a:lnTo>
                  <a:pt x="264" y="176"/>
                </a:lnTo>
                <a:lnTo>
                  <a:pt x="264" y="184"/>
                </a:lnTo>
                <a:lnTo>
                  <a:pt x="232" y="224"/>
                </a:lnTo>
                <a:lnTo>
                  <a:pt x="192" y="256"/>
                </a:lnTo>
                <a:lnTo>
                  <a:pt x="184" y="256"/>
                </a:lnTo>
                <a:lnTo>
                  <a:pt x="136" y="264"/>
                </a:lnTo>
                <a:lnTo>
                  <a:pt x="80" y="256"/>
                </a:lnTo>
                <a:lnTo>
                  <a:pt x="40" y="224"/>
                </a:lnTo>
                <a:lnTo>
                  <a:pt x="8" y="184"/>
                </a:lnTo>
                <a:lnTo>
                  <a:pt x="8" y="176"/>
                </a:lnTo>
                <a:lnTo>
                  <a:pt x="0" y="128"/>
                </a:lnTo>
                <a:lnTo>
                  <a:pt x="8" y="80"/>
                </a:lnTo>
                <a:lnTo>
                  <a:pt x="40" y="32"/>
                </a:lnTo>
                <a:lnTo>
                  <a:pt x="80" y="8"/>
                </a:lnTo>
                <a:lnTo>
                  <a:pt x="136" y="0"/>
                </a:lnTo>
                <a:lnTo>
                  <a:pt x="184" y="8"/>
                </a:lnTo>
                <a:lnTo>
                  <a:pt x="192" y="8"/>
                </a:lnTo>
                <a:lnTo>
                  <a:pt x="232" y="32"/>
                </a:lnTo>
                <a:lnTo>
                  <a:pt x="264" y="80"/>
                </a:lnTo>
                <a:lnTo>
                  <a:pt x="272" y="128"/>
                </a:lnTo>
                <a:lnTo>
                  <a:pt x="264" y="128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63" name="Freeform 44">
            <a:extLst>
              <a:ext uri="{FF2B5EF4-FFF2-40B4-BE49-F238E27FC236}">
                <a16:creationId xmlns:a16="http://schemas.microsoft.com/office/drawing/2014/main" id="{8D07294C-07BF-4A69-8BEB-A97728091A45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5535613" y="4891088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7 w 8"/>
              <a:gd name="T7" fmla="*/ 0 h 1587"/>
              <a:gd name="T8" fmla="*/ 2147483647 w 8"/>
              <a:gd name="T9" fmla="*/ 0 h 1587"/>
              <a:gd name="T10" fmla="*/ 2147483647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64" name="Rectangle 45">
            <a:extLst>
              <a:ext uri="{FF2B5EF4-FFF2-40B4-BE49-F238E27FC236}">
                <a16:creationId xmlns:a16="http://schemas.microsoft.com/office/drawing/2014/main" id="{CC04B7E6-3E5F-4BFB-967D-B791E8D289D8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332413" y="4776788"/>
            <a:ext cx="12700" cy="15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5" name="Rectangle 46">
            <a:extLst>
              <a:ext uri="{FF2B5EF4-FFF2-40B4-BE49-F238E27FC236}">
                <a16:creationId xmlns:a16="http://schemas.microsoft.com/office/drawing/2014/main" id="{CF8A5656-CCC2-40DE-AD28-CD37F84196F0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332413" y="5005388"/>
            <a:ext cx="12700" cy="15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6" name="Rectangle 47">
            <a:extLst>
              <a:ext uri="{FF2B5EF4-FFF2-40B4-BE49-F238E27FC236}">
                <a16:creationId xmlns:a16="http://schemas.microsoft.com/office/drawing/2014/main" id="{57060B96-B13B-4441-82E3-9B18B873BDFB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332413" y="4776788"/>
            <a:ext cx="12700" cy="2286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7" name="Rectangle 48">
            <a:extLst>
              <a:ext uri="{FF2B5EF4-FFF2-40B4-BE49-F238E27FC236}">
                <a16:creationId xmlns:a16="http://schemas.microsoft.com/office/drawing/2014/main" id="{70FA56A4-FE7D-47B4-9D62-F3D403DA5AAD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205413" y="4891088"/>
            <a:ext cx="1587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8" name="Rectangle 49">
            <a:extLst>
              <a:ext uri="{FF2B5EF4-FFF2-40B4-BE49-F238E27FC236}">
                <a16:creationId xmlns:a16="http://schemas.microsoft.com/office/drawing/2014/main" id="{3B8B5B07-5E19-4918-9D16-4C605B8354C8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446713" y="4891088"/>
            <a:ext cx="1587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69" name="Rectangle 50">
            <a:extLst>
              <a:ext uri="{FF2B5EF4-FFF2-40B4-BE49-F238E27FC236}">
                <a16:creationId xmlns:a16="http://schemas.microsoft.com/office/drawing/2014/main" id="{D2A0D619-6F6F-4F9A-B225-2322B64003DF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205413" y="4891088"/>
            <a:ext cx="2413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70" name="Freeform 51">
            <a:extLst>
              <a:ext uri="{FF2B5EF4-FFF2-40B4-BE49-F238E27FC236}">
                <a16:creationId xmlns:a16="http://schemas.microsoft.com/office/drawing/2014/main" id="{56C21691-75D4-484C-B6D4-28FD904FBEFC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5268913" y="4510088"/>
            <a:ext cx="101600" cy="190500"/>
          </a:xfrm>
          <a:custGeom>
            <a:avLst/>
            <a:gdLst>
              <a:gd name="T0" fmla="*/ 2147483647 w 64"/>
              <a:gd name="T1" fmla="*/ 0 h 120"/>
              <a:gd name="T2" fmla="*/ 2147483647 w 64"/>
              <a:gd name="T3" fmla="*/ 0 h 120"/>
              <a:gd name="T4" fmla="*/ 2147483647 w 64"/>
              <a:gd name="T5" fmla="*/ 0 h 120"/>
              <a:gd name="T6" fmla="*/ 2147483647 w 64"/>
              <a:gd name="T7" fmla="*/ 0 h 120"/>
              <a:gd name="T8" fmla="*/ 2147483647 w 64"/>
              <a:gd name="T9" fmla="*/ 2147483647 h 120"/>
              <a:gd name="T10" fmla="*/ 2147483647 w 64"/>
              <a:gd name="T11" fmla="*/ 2147483647 h 120"/>
              <a:gd name="T12" fmla="*/ 2147483647 w 64"/>
              <a:gd name="T13" fmla="*/ 2147483647 h 120"/>
              <a:gd name="T14" fmla="*/ 0 w 64"/>
              <a:gd name="T15" fmla="*/ 0 h 120"/>
              <a:gd name="T16" fmla="*/ 0 w 64"/>
              <a:gd name="T17" fmla="*/ 0 h 120"/>
              <a:gd name="T18" fmla="*/ 2147483647 w 64"/>
              <a:gd name="T19" fmla="*/ 0 h 120"/>
              <a:gd name="T20" fmla="*/ 2147483647 w 64"/>
              <a:gd name="T21" fmla="*/ 0 h 120"/>
              <a:gd name="T22" fmla="*/ 2147483647 w 64"/>
              <a:gd name="T23" fmla="*/ 2147483647 h 120"/>
              <a:gd name="T24" fmla="*/ 2147483647 w 64"/>
              <a:gd name="T25" fmla="*/ 2147483647 h 120"/>
              <a:gd name="T26" fmla="*/ 2147483647 w 64"/>
              <a:gd name="T27" fmla="*/ 2147483647 h 120"/>
              <a:gd name="T28" fmla="*/ 2147483647 w 64"/>
              <a:gd name="T29" fmla="*/ 0 h 120"/>
              <a:gd name="T30" fmla="*/ 2147483647 w 64"/>
              <a:gd name="T31" fmla="*/ 0 h 120"/>
              <a:gd name="T32" fmla="*/ 2147483647 w 64"/>
              <a:gd name="T33" fmla="*/ 2147483647 h 120"/>
              <a:gd name="T34" fmla="*/ 2147483647 w 64"/>
              <a:gd name="T35" fmla="*/ 2147483647 h 120"/>
              <a:gd name="T36" fmla="*/ 2147483647 w 64"/>
              <a:gd name="T37" fmla="*/ 0 h 1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0"/>
              <a:gd name="T59" fmla="*/ 64 w 64"/>
              <a:gd name="T60" fmla="*/ 120 h 12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0">
                <a:moveTo>
                  <a:pt x="40" y="0"/>
                </a:moveTo>
                <a:lnTo>
                  <a:pt x="64" y="0"/>
                </a:lnTo>
                <a:lnTo>
                  <a:pt x="40" y="96"/>
                </a:lnTo>
                <a:lnTo>
                  <a:pt x="40" y="120"/>
                </a:lnTo>
                <a:lnTo>
                  <a:pt x="32" y="96"/>
                </a:lnTo>
                <a:lnTo>
                  <a:pt x="0" y="0"/>
                </a:lnTo>
                <a:lnTo>
                  <a:pt x="8" y="0"/>
                </a:lnTo>
                <a:lnTo>
                  <a:pt x="40" y="96"/>
                </a:lnTo>
                <a:lnTo>
                  <a:pt x="32" y="96"/>
                </a:lnTo>
                <a:lnTo>
                  <a:pt x="56" y="0"/>
                </a:lnTo>
                <a:lnTo>
                  <a:pt x="64" y="0"/>
                </a:lnTo>
                <a:lnTo>
                  <a:pt x="64" y="8"/>
                </a:lnTo>
                <a:lnTo>
                  <a:pt x="40" y="8"/>
                </a:lnTo>
                <a:lnTo>
                  <a:pt x="40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1" name="Freeform 52">
            <a:extLst>
              <a:ext uri="{FF2B5EF4-FFF2-40B4-BE49-F238E27FC236}">
                <a16:creationId xmlns:a16="http://schemas.microsoft.com/office/drawing/2014/main" id="{FEA5B856-5464-4444-9312-E79C8F4DD45C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5281613" y="4510088"/>
            <a:ext cx="50800" cy="12700"/>
          </a:xfrm>
          <a:custGeom>
            <a:avLst/>
            <a:gdLst>
              <a:gd name="T0" fmla="*/ 0 w 32"/>
              <a:gd name="T1" fmla="*/ 0 h 8"/>
              <a:gd name="T2" fmla="*/ 2147483647 w 32"/>
              <a:gd name="T3" fmla="*/ 0 h 8"/>
              <a:gd name="T4" fmla="*/ 2147483647 w 32"/>
              <a:gd name="T5" fmla="*/ 2147483647 h 8"/>
              <a:gd name="T6" fmla="*/ 2147483647 w 32"/>
              <a:gd name="T7" fmla="*/ 2147483647 h 8"/>
              <a:gd name="T8" fmla="*/ 2147483647 w 32"/>
              <a:gd name="T9" fmla="*/ 2147483647 h 8"/>
              <a:gd name="T10" fmla="*/ 0 w 32"/>
              <a:gd name="T11" fmla="*/ 2147483647 h 8"/>
              <a:gd name="T12" fmla="*/ 0 w 32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8"/>
              <a:gd name="T23" fmla="*/ 32 w 32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8">
                <a:moveTo>
                  <a:pt x="0" y="0"/>
                </a:moveTo>
                <a:lnTo>
                  <a:pt x="32" y="0"/>
                </a:lnTo>
                <a:lnTo>
                  <a:pt x="32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2" name="Freeform 53">
            <a:extLst>
              <a:ext uri="{FF2B5EF4-FFF2-40B4-BE49-F238E27FC236}">
                <a16:creationId xmlns:a16="http://schemas.microsoft.com/office/drawing/2014/main" id="{2C46B24A-92C4-4989-AEF1-C26C77011000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5281613" y="4510088"/>
            <a:ext cx="88900" cy="152400"/>
          </a:xfrm>
          <a:custGeom>
            <a:avLst/>
            <a:gdLst>
              <a:gd name="T0" fmla="*/ 2147483647 w 56"/>
              <a:gd name="T1" fmla="*/ 0 h 96"/>
              <a:gd name="T2" fmla="*/ 2147483647 w 56"/>
              <a:gd name="T3" fmla="*/ 0 h 96"/>
              <a:gd name="T4" fmla="*/ 2147483647 w 56"/>
              <a:gd name="T5" fmla="*/ 2147483647 h 96"/>
              <a:gd name="T6" fmla="*/ 0 w 56"/>
              <a:gd name="T7" fmla="*/ 0 h 96"/>
              <a:gd name="T8" fmla="*/ 2147483647 w 5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96"/>
              <a:gd name="T17" fmla="*/ 56 w 5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96">
                <a:moveTo>
                  <a:pt x="32" y="0"/>
                </a:moveTo>
                <a:lnTo>
                  <a:pt x="56" y="0"/>
                </a:lnTo>
                <a:lnTo>
                  <a:pt x="32" y="96"/>
                </a:ln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3" name="Rectangle 54">
            <a:extLst>
              <a:ext uri="{FF2B5EF4-FFF2-40B4-BE49-F238E27FC236}">
                <a16:creationId xmlns:a16="http://schemas.microsoft.com/office/drawing/2014/main" id="{4673067F-B8C6-48F8-B7BD-D341C137CCC1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332413" y="3543300"/>
            <a:ext cx="12700" cy="1588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74" name="Rectangle 55">
            <a:extLst>
              <a:ext uri="{FF2B5EF4-FFF2-40B4-BE49-F238E27FC236}">
                <a16:creationId xmlns:a16="http://schemas.microsoft.com/office/drawing/2014/main" id="{D646E89E-DCB3-4840-B204-B3C15D0A4054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332413" y="4497388"/>
            <a:ext cx="12700" cy="15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75" name="Rectangle 56">
            <a:extLst>
              <a:ext uri="{FF2B5EF4-FFF2-40B4-BE49-F238E27FC236}">
                <a16:creationId xmlns:a16="http://schemas.microsoft.com/office/drawing/2014/main" id="{DD108213-1042-4BA6-8E05-52057ADADE97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332413" y="3543300"/>
            <a:ext cx="12700" cy="954088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76" name="Freeform 57">
            <a:extLst>
              <a:ext uri="{FF2B5EF4-FFF2-40B4-BE49-F238E27FC236}">
                <a16:creationId xmlns:a16="http://schemas.microsoft.com/office/drawing/2014/main" id="{F18E41A8-E657-4DA1-962B-A11595D6E7F2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6627813" y="5564188"/>
            <a:ext cx="203200" cy="103187"/>
          </a:xfrm>
          <a:custGeom>
            <a:avLst/>
            <a:gdLst>
              <a:gd name="T0" fmla="*/ 0 w 128"/>
              <a:gd name="T1" fmla="*/ 2147483647 h 65"/>
              <a:gd name="T2" fmla="*/ 0 w 128"/>
              <a:gd name="T3" fmla="*/ 0 h 65"/>
              <a:gd name="T4" fmla="*/ 0 w 128"/>
              <a:gd name="T5" fmla="*/ 0 h 65"/>
              <a:gd name="T6" fmla="*/ 0 w 128"/>
              <a:gd name="T7" fmla="*/ 0 h 65"/>
              <a:gd name="T8" fmla="*/ 2147483647 w 128"/>
              <a:gd name="T9" fmla="*/ 2147483647 h 65"/>
              <a:gd name="T10" fmla="*/ 2147483647 w 128"/>
              <a:gd name="T11" fmla="*/ 2147483647 h 65"/>
              <a:gd name="T12" fmla="*/ 2147483647 w 128"/>
              <a:gd name="T13" fmla="*/ 2147483647 h 65"/>
              <a:gd name="T14" fmla="*/ 0 w 128"/>
              <a:gd name="T15" fmla="*/ 2147483647 h 65"/>
              <a:gd name="T16" fmla="*/ 0 w 128"/>
              <a:gd name="T17" fmla="*/ 2147483647 h 65"/>
              <a:gd name="T18" fmla="*/ 0 w 128"/>
              <a:gd name="T19" fmla="*/ 2147483647 h 65"/>
              <a:gd name="T20" fmla="*/ 0 w 128"/>
              <a:gd name="T21" fmla="*/ 2147483647 h 65"/>
              <a:gd name="T22" fmla="*/ 2147483647 w 128"/>
              <a:gd name="T23" fmla="*/ 2147483647 h 65"/>
              <a:gd name="T24" fmla="*/ 2147483647 w 128"/>
              <a:gd name="T25" fmla="*/ 2147483647 h 65"/>
              <a:gd name="T26" fmla="*/ 2147483647 w 128"/>
              <a:gd name="T27" fmla="*/ 2147483647 h 65"/>
              <a:gd name="T28" fmla="*/ 0 w 128"/>
              <a:gd name="T29" fmla="*/ 2147483647 h 65"/>
              <a:gd name="T30" fmla="*/ 0 w 128"/>
              <a:gd name="T31" fmla="*/ 0 h 65"/>
              <a:gd name="T32" fmla="*/ 2147483647 w 128"/>
              <a:gd name="T33" fmla="*/ 0 h 65"/>
              <a:gd name="T34" fmla="*/ 2147483647 w 128"/>
              <a:gd name="T35" fmla="*/ 2147483647 h 65"/>
              <a:gd name="T36" fmla="*/ 0 w 128"/>
              <a:gd name="T37" fmla="*/ 2147483647 h 6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8"/>
              <a:gd name="T58" fmla="*/ 0 h 65"/>
              <a:gd name="T59" fmla="*/ 128 w 128"/>
              <a:gd name="T60" fmla="*/ 65 h 6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8" h="65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128" y="24"/>
                </a:lnTo>
                <a:lnTo>
                  <a:pt x="104" y="32"/>
                </a:lnTo>
                <a:lnTo>
                  <a:pt x="0" y="65"/>
                </a:lnTo>
                <a:lnTo>
                  <a:pt x="0" y="57"/>
                </a:lnTo>
                <a:lnTo>
                  <a:pt x="104" y="24"/>
                </a:lnTo>
                <a:lnTo>
                  <a:pt x="104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7" name="Freeform 58">
            <a:extLst>
              <a:ext uri="{FF2B5EF4-FFF2-40B4-BE49-F238E27FC236}">
                <a16:creationId xmlns:a16="http://schemas.microsoft.com/office/drawing/2014/main" id="{779D7672-3B63-40C7-B0FF-EAB8407D98EA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6627813" y="5602288"/>
            <a:ext cx="12700" cy="52387"/>
          </a:xfrm>
          <a:custGeom>
            <a:avLst/>
            <a:gdLst>
              <a:gd name="T0" fmla="*/ 0 w 8"/>
              <a:gd name="T1" fmla="*/ 2147483647 h 33"/>
              <a:gd name="T2" fmla="*/ 0 w 8"/>
              <a:gd name="T3" fmla="*/ 0 h 33"/>
              <a:gd name="T4" fmla="*/ 2147483647 w 8"/>
              <a:gd name="T5" fmla="*/ 0 h 33"/>
              <a:gd name="T6" fmla="*/ 2147483647 w 8"/>
              <a:gd name="T7" fmla="*/ 0 h 33"/>
              <a:gd name="T8" fmla="*/ 2147483647 w 8"/>
              <a:gd name="T9" fmla="*/ 0 h 33"/>
              <a:gd name="T10" fmla="*/ 2147483647 w 8"/>
              <a:gd name="T11" fmla="*/ 2147483647 h 33"/>
              <a:gd name="T12" fmla="*/ 0 w 8"/>
              <a:gd name="T13" fmla="*/ 2147483647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33"/>
              <a:gd name="T23" fmla="*/ 8 w 8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33">
                <a:moveTo>
                  <a:pt x="0" y="33"/>
                </a:moveTo>
                <a:lnTo>
                  <a:pt x="0" y="0"/>
                </a:lnTo>
                <a:lnTo>
                  <a:pt x="8" y="0"/>
                </a:lnTo>
                <a:lnTo>
                  <a:pt x="8" y="33"/>
                </a:lnTo>
                <a:lnTo>
                  <a:pt x="0" y="33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8" name="Freeform 59">
            <a:extLst>
              <a:ext uri="{FF2B5EF4-FFF2-40B4-BE49-F238E27FC236}">
                <a16:creationId xmlns:a16="http://schemas.microsoft.com/office/drawing/2014/main" id="{4DF1E86C-7EFE-4F12-9789-CC96B2A7988B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6627813" y="5564188"/>
            <a:ext cx="165100" cy="90487"/>
          </a:xfrm>
          <a:custGeom>
            <a:avLst/>
            <a:gdLst>
              <a:gd name="T0" fmla="*/ 0 w 104"/>
              <a:gd name="T1" fmla="*/ 2147483647 h 57"/>
              <a:gd name="T2" fmla="*/ 0 w 104"/>
              <a:gd name="T3" fmla="*/ 0 h 57"/>
              <a:gd name="T4" fmla="*/ 2147483647 w 104"/>
              <a:gd name="T5" fmla="*/ 2147483647 h 57"/>
              <a:gd name="T6" fmla="*/ 0 w 104"/>
              <a:gd name="T7" fmla="*/ 2147483647 h 57"/>
              <a:gd name="T8" fmla="*/ 0 w 104"/>
              <a:gd name="T9" fmla="*/ 214748364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4"/>
              <a:gd name="T16" fmla="*/ 0 h 57"/>
              <a:gd name="T17" fmla="*/ 104 w 10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4" h="57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0" y="57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9" name="Rectangle 60">
            <a:extLst>
              <a:ext uri="{FF2B5EF4-FFF2-40B4-BE49-F238E27FC236}">
                <a16:creationId xmlns:a16="http://schemas.microsoft.com/office/drawing/2014/main" id="{A9511B42-4668-4CDB-AD6B-1C3AAE4D00E1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332413" y="5094288"/>
            <a:ext cx="12700" cy="15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0" name="Rectangle 61">
            <a:extLst>
              <a:ext uri="{FF2B5EF4-FFF2-40B4-BE49-F238E27FC236}">
                <a16:creationId xmlns:a16="http://schemas.microsoft.com/office/drawing/2014/main" id="{3AE98092-14AA-4B5D-94AA-8DB4D4736E90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5332413" y="5094288"/>
            <a:ext cx="12700" cy="520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1" name="Rectangle 62">
            <a:extLst>
              <a:ext uri="{FF2B5EF4-FFF2-40B4-BE49-F238E27FC236}">
                <a16:creationId xmlns:a16="http://schemas.microsoft.com/office/drawing/2014/main" id="{7D3914F5-C2B1-46B0-A4A4-D040B1964F9D}"/>
              </a:ext>
            </a:extLst>
          </p:cNvPr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627813" y="5602288"/>
            <a:ext cx="1587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2" name="Rectangle 63">
            <a:extLst>
              <a:ext uri="{FF2B5EF4-FFF2-40B4-BE49-F238E27FC236}">
                <a16:creationId xmlns:a16="http://schemas.microsoft.com/office/drawing/2014/main" id="{B456CB6D-5E99-4540-B0AB-7FE2767208D6}"/>
              </a:ext>
            </a:extLst>
          </p:cNvPr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5332413" y="5602288"/>
            <a:ext cx="12954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3" name="Rectangle 64">
            <a:extLst>
              <a:ext uri="{FF2B5EF4-FFF2-40B4-BE49-F238E27FC236}">
                <a16:creationId xmlns:a16="http://schemas.microsoft.com/office/drawing/2014/main" id="{27035032-4B20-48A1-AE78-300ECCD41116}"/>
              </a:ext>
            </a:extLst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6805613" y="5018088"/>
            <a:ext cx="20447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4" name="Rectangle 65">
            <a:extLst>
              <a:ext uri="{FF2B5EF4-FFF2-40B4-BE49-F238E27FC236}">
                <a16:creationId xmlns:a16="http://schemas.microsoft.com/office/drawing/2014/main" id="{26315ADC-3C03-4536-875F-153931D337F9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8837613" y="5018088"/>
            <a:ext cx="12700" cy="14620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5" name="Rectangle 66">
            <a:extLst>
              <a:ext uri="{FF2B5EF4-FFF2-40B4-BE49-F238E27FC236}">
                <a16:creationId xmlns:a16="http://schemas.microsoft.com/office/drawing/2014/main" id="{CE38D267-F6B2-4A9F-B8FE-6203C8B2B1D1}"/>
              </a:ext>
            </a:extLst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6805613" y="6467475"/>
            <a:ext cx="2032000" cy="12700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6" name="Rectangle 67">
            <a:extLst>
              <a:ext uri="{FF2B5EF4-FFF2-40B4-BE49-F238E27FC236}">
                <a16:creationId xmlns:a16="http://schemas.microsoft.com/office/drawing/2014/main" id="{7DC4D30A-C873-4327-8178-64F1E43D5FE3}"/>
              </a:ext>
            </a:extLst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6805613" y="5018088"/>
            <a:ext cx="12700" cy="1449387"/>
          </a:xfrm>
          <a:prstGeom prst="rect">
            <a:avLst/>
          </a:prstGeom>
          <a:blipFill dpi="0" rotWithShape="0">
            <a:blip r:embed="rId8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7" name="Rectangle 68">
            <a:extLst>
              <a:ext uri="{FF2B5EF4-FFF2-40B4-BE49-F238E27FC236}">
                <a16:creationId xmlns:a16="http://schemas.microsoft.com/office/drawing/2014/main" id="{E296668C-D259-4F4A-B7B2-924AE414F538}"/>
              </a:ext>
            </a:extLst>
          </p:cNvPr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6805613" y="5462588"/>
            <a:ext cx="2032000" cy="2936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8" name="Rectangle 69">
            <a:extLst>
              <a:ext uri="{FF2B5EF4-FFF2-40B4-BE49-F238E27FC236}">
                <a16:creationId xmlns:a16="http://schemas.microsoft.com/office/drawing/2014/main" id="{B231234D-EA12-4540-AC1D-3BAE6E80D384}"/>
              </a:ext>
            </a:extLst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6805613" y="5462588"/>
            <a:ext cx="2044700" cy="12700"/>
          </a:xfrm>
          <a:prstGeom prst="rect">
            <a:avLst/>
          </a:prstGeom>
          <a:blipFill dpi="0" rotWithShape="0">
            <a:blip r:embed="rId8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89" name="Rectangle 70">
            <a:extLst>
              <a:ext uri="{FF2B5EF4-FFF2-40B4-BE49-F238E27FC236}">
                <a16:creationId xmlns:a16="http://schemas.microsoft.com/office/drawing/2014/main" id="{45086CAC-0356-4CF8-899D-FE1A67683680}"/>
              </a:ext>
            </a:extLst>
          </p:cNvPr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8837613" y="5462588"/>
            <a:ext cx="12700" cy="306387"/>
          </a:xfrm>
          <a:prstGeom prst="rect">
            <a:avLst/>
          </a:prstGeom>
          <a:blipFill dpi="0" rotWithShape="0">
            <a:blip r:embed="rId8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0" name="Rectangle 71">
            <a:extLst>
              <a:ext uri="{FF2B5EF4-FFF2-40B4-BE49-F238E27FC236}">
                <a16:creationId xmlns:a16="http://schemas.microsoft.com/office/drawing/2014/main" id="{9E992C12-342C-4341-9424-097EB6188AD6}"/>
              </a:ext>
            </a:extLst>
          </p:cNvPr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6805613" y="5756275"/>
            <a:ext cx="2032000" cy="12700"/>
          </a:xfrm>
          <a:prstGeom prst="rect">
            <a:avLst/>
          </a:prstGeom>
          <a:blipFill dpi="0" rotWithShape="0">
            <a:blip r:embed="rId8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1" name="Rectangle 72">
            <a:extLst>
              <a:ext uri="{FF2B5EF4-FFF2-40B4-BE49-F238E27FC236}">
                <a16:creationId xmlns:a16="http://schemas.microsoft.com/office/drawing/2014/main" id="{1FF40184-A0D0-44D9-B197-F2120C3E5744}"/>
              </a:ext>
            </a:extLst>
          </p:cNvPr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6805613" y="5462588"/>
            <a:ext cx="12700" cy="293687"/>
          </a:xfrm>
          <a:prstGeom prst="rect">
            <a:avLst/>
          </a:prstGeom>
          <a:blipFill dpi="0" rotWithShape="0">
            <a:blip r:embed="rId8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2" name="Rectangle 73">
            <a:extLst>
              <a:ext uri="{FF2B5EF4-FFF2-40B4-BE49-F238E27FC236}">
                <a16:creationId xmlns:a16="http://schemas.microsoft.com/office/drawing/2014/main" id="{2A85034E-4761-4842-8EF7-CA0FE7FC1EF3}"/>
              </a:ext>
            </a:extLst>
          </p:cNvPr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7059613" y="4598988"/>
            <a:ext cx="10493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Memory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3" name="Rectangle 74">
            <a:extLst>
              <a:ext uri="{FF2B5EF4-FFF2-40B4-BE49-F238E27FC236}">
                <a16:creationId xmlns:a16="http://schemas.microsoft.com/office/drawing/2014/main" id="{A981C34B-6282-459E-ADC2-9CDDC1695D17}"/>
              </a:ext>
            </a:extLst>
          </p:cNvPr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5446713" y="5183188"/>
            <a:ext cx="1114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Effective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4" name="Rectangle 75">
            <a:extLst>
              <a:ext uri="{FF2B5EF4-FFF2-40B4-BE49-F238E27FC236}">
                <a16:creationId xmlns:a16="http://schemas.microsoft.com/office/drawing/2014/main" id="{1262B71C-0CE3-40C2-8C0E-784EF05B228C}"/>
              </a:ext>
            </a:extLst>
          </p:cNvPr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5459413" y="5667375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address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5" name="Rectangle 76">
            <a:extLst>
              <a:ext uri="{FF2B5EF4-FFF2-40B4-BE49-F238E27FC236}">
                <a16:creationId xmlns:a16="http://schemas.microsoft.com/office/drawing/2014/main" id="{9F02B370-ABD7-4255-AC2B-13B3E268FD8C}"/>
              </a:ext>
            </a:extLst>
          </p:cNvPr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7588889" y="5421685"/>
            <a:ext cx="5607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Helvetica"/>
                <a:cs typeface="Arial"/>
              </a:rPr>
              <a:t>500</a:t>
            </a:r>
          </a:p>
        </p:txBody>
      </p:sp>
      <p:sp>
        <p:nvSpPr>
          <p:cNvPr id="30796" name="Rectangle 77">
            <a:extLst>
              <a:ext uri="{FF2B5EF4-FFF2-40B4-BE49-F238E27FC236}">
                <a16:creationId xmlns:a16="http://schemas.microsoft.com/office/drawing/2014/main" id="{77C05C34-E196-44E9-810C-F9EB07E13393}"/>
              </a:ext>
            </a:extLst>
          </p:cNvPr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3708400" y="4560888"/>
            <a:ext cx="5095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400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97" name="Rectangle 78">
            <a:extLst>
              <a:ext uri="{FF2B5EF4-FFF2-40B4-BE49-F238E27FC236}">
                <a16:creationId xmlns:a16="http://schemas.microsoft.com/office/drawing/2014/main" id="{4EC2F323-2993-4937-B9F4-5834D91B9FE9}"/>
              </a:ext>
            </a:extLst>
          </p:cNvPr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5446713" y="3976688"/>
            <a:ext cx="5095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100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7D4E8B-AF92-4CFB-82C8-C2AB18EAC29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78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DDFE45D8-1E05-4C7A-9F13-21BD550FF5DD}" type="slidenum">
              <a:rPr lang="en-US" altLang="en-US">
                <a:latin typeface="Calibri" panose="020F0502020204030204" pitchFamily="34" charset="0"/>
              </a:rPr>
              <a:pPr lvl="1" eaLnBrk="1" hangingPunct="1"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B654F48-E88E-4E96-B6DE-2DC176AD1E2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84CD4F9-A216-4505-93B3-2B2758DC5F3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Immediate addressing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addi $1, $2, 100</a:t>
            </a:r>
          </a:p>
        </p:txBody>
      </p:sp>
      <p:sp>
        <p:nvSpPr>
          <p:cNvPr id="31748" name="Rectangle 5">
            <a:extLst>
              <a:ext uri="{FF2B5EF4-FFF2-40B4-BE49-F238E27FC236}">
                <a16:creationId xmlns:a16="http://schemas.microsoft.com/office/drawing/2014/main" id="{962E2CAF-3576-4EE1-AC4F-E11C2D27C7F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19200" y="3441700"/>
            <a:ext cx="990600" cy="1270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49" name="Rectangle 6">
            <a:extLst>
              <a:ext uri="{FF2B5EF4-FFF2-40B4-BE49-F238E27FC236}">
                <a16:creationId xmlns:a16="http://schemas.microsoft.com/office/drawing/2014/main" id="{65C551FD-77AA-4BBF-BC43-3434C800DAE8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97100" y="3441700"/>
            <a:ext cx="12700" cy="42545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0" name="Rectangle 7">
            <a:extLst>
              <a:ext uri="{FF2B5EF4-FFF2-40B4-BE49-F238E27FC236}">
                <a16:creationId xmlns:a16="http://schemas.microsoft.com/office/drawing/2014/main" id="{5C3F9E49-07CA-4026-9348-4484C71F2401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19200" y="3854450"/>
            <a:ext cx="977900" cy="1270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1" name="Rectangle 8">
            <a:extLst>
              <a:ext uri="{FF2B5EF4-FFF2-40B4-BE49-F238E27FC236}">
                <a16:creationId xmlns:a16="http://schemas.microsoft.com/office/drawing/2014/main" id="{D4A93C9E-8BC4-4C07-BD27-F225954BE9E7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19200" y="3441700"/>
            <a:ext cx="12700" cy="41275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2" name="Rectangle 9">
            <a:extLst>
              <a:ext uri="{FF2B5EF4-FFF2-40B4-BE49-F238E27FC236}">
                <a16:creationId xmlns:a16="http://schemas.microsoft.com/office/drawing/2014/main" id="{C8CECC08-3C95-4E49-8954-431871CA94DB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97100" y="3441700"/>
            <a:ext cx="990600" cy="1270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3" name="Rectangle 10">
            <a:extLst>
              <a:ext uri="{FF2B5EF4-FFF2-40B4-BE49-F238E27FC236}">
                <a16:creationId xmlns:a16="http://schemas.microsoft.com/office/drawing/2014/main" id="{5CA5AC3B-1B0D-4A49-A8C7-2B4515511AE0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175000" y="3441700"/>
            <a:ext cx="12700" cy="42545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4" name="Rectangle 11">
            <a:extLst>
              <a:ext uri="{FF2B5EF4-FFF2-40B4-BE49-F238E27FC236}">
                <a16:creationId xmlns:a16="http://schemas.microsoft.com/office/drawing/2014/main" id="{3048A0F8-6251-4D9A-A423-A75ECB6A448B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197100" y="3854450"/>
            <a:ext cx="977900" cy="1270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5" name="Rectangle 12">
            <a:extLst>
              <a:ext uri="{FF2B5EF4-FFF2-40B4-BE49-F238E27FC236}">
                <a16:creationId xmlns:a16="http://schemas.microsoft.com/office/drawing/2014/main" id="{A15F8E52-A9A3-428C-A5DD-50D64AE37E4C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197100" y="3441700"/>
            <a:ext cx="12700" cy="41275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6" name="Rectangle 13">
            <a:extLst>
              <a:ext uri="{FF2B5EF4-FFF2-40B4-BE49-F238E27FC236}">
                <a16:creationId xmlns:a16="http://schemas.microsoft.com/office/drawing/2014/main" id="{FBDF11AE-3C56-410A-9979-23EA153EBB64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175000" y="3441700"/>
            <a:ext cx="979488" cy="1270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7" name="Rectangle 14">
            <a:extLst>
              <a:ext uri="{FF2B5EF4-FFF2-40B4-BE49-F238E27FC236}">
                <a16:creationId xmlns:a16="http://schemas.microsoft.com/office/drawing/2014/main" id="{83432CD8-BA4E-426F-BEE5-6A42433E8513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140200" y="3441700"/>
            <a:ext cx="14288" cy="42545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8" name="Rectangle 15">
            <a:extLst>
              <a:ext uri="{FF2B5EF4-FFF2-40B4-BE49-F238E27FC236}">
                <a16:creationId xmlns:a16="http://schemas.microsoft.com/office/drawing/2014/main" id="{BA8C32F0-4ECF-431D-912A-B3C3573F117A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175000" y="3854450"/>
            <a:ext cx="965200" cy="1270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59" name="Rectangle 16">
            <a:extLst>
              <a:ext uri="{FF2B5EF4-FFF2-40B4-BE49-F238E27FC236}">
                <a16:creationId xmlns:a16="http://schemas.microsoft.com/office/drawing/2014/main" id="{64622F15-2B16-42F9-9EC1-E31EAEBB577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175000" y="3441700"/>
            <a:ext cx="12700" cy="412750"/>
          </a:xfrm>
          <a:prstGeom prst="rect">
            <a:avLst/>
          </a:prstGeom>
          <a:blipFill dpi="0" rotWithShape="0">
            <a:blip r:embed="rId2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0" name="Rectangle 17">
            <a:extLst>
              <a:ext uri="{FF2B5EF4-FFF2-40B4-BE49-F238E27FC236}">
                <a16:creationId xmlns:a16="http://schemas.microsoft.com/office/drawing/2014/main" id="{A069B17D-7B72-4E23-82A8-2F0CEE890CB7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140200" y="3441700"/>
            <a:ext cx="2922588" cy="412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1" name="Rectangle 18">
            <a:extLst>
              <a:ext uri="{FF2B5EF4-FFF2-40B4-BE49-F238E27FC236}">
                <a16:creationId xmlns:a16="http://schemas.microsoft.com/office/drawing/2014/main" id="{7C1EDA10-9E9F-4933-B3BB-364BF8609E44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140200" y="3441700"/>
            <a:ext cx="2935288" cy="12700"/>
          </a:xfrm>
          <a:prstGeom prst="rect">
            <a:avLst/>
          </a:prstGeom>
          <a:blipFill dpi="0" rotWithShape="0">
            <a:blip r:embed="rId29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2" name="Rectangle 19">
            <a:extLst>
              <a:ext uri="{FF2B5EF4-FFF2-40B4-BE49-F238E27FC236}">
                <a16:creationId xmlns:a16="http://schemas.microsoft.com/office/drawing/2014/main" id="{9D4EAB58-DDDA-4661-A1DF-637A4E11381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062788" y="3441700"/>
            <a:ext cx="12700" cy="425450"/>
          </a:xfrm>
          <a:prstGeom prst="rect">
            <a:avLst/>
          </a:prstGeom>
          <a:blipFill dpi="0" rotWithShape="0">
            <a:blip r:embed="rId29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3" name="Rectangle 20">
            <a:extLst>
              <a:ext uri="{FF2B5EF4-FFF2-40B4-BE49-F238E27FC236}">
                <a16:creationId xmlns:a16="http://schemas.microsoft.com/office/drawing/2014/main" id="{5E574651-B900-4A12-A288-E92889D718D4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140200" y="3854450"/>
            <a:ext cx="2922588" cy="12700"/>
          </a:xfrm>
          <a:prstGeom prst="rect">
            <a:avLst/>
          </a:prstGeom>
          <a:blipFill dpi="0" rotWithShape="0">
            <a:blip r:embed="rId29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4" name="Rectangle 21">
            <a:extLst>
              <a:ext uri="{FF2B5EF4-FFF2-40B4-BE49-F238E27FC236}">
                <a16:creationId xmlns:a16="http://schemas.microsoft.com/office/drawing/2014/main" id="{CC29F255-F2C5-46FD-8136-CF52BC61296B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4140200" y="3441700"/>
            <a:ext cx="14288" cy="412750"/>
          </a:xfrm>
          <a:prstGeom prst="rect">
            <a:avLst/>
          </a:prstGeom>
          <a:blipFill dpi="0" rotWithShape="0">
            <a:blip r:embed="rId29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5" name="Rectangle 22">
            <a:extLst>
              <a:ext uri="{FF2B5EF4-FFF2-40B4-BE49-F238E27FC236}">
                <a16:creationId xmlns:a16="http://schemas.microsoft.com/office/drawing/2014/main" id="{EA51BCE9-BFE7-44EF-AD76-5FB6EE539642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524000" y="34417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6" name="Rectangle 23">
            <a:extLst>
              <a:ext uri="{FF2B5EF4-FFF2-40B4-BE49-F238E27FC236}">
                <a16:creationId xmlns:a16="http://schemas.microsoft.com/office/drawing/2014/main" id="{B7BDC4CE-D4C2-42D8-83F1-A8AFDBE8C7F3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527300" y="3441700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7" name="Rectangle 24">
            <a:extLst>
              <a:ext uri="{FF2B5EF4-FFF2-40B4-BE49-F238E27FC236}">
                <a16:creationId xmlns:a16="http://schemas.microsoft.com/office/drawing/2014/main" id="{67C5AE6B-464E-4722-86E0-59DF7C2FDB77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556000" y="3441700"/>
            <a:ext cx="185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768" name="Rectangle 25">
            <a:extLst>
              <a:ext uri="{FF2B5EF4-FFF2-40B4-BE49-F238E27FC236}">
                <a16:creationId xmlns:a16="http://schemas.microsoft.com/office/drawing/2014/main" id="{007B629D-5E5F-40E6-A46B-D05A7F49B518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043488" y="3441700"/>
            <a:ext cx="129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immediate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C670D0-DC8F-4882-8340-26BC8A79382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00C1DC59-A980-408D-940D-8D8487168431}" type="slidenum">
              <a:rPr lang="en-US" altLang="en-US">
                <a:latin typeface="Calibri" panose="020F0502020204030204" pitchFamily="34" charset="0"/>
              </a:rPr>
              <a:pPr lvl="1"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74C17DA-2C1E-4845-AFC6-901BFA613F3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82B2B8A-30E0-4E73-8CBE-5C3F1AC1F5A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981200"/>
            <a:ext cx="7772400" cy="83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PC relative addressing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	</a:t>
            </a:r>
            <a:r>
              <a:rPr lang="en-US" altLang="en-US" sz="2800" dirty="0" err="1">
                <a:solidFill>
                  <a:srgbClr val="FF0000"/>
                </a:solidFill>
              </a:rPr>
              <a:t>beq</a:t>
            </a:r>
            <a:r>
              <a:rPr lang="en-US" altLang="en-US" sz="2800" dirty="0">
                <a:solidFill>
                  <a:srgbClr val="FF0000"/>
                </a:solidFill>
              </a:rPr>
              <a:t> $1, $2, 100 </a:t>
            </a:r>
            <a:r>
              <a:rPr lang="en-US" altLang="en-US" sz="2000" dirty="0">
                <a:solidFill>
                  <a:srgbClr val="FF0000"/>
                </a:solidFill>
              </a:rPr>
              <a:t># if ($1==$2) PC = PC + 4 + 100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C10F28DB-CECB-4494-A148-6D533F65EAE7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7500" y="3060700"/>
            <a:ext cx="9779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3F178AE0-2850-4DFB-BF73-70A349AFE87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82700" y="3060700"/>
            <a:ext cx="12700" cy="4191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4" name="Rectangle 7">
            <a:extLst>
              <a:ext uri="{FF2B5EF4-FFF2-40B4-BE49-F238E27FC236}">
                <a16:creationId xmlns:a16="http://schemas.microsoft.com/office/drawing/2014/main" id="{EBBC6EA5-DAE5-45E9-AD83-B861C9D60B5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7500" y="3467100"/>
            <a:ext cx="9652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5" name="Rectangle 8">
            <a:extLst>
              <a:ext uri="{FF2B5EF4-FFF2-40B4-BE49-F238E27FC236}">
                <a16:creationId xmlns:a16="http://schemas.microsoft.com/office/drawing/2014/main" id="{704313E0-60B1-4BCD-BE4C-04A53C4E7B5A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17500" y="3060700"/>
            <a:ext cx="12700" cy="4064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096145A8-DFE2-4C81-ADB7-D4BB1DA6EC6E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95400" y="3060700"/>
            <a:ext cx="9779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BBE01583-C750-49D5-A009-BA8BCC7A01F0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60600" y="3060700"/>
            <a:ext cx="12700" cy="4191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8" name="Rectangle 11">
            <a:extLst>
              <a:ext uri="{FF2B5EF4-FFF2-40B4-BE49-F238E27FC236}">
                <a16:creationId xmlns:a16="http://schemas.microsoft.com/office/drawing/2014/main" id="{4D3139F5-727C-48BE-BE20-B1345A2DF944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95400" y="3467100"/>
            <a:ext cx="9652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9" name="Rectangle 12">
            <a:extLst>
              <a:ext uri="{FF2B5EF4-FFF2-40B4-BE49-F238E27FC236}">
                <a16:creationId xmlns:a16="http://schemas.microsoft.com/office/drawing/2014/main" id="{07ECD75D-3AE4-4B3A-B4B7-F2A10345123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95400" y="3060700"/>
            <a:ext cx="12700" cy="4064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0" name="Rectangle 13">
            <a:extLst>
              <a:ext uri="{FF2B5EF4-FFF2-40B4-BE49-F238E27FC236}">
                <a16:creationId xmlns:a16="http://schemas.microsoft.com/office/drawing/2014/main" id="{8184385C-9187-4933-9A3A-C43DFEC4EACC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60600" y="3060700"/>
            <a:ext cx="9779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1" name="Rectangle 14">
            <a:extLst>
              <a:ext uri="{FF2B5EF4-FFF2-40B4-BE49-F238E27FC236}">
                <a16:creationId xmlns:a16="http://schemas.microsoft.com/office/drawing/2014/main" id="{FD3346DB-3970-473A-8629-C2C7A453EE35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225800" y="3060700"/>
            <a:ext cx="12700" cy="4191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2" name="Rectangle 15">
            <a:extLst>
              <a:ext uri="{FF2B5EF4-FFF2-40B4-BE49-F238E27FC236}">
                <a16:creationId xmlns:a16="http://schemas.microsoft.com/office/drawing/2014/main" id="{39810F49-1B42-44E4-B7B7-AAB8A1F4E50F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260600" y="3467100"/>
            <a:ext cx="9652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3" name="Rectangle 16">
            <a:extLst>
              <a:ext uri="{FF2B5EF4-FFF2-40B4-BE49-F238E27FC236}">
                <a16:creationId xmlns:a16="http://schemas.microsoft.com/office/drawing/2014/main" id="{3F148C51-EBA5-48C8-B611-00D245F7F083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260600" y="3060700"/>
            <a:ext cx="12700" cy="4064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4" name="Rectangle 17">
            <a:extLst>
              <a:ext uri="{FF2B5EF4-FFF2-40B4-BE49-F238E27FC236}">
                <a16:creationId xmlns:a16="http://schemas.microsoft.com/office/drawing/2014/main" id="{D7549DBA-EAF7-4B79-B3A7-93689068E321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238500" y="3060700"/>
            <a:ext cx="2919413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5" name="Rectangle 18">
            <a:extLst>
              <a:ext uri="{FF2B5EF4-FFF2-40B4-BE49-F238E27FC236}">
                <a16:creationId xmlns:a16="http://schemas.microsoft.com/office/drawing/2014/main" id="{CEE278A2-0DF5-4799-B908-A5F35E645993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145213" y="3060700"/>
            <a:ext cx="12700" cy="4318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6" name="Rectangle 19">
            <a:extLst>
              <a:ext uri="{FF2B5EF4-FFF2-40B4-BE49-F238E27FC236}">
                <a16:creationId xmlns:a16="http://schemas.microsoft.com/office/drawing/2014/main" id="{7459E9A8-786F-427A-9514-8A0B16007EA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238500" y="3479800"/>
            <a:ext cx="2906713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7" name="Rectangle 20">
            <a:extLst>
              <a:ext uri="{FF2B5EF4-FFF2-40B4-BE49-F238E27FC236}">
                <a16:creationId xmlns:a16="http://schemas.microsoft.com/office/drawing/2014/main" id="{700ED5FD-EE57-4114-AAF1-199D9F88CF40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38500" y="3060700"/>
            <a:ext cx="12700" cy="4191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8" name="Rectangle 21">
            <a:extLst>
              <a:ext uri="{FF2B5EF4-FFF2-40B4-BE49-F238E27FC236}">
                <a16:creationId xmlns:a16="http://schemas.microsoft.com/office/drawing/2014/main" id="{7E8C74C8-4567-436D-9CC7-1B4E93F01E47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96900" y="30607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9" name="Rectangle 22">
            <a:extLst>
              <a:ext uri="{FF2B5EF4-FFF2-40B4-BE49-F238E27FC236}">
                <a16:creationId xmlns:a16="http://schemas.microsoft.com/office/drawing/2014/main" id="{918ECA40-FD68-45B7-8879-6016280DA65A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600200" y="3060700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0" name="Rectangle 23">
            <a:extLst>
              <a:ext uri="{FF2B5EF4-FFF2-40B4-BE49-F238E27FC236}">
                <a16:creationId xmlns:a16="http://schemas.microsoft.com/office/drawing/2014/main" id="{EA8A54D6-8013-446B-A880-9D7AB292E740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628900" y="3060700"/>
            <a:ext cx="185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1" name="Rectangle 24">
            <a:extLst>
              <a:ext uri="{FF2B5EF4-FFF2-40B4-BE49-F238E27FC236}">
                <a16:creationId xmlns:a16="http://schemas.microsoft.com/office/drawing/2014/main" id="{0E26FF0B-779F-4F76-8986-B192A4A32CA2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318000" y="3073400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address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2" name="Rectangle 25">
            <a:extLst>
              <a:ext uri="{FF2B5EF4-FFF2-40B4-BE49-F238E27FC236}">
                <a16:creationId xmlns:a16="http://schemas.microsoft.com/office/drawing/2014/main" id="{728ED410-A0D4-49A6-82BF-E20C67CED1F7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270000" y="3860800"/>
            <a:ext cx="3440113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3" name="Rectangle 26">
            <a:extLst>
              <a:ext uri="{FF2B5EF4-FFF2-40B4-BE49-F238E27FC236}">
                <a16:creationId xmlns:a16="http://schemas.microsoft.com/office/drawing/2014/main" id="{C1ABA25A-533C-4F9D-A410-AED4D9A3E41D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4697413" y="3860800"/>
            <a:ext cx="12700" cy="522288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4" name="Rectangle 27">
            <a:extLst>
              <a:ext uri="{FF2B5EF4-FFF2-40B4-BE49-F238E27FC236}">
                <a16:creationId xmlns:a16="http://schemas.microsoft.com/office/drawing/2014/main" id="{A96975B2-03CD-4C6F-96E6-1C41971A4A4A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270000" y="4370388"/>
            <a:ext cx="3427413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5" name="Rectangle 28">
            <a:extLst>
              <a:ext uri="{FF2B5EF4-FFF2-40B4-BE49-F238E27FC236}">
                <a16:creationId xmlns:a16="http://schemas.microsoft.com/office/drawing/2014/main" id="{8546DD4E-C6BF-4021-944E-E889D834B1B3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270000" y="3860800"/>
            <a:ext cx="12700" cy="509588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6" name="Rectangle 29">
            <a:extLst>
              <a:ext uri="{FF2B5EF4-FFF2-40B4-BE49-F238E27FC236}">
                <a16:creationId xmlns:a16="http://schemas.microsoft.com/office/drawing/2014/main" id="{0111C9CB-896B-42E3-AD29-59A397A71FB0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603500" y="3913188"/>
            <a:ext cx="3730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PC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7" name="Freeform 30">
            <a:extLst>
              <a:ext uri="{FF2B5EF4-FFF2-40B4-BE49-F238E27FC236}">
                <a16:creationId xmlns:a16="http://schemas.microsoft.com/office/drawing/2014/main" id="{C7F9CB6B-C35A-4E51-A972-9B18317592B0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4849813" y="4776788"/>
            <a:ext cx="190500" cy="101600"/>
          </a:xfrm>
          <a:custGeom>
            <a:avLst/>
            <a:gdLst>
              <a:gd name="T0" fmla="*/ 0 w 120"/>
              <a:gd name="T1" fmla="*/ 2147483647 h 64"/>
              <a:gd name="T2" fmla="*/ 0 w 120"/>
              <a:gd name="T3" fmla="*/ 0 h 64"/>
              <a:gd name="T4" fmla="*/ 0 w 120"/>
              <a:gd name="T5" fmla="*/ 0 h 64"/>
              <a:gd name="T6" fmla="*/ 0 w 120"/>
              <a:gd name="T7" fmla="*/ 0 h 64"/>
              <a:gd name="T8" fmla="*/ 2147483647 w 120"/>
              <a:gd name="T9" fmla="*/ 2147483647 h 64"/>
              <a:gd name="T10" fmla="*/ 2147483647 w 120"/>
              <a:gd name="T11" fmla="*/ 2147483647 h 64"/>
              <a:gd name="T12" fmla="*/ 2147483647 w 120"/>
              <a:gd name="T13" fmla="*/ 2147483647 h 64"/>
              <a:gd name="T14" fmla="*/ 0 w 120"/>
              <a:gd name="T15" fmla="*/ 2147483647 h 64"/>
              <a:gd name="T16" fmla="*/ 0 w 120"/>
              <a:gd name="T17" fmla="*/ 2147483647 h 64"/>
              <a:gd name="T18" fmla="*/ 0 w 120"/>
              <a:gd name="T19" fmla="*/ 2147483647 h 64"/>
              <a:gd name="T20" fmla="*/ 0 w 120"/>
              <a:gd name="T21" fmla="*/ 2147483647 h 64"/>
              <a:gd name="T22" fmla="*/ 2147483647 w 120"/>
              <a:gd name="T23" fmla="*/ 2147483647 h 64"/>
              <a:gd name="T24" fmla="*/ 2147483647 w 120"/>
              <a:gd name="T25" fmla="*/ 2147483647 h 64"/>
              <a:gd name="T26" fmla="*/ 2147483647 w 120"/>
              <a:gd name="T27" fmla="*/ 2147483647 h 64"/>
              <a:gd name="T28" fmla="*/ 0 w 120"/>
              <a:gd name="T29" fmla="*/ 2147483647 h 64"/>
              <a:gd name="T30" fmla="*/ 0 w 120"/>
              <a:gd name="T31" fmla="*/ 0 h 64"/>
              <a:gd name="T32" fmla="*/ 2147483647 w 120"/>
              <a:gd name="T33" fmla="*/ 0 h 64"/>
              <a:gd name="T34" fmla="*/ 2147483647 w 120"/>
              <a:gd name="T35" fmla="*/ 2147483647 h 64"/>
              <a:gd name="T36" fmla="*/ 0 w 120"/>
              <a:gd name="T37" fmla="*/ 2147483647 h 64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0"/>
              <a:gd name="T58" fmla="*/ 0 h 64"/>
              <a:gd name="T59" fmla="*/ 120 w 120"/>
              <a:gd name="T60" fmla="*/ 64 h 64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0" h="64">
                <a:moveTo>
                  <a:pt x="0" y="24"/>
                </a:moveTo>
                <a:lnTo>
                  <a:pt x="0" y="0"/>
                </a:lnTo>
                <a:lnTo>
                  <a:pt x="96" y="24"/>
                </a:lnTo>
                <a:lnTo>
                  <a:pt x="120" y="24"/>
                </a:lnTo>
                <a:lnTo>
                  <a:pt x="96" y="32"/>
                </a:lnTo>
                <a:lnTo>
                  <a:pt x="0" y="64"/>
                </a:lnTo>
                <a:lnTo>
                  <a:pt x="0" y="56"/>
                </a:lnTo>
                <a:lnTo>
                  <a:pt x="96" y="24"/>
                </a:lnTo>
                <a:lnTo>
                  <a:pt x="96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98" name="Freeform 31">
            <a:extLst>
              <a:ext uri="{FF2B5EF4-FFF2-40B4-BE49-F238E27FC236}">
                <a16:creationId xmlns:a16="http://schemas.microsoft.com/office/drawing/2014/main" id="{DB65E2F2-F885-4660-9C74-13A739D59270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4849813" y="4814888"/>
            <a:ext cx="12700" cy="50800"/>
          </a:xfrm>
          <a:custGeom>
            <a:avLst/>
            <a:gdLst>
              <a:gd name="T0" fmla="*/ 0 w 8"/>
              <a:gd name="T1" fmla="*/ 2147483647 h 32"/>
              <a:gd name="T2" fmla="*/ 0 w 8"/>
              <a:gd name="T3" fmla="*/ 0 h 32"/>
              <a:gd name="T4" fmla="*/ 2147483647 w 8"/>
              <a:gd name="T5" fmla="*/ 0 h 32"/>
              <a:gd name="T6" fmla="*/ 2147483647 w 8"/>
              <a:gd name="T7" fmla="*/ 0 h 32"/>
              <a:gd name="T8" fmla="*/ 2147483647 w 8"/>
              <a:gd name="T9" fmla="*/ 0 h 32"/>
              <a:gd name="T10" fmla="*/ 2147483647 w 8"/>
              <a:gd name="T11" fmla="*/ 2147483647 h 32"/>
              <a:gd name="T12" fmla="*/ 0 w 8"/>
              <a:gd name="T13" fmla="*/ 2147483647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32"/>
              <a:gd name="T23" fmla="*/ 8 w 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32">
                <a:moveTo>
                  <a:pt x="0" y="32"/>
                </a:moveTo>
                <a:lnTo>
                  <a:pt x="0" y="0"/>
                </a:lnTo>
                <a:lnTo>
                  <a:pt x="8" y="0"/>
                </a:lnTo>
                <a:lnTo>
                  <a:pt x="8" y="32"/>
                </a:lnTo>
                <a:lnTo>
                  <a:pt x="0" y="32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99" name="Freeform 32">
            <a:extLst>
              <a:ext uri="{FF2B5EF4-FFF2-40B4-BE49-F238E27FC236}">
                <a16:creationId xmlns:a16="http://schemas.microsoft.com/office/drawing/2014/main" id="{4C96D6B4-360F-4609-9D38-8CB033B203F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4849813" y="4776788"/>
            <a:ext cx="152400" cy="88900"/>
          </a:xfrm>
          <a:custGeom>
            <a:avLst/>
            <a:gdLst>
              <a:gd name="T0" fmla="*/ 0 w 96"/>
              <a:gd name="T1" fmla="*/ 2147483647 h 56"/>
              <a:gd name="T2" fmla="*/ 0 w 96"/>
              <a:gd name="T3" fmla="*/ 0 h 56"/>
              <a:gd name="T4" fmla="*/ 2147483647 w 96"/>
              <a:gd name="T5" fmla="*/ 2147483647 h 56"/>
              <a:gd name="T6" fmla="*/ 0 w 96"/>
              <a:gd name="T7" fmla="*/ 2147483647 h 56"/>
              <a:gd name="T8" fmla="*/ 0 w 96"/>
              <a:gd name="T9" fmla="*/ 2147483647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6"/>
              <a:gd name="T17" fmla="*/ 96 w 9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6">
                <a:moveTo>
                  <a:pt x="0" y="24"/>
                </a:moveTo>
                <a:lnTo>
                  <a:pt x="0" y="0"/>
                </a:lnTo>
                <a:lnTo>
                  <a:pt x="96" y="24"/>
                </a:lnTo>
                <a:lnTo>
                  <a:pt x="0" y="56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00" name="Rectangle 33">
            <a:extLst>
              <a:ext uri="{FF2B5EF4-FFF2-40B4-BE49-F238E27FC236}">
                <a16:creationId xmlns:a16="http://schemas.microsoft.com/office/drawing/2014/main" id="{A3D09BAC-0F49-453C-9273-0562E157B431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603500" y="4395788"/>
            <a:ext cx="12700" cy="15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1" name="Rectangle 34">
            <a:extLst>
              <a:ext uri="{FF2B5EF4-FFF2-40B4-BE49-F238E27FC236}">
                <a16:creationId xmlns:a16="http://schemas.microsoft.com/office/drawing/2014/main" id="{76FE9543-610A-4865-ADDF-E7461CFF76D3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603500" y="4395788"/>
            <a:ext cx="12700" cy="4318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2" name="Rectangle 35">
            <a:extLst>
              <a:ext uri="{FF2B5EF4-FFF2-40B4-BE49-F238E27FC236}">
                <a16:creationId xmlns:a16="http://schemas.microsoft.com/office/drawing/2014/main" id="{FFE653FA-3D1E-43AA-B6BD-0734274BB2FA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849813" y="4814888"/>
            <a:ext cx="1587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3" name="Rectangle 36">
            <a:extLst>
              <a:ext uri="{FF2B5EF4-FFF2-40B4-BE49-F238E27FC236}">
                <a16:creationId xmlns:a16="http://schemas.microsoft.com/office/drawing/2014/main" id="{1C933F0F-9189-4E7E-B58C-3664214AB04C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2603500" y="4814888"/>
            <a:ext cx="2246313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4" name="Freeform 37">
            <a:extLst>
              <a:ext uri="{FF2B5EF4-FFF2-40B4-BE49-F238E27FC236}">
                <a16:creationId xmlns:a16="http://schemas.microsoft.com/office/drawing/2014/main" id="{B4495612-506E-418F-83B5-BD3680A8E06C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5040313" y="4611688"/>
            <a:ext cx="431800" cy="419100"/>
          </a:xfrm>
          <a:custGeom>
            <a:avLst/>
            <a:gdLst>
              <a:gd name="T0" fmla="*/ 2147483647 w 272"/>
              <a:gd name="T1" fmla="*/ 2147483647 h 264"/>
              <a:gd name="T2" fmla="*/ 2147483647 w 272"/>
              <a:gd name="T3" fmla="*/ 2147483647 h 264"/>
              <a:gd name="T4" fmla="*/ 2147483647 w 272"/>
              <a:gd name="T5" fmla="*/ 2147483647 h 264"/>
              <a:gd name="T6" fmla="*/ 2147483647 w 272"/>
              <a:gd name="T7" fmla="*/ 2147483647 h 264"/>
              <a:gd name="T8" fmla="*/ 2147483647 w 272"/>
              <a:gd name="T9" fmla="*/ 2147483647 h 264"/>
              <a:gd name="T10" fmla="*/ 2147483647 w 272"/>
              <a:gd name="T11" fmla="*/ 2147483647 h 264"/>
              <a:gd name="T12" fmla="*/ 2147483647 w 272"/>
              <a:gd name="T13" fmla="*/ 2147483647 h 264"/>
              <a:gd name="T14" fmla="*/ 2147483647 w 272"/>
              <a:gd name="T15" fmla="*/ 2147483647 h 264"/>
              <a:gd name="T16" fmla="*/ 2147483647 w 272"/>
              <a:gd name="T17" fmla="*/ 2147483647 h 264"/>
              <a:gd name="T18" fmla="*/ 2147483647 w 272"/>
              <a:gd name="T19" fmla="*/ 2147483647 h 264"/>
              <a:gd name="T20" fmla="*/ 2147483647 w 272"/>
              <a:gd name="T21" fmla="*/ 2147483647 h 264"/>
              <a:gd name="T22" fmla="*/ 2147483647 w 272"/>
              <a:gd name="T23" fmla="*/ 2147483647 h 264"/>
              <a:gd name="T24" fmla="*/ 2147483647 w 272"/>
              <a:gd name="T25" fmla="*/ 2147483647 h 264"/>
              <a:gd name="T26" fmla="*/ 2147483647 w 272"/>
              <a:gd name="T27" fmla="*/ 2147483647 h 264"/>
              <a:gd name="T28" fmla="*/ 2147483647 w 272"/>
              <a:gd name="T29" fmla="*/ 2147483647 h 264"/>
              <a:gd name="T30" fmla="*/ 2147483647 w 272"/>
              <a:gd name="T31" fmla="*/ 2147483647 h 264"/>
              <a:gd name="T32" fmla="*/ 2147483647 w 272"/>
              <a:gd name="T33" fmla="*/ 2147483647 h 264"/>
              <a:gd name="T34" fmla="*/ 2147483647 w 272"/>
              <a:gd name="T35" fmla="*/ 2147483647 h 264"/>
              <a:gd name="T36" fmla="*/ 2147483647 w 272"/>
              <a:gd name="T37" fmla="*/ 2147483647 h 264"/>
              <a:gd name="T38" fmla="*/ 2147483647 w 272"/>
              <a:gd name="T39" fmla="*/ 2147483647 h 264"/>
              <a:gd name="T40" fmla="*/ 2147483647 w 272"/>
              <a:gd name="T41" fmla="*/ 2147483647 h 264"/>
              <a:gd name="T42" fmla="*/ 2147483647 w 272"/>
              <a:gd name="T43" fmla="*/ 2147483647 h 264"/>
              <a:gd name="T44" fmla="*/ 2147483647 w 272"/>
              <a:gd name="T45" fmla="*/ 2147483647 h 264"/>
              <a:gd name="T46" fmla="*/ 2147483647 w 272"/>
              <a:gd name="T47" fmla="*/ 2147483647 h 264"/>
              <a:gd name="T48" fmla="*/ 2147483647 w 272"/>
              <a:gd name="T49" fmla="*/ 2147483647 h 264"/>
              <a:gd name="T50" fmla="*/ 2147483647 w 272"/>
              <a:gd name="T51" fmla="*/ 2147483647 h 264"/>
              <a:gd name="T52" fmla="*/ 2147483647 w 272"/>
              <a:gd name="T53" fmla="*/ 2147483647 h 264"/>
              <a:gd name="T54" fmla="*/ 2147483647 w 272"/>
              <a:gd name="T55" fmla="*/ 2147483647 h 264"/>
              <a:gd name="T56" fmla="*/ 2147483647 w 272"/>
              <a:gd name="T57" fmla="*/ 2147483647 h 264"/>
              <a:gd name="T58" fmla="*/ 2147483647 w 272"/>
              <a:gd name="T59" fmla="*/ 2147483647 h 264"/>
              <a:gd name="T60" fmla="*/ 2147483647 w 272"/>
              <a:gd name="T61" fmla="*/ 2147483647 h 264"/>
              <a:gd name="T62" fmla="*/ 2147483647 w 272"/>
              <a:gd name="T63" fmla="*/ 2147483647 h 264"/>
              <a:gd name="T64" fmla="*/ 2147483647 w 272"/>
              <a:gd name="T65" fmla="*/ 2147483647 h 264"/>
              <a:gd name="T66" fmla="*/ 2147483647 w 272"/>
              <a:gd name="T67" fmla="*/ 2147483647 h 264"/>
              <a:gd name="T68" fmla="*/ 2147483647 w 272"/>
              <a:gd name="T69" fmla="*/ 2147483647 h 264"/>
              <a:gd name="T70" fmla="*/ 0 w 272"/>
              <a:gd name="T71" fmla="*/ 2147483647 h 264"/>
              <a:gd name="T72" fmla="*/ 0 w 272"/>
              <a:gd name="T73" fmla="*/ 2147483647 h 264"/>
              <a:gd name="T74" fmla="*/ 2147483647 w 272"/>
              <a:gd name="T75" fmla="*/ 2147483647 h 264"/>
              <a:gd name="T76" fmla="*/ 2147483647 w 272"/>
              <a:gd name="T77" fmla="*/ 2147483647 h 264"/>
              <a:gd name="T78" fmla="*/ 2147483647 w 272"/>
              <a:gd name="T79" fmla="*/ 2147483647 h 264"/>
              <a:gd name="T80" fmla="*/ 2147483647 w 272"/>
              <a:gd name="T81" fmla="*/ 2147483647 h 264"/>
              <a:gd name="T82" fmla="*/ 2147483647 w 272"/>
              <a:gd name="T83" fmla="*/ 0 h 264"/>
              <a:gd name="T84" fmla="*/ 2147483647 w 272"/>
              <a:gd name="T85" fmla="*/ 0 h 264"/>
              <a:gd name="T86" fmla="*/ 2147483647 w 272"/>
              <a:gd name="T87" fmla="*/ 2147483647 h 264"/>
              <a:gd name="T88" fmla="*/ 2147483647 w 272"/>
              <a:gd name="T89" fmla="*/ 2147483647 h 264"/>
              <a:gd name="T90" fmla="*/ 2147483647 w 272"/>
              <a:gd name="T91" fmla="*/ 2147483647 h 264"/>
              <a:gd name="T92" fmla="*/ 2147483647 w 272"/>
              <a:gd name="T93" fmla="*/ 2147483647 h 264"/>
              <a:gd name="T94" fmla="*/ 2147483647 w 272"/>
              <a:gd name="T95" fmla="*/ 2147483647 h 2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72"/>
              <a:gd name="T145" fmla="*/ 0 h 264"/>
              <a:gd name="T146" fmla="*/ 272 w 272"/>
              <a:gd name="T147" fmla="*/ 264 h 264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72" h="264">
                <a:moveTo>
                  <a:pt x="264" y="128"/>
                </a:moveTo>
                <a:lnTo>
                  <a:pt x="256" y="80"/>
                </a:lnTo>
                <a:lnTo>
                  <a:pt x="256" y="88"/>
                </a:lnTo>
                <a:lnTo>
                  <a:pt x="224" y="40"/>
                </a:lnTo>
                <a:lnTo>
                  <a:pt x="184" y="16"/>
                </a:lnTo>
                <a:lnTo>
                  <a:pt x="136" y="8"/>
                </a:lnTo>
                <a:lnTo>
                  <a:pt x="80" y="16"/>
                </a:lnTo>
                <a:lnTo>
                  <a:pt x="88" y="16"/>
                </a:lnTo>
                <a:lnTo>
                  <a:pt x="48" y="40"/>
                </a:lnTo>
                <a:lnTo>
                  <a:pt x="16" y="88"/>
                </a:lnTo>
                <a:lnTo>
                  <a:pt x="16" y="80"/>
                </a:lnTo>
                <a:lnTo>
                  <a:pt x="8" y="128"/>
                </a:lnTo>
                <a:lnTo>
                  <a:pt x="16" y="176"/>
                </a:lnTo>
                <a:lnTo>
                  <a:pt x="48" y="216"/>
                </a:lnTo>
                <a:lnTo>
                  <a:pt x="88" y="248"/>
                </a:lnTo>
                <a:lnTo>
                  <a:pt x="80" y="248"/>
                </a:lnTo>
                <a:lnTo>
                  <a:pt x="136" y="256"/>
                </a:lnTo>
                <a:lnTo>
                  <a:pt x="184" y="248"/>
                </a:lnTo>
                <a:lnTo>
                  <a:pt x="224" y="216"/>
                </a:lnTo>
                <a:lnTo>
                  <a:pt x="256" y="176"/>
                </a:lnTo>
                <a:lnTo>
                  <a:pt x="264" y="128"/>
                </a:lnTo>
                <a:lnTo>
                  <a:pt x="272" y="128"/>
                </a:lnTo>
                <a:lnTo>
                  <a:pt x="264" y="176"/>
                </a:lnTo>
                <a:lnTo>
                  <a:pt x="264" y="184"/>
                </a:lnTo>
                <a:lnTo>
                  <a:pt x="232" y="224"/>
                </a:lnTo>
                <a:lnTo>
                  <a:pt x="192" y="256"/>
                </a:lnTo>
                <a:lnTo>
                  <a:pt x="184" y="256"/>
                </a:lnTo>
                <a:lnTo>
                  <a:pt x="136" y="264"/>
                </a:lnTo>
                <a:lnTo>
                  <a:pt x="80" y="256"/>
                </a:lnTo>
                <a:lnTo>
                  <a:pt x="40" y="224"/>
                </a:lnTo>
                <a:lnTo>
                  <a:pt x="8" y="184"/>
                </a:lnTo>
                <a:lnTo>
                  <a:pt x="8" y="176"/>
                </a:lnTo>
                <a:lnTo>
                  <a:pt x="0" y="128"/>
                </a:lnTo>
                <a:lnTo>
                  <a:pt x="8" y="80"/>
                </a:lnTo>
                <a:lnTo>
                  <a:pt x="40" y="32"/>
                </a:lnTo>
                <a:lnTo>
                  <a:pt x="80" y="8"/>
                </a:lnTo>
                <a:lnTo>
                  <a:pt x="136" y="0"/>
                </a:lnTo>
                <a:lnTo>
                  <a:pt x="184" y="8"/>
                </a:lnTo>
                <a:lnTo>
                  <a:pt x="192" y="8"/>
                </a:lnTo>
                <a:lnTo>
                  <a:pt x="232" y="32"/>
                </a:lnTo>
                <a:lnTo>
                  <a:pt x="264" y="80"/>
                </a:lnTo>
                <a:lnTo>
                  <a:pt x="272" y="128"/>
                </a:lnTo>
                <a:lnTo>
                  <a:pt x="264" y="128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05" name="Freeform 38">
            <a:extLst>
              <a:ext uri="{FF2B5EF4-FFF2-40B4-BE49-F238E27FC236}">
                <a16:creationId xmlns:a16="http://schemas.microsoft.com/office/drawing/2014/main" id="{8791640C-DF2D-499B-9AE2-3D94F795E377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5459413" y="4814888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7 w 8"/>
              <a:gd name="T7" fmla="*/ 0 h 1587"/>
              <a:gd name="T8" fmla="*/ 2147483647 w 8"/>
              <a:gd name="T9" fmla="*/ 0 h 1587"/>
              <a:gd name="T10" fmla="*/ 2147483647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06" name="Rectangle 39">
            <a:extLst>
              <a:ext uri="{FF2B5EF4-FFF2-40B4-BE49-F238E27FC236}">
                <a16:creationId xmlns:a16="http://schemas.microsoft.com/office/drawing/2014/main" id="{87030143-714A-4A79-891C-485A4CCA32DF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256213" y="4700588"/>
            <a:ext cx="12700" cy="15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7" name="Rectangle 40">
            <a:extLst>
              <a:ext uri="{FF2B5EF4-FFF2-40B4-BE49-F238E27FC236}">
                <a16:creationId xmlns:a16="http://schemas.microsoft.com/office/drawing/2014/main" id="{34AC01F5-3080-41EB-A061-01D141559BB5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256213" y="4929188"/>
            <a:ext cx="12700" cy="15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8" name="Rectangle 41">
            <a:extLst>
              <a:ext uri="{FF2B5EF4-FFF2-40B4-BE49-F238E27FC236}">
                <a16:creationId xmlns:a16="http://schemas.microsoft.com/office/drawing/2014/main" id="{275AE1A6-6144-4B5C-B1B8-B63172198F05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256213" y="4700588"/>
            <a:ext cx="12700" cy="2286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09" name="Rectangle 42">
            <a:extLst>
              <a:ext uri="{FF2B5EF4-FFF2-40B4-BE49-F238E27FC236}">
                <a16:creationId xmlns:a16="http://schemas.microsoft.com/office/drawing/2014/main" id="{772DE989-D851-44C8-AADC-A64D056B1B0A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129213" y="4814888"/>
            <a:ext cx="1587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10" name="Rectangle 43">
            <a:extLst>
              <a:ext uri="{FF2B5EF4-FFF2-40B4-BE49-F238E27FC236}">
                <a16:creationId xmlns:a16="http://schemas.microsoft.com/office/drawing/2014/main" id="{719ED601-326D-4842-9C5A-778C2B7E2F3C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370513" y="4814888"/>
            <a:ext cx="1587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11" name="Rectangle 44">
            <a:extLst>
              <a:ext uri="{FF2B5EF4-FFF2-40B4-BE49-F238E27FC236}">
                <a16:creationId xmlns:a16="http://schemas.microsoft.com/office/drawing/2014/main" id="{D33CD6ED-B9CC-4E57-B607-D8C0C089BF70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129213" y="4814888"/>
            <a:ext cx="2413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12" name="Freeform 45">
            <a:extLst>
              <a:ext uri="{FF2B5EF4-FFF2-40B4-BE49-F238E27FC236}">
                <a16:creationId xmlns:a16="http://schemas.microsoft.com/office/drawing/2014/main" id="{97ED7762-A92D-4980-ACBE-D484D98ECD80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5192713" y="4433888"/>
            <a:ext cx="101600" cy="190500"/>
          </a:xfrm>
          <a:custGeom>
            <a:avLst/>
            <a:gdLst>
              <a:gd name="T0" fmla="*/ 2147483647 w 64"/>
              <a:gd name="T1" fmla="*/ 0 h 120"/>
              <a:gd name="T2" fmla="*/ 2147483647 w 64"/>
              <a:gd name="T3" fmla="*/ 0 h 120"/>
              <a:gd name="T4" fmla="*/ 2147483647 w 64"/>
              <a:gd name="T5" fmla="*/ 0 h 120"/>
              <a:gd name="T6" fmla="*/ 2147483647 w 64"/>
              <a:gd name="T7" fmla="*/ 0 h 120"/>
              <a:gd name="T8" fmla="*/ 2147483647 w 64"/>
              <a:gd name="T9" fmla="*/ 2147483647 h 120"/>
              <a:gd name="T10" fmla="*/ 2147483647 w 64"/>
              <a:gd name="T11" fmla="*/ 2147483647 h 120"/>
              <a:gd name="T12" fmla="*/ 2147483647 w 64"/>
              <a:gd name="T13" fmla="*/ 2147483647 h 120"/>
              <a:gd name="T14" fmla="*/ 0 w 64"/>
              <a:gd name="T15" fmla="*/ 0 h 120"/>
              <a:gd name="T16" fmla="*/ 0 w 64"/>
              <a:gd name="T17" fmla="*/ 0 h 120"/>
              <a:gd name="T18" fmla="*/ 2147483647 w 64"/>
              <a:gd name="T19" fmla="*/ 0 h 120"/>
              <a:gd name="T20" fmla="*/ 2147483647 w 64"/>
              <a:gd name="T21" fmla="*/ 0 h 120"/>
              <a:gd name="T22" fmla="*/ 2147483647 w 64"/>
              <a:gd name="T23" fmla="*/ 2147483647 h 120"/>
              <a:gd name="T24" fmla="*/ 2147483647 w 64"/>
              <a:gd name="T25" fmla="*/ 2147483647 h 120"/>
              <a:gd name="T26" fmla="*/ 2147483647 w 64"/>
              <a:gd name="T27" fmla="*/ 2147483647 h 120"/>
              <a:gd name="T28" fmla="*/ 2147483647 w 64"/>
              <a:gd name="T29" fmla="*/ 0 h 120"/>
              <a:gd name="T30" fmla="*/ 2147483647 w 64"/>
              <a:gd name="T31" fmla="*/ 0 h 120"/>
              <a:gd name="T32" fmla="*/ 2147483647 w 64"/>
              <a:gd name="T33" fmla="*/ 2147483647 h 120"/>
              <a:gd name="T34" fmla="*/ 2147483647 w 64"/>
              <a:gd name="T35" fmla="*/ 2147483647 h 120"/>
              <a:gd name="T36" fmla="*/ 2147483647 w 64"/>
              <a:gd name="T37" fmla="*/ 0 h 1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0"/>
              <a:gd name="T59" fmla="*/ 64 w 64"/>
              <a:gd name="T60" fmla="*/ 120 h 12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0">
                <a:moveTo>
                  <a:pt x="40" y="0"/>
                </a:moveTo>
                <a:lnTo>
                  <a:pt x="64" y="0"/>
                </a:lnTo>
                <a:lnTo>
                  <a:pt x="40" y="96"/>
                </a:lnTo>
                <a:lnTo>
                  <a:pt x="40" y="120"/>
                </a:lnTo>
                <a:lnTo>
                  <a:pt x="32" y="96"/>
                </a:lnTo>
                <a:lnTo>
                  <a:pt x="0" y="0"/>
                </a:lnTo>
                <a:lnTo>
                  <a:pt x="8" y="0"/>
                </a:lnTo>
                <a:lnTo>
                  <a:pt x="40" y="96"/>
                </a:lnTo>
                <a:lnTo>
                  <a:pt x="32" y="96"/>
                </a:lnTo>
                <a:lnTo>
                  <a:pt x="56" y="0"/>
                </a:lnTo>
                <a:lnTo>
                  <a:pt x="64" y="0"/>
                </a:lnTo>
                <a:lnTo>
                  <a:pt x="64" y="8"/>
                </a:lnTo>
                <a:lnTo>
                  <a:pt x="40" y="8"/>
                </a:lnTo>
                <a:lnTo>
                  <a:pt x="40" y="0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13" name="Freeform 46">
            <a:extLst>
              <a:ext uri="{FF2B5EF4-FFF2-40B4-BE49-F238E27FC236}">
                <a16:creationId xmlns:a16="http://schemas.microsoft.com/office/drawing/2014/main" id="{6D387D57-38C4-4BF8-BCC1-76123BA25468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5205413" y="4433888"/>
            <a:ext cx="50800" cy="12700"/>
          </a:xfrm>
          <a:custGeom>
            <a:avLst/>
            <a:gdLst>
              <a:gd name="T0" fmla="*/ 0 w 32"/>
              <a:gd name="T1" fmla="*/ 0 h 8"/>
              <a:gd name="T2" fmla="*/ 2147483647 w 32"/>
              <a:gd name="T3" fmla="*/ 0 h 8"/>
              <a:gd name="T4" fmla="*/ 2147483647 w 32"/>
              <a:gd name="T5" fmla="*/ 2147483647 h 8"/>
              <a:gd name="T6" fmla="*/ 2147483647 w 32"/>
              <a:gd name="T7" fmla="*/ 2147483647 h 8"/>
              <a:gd name="T8" fmla="*/ 2147483647 w 32"/>
              <a:gd name="T9" fmla="*/ 2147483647 h 8"/>
              <a:gd name="T10" fmla="*/ 0 w 32"/>
              <a:gd name="T11" fmla="*/ 2147483647 h 8"/>
              <a:gd name="T12" fmla="*/ 0 w 32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8"/>
              <a:gd name="T23" fmla="*/ 32 w 32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8">
                <a:moveTo>
                  <a:pt x="0" y="0"/>
                </a:moveTo>
                <a:lnTo>
                  <a:pt x="32" y="0"/>
                </a:lnTo>
                <a:lnTo>
                  <a:pt x="32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14" name="Freeform 47">
            <a:extLst>
              <a:ext uri="{FF2B5EF4-FFF2-40B4-BE49-F238E27FC236}">
                <a16:creationId xmlns:a16="http://schemas.microsoft.com/office/drawing/2014/main" id="{5BADD762-BBC0-4078-90AC-5E8584AF46E8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5205413" y="4433888"/>
            <a:ext cx="88900" cy="152400"/>
          </a:xfrm>
          <a:custGeom>
            <a:avLst/>
            <a:gdLst>
              <a:gd name="T0" fmla="*/ 2147483647 w 56"/>
              <a:gd name="T1" fmla="*/ 0 h 96"/>
              <a:gd name="T2" fmla="*/ 2147483647 w 56"/>
              <a:gd name="T3" fmla="*/ 0 h 96"/>
              <a:gd name="T4" fmla="*/ 2147483647 w 56"/>
              <a:gd name="T5" fmla="*/ 2147483647 h 96"/>
              <a:gd name="T6" fmla="*/ 0 w 56"/>
              <a:gd name="T7" fmla="*/ 0 h 96"/>
              <a:gd name="T8" fmla="*/ 2147483647 w 5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96"/>
              <a:gd name="T17" fmla="*/ 56 w 5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96">
                <a:moveTo>
                  <a:pt x="32" y="0"/>
                </a:moveTo>
                <a:lnTo>
                  <a:pt x="56" y="0"/>
                </a:lnTo>
                <a:lnTo>
                  <a:pt x="32" y="96"/>
                </a:ln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15" name="Rectangle 48">
            <a:extLst>
              <a:ext uri="{FF2B5EF4-FFF2-40B4-BE49-F238E27FC236}">
                <a16:creationId xmlns:a16="http://schemas.microsoft.com/office/drawing/2014/main" id="{E5BC6748-DA43-429B-AA02-548B085EDF59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256213" y="3467100"/>
            <a:ext cx="12700" cy="1588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16" name="Rectangle 49">
            <a:extLst>
              <a:ext uri="{FF2B5EF4-FFF2-40B4-BE49-F238E27FC236}">
                <a16:creationId xmlns:a16="http://schemas.microsoft.com/office/drawing/2014/main" id="{F1AEA212-7E39-4633-89CF-88E8FDD953F9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256213" y="4421188"/>
            <a:ext cx="12700" cy="15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17" name="Rectangle 50">
            <a:extLst>
              <a:ext uri="{FF2B5EF4-FFF2-40B4-BE49-F238E27FC236}">
                <a16:creationId xmlns:a16="http://schemas.microsoft.com/office/drawing/2014/main" id="{7BFB3397-CD4F-452D-9AA9-1BBFA595C73C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256213" y="3467100"/>
            <a:ext cx="12700" cy="954088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18" name="Freeform 51">
            <a:extLst>
              <a:ext uri="{FF2B5EF4-FFF2-40B4-BE49-F238E27FC236}">
                <a16:creationId xmlns:a16="http://schemas.microsoft.com/office/drawing/2014/main" id="{079DC85A-F951-4DCA-8E2A-3DC9FF8699A5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6551613" y="5487988"/>
            <a:ext cx="203200" cy="103187"/>
          </a:xfrm>
          <a:custGeom>
            <a:avLst/>
            <a:gdLst>
              <a:gd name="T0" fmla="*/ 0 w 128"/>
              <a:gd name="T1" fmla="*/ 2147483647 h 65"/>
              <a:gd name="T2" fmla="*/ 0 w 128"/>
              <a:gd name="T3" fmla="*/ 0 h 65"/>
              <a:gd name="T4" fmla="*/ 0 w 128"/>
              <a:gd name="T5" fmla="*/ 0 h 65"/>
              <a:gd name="T6" fmla="*/ 0 w 128"/>
              <a:gd name="T7" fmla="*/ 0 h 65"/>
              <a:gd name="T8" fmla="*/ 2147483647 w 128"/>
              <a:gd name="T9" fmla="*/ 2147483647 h 65"/>
              <a:gd name="T10" fmla="*/ 2147483647 w 128"/>
              <a:gd name="T11" fmla="*/ 2147483647 h 65"/>
              <a:gd name="T12" fmla="*/ 2147483647 w 128"/>
              <a:gd name="T13" fmla="*/ 2147483647 h 65"/>
              <a:gd name="T14" fmla="*/ 0 w 128"/>
              <a:gd name="T15" fmla="*/ 2147483647 h 65"/>
              <a:gd name="T16" fmla="*/ 0 w 128"/>
              <a:gd name="T17" fmla="*/ 2147483647 h 65"/>
              <a:gd name="T18" fmla="*/ 0 w 128"/>
              <a:gd name="T19" fmla="*/ 2147483647 h 65"/>
              <a:gd name="T20" fmla="*/ 0 w 128"/>
              <a:gd name="T21" fmla="*/ 2147483647 h 65"/>
              <a:gd name="T22" fmla="*/ 2147483647 w 128"/>
              <a:gd name="T23" fmla="*/ 2147483647 h 65"/>
              <a:gd name="T24" fmla="*/ 2147483647 w 128"/>
              <a:gd name="T25" fmla="*/ 2147483647 h 65"/>
              <a:gd name="T26" fmla="*/ 2147483647 w 128"/>
              <a:gd name="T27" fmla="*/ 2147483647 h 65"/>
              <a:gd name="T28" fmla="*/ 0 w 128"/>
              <a:gd name="T29" fmla="*/ 2147483647 h 65"/>
              <a:gd name="T30" fmla="*/ 0 w 128"/>
              <a:gd name="T31" fmla="*/ 0 h 65"/>
              <a:gd name="T32" fmla="*/ 2147483647 w 128"/>
              <a:gd name="T33" fmla="*/ 0 h 65"/>
              <a:gd name="T34" fmla="*/ 2147483647 w 128"/>
              <a:gd name="T35" fmla="*/ 2147483647 h 65"/>
              <a:gd name="T36" fmla="*/ 0 w 128"/>
              <a:gd name="T37" fmla="*/ 2147483647 h 6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8"/>
              <a:gd name="T58" fmla="*/ 0 h 65"/>
              <a:gd name="T59" fmla="*/ 128 w 128"/>
              <a:gd name="T60" fmla="*/ 65 h 6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8" h="65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128" y="24"/>
                </a:lnTo>
                <a:lnTo>
                  <a:pt x="104" y="32"/>
                </a:lnTo>
                <a:lnTo>
                  <a:pt x="0" y="65"/>
                </a:lnTo>
                <a:lnTo>
                  <a:pt x="0" y="57"/>
                </a:lnTo>
                <a:lnTo>
                  <a:pt x="104" y="24"/>
                </a:lnTo>
                <a:lnTo>
                  <a:pt x="104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19" name="Freeform 52">
            <a:extLst>
              <a:ext uri="{FF2B5EF4-FFF2-40B4-BE49-F238E27FC236}">
                <a16:creationId xmlns:a16="http://schemas.microsoft.com/office/drawing/2014/main" id="{DBF11047-1035-4A58-941B-E194F821D858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6551613" y="5526088"/>
            <a:ext cx="12700" cy="52387"/>
          </a:xfrm>
          <a:custGeom>
            <a:avLst/>
            <a:gdLst>
              <a:gd name="T0" fmla="*/ 0 w 8"/>
              <a:gd name="T1" fmla="*/ 2147483647 h 33"/>
              <a:gd name="T2" fmla="*/ 0 w 8"/>
              <a:gd name="T3" fmla="*/ 0 h 33"/>
              <a:gd name="T4" fmla="*/ 2147483647 w 8"/>
              <a:gd name="T5" fmla="*/ 0 h 33"/>
              <a:gd name="T6" fmla="*/ 2147483647 w 8"/>
              <a:gd name="T7" fmla="*/ 0 h 33"/>
              <a:gd name="T8" fmla="*/ 2147483647 w 8"/>
              <a:gd name="T9" fmla="*/ 0 h 33"/>
              <a:gd name="T10" fmla="*/ 2147483647 w 8"/>
              <a:gd name="T11" fmla="*/ 2147483647 h 33"/>
              <a:gd name="T12" fmla="*/ 0 w 8"/>
              <a:gd name="T13" fmla="*/ 2147483647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33"/>
              <a:gd name="T23" fmla="*/ 8 w 8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33">
                <a:moveTo>
                  <a:pt x="0" y="33"/>
                </a:moveTo>
                <a:lnTo>
                  <a:pt x="0" y="0"/>
                </a:lnTo>
                <a:lnTo>
                  <a:pt x="8" y="0"/>
                </a:lnTo>
                <a:lnTo>
                  <a:pt x="8" y="33"/>
                </a:lnTo>
                <a:lnTo>
                  <a:pt x="0" y="33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20" name="Freeform 53">
            <a:extLst>
              <a:ext uri="{FF2B5EF4-FFF2-40B4-BE49-F238E27FC236}">
                <a16:creationId xmlns:a16="http://schemas.microsoft.com/office/drawing/2014/main" id="{CF96F355-4830-48DA-9E2E-7A619EEE55A6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6551613" y="5487988"/>
            <a:ext cx="165100" cy="90487"/>
          </a:xfrm>
          <a:custGeom>
            <a:avLst/>
            <a:gdLst>
              <a:gd name="T0" fmla="*/ 0 w 104"/>
              <a:gd name="T1" fmla="*/ 2147483647 h 57"/>
              <a:gd name="T2" fmla="*/ 0 w 104"/>
              <a:gd name="T3" fmla="*/ 0 h 57"/>
              <a:gd name="T4" fmla="*/ 2147483647 w 104"/>
              <a:gd name="T5" fmla="*/ 2147483647 h 57"/>
              <a:gd name="T6" fmla="*/ 0 w 104"/>
              <a:gd name="T7" fmla="*/ 2147483647 h 57"/>
              <a:gd name="T8" fmla="*/ 0 w 104"/>
              <a:gd name="T9" fmla="*/ 214748364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4"/>
              <a:gd name="T16" fmla="*/ 0 h 57"/>
              <a:gd name="T17" fmla="*/ 104 w 10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4" h="57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0" y="57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21" name="Rectangle 54">
            <a:extLst>
              <a:ext uri="{FF2B5EF4-FFF2-40B4-BE49-F238E27FC236}">
                <a16:creationId xmlns:a16="http://schemas.microsoft.com/office/drawing/2014/main" id="{5250BD40-6D0A-4433-95AA-D0A2BA43F427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256213" y="5018088"/>
            <a:ext cx="12700" cy="15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2" name="Rectangle 55">
            <a:extLst>
              <a:ext uri="{FF2B5EF4-FFF2-40B4-BE49-F238E27FC236}">
                <a16:creationId xmlns:a16="http://schemas.microsoft.com/office/drawing/2014/main" id="{5E6A0FA0-33E4-470C-880A-7DB76FE3FD76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256213" y="5018088"/>
            <a:ext cx="12700" cy="520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3" name="Rectangle 56">
            <a:extLst>
              <a:ext uri="{FF2B5EF4-FFF2-40B4-BE49-F238E27FC236}">
                <a16:creationId xmlns:a16="http://schemas.microsoft.com/office/drawing/2014/main" id="{9BC41ABA-3032-4229-9674-5A31BA21E37D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6551613" y="5526088"/>
            <a:ext cx="1587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4" name="Rectangle 57">
            <a:extLst>
              <a:ext uri="{FF2B5EF4-FFF2-40B4-BE49-F238E27FC236}">
                <a16:creationId xmlns:a16="http://schemas.microsoft.com/office/drawing/2014/main" id="{A11CD541-B85E-46D9-BF5E-169A0E4D70CA}"/>
              </a:ext>
            </a:extLst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256213" y="5526088"/>
            <a:ext cx="12954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5" name="Rectangle 58">
            <a:extLst>
              <a:ext uri="{FF2B5EF4-FFF2-40B4-BE49-F238E27FC236}">
                <a16:creationId xmlns:a16="http://schemas.microsoft.com/office/drawing/2014/main" id="{1F0C4F2D-0205-4647-95ED-8D6A79715E2A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6729413" y="4941888"/>
            <a:ext cx="20447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6" name="Rectangle 59">
            <a:extLst>
              <a:ext uri="{FF2B5EF4-FFF2-40B4-BE49-F238E27FC236}">
                <a16:creationId xmlns:a16="http://schemas.microsoft.com/office/drawing/2014/main" id="{16CBFC83-B105-4494-891E-4F0E49F47303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8761413" y="4941888"/>
            <a:ext cx="12700" cy="14620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7" name="Rectangle 60">
            <a:extLst>
              <a:ext uri="{FF2B5EF4-FFF2-40B4-BE49-F238E27FC236}">
                <a16:creationId xmlns:a16="http://schemas.microsoft.com/office/drawing/2014/main" id="{376F07E3-EE18-4611-9BC0-A6C0FB6EE57F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6729413" y="6391275"/>
            <a:ext cx="2032000" cy="12700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8" name="Rectangle 61">
            <a:extLst>
              <a:ext uri="{FF2B5EF4-FFF2-40B4-BE49-F238E27FC236}">
                <a16:creationId xmlns:a16="http://schemas.microsoft.com/office/drawing/2014/main" id="{BF8A70B9-47A9-4C34-9D0A-AF0EA60C4342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6729413" y="4941888"/>
            <a:ext cx="12700" cy="1449387"/>
          </a:xfrm>
          <a:prstGeom prst="rect">
            <a:avLst/>
          </a:prstGeom>
          <a:blipFill dpi="0" rotWithShape="0">
            <a:blip r:embed="rId7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29" name="Rectangle 62">
            <a:extLst>
              <a:ext uri="{FF2B5EF4-FFF2-40B4-BE49-F238E27FC236}">
                <a16:creationId xmlns:a16="http://schemas.microsoft.com/office/drawing/2014/main" id="{8B55F528-07C2-49D8-BAA6-0431E75B82EE}"/>
              </a:ext>
            </a:extLst>
          </p:cNvPr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729413" y="5386388"/>
            <a:ext cx="2032000" cy="2936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0" name="Rectangle 63">
            <a:extLst>
              <a:ext uri="{FF2B5EF4-FFF2-40B4-BE49-F238E27FC236}">
                <a16:creationId xmlns:a16="http://schemas.microsoft.com/office/drawing/2014/main" id="{C39C93C1-B513-4B8C-A339-B3C5E91A5406}"/>
              </a:ext>
            </a:extLst>
          </p:cNvPr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6729413" y="5386388"/>
            <a:ext cx="2044700" cy="12700"/>
          </a:xfrm>
          <a:prstGeom prst="rect">
            <a:avLst/>
          </a:prstGeom>
          <a:blipFill dpi="0" rotWithShape="0">
            <a:blip r:embed="rId7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1" name="Rectangle 64">
            <a:extLst>
              <a:ext uri="{FF2B5EF4-FFF2-40B4-BE49-F238E27FC236}">
                <a16:creationId xmlns:a16="http://schemas.microsoft.com/office/drawing/2014/main" id="{20DD9C05-2E00-49B9-B0AF-B4B8B7C7A8BE}"/>
              </a:ext>
            </a:extLst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8761413" y="5386388"/>
            <a:ext cx="12700" cy="306387"/>
          </a:xfrm>
          <a:prstGeom prst="rect">
            <a:avLst/>
          </a:prstGeom>
          <a:blipFill dpi="0" rotWithShape="0">
            <a:blip r:embed="rId7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2" name="Rectangle 65">
            <a:extLst>
              <a:ext uri="{FF2B5EF4-FFF2-40B4-BE49-F238E27FC236}">
                <a16:creationId xmlns:a16="http://schemas.microsoft.com/office/drawing/2014/main" id="{A95E2514-DEBD-40A0-8CCB-77A5CD5E3EC5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6729413" y="5680075"/>
            <a:ext cx="2032000" cy="12700"/>
          </a:xfrm>
          <a:prstGeom prst="rect">
            <a:avLst/>
          </a:prstGeom>
          <a:blipFill dpi="0" rotWithShape="0">
            <a:blip r:embed="rId7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3" name="Rectangle 66">
            <a:extLst>
              <a:ext uri="{FF2B5EF4-FFF2-40B4-BE49-F238E27FC236}">
                <a16:creationId xmlns:a16="http://schemas.microsoft.com/office/drawing/2014/main" id="{192DC4D7-E34C-4BE9-A2D8-2AFFE8D40E06}"/>
              </a:ext>
            </a:extLst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6729413" y="5386388"/>
            <a:ext cx="12700" cy="293687"/>
          </a:xfrm>
          <a:prstGeom prst="rect">
            <a:avLst/>
          </a:prstGeom>
          <a:blipFill dpi="0" rotWithShape="0">
            <a:blip r:embed="rId7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4" name="Rectangle 67">
            <a:extLst>
              <a:ext uri="{FF2B5EF4-FFF2-40B4-BE49-F238E27FC236}">
                <a16:creationId xmlns:a16="http://schemas.microsoft.com/office/drawing/2014/main" id="{EE1CBCBB-6704-421C-8384-3A097702E131}"/>
              </a:ext>
            </a:extLst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6983413" y="4522788"/>
            <a:ext cx="10493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Memory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5" name="Rectangle 68">
            <a:extLst>
              <a:ext uri="{FF2B5EF4-FFF2-40B4-BE49-F238E27FC236}">
                <a16:creationId xmlns:a16="http://schemas.microsoft.com/office/drawing/2014/main" id="{C15086FD-214F-4579-BB89-7877AC9545A7}"/>
              </a:ext>
            </a:extLst>
          </p:cNvPr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5370513" y="5106988"/>
            <a:ext cx="1114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Effective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836" name="Rectangle 69">
            <a:extLst>
              <a:ext uri="{FF2B5EF4-FFF2-40B4-BE49-F238E27FC236}">
                <a16:creationId xmlns:a16="http://schemas.microsoft.com/office/drawing/2014/main" id="{17F5E1DC-8876-4EE2-BFFE-3E7F3C1225D9}"/>
              </a:ext>
            </a:extLst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5383213" y="5591175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address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CD685D-856A-47BB-ADE6-899C47432A8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079B232B-C229-4592-B17F-E5CB66CB94B7}" type="slidenum">
              <a:rPr lang="en-US" altLang="en-US">
                <a:latin typeface="Calibri" panose="020F0502020204030204" pitchFamily="34" charset="0"/>
              </a:rPr>
              <a:pPr lvl="1" eaLnBrk="1" hangingPunct="1"/>
              <a:t>24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5D0736-977E-482B-9CDD-1A849DCFBE2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B121DC6-D3AD-4F32-9EAC-B2BDEB22786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Not found in MIPS:</a:t>
            </a:r>
          </a:p>
          <a:p>
            <a:pPr lvl="1" eaLnBrk="1" hangingPunct="1"/>
            <a:r>
              <a:rPr lang="en-US" altLang="en-US" dirty="0"/>
              <a:t>Indexed: add two registers – M[base + index]</a:t>
            </a:r>
          </a:p>
          <a:p>
            <a:pPr lvl="1" eaLnBrk="1" hangingPunct="1"/>
            <a:r>
              <a:rPr lang="en-US" altLang="en-US" dirty="0"/>
              <a:t>Indirect: M[M[</a:t>
            </a:r>
            <a:r>
              <a:rPr lang="en-US" altLang="en-US" dirty="0" err="1"/>
              <a:t>addr</a:t>
            </a:r>
            <a:r>
              <a:rPr lang="en-US" altLang="en-US" dirty="0"/>
              <a:t>]] – two memory references</a:t>
            </a:r>
          </a:p>
          <a:p>
            <a:pPr lvl="1" eaLnBrk="1" hangingPunct="1"/>
            <a:r>
              <a:rPr lang="en-US" altLang="en-US" dirty="0"/>
              <a:t>Autoincrement/decrement: add operand size</a:t>
            </a:r>
          </a:p>
          <a:p>
            <a:pPr lvl="1" eaLnBrk="1" hangingPunct="1"/>
            <a:r>
              <a:rPr lang="en-US" altLang="en-US" dirty="0" err="1"/>
              <a:t>Autoupdate</a:t>
            </a:r>
            <a:r>
              <a:rPr lang="en-US" altLang="en-US" dirty="0"/>
              <a:t> – found in PowerPC, PA-RISC</a:t>
            </a:r>
          </a:p>
          <a:p>
            <a:pPr lvl="2" eaLnBrk="1" hangingPunct="1"/>
            <a:r>
              <a:rPr lang="en-US" altLang="en-US" dirty="0"/>
              <a:t>Like displacement, but update base register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DF7822-2647-4D5A-B8B4-4EAE5007687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3201E363-2BA2-4BE5-AA0B-38004A3188C1}" type="slidenum">
              <a:rPr lang="en-US" altLang="en-US">
                <a:latin typeface="Calibri" panose="020F0502020204030204" pitchFamily="34" charset="0"/>
              </a:rPr>
              <a:pPr lvl="1"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D6F3FB-0AC8-4F8F-B416-1CD16D979C9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6AF303-F2C0-404F-B8B7-E01E1262A3C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Autoupdate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	lwupdate $1,24($2)</a:t>
            </a:r>
            <a:r>
              <a:rPr lang="en-US" altLang="en-US" sz="24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# $1 = M[$2+24]; $2 = $2 + 24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63AB1088-742E-4895-B9C0-8ABBCC8AD35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8300" y="3136900"/>
            <a:ext cx="9779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5" name="Rectangle 6">
            <a:extLst>
              <a:ext uri="{FF2B5EF4-FFF2-40B4-BE49-F238E27FC236}">
                <a16:creationId xmlns:a16="http://schemas.microsoft.com/office/drawing/2014/main" id="{D7E01F76-1156-4285-98C6-1DA18CDEA6F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33500" y="3136900"/>
            <a:ext cx="12700" cy="4191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6" name="Rectangle 7">
            <a:extLst>
              <a:ext uri="{FF2B5EF4-FFF2-40B4-BE49-F238E27FC236}">
                <a16:creationId xmlns:a16="http://schemas.microsoft.com/office/drawing/2014/main" id="{942289CD-51F4-4533-8571-C1DFE8B87540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68300" y="3543300"/>
            <a:ext cx="9652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7" name="Rectangle 8">
            <a:extLst>
              <a:ext uri="{FF2B5EF4-FFF2-40B4-BE49-F238E27FC236}">
                <a16:creationId xmlns:a16="http://schemas.microsoft.com/office/drawing/2014/main" id="{F5DDE9CF-ED2C-45BE-9140-76ED6758C804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68300" y="3136900"/>
            <a:ext cx="12700" cy="4064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8" name="Rectangle 9">
            <a:extLst>
              <a:ext uri="{FF2B5EF4-FFF2-40B4-BE49-F238E27FC236}">
                <a16:creationId xmlns:a16="http://schemas.microsoft.com/office/drawing/2014/main" id="{6D0D509F-292E-4605-98EB-D359A3B540D8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46200" y="3136900"/>
            <a:ext cx="9779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49" name="Rectangle 10">
            <a:extLst>
              <a:ext uri="{FF2B5EF4-FFF2-40B4-BE49-F238E27FC236}">
                <a16:creationId xmlns:a16="http://schemas.microsoft.com/office/drawing/2014/main" id="{20F828F0-C27B-4C51-84F2-0CBDD3D9D3A6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11400" y="3136900"/>
            <a:ext cx="12700" cy="4191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0" name="Rectangle 11">
            <a:extLst>
              <a:ext uri="{FF2B5EF4-FFF2-40B4-BE49-F238E27FC236}">
                <a16:creationId xmlns:a16="http://schemas.microsoft.com/office/drawing/2014/main" id="{00C94128-FBB2-4A42-AC91-6612AC5D8B6D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46200" y="3543300"/>
            <a:ext cx="9652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1" name="Rectangle 12">
            <a:extLst>
              <a:ext uri="{FF2B5EF4-FFF2-40B4-BE49-F238E27FC236}">
                <a16:creationId xmlns:a16="http://schemas.microsoft.com/office/drawing/2014/main" id="{8DC9E19D-9EDD-4D24-8E84-CC6748AB7840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346200" y="3136900"/>
            <a:ext cx="12700" cy="4064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2" name="Rectangle 13">
            <a:extLst>
              <a:ext uri="{FF2B5EF4-FFF2-40B4-BE49-F238E27FC236}">
                <a16:creationId xmlns:a16="http://schemas.microsoft.com/office/drawing/2014/main" id="{F28FD9B5-847B-4594-BF3E-1DCDF7DCA9B9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311400" y="3136900"/>
            <a:ext cx="9779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3" name="Rectangle 14">
            <a:extLst>
              <a:ext uri="{FF2B5EF4-FFF2-40B4-BE49-F238E27FC236}">
                <a16:creationId xmlns:a16="http://schemas.microsoft.com/office/drawing/2014/main" id="{276E1EA1-DFD5-4BBA-8B7C-331132469BF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276600" y="3136900"/>
            <a:ext cx="12700" cy="4191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4" name="Rectangle 15">
            <a:extLst>
              <a:ext uri="{FF2B5EF4-FFF2-40B4-BE49-F238E27FC236}">
                <a16:creationId xmlns:a16="http://schemas.microsoft.com/office/drawing/2014/main" id="{57DE4E55-08C2-4BF0-98B5-BF6A2976F09B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311400" y="3543300"/>
            <a:ext cx="9652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5" name="Rectangle 16">
            <a:extLst>
              <a:ext uri="{FF2B5EF4-FFF2-40B4-BE49-F238E27FC236}">
                <a16:creationId xmlns:a16="http://schemas.microsoft.com/office/drawing/2014/main" id="{9CF76AFB-8A79-40FE-802C-896C113E2D4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311400" y="3136900"/>
            <a:ext cx="12700" cy="4064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6" name="Rectangle 17">
            <a:extLst>
              <a:ext uri="{FF2B5EF4-FFF2-40B4-BE49-F238E27FC236}">
                <a16:creationId xmlns:a16="http://schemas.microsoft.com/office/drawing/2014/main" id="{E7972BF2-3F6E-4425-9E50-80345B993DAF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289300" y="3136900"/>
            <a:ext cx="29210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7" name="Rectangle 18">
            <a:extLst>
              <a:ext uri="{FF2B5EF4-FFF2-40B4-BE49-F238E27FC236}">
                <a16:creationId xmlns:a16="http://schemas.microsoft.com/office/drawing/2014/main" id="{60DB3B57-CF38-47E4-A255-5B1DB05394D0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197600" y="3136900"/>
            <a:ext cx="12700" cy="4318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8" name="Rectangle 19">
            <a:extLst>
              <a:ext uri="{FF2B5EF4-FFF2-40B4-BE49-F238E27FC236}">
                <a16:creationId xmlns:a16="http://schemas.microsoft.com/office/drawing/2014/main" id="{F6CCE626-FE7C-4FB7-B9D9-AAA2EA22637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289300" y="3556000"/>
            <a:ext cx="29083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59" name="Rectangle 20">
            <a:extLst>
              <a:ext uri="{FF2B5EF4-FFF2-40B4-BE49-F238E27FC236}">
                <a16:creationId xmlns:a16="http://schemas.microsoft.com/office/drawing/2014/main" id="{00FA560B-5F01-43BA-9790-35CAAA7A7FB0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89300" y="3136900"/>
            <a:ext cx="12700" cy="4191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0" name="Rectangle 21">
            <a:extLst>
              <a:ext uri="{FF2B5EF4-FFF2-40B4-BE49-F238E27FC236}">
                <a16:creationId xmlns:a16="http://schemas.microsoft.com/office/drawing/2014/main" id="{E5F0BDFF-AAF2-434E-9AC4-EC3336864688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47700" y="31369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op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1" name="Rectangle 22">
            <a:extLst>
              <a:ext uri="{FF2B5EF4-FFF2-40B4-BE49-F238E27FC236}">
                <a16:creationId xmlns:a16="http://schemas.microsoft.com/office/drawing/2014/main" id="{BF27F850-7DEB-4003-8600-96121EA0D4B1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651000" y="3136900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2" name="Rectangle 23">
            <a:extLst>
              <a:ext uri="{FF2B5EF4-FFF2-40B4-BE49-F238E27FC236}">
                <a16:creationId xmlns:a16="http://schemas.microsoft.com/office/drawing/2014/main" id="{9CF4F993-A5FD-4828-B979-38596BFB38AE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679700" y="3136900"/>
            <a:ext cx="1857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3" name="Rectangle 24">
            <a:extLst>
              <a:ext uri="{FF2B5EF4-FFF2-40B4-BE49-F238E27FC236}">
                <a16:creationId xmlns:a16="http://schemas.microsoft.com/office/drawing/2014/main" id="{66530375-402E-46B9-9679-8459AEF4D9B9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368800" y="3149600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address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4" name="Freeform 25">
            <a:extLst>
              <a:ext uri="{FF2B5EF4-FFF2-40B4-BE49-F238E27FC236}">
                <a16:creationId xmlns:a16="http://schemas.microsoft.com/office/drawing/2014/main" id="{3C618FAC-DE0F-46C8-B59E-0A7AF43E25D9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1739900" y="3759200"/>
            <a:ext cx="88900" cy="152400"/>
          </a:xfrm>
          <a:custGeom>
            <a:avLst/>
            <a:gdLst>
              <a:gd name="T0" fmla="*/ 2147483647 w 56"/>
              <a:gd name="T1" fmla="*/ 0 h 96"/>
              <a:gd name="T2" fmla="*/ 2147483647 w 56"/>
              <a:gd name="T3" fmla="*/ 0 h 96"/>
              <a:gd name="T4" fmla="*/ 2147483647 w 56"/>
              <a:gd name="T5" fmla="*/ 0 h 96"/>
              <a:gd name="T6" fmla="*/ 2147483647 w 56"/>
              <a:gd name="T7" fmla="*/ 0 h 96"/>
              <a:gd name="T8" fmla="*/ 2147483647 w 56"/>
              <a:gd name="T9" fmla="*/ 2147483647 h 96"/>
              <a:gd name="T10" fmla="*/ 2147483647 w 56"/>
              <a:gd name="T11" fmla="*/ 2147483647 h 96"/>
              <a:gd name="T12" fmla="*/ 2147483647 w 56"/>
              <a:gd name="T13" fmla="*/ 2147483647 h 96"/>
              <a:gd name="T14" fmla="*/ 0 w 56"/>
              <a:gd name="T15" fmla="*/ 0 h 96"/>
              <a:gd name="T16" fmla="*/ 0 w 56"/>
              <a:gd name="T17" fmla="*/ 0 h 96"/>
              <a:gd name="T18" fmla="*/ 2147483647 w 56"/>
              <a:gd name="T19" fmla="*/ 0 h 96"/>
              <a:gd name="T20" fmla="*/ 2147483647 w 56"/>
              <a:gd name="T21" fmla="*/ 0 h 96"/>
              <a:gd name="T22" fmla="*/ 2147483647 w 56"/>
              <a:gd name="T23" fmla="*/ 2147483647 h 96"/>
              <a:gd name="T24" fmla="*/ 2147483647 w 56"/>
              <a:gd name="T25" fmla="*/ 2147483647 h 96"/>
              <a:gd name="T26" fmla="*/ 2147483647 w 56"/>
              <a:gd name="T27" fmla="*/ 2147483647 h 96"/>
              <a:gd name="T28" fmla="*/ 2147483647 w 56"/>
              <a:gd name="T29" fmla="*/ 0 h 96"/>
              <a:gd name="T30" fmla="*/ 2147483647 w 56"/>
              <a:gd name="T31" fmla="*/ 0 h 96"/>
              <a:gd name="T32" fmla="*/ 2147483647 w 56"/>
              <a:gd name="T33" fmla="*/ 2147483647 h 96"/>
              <a:gd name="T34" fmla="*/ 2147483647 w 56"/>
              <a:gd name="T35" fmla="*/ 2147483647 h 96"/>
              <a:gd name="T36" fmla="*/ 2147483647 w 56"/>
              <a:gd name="T37" fmla="*/ 0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6"/>
              <a:gd name="T58" fmla="*/ 0 h 96"/>
              <a:gd name="T59" fmla="*/ 56 w 56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6" h="96">
                <a:moveTo>
                  <a:pt x="32" y="0"/>
                </a:moveTo>
                <a:lnTo>
                  <a:pt x="56" y="0"/>
                </a:lnTo>
                <a:lnTo>
                  <a:pt x="32" y="96"/>
                </a:lnTo>
                <a:lnTo>
                  <a:pt x="24" y="96"/>
                </a:lnTo>
                <a:lnTo>
                  <a:pt x="0" y="0"/>
                </a:lnTo>
                <a:lnTo>
                  <a:pt x="8" y="0"/>
                </a:lnTo>
                <a:lnTo>
                  <a:pt x="32" y="96"/>
                </a:lnTo>
                <a:lnTo>
                  <a:pt x="24" y="96"/>
                </a:lnTo>
                <a:lnTo>
                  <a:pt x="48" y="0"/>
                </a:lnTo>
                <a:lnTo>
                  <a:pt x="56" y="0"/>
                </a:lnTo>
                <a:lnTo>
                  <a:pt x="56" y="8"/>
                </a:lnTo>
                <a:lnTo>
                  <a:pt x="32" y="8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5" name="Freeform 26">
            <a:extLst>
              <a:ext uri="{FF2B5EF4-FFF2-40B4-BE49-F238E27FC236}">
                <a16:creationId xmlns:a16="http://schemas.microsoft.com/office/drawing/2014/main" id="{C4ABD84F-B97E-4C96-BE87-0A21465476B3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752600" y="3759200"/>
            <a:ext cx="38100" cy="12700"/>
          </a:xfrm>
          <a:custGeom>
            <a:avLst/>
            <a:gdLst>
              <a:gd name="T0" fmla="*/ 0 w 24"/>
              <a:gd name="T1" fmla="*/ 0 h 8"/>
              <a:gd name="T2" fmla="*/ 2147483647 w 24"/>
              <a:gd name="T3" fmla="*/ 0 h 8"/>
              <a:gd name="T4" fmla="*/ 2147483647 w 24"/>
              <a:gd name="T5" fmla="*/ 2147483647 h 8"/>
              <a:gd name="T6" fmla="*/ 2147483647 w 24"/>
              <a:gd name="T7" fmla="*/ 2147483647 h 8"/>
              <a:gd name="T8" fmla="*/ 2147483647 w 24"/>
              <a:gd name="T9" fmla="*/ 2147483647 h 8"/>
              <a:gd name="T10" fmla="*/ 0 w 24"/>
              <a:gd name="T11" fmla="*/ 2147483647 h 8"/>
              <a:gd name="T12" fmla="*/ 0 w 24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8"/>
              <a:gd name="T23" fmla="*/ 24 w 24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8">
                <a:moveTo>
                  <a:pt x="0" y="0"/>
                </a:moveTo>
                <a:lnTo>
                  <a:pt x="24" y="0"/>
                </a:lnTo>
                <a:lnTo>
                  <a:pt x="24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6" name="Freeform 27">
            <a:extLst>
              <a:ext uri="{FF2B5EF4-FFF2-40B4-BE49-F238E27FC236}">
                <a16:creationId xmlns:a16="http://schemas.microsoft.com/office/drawing/2014/main" id="{B576343E-B37E-4453-BA6A-643212533633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1752600" y="3759200"/>
            <a:ext cx="76200" cy="152400"/>
          </a:xfrm>
          <a:custGeom>
            <a:avLst/>
            <a:gdLst>
              <a:gd name="T0" fmla="*/ 2147483647 w 48"/>
              <a:gd name="T1" fmla="*/ 0 h 96"/>
              <a:gd name="T2" fmla="*/ 2147483647 w 48"/>
              <a:gd name="T3" fmla="*/ 0 h 96"/>
              <a:gd name="T4" fmla="*/ 2147483647 w 48"/>
              <a:gd name="T5" fmla="*/ 2147483647 h 96"/>
              <a:gd name="T6" fmla="*/ 0 w 48"/>
              <a:gd name="T7" fmla="*/ 0 h 96"/>
              <a:gd name="T8" fmla="*/ 2147483647 w 48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96"/>
              <a:gd name="T17" fmla="*/ 48 w 48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96">
                <a:moveTo>
                  <a:pt x="24" y="0"/>
                </a:moveTo>
                <a:lnTo>
                  <a:pt x="48" y="0"/>
                </a:lnTo>
                <a:lnTo>
                  <a:pt x="24" y="96"/>
                </a:lnTo>
                <a:lnTo>
                  <a:pt x="0" y="0"/>
                </a:lnTo>
                <a:lnTo>
                  <a:pt x="24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7" name="Rectangle 28">
            <a:extLst>
              <a:ext uri="{FF2B5EF4-FFF2-40B4-BE49-F238E27FC236}">
                <a16:creationId xmlns:a16="http://schemas.microsoft.com/office/drawing/2014/main" id="{6C44D2C2-A877-4008-9FE0-7F7FCAE0C889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790700" y="3556000"/>
            <a:ext cx="12700" cy="1588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8" name="Rectangle 29">
            <a:extLst>
              <a:ext uri="{FF2B5EF4-FFF2-40B4-BE49-F238E27FC236}">
                <a16:creationId xmlns:a16="http://schemas.microsoft.com/office/drawing/2014/main" id="{C1B4179E-5E32-4567-8042-FEB3253BD1F6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790700" y="3746500"/>
            <a:ext cx="12700" cy="1588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69" name="Rectangle 30">
            <a:extLst>
              <a:ext uri="{FF2B5EF4-FFF2-40B4-BE49-F238E27FC236}">
                <a16:creationId xmlns:a16="http://schemas.microsoft.com/office/drawing/2014/main" id="{85A7596D-8465-4333-A339-C845204C73D8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790700" y="3556000"/>
            <a:ext cx="12700" cy="1905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0" name="Rectangle 31">
            <a:extLst>
              <a:ext uri="{FF2B5EF4-FFF2-40B4-BE49-F238E27FC236}">
                <a16:creationId xmlns:a16="http://schemas.microsoft.com/office/drawing/2014/main" id="{613EB050-E67F-47DC-8CA1-EE4289A802C9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320800" y="3937000"/>
            <a:ext cx="34417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1" name="Rectangle 32">
            <a:extLst>
              <a:ext uri="{FF2B5EF4-FFF2-40B4-BE49-F238E27FC236}">
                <a16:creationId xmlns:a16="http://schemas.microsoft.com/office/drawing/2014/main" id="{54786185-6874-4C39-B2B5-E4C22403CBE3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749800" y="3937000"/>
            <a:ext cx="12700" cy="522288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2" name="Rectangle 33">
            <a:extLst>
              <a:ext uri="{FF2B5EF4-FFF2-40B4-BE49-F238E27FC236}">
                <a16:creationId xmlns:a16="http://schemas.microsoft.com/office/drawing/2014/main" id="{1D5FDF25-0221-4180-93FA-37B40D168C32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320800" y="4446588"/>
            <a:ext cx="34290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3" name="Rectangle 34">
            <a:extLst>
              <a:ext uri="{FF2B5EF4-FFF2-40B4-BE49-F238E27FC236}">
                <a16:creationId xmlns:a16="http://schemas.microsoft.com/office/drawing/2014/main" id="{1A54E9E8-3F2B-48B6-AF03-AE8FDF544CCB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320800" y="3937000"/>
            <a:ext cx="12700" cy="509588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4" name="Rectangle 35">
            <a:extLst>
              <a:ext uri="{FF2B5EF4-FFF2-40B4-BE49-F238E27FC236}">
                <a16:creationId xmlns:a16="http://schemas.microsoft.com/office/drawing/2014/main" id="{1797BCCE-69A7-4DD6-A32B-4506278BB4BE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2463800" y="3989388"/>
            <a:ext cx="9128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register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5" name="Freeform 36">
            <a:extLst>
              <a:ext uri="{FF2B5EF4-FFF2-40B4-BE49-F238E27FC236}">
                <a16:creationId xmlns:a16="http://schemas.microsoft.com/office/drawing/2014/main" id="{BA4A3740-967A-4CC0-9803-09730DBC4F74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4902200" y="4852988"/>
            <a:ext cx="190500" cy="101600"/>
          </a:xfrm>
          <a:custGeom>
            <a:avLst/>
            <a:gdLst>
              <a:gd name="T0" fmla="*/ 0 w 120"/>
              <a:gd name="T1" fmla="*/ 2147483647 h 64"/>
              <a:gd name="T2" fmla="*/ 0 w 120"/>
              <a:gd name="T3" fmla="*/ 0 h 64"/>
              <a:gd name="T4" fmla="*/ 0 w 120"/>
              <a:gd name="T5" fmla="*/ 0 h 64"/>
              <a:gd name="T6" fmla="*/ 0 w 120"/>
              <a:gd name="T7" fmla="*/ 0 h 64"/>
              <a:gd name="T8" fmla="*/ 2147483647 w 120"/>
              <a:gd name="T9" fmla="*/ 2147483647 h 64"/>
              <a:gd name="T10" fmla="*/ 2147483647 w 120"/>
              <a:gd name="T11" fmla="*/ 2147483647 h 64"/>
              <a:gd name="T12" fmla="*/ 2147483647 w 120"/>
              <a:gd name="T13" fmla="*/ 2147483647 h 64"/>
              <a:gd name="T14" fmla="*/ 0 w 120"/>
              <a:gd name="T15" fmla="*/ 2147483647 h 64"/>
              <a:gd name="T16" fmla="*/ 0 w 120"/>
              <a:gd name="T17" fmla="*/ 2147483647 h 64"/>
              <a:gd name="T18" fmla="*/ 0 w 120"/>
              <a:gd name="T19" fmla="*/ 2147483647 h 64"/>
              <a:gd name="T20" fmla="*/ 0 w 120"/>
              <a:gd name="T21" fmla="*/ 2147483647 h 64"/>
              <a:gd name="T22" fmla="*/ 2147483647 w 120"/>
              <a:gd name="T23" fmla="*/ 2147483647 h 64"/>
              <a:gd name="T24" fmla="*/ 2147483647 w 120"/>
              <a:gd name="T25" fmla="*/ 2147483647 h 64"/>
              <a:gd name="T26" fmla="*/ 2147483647 w 120"/>
              <a:gd name="T27" fmla="*/ 2147483647 h 64"/>
              <a:gd name="T28" fmla="*/ 0 w 120"/>
              <a:gd name="T29" fmla="*/ 2147483647 h 64"/>
              <a:gd name="T30" fmla="*/ 0 w 120"/>
              <a:gd name="T31" fmla="*/ 0 h 64"/>
              <a:gd name="T32" fmla="*/ 2147483647 w 120"/>
              <a:gd name="T33" fmla="*/ 0 h 64"/>
              <a:gd name="T34" fmla="*/ 2147483647 w 120"/>
              <a:gd name="T35" fmla="*/ 2147483647 h 64"/>
              <a:gd name="T36" fmla="*/ 0 w 120"/>
              <a:gd name="T37" fmla="*/ 2147483647 h 64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0"/>
              <a:gd name="T58" fmla="*/ 0 h 64"/>
              <a:gd name="T59" fmla="*/ 120 w 120"/>
              <a:gd name="T60" fmla="*/ 64 h 64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0" h="64">
                <a:moveTo>
                  <a:pt x="0" y="24"/>
                </a:moveTo>
                <a:lnTo>
                  <a:pt x="0" y="0"/>
                </a:lnTo>
                <a:lnTo>
                  <a:pt x="96" y="24"/>
                </a:lnTo>
                <a:lnTo>
                  <a:pt x="120" y="24"/>
                </a:lnTo>
                <a:lnTo>
                  <a:pt x="96" y="32"/>
                </a:lnTo>
                <a:lnTo>
                  <a:pt x="0" y="64"/>
                </a:lnTo>
                <a:lnTo>
                  <a:pt x="0" y="56"/>
                </a:lnTo>
                <a:lnTo>
                  <a:pt x="96" y="24"/>
                </a:lnTo>
                <a:lnTo>
                  <a:pt x="96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6" name="Freeform 37">
            <a:extLst>
              <a:ext uri="{FF2B5EF4-FFF2-40B4-BE49-F238E27FC236}">
                <a16:creationId xmlns:a16="http://schemas.microsoft.com/office/drawing/2014/main" id="{9B174832-F93F-413A-958A-CACB34CB3B2B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4902200" y="4891088"/>
            <a:ext cx="12700" cy="50800"/>
          </a:xfrm>
          <a:custGeom>
            <a:avLst/>
            <a:gdLst>
              <a:gd name="T0" fmla="*/ 0 w 8"/>
              <a:gd name="T1" fmla="*/ 2147483647 h 32"/>
              <a:gd name="T2" fmla="*/ 0 w 8"/>
              <a:gd name="T3" fmla="*/ 0 h 32"/>
              <a:gd name="T4" fmla="*/ 2147483647 w 8"/>
              <a:gd name="T5" fmla="*/ 0 h 32"/>
              <a:gd name="T6" fmla="*/ 2147483647 w 8"/>
              <a:gd name="T7" fmla="*/ 0 h 32"/>
              <a:gd name="T8" fmla="*/ 2147483647 w 8"/>
              <a:gd name="T9" fmla="*/ 0 h 32"/>
              <a:gd name="T10" fmla="*/ 2147483647 w 8"/>
              <a:gd name="T11" fmla="*/ 2147483647 h 32"/>
              <a:gd name="T12" fmla="*/ 0 w 8"/>
              <a:gd name="T13" fmla="*/ 2147483647 h 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32"/>
              <a:gd name="T23" fmla="*/ 8 w 8"/>
              <a:gd name="T24" fmla="*/ 32 h 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32">
                <a:moveTo>
                  <a:pt x="0" y="32"/>
                </a:moveTo>
                <a:lnTo>
                  <a:pt x="0" y="0"/>
                </a:lnTo>
                <a:lnTo>
                  <a:pt x="8" y="0"/>
                </a:lnTo>
                <a:lnTo>
                  <a:pt x="8" y="32"/>
                </a:lnTo>
                <a:lnTo>
                  <a:pt x="0" y="32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7" name="Freeform 38">
            <a:extLst>
              <a:ext uri="{FF2B5EF4-FFF2-40B4-BE49-F238E27FC236}">
                <a16:creationId xmlns:a16="http://schemas.microsoft.com/office/drawing/2014/main" id="{21313963-0F4B-47A1-AC46-A14F1FDB6D1C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4902200" y="4852988"/>
            <a:ext cx="152400" cy="88900"/>
          </a:xfrm>
          <a:custGeom>
            <a:avLst/>
            <a:gdLst>
              <a:gd name="T0" fmla="*/ 0 w 96"/>
              <a:gd name="T1" fmla="*/ 2147483647 h 56"/>
              <a:gd name="T2" fmla="*/ 0 w 96"/>
              <a:gd name="T3" fmla="*/ 0 h 56"/>
              <a:gd name="T4" fmla="*/ 2147483647 w 96"/>
              <a:gd name="T5" fmla="*/ 2147483647 h 56"/>
              <a:gd name="T6" fmla="*/ 0 w 96"/>
              <a:gd name="T7" fmla="*/ 2147483647 h 56"/>
              <a:gd name="T8" fmla="*/ 0 w 96"/>
              <a:gd name="T9" fmla="*/ 2147483647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6"/>
              <a:gd name="T17" fmla="*/ 96 w 9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6">
                <a:moveTo>
                  <a:pt x="0" y="24"/>
                </a:moveTo>
                <a:lnTo>
                  <a:pt x="0" y="0"/>
                </a:lnTo>
                <a:lnTo>
                  <a:pt x="96" y="24"/>
                </a:lnTo>
                <a:lnTo>
                  <a:pt x="0" y="56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8" name="Rectangle 39">
            <a:extLst>
              <a:ext uri="{FF2B5EF4-FFF2-40B4-BE49-F238E27FC236}">
                <a16:creationId xmlns:a16="http://schemas.microsoft.com/office/drawing/2014/main" id="{0B64E190-0586-41F0-8656-AF09ADD09962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2654300" y="44719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79" name="Rectangle 40">
            <a:extLst>
              <a:ext uri="{FF2B5EF4-FFF2-40B4-BE49-F238E27FC236}">
                <a16:creationId xmlns:a16="http://schemas.microsoft.com/office/drawing/2014/main" id="{7FA2E93F-0F52-4BA9-9B6F-232CC82EEECD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2654300" y="4471988"/>
            <a:ext cx="12700" cy="4318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0" name="Rectangle 41">
            <a:extLst>
              <a:ext uri="{FF2B5EF4-FFF2-40B4-BE49-F238E27FC236}">
                <a16:creationId xmlns:a16="http://schemas.microsoft.com/office/drawing/2014/main" id="{7EBD8094-D013-452A-85AC-74DD00BBE500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902200" y="4891088"/>
            <a:ext cx="1588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1" name="Rectangle 42">
            <a:extLst>
              <a:ext uri="{FF2B5EF4-FFF2-40B4-BE49-F238E27FC236}">
                <a16:creationId xmlns:a16="http://schemas.microsoft.com/office/drawing/2014/main" id="{E2A29ED5-E95E-4C8A-BC4B-D376F3589208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2654300" y="4891088"/>
            <a:ext cx="22479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2" name="Freeform 43">
            <a:extLst>
              <a:ext uri="{FF2B5EF4-FFF2-40B4-BE49-F238E27FC236}">
                <a16:creationId xmlns:a16="http://schemas.microsoft.com/office/drawing/2014/main" id="{2B130AB2-E860-44EF-B3FB-EBA4316187CA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5092700" y="4687888"/>
            <a:ext cx="431800" cy="419100"/>
          </a:xfrm>
          <a:custGeom>
            <a:avLst/>
            <a:gdLst>
              <a:gd name="T0" fmla="*/ 2147483647 w 272"/>
              <a:gd name="T1" fmla="*/ 2147483647 h 264"/>
              <a:gd name="T2" fmla="*/ 2147483647 w 272"/>
              <a:gd name="T3" fmla="*/ 2147483647 h 264"/>
              <a:gd name="T4" fmla="*/ 2147483647 w 272"/>
              <a:gd name="T5" fmla="*/ 2147483647 h 264"/>
              <a:gd name="T6" fmla="*/ 2147483647 w 272"/>
              <a:gd name="T7" fmla="*/ 2147483647 h 264"/>
              <a:gd name="T8" fmla="*/ 2147483647 w 272"/>
              <a:gd name="T9" fmla="*/ 2147483647 h 264"/>
              <a:gd name="T10" fmla="*/ 2147483647 w 272"/>
              <a:gd name="T11" fmla="*/ 2147483647 h 264"/>
              <a:gd name="T12" fmla="*/ 2147483647 w 272"/>
              <a:gd name="T13" fmla="*/ 2147483647 h 264"/>
              <a:gd name="T14" fmla="*/ 2147483647 w 272"/>
              <a:gd name="T15" fmla="*/ 2147483647 h 264"/>
              <a:gd name="T16" fmla="*/ 2147483647 w 272"/>
              <a:gd name="T17" fmla="*/ 2147483647 h 264"/>
              <a:gd name="T18" fmla="*/ 2147483647 w 272"/>
              <a:gd name="T19" fmla="*/ 2147483647 h 264"/>
              <a:gd name="T20" fmla="*/ 2147483647 w 272"/>
              <a:gd name="T21" fmla="*/ 2147483647 h 264"/>
              <a:gd name="T22" fmla="*/ 2147483647 w 272"/>
              <a:gd name="T23" fmla="*/ 2147483647 h 264"/>
              <a:gd name="T24" fmla="*/ 2147483647 w 272"/>
              <a:gd name="T25" fmla="*/ 2147483647 h 264"/>
              <a:gd name="T26" fmla="*/ 2147483647 w 272"/>
              <a:gd name="T27" fmla="*/ 2147483647 h 264"/>
              <a:gd name="T28" fmla="*/ 2147483647 w 272"/>
              <a:gd name="T29" fmla="*/ 2147483647 h 264"/>
              <a:gd name="T30" fmla="*/ 2147483647 w 272"/>
              <a:gd name="T31" fmla="*/ 2147483647 h 264"/>
              <a:gd name="T32" fmla="*/ 2147483647 w 272"/>
              <a:gd name="T33" fmla="*/ 2147483647 h 264"/>
              <a:gd name="T34" fmla="*/ 2147483647 w 272"/>
              <a:gd name="T35" fmla="*/ 2147483647 h 264"/>
              <a:gd name="T36" fmla="*/ 2147483647 w 272"/>
              <a:gd name="T37" fmla="*/ 2147483647 h 264"/>
              <a:gd name="T38" fmla="*/ 2147483647 w 272"/>
              <a:gd name="T39" fmla="*/ 2147483647 h 264"/>
              <a:gd name="T40" fmla="*/ 2147483647 w 272"/>
              <a:gd name="T41" fmla="*/ 2147483647 h 264"/>
              <a:gd name="T42" fmla="*/ 2147483647 w 272"/>
              <a:gd name="T43" fmla="*/ 2147483647 h 264"/>
              <a:gd name="T44" fmla="*/ 2147483647 w 272"/>
              <a:gd name="T45" fmla="*/ 2147483647 h 264"/>
              <a:gd name="T46" fmla="*/ 2147483647 w 272"/>
              <a:gd name="T47" fmla="*/ 2147483647 h 264"/>
              <a:gd name="T48" fmla="*/ 2147483647 w 272"/>
              <a:gd name="T49" fmla="*/ 2147483647 h 264"/>
              <a:gd name="T50" fmla="*/ 2147483647 w 272"/>
              <a:gd name="T51" fmla="*/ 2147483647 h 264"/>
              <a:gd name="T52" fmla="*/ 2147483647 w 272"/>
              <a:gd name="T53" fmla="*/ 2147483647 h 264"/>
              <a:gd name="T54" fmla="*/ 2147483647 w 272"/>
              <a:gd name="T55" fmla="*/ 2147483647 h 264"/>
              <a:gd name="T56" fmla="*/ 2147483647 w 272"/>
              <a:gd name="T57" fmla="*/ 2147483647 h 264"/>
              <a:gd name="T58" fmla="*/ 2147483647 w 272"/>
              <a:gd name="T59" fmla="*/ 2147483647 h 264"/>
              <a:gd name="T60" fmla="*/ 2147483647 w 272"/>
              <a:gd name="T61" fmla="*/ 2147483647 h 264"/>
              <a:gd name="T62" fmla="*/ 2147483647 w 272"/>
              <a:gd name="T63" fmla="*/ 2147483647 h 264"/>
              <a:gd name="T64" fmla="*/ 2147483647 w 272"/>
              <a:gd name="T65" fmla="*/ 2147483647 h 264"/>
              <a:gd name="T66" fmla="*/ 2147483647 w 272"/>
              <a:gd name="T67" fmla="*/ 2147483647 h 264"/>
              <a:gd name="T68" fmla="*/ 2147483647 w 272"/>
              <a:gd name="T69" fmla="*/ 2147483647 h 264"/>
              <a:gd name="T70" fmla="*/ 0 w 272"/>
              <a:gd name="T71" fmla="*/ 2147483647 h 264"/>
              <a:gd name="T72" fmla="*/ 0 w 272"/>
              <a:gd name="T73" fmla="*/ 2147483647 h 264"/>
              <a:gd name="T74" fmla="*/ 2147483647 w 272"/>
              <a:gd name="T75" fmla="*/ 2147483647 h 264"/>
              <a:gd name="T76" fmla="*/ 2147483647 w 272"/>
              <a:gd name="T77" fmla="*/ 2147483647 h 264"/>
              <a:gd name="T78" fmla="*/ 2147483647 w 272"/>
              <a:gd name="T79" fmla="*/ 2147483647 h 264"/>
              <a:gd name="T80" fmla="*/ 2147483647 w 272"/>
              <a:gd name="T81" fmla="*/ 2147483647 h 264"/>
              <a:gd name="T82" fmla="*/ 2147483647 w 272"/>
              <a:gd name="T83" fmla="*/ 0 h 264"/>
              <a:gd name="T84" fmla="*/ 2147483647 w 272"/>
              <a:gd name="T85" fmla="*/ 0 h 264"/>
              <a:gd name="T86" fmla="*/ 2147483647 w 272"/>
              <a:gd name="T87" fmla="*/ 2147483647 h 264"/>
              <a:gd name="T88" fmla="*/ 2147483647 w 272"/>
              <a:gd name="T89" fmla="*/ 2147483647 h 264"/>
              <a:gd name="T90" fmla="*/ 2147483647 w 272"/>
              <a:gd name="T91" fmla="*/ 2147483647 h 264"/>
              <a:gd name="T92" fmla="*/ 2147483647 w 272"/>
              <a:gd name="T93" fmla="*/ 2147483647 h 264"/>
              <a:gd name="T94" fmla="*/ 2147483647 w 272"/>
              <a:gd name="T95" fmla="*/ 2147483647 h 2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72"/>
              <a:gd name="T145" fmla="*/ 0 h 264"/>
              <a:gd name="T146" fmla="*/ 272 w 272"/>
              <a:gd name="T147" fmla="*/ 264 h 264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72" h="264">
                <a:moveTo>
                  <a:pt x="264" y="128"/>
                </a:moveTo>
                <a:lnTo>
                  <a:pt x="256" y="80"/>
                </a:lnTo>
                <a:lnTo>
                  <a:pt x="256" y="88"/>
                </a:lnTo>
                <a:lnTo>
                  <a:pt x="224" y="40"/>
                </a:lnTo>
                <a:lnTo>
                  <a:pt x="184" y="16"/>
                </a:lnTo>
                <a:lnTo>
                  <a:pt x="136" y="8"/>
                </a:lnTo>
                <a:lnTo>
                  <a:pt x="80" y="16"/>
                </a:lnTo>
                <a:lnTo>
                  <a:pt x="88" y="16"/>
                </a:lnTo>
                <a:lnTo>
                  <a:pt x="48" y="40"/>
                </a:lnTo>
                <a:lnTo>
                  <a:pt x="16" y="88"/>
                </a:lnTo>
                <a:lnTo>
                  <a:pt x="16" y="80"/>
                </a:lnTo>
                <a:lnTo>
                  <a:pt x="8" y="128"/>
                </a:lnTo>
                <a:lnTo>
                  <a:pt x="16" y="176"/>
                </a:lnTo>
                <a:lnTo>
                  <a:pt x="48" y="216"/>
                </a:lnTo>
                <a:lnTo>
                  <a:pt x="88" y="248"/>
                </a:lnTo>
                <a:lnTo>
                  <a:pt x="80" y="248"/>
                </a:lnTo>
                <a:lnTo>
                  <a:pt x="136" y="256"/>
                </a:lnTo>
                <a:lnTo>
                  <a:pt x="184" y="248"/>
                </a:lnTo>
                <a:lnTo>
                  <a:pt x="224" y="216"/>
                </a:lnTo>
                <a:lnTo>
                  <a:pt x="256" y="176"/>
                </a:lnTo>
                <a:lnTo>
                  <a:pt x="264" y="128"/>
                </a:lnTo>
                <a:lnTo>
                  <a:pt x="272" y="128"/>
                </a:lnTo>
                <a:lnTo>
                  <a:pt x="264" y="176"/>
                </a:lnTo>
                <a:lnTo>
                  <a:pt x="264" y="184"/>
                </a:lnTo>
                <a:lnTo>
                  <a:pt x="232" y="224"/>
                </a:lnTo>
                <a:lnTo>
                  <a:pt x="192" y="256"/>
                </a:lnTo>
                <a:lnTo>
                  <a:pt x="184" y="256"/>
                </a:lnTo>
                <a:lnTo>
                  <a:pt x="136" y="264"/>
                </a:lnTo>
                <a:lnTo>
                  <a:pt x="80" y="256"/>
                </a:lnTo>
                <a:lnTo>
                  <a:pt x="40" y="224"/>
                </a:lnTo>
                <a:lnTo>
                  <a:pt x="8" y="184"/>
                </a:lnTo>
                <a:lnTo>
                  <a:pt x="8" y="176"/>
                </a:lnTo>
                <a:lnTo>
                  <a:pt x="0" y="128"/>
                </a:lnTo>
                <a:lnTo>
                  <a:pt x="8" y="80"/>
                </a:lnTo>
                <a:lnTo>
                  <a:pt x="40" y="32"/>
                </a:lnTo>
                <a:lnTo>
                  <a:pt x="80" y="8"/>
                </a:lnTo>
                <a:lnTo>
                  <a:pt x="136" y="0"/>
                </a:lnTo>
                <a:lnTo>
                  <a:pt x="184" y="8"/>
                </a:lnTo>
                <a:lnTo>
                  <a:pt x="192" y="8"/>
                </a:lnTo>
                <a:lnTo>
                  <a:pt x="232" y="32"/>
                </a:lnTo>
                <a:lnTo>
                  <a:pt x="264" y="80"/>
                </a:lnTo>
                <a:lnTo>
                  <a:pt x="272" y="128"/>
                </a:lnTo>
                <a:lnTo>
                  <a:pt x="264" y="128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3" name="Freeform 44">
            <a:extLst>
              <a:ext uri="{FF2B5EF4-FFF2-40B4-BE49-F238E27FC236}">
                <a16:creationId xmlns:a16="http://schemas.microsoft.com/office/drawing/2014/main" id="{7569F35C-3401-41B9-B185-979C923B508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5511800" y="4891088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7 w 8"/>
              <a:gd name="T7" fmla="*/ 0 h 1587"/>
              <a:gd name="T8" fmla="*/ 2147483647 w 8"/>
              <a:gd name="T9" fmla="*/ 0 h 1587"/>
              <a:gd name="T10" fmla="*/ 2147483647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4" name="Rectangle 45">
            <a:extLst>
              <a:ext uri="{FF2B5EF4-FFF2-40B4-BE49-F238E27FC236}">
                <a16:creationId xmlns:a16="http://schemas.microsoft.com/office/drawing/2014/main" id="{556F6010-67F9-4DAB-8840-575ED9F49AAA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308600" y="47767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5" name="Rectangle 46">
            <a:extLst>
              <a:ext uri="{FF2B5EF4-FFF2-40B4-BE49-F238E27FC236}">
                <a16:creationId xmlns:a16="http://schemas.microsoft.com/office/drawing/2014/main" id="{99679B8A-6E6F-4AB2-87E2-A6674A4B2D94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308600" y="50053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6" name="Rectangle 47">
            <a:extLst>
              <a:ext uri="{FF2B5EF4-FFF2-40B4-BE49-F238E27FC236}">
                <a16:creationId xmlns:a16="http://schemas.microsoft.com/office/drawing/2014/main" id="{11146D6C-BEF3-4733-BE22-AC815A851CAE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308600" y="4776788"/>
            <a:ext cx="12700" cy="2286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7" name="Rectangle 48">
            <a:extLst>
              <a:ext uri="{FF2B5EF4-FFF2-40B4-BE49-F238E27FC236}">
                <a16:creationId xmlns:a16="http://schemas.microsoft.com/office/drawing/2014/main" id="{D85CD601-2227-4177-8E3F-62B033213E00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181600" y="4891088"/>
            <a:ext cx="1588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8" name="Rectangle 49">
            <a:extLst>
              <a:ext uri="{FF2B5EF4-FFF2-40B4-BE49-F238E27FC236}">
                <a16:creationId xmlns:a16="http://schemas.microsoft.com/office/drawing/2014/main" id="{7F13DD36-C7E8-4B57-99E1-6363D0F9B640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422900" y="4891088"/>
            <a:ext cx="1588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89" name="Rectangle 50">
            <a:extLst>
              <a:ext uri="{FF2B5EF4-FFF2-40B4-BE49-F238E27FC236}">
                <a16:creationId xmlns:a16="http://schemas.microsoft.com/office/drawing/2014/main" id="{0159794E-10F4-44F8-99FE-BC99B5D94846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181600" y="4891088"/>
            <a:ext cx="2413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0" name="Freeform 51">
            <a:extLst>
              <a:ext uri="{FF2B5EF4-FFF2-40B4-BE49-F238E27FC236}">
                <a16:creationId xmlns:a16="http://schemas.microsoft.com/office/drawing/2014/main" id="{C67D333B-B087-46EF-BC59-FE5B4F68F79D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5245100" y="4510088"/>
            <a:ext cx="101600" cy="190500"/>
          </a:xfrm>
          <a:custGeom>
            <a:avLst/>
            <a:gdLst>
              <a:gd name="T0" fmla="*/ 2147483647 w 64"/>
              <a:gd name="T1" fmla="*/ 0 h 120"/>
              <a:gd name="T2" fmla="*/ 2147483647 w 64"/>
              <a:gd name="T3" fmla="*/ 0 h 120"/>
              <a:gd name="T4" fmla="*/ 2147483647 w 64"/>
              <a:gd name="T5" fmla="*/ 0 h 120"/>
              <a:gd name="T6" fmla="*/ 2147483647 w 64"/>
              <a:gd name="T7" fmla="*/ 0 h 120"/>
              <a:gd name="T8" fmla="*/ 2147483647 w 64"/>
              <a:gd name="T9" fmla="*/ 2147483647 h 120"/>
              <a:gd name="T10" fmla="*/ 2147483647 w 64"/>
              <a:gd name="T11" fmla="*/ 2147483647 h 120"/>
              <a:gd name="T12" fmla="*/ 2147483647 w 64"/>
              <a:gd name="T13" fmla="*/ 2147483647 h 120"/>
              <a:gd name="T14" fmla="*/ 0 w 64"/>
              <a:gd name="T15" fmla="*/ 0 h 120"/>
              <a:gd name="T16" fmla="*/ 0 w 64"/>
              <a:gd name="T17" fmla="*/ 0 h 120"/>
              <a:gd name="T18" fmla="*/ 2147483647 w 64"/>
              <a:gd name="T19" fmla="*/ 0 h 120"/>
              <a:gd name="T20" fmla="*/ 2147483647 w 64"/>
              <a:gd name="T21" fmla="*/ 0 h 120"/>
              <a:gd name="T22" fmla="*/ 2147483647 w 64"/>
              <a:gd name="T23" fmla="*/ 2147483647 h 120"/>
              <a:gd name="T24" fmla="*/ 2147483647 w 64"/>
              <a:gd name="T25" fmla="*/ 2147483647 h 120"/>
              <a:gd name="T26" fmla="*/ 2147483647 w 64"/>
              <a:gd name="T27" fmla="*/ 2147483647 h 120"/>
              <a:gd name="T28" fmla="*/ 2147483647 w 64"/>
              <a:gd name="T29" fmla="*/ 0 h 120"/>
              <a:gd name="T30" fmla="*/ 2147483647 w 64"/>
              <a:gd name="T31" fmla="*/ 0 h 120"/>
              <a:gd name="T32" fmla="*/ 2147483647 w 64"/>
              <a:gd name="T33" fmla="*/ 2147483647 h 120"/>
              <a:gd name="T34" fmla="*/ 2147483647 w 64"/>
              <a:gd name="T35" fmla="*/ 2147483647 h 120"/>
              <a:gd name="T36" fmla="*/ 2147483647 w 64"/>
              <a:gd name="T37" fmla="*/ 0 h 1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0"/>
              <a:gd name="T59" fmla="*/ 64 w 64"/>
              <a:gd name="T60" fmla="*/ 120 h 120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0">
                <a:moveTo>
                  <a:pt x="40" y="0"/>
                </a:moveTo>
                <a:lnTo>
                  <a:pt x="64" y="0"/>
                </a:lnTo>
                <a:lnTo>
                  <a:pt x="40" y="96"/>
                </a:lnTo>
                <a:lnTo>
                  <a:pt x="40" y="120"/>
                </a:lnTo>
                <a:lnTo>
                  <a:pt x="32" y="96"/>
                </a:lnTo>
                <a:lnTo>
                  <a:pt x="0" y="0"/>
                </a:lnTo>
                <a:lnTo>
                  <a:pt x="8" y="0"/>
                </a:lnTo>
                <a:lnTo>
                  <a:pt x="40" y="96"/>
                </a:lnTo>
                <a:lnTo>
                  <a:pt x="32" y="96"/>
                </a:lnTo>
                <a:lnTo>
                  <a:pt x="56" y="0"/>
                </a:lnTo>
                <a:lnTo>
                  <a:pt x="64" y="0"/>
                </a:lnTo>
                <a:lnTo>
                  <a:pt x="64" y="8"/>
                </a:lnTo>
                <a:lnTo>
                  <a:pt x="40" y="8"/>
                </a:lnTo>
                <a:lnTo>
                  <a:pt x="40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1" name="Freeform 52">
            <a:extLst>
              <a:ext uri="{FF2B5EF4-FFF2-40B4-BE49-F238E27FC236}">
                <a16:creationId xmlns:a16="http://schemas.microsoft.com/office/drawing/2014/main" id="{1AAAF460-A59A-43F5-A8F5-A1599CB89BFC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5257800" y="4510088"/>
            <a:ext cx="50800" cy="12700"/>
          </a:xfrm>
          <a:custGeom>
            <a:avLst/>
            <a:gdLst>
              <a:gd name="T0" fmla="*/ 0 w 32"/>
              <a:gd name="T1" fmla="*/ 0 h 8"/>
              <a:gd name="T2" fmla="*/ 2147483647 w 32"/>
              <a:gd name="T3" fmla="*/ 0 h 8"/>
              <a:gd name="T4" fmla="*/ 2147483647 w 32"/>
              <a:gd name="T5" fmla="*/ 2147483647 h 8"/>
              <a:gd name="T6" fmla="*/ 2147483647 w 32"/>
              <a:gd name="T7" fmla="*/ 2147483647 h 8"/>
              <a:gd name="T8" fmla="*/ 2147483647 w 32"/>
              <a:gd name="T9" fmla="*/ 2147483647 h 8"/>
              <a:gd name="T10" fmla="*/ 0 w 32"/>
              <a:gd name="T11" fmla="*/ 2147483647 h 8"/>
              <a:gd name="T12" fmla="*/ 0 w 32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2"/>
              <a:gd name="T22" fmla="*/ 0 h 8"/>
              <a:gd name="T23" fmla="*/ 32 w 32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2" h="8">
                <a:moveTo>
                  <a:pt x="0" y="0"/>
                </a:moveTo>
                <a:lnTo>
                  <a:pt x="32" y="0"/>
                </a:lnTo>
                <a:lnTo>
                  <a:pt x="32" y="8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2" name="Freeform 53">
            <a:extLst>
              <a:ext uri="{FF2B5EF4-FFF2-40B4-BE49-F238E27FC236}">
                <a16:creationId xmlns:a16="http://schemas.microsoft.com/office/drawing/2014/main" id="{042017F3-7E13-4C57-99F6-4D9D7FF4191B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5257800" y="4510088"/>
            <a:ext cx="88900" cy="152400"/>
          </a:xfrm>
          <a:custGeom>
            <a:avLst/>
            <a:gdLst>
              <a:gd name="T0" fmla="*/ 2147483647 w 56"/>
              <a:gd name="T1" fmla="*/ 0 h 96"/>
              <a:gd name="T2" fmla="*/ 2147483647 w 56"/>
              <a:gd name="T3" fmla="*/ 0 h 96"/>
              <a:gd name="T4" fmla="*/ 2147483647 w 56"/>
              <a:gd name="T5" fmla="*/ 2147483647 h 96"/>
              <a:gd name="T6" fmla="*/ 0 w 56"/>
              <a:gd name="T7" fmla="*/ 0 h 96"/>
              <a:gd name="T8" fmla="*/ 2147483647 w 5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96"/>
              <a:gd name="T17" fmla="*/ 56 w 5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96">
                <a:moveTo>
                  <a:pt x="32" y="0"/>
                </a:moveTo>
                <a:lnTo>
                  <a:pt x="56" y="0"/>
                </a:lnTo>
                <a:lnTo>
                  <a:pt x="32" y="96"/>
                </a:lnTo>
                <a:lnTo>
                  <a:pt x="0" y="0"/>
                </a:lnTo>
                <a:lnTo>
                  <a:pt x="32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3" name="Rectangle 54">
            <a:extLst>
              <a:ext uri="{FF2B5EF4-FFF2-40B4-BE49-F238E27FC236}">
                <a16:creationId xmlns:a16="http://schemas.microsoft.com/office/drawing/2014/main" id="{AC45B29C-798F-488E-9A11-25900C2337B5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308600" y="3543300"/>
            <a:ext cx="12700" cy="1588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4" name="Rectangle 55">
            <a:extLst>
              <a:ext uri="{FF2B5EF4-FFF2-40B4-BE49-F238E27FC236}">
                <a16:creationId xmlns:a16="http://schemas.microsoft.com/office/drawing/2014/main" id="{B3706A37-9D74-414F-B7A6-89EF7F858BC3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308600" y="44973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5" name="Rectangle 56">
            <a:extLst>
              <a:ext uri="{FF2B5EF4-FFF2-40B4-BE49-F238E27FC236}">
                <a16:creationId xmlns:a16="http://schemas.microsoft.com/office/drawing/2014/main" id="{24F1F745-FF5F-4712-8C00-80F34684A378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308600" y="3543300"/>
            <a:ext cx="12700" cy="954088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296" name="Freeform 57">
            <a:extLst>
              <a:ext uri="{FF2B5EF4-FFF2-40B4-BE49-F238E27FC236}">
                <a16:creationId xmlns:a16="http://schemas.microsoft.com/office/drawing/2014/main" id="{9C68AA0D-301B-4681-8AA2-49115D540BAD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6604000" y="5564188"/>
            <a:ext cx="203200" cy="103187"/>
          </a:xfrm>
          <a:custGeom>
            <a:avLst/>
            <a:gdLst>
              <a:gd name="T0" fmla="*/ 0 w 128"/>
              <a:gd name="T1" fmla="*/ 2147483647 h 65"/>
              <a:gd name="T2" fmla="*/ 0 w 128"/>
              <a:gd name="T3" fmla="*/ 0 h 65"/>
              <a:gd name="T4" fmla="*/ 0 w 128"/>
              <a:gd name="T5" fmla="*/ 0 h 65"/>
              <a:gd name="T6" fmla="*/ 0 w 128"/>
              <a:gd name="T7" fmla="*/ 0 h 65"/>
              <a:gd name="T8" fmla="*/ 2147483647 w 128"/>
              <a:gd name="T9" fmla="*/ 2147483647 h 65"/>
              <a:gd name="T10" fmla="*/ 2147483647 w 128"/>
              <a:gd name="T11" fmla="*/ 2147483647 h 65"/>
              <a:gd name="T12" fmla="*/ 2147483647 w 128"/>
              <a:gd name="T13" fmla="*/ 2147483647 h 65"/>
              <a:gd name="T14" fmla="*/ 0 w 128"/>
              <a:gd name="T15" fmla="*/ 2147483647 h 65"/>
              <a:gd name="T16" fmla="*/ 0 w 128"/>
              <a:gd name="T17" fmla="*/ 2147483647 h 65"/>
              <a:gd name="T18" fmla="*/ 0 w 128"/>
              <a:gd name="T19" fmla="*/ 2147483647 h 65"/>
              <a:gd name="T20" fmla="*/ 0 w 128"/>
              <a:gd name="T21" fmla="*/ 2147483647 h 65"/>
              <a:gd name="T22" fmla="*/ 2147483647 w 128"/>
              <a:gd name="T23" fmla="*/ 2147483647 h 65"/>
              <a:gd name="T24" fmla="*/ 2147483647 w 128"/>
              <a:gd name="T25" fmla="*/ 2147483647 h 65"/>
              <a:gd name="T26" fmla="*/ 2147483647 w 128"/>
              <a:gd name="T27" fmla="*/ 2147483647 h 65"/>
              <a:gd name="T28" fmla="*/ 0 w 128"/>
              <a:gd name="T29" fmla="*/ 2147483647 h 65"/>
              <a:gd name="T30" fmla="*/ 0 w 128"/>
              <a:gd name="T31" fmla="*/ 0 h 65"/>
              <a:gd name="T32" fmla="*/ 2147483647 w 128"/>
              <a:gd name="T33" fmla="*/ 0 h 65"/>
              <a:gd name="T34" fmla="*/ 2147483647 w 128"/>
              <a:gd name="T35" fmla="*/ 2147483647 h 65"/>
              <a:gd name="T36" fmla="*/ 0 w 128"/>
              <a:gd name="T37" fmla="*/ 2147483647 h 6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28"/>
              <a:gd name="T58" fmla="*/ 0 h 65"/>
              <a:gd name="T59" fmla="*/ 128 w 128"/>
              <a:gd name="T60" fmla="*/ 65 h 6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28" h="65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128" y="24"/>
                </a:lnTo>
                <a:lnTo>
                  <a:pt x="104" y="32"/>
                </a:lnTo>
                <a:lnTo>
                  <a:pt x="0" y="65"/>
                </a:lnTo>
                <a:lnTo>
                  <a:pt x="0" y="57"/>
                </a:lnTo>
                <a:lnTo>
                  <a:pt x="104" y="24"/>
                </a:lnTo>
                <a:lnTo>
                  <a:pt x="104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7" name="Freeform 58">
            <a:extLst>
              <a:ext uri="{FF2B5EF4-FFF2-40B4-BE49-F238E27FC236}">
                <a16:creationId xmlns:a16="http://schemas.microsoft.com/office/drawing/2014/main" id="{C32C0A4B-2A0B-4979-B4B5-5D2062501DF2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6604000" y="5602288"/>
            <a:ext cx="12700" cy="52387"/>
          </a:xfrm>
          <a:custGeom>
            <a:avLst/>
            <a:gdLst>
              <a:gd name="T0" fmla="*/ 0 w 8"/>
              <a:gd name="T1" fmla="*/ 2147483647 h 33"/>
              <a:gd name="T2" fmla="*/ 0 w 8"/>
              <a:gd name="T3" fmla="*/ 0 h 33"/>
              <a:gd name="T4" fmla="*/ 2147483647 w 8"/>
              <a:gd name="T5" fmla="*/ 0 h 33"/>
              <a:gd name="T6" fmla="*/ 2147483647 w 8"/>
              <a:gd name="T7" fmla="*/ 0 h 33"/>
              <a:gd name="T8" fmla="*/ 2147483647 w 8"/>
              <a:gd name="T9" fmla="*/ 0 h 33"/>
              <a:gd name="T10" fmla="*/ 2147483647 w 8"/>
              <a:gd name="T11" fmla="*/ 2147483647 h 33"/>
              <a:gd name="T12" fmla="*/ 0 w 8"/>
              <a:gd name="T13" fmla="*/ 2147483647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33"/>
              <a:gd name="T23" fmla="*/ 8 w 8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33">
                <a:moveTo>
                  <a:pt x="0" y="33"/>
                </a:moveTo>
                <a:lnTo>
                  <a:pt x="0" y="0"/>
                </a:lnTo>
                <a:lnTo>
                  <a:pt x="8" y="0"/>
                </a:lnTo>
                <a:lnTo>
                  <a:pt x="8" y="33"/>
                </a:lnTo>
                <a:lnTo>
                  <a:pt x="0" y="33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8" name="Freeform 59">
            <a:extLst>
              <a:ext uri="{FF2B5EF4-FFF2-40B4-BE49-F238E27FC236}">
                <a16:creationId xmlns:a16="http://schemas.microsoft.com/office/drawing/2014/main" id="{C5F6C436-C03B-446D-81DD-C7A6ED38841E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6604000" y="5564188"/>
            <a:ext cx="165100" cy="90487"/>
          </a:xfrm>
          <a:custGeom>
            <a:avLst/>
            <a:gdLst>
              <a:gd name="T0" fmla="*/ 0 w 104"/>
              <a:gd name="T1" fmla="*/ 2147483647 h 57"/>
              <a:gd name="T2" fmla="*/ 0 w 104"/>
              <a:gd name="T3" fmla="*/ 0 h 57"/>
              <a:gd name="T4" fmla="*/ 2147483647 w 104"/>
              <a:gd name="T5" fmla="*/ 2147483647 h 57"/>
              <a:gd name="T6" fmla="*/ 0 w 104"/>
              <a:gd name="T7" fmla="*/ 2147483647 h 57"/>
              <a:gd name="T8" fmla="*/ 0 w 104"/>
              <a:gd name="T9" fmla="*/ 214748364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4"/>
              <a:gd name="T16" fmla="*/ 0 h 57"/>
              <a:gd name="T17" fmla="*/ 104 w 10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4" h="57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0" y="57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9" name="Rectangle 60">
            <a:extLst>
              <a:ext uri="{FF2B5EF4-FFF2-40B4-BE49-F238E27FC236}">
                <a16:creationId xmlns:a16="http://schemas.microsoft.com/office/drawing/2014/main" id="{50DB4236-48F6-4F89-A653-F0CAEA0E1D51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308600" y="50942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0" name="Rectangle 61">
            <a:extLst>
              <a:ext uri="{FF2B5EF4-FFF2-40B4-BE49-F238E27FC236}">
                <a16:creationId xmlns:a16="http://schemas.microsoft.com/office/drawing/2014/main" id="{F0CBC1BA-0D8F-4465-88CF-EA8B85E445DC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5308600" y="5094288"/>
            <a:ext cx="12700" cy="520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1" name="Rectangle 62">
            <a:extLst>
              <a:ext uri="{FF2B5EF4-FFF2-40B4-BE49-F238E27FC236}">
                <a16:creationId xmlns:a16="http://schemas.microsoft.com/office/drawing/2014/main" id="{ADB58761-9210-43C4-A0C3-F964566C8B5A}"/>
              </a:ext>
            </a:extLst>
          </p:cNvPr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604000" y="5602288"/>
            <a:ext cx="1588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2" name="Rectangle 63">
            <a:extLst>
              <a:ext uri="{FF2B5EF4-FFF2-40B4-BE49-F238E27FC236}">
                <a16:creationId xmlns:a16="http://schemas.microsoft.com/office/drawing/2014/main" id="{1CE335E3-6C39-4628-8ADA-AED6C26F5F26}"/>
              </a:ext>
            </a:extLst>
          </p:cNvPr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5308600" y="5602288"/>
            <a:ext cx="12954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3" name="Rectangle 64">
            <a:extLst>
              <a:ext uri="{FF2B5EF4-FFF2-40B4-BE49-F238E27FC236}">
                <a16:creationId xmlns:a16="http://schemas.microsoft.com/office/drawing/2014/main" id="{FDBE3013-DA9D-43F6-84F8-078A6D322D77}"/>
              </a:ext>
            </a:extLst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6781800" y="5018088"/>
            <a:ext cx="20447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4" name="Rectangle 65">
            <a:extLst>
              <a:ext uri="{FF2B5EF4-FFF2-40B4-BE49-F238E27FC236}">
                <a16:creationId xmlns:a16="http://schemas.microsoft.com/office/drawing/2014/main" id="{062A6AF6-D45A-48C0-BE27-D7BDFC91460C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8813800" y="5018088"/>
            <a:ext cx="12700" cy="14620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5" name="Rectangle 66">
            <a:extLst>
              <a:ext uri="{FF2B5EF4-FFF2-40B4-BE49-F238E27FC236}">
                <a16:creationId xmlns:a16="http://schemas.microsoft.com/office/drawing/2014/main" id="{9922EA63-9AD5-4A80-819C-400FD150DB63}"/>
              </a:ext>
            </a:extLst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6781800" y="6467475"/>
            <a:ext cx="20320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6" name="Rectangle 67">
            <a:extLst>
              <a:ext uri="{FF2B5EF4-FFF2-40B4-BE49-F238E27FC236}">
                <a16:creationId xmlns:a16="http://schemas.microsoft.com/office/drawing/2014/main" id="{FB02ADDC-E1F7-4F73-9F5D-59ABB937CCC4}"/>
              </a:ext>
            </a:extLst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6781800" y="5018088"/>
            <a:ext cx="12700" cy="14493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7" name="Rectangle 68">
            <a:extLst>
              <a:ext uri="{FF2B5EF4-FFF2-40B4-BE49-F238E27FC236}">
                <a16:creationId xmlns:a16="http://schemas.microsoft.com/office/drawing/2014/main" id="{1B5A6F41-F5DF-42B4-9FA3-8F0BE8B3C868}"/>
              </a:ext>
            </a:extLst>
          </p:cNvPr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6781800" y="5462588"/>
            <a:ext cx="2032000" cy="2936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8" name="Rectangle 69">
            <a:extLst>
              <a:ext uri="{FF2B5EF4-FFF2-40B4-BE49-F238E27FC236}">
                <a16:creationId xmlns:a16="http://schemas.microsoft.com/office/drawing/2014/main" id="{4807AE7C-780E-431C-84CB-105E4D94961C}"/>
              </a:ext>
            </a:extLst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6781800" y="5462588"/>
            <a:ext cx="2044700" cy="12700"/>
          </a:xfrm>
          <a:prstGeom prst="rect">
            <a:avLst/>
          </a:prstGeom>
          <a:blipFill dpi="0" rotWithShape="0">
            <a:blip r:embed="rId9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9" name="Rectangle 70">
            <a:extLst>
              <a:ext uri="{FF2B5EF4-FFF2-40B4-BE49-F238E27FC236}">
                <a16:creationId xmlns:a16="http://schemas.microsoft.com/office/drawing/2014/main" id="{7958E571-BE8F-4374-A8C3-28B8D751AB77}"/>
              </a:ext>
            </a:extLst>
          </p:cNvPr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8813800" y="5462588"/>
            <a:ext cx="12700" cy="306387"/>
          </a:xfrm>
          <a:prstGeom prst="rect">
            <a:avLst/>
          </a:prstGeom>
          <a:blipFill dpi="0" rotWithShape="0">
            <a:blip r:embed="rId9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0" name="Rectangle 71">
            <a:extLst>
              <a:ext uri="{FF2B5EF4-FFF2-40B4-BE49-F238E27FC236}">
                <a16:creationId xmlns:a16="http://schemas.microsoft.com/office/drawing/2014/main" id="{533973FA-E247-4D8A-ABD2-A007679563F1}"/>
              </a:ext>
            </a:extLst>
          </p:cNvPr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6781800" y="5756275"/>
            <a:ext cx="2032000" cy="12700"/>
          </a:xfrm>
          <a:prstGeom prst="rect">
            <a:avLst/>
          </a:prstGeom>
          <a:blipFill dpi="0" rotWithShape="0">
            <a:blip r:embed="rId9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1" name="Rectangle 72">
            <a:extLst>
              <a:ext uri="{FF2B5EF4-FFF2-40B4-BE49-F238E27FC236}">
                <a16:creationId xmlns:a16="http://schemas.microsoft.com/office/drawing/2014/main" id="{DDC9A905-6173-4072-9000-C743D0C6B564}"/>
              </a:ext>
            </a:extLst>
          </p:cNvPr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6781800" y="5462588"/>
            <a:ext cx="12700" cy="293687"/>
          </a:xfrm>
          <a:prstGeom prst="rect">
            <a:avLst/>
          </a:prstGeom>
          <a:blipFill dpi="0" rotWithShape="0">
            <a:blip r:embed="rId9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2" name="Rectangle 73">
            <a:extLst>
              <a:ext uri="{FF2B5EF4-FFF2-40B4-BE49-F238E27FC236}">
                <a16:creationId xmlns:a16="http://schemas.microsoft.com/office/drawing/2014/main" id="{65A8F3F8-F972-44A7-B82C-8B16D9428E39}"/>
              </a:ext>
            </a:extLst>
          </p:cNvPr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7035800" y="4598988"/>
            <a:ext cx="10493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Memory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3" name="Rectangle 74">
            <a:extLst>
              <a:ext uri="{FF2B5EF4-FFF2-40B4-BE49-F238E27FC236}">
                <a16:creationId xmlns:a16="http://schemas.microsoft.com/office/drawing/2014/main" id="{2799766F-BE2B-44B7-888B-FC39EF6077E1}"/>
              </a:ext>
            </a:extLst>
          </p:cNvPr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5422900" y="5183188"/>
            <a:ext cx="1114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Effective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4" name="Rectangle 75">
            <a:extLst>
              <a:ext uri="{FF2B5EF4-FFF2-40B4-BE49-F238E27FC236}">
                <a16:creationId xmlns:a16="http://schemas.microsoft.com/office/drawing/2014/main" id="{AB586E4C-74BB-4A93-90D3-F93B37EAB427}"/>
              </a:ext>
            </a:extLst>
          </p:cNvPr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5435600" y="5667375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address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5" name="Freeform 76">
            <a:extLst>
              <a:ext uri="{FF2B5EF4-FFF2-40B4-BE49-F238E27FC236}">
                <a16:creationId xmlns:a16="http://schemas.microsoft.com/office/drawing/2014/main" id="{A03D6EDA-DD45-4778-A85B-DC0EECBDB6B2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1143000" y="4179888"/>
            <a:ext cx="165100" cy="88900"/>
          </a:xfrm>
          <a:custGeom>
            <a:avLst/>
            <a:gdLst>
              <a:gd name="T0" fmla="*/ 0 w 104"/>
              <a:gd name="T1" fmla="*/ 2147483647 h 56"/>
              <a:gd name="T2" fmla="*/ 0 w 104"/>
              <a:gd name="T3" fmla="*/ 0 h 56"/>
              <a:gd name="T4" fmla="*/ 0 w 104"/>
              <a:gd name="T5" fmla="*/ 0 h 56"/>
              <a:gd name="T6" fmla="*/ 0 w 104"/>
              <a:gd name="T7" fmla="*/ 0 h 56"/>
              <a:gd name="T8" fmla="*/ 2147483647 w 104"/>
              <a:gd name="T9" fmla="*/ 2147483647 h 56"/>
              <a:gd name="T10" fmla="*/ 2147483647 w 104"/>
              <a:gd name="T11" fmla="*/ 2147483647 h 56"/>
              <a:gd name="T12" fmla="*/ 2147483647 w 104"/>
              <a:gd name="T13" fmla="*/ 2147483647 h 56"/>
              <a:gd name="T14" fmla="*/ 0 w 104"/>
              <a:gd name="T15" fmla="*/ 2147483647 h 56"/>
              <a:gd name="T16" fmla="*/ 0 w 104"/>
              <a:gd name="T17" fmla="*/ 2147483647 h 56"/>
              <a:gd name="T18" fmla="*/ 0 w 104"/>
              <a:gd name="T19" fmla="*/ 2147483647 h 56"/>
              <a:gd name="T20" fmla="*/ 0 w 104"/>
              <a:gd name="T21" fmla="*/ 2147483647 h 56"/>
              <a:gd name="T22" fmla="*/ 2147483647 w 104"/>
              <a:gd name="T23" fmla="*/ 2147483647 h 56"/>
              <a:gd name="T24" fmla="*/ 2147483647 w 104"/>
              <a:gd name="T25" fmla="*/ 2147483647 h 56"/>
              <a:gd name="T26" fmla="*/ 2147483647 w 104"/>
              <a:gd name="T27" fmla="*/ 2147483647 h 56"/>
              <a:gd name="T28" fmla="*/ 0 w 104"/>
              <a:gd name="T29" fmla="*/ 2147483647 h 56"/>
              <a:gd name="T30" fmla="*/ 0 w 104"/>
              <a:gd name="T31" fmla="*/ 0 h 56"/>
              <a:gd name="T32" fmla="*/ 2147483647 w 104"/>
              <a:gd name="T33" fmla="*/ 0 h 56"/>
              <a:gd name="T34" fmla="*/ 2147483647 w 104"/>
              <a:gd name="T35" fmla="*/ 2147483647 h 56"/>
              <a:gd name="T36" fmla="*/ 0 w 104"/>
              <a:gd name="T37" fmla="*/ 2147483647 h 5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4"/>
              <a:gd name="T58" fmla="*/ 0 h 56"/>
              <a:gd name="T59" fmla="*/ 104 w 104"/>
              <a:gd name="T60" fmla="*/ 56 h 5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4" h="56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104" y="32"/>
                </a:lnTo>
                <a:lnTo>
                  <a:pt x="0" y="56"/>
                </a:lnTo>
                <a:lnTo>
                  <a:pt x="0" y="48"/>
                </a:lnTo>
                <a:lnTo>
                  <a:pt x="104" y="24"/>
                </a:lnTo>
                <a:lnTo>
                  <a:pt x="104" y="32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6" name="Freeform 77">
            <a:extLst>
              <a:ext uri="{FF2B5EF4-FFF2-40B4-BE49-F238E27FC236}">
                <a16:creationId xmlns:a16="http://schemas.microsoft.com/office/drawing/2014/main" id="{9DD35439-5D61-40BC-A690-A2A80D61EFBA}"/>
              </a:ext>
            </a:extLst>
          </p:cNvPr>
          <p:cNvSpPr>
            <a:spLocks/>
          </p:cNvSpPr>
          <p:nvPr>
            <p:custDataLst>
              <p:tags r:id="rId76"/>
            </p:custDataLst>
          </p:nvPr>
        </p:nvSpPr>
        <p:spPr bwMode="auto">
          <a:xfrm>
            <a:off x="1143000" y="4217988"/>
            <a:ext cx="12700" cy="38100"/>
          </a:xfrm>
          <a:custGeom>
            <a:avLst/>
            <a:gdLst>
              <a:gd name="T0" fmla="*/ 0 w 8"/>
              <a:gd name="T1" fmla="*/ 2147483647 h 24"/>
              <a:gd name="T2" fmla="*/ 0 w 8"/>
              <a:gd name="T3" fmla="*/ 0 h 24"/>
              <a:gd name="T4" fmla="*/ 2147483647 w 8"/>
              <a:gd name="T5" fmla="*/ 0 h 24"/>
              <a:gd name="T6" fmla="*/ 2147483647 w 8"/>
              <a:gd name="T7" fmla="*/ 0 h 24"/>
              <a:gd name="T8" fmla="*/ 2147483647 w 8"/>
              <a:gd name="T9" fmla="*/ 0 h 24"/>
              <a:gd name="T10" fmla="*/ 2147483647 w 8"/>
              <a:gd name="T11" fmla="*/ 2147483647 h 24"/>
              <a:gd name="T12" fmla="*/ 0 w 8"/>
              <a:gd name="T13" fmla="*/ 2147483647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0" y="24"/>
                </a:move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7" name="Freeform 78">
            <a:extLst>
              <a:ext uri="{FF2B5EF4-FFF2-40B4-BE49-F238E27FC236}">
                <a16:creationId xmlns:a16="http://schemas.microsoft.com/office/drawing/2014/main" id="{751FE611-D823-423E-8C33-2A87757AB8F8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1143000" y="4179888"/>
            <a:ext cx="165100" cy="76200"/>
          </a:xfrm>
          <a:custGeom>
            <a:avLst/>
            <a:gdLst>
              <a:gd name="T0" fmla="*/ 0 w 104"/>
              <a:gd name="T1" fmla="*/ 2147483647 h 48"/>
              <a:gd name="T2" fmla="*/ 0 w 104"/>
              <a:gd name="T3" fmla="*/ 0 h 48"/>
              <a:gd name="T4" fmla="*/ 2147483647 w 104"/>
              <a:gd name="T5" fmla="*/ 2147483647 h 48"/>
              <a:gd name="T6" fmla="*/ 0 w 104"/>
              <a:gd name="T7" fmla="*/ 2147483647 h 48"/>
              <a:gd name="T8" fmla="*/ 0 w 104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4"/>
              <a:gd name="T16" fmla="*/ 0 h 48"/>
              <a:gd name="T17" fmla="*/ 104 w 10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4" h="48">
                <a:moveTo>
                  <a:pt x="0" y="24"/>
                </a:moveTo>
                <a:lnTo>
                  <a:pt x="0" y="0"/>
                </a:lnTo>
                <a:lnTo>
                  <a:pt x="104" y="24"/>
                </a:lnTo>
                <a:lnTo>
                  <a:pt x="0" y="48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8" name="Rectangle 79">
            <a:extLst>
              <a:ext uri="{FF2B5EF4-FFF2-40B4-BE49-F238E27FC236}">
                <a16:creationId xmlns:a16="http://schemas.microsoft.com/office/drawing/2014/main" id="{CB2DC576-B1AF-4F8F-ABAE-DD37F601286A}"/>
              </a:ext>
            </a:extLst>
          </p:cNvPr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723900" y="46878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19" name="Rectangle 80">
            <a:extLst>
              <a:ext uri="{FF2B5EF4-FFF2-40B4-BE49-F238E27FC236}">
                <a16:creationId xmlns:a16="http://schemas.microsoft.com/office/drawing/2014/main" id="{5D948A54-4925-4A51-89DD-254CAE210136}"/>
              </a:ext>
            </a:extLst>
          </p:cNvPr>
          <p:cNvSpPr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723900" y="4217988"/>
            <a:ext cx="12700" cy="4699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0" name="Rectangle 81">
            <a:extLst>
              <a:ext uri="{FF2B5EF4-FFF2-40B4-BE49-F238E27FC236}">
                <a16:creationId xmlns:a16="http://schemas.microsoft.com/office/drawing/2014/main" id="{076232D2-1BD1-40CF-9BBD-FDAA06FC3A56}"/>
              </a:ext>
            </a:extLst>
          </p:cNvPr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1143000" y="4217988"/>
            <a:ext cx="1588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1" name="Rectangle 82">
            <a:extLst>
              <a:ext uri="{FF2B5EF4-FFF2-40B4-BE49-F238E27FC236}">
                <a16:creationId xmlns:a16="http://schemas.microsoft.com/office/drawing/2014/main" id="{7DDA7FC5-4B30-4479-AF85-7372C2AF179D}"/>
              </a:ext>
            </a:extLst>
          </p:cNvPr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>
            <a:off x="723900" y="4217988"/>
            <a:ext cx="4191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2" name="Rectangle 83">
            <a:extLst>
              <a:ext uri="{FF2B5EF4-FFF2-40B4-BE49-F238E27FC236}">
                <a16:creationId xmlns:a16="http://schemas.microsoft.com/office/drawing/2014/main" id="{6D71D552-060E-4500-AE58-703274B8159A}"/>
              </a:ext>
            </a:extLst>
          </p:cNvPr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393700" y="4700588"/>
            <a:ext cx="7810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Helvetica" panose="020B0604020202020204" pitchFamily="34" charset="0"/>
              </a:rPr>
              <a:t>Delay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3" name="Rectangle 84">
            <a:extLst>
              <a:ext uri="{FF2B5EF4-FFF2-40B4-BE49-F238E27FC236}">
                <a16:creationId xmlns:a16="http://schemas.microsoft.com/office/drawing/2014/main" id="{342FC976-4FF4-4EDF-A685-424830DB575C}"/>
              </a:ext>
            </a:extLst>
          </p:cNvPr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723900" y="5081588"/>
            <a:ext cx="12700" cy="1587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4" name="Rectangle 85">
            <a:extLst>
              <a:ext uri="{FF2B5EF4-FFF2-40B4-BE49-F238E27FC236}">
                <a16:creationId xmlns:a16="http://schemas.microsoft.com/office/drawing/2014/main" id="{7D936013-F390-4D4F-895E-14EC02664D36}"/>
              </a:ext>
            </a:extLst>
          </p:cNvPr>
          <p:cNvSpPr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723900" y="5081588"/>
            <a:ext cx="12700" cy="5334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5" name="Rectangle 86">
            <a:extLst>
              <a:ext uri="{FF2B5EF4-FFF2-40B4-BE49-F238E27FC236}">
                <a16:creationId xmlns:a16="http://schemas.microsoft.com/office/drawing/2014/main" id="{78A3F1F1-F65F-49B0-BFDF-4F5BD8712723}"/>
              </a:ext>
            </a:extLst>
          </p:cNvPr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5295900" y="5602288"/>
            <a:ext cx="1588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6" name="Rectangle 87">
            <a:extLst>
              <a:ext uri="{FF2B5EF4-FFF2-40B4-BE49-F238E27FC236}">
                <a16:creationId xmlns:a16="http://schemas.microsoft.com/office/drawing/2014/main" id="{92F16E62-149B-4BA9-B5CC-F23AF4AB48D0}"/>
              </a:ext>
            </a:extLst>
          </p:cNvPr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723900" y="5602288"/>
            <a:ext cx="45720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7" name="Rectangle 88">
            <a:extLst>
              <a:ext uri="{FF2B5EF4-FFF2-40B4-BE49-F238E27FC236}">
                <a16:creationId xmlns:a16="http://schemas.microsoft.com/office/drawing/2014/main" id="{988686EF-0075-42B5-A753-E257A99F40A6}"/>
              </a:ext>
            </a:extLst>
          </p:cNvPr>
          <p:cNvSpPr>
            <a:spLocks noChangeArrowheads="1"/>
          </p:cNvSpPr>
          <p:nvPr>
            <p:custDataLst>
              <p:tags r:id="rId87"/>
            </p:custDataLst>
          </p:nvPr>
        </p:nvSpPr>
        <p:spPr bwMode="auto">
          <a:xfrm>
            <a:off x="304800" y="4687888"/>
            <a:ext cx="9525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8" name="Rectangle 89">
            <a:extLst>
              <a:ext uri="{FF2B5EF4-FFF2-40B4-BE49-F238E27FC236}">
                <a16:creationId xmlns:a16="http://schemas.microsoft.com/office/drawing/2014/main" id="{AB313FB4-2F76-4722-8BE6-62B6DA3030BA}"/>
              </a:ext>
            </a:extLst>
          </p:cNvPr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1244600" y="4687888"/>
            <a:ext cx="12700" cy="4064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9" name="Rectangle 90">
            <a:extLst>
              <a:ext uri="{FF2B5EF4-FFF2-40B4-BE49-F238E27FC236}">
                <a16:creationId xmlns:a16="http://schemas.microsoft.com/office/drawing/2014/main" id="{9D77D59A-1A91-4416-A525-B7BB65329593}"/>
              </a:ext>
            </a:extLst>
          </p:cNvPr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304800" y="5081588"/>
            <a:ext cx="939800" cy="12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0" name="Rectangle 91">
            <a:extLst>
              <a:ext uri="{FF2B5EF4-FFF2-40B4-BE49-F238E27FC236}">
                <a16:creationId xmlns:a16="http://schemas.microsoft.com/office/drawing/2014/main" id="{B594B006-2131-475F-AB4E-AD9C06A80697}"/>
              </a:ext>
            </a:extLst>
          </p:cNvPr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304800" y="4687888"/>
            <a:ext cx="12700" cy="393700"/>
          </a:xfrm>
          <a:prstGeom prst="rect">
            <a:avLst/>
          </a:pr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1" name="Freeform 92">
            <a:extLst>
              <a:ext uri="{FF2B5EF4-FFF2-40B4-BE49-F238E27FC236}">
                <a16:creationId xmlns:a16="http://schemas.microsoft.com/office/drawing/2014/main" id="{2D6536DA-439D-473F-91B6-46CCBCBB6D43}"/>
              </a:ext>
            </a:extLst>
          </p:cNvPr>
          <p:cNvSpPr>
            <a:spLocks/>
          </p:cNvSpPr>
          <p:nvPr>
            <p:custDataLst>
              <p:tags r:id="rId91"/>
            </p:custDataLst>
          </p:nvPr>
        </p:nvSpPr>
        <p:spPr bwMode="auto">
          <a:xfrm>
            <a:off x="5270500" y="5564188"/>
            <a:ext cx="76200" cy="90487"/>
          </a:xfrm>
          <a:custGeom>
            <a:avLst/>
            <a:gdLst>
              <a:gd name="T0" fmla="*/ 2147483647 w 48"/>
              <a:gd name="T1" fmla="*/ 2147483647 h 57"/>
              <a:gd name="T2" fmla="*/ 2147483647 w 48"/>
              <a:gd name="T3" fmla="*/ 2147483647 h 57"/>
              <a:gd name="T4" fmla="*/ 2147483647 w 48"/>
              <a:gd name="T5" fmla="*/ 0 h 57"/>
              <a:gd name="T6" fmla="*/ 2147483647 w 48"/>
              <a:gd name="T7" fmla="*/ 2147483647 h 57"/>
              <a:gd name="T8" fmla="*/ 0 w 48"/>
              <a:gd name="T9" fmla="*/ 2147483647 h 57"/>
              <a:gd name="T10" fmla="*/ 2147483647 w 48"/>
              <a:gd name="T11" fmla="*/ 2147483647 h 57"/>
              <a:gd name="T12" fmla="*/ 2147483647 w 48"/>
              <a:gd name="T13" fmla="*/ 2147483647 h 57"/>
              <a:gd name="T14" fmla="*/ 2147483647 w 48"/>
              <a:gd name="T15" fmla="*/ 2147483647 h 57"/>
              <a:gd name="T16" fmla="*/ 2147483647 w 48"/>
              <a:gd name="T17" fmla="*/ 2147483647 h 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"/>
              <a:gd name="T28" fmla="*/ 0 h 57"/>
              <a:gd name="T29" fmla="*/ 48 w 48"/>
              <a:gd name="T30" fmla="*/ 57 h 5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" h="57">
                <a:moveTo>
                  <a:pt x="48" y="24"/>
                </a:moveTo>
                <a:lnTo>
                  <a:pt x="40" y="8"/>
                </a:lnTo>
                <a:lnTo>
                  <a:pt x="24" y="0"/>
                </a:lnTo>
                <a:lnTo>
                  <a:pt x="8" y="8"/>
                </a:lnTo>
                <a:lnTo>
                  <a:pt x="0" y="24"/>
                </a:lnTo>
                <a:lnTo>
                  <a:pt x="8" y="49"/>
                </a:lnTo>
                <a:lnTo>
                  <a:pt x="24" y="57"/>
                </a:lnTo>
                <a:lnTo>
                  <a:pt x="40" y="49"/>
                </a:lnTo>
                <a:lnTo>
                  <a:pt x="48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2" name="Freeform 93">
            <a:extLst>
              <a:ext uri="{FF2B5EF4-FFF2-40B4-BE49-F238E27FC236}">
                <a16:creationId xmlns:a16="http://schemas.microsoft.com/office/drawing/2014/main" id="{07B0A797-6EAE-48D5-B2D2-D190DA1E820F}"/>
              </a:ext>
            </a:extLst>
          </p:cNvPr>
          <p:cNvSpPr>
            <a:spLocks/>
          </p:cNvSpPr>
          <p:nvPr>
            <p:custDataLst>
              <p:tags r:id="rId92"/>
            </p:custDataLst>
          </p:nvPr>
        </p:nvSpPr>
        <p:spPr bwMode="auto">
          <a:xfrm>
            <a:off x="5270500" y="5564188"/>
            <a:ext cx="88900" cy="103187"/>
          </a:xfrm>
          <a:custGeom>
            <a:avLst/>
            <a:gdLst>
              <a:gd name="T0" fmla="*/ 2147483647 w 56"/>
              <a:gd name="T1" fmla="*/ 2147483647 h 65"/>
              <a:gd name="T2" fmla="*/ 2147483647 w 56"/>
              <a:gd name="T3" fmla="*/ 2147483647 h 65"/>
              <a:gd name="T4" fmla="*/ 2147483647 w 56"/>
              <a:gd name="T5" fmla="*/ 2147483647 h 65"/>
              <a:gd name="T6" fmla="*/ 2147483647 w 56"/>
              <a:gd name="T7" fmla="*/ 2147483647 h 65"/>
              <a:gd name="T8" fmla="*/ 2147483647 w 56"/>
              <a:gd name="T9" fmla="*/ 2147483647 h 65"/>
              <a:gd name="T10" fmla="*/ 2147483647 w 56"/>
              <a:gd name="T11" fmla="*/ 2147483647 h 65"/>
              <a:gd name="T12" fmla="*/ 2147483647 w 56"/>
              <a:gd name="T13" fmla="*/ 2147483647 h 65"/>
              <a:gd name="T14" fmla="*/ 2147483647 w 56"/>
              <a:gd name="T15" fmla="*/ 2147483647 h 65"/>
              <a:gd name="T16" fmla="*/ 2147483647 w 56"/>
              <a:gd name="T17" fmla="*/ 2147483647 h 65"/>
              <a:gd name="T18" fmla="*/ 2147483647 w 56"/>
              <a:gd name="T19" fmla="*/ 2147483647 h 65"/>
              <a:gd name="T20" fmla="*/ 2147483647 w 56"/>
              <a:gd name="T21" fmla="*/ 2147483647 h 65"/>
              <a:gd name="T22" fmla="*/ 2147483647 w 56"/>
              <a:gd name="T23" fmla="*/ 2147483647 h 65"/>
              <a:gd name="T24" fmla="*/ 2147483647 w 56"/>
              <a:gd name="T25" fmla="*/ 2147483647 h 65"/>
              <a:gd name="T26" fmla="*/ 2147483647 w 56"/>
              <a:gd name="T27" fmla="*/ 2147483647 h 65"/>
              <a:gd name="T28" fmla="*/ 2147483647 w 56"/>
              <a:gd name="T29" fmla="*/ 2147483647 h 65"/>
              <a:gd name="T30" fmla="*/ 2147483647 w 56"/>
              <a:gd name="T31" fmla="*/ 2147483647 h 65"/>
              <a:gd name="T32" fmla="*/ 2147483647 w 56"/>
              <a:gd name="T33" fmla="*/ 2147483647 h 65"/>
              <a:gd name="T34" fmla="*/ 2147483647 w 56"/>
              <a:gd name="T35" fmla="*/ 2147483647 h 65"/>
              <a:gd name="T36" fmla="*/ 2147483647 w 56"/>
              <a:gd name="T37" fmla="*/ 2147483647 h 65"/>
              <a:gd name="T38" fmla="*/ 2147483647 w 56"/>
              <a:gd name="T39" fmla="*/ 2147483647 h 65"/>
              <a:gd name="T40" fmla="*/ 2147483647 w 56"/>
              <a:gd name="T41" fmla="*/ 2147483647 h 65"/>
              <a:gd name="T42" fmla="*/ 2147483647 w 56"/>
              <a:gd name="T43" fmla="*/ 2147483647 h 65"/>
              <a:gd name="T44" fmla="*/ 2147483647 w 56"/>
              <a:gd name="T45" fmla="*/ 2147483647 h 65"/>
              <a:gd name="T46" fmla="*/ 2147483647 w 56"/>
              <a:gd name="T47" fmla="*/ 2147483647 h 65"/>
              <a:gd name="T48" fmla="*/ 2147483647 w 56"/>
              <a:gd name="T49" fmla="*/ 2147483647 h 65"/>
              <a:gd name="T50" fmla="*/ 2147483647 w 56"/>
              <a:gd name="T51" fmla="*/ 2147483647 h 65"/>
              <a:gd name="T52" fmla="*/ 2147483647 w 56"/>
              <a:gd name="T53" fmla="*/ 2147483647 h 65"/>
              <a:gd name="T54" fmla="*/ 2147483647 w 56"/>
              <a:gd name="T55" fmla="*/ 2147483647 h 65"/>
              <a:gd name="T56" fmla="*/ 2147483647 w 56"/>
              <a:gd name="T57" fmla="*/ 2147483647 h 65"/>
              <a:gd name="T58" fmla="*/ 2147483647 w 56"/>
              <a:gd name="T59" fmla="*/ 2147483647 h 65"/>
              <a:gd name="T60" fmla="*/ 2147483647 w 56"/>
              <a:gd name="T61" fmla="*/ 2147483647 h 65"/>
              <a:gd name="T62" fmla="*/ 2147483647 w 56"/>
              <a:gd name="T63" fmla="*/ 2147483647 h 65"/>
              <a:gd name="T64" fmla="*/ 2147483647 w 56"/>
              <a:gd name="T65" fmla="*/ 2147483647 h 65"/>
              <a:gd name="T66" fmla="*/ 2147483647 w 56"/>
              <a:gd name="T67" fmla="*/ 2147483647 h 65"/>
              <a:gd name="T68" fmla="*/ 2147483647 w 56"/>
              <a:gd name="T69" fmla="*/ 2147483647 h 65"/>
              <a:gd name="T70" fmla="*/ 0 w 56"/>
              <a:gd name="T71" fmla="*/ 2147483647 h 65"/>
              <a:gd name="T72" fmla="*/ 0 w 56"/>
              <a:gd name="T73" fmla="*/ 2147483647 h 65"/>
              <a:gd name="T74" fmla="*/ 0 w 56"/>
              <a:gd name="T75" fmla="*/ 2147483647 h 65"/>
              <a:gd name="T76" fmla="*/ 2147483647 w 56"/>
              <a:gd name="T77" fmla="*/ 2147483647 h 65"/>
              <a:gd name="T78" fmla="*/ 2147483647 w 56"/>
              <a:gd name="T79" fmla="*/ 2147483647 h 65"/>
              <a:gd name="T80" fmla="*/ 2147483647 w 56"/>
              <a:gd name="T81" fmla="*/ 2147483647 h 65"/>
              <a:gd name="T82" fmla="*/ 2147483647 w 56"/>
              <a:gd name="T83" fmla="*/ 0 h 65"/>
              <a:gd name="T84" fmla="*/ 2147483647 w 56"/>
              <a:gd name="T85" fmla="*/ 0 h 65"/>
              <a:gd name="T86" fmla="*/ 2147483647 w 56"/>
              <a:gd name="T87" fmla="*/ 0 h 65"/>
              <a:gd name="T88" fmla="*/ 2147483647 w 56"/>
              <a:gd name="T89" fmla="*/ 2147483647 h 65"/>
              <a:gd name="T90" fmla="*/ 2147483647 w 56"/>
              <a:gd name="T91" fmla="*/ 2147483647 h 65"/>
              <a:gd name="T92" fmla="*/ 2147483647 w 56"/>
              <a:gd name="T93" fmla="*/ 2147483647 h 65"/>
              <a:gd name="T94" fmla="*/ 2147483647 w 56"/>
              <a:gd name="T95" fmla="*/ 2147483647 h 65"/>
              <a:gd name="T96" fmla="*/ 2147483647 w 56"/>
              <a:gd name="T97" fmla="*/ 2147483647 h 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6"/>
              <a:gd name="T148" fmla="*/ 0 h 65"/>
              <a:gd name="T149" fmla="*/ 56 w 56"/>
              <a:gd name="T150" fmla="*/ 65 h 65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6" h="65">
                <a:moveTo>
                  <a:pt x="48" y="24"/>
                </a:moveTo>
                <a:lnTo>
                  <a:pt x="40" y="8"/>
                </a:lnTo>
                <a:lnTo>
                  <a:pt x="40" y="16"/>
                </a:lnTo>
                <a:lnTo>
                  <a:pt x="24" y="8"/>
                </a:lnTo>
                <a:lnTo>
                  <a:pt x="8" y="16"/>
                </a:lnTo>
                <a:lnTo>
                  <a:pt x="16" y="8"/>
                </a:lnTo>
                <a:lnTo>
                  <a:pt x="8" y="24"/>
                </a:lnTo>
                <a:lnTo>
                  <a:pt x="16" y="49"/>
                </a:lnTo>
                <a:lnTo>
                  <a:pt x="8" y="49"/>
                </a:lnTo>
                <a:lnTo>
                  <a:pt x="24" y="57"/>
                </a:lnTo>
                <a:lnTo>
                  <a:pt x="40" y="49"/>
                </a:lnTo>
                <a:lnTo>
                  <a:pt x="48" y="24"/>
                </a:lnTo>
                <a:lnTo>
                  <a:pt x="56" y="24"/>
                </a:lnTo>
                <a:lnTo>
                  <a:pt x="48" y="49"/>
                </a:lnTo>
                <a:lnTo>
                  <a:pt x="40" y="57"/>
                </a:lnTo>
                <a:lnTo>
                  <a:pt x="24" y="65"/>
                </a:lnTo>
                <a:lnTo>
                  <a:pt x="8" y="57"/>
                </a:lnTo>
                <a:lnTo>
                  <a:pt x="8" y="49"/>
                </a:lnTo>
                <a:lnTo>
                  <a:pt x="0" y="24"/>
                </a:lnTo>
                <a:lnTo>
                  <a:pt x="8" y="8"/>
                </a:lnTo>
                <a:lnTo>
                  <a:pt x="24" y="0"/>
                </a:lnTo>
                <a:lnTo>
                  <a:pt x="40" y="8"/>
                </a:lnTo>
                <a:lnTo>
                  <a:pt x="48" y="8"/>
                </a:lnTo>
                <a:lnTo>
                  <a:pt x="56" y="24"/>
                </a:lnTo>
                <a:lnTo>
                  <a:pt x="48" y="24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3" name="Freeform 94">
            <a:extLst>
              <a:ext uri="{FF2B5EF4-FFF2-40B4-BE49-F238E27FC236}">
                <a16:creationId xmlns:a16="http://schemas.microsoft.com/office/drawing/2014/main" id="{883ABDD2-373C-48AE-9E81-63F598C1FD4C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auto">
          <a:xfrm>
            <a:off x="5346700" y="5602288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7 w 8"/>
              <a:gd name="T7" fmla="*/ 0 h 1587"/>
              <a:gd name="T8" fmla="*/ 2147483647 w 8"/>
              <a:gd name="T9" fmla="*/ 0 h 1587"/>
              <a:gd name="T10" fmla="*/ 2147483647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97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835692-F872-4D7C-A2D3-1BDAEB5777D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7CC78A6-FA26-4DF0-8781-0CB241D0AA73}" type="slidenum">
              <a:rPr lang="en-US" altLang="en-US">
                <a:latin typeface="Calibri" panose="020F0502020204030204" pitchFamily="34" charset="0"/>
              </a:rPr>
              <a:pPr lvl="1" eaLnBrk="1" hangingPunct="1"/>
              <a:t>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31449A9-B948-450E-8E9D-98CB9E352DC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Addressing Modes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4834532-8F40-42DC-A7A1-238CE671417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for(</a:t>
            </a:r>
            <a:r>
              <a:rPr lang="en-US" altLang="en-US" sz="2800" dirty="0" err="1"/>
              <a:t>i</a:t>
            </a:r>
            <a:r>
              <a:rPr lang="en-US" altLang="en-US" sz="2800" dirty="0"/>
              <a:t>=0;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 &lt; N, </a:t>
            </a:r>
            <a:r>
              <a:rPr lang="en-US" altLang="en-US" sz="2800" dirty="0" err="1"/>
              <a:t>i</a:t>
            </a:r>
            <a:r>
              <a:rPr lang="en-US" altLang="en-US" sz="2800" dirty="0"/>
              <a:t> += 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sum += A[</a:t>
            </a:r>
            <a:r>
              <a:rPr lang="en-US" altLang="en-US" sz="2800" dirty="0" err="1"/>
              <a:t>i</a:t>
            </a:r>
            <a:r>
              <a:rPr lang="en-US" altLang="en-US" sz="2800" dirty="0"/>
              <a:t>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# $s0 is sum, $s1 is &amp;A[</a:t>
            </a:r>
            <a:r>
              <a:rPr lang="en-US" altLang="en-US" sz="2800" dirty="0" err="1"/>
              <a:t>i</a:t>
            </a:r>
            <a:r>
              <a:rPr lang="en-US" altLang="en-US" sz="2800" dirty="0"/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Original loop:		Loop with </a:t>
            </a:r>
            <a:r>
              <a:rPr lang="en-US" altLang="en-US" sz="2800" dirty="0" err="1"/>
              <a:t>autoupdate</a:t>
            </a:r>
            <a:r>
              <a:rPr lang="en-US" altLang="en-US" sz="28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chemeClr val="hlink"/>
                </a:solidFill>
              </a:rPr>
              <a:t>	</a:t>
            </a:r>
            <a:r>
              <a:rPr lang="en-US" altLang="en-US" sz="2800" dirty="0" err="1">
                <a:solidFill>
                  <a:srgbClr val="FF0000"/>
                </a:solidFill>
              </a:rPr>
              <a:t>lw</a:t>
            </a:r>
            <a:r>
              <a:rPr lang="en-US" altLang="en-US" sz="2800" dirty="0">
                <a:solidFill>
                  <a:srgbClr val="FF0000"/>
                </a:solidFill>
              </a:rPr>
              <a:t> $2, 0($s1)		</a:t>
            </a:r>
            <a:r>
              <a:rPr lang="en-US" altLang="en-US" sz="2800" dirty="0" err="1">
                <a:solidFill>
                  <a:srgbClr val="FF0000"/>
                </a:solidFill>
              </a:rPr>
              <a:t>lwupdate</a:t>
            </a:r>
            <a:r>
              <a:rPr lang="en-US" altLang="en-US" sz="2800" dirty="0">
                <a:solidFill>
                  <a:srgbClr val="FF0000"/>
                </a:solidFill>
              </a:rPr>
              <a:t> $2, 4($s1)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	</a:t>
            </a:r>
            <a:r>
              <a:rPr lang="en-US" altLang="en-US" sz="2800" dirty="0" err="1">
                <a:solidFill>
                  <a:srgbClr val="FF0000"/>
                </a:solidFill>
              </a:rPr>
              <a:t>addi</a:t>
            </a:r>
            <a:r>
              <a:rPr lang="en-US" altLang="en-US" sz="2800" dirty="0">
                <a:solidFill>
                  <a:srgbClr val="FF0000"/>
                </a:solidFill>
              </a:rPr>
              <a:t> $s1, $s1, 4		add $s0, $s0, $2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	add $s0, $s0, $2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But need to be careful: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With </a:t>
            </a:r>
            <a:r>
              <a:rPr lang="en-US" altLang="en-US" sz="2400" dirty="0" err="1"/>
              <a:t>autoupdate</a:t>
            </a:r>
            <a:r>
              <a:rPr lang="en-US" altLang="en-US" sz="2400" dirty="0"/>
              <a:t>, need sub $s1, $s1, 4 before the loop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14C91-45C9-4B28-90B7-B722EDA75A0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256BBA40-1952-4F3A-872A-E29FC125E654}" type="slidenum">
              <a:rPr lang="en-US" altLang="en-US">
                <a:latin typeface="Calibri" panose="020F0502020204030204" pitchFamily="34" charset="0"/>
              </a:rPr>
              <a:pPr lvl="1" eaLnBrk="1" hangingPunct="1"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Endianness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How bytes within a word are addressed</a:t>
            </a:r>
          </a:p>
          <a:p>
            <a:pPr eaLnBrk="1" hangingPunct="1"/>
            <a:r>
              <a:rPr lang="en-US" altLang="en-US" sz="2800" dirty="0"/>
              <a:t>Big endian: LS byte at address xxxxxx11 (binary)</a:t>
            </a:r>
          </a:p>
          <a:p>
            <a:pPr lvl="1" eaLnBrk="1" hangingPunct="1"/>
            <a:r>
              <a:rPr lang="en-US" altLang="en-US" sz="2400" dirty="0"/>
              <a:t>E.g. IBM, SPARC</a:t>
            </a:r>
          </a:p>
          <a:p>
            <a:pPr eaLnBrk="1" hangingPunct="1"/>
            <a:r>
              <a:rPr lang="en-US" altLang="en-US" sz="2800" dirty="0"/>
              <a:t>Little endian: LS byte at address xxxxxx00 (binary)</a:t>
            </a:r>
          </a:p>
          <a:p>
            <a:pPr lvl="1" eaLnBrk="1" hangingPunct="1"/>
            <a:r>
              <a:rPr lang="en-US" altLang="en-US" sz="2400" dirty="0"/>
              <a:t>E.g. Intel x86, </a:t>
            </a:r>
            <a:r>
              <a:rPr lang="en-US" altLang="en-US" sz="2400" dirty="0">
                <a:solidFill>
                  <a:srgbClr val="FF0000"/>
                </a:solidFill>
              </a:rPr>
              <a:t>our MIPS ISA</a:t>
            </a:r>
          </a:p>
          <a:p>
            <a:pPr eaLnBrk="1" hangingPunct="1"/>
            <a:r>
              <a:rPr lang="en-US" altLang="en-US" sz="2800" dirty="0">
                <a:cs typeface="Calibri"/>
              </a:rPr>
              <a:t>Some architectures support a switch for both</a:t>
            </a:r>
            <a:endParaRPr lang="en-US" altLang="en-US" sz="2800" dirty="0"/>
          </a:p>
          <a:p>
            <a:r>
              <a:rPr lang="en-US" altLang="en-US" sz="2800" dirty="0"/>
              <a:t>Causes headaches for</a:t>
            </a:r>
            <a:endParaRPr lang="en-US" dirty="0"/>
          </a:p>
          <a:p>
            <a:pPr lvl="1" eaLnBrk="1" hangingPunct="1"/>
            <a:r>
              <a:rPr lang="en-US" altLang="en-US" sz="2400" dirty="0"/>
              <a:t>Ugly pointer arithmetic</a:t>
            </a:r>
          </a:p>
          <a:p>
            <a:pPr lvl="1" eaLnBrk="1" hangingPunct="1"/>
            <a:r>
              <a:rPr lang="en-US" altLang="en-US" sz="2400" dirty="0"/>
              <a:t>Multibyte datatype transfers from one machine to another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2B39A61B-8E2D-48EA-A3FB-5FC717B5AF64}" type="slidenum">
              <a:rPr lang="en-US" altLang="en-US">
                <a:latin typeface="Calibri" panose="020F0502020204030204" pitchFamily="34" charset="0"/>
              </a:rPr>
              <a:pPr lvl="1"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474807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Endianness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All instructions are 32 bits wide</a:t>
            </a:r>
          </a:p>
          <a:p>
            <a:pPr eaLnBrk="1" hangingPunct="1"/>
            <a:r>
              <a:rPr lang="en-US" altLang="en-US" sz="2800" dirty="0"/>
              <a:t>Assembly: </a:t>
            </a:r>
            <a:r>
              <a:rPr lang="en-US" altLang="en-US" sz="2800" dirty="0">
                <a:solidFill>
                  <a:srgbClr val="FF0000"/>
                </a:solidFill>
              </a:rPr>
              <a:t>add $1, $2, $3</a:t>
            </a:r>
          </a:p>
          <a:p>
            <a:pPr eaLnBrk="1" hangingPunct="1"/>
            <a:r>
              <a:rPr lang="en-US" altLang="en-US" sz="2800" dirty="0"/>
              <a:t>Machine language: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</a:t>
            </a:r>
            <a:endParaRPr lang="en-US" altLang="en-US" sz="24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	bit 31                     bit 0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	00000000010000110000100000100000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000000 00010 00011 00001 00000 100000</a:t>
            </a:r>
          </a:p>
          <a:p>
            <a:pPr marL="457200" lvl="1" indent="0" eaLnBrk="1" hangingPunct="1">
              <a:buNone/>
            </a:pPr>
            <a:endParaRPr lang="en-US" altLang="en-US" sz="2400" dirty="0"/>
          </a:p>
        </p:txBody>
      </p:sp>
      <p:grpSp>
        <p:nvGrpSpPr>
          <p:cNvPr id="20484" name="Group 10"/>
          <p:cNvGrpSpPr>
            <a:grpSpLocks/>
          </p:cNvGrpSpPr>
          <p:nvPr/>
        </p:nvGrpSpPr>
        <p:grpSpPr bwMode="auto">
          <a:xfrm>
            <a:off x="1238250" y="3833813"/>
            <a:ext cx="5943600" cy="304800"/>
            <a:chOff x="960" y="2640"/>
            <a:chExt cx="3744" cy="144"/>
          </a:xfrm>
        </p:grpSpPr>
        <p:sp>
          <p:nvSpPr>
            <p:cNvPr id="20486" name="Rectangle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60" y="264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7" name="Rectangle 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80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8" name="Rectangle 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256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89" name="Rectangle 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832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90" name="Rectangle 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408" y="2640"/>
              <a:ext cx="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491" name="Rectangle 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84" y="2640"/>
              <a:ext cx="720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F53282B-5DE0-4A60-9811-B0AB439CD175}" type="slidenum">
              <a:rPr lang="en-US" altLang="en-US">
                <a:latin typeface="Calibri" panose="020F0502020204030204" pitchFamily="34" charset="0"/>
              </a:rPr>
              <a:pPr lvl="1"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8185E1-2117-4BC0-B6BF-F8D0DB2BB2E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34490937"/>
              </p:ext>
            </p:extLst>
          </p:nvPr>
        </p:nvGraphicFramePr>
        <p:xfrm>
          <a:off x="1953883" y="4800600"/>
          <a:ext cx="22098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69318028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385254707"/>
                    </a:ext>
                  </a:extLst>
                </a:gridCol>
              </a:tblGrid>
              <a:tr h="31763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Little endian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08457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996175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40962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688140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41962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3DC752-611A-4591-B140-7B466BFD3CF7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829664278"/>
              </p:ext>
            </p:extLst>
          </p:nvPr>
        </p:nvGraphicFramePr>
        <p:xfrm>
          <a:off x="4786941" y="4800600"/>
          <a:ext cx="22098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69318028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385254707"/>
                    </a:ext>
                  </a:extLst>
                </a:gridCol>
              </a:tblGrid>
              <a:tr h="31763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Big endian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08457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996175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40962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688140"/>
                  </a:ext>
                </a:extLst>
              </a:tr>
              <a:tr h="31763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addr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0x20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41962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652909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30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do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 while 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N);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</a:t>
            </a:r>
            <a:r>
              <a:rPr lang="en-US" b="1" u="sng" dirty="0">
                <a:latin typeface="+mn-lt"/>
              </a:rPr>
              <a:t>___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u="sng" dirty="0">
                <a:latin typeface="+mn-lt"/>
              </a:rPr>
              <a:t>___</a:t>
            </a:r>
            <a:r>
              <a:rPr lang="en-US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sll</a:t>
            </a:r>
            <a:r>
              <a:rPr lang="en-US" dirty="0">
                <a:latin typeface="+mn-lt"/>
              </a:rPr>
              <a:t>	$t2, $t1, </a:t>
            </a:r>
            <a:r>
              <a:rPr lang="en-US" b="1" u="sng" dirty="0">
                <a:latin typeface="+mn-lt"/>
              </a:rPr>
              <a:t>___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</a:t>
            </a:r>
            <a:r>
              <a:rPr lang="en-US" b="1" u="sng" dirty="0">
                <a:latin typeface="+mn-lt"/>
              </a:rPr>
              <a:t>___</a:t>
            </a:r>
            <a:r>
              <a:rPr lang="en-US" dirty="0">
                <a:latin typeface="+mn-lt"/>
              </a:rPr>
              <a:t>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</a:t>
            </a:r>
            <a:r>
              <a:rPr lang="en-US" b="1" u="sng" dirty="0">
                <a:latin typeface="+mn-lt"/>
              </a:rPr>
              <a:t>___</a:t>
            </a:r>
            <a:r>
              <a:rPr lang="en-US" dirty="0">
                <a:latin typeface="+mn-lt"/>
              </a:rPr>
              <a:t>, </a:t>
            </a:r>
            <a:r>
              <a:rPr lang="en-US" b="1" u="sng" dirty="0">
                <a:latin typeface="+mn-lt"/>
              </a:rPr>
              <a:t>___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259619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31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do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 while 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N);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</a:t>
            </a:r>
            <a:r>
              <a:rPr lang="en-US" b="1" u="sng" dirty="0"/>
              <a:t>___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u="sng" dirty="0"/>
              <a:t> ___</a:t>
            </a:r>
            <a:r>
              <a:rPr lang="en-US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sll</a:t>
            </a:r>
            <a:r>
              <a:rPr lang="en-US" dirty="0">
                <a:latin typeface="+mn-lt"/>
              </a:rPr>
              <a:t>	$t2, $t1, </a:t>
            </a:r>
            <a:r>
              <a:rPr lang="en-US" b="1" u="sng" dirty="0">
                <a:solidFill>
                  <a:srgbClr val="FF0000"/>
                </a:solidFill>
                <a:latin typeface="+mn-lt"/>
              </a:rPr>
              <a:t>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</a:t>
            </a:r>
            <a:r>
              <a:rPr lang="en-US" b="1" u="sng" dirty="0"/>
              <a:t>___</a:t>
            </a:r>
            <a:r>
              <a:rPr lang="en-US" dirty="0">
                <a:latin typeface="+mn-lt"/>
              </a:rPr>
              <a:t>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</a:t>
            </a:r>
            <a:r>
              <a:rPr lang="en-US" b="1" u="sng" dirty="0"/>
              <a:t>___</a:t>
            </a:r>
            <a:r>
              <a:rPr lang="en-US" dirty="0">
                <a:latin typeface="+mn-lt"/>
              </a:rPr>
              <a:t>, </a:t>
            </a:r>
            <a:r>
              <a:rPr lang="en-US" b="1" u="sng" dirty="0"/>
              <a:t>___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624824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32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do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 while 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N);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</a:t>
            </a:r>
            <a:r>
              <a:rPr lang="en-US" b="1" u="sng" dirty="0">
                <a:solidFill>
                  <a:srgbClr val="FF0000"/>
                </a:solidFill>
                <a:latin typeface="+mn-lt"/>
              </a:rPr>
              <a:t>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u="sng" dirty="0"/>
              <a:t> ___</a:t>
            </a:r>
            <a:r>
              <a:rPr lang="en-US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sll</a:t>
            </a:r>
            <a:r>
              <a:rPr lang="en-US" dirty="0">
                <a:latin typeface="+mn-lt"/>
              </a:rPr>
              <a:t>	$t2, $t1, </a:t>
            </a:r>
            <a:r>
              <a:rPr lang="en-US" b="1" u="sng" dirty="0">
                <a:latin typeface="+mn-lt"/>
              </a:rPr>
              <a:t>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</a:t>
            </a:r>
            <a:r>
              <a:rPr lang="en-US" b="1" u="sng" dirty="0"/>
              <a:t>___</a:t>
            </a:r>
            <a:r>
              <a:rPr lang="en-US" dirty="0">
                <a:latin typeface="+mn-lt"/>
              </a:rPr>
              <a:t>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</a:t>
            </a:r>
            <a:r>
              <a:rPr lang="en-US" b="1" u="sng" dirty="0"/>
              <a:t>___</a:t>
            </a:r>
            <a:r>
              <a:rPr lang="en-US" dirty="0">
                <a:latin typeface="+mn-lt"/>
              </a:rPr>
              <a:t>, </a:t>
            </a:r>
            <a:r>
              <a:rPr lang="en-US" b="1" u="sng" dirty="0"/>
              <a:t>___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146266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33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do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 while 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N);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</a:t>
            </a:r>
            <a:r>
              <a:rPr lang="en-US" b="1" u="sng" dirty="0">
                <a:latin typeface="+mn-lt"/>
              </a:rPr>
              <a:t>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u="sng" dirty="0"/>
              <a:t> ___</a:t>
            </a:r>
            <a:r>
              <a:rPr lang="en-US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sll</a:t>
            </a:r>
            <a:r>
              <a:rPr lang="en-US" dirty="0">
                <a:latin typeface="+mn-lt"/>
              </a:rPr>
              <a:t>	$t2, $t1, </a:t>
            </a:r>
            <a:r>
              <a:rPr lang="en-US" b="1" u="sng" dirty="0">
                <a:latin typeface="+mn-lt"/>
              </a:rPr>
              <a:t>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</a:t>
            </a:r>
            <a:r>
              <a:rPr lang="en-US" b="1" u="sng" dirty="0">
                <a:solidFill>
                  <a:srgbClr val="FF0000"/>
                </a:solidFill>
                <a:latin typeface="+mn-lt"/>
              </a:rPr>
              <a:t>$t0</a:t>
            </a:r>
            <a:r>
              <a:rPr lang="en-US" dirty="0">
                <a:latin typeface="+mn-lt"/>
              </a:rPr>
              <a:t>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</a:t>
            </a:r>
            <a:r>
              <a:rPr lang="en-US" b="1" u="sng" dirty="0"/>
              <a:t>___</a:t>
            </a:r>
            <a:r>
              <a:rPr lang="en-US" dirty="0">
                <a:latin typeface="+mn-lt"/>
              </a:rPr>
              <a:t>, </a:t>
            </a:r>
            <a:r>
              <a:rPr lang="en-US" b="1" u="sng" dirty="0"/>
              <a:t>___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500348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34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do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 while 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N);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</a:t>
            </a:r>
            <a:r>
              <a:rPr lang="en-US" b="1" u="sng" dirty="0">
                <a:latin typeface="+mn-lt"/>
              </a:rPr>
              <a:t>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u="sng" dirty="0" err="1">
                <a:solidFill>
                  <a:srgbClr val="FF0000"/>
                </a:solidFill>
                <a:latin typeface="+mn-lt"/>
              </a:rPr>
              <a:t>addi</a:t>
            </a:r>
            <a:r>
              <a:rPr lang="en-US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sll</a:t>
            </a:r>
            <a:r>
              <a:rPr lang="en-US" dirty="0">
                <a:latin typeface="+mn-lt"/>
              </a:rPr>
              <a:t>	$t2, $t1, </a:t>
            </a:r>
            <a:r>
              <a:rPr lang="en-US" b="1" u="sng" dirty="0">
                <a:latin typeface="+mn-lt"/>
              </a:rPr>
              <a:t>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</a:t>
            </a:r>
            <a:r>
              <a:rPr lang="en-US" b="1" u="sng" dirty="0">
                <a:latin typeface="+mn-lt"/>
              </a:rPr>
              <a:t>$t0</a:t>
            </a:r>
            <a:r>
              <a:rPr lang="en-US" dirty="0">
                <a:latin typeface="+mn-lt"/>
              </a:rPr>
              <a:t>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</a:t>
            </a:r>
            <a:r>
              <a:rPr lang="en-US" b="1" u="sng" dirty="0">
                <a:solidFill>
                  <a:srgbClr val="FF0000"/>
                </a:solidFill>
                <a:latin typeface="+mn-lt"/>
              </a:rPr>
              <a:t>$t1</a:t>
            </a:r>
            <a:r>
              <a:rPr lang="en-US" dirty="0">
                <a:latin typeface="+mn-lt"/>
              </a:rPr>
              <a:t>, </a:t>
            </a:r>
            <a:r>
              <a:rPr lang="en-US" b="1" u="sng" dirty="0">
                <a:solidFill>
                  <a:srgbClr val="FF0000"/>
                </a:solidFill>
                <a:latin typeface="+mn-lt"/>
              </a:rPr>
              <a:t>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09110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Does the assembly correspond to the C 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35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for (int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 = 0;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 &lt; N;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++)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	sum += A[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}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sll</a:t>
            </a:r>
            <a:r>
              <a:rPr lang="en-US" dirty="0">
                <a:latin typeface="+mn-lt"/>
              </a:rPr>
              <a:t>	$t2, $t1, 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$t0,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$t1, 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bne</a:t>
            </a:r>
            <a:r>
              <a:rPr lang="en-US" dirty="0">
                <a:latin typeface="+mn-lt"/>
              </a:rPr>
              <a:t>	$t4, $zero, LOOP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662006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36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for (int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 = 0;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 &lt; N;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++)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	sum += A[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}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853171" cy="4693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$s0, $zero, 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LOOP:	</a:t>
            </a:r>
            <a:r>
              <a:rPr lang="en-US" sz="2300" b="1" dirty="0" err="1">
                <a:latin typeface="+mn-lt"/>
              </a:rPr>
              <a:t>slt</a:t>
            </a:r>
            <a:r>
              <a:rPr lang="en-US" sz="2300" b="1" dirty="0">
                <a:latin typeface="+mn-lt"/>
              </a:rPr>
              <a:t>	$t4, $t1, 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b="1" dirty="0">
                <a:latin typeface="+mn-lt"/>
              </a:rPr>
              <a:t>		</a:t>
            </a:r>
            <a:r>
              <a:rPr lang="en-US" sz="2300" b="1" u="sng" dirty="0">
                <a:latin typeface="+mn-lt"/>
              </a:rPr>
              <a:t>___</a:t>
            </a:r>
            <a:r>
              <a:rPr lang="en-US" sz="2300" b="1" dirty="0">
                <a:latin typeface="+mn-lt"/>
              </a:rPr>
              <a:t>	$t4, $zero, </a:t>
            </a:r>
            <a:r>
              <a:rPr lang="en-US" sz="2300" b="1" u="sng" dirty="0">
                <a:latin typeface="+mn-lt"/>
              </a:rPr>
              <a:t>___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sll</a:t>
            </a:r>
            <a:r>
              <a:rPr lang="en-US" sz="2300" dirty="0">
                <a:latin typeface="+mn-lt"/>
              </a:rPr>
              <a:t>	$t2, $t1, 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lw</a:t>
            </a:r>
            <a:r>
              <a:rPr lang="en-US" sz="2300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$t0,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b="1" u="sng" dirty="0">
                <a:latin typeface="+mn-lt"/>
              </a:rPr>
              <a:t>___</a:t>
            </a:r>
            <a:r>
              <a:rPr lang="en-US" sz="2300" b="1" dirty="0">
                <a:latin typeface="+mn-lt"/>
              </a:rPr>
              <a:t>	LOOP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b="1" dirty="0">
                <a:latin typeface="+mn-lt"/>
              </a:rPr>
              <a:t>EXIT: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003633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Fill in the blanks: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37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for (int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 = 0;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 &lt; N; 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++)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	sum += A[</a:t>
            </a:r>
            <a:r>
              <a:rPr lang="en-US" b="1" dirty="0" err="1">
                <a:latin typeface="+mn-lt"/>
              </a:rPr>
              <a:t>i</a:t>
            </a:r>
            <a:r>
              <a:rPr lang="en-US" b="1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b="1" dirty="0">
                <a:latin typeface="+mn-lt"/>
              </a:rPr>
              <a:t>}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853171" cy="4693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$s0, $zero, 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LOOP:	</a:t>
            </a:r>
            <a:r>
              <a:rPr lang="en-US" sz="2300" dirty="0" err="1">
                <a:latin typeface="+mn-lt"/>
              </a:rPr>
              <a:t>slt</a:t>
            </a:r>
            <a:r>
              <a:rPr lang="en-US" sz="2300" dirty="0">
                <a:latin typeface="+mn-lt"/>
              </a:rPr>
              <a:t>	$t4, $t1, 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b="1" u="sng" dirty="0" err="1">
                <a:solidFill>
                  <a:srgbClr val="FF0000"/>
                </a:solidFill>
                <a:latin typeface="+mn-lt"/>
              </a:rPr>
              <a:t>beq</a:t>
            </a:r>
            <a:r>
              <a:rPr lang="en-US" sz="2300" dirty="0">
                <a:latin typeface="+mn-lt"/>
              </a:rPr>
              <a:t>	$t4, $zero, 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EXIT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sll</a:t>
            </a:r>
            <a:r>
              <a:rPr lang="en-US" sz="2300" dirty="0">
                <a:latin typeface="+mn-lt"/>
              </a:rPr>
              <a:t>	$t2, $t1, 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lw</a:t>
            </a:r>
            <a:r>
              <a:rPr lang="en-US" sz="2300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$t0,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j</a:t>
            </a:r>
            <a:r>
              <a:rPr lang="en-US" sz="2300" dirty="0">
                <a:latin typeface="+mn-lt"/>
              </a:rPr>
              <a:t>	LOOP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EXIT: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42787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the number of instructions executed?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38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for (int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N;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++)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853171" cy="4693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$s0, $zero, 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$s1, $zero, 64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LOOP:	</a:t>
            </a:r>
            <a:r>
              <a:rPr lang="en-US" sz="2300" dirty="0" err="1">
                <a:latin typeface="+mn-lt"/>
              </a:rPr>
              <a:t>slt</a:t>
            </a:r>
            <a:r>
              <a:rPr lang="en-US" sz="2300" dirty="0">
                <a:latin typeface="+mn-lt"/>
              </a:rPr>
              <a:t>	$t4, $t1, 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beq</a:t>
            </a:r>
            <a:r>
              <a:rPr lang="en-US" sz="2300" dirty="0">
                <a:latin typeface="+mn-lt"/>
              </a:rPr>
              <a:t>	$t4, $zero, EXIT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sll</a:t>
            </a:r>
            <a:r>
              <a:rPr lang="en-US" sz="2300" dirty="0">
                <a:latin typeface="+mn-lt"/>
              </a:rPr>
              <a:t>	$t2, $t1, 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lw</a:t>
            </a:r>
            <a:r>
              <a:rPr lang="en-US" sz="2300" dirty="0">
                <a:latin typeface="+mn-lt"/>
              </a:rPr>
              <a:t>	$t3, 0($t2)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$t0,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$t1, $t1, 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j	LOOP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EXIT: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50678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the number of instructions executed?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39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for (int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N;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++)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853171" cy="4693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$s0, $zero, 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strike="sngStrike" dirty="0">
                <a:latin typeface="+mn-lt"/>
              </a:rPr>
              <a:t>add	$t1,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$s1, $zero, 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512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LOOP:	</a:t>
            </a:r>
            <a:r>
              <a:rPr lang="en-US" sz="2300" dirty="0" err="1">
                <a:latin typeface="+mn-lt"/>
              </a:rPr>
              <a:t>slt</a:t>
            </a:r>
            <a:r>
              <a:rPr lang="en-US" sz="2300" dirty="0">
                <a:latin typeface="+mn-lt"/>
              </a:rPr>
              <a:t>	$t4, 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$s0</a:t>
            </a:r>
            <a:r>
              <a:rPr lang="en-US" sz="2300" dirty="0">
                <a:latin typeface="+mn-lt"/>
              </a:rPr>
              <a:t>, 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beq</a:t>
            </a:r>
            <a:r>
              <a:rPr lang="en-US" sz="2300" dirty="0">
                <a:latin typeface="+mn-lt"/>
              </a:rPr>
              <a:t>	$t4, $zero, EXIT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strike="sngStrike" dirty="0" err="1">
                <a:latin typeface="+mn-lt"/>
              </a:rPr>
              <a:t>sll</a:t>
            </a:r>
            <a:r>
              <a:rPr lang="en-US" sz="2300" strike="sngStrike" dirty="0">
                <a:latin typeface="+mn-lt"/>
              </a:rPr>
              <a:t>	$t2, $t1, 2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strike="sngStrike" dirty="0">
                <a:latin typeface="+mn-lt"/>
              </a:rPr>
              <a:t>add	$t2, $t2, $s0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lw</a:t>
            </a:r>
            <a:r>
              <a:rPr lang="en-US" sz="2300" dirty="0">
                <a:latin typeface="+mn-lt"/>
              </a:rPr>
              <a:t>	$t3, 0(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$s0</a:t>
            </a:r>
            <a:r>
              <a:rPr lang="en-US" sz="2300" dirty="0">
                <a:latin typeface="+mn-lt"/>
              </a:rPr>
              <a:t>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add	$t0, $t0,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</a:t>
            </a:r>
            <a:r>
              <a:rPr lang="en-US" sz="2300" dirty="0" err="1">
                <a:latin typeface="+mn-lt"/>
              </a:rPr>
              <a:t>addi</a:t>
            </a:r>
            <a:r>
              <a:rPr lang="en-US" sz="2300" dirty="0">
                <a:latin typeface="+mn-lt"/>
              </a:rPr>
              <a:t>	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$s0</a:t>
            </a:r>
            <a:r>
              <a:rPr lang="en-US" sz="2300" dirty="0">
                <a:latin typeface="+mn-lt"/>
              </a:rPr>
              <a:t>, 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$s0</a:t>
            </a:r>
            <a:r>
              <a:rPr lang="en-US" sz="2300" dirty="0">
                <a:latin typeface="+mn-lt"/>
              </a:rPr>
              <a:t>, </a:t>
            </a:r>
            <a:r>
              <a:rPr lang="en-US" sz="2300" b="1" u="sng" dirty="0">
                <a:solidFill>
                  <a:srgbClr val="FF0000"/>
                </a:solidFill>
                <a:latin typeface="+mn-lt"/>
              </a:rPr>
              <a:t>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		j	LOOP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sz="2300" dirty="0">
                <a:latin typeface="+mn-lt"/>
              </a:rPr>
              <a:t>EXIT: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710582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the number of instructions executed?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40</a:t>
            </a:fld>
            <a:endParaRPr lang="en-US" altLang="en-US"/>
          </a:p>
        </p:txBody>
      </p:sp>
      <p:sp>
        <p:nvSpPr>
          <p:cNvPr id="32" name="TextBox 31"/>
          <p:cNvSpPr txBox="1"/>
          <p:nvPr>
            <p:custDataLst>
              <p:tags r:id="rId5"/>
            </p:custDataLst>
          </p:nvPr>
        </p:nvSpPr>
        <p:spPr>
          <a:xfrm>
            <a:off x="586922" y="2209800"/>
            <a:ext cx="338778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// N set to 64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A[N]; // &amp;A[0] = 0x100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int sum = 0;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endParaRPr lang="en-US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for (int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N;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++) {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	sum += A[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];</a:t>
            </a:r>
          </a:p>
          <a:p>
            <a:pPr marL="0" lvl="1">
              <a:tabLst>
                <a:tab pos="463550" algn="l"/>
                <a:tab pos="914400" algn="l"/>
                <a:tab pos="1377950" algn="l"/>
                <a:tab pos="1828800" algn="l"/>
              </a:tabLst>
            </a:pPr>
            <a:r>
              <a:rPr lang="en-US" dirty="0">
                <a:latin typeface="+mn-lt"/>
              </a:rPr>
              <a:t>}</a:t>
            </a:r>
          </a:p>
        </p:txBody>
      </p:sp>
      <p:sp>
        <p:nvSpPr>
          <p:cNvPr id="33" name="TextBox 32"/>
          <p:cNvSpPr txBox="1"/>
          <p:nvPr>
            <p:custDataLst>
              <p:tags r:id="rId6"/>
            </p:custDataLst>
          </p:nvPr>
        </p:nvSpPr>
        <p:spPr>
          <a:xfrm>
            <a:off x="4572000" y="2221992"/>
            <a:ext cx="393524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$zero, 256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$zero,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$s1, $zero, 512</a:t>
            </a:r>
            <a:endParaRPr lang="en-US" b="1" u="sng" dirty="0">
              <a:latin typeface="+mn-lt"/>
            </a:endParaRP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LOOP:	</a:t>
            </a:r>
            <a:r>
              <a:rPr lang="en-US" dirty="0" err="1">
                <a:latin typeface="+mn-lt"/>
              </a:rPr>
              <a:t>slt</a:t>
            </a:r>
            <a:r>
              <a:rPr lang="en-US" dirty="0">
                <a:latin typeface="+mn-lt"/>
              </a:rPr>
              <a:t>	$t4, $s0, $s1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beq</a:t>
            </a:r>
            <a:r>
              <a:rPr lang="en-US" dirty="0">
                <a:latin typeface="+mn-lt"/>
              </a:rPr>
              <a:t>	$t4, $zero, EXIT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lw</a:t>
            </a:r>
            <a:r>
              <a:rPr lang="en-US" dirty="0">
                <a:latin typeface="+mn-lt"/>
              </a:rPr>
              <a:t>	$t3, 0($s0)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add	$t0, $t0, $t3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$s0, $s0, 4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j	LOOP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EXIT: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797565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PERSISTENCEDATA" val="MMPROD_UIPERSISTENCEDATA"/>
  <p:tag name="MMPROD_UIDATA" val="&lt;database version=&quot;11.0&quot;&gt;&lt;object type=&quot;1&quot; unique_id=&quot;10001&quot;&gt;&lt;property id=&quot;20141&quot; value=&quot;ECE/CS 552 - ISA Advanced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ISAAdvanced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221&quot;&gt;&lt;/object&gt;&lt;object type=&quot;2&quot; unique_id=&quot;10222&quot;&gt;&lt;object type=&quot;3&quot; unique_id=&quot;10243&quot;&gt;&lt;property id=&quot;20148&quot; value=&quot;5&quot;/&gt;&lt;property id=&quot;20300&quot; value=&quot;Slide 2 - &amp;quot;MIPS Machine Language&amp;quot;&quot;/&gt;&lt;property id=&quot;20307&quot; value=&quot;279&quot;/&gt;&lt;property id=&quot;20309&quot; value=&quot;-1&quot;/&gt;&lt;/object&gt;&lt;object type=&quot;3&quot; unique_id=&quot;10244&quot;&gt;&lt;property id=&quot;20148&quot; value=&quot;5&quot;/&gt;&lt;property id=&quot;20300&quot; value=&quot;Slide 3 - &amp;quot;Instruction Format&amp;quot;&quot;/&gt;&lt;property id=&quot;20307&quot; value=&quot;274&quot;/&gt;&lt;property id=&quot;20309&quot; value=&quot;-1&quot;/&gt;&lt;/object&gt;&lt;object type=&quot;3&quot; unique_id=&quot;10245&quot;&gt;&lt;property id=&quot;20148&quot; value=&quot;5&quot;/&gt;&lt;property id=&quot;20300&quot; value=&quot;Slide 5 - &amp;quot;Instruction Format&amp;quot;&quot;/&gt;&lt;property id=&quot;20307&quot; value=&quot;280&quot;/&gt;&lt;property id=&quot;20309&quot; value=&quot;-1&quot;/&gt;&lt;/object&gt;&lt;object type=&quot;3&quot; unique_id=&quot;10248&quot;&gt;&lt;property id=&quot;20148&quot; value=&quot;5&quot;/&gt;&lt;property id=&quot;20300&quot; value=&quot;Slide 9 - &amp;quot;Summary: Instruction Formats&amp;quot;&quot;/&gt;&lt;property id=&quot;20307&quot; value=&quot;283&quot;/&gt;&lt;property id=&quot;20309&quot; value=&quot;-1&quot;/&gt;&lt;/object&gt;&lt;object type=&quot;3&quot; unique_id=&quot;10249&quot;&gt;&lt;property id=&quot;20148&quot; value=&quot;5&quot;/&gt;&lt;property id=&quot;20300&quot; value=&quot;Slide 11 - &amp;quot;Procedure Calls&amp;quot;&quot;/&gt;&lt;property id=&quot;20307&quot; value=&quot;284&quot;/&gt;&lt;property id=&quot;20309&quot; value=&quot;-1&quot;/&gt;&lt;/object&gt;&lt;object type=&quot;3&quot; unique_id=&quot;10250&quot;&gt;&lt;property id=&quot;20148&quot; value=&quot;5&quot;/&gt;&lt;property id=&quot;20300&quot; value=&quot;Slide 10 - &amp;quot;Stack&amp;quot;&quot;/&gt;&lt;property id=&quot;20307&quot; value=&quot;285&quot;/&gt;&lt;property id=&quot;20309&quot; value=&quot;-1&quot;/&gt;&lt;/object&gt;&lt;object type=&quot;3&quot; unique_id=&quot;143945&quot;&gt;&lt;property id=&quot;20148&quot; value=&quot;5&quot;/&gt;&lt;property id=&quot;20300&quot; value=&quot;Slide 28 - &amp;quot;Endianness&amp;quot;&quot;/&gt;&lt;property id=&quot;20307&quot; value=&quot;314&quot;/&gt;&lt;property id=&quot;20309&quot; value=&quot;-1&quot;/&gt;&lt;/object&gt;&lt;object type=&quot;3&quot; unique_id=&quot;144887&quot;&gt;&lt;property id=&quot;20148&quot; value=&quot;5&quot;/&gt;&lt;property id=&quot;20300&quot; value=&quot;Slide 1 - &amp;quot;ECE/CS 552: ISA Advanced&amp;quot;&quot;/&gt;&lt;property id=&quot;20307&quot; value=&quot;343&quot;/&gt;&lt;property id=&quot;20309&quot; value=&quot;-1&quot;/&gt;&lt;/object&gt;&lt;object type=&quot;3&quot; unique_id=&quot;144889&quot;&gt;&lt;property id=&quot;20148&quot; value=&quot;5&quot;/&gt;&lt;property id=&quot;20300&quot; value=&quot;Slide 12 - &amp;quot;Procedure Example&amp;quot;&quot;/&gt;&lt;property id=&quot;20307&quot; value=&quot;356&quot;/&gt;&lt;property id=&quot;20309&quot; value=&quot;-1&quot;/&gt;&lt;/object&gt;&lt;object type=&quot;3&quot; unique_id=&quot;144890&quot;&gt;&lt;property id=&quot;20148&quot; value=&quot;5&quot;/&gt;&lt;property id=&quot;20300&quot; value=&quot;Slide 13 - &amp;quot;Procedure Example&amp;quot;&quot;/&gt;&lt;property id=&quot;20307&quot; value=&quot;364&quot;/&gt;&lt;property id=&quot;20309&quot; value=&quot;-1&quot;/&gt;&lt;/object&gt;&lt;object type=&quot;3&quot; unique_id=&quot;144891&quot;&gt;&lt;property id=&quot;20148&quot; value=&quot;5&quot;/&gt;&lt;property id=&quot;20300&quot; value=&quot;Slide 14 - &amp;quot;Procedure Example&amp;quot;&quot;/&gt;&lt;property id=&quot;20307&quot; value=&quot;363&quot;/&gt;&lt;property id=&quot;20309&quot; value=&quot;-1&quot;/&gt;&lt;/object&gt;&lt;object type=&quot;3&quot; unique_id=&quot;144892&quot;&gt;&lt;property id=&quot;20148&quot; value=&quot;5&quot;/&gt;&lt;property id=&quot;20300&quot; value=&quot;Slide 15 - &amp;quot;Procedure Example&amp;quot;&quot;/&gt;&lt;property id=&quot;20307&quot; value=&quot;362&quot;/&gt;&lt;property id=&quot;20309&quot; value=&quot;-1&quot;/&gt;&lt;/object&gt;&lt;object type=&quot;3&quot; unique_id=&quot;144893&quot;&gt;&lt;property id=&quot;20148&quot; value=&quot;5&quot;/&gt;&lt;property id=&quot;20300&quot; value=&quot;Slide 16 - &amp;quot;Procedure Example&amp;quot;&quot;/&gt;&lt;property id=&quot;20307&quot; value=&quot;361&quot;/&gt;&lt;property id=&quot;20309&quot; value=&quot;-1&quot;/&gt;&lt;/object&gt;&lt;object type=&quot;3&quot; unique_id=&quot;144895&quot;&gt;&lt;property id=&quot;20148&quot; value=&quot;5&quot;/&gt;&lt;property id=&quot;20300&quot; value=&quot;Slide 17 - &amp;quot;Procedure Example&amp;quot;&quot;/&gt;&lt;property id=&quot;20307&quot; value=&quot;359&quot;/&gt;&lt;property id=&quot;20309&quot; value=&quot;-1&quot;/&gt;&lt;/object&gt;&lt;object type=&quot;3&quot; unique_id=&quot;144896&quot;&gt;&lt;property id=&quot;20148&quot; value=&quot;5&quot;/&gt;&lt;property id=&quot;20300&quot; value=&quot;Slide 18 - &amp;quot;Procedure Example&amp;quot;&quot;/&gt;&lt;property id=&quot;20307&quot; value=&quot;358&quot;/&gt;&lt;property id=&quot;20309&quot; value=&quot;-1&quot;/&gt;&lt;/object&gt;&lt;object type=&quot;3&quot; unique_id=&quot;144897&quot;&gt;&lt;property id=&quot;20148&quot; value=&quot;5&quot;/&gt;&lt;property id=&quot;20300&quot; value=&quot;Slide 19 - &amp;quot;Procedure Example&amp;quot;&quot;/&gt;&lt;property id=&quot;20307&quot; value=&quot;357&quot;/&gt;&lt;property id=&quot;20309&quot; value=&quot;-1&quot;/&gt;&lt;/object&gt;&lt;object type=&quot;3&quot; unique_id=&quot;144898&quot;&gt;&lt;property id=&quot;20148&quot; value=&quot;5&quot;/&gt;&lt;property id=&quot;20300&quot; value=&quot;Slide 20 - &amp;quot;Procedure Example&amp;quot;&quot;/&gt;&lt;property id=&quot;20307&quot; value=&quot;365&quot;/&gt;&lt;property id=&quot;20309&quot; value=&quot;-1&quot;/&gt;&lt;/object&gt;&lt;object type=&quot;3&quot; unique_id=&quot;144899&quot;&gt;&lt;property id=&quot;20148&quot; value=&quot;5&quot;/&gt;&lt;property id=&quot;20300&quot; value=&quot;Slide 29 - &amp;quot;Endianness&amp;quot;&quot;/&gt;&lt;property id=&quot;20307&quot; value=&quot;355&quot;/&gt;&lt;property id=&quot;20309&quot; value=&quot;-1&quot;/&gt;&lt;/object&gt;&lt;object type=&quot;3&quot; unique_id=&quot;144900&quot;&gt;&lt;property id=&quot;20148&quot; value=&quot;5&quot;/&gt;&lt;property id=&quot;20300&quot; value=&quot;Slide 30 - &amp;quot;Exercise – MIPS Assembly&amp;quot;&quot;/&gt;&lt;property id=&quot;20307&quot; value=&quot;334&quot;/&gt;&lt;property id=&quot;20309&quot; value=&quot;-1&quot;/&gt;&lt;/object&gt;&lt;object type=&quot;3&quot; unique_id=&quot;144901&quot;&gt;&lt;property id=&quot;20148&quot; value=&quot;5&quot;/&gt;&lt;property id=&quot;20300&quot; value=&quot;Slide 31 - &amp;quot;Exercise – MIPS Assembly&amp;quot;&quot;/&gt;&lt;property id=&quot;20307&quot; value=&quot;324&quot;/&gt;&lt;property id=&quot;20309&quot; value=&quot;-1&quot;/&gt;&lt;/object&gt;&lt;object type=&quot;3&quot; unique_id=&quot;144902&quot;&gt;&lt;property id=&quot;20148&quot; value=&quot;5&quot;/&gt;&lt;property id=&quot;20300&quot; value=&quot;Slide 35 - &amp;quot;Exercise – MIPS Assembly&amp;quot;&quot;/&gt;&lt;property id=&quot;20307&quot; value=&quot;325&quot;/&gt;&lt;property id=&quot;20309&quot; value=&quot;-1&quot;/&gt;&lt;/object&gt;&lt;object type=&quot;3&quot; unique_id=&quot;144903&quot;&gt;&lt;property id=&quot;20148&quot; value=&quot;5&quot;/&gt;&lt;property id=&quot;20300&quot; value=&quot;Slide 36 - &amp;quot;Exercise – MIPS Assembly&amp;quot;&quot;/&gt;&lt;property id=&quot;20307&quot; value=&quot;326&quot;/&gt;&lt;property id=&quot;20309&quot; value=&quot;-1&quot;/&gt;&lt;/object&gt;&lt;object type=&quot;3&quot; unique_id=&quot;144904&quot;&gt;&lt;property id=&quot;20148&quot; value=&quot;5&quot;/&gt;&lt;property id=&quot;20300&quot; value=&quot;Slide 37 - &amp;quot;Exercise – MIPS Assembly&amp;quot;&quot;/&gt;&lt;property id=&quot;20307&quot; value=&quot;327&quot;/&gt;&lt;property id=&quot;20309&quot; value=&quot;-1&quot;/&gt;&lt;/object&gt;&lt;object type=&quot;3&quot; unique_id=&quot;144905&quot;&gt;&lt;property id=&quot;20148&quot; value=&quot;5&quot;/&gt;&lt;property id=&quot;20300&quot; value=&quot;Slide 38 - &amp;quot;Exercise – MIPS Assembly&amp;quot;&quot;/&gt;&lt;property id=&quot;20307&quot; value=&quot;328&quot;/&gt;&lt;property id=&quot;20309&quot; value=&quot;-1&quot;/&gt;&lt;/object&gt;&lt;object type=&quot;3&quot; unique_id=&quot;144907&quot;&gt;&lt;property id=&quot;20148&quot; value=&quot;5&quot;/&gt;&lt;property id=&quot;20300&quot; value=&quot;Slide 39 - &amp;quot;Exercise – MIPS Assembly&amp;quot;&quot;/&gt;&lt;property id=&quot;20307&quot; value=&quot;332&quot;/&gt;&lt;property id=&quot;20309&quot; value=&quot;-1&quot;/&gt;&lt;/object&gt;&lt;object type=&quot;3&quot; unique_id=&quot;144908&quot;&gt;&lt;property id=&quot;20148&quot; value=&quot;5&quot;/&gt;&lt;property id=&quot;20300&quot; value=&quot;Slide 40 - &amp;quot;Exercise – MIPS Assembly&amp;quot;&quot;/&gt;&lt;property id=&quot;20307&quot; value=&quot;329&quot;/&gt;&lt;property id=&quot;20309&quot; value=&quot;-1&quot;/&gt;&lt;/object&gt;&lt;object type=&quot;3&quot; unique_id=&quot;148706&quot;&gt;&lt;property id=&quot;20148&quot; value=&quot;5&quot;/&gt;&lt;property id=&quot;20300&quot; value=&quot;Slide 6 - &amp;quot;Instruction Format&amp;quot;&quot;/&gt;&lt;property id=&quot;20307&quot; value=&quot;281&quot;/&gt;&lt;property id=&quot;20309&quot; value=&quot;-1&quot;/&gt;&lt;/object&gt;&lt;object type=&quot;3&quot; unique_id=&quot;148707&quot;&gt;&lt;property id=&quot;20148&quot; value=&quot;5&quot;/&gt;&lt;property id=&quot;20300&quot; value=&quot;Slide 7 - &amp;quot;Instruction Format&amp;quot;&quot;/&gt;&lt;property id=&quot;20307&quot; value=&quot;282&quot;/&gt;&lt;property id=&quot;20309&quot; value=&quot;-1&quot;/&gt;&lt;/object&gt;&lt;object type=&quot;3&quot; unique_id=&quot;148708&quot;&gt;&lt;property id=&quot;20148&quot; value=&quot;5&quot;/&gt;&lt;property id=&quot;20300&quot; value=&quot;Slide 21 - &amp;quot;Addressing Modes&amp;quot;&quot;/&gt;&lt;property id=&quot;20307&quot; value=&quot;287&quot;/&gt;&lt;property id=&quot;20309&quot; value=&quot;-1&quot;/&gt;&lt;/object&gt;&lt;object type=&quot;3&quot; unique_id=&quot;148709&quot;&gt;&lt;property id=&quot;20148&quot; value=&quot;5&quot;/&gt;&lt;property id=&quot;20300&quot; value=&quot;Slide 22 - &amp;quot;Addressing Modes&amp;quot;&quot;/&gt;&lt;property id=&quot;20307&quot; value=&quot;288&quot;/&gt;&lt;property id=&quot;20309&quot; value=&quot;-1&quot;/&gt;&lt;/object&gt;&lt;object type=&quot;3&quot; unique_id=&quot;148710&quot;&gt;&lt;property id=&quot;20148&quot; value=&quot;5&quot;/&gt;&lt;property id=&quot;20300&quot; value=&quot;Slide 23 - &amp;quot;Addressing Modes&amp;quot;&quot;/&gt;&lt;property id=&quot;20307&quot; value=&quot;289&quot;/&gt;&lt;property id=&quot;20309&quot; value=&quot;-1&quot;/&gt;&lt;/object&gt;&lt;object type=&quot;3&quot; unique_id=&quot;148711&quot;&gt;&lt;property id=&quot;20148&quot; value=&quot;5&quot;/&gt;&lt;property id=&quot;20300&quot; value=&quot;Slide 24 - &amp;quot;Addressing Modes&amp;quot;&quot;/&gt;&lt;property id=&quot;20307&quot; value=&quot;290&quot;/&gt;&lt;property id=&quot;20309&quot; value=&quot;-1&quot;/&gt;&lt;/object&gt;&lt;object type=&quot;3&quot; unique_id=&quot;149123&quot;&gt;&lt;property id=&quot;20148&quot; value=&quot;5&quot;/&gt;&lt;property id=&quot;20300&quot; value=&quot;Slide 25 - &amp;quot;Addressing Modes&amp;quot;&quot;/&gt;&lt;property id=&quot;20307&quot; value=&quot;303&quot;/&gt;&lt;property id=&quot;20309&quot; value=&quot;-1&quot;/&gt;&lt;/object&gt;&lt;object type=&quot;3&quot; unique_id=&quot;149124&quot;&gt;&lt;property id=&quot;20148&quot; value=&quot;5&quot;/&gt;&lt;property id=&quot;20300&quot; value=&quot;Slide 26 - &amp;quot;Addressing Modes&amp;quot;&quot;/&gt;&lt;property id=&quot;20307&quot; value=&quot;304&quot;/&gt;&lt;property id=&quot;20309&quot; value=&quot;-1&quot;/&gt;&lt;/object&gt;&lt;object type=&quot;3&quot; unique_id=&quot;149125&quot;&gt;&lt;property id=&quot;20148&quot; value=&quot;5&quot;/&gt;&lt;property id=&quot;20300&quot; value=&quot;Slide 27 - &amp;quot;Addressing Modes&amp;quot;&quot;/&gt;&lt;property id=&quot;20307&quot; value=&quot;305&quot;/&gt;&lt;property id=&quot;20309&quot; value=&quot;-1&quot;/&gt;&lt;/object&gt;&lt;object type=&quot;3&quot; unique_id=&quot;153239&quot;&gt;&lt;property id=&quot;20148&quot; value=&quot;5&quot;/&gt;&lt;property id=&quot;20300&quot; value=&quot;Slide 8 - &amp;quot;Instruction Format&amp;quot;&quot;/&gt;&lt;property id=&quot;20307&quot; value=&quot;366&quot;/&gt;&lt;property id=&quot;20309&quot; value=&quot;-1&quot;/&gt;&lt;/object&gt;&lt;object type=&quot;3&quot; unique_id=&quot;153825&quot;&gt;&lt;property id=&quot;20148&quot; value=&quot;5&quot;/&gt;&lt;property id=&quot;20300&quot; value=&quot;Slide 4 - &amp;quot;Instruction Format&amp;quot;&quot;/&gt;&lt;property id=&quot;20307&quot; value=&quot;367&quot;/&gt;&lt;property id=&quot;20309&quot; value=&quot;-1&quot;/&gt;&lt;/object&gt;&lt;object type=&quot;3&quot; unique_id=&quot;153829&quot;&gt;&lt;property id=&quot;20148&quot; value=&quot;5&quot;/&gt;&lt;property id=&quot;20300&quot; value=&quot;Slide 32 - &amp;quot;Exercise – MIPS Assembly&amp;quot;&quot;/&gt;&lt;property id=&quot;20307&quot; value=&quot;369&quot;/&gt;&lt;property id=&quot;20309&quot; value=&quot;-1&quot;/&gt;&lt;/object&gt;&lt;object type=&quot;3&quot; unique_id=&quot;153830&quot;&gt;&lt;property id=&quot;20148&quot; value=&quot;5&quot;/&gt;&lt;property id=&quot;20300&quot; value=&quot;Slide 33 - &amp;quot;Exercise – MIPS Assembly&amp;quot;&quot;/&gt;&lt;property id=&quot;20307&quot; value=&quot;370&quot;/&gt;&lt;property id=&quot;20309&quot; value=&quot;-1&quot;/&gt;&lt;/object&gt;&lt;object type=&quot;3&quot; unique_id=&quot;153831&quot;&gt;&lt;property id=&quot;20148&quot; value=&quot;5&quot;/&gt;&lt;property id=&quot;20300&quot; value=&quot;Slide 34 - &amp;quot;Exercise – MIPS Assembly&amp;quot;&quot;/&gt;&lt;property id=&quot;20307&quot; value=&quot;371&quot;/&gt;&lt;property id=&quot;20309&quot; value=&quot;-1&quot;/&gt;&lt;/object&gt;&lt;/object&gt;&lt;object type=&quot;10&quot; unique_id=&quot;17072&quot;&gt;&lt;object type=&quot;11&quot; unique_id=&quot;17073&quot;&gt;&lt;property id=&quot;20180&quot; value=&quot;0&quot;/&gt;&lt;property id=&quot;20181&quot; value=&quot;1&quot;/&gt;&lt;property id=&quot;20183&quot; value=&quot;1&quot;/&gt;&lt;/object&gt;&lt;object type=&quot;12&quot; unique_id=&quot;153925&quot;&gt;&lt;/object&gt;&lt;/object&gt;&lt;object type=&quot;4&quot; unique_id=&quot;17074&quot;&gt;&lt;/object&gt;&lt;/object&gt;&lt;/database&gt;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823094756,C:\Users\sanmi\GoogleDrive\UWMdrive\Courses\ECE552\ece552-lec03_ISAAdvanced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8D2A1FA-12DA-4DC0-AD1D-51D51B60E2C3}_1.png&quot;/&gt;&lt;left val=&quot;29&quot;/&gt;&lt;top val=&quot;185&quot;/&gt;&lt;width val=&quot;660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B37248F-5109-429F-B3C3-887C237C2B61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823094756,C:\Users\sanmi\GoogleDrive\UWMdrive\Courses\ECE552\ece552-lec03_ISAAdvanced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BB5E0BE-1EE9-4958-B01F-86AA0955CC50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1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5C540B3-10B7-4B4B-8BD1-1F066438CE4F}_2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9&quot;/&gt;&lt;lineCharCount val=&quot;34&quot;/&gt;&lt;lineCharCount val=&quot;25&quot;/&gt;&lt;lineCharCount val=&quot;18&quot;/&gt;&lt;lineCharCount val=&quot;1&quot;/&gt;&lt;lineCharCount val=&quot;34&quot;/&gt;&lt;lineCharCount val=&quot;34&quot;/&gt;&lt;lineCharCount val=&quot;38&quot;/&gt;&lt;lineCharCount val=&quot;48&quot;/&gt;&lt;lineCharCount val=&quot;51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FC3FD94-5F72-4D21-9BF9-37285B4172D0}_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823094756,C:\Users\sanmi\GoogleDrive\UWMdrive\Courses\ECE552\ece552-lec03_ISAAdvanced_pptx\Media.ppcx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F0EA378A-96F4-40FA-A94D-646DB83E1D40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A162AA9-0A52-45C3-AA95-11060E910284}_3.png&quot;/&gt;&lt;left val=&quot;27&quot;/&gt;&lt;top val=&quot;120&quot;/&gt;&lt;width val=&quot;657&quot;/&gt;&lt;height val=&quot;371&quot;/&gt;&lt;hasText val=&quot;1&quot;/&gt;&lt;/Image&gt;&lt;/ThreeDShapeInfo&gt;"/>
  <p:tag name="PRESENTER_SHAPETEXTINFO" val="&lt;ShapeTextInfo&gt;&lt;TableIndex row=&quot;-1&quot; col=&quot;-1&quot;&gt;&lt;linesCount val=&quot;7&quot;/&gt;&lt;lineCharCount val=&quot;49&quot;/&gt;&lt;lineCharCount val=&quot;40&quot;/&gt;&lt;lineCharCount val=&quot;20&quot;/&gt;&lt;lineCharCount val=&quot;21&quot;/&gt;&lt;lineCharCount val=&quot;16&quot;/&gt;&lt;lineCharCount val=&quot;46&quot;/&gt;&lt;lineCharCount val=&quot;23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527B31-ADE0-4CE5-81A0-34E6EF6587D5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823094756,C:\Users\sanmi\GoogleDrive\UWMdrive\Courses\ECE552\ece552-lec03_ISAAdvanced_pptx\Media.ppcx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91E0A41-C0BD-4FF6-970F-38D95FDD8A5D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337CDD4-D4AB-46D0-A3BA-71BA812A4C0A}_4.png&quot;/&gt;&lt;left val=&quot;27&quot;/&gt;&lt;top val=&quot;120&quot;/&gt;&lt;width val=&quot;657&quot;/&gt;&lt;height val=&quot;371&quot;/&gt;&lt;hasText val=&quot;1&quot;/&gt;&lt;/Image&gt;&lt;/ThreeDShapeInfo&gt;"/>
  <p:tag name="PRESENTER_SHAPETEXTINFO" val="&lt;ShapeTextInfo&gt;&lt;TableIndex row=&quot;-1&quot; col=&quot;-1&quot;&gt;&lt;linesCount val=&quot;9&quot;/&gt;&lt;lineCharCount val=&quot;9&quot;/&gt;&lt;lineCharCount val=&quot;28&quot;/&gt;&lt;lineCharCount val=&quot;13&quot;/&gt;&lt;lineCharCount val=&quot;50&quot;/&gt;&lt;lineCharCount val=&quot;25&quot;/&gt;&lt;lineCharCount val=&quot;49&quot;/&gt;&lt;lineCharCount val=&quot;23&quot;/&gt;&lt;lineCharCount val=&quot;39&quot;/&gt;&lt;lineCharCount val=&quot;38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E325CB6-8610-4381-8B0B-F7346DCFE9FB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823094756,C:\Users\sanmi\GoogleDrive\UWMdrive\Courses\ECE552\ece552-lec03_ISAAdvanced_pptx\Media.ppcx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0CD2306-8006-40B2-803E-3510B76A98AF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4159603-7D20-4966-8B0B-B9F6400AAD23}_5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45&quot;/&gt;&lt;lineCharCount val=&quot;21&quot;/&gt;&lt;lineCharCount val=&quot;9&quot;/&gt;&lt;lineCharCount val=&quot;28&quot;/&gt;&lt;lineCharCount val=&quot;9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6F600CF-5B31-44EC-8675-768F9D5934C0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823094756,C:\Users\sanmi\GoogleDrive\UWMdrive\Courses\ECE552\ece552-lec03_ISAAdvanced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4F8605F-F5FC-4001-896A-A1FC52286D89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A7E3805-3182-4164-ACD1-E04EBFC99C43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118DE11-308F-4B25-810D-858C44A8F0D1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823094756,C:\Users\sanmi\GoogleDrive\UWMdrive\Courses\ECE552\ece552-lec03_ISAAdvanced_pptx\Media.ppcx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F8A68E5-4B96-4077-AADD-35A57AD1D8AC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1B48FFA-7473-489E-84D4-7E6EFA0B4AF8}_7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6&quot;/&gt;&lt;lineCharCount val=&quot;34&quot;/&gt;&lt;lineCharCount val=&quot;1&quot;/&gt;&lt;lineCharCount val=&quot;28&quot;/&gt;&lt;lineCharCount val=&quot;15&quot;/&gt;&lt;lineCharCount val=&quot;40&quot;/&gt;&lt;lineCharCount val=&quot;39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4EED469-9D62-470C-8ADC-05E368404AE1}_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823094756,C:\Users\sanmi\GoogleDrive\UWMdrive\Courses\ECE552\ece552-lec03_ISAAdvanced_pptx\Media.ppcx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461F299-72AF-432C-94A1-CBF612B243DE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2591960-0613-4350-BC28-0B4B2C2AFC6C}_8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6&quot;/&gt;&lt;lineCharCount val=&quot;19&quot;/&gt;&lt;lineCharCount val=&quot;15&quot;/&gt;&lt;lineCharCount val=&quot;15&quot;/&gt;&lt;lineCharCount val=&quot;7&quot;/&gt;&lt;lineCharCount val=&quot;46&quot;/&gt;&lt;lineCharCount val=&quot;34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CFB3853-5C78-4592-9F6C-7F921A5D4B2A}_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823094756,C:\Users\sanmi\GoogleDrive\UWMdrive\Courses\ECE552\ece552-lec03_ISAAdvanced_pptx\Media.ppcx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4E74225-E8D9-42AF-BE68-41E67A155E41}_9.png&quot;/&gt;&lt;left val=&quot;32&quot;/&gt;&lt;top val=&quot;21&quot;/&gt;&lt;width val=&quot;595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441AD76-EFA9-47A6-AB4E-35EDA4B41A9A}_9.png&quot;/&gt;&lt;left val=&quot;28&quot;/&gt;&lt;top val=&quot;122&quot;/&gt;&lt;width val=&quot;656&quot;/&gt;&lt;height val=&quot;360&quot;/&gt;&lt;hasText val=&quot;1&quot;/&gt;&lt;/Image&gt;&lt;/ThreeDShapeInfo&gt;"/>
  <p:tag name="PRESENTER_SHAPETEXTINFO" val="&lt;ShapeTextInfo&gt;&lt;TableIndex row=&quot;-1&quot; col=&quot;-1&quot;&gt;&lt;linesCount val=&quot;6&quot;/&gt;&lt;lineCharCount val=&quot;34&quot;/&gt;&lt;lineCharCount val=&quot;14&quot;/&gt;&lt;lineCharCount val=&quot;34&quot;/&gt;&lt;lineCharCount val=&quot;11&quot;/&gt;&lt;lineCharCount val=&quot;17&quot;/&gt;&lt;lineCharCount val=&quot;6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A3C55F3-2893-43BD-8DEB-9A05E4460151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823094756,C:\Users\sanmi\GoogleDrive\UWMdrive\Courses\ECE552\ece552-lec03_ISAAdvanced_pptx\Media.ppcx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3ACCE76-2E90-4240-B371-BA2B828240B2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EAD0045-50B9-4056-A46E-1C300ED5CCA3}_10.png&quot;/&gt;&lt;left val=&quot;45&quot;/&gt;&lt;top val=&quot;114&quot;/&gt;&lt;width val=&quot;669&quot;/&gt;&lt;height val=&quot;372&quot;/&gt;&lt;hasText val=&quot;1&quot;/&gt;&lt;/Image&gt;&lt;/ThreeDShapeInfo&gt;"/>
  <p:tag name="PRESENTER_SHAPETEXTINFO" val="&lt;ShapeTextInfo&gt;&lt;TableIndex row=&quot;-1&quot; col=&quot;-1&quot;&gt;&lt;linesCount val=&quot;10&quot;/&gt;&lt;lineCharCount val=&quot;49&quot;/&gt;&lt;lineCharCount val=&quot;43&quot;/&gt;&lt;lineCharCount val=&quot;15&quot;/&gt;&lt;lineCharCount val=&quot;56&quot;/&gt;&lt;lineCharCount val=&quot;10&quot;/&gt;&lt;lineCharCount val=&quot;18&quot;/&gt;&lt;lineCharCount val=&quot;15&quot;/&gt;&lt;lineCharCount val=&quot;9&quot;/&gt;&lt;lineCharCount val=&quot;15&quot;/&gt;&lt;lineCharCount val=&quot;17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1EB3A16-13C4-42AD-B2AB-DAD865C33D5C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823094756,C:\Users\sanmi\GoogleDrive\UWMdrive\Courses\ECE552\ece552-lec03_ISAAdvanced_pptx\Media.ppcx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58F806E-49C9-449F-AC54-FFF41D713787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AC1B947-DAA7-450E-B02F-1F51B0C86688}_11.png&quot;/&gt;&lt;left val=&quot;45&quot;/&gt;&lt;top val=&quot;120&quot;/&gt;&lt;width val=&quot;665&quot;/&gt;&lt;height val=&quot;424&quot;/&gt;&lt;hasText val=&quot;1&quot;/&gt;&lt;/Image&gt;&lt;/ThreeDShapeInfo&gt;"/>
  <p:tag name="PRESENTER_SHAPETEXTINFO" val="&lt;ShapeTextInfo&gt;&lt;TableIndex row=&quot;-1&quot; col=&quot;-1&quot;&gt;&lt;linesCount val=&quot;15&quot;/&gt;&lt;lineCharCount val=&quot;49&quot;/&gt;&lt;lineCharCount val=&quot;16&quot;/&gt;&lt;lineCharCount val=&quot;7&quot;/&gt;&lt;lineCharCount val=&quot;42&quot;/&gt;&lt;lineCharCount val=&quot;80&quot;/&gt;&lt;lineCharCount val=&quot;17&quot;/&gt;&lt;lineCharCount val=&quot;21&quot;/&gt;&lt;lineCharCount val=&quot;12&quot;/&gt;&lt;lineCharCount val=&quot;24&quot;/&gt;&lt;lineCharCount val=&quot;7&quot;/&gt;&lt;lineCharCount val=&quot;42&quot;/&gt;&lt;lineCharCount val=&quot;80&quot;/&gt;&lt;lineCharCount val=&quot;38&quot;/&gt;&lt;lineCharCount val=&quot;24&quot;/&gt;&lt;lineCharCount val=&quot;15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0B2C1AC-009A-4B4F-BE54-9B2A45C1472D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823094756,C:\Users\sanmi\GoogleDrive\UWMdrive\Courses\ECE552\ece552-lec03_ISAAdvanced_pptx\Media.ppcx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23E0FA0-20B4-483D-A316-D8B44C7DA154}_12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332D1C5-BF8B-4066-8F67-115989C0A2E6}_12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1D3B44D-60C4-4C15-9AA8-9324C70E946E}_12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24&quot;/&gt;&lt;lineCharCount val=&quot;22&quot;/&gt;&lt;lineCharCount val=&quot;20&quot;/&gt;&lt;lineCharCount val=&quot;20&quot;/&gt;&lt;lineCharCount val=&quot;19&quot;/&gt;&lt;lineCharCount val=&quot;20&quot;/&gt;&lt;lineCharCount val=&quot;17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8274AFC-F449-4AAA-BC48-B33574892151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823094756,C:\Users\sanmi\GoogleDrive\UWMdrive\Courses\ECE552\ece552-lec03_ISAAdvanced_pptx\Media.ppcx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702809A-0FB9-4AB2-84E4-5586146F03C5}_13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D5405AE-C24B-4397-A2F1-E200F30A91A6}_13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B9D1F9B-9129-4805-949F-DE0C86CD6DE8}_13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37&quot;/&gt;&lt;lineCharCount val=&quot;22&quot;/&gt;&lt;lineCharCount val=&quot;20&quot;/&gt;&lt;lineCharCount val=&quot;20&quot;/&gt;&lt;lineCharCount val=&quot;19&quot;/&gt;&lt;lineCharCount val=&quot;20&quot;/&gt;&lt;lineCharCount val=&quot;17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1E6C535-F508-47D8-ADF1-E5B53B4125F1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823094756,C:\Users\sanmi\GoogleDrive\UWMdrive\Courses\ECE552\ece552-lec03_ISAAdvanced_pptx\Media.ppcx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F7E8BAA-C69E-4014-9BF8-9E9B244F9976}_14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2A43748-A380-4924-99E5-D4BD67C1D05D}_14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C06B535-A996-4174-A1F2-3B953484032E}_14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37&quot;/&gt;&lt;lineCharCount val=&quot;49&quot;/&gt;&lt;lineCharCount val=&quot;20&quot;/&gt;&lt;lineCharCount val=&quot;20&quot;/&gt;&lt;lineCharCount val=&quot;19&quot;/&gt;&lt;lineCharCount val=&quot;20&quot;/&gt;&lt;lineCharCount val=&quot;17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7B1F10A-1038-4C4A-A5C2-400C26173DDC}_1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823094756,C:\Users\sanmi\GoogleDrive\UWMdrive\Courses\ECE552\ece552-lec03_ISAAdvanced_pptx\Media.ppcx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4226812-E397-4985-B97D-6E8D661F2725}_15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C85CC62-49F1-4298-96E6-CABB4131B96B}_15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E027585-5822-4EA7-8555-2C1737109D1E}_15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37&quot;/&gt;&lt;lineCharCount val=&quot;49&quot;/&gt;&lt;lineCharCount val=&quot;41&quot;/&gt;&lt;lineCharCount val=&quot;20&quot;/&gt;&lt;lineCharCount val=&quot;19&quot;/&gt;&lt;lineCharCount val=&quot;20&quot;/&gt;&lt;lineCharCount val=&quot;17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4BFA5FB-CBDB-4828-9C0C-4C089E0E1747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823094756,C:\Users\sanmi\GoogleDrive\UWMdrive\Courses\ECE552\ece552-lec03_ISAAdvanced_pptx\Media.ppcx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C9BA1DC-B482-4ABF-9076-5E8E8BA2D0A9}_16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B0CF945-4042-4009-8B26-112DB1D520EA}_16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E92EE17-F983-4CDE-9E71-1665E9BD4D87}_16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37&quot;/&gt;&lt;lineCharCount val=&quot;49&quot;/&gt;&lt;lineCharCount val=&quot;41&quot;/&gt;&lt;lineCharCount val=&quot;36&quot;/&gt;&lt;lineCharCount val=&quot;19&quot;/&gt;&lt;lineCharCount val=&quot;20&quot;/&gt;&lt;lineCharCount val=&quot;17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4944169-88A3-4D1D-BC4F-325F8A864FE4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823094756,C:\Users\sanmi\GoogleDrive\UWMdrive\Courses\ECE552\ece552-lec03_ISAAdvanced_pptx\Media.ppcx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6D25114-56C9-4199-AE80-EB72181C1F89}_17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1BAFB33-A65D-4414-8731-5E08268548C0}_17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EA5BD15-D1D1-496C-86C1-00B7B4498FA5}_17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37&quot;/&gt;&lt;lineCharCount val=&quot;49&quot;/&gt;&lt;lineCharCount val=&quot;41&quot;/&gt;&lt;lineCharCount val=&quot;36&quot;/&gt;&lt;lineCharCount val=&quot;34&quot;/&gt;&lt;lineCharCount val=&quot;35&quot;/&gt;&lt;lineCharCount val=&quot;17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41F7528-873D-4BA7-9583-A658DC886C3A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823094756,C:\Users\sanmi\GoogleDrive\UWMdrive\Courses\ECE552\ece552-lec03_ISAAdvanced_pptx\Media.ppcx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E8B743D-36E3-4E40-BA45-13D82D3DE3EE}_18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143BB99-EB55-4B62-ADFA-CF960DD39853}_18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622E464-44AB-4C8D-9C42-D367DFAA67F3}_18.png&quot;/&gt;&lt;left val=&quot;22&quot;/&gt;&lt;top val=&quot;182&quot;/&gt;&lt;width val=&quot;661&quot;/&gt;&lt;height val=&quot;298&quot;/&gt;&lt;hasText val=&quot;1&quot;/&gt;&lt;/Image&gt;&lt;/ThreeDShapeInfo&gt;"/>
  <p:tag name="PRESENTER_SHAPETEXTINFO" val="&lt;ShapeTextInfo&gt;&lt;TableIndex row=&quot;-1&quot; col=&quot;-1&quot;&gt;&lt;linesCount val=&quot;9&quot;/&gt;&lt;lineCharCount val=&quot;67&quot;/&gt;&lt;lineCharCount val=&quot;48&quot;/&gt;&lt;lineCharCount val=&quot;37&quot;/&gt;&lt;lineCharCount val=&quot;49&quot;/&gt;&lt;lineCharCount val=&quot;41&quot;/&gt;&lt;lineCharCount val=&quot;36&quot;/&gt;&lt;lineCharCount val=&quot;34&quot;/&gt;&lt;lineCharCount val=&quot;35&quot;/&gt;&lt;lineCharCount val=&quot;26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48F2708-6B19-4889-B0B8-7523D1190516}_1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823094756,C:\Users\sanmi\GoogleDrive\UWMdrive\Courses\ECE552\ece552-lec03_ISAAdvanced_pptx\Media.ppcx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435B657-23A7-4AE9-AF4D-0075EE2243F9}_19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2D88CA7-BD15-4892-9700-CF4460FDF260}_19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6770AEC-AB02-464A-A4C5-AB7F53D1DEFC}_19.png&quot;/&gt;&lt;left val=&quot;22&quot;/&gt;&lt;top val=&quot;182&quot;/&gt;&lt;width val=&quot;665&quot;/&gt;&lt;height val=&quot;344&quot;/&gt;&lt;hasText val=&quot;1&quot;/&gt;&lt;/Image&gt;&lt;/ThreeDShapeInfo&gt;"/>
  <p:tag name="PRESENTER_SHAPETEXTINFO" val="&lt;ShapeTextInfo&gt;&lt;TableIndex row=&quot;-1&quot; col=&quot;-1&quot;&gt;&lt;linesCount val=&quot;10&quot;/&gt;&lt;lineCharCount val=&quot;67&quot;/&gt;&lt;lineCharCount val=&quot;48&quot;/&gt;&lt;lineCharCount val=&quot;37&quot;/&gt;&lt;lineCharCount val=&quot;49&quot;/&gt;&lt;lineCharCount val=&quot;41&quot;/&gt;&lt;lineCharCount val=&quot;36&quot;/&gt;&lt;lineCharCount val=&quot;34&quot;/&gt;&lt;lineCharCount val=&quot;35&quot;/&gt;&lt;lineCharCount val=&quot;27&quot;/&gt;&lt;lineCharCount val=&quot;47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4473B96-C1C9-4479-934F-D6D231F1F1C3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823094756,C:\Users\sanmi\GoogleDrive\UWMdrive\Courses\ECE552\ece552-lec03_ISAAdvanced_pptx\Media.ppcx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A5A40B3-5528-42AC-9BE8-525215E3A4F3}_20.png&quot;/&gt;&lt;left val=&quot;95&quot;/&gt;&lt;top val=&quot;26&quot;/&gt;&lt;width val=&quot;259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10&quot;/&gt;&lt;lineCharCount val=&quot;7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A891561-FAE4-4FC1-80F7-914BA3E7E5F1}_20.png&quot;/&gt;&lt;left val=&quot;400&quot;/&gt;&lt;top val=&quot;27&quot;/&gt;&lt;width val=&quot;290&quot;/&gt;&lt;height val=&quot;1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18&quot;/&gt;&lt;lineCharCount val=&quot;16&quot;/&gt;&lt;lineCharCount val=&quot;16&quot;/&gt;&lt;lineCharCount val=&quot;1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BB9CA1D-22E8-44B5-BBBA-80CFD8DF8978}_20.png&quot;/&gt;&lt;left val=&quot;22&quot;/&gt;&lt;top val=&quot;182&quot;/&gt;&lt;width val=&quot;665&quot;/&gt;&lt;height val=&quot;344&quot;/&gt;&lt;hasText val=&quot;1&quot;/&gt;&lt;/Image&gt;&lt;/ThreeDShapeInfo&gt;"/>
  <p:tag name="PRESENTER_SHAPETEXTINFO" val="&lt;ShapeTextInfo&gt;&lt;TableIndex row=&quot;-1&quot; col=&quot;-1&quot;&gt;&lt;linesCount val=&quot;10&quot;/&gt;&lt;lineCharCount val=&quot;67&quot;/&gt;&lt;lineCharCount val=&quot;48&quot;/&gt;&lt;lineCharCount val=&quot;37&quot;/&gt;&lt;lineCharCount val=&quot;49&quot;/&gt;&lt;lineCharCount val=&quot;41&quot;/&gt;&lt;lineCharCount val=&quot;36&quot;/&gt;&lt;lineCharCount val=&quot;34&quot;/&gt;&lt;lineCharCount val=&quot;35&quot;/&gt;&lt;lineCharCount val=&quot;27&quot;/&gt;&lt;lineCharCount val=&quot;47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8A7A50D-CA8F-44E2-9B93-F72878C77661}_2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F65697B-F0AF-4E4F-A5F6-263508EB6FFD}_20.png&quot;/&gt;&lt;left val=&quot;514&quot;/&gt;&lt;top val=&quot;429&quot;/&gt;&lt;width val=&quot;196&quot;/&gt;&lt;height val=&quot;109&quot;/&gt;&lt;hasText val=&quot;1&quot;/&gt;&lt;/Image&gt;&lt;/ThreeDShapeInfo&gt;"/>
  <p:tag name="PRESENTER_SHAPETEXTINFO" val="&lt;ShapeTextInfo&gt;&lt;TableIndex row=&quot;-1&quot; col=&quot;-1&quot;&gt;&lt;linesCount val=&quot;3&quot;/&gt;&lt;lineCharCount val=&quot;15&quot;/&gt;&lt;lineCharCount val=&quot;9&quot;/&gt;&lt;lineCharCount val=&quot;17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823094756,C:\Users\sanmi\GoogleDrive\UWMdrive\Courses\ECE552\ece552-lec03_ISAAdvanced_pptx\Media.ppcx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63927CE-7B37-47D5-84A8-5EF127E97963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F5D5B49-BF07-4706-B2BA-E1EF61F0D3B4}_21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3&quot;/&gt;&lt;lineCharCount val=&quot;42&quot;/&gt;&lt;lineCharCount val=&quot;21&quot;/&gt;&lt;lineCharCount val=&quot;15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F1007E9-4413-4F3A-8118-A29124BA4519}&quot;/&gt;&lt;isInvalidForFieldText val=&quot;0&quot;/&gt;&lt;Image&gt;&lt;filename val=&quot;C:\Users\sanmi\Documents\My Adobe Presentations\ece552f2019-ISAAdvanced\data\asimages\{7F1007E9-4413-4F3A-8118-A29124BA4519}.png&quot;/&gt;&lt;left val=&quot;96&quot;/&gt;&lt;top val=&quot;335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04058A1-FAC0-42B6-A4B2-2B14B5845667}&quot;/&gt;&lt;isInvalidForFieldText val=&quot;0&quot;/&gt;&lt;Image&gt;&lt;filename val=&quot;C:\Users\sanmi\Documents\My Adobe Presentations\ece552f2019-ISAAdvanced\data\asimages\{604058A1-FAC0-42B6-A4B2-2B14B5845667}.png&quot;/&gt;&lt;left val=&quot;173&quot;/&gt;&lt;top val=&quot;33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BF24BC-6308-43C0-868C-9CCCB5337C9C}&quot;/&gt;&lt;isInvalidForFieldText val=&quot;0&quot;/&gt;&lt;Image&gt;&lt;filename val=&quot;C:\Users\sanmi\Documents\My Adobe Presentations\ece552f2019-ISAAdvanced\data\asimages\{82BF24BC-6308-43C0-868C-9CCCB5337C9C}.png&quot;/&gt;&lt;left val=&quot;96&quot;/&gt;&lt;top val=&quot;368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C781771-6DE4-4EDC-8E19-AB8D723EFC52}&quot;/&gt;&lt;isInvalidForFieldText val=&quot;0&quot;/&gt;&lt;Image&gt;&lt;filename val=&quot;C:\Users\sanmi\Documents\My Adobe Presentations\ece552f2019-ISAAdvanced\data\asimages\{2C781771-6DE4-4EDC-8E19-AB8D723EFC52}.png&quot;/&gt;&lt;left val=&quot;96&quot;/&gt;&lt;top val=&quot;335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736B4FC-BCEA-411C-87E3-44E40C5C98D7}&quot;/&gt;&lt;isInvalidForFieldText val=&quot;0&quot;/&gt;&lt;Image&gt;&lt;filename val=&quot;C:\Users\sanmi\Documents\My Adobe Presentations\ece552f2019-ISAAdvanced\data\asimages\{8736B4FC-BCEA-411C-87E3-44E40C5C98D7}.png&quot;/&gt;&lt;left val=&quot;173&quot;/&gt;&lt;top val=&quot;335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71DB525-3297-4095-9123-8EB2821C0218}&quot;/&gt;&lt;isInvalidForFieldText val=&quot;0&quot;/&gt;&lt;Image&gt;&lt;filename val=&quot;C:\Users\sanmi\Documents\My Adobe Presentations\ece552f2019-ISAAdvanced\data\asimages\{071DB525-3297-4095-9123-8EB2821C0218}.png&quot;/&gt;&lt;left val=&quot;250&quot;/&gt;&lt;top val=&quot;33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3464981-DA6D-4E87-BED3-B4CB3179B94B}&quot;/&gt;&lt;isInvalidForFieldText val=&quot;0&quot;/&gt;&lt;Image&gt;&lt;filename val=&quot;C:\Users\sanmi\Documents\My Adobe Presentations\ece552f2019-ISAAdvanced\data\asimages\{33464981-DA6D-4E87-BED3-B4CB3179B94B}.png&quot;/&gt;&lt;left val=&quot;173&quot;/&gt;&lt;top val=&quot;368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6910C21-7C3C-4A5C-8FD7-B7659465E94A}&quot;/&gt;&lt;isInvalidForFieldText val=&quot;0&quot;/&gt;&lt;Image&gt;&lt;filename val=&quot;C:\Users\sanmi\Documents\My Adobe Presentations\ece552f2019-ISAAdvanced\data\asimages\{26910C21-7C3C-4A5C-8FD7-B7659465E94A}.png&quot;/&gt;&lt;left val=&quot;173&quot;/&gt;&lt;top val=&quot;335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09BCD9B-4BB0-4003-8173-147C268239E8}&quot;/&gt;&lt;isInvalidForFieldText val=&quot;0&quot;/&gt;&lt;Image&gt;&lt;filename val=&quot;C:\Users\sanmi\Documents\My Adobe Presentations\ece552f2019-ISAAdvanced\data\asimages\{C09BCD9B-4BB0-4003-8173-147C268239E8}.png&quot;/&gt;&lt;left val=&quot;249&quot;/&gt;&lt;top val=&quot;335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3DA97CE-5B4F-4E27-A063-FEDFB1813A1A}&quot;/&gt;&lt;isInvalidForFieldText val=&quot;0&quot;/&gt;&lt;Image&gt;&lt;filename val=&quot;C:\Users\sanmi\Documents\My Adobe Presentations\ece552f2019-ISAAdvanced\data\asimages\{B3DA97CE-5B4F-4E27-A063-FEDFB1813A1A}.png&quot;/&gt;&lt;left val=&quot;326&quot;/&gt;&lt;top val=&quot;33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DBD06F9-E78D-4A9E-A5D6-ACA556B2AE85}&quot;/&gt;&lt;isInvalidForFieldText val=&quot;0&quot;/&gt;&lt;Image&gt;&lt;filename val=&quot;C:\Users\sanmi\Documents\My Adobe Presentations\ece552f2019-ISAAdvanced\data\asimages\{3DBD06F9-E78D-4A9E-A5D6-ACA556B2AE85}.png&quot;/&gt;&lt;left val=&quot;249&quot;/&gt;&lt;top val=&quot;368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E652432-CD57-42F6-8060-A158570276AB}&quot;/&gt;&lt;isInvalidForFieldText val=&quot;0&quot;/&gt;&lt;Image&gt;&lt;filename val=&quot;C:\Users\sanmi\Documents\My Adobe Presentations\ece552f2019-ISAAdvanced\data\asimages\{4E652432-CD57-42F6-8060-A158570276AB}.png&quot;/&gt;&lt;left val=&quot;249&quot;/&gt;&lt;top val=&quot;335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D9B21EF-C2CA-4B24-9125-5A09DB7D0815}&quot;/&gt;&lt;isInvalidForFieldText val=&quot;0&quot;/&gt;&lt;Image&gt;&lt;filename val=&quot;C:\Users\sanmi\Documents\My Adobe Presentations\ece552f2019-ISAAdvanced\data\asimages\{ED9B21EF-C2CA-4B24-9125-5A09DB7D0815}.png&quot;/&gt;&lt;left val=&quot;326&quot;/&gt;&lt;top val=&quot;335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983EA5F-7E55-4147-98A7-D3AD62D57A42}&quot;/&gt;&lt;isInvalidForFieldText val=&quot;0&quot;/&gt;&lt;Image&gt;&lt;filename val=&quot;C:\Users\sanmi\Documents\My Adobe Presentations\ece552f2019-ISAAdvanced\data\asimages\{5983EA5F-7E55-4147-98A7-D3AD62D57A42}.png&quot;/&gt;&lt;left val=&quot;403&quot;/&gt;&lt;top val=&quot;33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69E9F97-B3FC-46CE-AD83-37496A73D086}&quot;/&gt;&lt;isInvalidForFieldText val=&quot;0&quot;/&gt;&lt;Image&gt;&lt;filename val=&quot;C:\Users\sanmi\Documents\My Adobe Presentations\ece552f2019-ISAAdvanced\data\asimages\{169E9F97-B3FC-46CE-AD83-37496A73D086}.png&quot;/&gt;&lt;left val=&quot;326&quot;/&gt;&lt;top val=&quot;368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1083C5-70FB-44BC-ACD4-E0D2EA525EBA}&quot;/&gt;&lt;isInvalidForFieldText val=&quot;0&quot;/&gt;&lt;Image&gt;&lt;filename val=&quot;C:\Users\sanmi\Documents\My Adobe Presentations\ece552f2019-ISAAdvanced\data\asimages\{371083C5-70FB-44BC-ACD4-E0D2EA525EBA}.png&quot;/&gt;&lt;left val=&quot;326&quot;/&gt;&lt;top val=&quot;335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0DC30BA-764F-4B4D-9A1E-3210601315E0}&quot;/&gt;&lt;isInvalidForFieldText val=&quot;0&quot;/&gt;&lt;Image&gt;&lt;filename val=&quot;C:\Users\sanmi\Documents\My Adobe Presentations\ece552f2019-ISAAdvanced\data\asimages\{E0DC30BA-764F-4B4D-9A1E-3210601315E0}.png&quot;/&gt;&lt;left val=&quot;402&quot;/&gt;&lt;top val=&quot;335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7C34122-83A0-4E58-98E0-C39127D644B9}&quot;/&gt;&lt;isInvalidForFieldText val=&quot;0&quot;/&gt;&lt;Image&gt;&lt;filename val=&quot;C:\Users\sanmi\Documents\My Adobe Presentations\ece552f2019-ISAAdvanced\data\asimages\{E7C34122-83A0-4E58-98E0-C39127D644B9}.png&quot;/&gt;&lt;left val=&quot;479&quot;/&gt;&lt;top val=&quot;33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0E51594-E089-4051-8167-A211AE3808CC}&quot;/&gt;&lt;isInvalidForFieldText val=&quot;0&quot;/&gt;&lt;Image&gt;&lt;filename val=&quot;C:\Users\sanmi\Documents\My Adobe Presentations\ece552f2019-ISAAdvanced\data\asimages\{30E51594-E089-4051-8167-A211AE3808CC}.png&quot;/&gt;&lt;left val=&quot;402&quot;/&gt;&lt;top val=&quot;368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628441A-F9DB-4E04-B5E6-24B49A12C20B}&quot;/&gt;&lt;isInvalidForFieldText val=&quot;0&quot;/&gt;&lt;Image&gt;&lt;filename val=&quot;C:\Users\sanmi\Documents\My Adobe Presentations\ece552f2019-ISAAdvanced\data\asimages\{B628441A-F9DB-4E04-B5E6-24B49A12C20B}.png&quot;/&gt;&lt;left val=&quot;402&quot;/&gt;&lt;top val=&quot;335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F050310-254B-48DF-BF98-582C3F5F0DAC}&quot;/&gt;&lt;isInvalidForFieldText val=&quot;0&quot;/&gt;&lt;Image&gt;&lt;filename val=&quot;C:\Users\sanmi\Documents\My Adobe Presentations\ece552f2019-ISAAdvanced\data\asimages\{1F050310-254B-48DF-BF98-582C3F5F0DAC}.png&quot;/&gt;&lt;left val=&quot;479&quot;/&gt;&lt;top val=&quot;335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A597B9D-1443-43FE-A1A7-F7894CBB0A04}&quot;/&gt;&lt;isInvalidForFieldText val=&quot;0&quot;/&gt;&lt;Image&gt;&lt;filename val=&quot;C:\Users\sanmi\Documents\My Adobe Presentations\ece552f2019-ISAAdvanced\data\asimages\{7A597B9D-1443-43FE-A1A7-F7894CBB0A04}.png&quot;/&gt;&lt;left val=&quot;555&quot;/&gt;&lt;top val=&quot;33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DA0F739-370D-450C-884D-5028C5016CE9}&quot;/&gt;&lt;isInvalidForFieldText val=&quot;0&quot;/&gt;&lt;Image&gt;&lt;filename val=&quot;C:\Users\sanmi\Documents\My Adobe Presentations\ece552f2019-ISAAdvanced\data\asimages\{FDA0F739-370D-450C-884D-5028C5016CE9}.png&quot;/&gt;&lt;left val=&quot;479&quot;/&gt;&lt;top val=&quot;36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2DDD0A-C43D-48DE-9738-C8CD77F984D1}&quot;/&gt;&lt;isInvalidForFieldText val=&quot;0&quot;/&gt;&lt;Image&gt;&lt;filename val=&quot;C:\Users\sanmi\Documents\My Adobe Presentations\ece552f2019-ISAAdvanced\data\asimages\{EA2DDD0A-C43D-48DE-9738-C8CD77F984D1}.png&quot;/&gt;&lt;left val=&quot;479&quot;/&gt;&lt;top val=&quot;335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B326F62-A4F3-4314-A666-F14FAC6561E9}_21.png&quot;/&gt;&lt;left val=&quot;104&quot;/&gt;&lt;top val=&quot;330&quot;/&gt;&lt;width val=&quot;5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AE207A4-A0E4-4993-B549-CEC58AC8F36B}_21.png&quot;/&gt;&lt;left val=&quot;183&quot;/&gt;&lt;top val=&quot;330&quot;/&gt;&lt;width val=&quot;4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AEE301B-E261-4B7C-8AD6-AF96EA690585}_21.png&quot;/&gt;&lt;left val=&quot;264&quot;/&gt;&lt;top val=&quot;330&quot;/&gt;&lt;width val=&quot;44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FD503C0-2681-42FD-AAF9-CD270E000A8E}_21.png&quot;/&gt;&lt;left val=&quot;339&quot;/&gt;&lt;top val=&quot;330&quot;/&gt;&lt;width val=&quot;4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0E9B6C1-A8AE-4407-8109-6611B2DA9C92}_21.png&quot;/&gt;&lt;left val=&quot;406&quot;/&gt;&lt;top val=&quot;330&quot;/&gt;&lt;width val=&quot;5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8C6E1CD-43A5-476B-8EF5-3E9BBC6EEDCD}_21.png&quot;/&gt;&lt;left val=&quot;482&quot;/&gt;&lt;top val=&quot;330&quot;/&gt;&lt;width val=&quot;7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482ADBD-E443-4A98-A8E2-C2E392C08BB5}&quot;/&gt;&lt;isInvalidForFieldText val=&quot;1&quot;/&gt;&lt;Image&gt;&lt;filename val=&quot;C:\Users\sanmi\Documents\My Adobe Presentations\ece552f2019-ISAAdvanced\data\asimages\{C482ADBD-E443-4A98-A8E2-C2E392C08BB5}_21_S.png&quot;/&gt;&lt;left val=&quot;206&quot;/&gt;&lt;top val=&quot;401&quot;/&gt;&lt;width val=&quot;8&quot;/&gt;&lt;height val=&quot;13&quot;/&gt;&lt;hasText val=&quot;0&quot;/&gt;&lt;/Image&gt;&lt;Image&gt;&lt;filename val=&quot;C:\Users\sanmi\Documents\My Adobe Presentations\ece552f2019-ISAAdvanced\data\asimages\{C482ADBD-E443-4A98-A8E2-C2E392C08BB5}_21_T.png&quot;/&gt;&lt;left val=&quot;206&quot;/&gt;&lt;top val=&quot;401&quot;/&gt;&lt;width val=&quot;8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F945464-328A-4E23-86EC-2B473A38923E}&quot;/&gt;&lt;isInvalidForFieldText val=&quot;1&quot;/&gt;&lt;Image&gt;&lt;filename val=&quot;C:\Users\sanmi\Documents\My Adobe Presentations\ece552f2019-ISAAdvanced\data\asimages\{8F945464-328A-4E23-86EC-2B473A38923E}_21_S.png&quot;/&gt;&lt;left val=&quot;207&quot;/&gt;&lt;top val=&quot;401&quot;/&gt;&lt;width val=&quot;4&quot;/&gt;&lt;height val=&quot;2&quot;/&gt;&lt;hasText val=&quot;0&quot;/&gt;&lt;/Image&gt;&lt;Image&gt;&lt;filename val=&quot;C:\Users\sanmi\Documents\My Adobe Presentations\ece552f2019-ISAAdvanced\data\asimages\{8F945464-328A-4E23-86EC-2B473A38923E}_21_T.png&quot;/&gt;&lt;left val=&quot;207&quot;/&gt;&lt;top val=&quot;401&quot;/&gt;&lt;width val=&quot;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66B0119-7765-4315-8A4D-4298416DC29D}&quot;/&gt;&lt;isInvalidForFieldText val=&quot;1&quot;/&gt;&lt;Image&gt;&lt;filename val=&quot;C:\Users\sanmi\Documents\My Adobe Presentations\ece552f2019-ISAAdvanced\data\asimages\{666B0119-7765-4315-8A4D-4298416DC29D}_21_S.png&quot;/&gt;&lt;left val=&quot;207&quot;/&gt;&lt;top val=&quot;401&quot;/&gt;&lt;width val=&quot;7&quot;/&gt;&lt;height val=&quot;13&quot;/&gt;&lt;hasText val=&quot;0&quot;/&gt;&lt;/Image&gt;&lt;Image&gt;&lt;filename val=&quot;C:\Users\sanmi\Documents\My Adobe Presentations\ece552f2019-ISAAdvanced\data\asimages\{666B0119-7765-4315-8A4D-4298416DC29D}_21_T.png&quot;/&gt;&lt;left val=&quot;207&quot;/&gt;&lt;top val=&quot;401&quot;/&gt;&lt;width val=&quot;7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D43D81D-76AA-47A0-8784-A08E33DD0588}&quot;/&gt;&lt;isInvalidForFieldText val=&quot;0&quot;/&gt;&lt;Image&gt;&lt;filename val=&quot;C:\Users\sanmi\Documents\My Adobe Presentations\ece552f2019-ISAAdvanced\data\asimages\{5D43D81D-76AA-47A0-8784-A08E33DD0588}.png&quot;/&gt;&lt;left val=&quot;210&quot;/&gt;&lt;top val=&quot;36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5078E2D-BFE6-4D70-BE5F-39473AF272B9}&quot;/&gt;&lt;isInvalidForFieldText val=&quot;0&quot;/&gt;&lt;Image&gt;&lt;filename val=&quot;C:\Users\sanmi\Documents\My Adobe Presentations\ece552f2019-ISAAdvanced\data\asimages\{C5078E2D-BFE6-4D70-BE5F-39473AF272B9}.png&quot;/&gt;&lt;left val=&quot;210&quot;/&gt;&lt;top val=&quot;40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3863DA8-1DF6-4B2D-8C5C-94992CD961E9}&quot;/&gt;&lt;isInvalidForFieldText val=&quot;0&quot;/&gt;&lt;Image&gt;&lt;filename val=&quot;C:\Users\sanmi\Documents\My Adobe Presentations\ece552f2019-ISAAdvanced\data\asimages\{A3863DA8-1DF6-4B2D-8C5C-94992CD961E9}.png&quot;/&gt;&lt;left val=&quot;210&quot;/&gt;&lt;top val=&quot;368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4650008-1B85-44E5-BA76-DB526620D71D}&quot;/&gt;&lt;isInvalidForFieldText val=&quot;0&quot;/&gt;&lt;Image&gt;&lt;filename val=&quot;C:\Users\sanmi\Documents\My Adobe Presentations\ece552f2019-ISAAdvanced\data\asimages\{F4650008-1B85-44E5-BA76-DB526620D71D}.png&quot;/&gt;&lt;left val=&quot;166&quot;/&gt;&lt;top val=&quot;415&quot;/&gt;&lt;width val=&quot;271&quot;/&gt;&lt;height val=&quot;4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D73B0EC-76F3-45F6-B976-F260EFD911DB}&quot;/&gt;&lt;isInvalidForFieldText val=&quot;0&quot;/&gt;&lt;Image&gt;&lt;filename val=&quot;C:\Users\sanmi\Documents\My Adobe Presentations\ece552f2019-ISAAdvanced\data\asimages\{AD73B0EC-76F3-45F6-B976-F260EFD911DB}.png&quot;/&gt;&lt;left val=&quot;166&quot;/&gt;&lt;top val=&quot;415&quot;/&gt;&lt;width val=&quot;27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8FFA47-EF8F-4398-9472-5DC556A350D5}&quot;/&gt;&lt;isInvalidForFieldText val=&quot;0&quot;/&gt;&lt;Image&gt;&lt;filename val=&quot;C:\Users\sanmi\Documents\My Adobe Presentations\ece552f2019-ISAAdvanced\data\asimages\{1C8FFA47-EF8F-4398-9472-5DC556A350D5}.png&quot;/&gt;&lt;left val=&quot;436&quot;/&gt;&lt;top val=&quot;415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7213980-794E-4C55-BA0D-6B2616AC857E}&quot;/&gt;&lt;isInvalidForFieldText val=&quot;0&quot;/&gt;&lt;Image&gt;&lt;filename val=&quot;C:\Users\sanmi\Documents\My Adobe Presentations\ece552f2019-ISAAdvanced\data\asimages\{27213980-794E-4C55-BA0D-6B2616AC857E}.png&quot;/&gt;&lt;left val=&quot;166&quot;/&gt;&lt;top val=&quot;455&quot;/&gt;&lt;width val=&quot;27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948CBA-6914-4252-B56B-67D2DC93FB84}&quot;/&gt;&lt;isInvalidForFieldText val=&quot;0&quot;/&gt;&lt;Image&gt;&lt;filename val=&quot;C:\Users\sanmi\Documents\My Adobe Presentations\ece552f2019-ISAAdvanced\data\asimages\{EA948CBA-6914-4252-B56B-67D2DC93FB84}.png&quot;/&gt;&lt;left val=&quot;166&quot;/&gt;&lt;top val=&quot;415&quot;/&gt;&lt;width val=&quot;2&quot;/&gt;&lt;height val=&quot;4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A44B64A-8BE3-474A-AF97-4433AE1978C3}_21.png&quot;/&gt;&lt;left val=&quot;254&quot;/&gt;&lt;top val=&quot;412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510F4D4-DCD6-42B1-9058-1D9C65E65FC6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2,823094756,C:\Users\sanmi\GoogleDrive\UWMdrive\Courses\ECE552\ece552-lec03_ISAAdvanced_pptx\Media.ppcx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6D49DD3-239D-4BB9-B631-FA2BB6B32E25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AC425D5-2A64-4570-A7C3-BB1C9429F6E5}_22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2&quot;/&gt;&lt;lineCharCount val=&quot;35&quot;/&gt;&lt;lineCharCount val=&quot;41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1B72A5-C81C-4B28-B572-3C7B6916BD49}&quot;/&gt;&lt;isInvalidForFieldText val=&quot;0&quot;/&gt;&lt;Image&gt;&lt;filename val=&quot;C:\Users\sanmi\Documents\My Adobe Presentations\ece552f2019-ISAAdvanced\data\asimages\{E11B72A5-C81C-4B28-B572-3C7B6916BD49}.png&quot;/&gt;&lt;left val=&quot;30&quot;/&gt;&lt;top val=&quot;246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3386A3F-FC72-4D67-BBE4-1302A0147D2B}&quot;/&gt;&lt;isInvalidForFieldText val=&quot;0&quot;/&gt;&lt;Image&gt;&lt;filename val=&quot;C:\Users\sanmi\Documents\My Adobe Presentations\ece552f2019-ISAAdvanced\data\asimages\{13386A3F-FC72-4D67-BBE4-1302A0147D2B}.png&quot;/&gt;&lt;left val=&quot;106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D74F478-A88D-433E-B422-4EF99D6D0EC8}&quot;/&gt;&lt;isInvalidForFieldText val=&quot;0&quot;/&gt;&lt;Image&gt;&lt;filename val=&quot;C:\Users\sanmi\Documents\My Adobe Presentations\ece552f2019-ISAAdvanced\data\asimages\{BD74F478-A88D-433E-B422-4EF99D6D0EC8}.png&quot;/&gt;&lt;left val=&quot;30&quot;/&gt;&lt;top val=&quot;27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E46AF1E-9687-4162-8B1E-1FE6081159D8}&quot;/&gt;&lt;isInvalidForFieldText val=&quot;0&quot;/&gt;&lt;Image&gt;&lt;filename val=&quot;C:\Users\sanmi\Documents\My Adobe Presentations\ece552f2019-ISAAdvanced\data\asimages\{1E46AF1E-9687-4162-8B1E-1FE6081159D8}.png&quot;/&gt;&lt;left val=&quot;30&quot;/&gt;&lt;top val=&quot;246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10DC1B6-3682-4E4F-B231-F34ECBD41906}&quot;/&gt;&lt;isInvalidForFieldText val=&quot;0&quot;/&gt;&lt;Image&gt;&lt;filename val=&quot;C:\Users\sanmi\Documents\My Adobe Presentations\ece552f2019-ISAAdvanced\data\asimages\{D10DC1B6-3682-4E4F-B231-F34ECBD41906}.png&quot;/&gt;&lt;left val=&quot;107&quot;/&gt;&lt;top val=&quot;246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CCAAB03-FB30-44F1-BA58-0BDB0EC7018B}&quot;/&gt;&lt;isInvalidForFieldText val=&quot;0&quot;/&gt;&lt;Image&gt;&lt;filename val=&quot;C:\Users\sanmi\Documents\My Adobe Presentations\ece552f2019-ISAAdvanced\data\asimages\{4CCAAB03-FB30-44F1-BA58-0BDB0EC7018B}.png&quot;/&gt;&lt;left val=&quot;183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842028-47F9-4BEE-BAB3-2823A190AE3D}&quot;/&gt;&lt;isInvalidForFieldText val=&quot;0&quot;/&gt;&lt;Image&gt;&lt;filename val=&quot;C:\Users\sanmi\Documents\My Adobe Presentations\ece552f2019-ISAAdvanced\data\asimages\{37842028-47F9-4BEE-BAB3-2823A190AE3D}.png&quot;/&gt;&lt;left val=&quot;107&quot;/&gt;&lt;top val=&quot;27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4707364-0267-4DD6-9C62-FF78555C8D75}&quot;/&gt;&lt;isInvalidForFieldText val=&quot;0&quot;/&gt;&lt;Image&gt;&lt;filename val=&quot;C:\Users\sanmi\Documents\My Adobe Presentations\ece552f2019-ISAAdvanced\data\asimages\{C4707364-0267-4DD6-9C62-FF78555C8D75}.png&quot;/&gt;&lt;left val=&quot;107&quot;/&gt;&lt;top val=&quot;246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88FBF41-E015-4263-86D4-790AF4F43D43}&quot;/&gt;&lt;isInvalidForFieldText val=&quot;0&quot;/&gt;&lt;Image&gt;&lt;filename val=&quot;C:\Users\sanmi\Documents\My Adobe Presentations\ece552f2019-ISAAdvanced\data\asimages\{988FBF41-E015-4263-86D4-790AF4F43D43}.png&quot;/&gt;&lt;left val=&quot;183&quot;/&gt;&lt;top val=&quot;246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B80A9F8-BCA8-45B6-AE7D-B2CCD9BB995C}&quot;/&gt;&lt;isInvalidForFieldText val=&quot;0&quot;/&gt;&lt;Image&gt;&lt;filename val=&quot;C:\Users\sanmi\Documents\My Adobe Presentations\ece552f2019-ISAAdvanced\data\asimages\{2B80A9F8-BCA8-45B6-AE7D-B2CCD9BB995C}.png&quot;/&gt;&lt;left val=&quot;259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9D726D-5089-4F82-B479-681AE41ACEDB}&quot;/&gt;&lt;isInvalidForFieldText val=&quot;0&quot;/&gt;&lt;Image&gt;&lt;filename val=&quot;C:\Users\sanmi\Documents\My Adobe Presentations\ece552f2019-ISAAdvanced\data\asimages\{B99D726D-5089-4F82-B479-681AE41ACEDB}.png&quot;/&gt;&lt;left val=&quot;183&quot;/&gt;&lt;top val=&quot;27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6ADCF0F-17B3-478F-B296-80FF59B1B2C0}&quot;/&gt;&lt;isInvalidForFieldText val=&quot;0&quot;/&gt;&lt;Image&gt;&lt;filename val=&quot;C:\Users\sanmi\Documents\My Adobe Presentations\ece552f2019-ISAAdvanced\data\asimages\{D6ADCF0F-17B3-478F-B296-80FF59B1B2C0}.png&quot;/&gt;&lt;left val=&quot;183&quot;/&gt;&lt;top val=&quot;246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113E54-43E2-49B0-A72F-DB00BC475D0F}&quot;/&gt;&lt;isInvalidForFieldText val=&quot;0&quot;/&gt;&lt;Image&gt;&lt;filename val=&quot;C:\Users\sanmi\Documents\My Adobe Presentations\ece552f2019-ISAAdvanced\data\asimages\{82113E54-43E2-49B0-A72F-DB00BC475D0F}.png&quot;/&gt;&lt;left val=&quot;260&quot;/&gt;&lt;top val=&quot;246&quot;/&gt;&lt;width val=&quot;23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828B24A-BDA0-4380-8AB7-B2E1E7EB1012}&quot;/&gt;&lt;isInvalidForFieldText val=&quot;0&quot;/&gt;&lt;Image&gt;&lt;filename val=&quot;C:\Users\sanmi\Documents\My Adobe Presentations\ece552f2019-ISAAdvanced\data\asimages\{2828B24A-BDA0-4380-8AB7-B2E1E7EB1012}.png&quot;/&gt;&lt;left val=&quot;489&quot;/&gt;&lt;top val=&quot;246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B2FD5AC-DE14-4F2F-AE96-5721247DD102}&quot;/&gt;&lt;isInvalidForFieldText val=&quot;0&quot;/&gt;&lt;Image&gt;&lt;filename val=&quot;C:\Users\sanmi\Documents\My Adobe Presentations\ece552f2019-ISAAdvanced\data\asimages\{0B2FD5AC-DE14-4F2F-AE96-5721247DD102}.png&quot;/&gt;&lt;left val=&quot;260&quot;/&gt;&lt;top val=&quot;279&quot;/&gt;&lt;width val=&quot;23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592483F-9E8E-4BB6-98ED-3923FDF221B9}&quot;/&gt;&lt;isInvalidForFieldText val=&quot;0&quot;/&gt;&lt;Image&gt;&lt;filename val=&quot;C:\Users\sanmi\Documents\My Adobe Presentations\ece552f2019-ISAAdvanced\data\asimages\{B592483F-9E8E-4BB6-98ED-3923FDF221B9}.png&quot;/&gt;&lt;left val=&quot;260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02B001F-BD8B-4D07-B0A7-3AAE14968259}_22.png&quot;/&gt;&lt;left val=&quot;38&quot;/&gt;&lt;top val=&quot;239&quot;/&gt;&lt;width val=&quot;5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4AAABB8-490C-4777-B45D-8EE4F58F2DF8}_22.png&quot;/&gt;&lt;left val=&quot;117&quot;/&gt;&lt;top val=&quot;239&quot;/&gt;&lt;width val=&quot;4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1AB5712-AEFB-421D-BD6E-E0C9F94ACE3C}_22.png&quot;/&gt;&lt;left val=&quot;198&quot;/&gt;&lt;top val=&quot;239&quot;/&gt;&lt;width val=&quot;44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5080B8F-2574-443F-AF5F-0C56A442F373}_22.png&quot;/&gt;&lt;left val=&quot;261&quot;/&gt;&lt;top val=&quot;244&quot;/&gt;&lt;width val=&quot;22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959023E-02A9-4E60-B60E-41FCCCE80400}&quot;/&gt;&lt;isInvalidForFieldText val=&quot;1&quot;/&gt;&lt;Image&gt;&lt;filename val=&quot;C:\Users\sanmi\Documents\My Adobe Presentations\ece552f2019-ISAAdvanced\data\asimages\{9959023E-02A9-4E60-B60E-41FCCCE80400}_22_S.png&quot;/&gt;&lt;left val=&quot;138&quot;/&gt;&lt;top val=&quot;295&quot;/&gt;&lt;width val=&quot;8&quot;/&gt;&lt;height val=&quot;13&quot;/&gt;&lt;hasText val=&quot;0&quot;/&gt;&lt;/Image&gt;&lt;Image&gt;&lt;filename val=&quot;C:\Users\sanmi\Documents\My Adobe Presentations\ece552f2019-ISAAdvanced\data\asimages\{9959023E-02A9-4E60-B60E-41FCCCE80400}_22_T.png&quot;/&gt;&lt;left val=&quot;138&quot;/&gt;&lt;top val=&quot;295&quot;/&gt;&lt;width val=&quot;8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256AB37-A6AE-4F8C-8090-0AD633B0A419}&quot;/&gt;&lt;isInvalidForFieldText val=&quot;1&quot;/&gt;&lt;Image&gt;&lt;filename val=&quot;C:\Users\sanmi\Documents\My Adobe Presentations\ece552f2019-ISAAdvanced\data\asimages\{4256AB37-A6AE-4F8C-8090-0AD633B0A419}_22_S.png&quot;/&gt;&lt;left val=&quot;139&quot;/&gt;&lt;top val=&quot;295&quot;/&gt;&lt;width val=&quot;4&quot;/&gt;&lt;height val=&quot;2&quot;/&gt;&lt;hasText val=&quot;0&quot;/&gt;&lt;/Image&gt;&lt;Image&gt;&lt;filename val=&quot;C:\Users\sanmi\Documents\My Adobe Presentations\ece552f2019-ISAAdvanced\data\asimages\{4256AB37-A6AE-4F8C-8090-0AD633B0A419}_22_T.png&quot;/&gt;&lt;left val=&quot;139&quot;/&gt;&lt;top val=&quot;295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34B9BE0-9105-4BB1-93D7-4235B3CE628C}&quot;/&gt;&lt;isInvalidForFieldText val=&quot;1&quot;/&gt;&lt;Image&gt;&lt;filename val=&quot;C:\Users\sanmi\Documents\My Adobe Presentations\ece552f2019-ISAAdvanced\data\asimages\{534B9BE0-9105-4BB1-93D7-4235B3CE628C}_22_S.png&quot;/&gt;&lt;left val=&quot;139&quot;/&gt;&lt;top val=&quot;295&quot;/&gt;&lt;width val=&quot;7&quot;/&gt;&lt;height val=&quot;13&quot;/&gt;&lt;hasText val=&quot;0&quot;/&gt;&lt;/Image&gt;&lt;Image&gt;&lt;filename val=&quot;C:\Users\sanmi\Documents\My Adobe Presentations\ece552f2019-ISAAdvanced\data\asimages\{534B9BE0-9105-4BB1-93D7-4235B3CE628C}_22_T.png&quot;/&gt;&lt;left val=&quot;139&quot;/&gt;&lt;top val=&quot;295&quot;/&gt;&lt;width val=&quot;6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977DC5-B20A-4BD5-922A-A0A4C8A48E4D}&quot;/&gt;&lt;isInvalidForFieldText val=&quot;0&quot;/&gt;&lt;Image&gt;&lt;filename val=&quot;C:\Users\sanmi\Documents\My Adobe Presentations\ece552f2019-ISAAdvanced\data\asimages\{6D977DC5-B20A-4BD5-922A-A0A4C8A48E4D}.png&quot;/&gt;&lt;left val=&quot;142&quot;/&gt;&lt;top val=&quot;27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8B59E03-80FB-47D3-B811-516B7D2A361A}&quot;/&gt;&lt;isInvalidForFieldText val=&quot;0&quot;/&gt;&lt;Image&gt;&lt;filename val=&quot;C:\Users\sanmi\Documents\My Adobe Presentations\ece552f2019-ISAAdvanced\data\asimages\{48B59E03-80FB-47D3-B811-516B7D2A361A}.png&quot;/&gt;&lt;left val=&quot;142&quot;/&gt;&lt;top val=&quot;2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004AFE-14AA-4295-8A73-3D5CFD28E23F}&quot;/&gt;&lt;isInvalidForFieldText val=&quot;0&quot;/&gt;&lt;Image&gt;&lt;filename val=&quot;C:\Users\sanmi\Documents\My Adobe Presentations\ece552f2019-ISAAdvanced\data\asimages\{CD004AFE-14AA-4295-8A73-3D5CFD28E23F}.png&quot;/&gt;&lt;left val=&quot;142&quot;/&gt;&lt;top val=&quot;279&quot;/&gt;&lt;width val=&quot;2&quot;/&gt;&lt;height val=&quot;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EC82B80-04DE-4D2E-8FFE-E2C8B76891D4}&quot;/&gt;&lt;isInvalidForFieldText val=&quot;0&quot;/&gt;&lt;Image&gt;&lt;filename val=&quot;C:\Users\sanmi\Documents\My Adobe Presentations\ece552f2019-ISAAdvanced\data\asimages\{6EC82B80-04DE-4D2E-8FFE-E2C8B76891D4}.png&quot;/&gt;&lt;left val=&quot;105&quot;/&gt;&lt;top val=&quot;309&quot;/&gt;&lt;width val=&quot;27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605459D-8DDC-4114-A71C-513D5DD3DF82}&quot;/&gt;&lt;isInvalidForFieldText val=&quot;0&quot;/&gt;&lt;Image&gt;&lt;filename val=&quot;C:\Users\sanmi\Documents\My Adobe Presentations\ece552f2019-ISAAdvanced\data\asimages\{6605459D-8DDC-4114-A71C-513D5DD3DF82}.png&quot;/&gt;&lt;left val=&quot;375&quot;/&gt;&lt;top val=&quot;309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412828E-0582-46CE-9BD5-AA69979E4CE1}&quot;/&gt;&lt;isInvalidForFieldText val=&quot;0&quot;/&gt;&lt;Image&gt;&lt;filename val=&quot;C:\Users\sanmi\Documents\My Adobe Presentations\ece552f2019-ISAAdvanced\data\asimages\{C412828E-0582-46CE-9BD5-AA69979E4CE1}.png&quot;/&gt;&lt;left val=&quot;105&quot;/&gt;&lt;top val=&quot;349&quot;/&gt;&lt;width val=&quot;27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0EB141C-854E-40EF-8D36-6658B8C3E048}&quot;/&gt;&lt;isInvalidForFieldText val=&quot;0&quot;/&gt;&lt;Image&gt;&lt;filename val=&quot;C:\Users\sanmi\Documents\My Adobe Presentations\ece552f2019-ISAAdvanced\data\asimages\{C0EB141C-854E-40EF-8D36-6658B8C3E048}.png&quot;/&gt;&lt;left val=&quot;105&quot;/&gt;&lt;top val=&quot;309&quot;/&gt;&lt;width val=&quot;2&quot;/&gt;&lt;height val=&quot;4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8D65229-02DB-4673-9137-6E8D1482C4F7}_22.png&quot;/&gt;&lt;left val=&quot;181&quot;/&gt;&lt;top val=&quot;306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E969913-C901-4298-9BAA-45F9A5712EE4}&quot;/&gt;&lt;isInvalidForFieldText val=&quot;1&quot;/&gt;&lt;Image&gt;&lt;filename val=&quot;C:\Users\sanmi\Documents\My Adobe Presentations\ece552f2019-ISAAdvanced\data\asimages\{BE969913-C901-4298-9BAA-45F9A5712EE4}_22_S.png&quot;/&gt;&lt;left val=&quot;387&quot;/&gt;&lt;top val=&quot;381&quot;/&gt;&lt;width val=&quot;16&quot;/&gt;&lt;height val=&quot;9&quot;/&gt;&lt;hasText val=&quot;0&quot;/&gt;&lt;/Image&gt;&lt;Image&gt;&lt;filename val=&quot;C:\Users\sanmi\Documents\My Adobe Presentations\ece552f2019-ISAAdvanced\data\asimages\{BE969913-C901-4298-9BAA-45F9A5712EE4}_22_T.png&quot;/&gt;&lt;left val=&quot;387&quot;/&gt;&lt;top val=&quot;381&quot;/&gt;&lt;width val=&quot;15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9E5811A-74C4-4E0E-81CE-6D3C523C67E0}&quot;/&gt;&lt;isInvalidForFieldText val=&quot;1&quot;/&gt;&lt;Image&gt;&lt;filename val=&quot;C:\Users\sanmi\Documents\My Adobe Presentations\ece552f2019-ISAAdvanced\data\asimages\{19E5811A-74C4-4E0E-81CE-6D3C523C67E0}_22_S.png&quot;/&gt;&lt;left val=&quot;387&quot;/&gt;&lt;top val=&quot;384&quot;/&gt;&lt;width val=&quot;2&quot;/&gt;&lt;height val=&quot;5&quot;/&gt;&lt;hasText val=&quot;0&quot;/&gt;&lt;/Image&gt;&lt;Image&gt;&lt;filename val=&quot;C:\Users\sanmi\Documents\My Adobe Presentations\ece552f2019-ISAAdvanced\data\asimages\{19E5811A-74C4-4E0E-81CE-6D3C523C67E0}_22_T.png&quot;/&gt;&lt;left val=&quot;387&quot;/&gt;&lt;top val=&quot;384&quot;/&gt;&lt;width val=&quot;2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D822BBE-8532-488B-9F89-98156CFAB3BA}&quot;/&gt;&lt;isInvalidForFieldText val=&quot;1&quot;/&gt;&lt;Image&gt;&lt;filename val=&quot;C:\Users\sanmi\Documents\My Adobe Presentations\ece552f2019-ISAAdvanced\data\asimages\{0D822BBE-8532-488B-9F89-98156CFAB3BA}_22_S.png&quot;/&gt;&lt;left val=&quot;387&quot;/&gt;&lt;top val=&quot;381&quot;/&gt;&lt;width val=&quot;13&quot;/&gt;&lt;height val=&quot;8&quot;/&gt;&lt;hasText val=&quot;0&quot;/&gt;&lt;/Image&gt;&lt;Image&gt;&lt;filename val=&quot;C:\Users\sanmi\Documents\My Adobe Presentations\ece552f2019-ISAAdvanced\data\asimages\{0D822BBE-8532-488B-9F89-98156CFAB3BA}_22_T.png&quot;/&gt;&lt;left val=&quot;387&quot;/&gt;&lt;top val=&quot;381&quot;/&gt;&lt;width val=&quot;12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69F6E50-EA2C-4E97-B1B9-7EC80A28A53C}&quot;/&gt;&lt;isInvalidForFieldText val=&quot;0&quot;/&gt;&lt;Image&gt;&lt;filename val=&quot;C:\Users\sanmi\Documents\My Adobe Presentations\ece552f2019-ISAAdvanced\data\asimages\{469F6E50-EA2C-4E97-B1B9-7EC80A28A53C}.png&quot;/&gt;&lt;left val=&quot;210&quot;/&gt;&lt;top val=&quot;35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626C0E5-4055-40AA-89CC-35D0B3721668}&quot;/&gt;&lt;isInvalidForFieldText val=&quot;0&quot;/&gt;&lt;Image&gt;&lt;filename val=&quot;C:\Users\sanmi\Documents\My Adobe Presentations\ece552f2019-ISAAdvanced\data\asimages\{1626C0E5-4055-40AA-89CC-35D0B3721668}.png&quot;/&gt;&lt;left val=&quot;210&quot;/&gt;&lt;top val=&quot;351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18CFBC9-B86D-4B2D-A3AA-13849CC82E6A}&quot;/&gt;&lt;isInvalidForFieldText val=&quot;0&quot;/&gt;&lt;Image&gt;&lt;filename val=&quot;C:\Users\sanmi\Documents\My Adobe Presentations\ece552f2019-ISAAdvanced\data\asimages\{318CFBC9-B86D-4B2D-A3AA-13849CC82E6A}.png&quot;/&gt;&lt;left val=&quot;387&quot;/&gt;&lt;top val=&quot;38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7430A7A-8C51-4F9B-85E2-EA899E9C7C22}&quot;/&gt;&lt;isInvalidForFieldText val=&quot;0&quot;/&gt;&lt;Image&gt;&lt;filename val=&quot;C:\Users\sanmi\Documents\My Adobe Presentations\ece552f2019-ISAAdvanced\data\asimages\{B7430A7A-8C51-4F9B-85E2-EA899E9C7C22}.png&quot;/&gt;&lt;left val=&quot;210&quot;/&gt;&lt;top val=&quot;384&quot;/&gt;&lt;width val=&quot;1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4DBE3B1-0AFC-4C4D-90FF-5214B79BD68F}&quot;/&gt;&lt;isInvalidForFieldText val=&quot;1&quot;/&gt;&lt;Image&gt;&lt;filename val=&quot;C:\Users\sanmi\Documents\My Adobe Presentations\ece552f2019-ISAAdvanced\data\asimages\{44DBE3B1-0AFC-4C4D-90FF-5214B79BD68F}_22_S.png&quot;/&gt;&lt;left val=&quot;402&quot;/&gt;&lt;top val=&quot;368&quot;/&gt;&lt;width val=&quot;35&quot;/&gt;&lt;height val=&quot;34&quot;/&gt;&lt;hasText val=&quot;0&quot;/&gt;&lt;/Image&gt;&lt;Image&gt;&lt;filename val=&quot;C:\Users\sanmi\Documents\My Adobe Presentations\ece552f2019-ISAAdvanced\data\asimages\{44DBE3B1-0AFC-4C4D-90FF-5214B79BD68F}_22_T.png&quot;/&gt;&lt;left val=&quot;402&quot;/&gt;&lt;top val=&quot;368&quot;/&gt;&lt;width val=&quot;35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509BC83-333F-4A4D-BD82-DF9AE557B000}&quot;/&gt;&lt;isInvalidForFieldText val=&quot;1&quot;/&gt;&lt;Image&gt;&lt;filename val=&quot;C:\Users\sanmi\Documents\My Adobe Presentations\ece552f2019-ISAAdvanced\data\asimages\{9509BC83-333F-4A4D-BD82-DF9AE557B000}_22_S.png&quot;/&gt;&lt;left val=&quot;435&quot;/&gt;&lt;top val=&quot;384&quot;/&gt;&lt;width val=&quot;2&quot;/&gt;&lt;height val=&quot;1&quot;/&gt;&lt;hasText val=&quot;0&quot;/&gt;&lt;/Image&gt;&lt;Image&gt;&lt;filename val=&quot;C:\Users\sanmi\Documents\My Adobe Presentations\ece552f2019-ISAAdvanced\data\asimages\{9509BC83-333F-4A4D-BD82-DF9AE557B000}_22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21BC8CD-0A30-431F-9B54-C2895B5858F9}&quot;/&gt;&lt;isInvalidForFieldText val=&quot;0&quot;/&gt;&lt;Image&gt;&lt;filename val=&quot;C:\Users\sanmi\Documents\My Adobe Presentations\ece552f2019-ISAAdvanced\data\asimages\{C21BC8CD-0A30-431F-9B54-C2895B5858F9}.png&quot;/&gt;&lt;left val=&quot;419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60379B-ADC5-4002-A338-F1D02C6184AC}&quot;/&gt;&lt;isInvalidForFieldText val=&quot;0&quot;/&gt;&lt;Image&gt;&lt;filename val=&quot;C:\Users\sanmi\Documents\My Adobe Presentations\ece552f2019-ISAAdvanced\data\asimages\{3760379B-ADC5-4002-A338-F1D02C6184AC}.png&quot;/&gt;&lt;left val=&quot;419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50CCFFA-DB23-4A11-A97F-784AD0114365}&quot;/&gt;&lt;isInvalidForFieldText val=&quot;0&quot;/&gt;&lt;Image&gt;&lt;filename val=&quot;C:\Users\sanmi\Documents\My Adobe Presentations\ece552f2019-ISAAdvanced\data\asimages\{F50CCFFA-DB23-4A11-A97F-784AD0114365}.png&quot;/&gt;&lt;left val=&quot;419&quot;/&gt;&lt;top val=&quot;375&quot;/&gt;&lt;width val=&quot;2&quot;/&gt;&lt;height val=&quot;1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DC6953-E160-442C-B7D0-FAA300E88D90}&quot;/&gt;&lt;isInvalidForFieldText val=&quot;0&quot;/&gt;&lt;Image&gt;&lt;filename val=&quot;C:\Users\sanmi\Documents\My Adobe Presentations\ece552f2019-ISAAdvanced\data\asimages\{EADC6953-E160-442C-B7D0-FAA300E88D90}.png&quot;/&gt;&lt;left val=&quot;408&quot;/&gt;&lt;top val=&quot;38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4DF9E94-9B17-4499-A213-5EC806DD3764}&quot;/&gt;&lt;isInvalidForFieldText val=&quot;0&quot;/&gt;&lt;Image&gt;&lt;filename val=&quot;C:\Users\sanmi\Documents\My Adobe Presentations\ece552f2019-ISAAdvanced\data\asimages\{54DF9E94-9B17-4499-A213-5EC806DD3764}.png&quot;/&gt;&lt;left val=&quot;428&quot;/&gt;&lt;top val=&quot;38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48B383-B733-4691-BA6E-3F49226FF687}&quot;/&gt;&lt;isInvalidForFieldText val=&quot;0&quot;/&gt;&lt;Image&gt;&lt;filename val=&quot;C:\Users\sanmi\Documents\My Adobe Presentations\ece552f2019-ISAAdvanced\data\asimages\{CD48B383-B733-4691-BA6E-3F49226FF687}.png&quot;/&gt;&lt;left val=&quot;408&quot;/&gt;&lt;top val=&quot;384&quot;/&gt;&lt;width val=&quot;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7631DC7-85E2-4B76-A58C-E21922F7D9D3}&quot;/&gt;&lt;isInvalidForFieldText val=&quot;1&quot;/&gt;&lt;Image&gt;&lt;filename val=&quot;C:\Users\sanmi\Documents\My Adobe Presentations\ece552f2019-ISAAdvanced\data\asimages\{B7631DC7-85E2-4B76-A58C-E21922F7D9D3}_22_S.png&quot;/&gt;&lt;left val=&quot;414&quot;/&gt;&lt;top val=&quot;354&quot;/&gt;&lt;width val=&quot;9&quot;/&gt;&lt;height val=&quot;16&quot;/&gt;&lt;hasText val=&quot;0&quot;/&gt;&lt;/Image&gt;&lt;Image&gt;&lt;filename val=&quot;C:\Users\sanmi\Documents\My Adobe Presentations\ece552f2019-ISAAdvanced\data\asimages\{B7631DC7-85E2-4B76-A58C-E21922F7D9D3}_22_T.png&quot;/&gt;&lt;left val=&quot;414&quot;/&gt;&lt;top val=&quot;354&quot;/&gt;&lt;width val=&quot;9&quot;/&gt;&lt;height val=&quot;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020212C-3140-49C3-A311-8A989BBBC6B6}&quot;/&gt;&lt;isInvalidForFieldText val=&quot;1&quot;/&gt;&lt;Image&gt;&lt;filename val=&quot;C:\Users\sanmi\Documents\My Adobe Presentations\ece552f2019-ISAAdvanced\data\asimages\{2020212C-3140-49C3-A311-8A989BBBC6B6}_22_S.png&quot;/&gt;&lt;left val=&quot;414&quot;/&gt;&lt;top val=&quot;354&quot;/&gt;&lt;width val=&quot;5&quot;/&gt;&lt;height val=&quot;2&quot;/&gt;&lt;hasText val=&quot;0&quot;/&gt;&lt;/Image&gt;&lt;Image&gt;&lt;filename val=&quot;C:\Users\sanmi\Documents\My Adobe Presentations\ece552f2019-ISAAdvanced\data\asimages\{2020212C-3140-49C3-A311-8A989BBBC6B6}_22_T.png&quot;/&gt;&lt;left val=&quot;415&quot;/&gt;&lt;top val=&quot;354&quot;/&gt;&lt;width val=&quot;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D5B3E32-BCB3-44D9-907C-5A502098341C}&quot;/&gt;&lt;isInvalidForFieldText val=&quot;1&quot;/&gt;&lt;Image&gt;&lt;filename val=&quot;C:\Users\sanmi\Documents\My Adobe Presentations\ece552f2019-ISAAdvanced\data\asimages\{5D5B3E32-BCB3-44D9-907C-5A502098341C}_22_S.png&quot;/&gt;&lt;left val=&quot;414&quot;/&gt;&lt;top val=&quot;354&quot;/&gt;&lt;width val=&quot;8&quot;/&gt;&lt;height val=&quot;13&quot;/&gt;&lt;hasText val=&quot;0&quot;/&gt;&lt;/Image&gt;&lt;Image&gt;&lt;filename val=&quot;C:\Users\sanmi\Documents\My Adobe Presentations\ece552f2019-ISAAdvanced\data\asimages\{5D5B3E32-BCB3-44D9-907C-5A502098341C}_22_T.png&quot;/&gt;&lt;left val=&quot;415&quot;/&gt;&lt;top val=&quot;354&quot;/&gt;&lt;width val=&quot;8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CD18F73-63F3-436C-BE65-6EBBFCFDDBFA}&quot;/&gt;&lt;isInvalidForFieldText val=&quot;0&quot;/&gt;&lt;Image&gt;&lt;filename val=&quot;C:\Users\sanmi\Documents\My Adobe Presentations\ece552f2019-ISAAdvanced\data\asimages\{ECD18F73-63F3-436C-BE65-6EBBFCFDDBFA}.png&quot;/&gt;&lt;left val=&quot;419&quot;/&gt;&lt;top val=&quot;27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971514A-B774-4A66-BA6E-CF38FC82C1D1}&quot;/&gt;&lt;isInvalidForFieldText val=&quot;0&quot;/&gt;&lt;Image&gt;&lt;filename val=&quot;C:\Users\sanmi\Documents\My Adobe Presentations\ece552f2019-ISAAdvanced\data\asimages\{5971514A-B774-4A66-BA6E-CF38FC82C1D1}.png&quot;/&gt;&lt;left val=&quot;419&quot;/&gt;&lt;top val=&quot;3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29C168B-E01A-4B12-AFB9-2C7573102FD6}&quot;/&gt;&lt;isInvalidForFieldText val=&quot;0&quot;/&gt;&lt;Image&gt;&lt;filename val=&quot;C:\Users\sanmi\Documents\My Adobe Presentations\ece552f2019-ISAAdvanced\data\asimages\{B29C168B-E01A-4B12-AFB9-2C7573102FD6}.png&quot;/&gt;&lt;left val=&quot;419&quot;/&gt;&lt;top val=&quot;278&quot;/&gt;&lt;width val=&quot;2&quot;/&gt;&lt;height val=&quot;7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85D7D71-15E8-4172-8F08-EF9BA3D7C906}&quot;/&gt;&lt;isInvalidForFieldText val=&quot;1&quot;/&gt;&lt;Image&gt;&lt;filename val=&quot;C:\Users\sanmi\Documents\My Adobe Presentations\ece552f2019-ISAAdvanced\data\asimages\{685D7D71-15E8-4172-8F08-EF9BA3D7C906}_22_S.png&quot;/&gt;&lt;left val=&quot;521&quot;/&gt;&lt;top val=&quot;437&quot;/&gt;&lt;width val=&quot;17&quot;/&gt;&lt;height val=&quot;9&quot;/&gt;&lt;hasText val=&quot;0&quot;/&gt;&lt;/Image&gt;&lt;Image&gt;&lt;filename val=&quot;C:\Users\sanmi\Documents\My Adobe Presentations\ece552f2019-ISAAdvanced\data\asimages\{685D7D71-15E8-4172-8F08-EF9BA3D7C906}_22_T.png&quot;/&gt;&lt;left val=&quot;521&quot;/&gt;&lt;top val=&quot;437&quot;/&gt;&lt;width val=&quot;1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50FD931-07F1-4362-A692-F644FA912870}&quot;/&gt;&lt;isInvalidForFieldText val=&quot;1&quot;/&gt;&lt;Image&gt;&lt;filename val=&quot;C:\Users\sanmi\Documents\My Adobe Presentations\ece552f2019-ISAAdvanced\data\asimages\{650FD931-07F1-4362-A692-F644FA912870}_22_S.png&quot;/&gt;&lt;left val=&quot;521&quot;/&gt;&lt;top val=&quot;440&quot;/&gt;&lt;width val=&quot;2&quot;/&gt;&lt;height val=&quot;5&quot;/&gt;&lt;hasText val=&quot;0&quot;/&gt;&lt;/Image&gt;&lt;Image&gt;&lt;filename val=&quot;C:\Users\sanmi\Documents\My Adobe Presentations\ece552f2019-ISAAdvanced\data\asimages\{650FD931-07F1-4362-A692-F644FA912870}_22_T.png&quot;/&gt;&lt;left val=&quot;521&quot;/&gt;&lt;top val=&quot;440&quot;/&gt;&lt;width val=&quot;1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5EB4EA0-CF40-47B3-9992-2629079D0E18}&quot;/&gt;&lt;isInvalidForFieldText val=&quot;1&quot;/&gt;&lt;Image&gt;&lt;filename val=&quot;C:\Users\sanmi\Documents\My Adobe Presentations\ece552f2019-ISAAdvanced\data\asimages\{95EB4EA0-CF40-47B3-9992-2629079D0E18}_22_S.png&quot;/&gt;&lt;left val=&quot;521&quot;/&gt;&lt;top val=&quot;437&quot;/&gt;&lt;width val=&quot;14&quot;/&gt;&lt;height val=&quot;8&quot;/&gt;&lt;hasText val=&quot;0&quot;/&gt;&lt;/Image&gt;&lt;Image&gt;&lt;filename val=&quot;C:\Users\sanmi\Documents\My Adobe Presentations\ece552f2019-ISAAdvanced\data\asimages\{95EB4EA0-CF40-47B3-9992-2629079D0E18}_22_T.png&quot;/&gt;&lt;left val=&quot;521&quot;/&gt;&lt;top val=&quot;437&quot;/&gt;&lt;width val=&quot;13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7C644B4-31B4-4B5E-A423-78A30EA44B44}&quot;/&gt;&lt;isInvalidForFieldText val=&quot;0&quot;/&gt;&lt;Image&gt;&lt;filename val=&quot;C:\Users\sanmi\Documents\My Adobe Presentations\ece552f2019-ISAAdvanced\data\asimages\{87C644B4-31B4-4B5E-A423-78A30EA44B44}.png&quot;/&gt;&lt;left val=&quot;419&quot;/&gt;&lt;top val=&quot;40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970B778-6D2B-41DB-91A3-C622E5659543}&quot;/&gt;&lt;isInvalidForFieldText val=&quot;0&quot;/&gt;&lt;Image&gt;&lt;filename val=&quot;C:\Users\sanmi\Documents\My Adobe Presentations\ece552f2019-ISAAdvanced\data\asimages\{4970B778-6D2B-41DB-91A3-C622E5659543}.png&quot;/&gt;&lt;left val=&quot;419&quot;/&gt;&lt;top val=&quot;400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F42218F-30A8-4504-8846-4C4453636149}&quot;/&gt;&lt;isInvalidForFieldText val=&quot;0&quot;/&gt;&lt;Image&gt;&lt;filename val=&quot;C:\Users\sanmi\Documents\My Adobe Presentations\ece552f2019-ISAAdvanced\data\asimages\{BF42218F-30A8-4504-8846-4C4453636149}.png&quot;/&gt;&lt;left val=&quot;521&quot;/&gt;&lt;top val=&quot;44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8FEE3BE-10F5-4A6F-BDA9-1D04755CFDB3}&quot;/&gt;&lt;isInvalidForFieldText val=&quot;0&quot;/&gt;&lt;Image&gt;&lt;filename val=&quot;C:\Users\sanmi\Documents\My Adobe Presentations\ece552f2019-ISAAdvanced\data\asimages\{88FEE3BE-10F5-4A6F-BDA9-1D04755CFDB3}.png&quot;/&gt;&lt;left val=&quot;419&quot;/&gt;&lt;top val=&quot;440&quot;/&gt;&lt;width val=&quot;10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44CCE75-A0AF-4DF9-83E9-AD6BBD0DCE89}&quot;/&gt;&lt;isInvalidForFieldText val=&quot;0&quot;/&gt;&lt;Image&gt;&lt;filename val=&quot;C:\Users\sanmi\Documents\My Adobe Presentations\ece552f2019-ISAAdvanced\data\asimages\{044CCE75-A0AF-4DF9-83E9-AD6BBD0DCE89}.png&quot;/&gt;&lt;left val=&quot;534&quot;/&gt;&lt;top val=&quot;394&quot;/&gt;&lt;width val=&quot;1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0036CD9-607C-4D68-B5FA-C91F39DC1798}&quot;/&gt;&lt;isInvalidForFieldText val=&quot;0&quot;/&gt;&lt;Image&gt;&lt;filename val=&quot;C:\Users\sanmi\Documents\My Adobe Presentations\ece552f2019-ISAAdvanced\data\asimages\{80036CD9-607C-4D68-B5FA-C91F39DC1798}.png&quot;/&gt;&lt;left val=&quot;695&quot;/&gt;&lt;top val=&quot;394&quot;/&gt;&lt;width val=&quot;2&quot;/&gt;&lt;height val=&quot;1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FDD7273-AADB-4718-AF13-A550D3B3B9C9}&quot;/&gt;&lt;isInvalidForFieldText val=&quot;0&quot;/&gt;&lt;Image&gt;&lt;filename val=&quot;C:\Users\sanmi\Documents\My Adobe Presentations\ece552f2019-ISAAdvanced\data\asimages\{EFDD7273-AADB-4718-AF13-A550D3B3B9C9}.png&quot;/&gt;&lt;left val=&quot;534&quot;/&gt;&lt;top val=&quot;508&quot;/&gt;&lt;width val=&quot;1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04AC42F-399C-4CCA-92FD-2B42B976F171}&quot;/&gt;&lt;isInvalidForFieldText val=&quot;0&quot;/&gt;&lt;Image&gt;&lt;filename val=&quot;C:\Users\sanmi\Documents\My Adobe Presentations\ece552f2019-ISAAdvanced\data\asimages\{804AC42F-399C-4CCA-92FD-2B42B976F171}.png&quot;/&gt;&lt;left val=&quot;534&quot;/&gt;&lt;top val=&quot;394&quot;/&gt;&lt;width val=&quot;2&quot;/&gt;&lt;height val=&quot;11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C1BE9FE-F352-413B-9F92-AEFA022E2634}&quot;/&gt;&lt;isInvalidForFieldText val=&quot;0&quot;/&gt;&lt;Image&gt;&lt;filename val=&quot;C:\Users\sanmi\Documents\My Adobe Presentations\ece552f2019-ISAAdvanced\data\asimages\{BC1BE9FE-F352-413B-9F92-AEFA022E2634}.png&quot;/&gt;&lt;left val=&quot;534&quot;/&gt;&lt;top val=&quot;429&quot;/&gt;&lt;width val=&quot;161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6B5E60C-6E6C-4E5F-A9F2-FADA1CC79021}&quot;/&gt;&lt;isInvalidForFieldText val=&quot;0&quot;/&gt;&lt;Image&gt;&lt;filename val=&quot;C:\Users\sanmi\Documents\My Adobe Presentations\ece552f2019-ISAAdvanced\data\asimages\{16B5E60C-6E6C-4E5F-A9F2-FADA1CC79021}.png&quot;/&gt;&lt;left val=&quot;534&quot;/&gt;&lt;top val=&quot;429&quot;/&gt;&lt;width val=&quot;1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C13982A-9F02-4448-AA5F-EA39F0A413B4}&quot;/&gt;&lt;isInvalidForFieldText val=&quot;0&quot;/&gt;&lt;Image&gt;&lt;filename val=&quot;C:\Users\sanmi\Documents\My Adobe Presentations\ece552f2019-ISAAdvanced\data\asimages\{BC13982A-9F02-4448-AA5F-EA39F0A413B4}.png&quot;/&gt;&lt;left val=&quot;695&quot;/&gt;&lt;top val=&quot;429&quot;/&gt;&lt;width val=&quot;2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7E8E580-E24A-42AA-B5C9-3443F0359559}&quot;/&gt;&lt;isInvalidForFieldText val=&quot;0&quot;/&gt;&lt;Image&gt;&lt;filename val=&quot;C:\Users\sanmi\Documents\My Adobe Presentations\ece552f2019-ISAAdvanced\data\asimages\{77E8E580-E24A-42AA-B5C9-3443F0359559}.png&quot;/&gt;&lt;left val=&quot;534&quot;/&gt;&lt;top val=&quot;452&quot;/&gt;&lt;width val=&quot;1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9866659-6D3B-4DEE-8F87-A0AA4263D8D2}&quot;/&gt;&lt;isInvalidForFieldText val=&quot;0&quot;/&gt;&lt;Image&gt;&lt;filename val=&quot;C:\Users\sanmi\Documents\My Adobe Presentations\ece552f2019-ISAAdvanced\data\asimages\{49866659-6D3B-4DEE-8F87-A0AA4263D8D2}.png&quot;/&gt;&lt;left val=&quot;534&quot;/&gt;&lt;top val=&quot;429&quot;/&gt;&lt;width val=&quot;2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89B6DA8-A4C4-4601-87AA-3F1AA80D2FF8}_22.png&quot;/&gt;&lt;left val=&quot;540&quot;/&gt;&lt;top val=&quot;354&quot;/&gt;&lt;width val=&quot;11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5A5B2AC-0B64-4FFA-820C-21C425645370}_22.png&quot;/&gt;&lt;left val=&quot;414&quot;/&gt;&lt;top val=&quot;400&quot;/&gt;&lt;width val=&quot;11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A18CBED-9895-4BA4-90B7-D8AE8E295F88}_22.png&quot;/&gt;&lt;left val=&quot;414&quot;/&gt;&lt;top val=&quot;438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F53AFF5-E0E5-4E87-AC84-4054DD2AF069}_22.png&quot;/&gt;&lt;left val=&quot;578&quot;/&gt;&lt;top val=&quot;418&quot;/&gt;&lt;width val=&quot;56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7ECFD1E-1158-48C3-A2B4-AC376673AF9B}_22.png&quot;/&gt;&lt;left val=&quot;277&quot;/&gt;&lt;top val=&quot;351&quot;/&gt;&lt;width val=&quot;6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63773E6-936E-46E1-8A00-BC9F5BF0BA87}_22.png&quot;/&gt;&lt;left val=&quot;414&quot;/&gt;&lt;top val=&quot;305&quot;/&gt;&lt;width val=&quot;6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D523A65-B959-4E6F-A280-37C19142231D}_2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3,823094756,C:\Users\sanmi\GoogleDrive\UWMdrive\Courses\ECE552\ece552-lec03_ISAAdvanced_pptx\Media.ppcx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446F952-AED5-492B-B194-946F06C724B9}_2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24C5C2F-0596-4954-B873-4CAA5D346964}_23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2&quot;/&gt;&lt;lineCharCount val=&quot;21&quot;/&gt;&lt;lineCharCount val=&quot;17&quot;/&gt;&lt;/TableIndex&gt;&lt;/ShapeTextInfo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ECFF696-3D77-45D7-9B85-2270B17AFB51}&quot;/&gt;&lt;isInvalidForFieldText val=&quot;0&quot;/&gt;&lt;Image&gt;&lt;filename val=&quot;C:\Users\sanmi\Documents\My Adobe Presentations\ece552f2019-ISAAdvanced\data\asimages\{9ECFF696-3D77-45D7-9B85-2270B17AFB51}.png&quot;/&gt;&lt;left val=&quot;95&quot;/&gt;&lt;top val=&quot;270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ED4EE4D-8A6A-4BA4-9405-905A13DE5CD2}&quot;/&gt;&lt;isInvalidForFieldText val=&quot;0&quot;/&gt;&lt;Image&gt;&lt;filename val=&quot;C:\Users\sanmi\Documents\My Adobe Presentations\ece552f2019-ISAAdvanced\data\asimages\{2ED4EE4D-8A6A-4BA4-9405-905A13DE5CD2}.png&quot;/&gt;&lt;left val=&quot;172&quot;/&gt;&lt;top val=&quot;270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694F862-B139-400F-A994-AB3F558B60B0}&quot;/&gt;&lt;isInvalidForFieldText val=&quot;0&quot;/&gt;&lt;Image&gt;&lt;filename val=&quot;C:\Users\sanmi\Documents\My Adobe Presentations\ece552f2019-ISAAdvanced\data\asimages\{C694F862-B139-400F-A994-AB3F558B60B0}.png&quot;/&gt;&lt;left val=&quot;95&quot;/&gt;&lt;top val=&quot;302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1747CC3-156D-4352-A346-ADBD6D9A0774}&quot;/&gt;&lt;isInvalidForFieldText val=&quot;0&quot;/&gt;&lt;Image&gt;&lt;filename val=&quot;C:\Users\sanmi\Documents\My Adobe Presentations\ece552f2019-ISAAdvanced\data\asimages\{91747CC3-156D-4352-A346-ADBD6D9A0774}.png&quot;/&gt;&lt;left val=&quot;95&quot;/&gt;&lt;top val=&quot;27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C39857D-7DF0-4F69-9745-DF4D4329881A}&quot;/&gt;&lt;isInvalidForFieldText val=&quot;0&quot;/&gt;&lt;Image&gt;&lt;filename val=&quot;C:\Users\sanmi\Documents\My Adobe Presentations\ece552f2019-ISAAdvanced\data\asimages\{2C39857D-7DF0-4F69-9745-DF4D4329881A}.png&quot;/&gt;&lt;left val=&quot;172&quot;/&gt;&lt;top val=&quot;270&quot;/&gt;&lt;width val=&quot;79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AAB9AF1-D7F0-41A5-84E9-2CC77543884D}&quot;/&gt;&lt;isInvalidForFieldText val=&quot;0&quot;/&gt;&lt;Image&gt;&lt;filename val=&quot;C:\Users\sanmi\Documents\My Adobe Presentations\ece552f2019-ISAAdvanced\data\asimages\{0AAB9AF1-D7F0-41A5-84E9-2CC77543884D}.png&quot;/&gt;&lt;left val=&quot;249&quot;/&gt;&lt;top val=&quot;270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4A933F2-C0E8-4AF4-8B7A-7D129751504A}&quot;/&gt;&lt;isInvalidForFieldText val=&quot;0&quot;/&gt;&lt;Image&gt;&lt;filename val=&quot;C:\Users\sanmi\Documents\My Adobe Presentations\ece552f2019-ISAAdvanced\data\asimages\{E4A933F2-C0E8-4AF4-8B7A-7D129751504A}.png&quot;/&gt;&lt;left val=&quot;172&quot;/&gt;&lt;top val=&quot;302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BC78FF-DB9D-4685-8D0A-553F68D0F1C1}&quot;/&gt;&lt;isInvalidForFieldText val=&quot;0&quot;/&gt;&lt;Image&gt;&lt;filename val=&quot;C:\Users\sanmi\Documents\My Adobe Presentations\ece552f2019-ISAAdvanced\data\asimages\{1CBC78FF-DB9D-4685-8D0A-553F68D0F1C1}.png&quot;/&gt;&lt;left val=&quot;172&quot;/&gt;&lt;top val=&quot;27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D5339F-8244-412B-B5B2-4983DDFCC739}&quot;/&gt;&lt;isInvalidForFieldText val=&quot;0&quot;/&gt;&lt;Image&gt;&lt;filename val=&quot;C:\Users\sanmi\Documents\My Adobe Presentations\ece552f2019-ISAAdvanced\data\asimages\{82D5339F-8244-412B-B5B2-4983DDFCC739}.png&quot;/&gt;&lt;left val=&quot;249&quot;/&gt;&lt;top val=&quot;270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73D39CF-1FE4-49E2-9115-89DC5EB4978C}&quot;/&gt;&lt;isInvalidForFieldText val=&quot;0&quot;/&gt;&lt;Image&gt;&lt;filename val=&quot;C:\Users\sanmi\Documents\My Adobe Presentations\ece552f2019-ISAAdvanced\data\asimages\{173D39CF-1FE4-49E2-9115-89DC5EB4978C}.png&quot;/&gt;&lt;left val=&quot;325&quot;/&gt;&lt;top val=&quot;270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1DCC7B8-5D20-4ED4-8217-5C3A8D1DF814}&quot;/&gt;&lt;isInvalidForFieldText val=&quot;0&quot;/&gt;&lt;Image&gt;&lt;filename val=&quot;C:\Users\sanmi\Documents\My Adobe Presentations\ece552f2019-ISAAdvanced\data\asimages\{21DCC7B8-5D20-4ED4-8217-5C3A8D1DF814}.png&quot;/&gt;&lt;left val=&quot;249&quot;/&gt;&lt;top val=&quot;302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D6A12FD-91D4-4ECE-968E-580E98A45A14}&quot;/&gt;&lt;isInvalidForFieldText val=&quot;0&quot;/&gt;&lt;Image&gt;&lt;filename val=&quot;C:\Users\sanmi\Documents\My Adobe Presentations\ece552f2019-ISAAdvanced\data\asimages\{ED6A12FD-91D4-4ECE-968E-580E98A45A14}.png&quot;/&gt;&lt;left val=&quot;249&quot;/&gt;&lt;top val=&quot;27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2C4A812-517E-4F8F-912B-5723ABC819BA}&quot;/&gt;&lt;isInvalidForFieldText val=&quot;0&quot;/&gt;&lt;Image&gt;&lt;filename val=&quot;C:\Users\sanmi\Documents\My Adobe Presentations\ece552f2019-ISAAdvanced\data\asimages\{A2C4A812-517E-4F8F-912B-5723ABC819BA}.png&quot;/&gt;&lt;left val=&quot;325&quot;/&gt;&lt;top val=&quot;270&quot;/&gt;&lt;width val=&quot;231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A07959-C855-4807-BFED-97588251A19C}&quot;/&gt;&lt;isInvalidForFieldText val=&quot;0&quot;/&gt;&lt;Image&gt;&lt;filename val=&quot;C:\Users\sanmi\Documents\My Adobe Presentations\ece552f2019-ISAAdvanced\data\asimages\{82A07959-C855-4807-BFED-97588251A19C}.png&quot;/&gt;&lt;left val=&quot;325&quot;/&gt;&lt;top val=&quot;270&quot;/&gt;&lt;width val=&quot;23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5D35AF8-0B30-4F25-9362-5BE039102C98}&quot;/&gt;&lt;isInvalidForFieldText val=&quot;0&quot;/&gt;&lt;Image&gt;&lt;filename val=&quot;C:\Users\sanmi\Documents\My Adobe Presentations\ece552f2019-ISAAdvanced\data\asimages\{45D35AF8-0B30-4F25-9362-5BE039102C98}.png&quot;/&gt;&lt;left val=&quot;555&quot;/&gt;&lt;top val=&quot;270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130465B-7F5C-4E37-AEB7-09AC8FE84471}&quot;/&gt;&lt;isInvalidForFieldText val=&quot;0&quot;/&gt;&lt;Image&gt;&lt;filename val=&quot;C:\Users\sanmi\Documents\My Adobe Presentations\ece552f2019-ISAAdvanced\data\asimages\{C130465B-7F5C-4E37-AEB7-09AC8FE84471}.png&quot;/&gt;&lt;left val=&quot;325&quot;/&gt;&lt;top val=&quot;302&quot;/&gt;&lt;width val=&quot;23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8242F2C-F94C-4BD8-AD97-B573E61A4EFD}&quot;/&gt;&lt;isInvalidForFieldText val=&quot;0&quot;/&gt;&lt;Image&gt;&lt;filename val=&quot;C:\Users\sanmi\Documents\My Adobe Presentations\ece552f2019-ISAAdvanced\data\asimages\{58242F2C-F94C-4BD8-AD97-B573E61A4EFD}.png&quot;/&gt;&lt;left val=&quot;325&quot;/&gt;&lt;top val=&quot;27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12C436C-7C1B-44C2-8F44-337E123F96AC}_23.png&quot;/&gt;&lt;left val=&quot;105&quot;/&gt;&lt;top val=&quot;263&quot;/&gt;&lt;width val=&quot;5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BB54B1E-B3F2-4E71-B739-088EF3FC10F1}_23.png&quot;/&gt;&lt;left val=&quot;184&quot;/&gt;&lt;top val=&quot;263&quot;/&gt;&lt;width val=&quot;4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9420458-E6CD-48FA-8BC1-54C02D3548B9}_23.png&quot;/&gt;&lt;left val=&quot;265&quot;/&gt;&lt;top val=&quot;263&quot;/&gt;&lt;width val=&quot;44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A91752B-1B7E-47E1-9896-3C2E8D46B8BF}_23.png&quot;/&gt;&lt;left val=&quot;382&quot;/&gt;&lt;top val=&quot;263&quot;/&gt;&lt;width val=&quot;130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89F95E5-0E42-4510-9CB7-F9931CBA7995}_2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  <p:tag name="PPSNARRATION" val="24,823094756,C:\Users\sanmi\GoogleDrive\UWMdrive\Courses\ECE552\ece552-lec03_ISAAdvanced_pptx\Media.ppcx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0DA0384-CF99-490C-940A-A4EB91B292C7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986F48C-C194-47A1-A888-A044E6DA70AD}_24.png&quot;/&gt;&lt;left val=&quot;44&quot;/&gt;&lt;top val=&quot;144&quot;/&gt;&lt;width val=&quot;621&quot;/&gt;&lt;height val=&quot;93&quot;/&gt;&lt;hasText val=&quot;1&quot;/&gt;&lt;/Image&gt;&lt;/ThreeDShapeInfo&gt;"/>
  <p:tag name="PRESENTER_SHAPETEXTINFO" val="&lt;ShapeTextInfo&gt;&lt;TableIndex row=&quot;-1&quot; col=&quot;-1&quot;&gt;&lt;linesCount val=&quot;2&quot;/&gt;&lt;lineCharCount val=&quot;23&quot;/&gt;&lt;lineCharCount val=&quot;48&quot;/&gt;&lt;/TableIndex&gt;&lt;/ShapeTextInfo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749589-1F25-410B-B1A2-13B0ABA7366C}&quot;/&gt;&lt;isInvalidForFieldText val=&quot;0&quot;/&gt;&lt;Image&gt;&lt;filename val=&quot;C:\Users\sanmi\Documents\My Adobe Presentations\ece552f2019-ISAAdvanced\data\asimages\{6D749589-1F25-410B-B1A2-13B0ABA7366C}.png&quot;/&gt;&lt;left val=&quot;24&quot;/&gt;&lt;top val=&quot;240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2CB9DE6-CAC9-4597-AD8B-B203FF7A1195}&quot;/&gt;&lt;isInvalidForFieldText val=&quot;0&quot;/&gt;&lt;Image&gt;&lt;filename val=&quot;C:\Users\sanmi\Documents\My Adobe Presentations\ece552f2019-ISAAdvanced\data\asimages\{82CB9DE6-CAC9-4597-AD8B-B203FF7A1195}.png&quot;/&gt;&lt;left val=&quot;100&quot;/&gt;&lt;top val=&quot;24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AC19EBE-C8E0-459F-9D56-75E1664AE826}&quot;/&gt;&lt;isInvalidForFieldText val=&quot;0&quot;/&gt;&lt;Image&gt;&lt;filename val=&quot;C:\Users\sanmi\Documents\My Adobe Presentations\ece552f2019-ISAAdvanced\data\asimages\{1AC19EBE-C8E0-459F-9D56-75E1664AE826}.png&quot;/&gt;&lt;left val=&quot;24&quot;/&gt;&lt;top val=&quot;272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AA59236-A7F2-48FC-A9B2-879B19F680E0}&quot;/&gt;&lt;isInvalidForFieldText val=&quot;0&quot;/&gt;&lt;Image&gt;&lt;filename val=&quot;C:\Users\sanmi\Documents\My Adobe Presentations\ece552f2019-ISAAdvanced\data\asimages\{EAA59236-A7F2-48FC-A9B2-879B19F680E0}.png&quot;/&gt;&lt;left val=&quot;24&quot;/&gt;&lt;top val=&quot;240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4310315-D44E-49F9-AA83-8693C994E395}&quot;/&gt;&lt;isInvalidForFieldText val=&quot;0&quot;/&gt;&lt;Image&gt;&lt;filename val=&quot;C:\Users\sanmi\Documents\My Adobe Presentations\ece552f2019-ISAAdvanced\data\asimages\{34310315-D44E-49F9-AA83-8693C994E395}.png&quot;/&gt;&lt;left val=&quot;101&quot;/&gt;&lt;top val=&quot;240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15BBD04-DA45-4225-9A80-D3961119C0D0}&quot;/&gt;&lt;isInvalidForFieldText val=&quot;0&quot;/&gt;&lt;Image&gt;&lt;filename val=&quot;C:\Users\sanmi\Documents\My Adobe Presentations\ece552f2019-ISAAdvanced\data\asimages\{A15BBD04-DA45-4225-9A80-D3961119C0D0}.png&quot;/&gt;&lt;left val=&quot;177&quot;/&gt;&lt;top val=&quot;24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F6D642C-BA6A-45BA-ACD4-C8D3A7BC2D94}&quot;/&gt;&lt;isInvalidForFieldText val=&quot;0&quot;/&gt;&lt;Image&gt;&lt;filename val=&quot;C:\Users\sanmi\Documents\My Adobe Presentations\ece552f2019-ISAAdvanced\data\asimages\{6F6D642C-BA6A-45BA-ACD4-C8D3A7BC2D94}.png&quot;/&gt;&lt;left val=&quot;101&quot;/&gt;&lt;top val=&quot;272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E0B0868-4490-41E7-BD3D-BF855708E7C3}&quot;/&gt;&lt;isInvalidForFieldText val=&quot;0&quot;/&gt;&lt;Image&gt;&lt;filename val=&quot;C:\Users\sanmi\Documents\My Adobe Presentations\ece552f2019-ISAAdvanced\data\asimages\{4E0B0868-4490-41E7-BD3D-BF855708E7C3}.png&quot;/&gt;&lt;left val=&quot;101&quot;/&gt;&lt;top val=&quot;240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FBD674C-8D3F-4E58-ABB6-8A6142A0564D}&quot;/&gt;&lt;isInvalidForFieldText val=&quot;0&quot;/&gt;&lt;Image&gt;&lt;filename val=&quot;C:\Users\sanmi\Documents\My Adobe Presentations\ece552f2019-ISAAdvanced\data\asimages\{2FBD674C-8D3F-4E58-ABB6-8A6142A0564D}.png&quot;/&gt;&lt;left val=&quot;177&quot;/&gt;&lt;top val=&quot;240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1343D26-09DF-481E-AE2F-4595C53C3590}&quot;/&gt;&lt;isInvalidForFieldText val=&quot;0&quot;/&gt;&lt;Image&gt;&lt;filename val=&quot;C:\Users\sanmi\Documents\My Adobe Presentations\ece552f2019-ISAAdvanced\data\asimages\{B1343D26-09DF-481E-AE2F-4595C53C3590}.png&quot;/&gt;&lt;left val=&quot;253&quot;/&gt;&lt;top val=&quot;24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39388F6-D97A-4254-B6E8-0C07CAF4C861}&quot;/&gt;&lt;isInvalidForFieldText val=&quot;0&quot;/&gt;&lt;Image&gt;&lt;filename val=&quot;C:\Users\sanmi\Documents\My Adobe Presentations\ece552f2019-ISAAdvanced\data\asimages\{C39388F6-D97A-4254-B6E8-0C07CAF4C861}.png&quot;/&gt;&lt;left val=&quot;177&quot;/&gt;&lt;top val=&quot;272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D15EA61-986A-45F9-9538-86B7473AFF19}&quot;/&gt;&lt;isInvalidForFieldText val=&quot;0&quot;/&gt;&lt;Image&gt;&lt;filename val=&quot;C:\Users\sanmi\Documents\My Adobe Presentations\ece552f2019-ISAAdvanced\data\asimages\{0D15EA61-986A-45F9-9538-86B7473AFF19}.png&quot;/&gt;&lt;left val=&quot;177&quot;/&gt;&lt;top val=&quot;240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9A3C960-C51D-47FC-A068-873C4CCD2447}&quot;/&gt;&lt;isInvalidForFieldText val=&quot;0&quot;/&gt;&lt;Image&gt;&lt;filename val=&quot;C:\Users\sanmi\Documents\My Adobe Presentations\ece552f2019-ISAAdvanced\data\asimages\{D9A3C960-C51D-47FC-A068-873C4CCD2447}.png&quot;/&gt;&lt;left val=&quot;254&quot;/&gt;&lt;top val=&quot;240&quot;/&gt;&lt;width val=&quot;23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75DF380-8BE0-4E5C-B8EE-EE90795D6B81}&quot;/&gt;&lt;isInvalidForFieldText val=&quot;0&quot;/&gt;&lt;Image&gt;&lt;filename val=&quot;C:\Users\sanmi\Documents\My Adobe Presentations\ece552f2019-ISAAdvanced\data\asimages\{F75DF380-8BE0-4E5C-B8EE-EE90795D6B81}.png&quot;/&gt;&lt;left val=&quot;483&quot;/&gt;&lt;top val=&quot;240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A336655-A6A7-46AA-8824-259D2DA053B9}&quot;/&gt;&lt;isInvalidForFieldText val=&quot;0&quot;/&gt;&lt;Image&gt;&lt;filename val=&quot;C:\Users\sanmi\Documents\My Adobe Presentations\ece552f2019-ISAAdvanced\data\asimages\{9A336655-A6A7-46AA-8824-259D2DA053B9}.png&quot;/&gt;&lt;left val=&quot;254&quot;/&gt;&lt;top val=&quot;273&quot;/&gt;&lt;width val=&quot;23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33EA2A0-14EE-4FF2-9A32-42D3B4C155B1}&quot;/&gt;&lt;isInvalidForFieldText val=&quot;0&quot;/&gt;&lt;Image&gt;&lt;filename val=&quot;C:\Users\sanmi\Documents\My Adobe Presentations\ece552f2019-ISAAdvanced\data\asimages\{733EA2A0-14EE-4FF2-9A32-42D3B4C155B1}.png&quot;/&gt;&lt;left val=&quot;254&quot;/&gt;&lt;top val=&quot;240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3622860-1743-4780-BC5A-4745BFDCD14F}_24.png&quot;/&gt;&lt;left val=&quot;32&quot;/&gt;&lt;top val=&quot;233&quot;/&gt;&lt;width val=&quot;5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B9F75B8-B6A5-47A5-B71B-B20BF5755BE9}_24.png&quot;/&gt;&lt;left val=&quot;111&quot;/&gt;&lt;top val=&quot;233&quot;/&gt;&lt;width val=&quot;4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DBDA480-6CD9-4C66-BE19-95ACCC7963AA}_24.png&quot;/&gt;&lt;left val=&quot;192&quot;/&gt;&lt;top val=&quot;233&quot;/&gt;&lt;width val=&quot;44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2EAD869-87FE-4F4C-BB45-DE2992045ED4}_24.png&quot;/&gt;&lt;left val=&quot;325&quot;/&gt;&lt;top val=&quot;234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CF7D0A9-E1BC-4F17-B009-7CCF82DE008D}&quot;/&gt;&lt;isInvalidForFieldText val=&quot;0&quot;/&gt;&lt;Image&gt;&lt;filename val=&quot;C:\Users\sanmi\Documents\My Adobe Presentations\ece552f2019-ISAAdvanced\data\asimages\{DCF7D0A9-E1BC-4F17-B009-7CCF82DE008D}.png&quot;/&gt;&lt;left val=&quot;99&quot;/&gt;&lt;top val=&quot;303&quot;/&gt;&lt;width val=&quot;27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41B4D7A-7717-4199-8731-21BE911FF2C1}&quot;/&gt;&lt;isInvalidForFieldText val=&quot;0&quot;/&gt;&lt;Image&gt;&lt;filename val=&quot;C:\Users\sanmi\Documents\My Adobe Presentations\ece552f2019-ISAAdvanced\data\asimages\{241B4D7A-7717-4199-8731-21BE911FF2C1}.png&quot;/&gt;&lt;left val=&quot;369&quot;/&gt;&lt;top val=&quot;303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3131374-9977-45A3-A0C4-CCE7B28D1D59}&quot;/&gt;&lt;isInvalidForFieldText val=&quot;0&quot;/&gt;&lt;Image&gt;&lt;filename val=&quot;C:\Users\sanmi\Documents\My Adobe Presentations\ece552f2019-ISAAdvanced\data\asimages\{43131374-9977-45A3-A0C4-CCE7B28D1D59}.png&quot;/&gt;&lt;left val=&quot;99&quot;/&gt;&lt;top val=&quot;343&quot;/&gt;&lt;width val=&quot;27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95C6B7E-DEE0-41AD-AE22-A05B433AB57B}&quot;/&gt;&lt;isInvalidForFieldText val=&quot;0&quot;/&gt;&lt;Image&gt;&lt;filename val=&quot;C:\Users\sanmi\Documents\My Adobe Presentations\ece552f2019-ISAAdvanced\data\asimages\{495C6B7E-DEE0-41AD-AE22-A05B433AB57B}.png&quot;/&gt;&lt;left val=&quot;99&quot;/&gt;&lt;top val=&quot;303&quot;/&gt;&lt;width val=&quot;2&quot;/&gt;&lt;height val=&quot;4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776B7E1-CD33-47A0-B881-7B3D2F3D2DE2}_24.png&quot;/&gt;&lt;left val=&quot;190&quot;/&gt;&lt;top val=&quot;300&quot;/&gt;&lt;width val=&quot;59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76D94AB-B930-4B5E-AE86-B6C04DB5002B}&quot;/&gt;&lt;isInvalidForFieldText val=&quot;1&quot;/&gt;&lt;Image&gt;&lt;filename val=&quot;C:\Users\sanmi\Documents\My Adobe Presentations\ece552f2019-ISAAdvanced\data\asimages\{776D94AB-B930-4B5E-AE86-B6C04DB5002B}_24_S.png&quot;/&gt;&lt;left val=&quot;381&quot;/&gt;&lt;top val=&quot;375&quot;/&gt;&lt;width val=&quot;16&quot;/&gt;&lt;height val=&quot;9&quot;/&gt;&lt;hasText val=&quot;0&quot;/&gt;&lt;/Image&gt;&lt;Image&gt;&lt;filename val=&quot;C:\Users\sanmi\Documents\My Adobe Presentations\ece552f2019-ISAAdvanced\data\asimages\{776D94AB-B930-4B5E-AE86-B6C04DB5002B}_24_T.png&quot;/&gt;&lt;left val=&quot;381&quot;/&gt;&lt;top val=&quot;375&quot;/&gt;&lt;width val=&quot;15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8966315-F922-49CA-A594-4DCF869DC32E}&quot;/&gt;&lt;isInvalidForFieldText val=&quot;1&quot;/&gt;&lt;Image&gt;&lt;filename val=&quot;C:\Users\sanmi\Documents\My Adobe Presentations\ece552f2019-ISAAdvanced\data\asimages\{C8966315-F922-49CA-A594-4DCF869DC32E}_24_S.png&quot;/&gt;&lt;left val=&quot;381&quot;/&gt;&lt;top val=&quot;378&quot;/&gt;&lt;width val=&quot;2&quot;/&gt;&lt;height val=&quot;5&quot;/&gt;&lt;hasText val=&quot;0&quot;/&gt;&lt;/Image&gt;&lt;Image&gt;&lt;filename val=&quot;C:\Users\sanmi\Documents\My Adobe Presentations\ece552f2019-ISAAdvanced\data\asimages\{C8966315-F922-49CA-A594-4DCF869DC32E}_24_T.png&quot;/&gt;&lt;left val=&quot;381&quot;/&gt;&lt;top val=&quot;378&quot;/&gt;&lt;width val=&quot;2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9109B05-D4EA-487E-B84C-BE8D0B8D1010}&quot;/&gt;&lt;isInvalidForFieldText val=&quot;1&quot;/&gt;&lt;Image&gt;&lt;filename val=&quot;C:\Users\sanmi\Documents\My Adobe Presentations\ece552f2019-ISAAdvanced\data\asimages\{89109B05-D4EA-487E-B84C-BE8D0B8D1010}_24_S.png&quot;/&gt;&lt;left val=&quot;381&quot;/&gt;&lt;top val=&quot;375&quot;/&gt;&lt;width val=&quot;13&quot;/&gt;&lt;height val=&quot;8&quot;/&gt;&lt;hasText val=&quot;0&quot;/&gt;&lt;/Image&gt;&lt;Image&gt;&lt;filename val=&quot;C:\Users\sanmi\Documents\My Adobe Presentations\ece552f2019-ISAAdvanced\data\asimages\{89109B05-D4EA-487E-B84C-BE8D0B8D1010}_24_T.png&quot;/&gt;&lt;left val=&quot;381&quot;/&gt;&lt;top val=&quot;375&quot;/&gt;&lt;width val=&quot;12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418A3FC-D0C0-44DF-8A18-6038E00B7D47}&quot;/&gt;&lt;isInvalidForFieldText val=&quot;0&quot;/&gt;&lt;Image&gt;&lt;filename val=&quot;C:\Users\sanmi\Documents\My Adobe Presentations\ece552f2019-ISAAdvanced\data\asimages\{6418A3FC-D0C0-44DF-8A18-6038E00B7D47}.png&quot;/&gt;&lt;left val=&quot;204&quot;/&gt;&lt;top val=&quot;34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549F301-22D3-40C0-8A4C-4B7FFCEC184B}&quot;/&gt;&lt;isInvalidForFieldText val=&quot;0&quot;/&gt;&lt;Image&gt;&lt;filename val=&quot;C:\Users\sanmi\Documents\My Adobe Presentations\ece552f2019-ISAAdvanced\data\asimages\{C549F301-22D3-40C0-8A4C-4B7FFCEC184B}.png&quot;/&gt;&lt;left val=&quot;204&quot;/&gt;&lt;top val=&quot;345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63D2619-27F8-4C8F-963B-296B0E8FDAC9}&quot;/&gt;&lt;isInvalidForFieldText val=&quot;0&quot;/&gt;&lt;Image&gt;&lt;filename val=&quot;C:\Users\sanmi\Documents\My Adobe Presentations\ece552f2019-ISAAdvanced\data\asimages\{A63D2619-27F8-4C8F-963B-296B0E8FDAC9}.png&quot;/&gt;&lt;left val=&quot;381&quot;/&gt;&lt;top val=&quot;378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F87D958-8583-48D0-B6B4-821E036DAFB8}&quot;/&gt;&lt;isInvalidForFieldText val=&quot;0&quot;/&gt;&lt;Image&gt;&lt;filename val=&quot;C:\Users\sanmi\Documents\My Adobe Presentations\ece552f2019-ISAAdvanced\data\asimages\{EF87D958-8583-48D0-B6B4-821E036DAFB8}.png&quot;/&gt;&lt;left val=&quot;204&quot;/&gt;&lt;top val=&quot;378&quot;/&gt;&lt;width val=&quot;1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1A84D06-7C30-4EDE-96FE-44264BB4CC3A}&quot;/&gt;&lt;isInvalidForFieldText val=&quot;1&quot;/&gt;&lt;Image&gt;&lt;filename val=&quot;C:\Users\sanmi\Documents\My Adobe Presentations\ece552f2019-ISAAdvanced\data\asimages\{E1A84D06-7C30-4EDE-96FE-44264BB4CC3A}_24_S.png&quot;/&gt;&lt;left val=&quot;396&quot;/&gt;&lt;top val=&quot;362&quot;/&gt;&lt;width val=&quot;35&quot;/&gt;&lt;height val=&quot;34&quot;/&gt;&lt;hasText val=&quot;0&quot;/&gt;&lt;/Image&gt;&lt;Image&gt;&lt;filename val=&quot;C:\Users\sanmi\Documents\My Adobe Presentations\ece552f2019-ISAAdvanced\data\asimages\{E1A84D06-7C30-4EDE-96FE-44264BB4CC3A}_24_T.png&quot;/&gt;&lt;left val=&quot;396&quot;/&gt;&lt;top val=&quot;362&quot;/&gt;&lt;width val=&quot;35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45BD383-7961-4A55-A224-3447E49C9A60}&quot;/&gt;&lt;isInvalidForFieldText val=&quot;1&quot;/&gt;&lt;Image&gt;&lt;filename val=&quot;C:\Users\sanmi\Documents\My Adobe Presentations\ece552f2019-ISAAdvanced\data\asimages\{045BD383-7961-4A55-A224-3447E49C9A60}_24_S.png&quot;/&gt;&lt;left val=&quot;429&quot;/&gt;&lt;top val=&quot;378&quot;/&gt;&lt;width val=&quot;2&quot;/&gt;&lt;height val=&quot;1&quot;/&gt;&lt;hasText val=&quot;0&quot;/&gt;&lt;/Image&gt;&lt;Image&gt;&lt;filename val=&quot;C:\Users\sanmi\Documents\My Adobe Presentations\ece552f2019-ISAAdvanced\data\asimages\{045BD383-7961-4A55-A224-3447E49C9A60}_24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2B57300-EB44-44D8-A78E-A83E75E1E423}&quot;/&gt;&lt;isInvalidForFieldText val=&quot;0&quot;/&gt;&lt;Image&gt;&lt;filename val=&quot;C:\Users\sanmi\Documents\My Adobe Presentations\ece552f2019-ISAAdvanced\data\asimages\{F2B57300-EB44-44D8-A78E-A83E75E1E423}.png&quot;/&gt;&lt;left val=&quot;413&quot;/&gt;&lt;top val=&quot;36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0B4098-56A4-42B6-A6EA-0F2DD86139E9}&quot;/&gt;&lt;isInvalidForFieldText val=&quot;0&quot;/&gt;&lt;Image&gt;&lt;filename val=&quot;C:\Users\sanmi\Documents\My Adobe Presentations\ece552f2019-ISAAdvanced\data\asimages\{370B4098-56A4-42B6-A6EA-0F2DD86139E9}.png&quot;/&gt;&lt;left val=&quot;413&quot;/&gt;&lt;top val=&quot;38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2E4593A-8486-4CD5-A056-6BD303D0D694}&quot;/&gt;&lt;isInvalidForFieldText val=&quot;0&quot;/&gt;&lt;Image&gt;&lt;filename val=&quot;C:\Users\sanmi\Documents\My Adobe Presentations\ece552f2019-ISAAdvanced\data\asimages\{C2E4593A-8486-4CD5-A056-6BD303D0D694}.png&quot;/&gt;&lt;left val=&quot;413&quot;/&gt;&lt;top val=&quot;369&quot;/&gt;&lt;width val=&quot;2&quot;/&gt;&lt;height val=&quot;1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700206D-24D5-4968-A0D7-DB95E4F6D0C1}&quot;/&gt;&lt;isInvalidForFieldText val=&quot;0&quot;/&gt;&lt;Image&gt;&lt;filename val=&quot;C:\Users\sanmi\Documents\My Adobe Presentations\ece552f2019-ISAAdvanced\data\asimages\{A700206D-24D5-4968-A0D7-DB95E4F6D0C1}.png&quot;/&gt;&lt;left val=&quot;402&quot;/&gt;&lt;top val=&quot;378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21C9608-FE1E-4E51-B6E5-B5F63F9CCCF6}&quot;/&gt;&lt;isInvalidForFieldText val=&quot;0&quot;/&gt;&lt;Image&gt;&lt;filename val=&quot;C:\Users\sanmi\Documents\My Adobe Presentations\ece552f2019-ISAAdvanced\data\asimages\{321C9608-FE1E-4E51-B6E5-B5F63F9CCCF6}.png&quot;/&gt;&lt;left val=&quot;422&quot;/&gt;&lt;top val=&quot;378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0FFC1EF-666F-4A4F-8307-F5430D9FB539}&quot;/&gt;&lt;isInvalidForFieldText val=&quot;0&quot;/&gt;&lt;Image&gt;&lt;filename val=&quot;C:\Users\sanmi\Documents\My Adobe Presentations\ece552f2019-ISAAdvanced\data\asimages\{D0FFC1EF-666F-4A4F-8307-F5430D9FB539}.png&quot;/&gt;&lt;left val=&quot;402&quot;/&gt;&lt;top val=&quot;378&quot;/&gt;&lt;width val=&quot;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F88DFCF-6482-444E-9C53-CA9FC7AFCF39}&quot;/&gt;&lt;isInvalidForFieldText val=&quot;1&quot;/&gt;&lt;Image&gt;&lt;filename val=&quot;C:\Users\sanmi\Documents\My Adobe Presentations\ece552f2019-ISAAdvanced\data\asimages\{6F88DFCF-6482-444E-9C53-CA9FC7AFCF39}_24_S.png&quot;/&gt;&lt;left val=&quot;408&quot;/&gt;&lt;top val=&quot;348&quot;/&gt;&lt;width val=&quot;9&quot;/&gt;&lt;height val=&quot;16&quot;/&gt;&lt;hasText val=&quot;0&quot;/&gt;&lt;/Image&gt;&lt;Image&gt;&lt;filename val=&quot;C:\Users\sanmi\Documents\My Adobe Presentations\ece552f2019-ISAAdvanced\data\asimages\{6F88DFCF-6482-444E-9C53-CA9FC7AFCF39}_24_T.png&quot;/&gt;&lt;left val=&quot;408&quot;/&gt;&lt;top val=&quot;348&quot;/&gt;&lt;width val=&quot;9&quot;/&gt;&lt;height val=&quot;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F976F97-38D8-489B-9EFB-3792E333DA48}&quot;/&gt;&lt;isInvalidForFieldText val=&quot;1&quot;/&gt;&lt;Image&gt;&lt;filename val=&quot;C:\Users\sanmi\Documents\My Adobe Presentations\ece552f2019-ISAAdvanced\data\asimages\{FF976F97-38D8-489B-9EFB-3792E333DA48}_24_S.png&quot;/&gt;&lt;left val=&quot;408&quot;/&gt;&lt;top val=&quot;348&quot;/&gt;&lt;width val=&quot;5&quot;/&gt;&lt;height val=&quot;2&quot;/&gt;&lt;hasText val=&quot;0&quot;/&gt;&lt;/Image&gt;&lt;Image&gt;&lt;filename val=&quot;C:\Users\sanmi\Documents\My Adobe Presentations\ece552f2019-ISAAdvanced\data\asimages\{FF976F97-38D8-489B-9EFB-3792E333DA48}_24_T.png&quot;/&gt;&lt;left val=&quot;409&quot;/&gt;&lt;top val=&quot;348&quot;/&gt;&lt;width val=&quot;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A581A20-34F0-46F4-9B9C-58B784D1E8DA}&quot;/&gt;&lt;isInvalidForFieldText val=&quot;1&quot;/&gt;&lt;Image&gt;&lt;filename val=&quot;C:\Users\sanmi\Documents\My Adobe Presentations\ece552f2019-ISAAdvanced\data\asimages\{FA581A20-34F0-46F4-9B9C-58B784D1E8DA}_24_S.png&quot;/&gt;&lt;left val=&quot;408&quot;/&gt;&lt;top val=&quot;348&quot;/&gt;&lt;width val=&quot;8&quot;/&gt;&lt;height val=&quot;13&quot;/&gt;&lt;hasText val=&quot;0&quot;/&gt;&lt;/Image&gt;&lt;Image&gt;&lt;filename val=&quot;C:\Users\sanmi\Documents\My Adobe Presentations\ece552f2019-ISAAdvanced\data\asimages\{FA581A20-34F0-46F4-9B9C-58B784D1E8DA}_24_T.png&quot;/&gt;&lt;left val=&quot;409&quot;/&gt;&lt;top val=&quot;348&quot;/&gt;&lt;width val=&quot;8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D94256E-65F7-4757-9B7A-E83E81AFBF1E}&quot;/&gt;&lt;isInvalidForFieldText val=&quot;0&quot;/&gt;&lt;Image&gt;&lt;filename val=&quot;C:\Users\sanmi\Documents\My Adobe Presentations\ece552f2019-ISAAdvanced\data\asimages\{ED94256E-65F7-4757-9B7A-E83E81AFBF1E}.png&quot;/&gt;&lt;left val=&quot;413&quot;/&gt;&lt;top val=&quot;272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E13AF65-E664-465E-9E0A-6195F7B0D0B2}&quot;/&gt;&lt;isInvalidForFieldText val=&quot;0&quot;/&gt;&lt;Image&gt;&lt;filename val=&quot;C:\Users\sanmi\Documents\My Adobe Presentations\ece552f2019-ISAAdvanced\data\asimages\{1E13AF65-E664-465E-9E0A-6195F7B0D0B2}.png&quot;/&gt;&lt;left val=&quot;413&quot;/&gt;&lt;top val=&quot;347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446A1C2-1649-4104-A51D-FF1EADDE5593}&quot;/&gt;&lt;isInvalidForFieldText val=&quot;0&quot;/&gt;&lt;Image&gt;&lt;filename val=&quot;C:\Users\sanmi\Documents\My Adobe Presentations\ece552f2019-ISAAdvanced\data\asimages\{3446A1C2-1649-4104-A51D-FF1EADDE5593}.png&quot;/&gt;&lt;left val=&quot;413&quot;/&gt;&lt;top val=&quot;272&quot;/&gt;&lt;width val=&quot;2&quot;/&gt;&lt;height val=&quot;7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0B0EA7B-A5F1-4EEA-99E3-C1B8F3302192}&quot;/&gt;&lt;isInvalidForFieldText val=&quot;1&quot;/&gt;&lt;Image&gt;&lt;filename val=&quot;C:\Users\sanmi\Documents\My Adobe Presentations\ece552f2019-ISAAdvanced\data\asimages\{40B0EA7B-A5F1-4EEA-99E3-C1B8F3302192}_24_S.png&quot;/&gt;&lt;left val=&quot;515&quot;/&gt;&lt;top val=&quot;431&quot;/&gt;&lt;width val=&quot;17&quot;/&gt;&lt;height val=&quot;9&quot;/&gt;&lt;hasText val=&quot;0&quot;/&gt;&lt;/Image&gt;&lt;Image&gt;&lt;filename val=&quot;C:\Users\sanmi\Documents\My Adobe Presentations\ece552f2019-ISAAdvanced\data\asimages\{40B0EA7B-A5F1-4EEA-99E3-C1B8F3302192}_24_T.png&quot;/&gt;&lt;left val=&quot;515&quot;/&gt;&lt;top val=&quot;431&quot;/&gt;&lt;width val=&quot;16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870061A-6306-481A-A9FA-FB54386CB07E}&quot;/&gt;&lt;isInvalidForFieldText val=&quot;1&quot;/&gt;&lt;Image&gt;&lt;filename val=&quot;C:\Users\sanmi\Documents\My Adobe Presentations\ece552f2019-ISAAdvanced\data\asimages\{B870061A-6306-481A-A9FA-FB54386CB07E}_24_S.png&quot;/&gt;&lt;left val=&quot;515&quot;/&gt;&lt;top val=&quot;434&quot;/&gt;&lt;width val=&quot;2&quot;/&gt;&lt;height val=&quot;5&quot;/&gt;&lt;hasText val=&quot;0&quot;/&gt;&lt;/Image&gt;&lt;Image&gt;&lt;filename val=&quot;C:\Users\sanmi\Documents\My Adobe Presentations\ece552f2019-ISAAdvanced\data\asimages\{B870061A-6306-481A-A9FA-FB54386CB07E}_24_T.png&quot;/&gt;&lt;left val=&quot;515&quot;/&gt;&lt;top val=&quot;434&quot;/&gt;&lt;width val=&quot;1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BBDBA3F-353F-4AF6-9FFC-BCC78AC2B5BD}&quot;/&gt;&lt;isInvalidForFieldText val=&quot;1&quot;/&gt;&lt;Image&gt;&lt;filename val=&quot;C:\Users\sanmi\Documents\My Adobe Presentations\ece552f2019-ISAAdvanced\data\asimages\{3BBDBA3F-353F-4AF6-9FFC-BCC78AC2B5BD}_24_S.png&quot;/&gt;&lt;left val=&quot;515&quot;/&gt;&lt;top val=&quot;431&quot;/&gt;&lt;width val=&quot;14&quot;/&gt;&lt;height val=&quot;8&quot;/&gt;&lt;hasText val=&quot;0&quot;/&gt;&lt;/Image&gt;&lt;Image&gt;&lt;filename val=&quot;C:\Users\sanmi\Documents\My Adobe Presentations\ece552f2019-ISAAdvanced\data\asimages\{3BBDBA3F-353F-4AF6-9FFC-BCC78AC2B5BD}_24_T.png&quot;/&gt;&lt;left val=&quot;515&quot;/&gt;&lt;top val=&quot;431&quot;/&gt;&lt;width val=&quot;13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530B927-22C3-4DEF-B00C-CB4EF318F3F4}&quot;/&gt;&lt;isInvalidForFieldText val=&quot;0&quot;/&gt;&lt;Image&gt;&lt;filename val=&quot;C:\Users\sanmi\Documents\My Adobe Presentations\ece552f2019-ISAAdvanced\data\asimages\{0530B927-22C3-4DEF-B00C-CB4EF318F3F4}.png&quot;/&gt;&lt;left val=&quot;413&quot;/&gt;&lt;top val=&quot;3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C3DE3D4-804D-4910-A233-42DD66F01319}&quot;/&gt;&lt;isInvalidForFieldText val=&quot;0&quot;/&gt;&lt;Image&gt;&lt;filename val=&quot;C:\Users\sanmi\Documents\My Adobe Presentations\ece552f2019-ISAAdvanced\data\asimages\{1C3DE3D4-804D-4910-A233-42DD66F01319}.png&quot;/&gt;&lt;left val=&quot;413&quot;/&gt;&lt;top val=&quot;394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D8B125E-957A-4AE5-B9CE-36FD3AE52E07}&quot;/&gt;&lt;isInvalidForFieldText val=&quot;0&quot;/&gt;&lt;Image&gt;&lt;filename val=&quot;C:\Users\sanmi\Documents\My Adobe Presentations\ece552f2019-ISAAdvanced\data\asimages\{AD8B125E-957A-4AE5-B9CE-36FD3AE52E07}.png&quot;/&gt;&lt;left val=&quot;515&quot;/&gt;&lt;top val=&quot;43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0FD30F6-2C84-4794-B730-CE39E195CD1B}&quot;/&gt;&lt;isInvalidForFieldText val=&quot;0&quot;/&gt;&lt;Image&gt;&lt;filename val=&quot;C:\Users\sanmi\Documents\My Adobe Presentations\ece552f2019-ISAAdvanced\data\asimages\{E0FD30F6-2C84-4794-B730-CE39E195CD1B}.png&quot;/&gt;&lt;left val=&quot;413&quot;/&gt;&lt;top val=&quot;434&quot;/&gt;&lt;width val=&quot;10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6C8C64A-72DE-4F71-A9BE-C1E340CB36C4}&quot;/&gt;&lt;isInvalidForFieldText val=&quot;0&quot;/&gt;&lt;Image&gt;&lt;filename val=&quot;C:\Users\sanmi\Documents\My Adobe Presentations\ece552f2019-ISAAdvanced\data\asimages\{E6C8C64A-72DE-4F71-A9BE-C1E340CB36C4}.png&quot;/&gt;&lt;left val=&quot;528&quot;/&gt;&lt;top val=&quot;388&quot;/&gt;&lt;width val=&quot;1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8A5F168-BCFC-4D1E-AF1E-655B8B28A40E}&quot;/&gt;&lt;isInvalidForFieldText val=&quot;0&quot;/&gt;&lt;Image&gt;&lt;filename val=&quot;C:\Users\sanmi\Documents\My Adobe Presentations\ece552f2019-ISAAdvanced\data\asimages\{28A5F168-BCFC-4D1E-AF1E-655B8B28A40E}.png&quot;/&gt;&lt;left val=&quot;689&quot;/&gt;&lt;top val=&quot;388&quot;/&gt;&lt;width val=&quot;2&quot;/&gt;&lt;height val=&quot;1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64BC138-4357-400C-A59D-B7979AB52550}&quot;/&gt;&lt;isInvalidForFieldText val=&quot;0&quot;/&gt;&lt;Image&gt;&lt;filename val=&quot;C:\Users\sanmi\Documents\My Adobe Presentations\ece552f2019-ISAAdvanced\data\asimages\{E64BC138-4357-400C-A59D-B7979AB52550}.png&quot;/&gt;&lt;left val=&quot;528&quot;/&gt;&lt;top val=&quot;502&quot;/&gt;&lt;width val=&quot;1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20FF86F-586F-4146-AF8E-E64A8C57B59D}&quot;/&gt;&lt;isInvalidForFieldText val=&quot;0&quot;/&gt;&lt;Image&gt;&lt;filename val=&quot;C:\Users\sanmi\Documents\My Adobe Presentations\ece552f2019-ISAAdvanced\data\asimages\{520FF86F-586F-4146-AF8E-E64A8C57B59D}.png&quot;/&gt;&lt;left val=&quot;528&quot;/&gt;&lt;top val=&quot;388&quot;/&gt;&lt;width val=&quot;2&quot;/&gt;&lt;height val=&quot;11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FEFB1D8-7885-4716-ADF1-A8BEEC53828C}&quot;/&gt;&lt;isInvalidForFieldText val=&quot;0&quot;/&gt;&lt;Image&gt;&lt;filename val=&quot;C:\Users\sanmi\Documents\My Adobe Presentations\ece552f2019-ISAAdvanced\data\asimages\{9FEFB1D8-7885-4716-ADF1-A8BEEC53828C}.png&quot;/&gt;&lt;left val=&quot;528&quot;/&gt;&lt;top val=&quot;423&quot;/&gt;&lt;width val=&quot;161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B03B6CB-3724-4DBE-9E92-3C1962ADFA29}&quot;/&gt;&lt;isInvalidForFieldText val=&quot;0&quot;/&gt;&lt;Image&gt;&lt;filename val=&quot;C:\Users\sanmi\Documents\My Adobe Presentations\ece552f2019-ISAAdvanced\data\asimages\{EB03B6CB-3724-4DBE-9E92-3C1962ADFA29}.png&quot;/&gt;&lt;left val=&quot;528&quot;/&gt;&lt;top val=&quot;423&quot;/&gt;&lt;width val=&quot;1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5DD4B6C-BCAD-4200-9F3A-CD0D8E79E3F0}&quot;/&gt;&lt;isInvalidForFieldText val=&quot;0&quot;/&gt;&lt;Image&gt;&lt;filename val=&quot;C:\Users\sanmi\Documents\My Adobe Presentations\ece552f2019-ISAAdvanced\data\asimages\{C5DD4B6C-BCAD-4200-9F3A-CD0D8E79E3F0}.png&quot;/&gt;&lt;left val=&quot;689&quot;/&gt;&lt;top val=&quot;423&quot;/&gt;&lt;width val=&quot;2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123D9FD-6ABF-48A8-BF90-9FE974F340AE}&quot;/&gt;&lt;isInvalidForFieldText val=&quot;0&quot;/&gt;&lt;Image&gt;&lt;filename val=&quot;C:\Users\sanmi\Documents\My Adobe Presentations\ece552f2019-ISAAdvanced\data\asimages\{9123D9FD-6ABF-48A8-BF90-9FE974F340AE}.png&quot;/&gt;&lt;left val=&quot;528&quot;/&gt;&lt;top val=&quot;446&quot;/&gt;&lt;width val=&quot;1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3E4EE0A-A41A-490D-9D9A-1E303CE29147}&quot;/&gt;&lt;isInvalidForFieldText val=&quot;0&quot;/&gt;&lt;Image&gt;&lt;filename val=&quot;C:\Users\sanmi\Documents\My Adobe Presentations\ece552f2019-ISAAdvanced\data\asimages\{63E4EE0A-A41A-490D-9D9A-1E303CE29147}.png&quot;/&gt;&lt;left val=&quot;528&quot;/&gt;&lt;top val=&quot;423&quot;/&gt;&lt;width val=&quot;2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0309850-D0C8-4D26-9C02-B2F707DDB834}_24.png&quot;/&gt;&lt;left val=&quot;534&quot;/&gt;&lt;top val=&quot;348&quot;/&gt;&lt;width val=&quot;11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9E72AEE-774D-41A4-A8FA-B4A2EAB8FB7E}_24.png&quot;/&gt;&lt;left val=&quot;408&quot;/&gt;&lt;top val=&quot;394&quot;/&gt;&lt;width val=&quot;11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72EE453-41EB-4857-81E2-67E0B8E62B64}_24.png&quot;/&gt;&lt;left val=&quot;408&quot;/&gt;&lt;top val=&quot;432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977451F-1DDF-4E89-8B43-D5DB64A41425}_2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5,823094756,C:\Users\sanmi\GoogleDrive\UWMdrive\Courses\ECE552\ece552-lec03_ISAAdvanced_pptx\Media.ppcx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9C78AFD-2045-45F8-B5EE-9AA62F156B20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6EE1A5B-2D98-4075-B759-4D3D900781E1}_25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6&quot;/&gt;&lt;lineCharCount val=&quot;19&quot;/&gt;&lt;lineCharCount val=&quot;45&quot;/&gt;&lt;lineCharCount val=&quot;45&quot;/&gt;&lt;lineCharCount val=&quot;42&quot;/&gt;&lt;lineCharCount val=&quot;39&quot;/&gt;&lt;lineCharCount val=&quot;43&quot;/&gt;&lt;/TableIndex&gt;&lt;/ShapeTextInfo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A506C7F-8006-4BEE-B826-C4D0C7B9FB64}_2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6,823094756,C:\Users\sanmi\GoogleDrive\UWMdrive\Courses\ECE552\ece552-lec03_ISAAdvanced_pptx\Media.ppcx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7D1C394-BEF8-4E87-AE01-FC9D59FD1AE7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F8A70D47-32B8-4BDD-BC17-F477626851E6}_26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49&quot;/&gt;&lt;/TableIndex&gt;&lt;/ShapeTextInfo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0F1BC05-8551-4B7F-87D1-56C9ADDC84BD}&quot;/&gt;&lt;isInvalidForFieldText val=&quot;0&quot;/&gt;&lt;Image&gt;&lt;filename val=&quot;C:\Users\sanmi\Documents\My Adobe Presentations\ece552f2019-ISAAdvanced\data\asimages\{70F1BC05-8551-4B7F-87D1-56C9ADDC84BD}.png&quot;/&gt;&lt;left val=&quot;28&quot;/&gt;&lt;top val=&quot;246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8E74E19-87D2-4FFC-8502-D14CAA61E863}&quot;/&gt;&lt;isInvalidForFieldText val=&quot;0&quot;/&gt;&lt;Image&gt;&lt;filename val=&quot;C:\Users\sanmi\Documents\My Adobe Presentations\ece552f2019-ISAAdvanced\data\asimages\{E8E74E19-87D2-4FFC-8502-D14CAA61E863}.png&quot;/&gt;&lt;left val=&quot;104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360E638-FF83-408A-B4CC-24C8C8F41879}&quot;/&gt;&lt;isInvalidForFieldText val=&quot;0&quot;/&gt;&lt;Image&gt;&lt;filename val=&quot;C:\Users\sanmi\Documents\My Adobe Presentations\ece552f2019-ISAAdvanced\data\asimages\{0360E638-FF83-408A-B4CC-24C8C8F41879}.png&quot;/&gt;&lt;left val=&quot;28&quot;/&gt;&lt;top val=&quot;27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ECEBE9D-1BAB-4466-92C8-975349B43272}&quot;/&gt;&lt;isInvalidForFieldText val=&quot;0&quot;/&gt;&lt;Image&gt;&lt;filename val=&quot;C:\Users\sanmi\Documents\My Adobe Presentations\ece552f2019-ISAAdvanced\data\asimages\{EECEBE9D-1BAB-4466-92C8-975349B43272}.png&quot;/&gt;&lt;left val=&quot;28&quot;/&gt;&lt;top val=&quot;246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CFC47A1-DA83-41E5-BF5A-29D35375D991}&quot;/&gt;&lt;isInvalidForFieldText val=&quot;0&quot;/&gt;&lt;Image&gt;&lt;filename val=&quot;C:\Users\sanmi\Documents\My Adobe Presentations\ece552f2019-ISAAdvanced\data\asimages\{ACFC47A1-DA83-41E5-BF5A-29D35375D991}.png&quot;/&gt;&lt;left val=&quot;105&quot;/&gt;&lt;top val=&quot;246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495CDC3-3C77-414F-AA0A-14B56DA30CE0}&quot;/&gt;&lt;isInvalidForFieldText val=&quot;0&quot;/&gt;&lt;Image&gt;&lt;filename val=&quot;C:\Users\sanmi\Documents\My Adobe Presentations\ece552f2019-ISAAdvanced\data\asimages\{C495CDC3-3C77-414F-AA0A-14B56DA30CE0}.png&quot;/&gt;&lt;left val=&quot;181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0053CF6-7DDC-4CE4-AAA0-1F9AC582FC99}&quot;/&gt;&lt;isInvalidForFieldText val=&quot;0&quot;/&gt;&lt;Image&gt;&lt;filename val=&quot;C:\Users\sanmi\Documents\My Adobe Presentations\ece552f2019-ISAAdvanced\data\asimages\{10053CF6-7DDC-4CE4-AAA0-1F9AC582FC99}.png&quot;/&gt;&lt;left val=&quot;105&quot;/&gt;&lt;top val=&quot;27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CBE63CD-D0EB-47F9-AC68-E8EEB798520B}&quot;/&gt;&lt;isInvalidForFieldText val=&quot;0&quot;/&gt;&lt;Image&gt;&lt;filename val=&quot;C:\Users\sanmi\Documents\My Adobe Presentations\ece552f2019-ISAAdvanced\data\asimages\{DCBE63CD-D0EB-47F9-AC68-E8EEB798520B}.png&quot;/&gt;&lt;left val=&quot;105&quot;/&gt;&lt;top val=&quot;246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06BF187D-03AA-4C2F-BB40-8093E270A1A7}&quot;/&gt;&lt;isInvalidForFieldText val=&quot;0&quot;/&gt;&lt;Image&gt;&lt;filename val=&quot;C:\Users\sanmi\Documents\My Adobe Presentations\ece552f2019-ISAAdvanced\data\asimages\{06BF187D-03AA-4C2F-BB40-8093E270A1A7}.png&quot;/&gt;&lt;left val=&quot;181&quot;/&gt;&lt;top val=&quot;246&quot;/&gt;&lt;width val=&quot;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5043234-5EBD-4C2D-9B7F-705DF521514C}&quot;/&gt;&lt;isInvalidForFieldText val=&quot;0&quot;/&gt;&lt;Image&gt;&lt;filename val=&quot;C:\Users\sanmi\Documents\My Adobe Presentations\ece552f2019-ISAAdvanced\data\asimages\{C5043234-5EBD-4C2D-9B7F-705DF521514C}.png&quot;/&gt;&lt;left val=&quot;257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A9A5D0A-8850-48E0-8791-91EDD33268A4}&quot;/&gt;&lt;isInvalidForFieldText val=&quot;0&quot;/&gt;&lt;Image&gt;&lt;filename val=&quot;C:\Users\sanmi\Documents\My Adobe Presentations\ece552f2019-ISAAdvanced\data\asimages\{2A9A5D0A-8850-48E0-8791-91EDD33268A4}.png&quot;/&gt;&lt;left val=&quot;181&quot;/&gt;&lt;top val=&quot;278&quot;/&gt;&lt;width val=&quot;77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6762417-F3E9-4847-BF70-0C298DDED177}&quot;/&gt;&lt;isInvalidForFieldText val=&quot;0&quot;/&gt;&lt;Image&gt;&lt;filename val=&quot;C:\Users\sanmi\Documents\My Adobe Presentations\ece552f2019-ISAAdvanced\data\asimages\{B6762417-F3E9-4847-BF70-0C298DDED177}.png&quot;/&gt;&lt;left val=&quot;181&quot;/&gt;&lt;top val=&quot;246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03159D-80A5-4EEF-89D2-818887396200}&quot;/&gt;&lt;isInvalidForFieldText val=&quot;0&quot;/&gt;&lt;Image&gt;&lt;filename val=&quot;C:\Users\sanmi\Documents\My Adobe Presentations\ece552f2019-ISAAdvanced\data\asimages\{E103159D-80A5-4EEF-89D2-818887396200}.png&quot;/&gt;&lt;left val=&quot;258&quot;/&gt;&lt;top val=&quot;246&quot;/&gt;&lt;width val=&quot;23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1B7AD61-88D8-44DB-AE57-B8E3C7DD2101}&quot;/&gt;&lt;isInvalidForFieldText val=&quot;0&quot;/&gt;&lt;Image&gt;&lt;filename val=&quot;C:\Users\sanmi\Documents\My Adobe Presentations\ece552f2019-ISAAdvanced\data\asimages\{91B7AD61-88D8-44DB-AE57-B8E3C7DD2101}.png&quot;/&gt;&lt;left val=&quot;487&quot;/&gt;&lt;top val=&quot;246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57DB32F-B3DA-4A28-AF62-69B0962A8A39}&quot;/&gt;&lt;isInvalidForFieldText val=&quot;0&quot;/&gt;&lt;Image&gt;&lt;filename val=&quot;C:\Users\sanmi\Documents\My Adobe Presentations\ece552f2019-ISAAdvanced\data\asimages\{857DB32F-B3DA-4A28-AF62-69B0962A8A39}.png&quot;/&gt;&lt;left val=&quot;258&quot;/&gt;&lt;top val=&quot;279&quot;/&gt;&lt;width val=&quot;23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59908EA-C51B-4608-9884-61098A3872F7}&quot;/&gt;&lt;isInvalidForFieldText val=&quot;0&quot;/&gt;&lt;Image&gt;&lt;filename val=&quot;C:\Users\sanmi\Documents\My Adobe Presentations\ece552f2019-ISAAdvanced\data\asimages\{359908EA-C51B-4608-9884-61098A3872F7}.png&quot;/&gt;&lt;left val=&quot;258&quot;/&gt;&lt;top val=&quot;246&quot;/&gt;&lt;width val=&quot;2&quot;/&gt;&lt;height val=&quot;3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3A20210-3C18-4862-9978-D87D551C3BDA}_26.png&quot;/&gt;&lt;left val=&quot;36&quot;/&gt;&lt;top val=&quot;239&quot;/&gt;&lt;width val=&quot;53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2E7F5F4-69F1-4F7B-83BA-05AB30A3C247}_26.png&quot;/&gt;&lt;left val=&quot;115&quot;/&gt;&lt;top val=&quot;239&quot;/&gt;&lt;width val=&quot;4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15636E5-B346-4B88-8881-FC59405D3C24}_26.png&quot;/&gt;&lt;left val=&quot;196&quot;/&gt;&lt;top val=&quot;239&quot;/&gt;&lt;width val=&quot;44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1B6A800-BBC0-4B81-B9F1-AB42EAD2332C}_26.png&quot;/&gt;&lt;left val=&quot;329&quot;/&gt;&lt;top val=&quot;240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D6BC44A-3766-4CA3-B6B5-8113275B8297}&quot;/&gt;&lt;isInvalidForFieldText val=&quot;1&quot;/&gt;&lt;Image&gt;&lt;filename val=&quot;C:\Users\sanmi\Documents\My Adobe Presentations\ece552f2019-ISAAdvanced\data\asimages\{4D6BC44A-3766-4CA3-B6B5-8113275B8297}_26_S.png&quot;/&gt;&lt;left val=&quot;136&quot;/&gt;&lt;top val=&quot;295&quot;/&gt;&lt;width val=&quot;8&quot;/&gt;&lt;height val=&quot;13&quot;/&gt;&lt;hasText val=&quot;0&quot;/&gt;&lt;/Image&gt;&lt;Image&gt;&lt;filename val=&quot;C:\Users\sanmi\Documents\My Adobe Presentations\ece552f2019-ISAAdvanced\data\asimages\{4D6BC44A-3766-4CA3-B6B5-8113275B8297}_26_T.png&quot;/&gt;&lt;left val=&quot;136&quot;/&gt;&lt;top val=&quot;295&quot;/&gt;&lt;width val=&quot;7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B58B2B6-5098-47E6-9FD1-67BC3BF9BB65}&quot;/&gt;&lt;isInvalidForFieldText val=&quot;1&quot;/&gt;&lt;Image&gt;&lt;filename val=&quot;C:\Users\sanmi\Documents\My Adobe Presentations\ece552f2019-ISAAdvanced\data\asimages\{EB58B2B6-5098-47E6-9FD1-67BC3BF9BB65}_26_S.png&quot;/&gt;&lt;left val=&quot;137&quot;/&gt;&lt;top val=&quot;295&quot;/&gt;&lt;width val=&quot;4&quot;/&gt;&lt;height val=&quot;2&quot;/&gt;&lt;hasText val=&quot;0&quot;/&gt;&lt;/Image&gt;&lt;Image&gt;&lt;filename val=&quot;C:\Users\sanmi\Documents\My Adobe Presentations\ece552f2019-ISAAdvanced\data\asimages\{EB58B2B6-5098-47E6-9FD1-67BC3BF9BB65}_26_T.png&quot;/&gt;&lt;left val=&quot;137&quot;/&gt;&lt;top val=&quot;295&quot;/&gt;&lt;width val=&quot;3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113F1A6-21CD-41C8-99C4-B7789B1EF5D8}&quot;/&gt;&lt;isInvalidForFieldText val=&quot;1&quot;/&gt;&lt;Image&gt;&lt;filename val=&quot;C:\Users\sanmi\Documents\My Adobe Presentations\ece552f2019-ISAAdvanced\data\asimages\{C113F1A6-21CD-41C8-99C4-B7789B1EF5D8}_26_S.png&quot;/&gt;&lt;left val=&quot;137&quot;/&gt;&lt;top val=&quot;295&quot;/&gt;&lt;width val=&quot;7&quot;/&gt;&lt;height val=&quot;13&quot;/&gt;&lt;hasText val=&quot;0&quot;/&gt;&lt;/Image&gt;&lt;Image&gt;&lt;filename val=&quot;C:\Users\sanmi\Documents\My Adobe Presentations\ece552f2019-ISAAdvanced\data\asimages\{C113F1A6-21CD-41C8-99C4-B7789B1EF5D8}_26_T.png&quot;/&gt;&lt;left val=&quot;137&quot;/&gt;&lt;top val=&quot;295&quot;/&gt;&lt;width val=&quot;6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82CCEF7-36E1-48C7-AF0A-008C0911D470}&quot;/&gt;&lt;isInvalidForFieldText val=&quot;0&quot;/&gt;&lt;Image&gt;&lt;filename val=&quot;C:\Users\sanmi\Documents\My Adobe Presentations\ece552f2019-ISAAdvanced\data\asimages\{C82CCEF7-36E1-48C7-AF0A-008C0911D470}.png&quot;/&gt;&lt;left val=&quot;140&quot;/&gt;&lt;top val=&quot;27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4EB120A-0704-4866-8CCF-C265C6929CB4}&quot;/&gt;&lt;isInvalidForFieldText val=&quot;0&quot;/&gt;&lt;Image&gt;&lt;filename val=&quot;C:\Users\sanmi\Documents\My Adobe Presentations\ece552f2019-ISAAdvanced\data\asimages\{E4EB120A-0704-4866-8CCF-C265C6929CB4}.png&quot;/&gt;&lt;left val=&quot;140&quot;/&gt;&lt;top val=&quot;294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712D51C-5A3D-45F7-9F2C-768696F17824}&quot;/&gt;&lt;isInvalidForFieldText val=&quot;0&quot;/&gt;&lt;Image&gt;&lt;filename val=&quot;C:\Users\sanmi\Documents\My Adobe Presentations\ece552f2019-ISAAdvanced\data\asimages\{3712D51C-5A3D-45F7-9F2C-768696F17824}.png&quot;/&gt;&lt;left val=&quot;140&quot;/&gt;&lt;top val=&quot;279&quot;/&gt;&lt;width val=&quot;2&quot;/&gt;&lt;height val=&quot;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39E70F3-57DD-41EF-A0EE-00C2C07AB33D}&quot;/&gt;&lt;isInvalidForFieldText val=&quot;0&quot;/&gt;&lt;Image&gt;&lt;filename val=&quot;C:\Users\sanmi\Documents\My Adobe Presentations\ece552f2019-ISAAdvanced\data\asimages\{E39E70F3-57DD-41EF-A0EE-00C2C07AB33D}.png&quot;/&gt;&lt;left val=&quot;103&quot;/&gt;&lt;top val=&quot;309&quot;/&gt;&lt;width val=&quot;27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A8D1154-F2DB-4241-B77D-533817A6903D}&quot;/&gt;&lt;isInvalidForFieldText val=&quot;0&quot;/&gt;&lt;Image&gt;&lt;filename val=&quot;C:\Users\sanmi\Documents\My Adobe Presentations\ece552f2019-ISAAdvanced\data\asimages\{8A8D1154-F2DB-4241-B77D-533817A6903D}.png&quot;/&gt;&lt;left val=&quot;373&quot;/&gt;&lt;top val=&quot;309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3CC079C-5054-424A-AE71-8AAAF55E6210}&quot;/&gt;&lt;isInvalidForFieldText val=&quot;0&quot;/&gt;&lt;Image&gt;&lt;filename val=&quot;C:\Users\sanmi\Documents\My Adobe Presentations\ece552f2019-ISAAdvanced\data\asimages\{93CC079C-5054-424A-AE71-8AAAF55E6210}.png&quot;/&gt;&lt;left val=&quot;103&quot;/&gt;&lt;top val=&quot;349&quot;/&gt;&lt;width val=&quot;27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90B195E7-6717-4D71-9B63-5E2C3A39D98C}&quot;/&gt;&lt;isInvalidForFieldText val=&quot;0&quot;/&gt;&lt;Image&gt;&lt;filename val=&quot;C:\Users\sanmi\Documents\My Adobe Presentations\ece552f2019-ISAAdvanced\data\asimages\{90B195E7-6717-4D71-9B63-5E2C3A39D98C}.png&quot;/&gt;&lt;left val=&quot;103&quot;/&gt;&lt;top val=&quot;309&quot;/&gt;&lt;width val=&quot;2&quot;/&gt;&lt;height val=&quot;4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510C25F-D216-47A2-8057-FB3E99457A6D}_26.png&quot;/&gt;&lt;left val=&quot;179&quot;/&gt;&lt;top val=&quot;306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A79B9CF-8A3C-454B-BBD4-562CCE2B4962}&quot;/&gt;&lt;isInvalidForFieldText val=&quot;1&quot;/&gt;&lt;Image&gt;&lt;filename val=&quot;C:\Users\sanmi\Documents\My Adobe Presentations\ece552f2019-ISAAdvanced\data\asimages\{DA79B9CF-8A3C-454B-BBD4-562CCE2B4962}_26_S.png&quot;/&gt;&lt;left val=&quot;385&quot;/&gt;&lt;top val=&quot;381&quot;/&gt;&lt;width val=&quot;16&quot;/&gt;&lt;height val=&quot;9&quot;/&gt;&lt;hasText val=&quot;0&quot;/&gt;&lt;/Image&gt;&lt;Image&gt;&lt;filename val=&quot;C:\Users\sanmi\Documents\My Adobe Presentations\ece552f2019-ISAAdvanced\data\asimages\{DA79B9CF-8A3C-454B-BBD4-562CCE2B4962}_26_T.png&quot;/&gt;&lt;left val=&quot;385&quot;/&gt;&lt;top val=&quot;381&quot;/&gt;&lt;width val=&quot;15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5173AC5-EE8C-4764-9A35-4DB3A8043549}&quot;/&gt;&lt;isInvalidForFieldText val=&quot;1&quot;/&gt;&lt;Image&gt;&lt;filename val=&quot;C:\Users\sanmi\Documents\My Adobe Presentations\ece552f2019-ISAAdvanced\data\asimages\{65173AC5-EE8C-4764-9A35-4DB3A8043549}_26_S.png&quot;/&gt;&lt;left val=&quot;385&quot;/&gt;&lt;top val=&quot;384&quot;/&gt;&lt;width val=&quot;2&quot;/&gt;&lt;height val=&quot;5&quot;/&gt;&lt;hasText val=&quot;0&quot;/&gt;&lt;/Image&gt;&lt;Image&gt;&lt;filename val=&quot;C:\Users\sanmi\Documents\My Adobe Presentations\ece552f2019-ISAAdvanced\data\asimages\{65173AC5-EE8C-4764-9A35-4DB3A8043549}_26_T.png&quot;/&gt;&lt;left val=&quot;385&quot;/&gt;&lt;top val=&quot;384&quot;/&gt;&lt;width val=&quot;1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D98A533-2D08-4F45-B367-A7BB00D43EC2}&quot;/&gt;&lt;isInvalidForFieldText val=&quot;1&quot;/&gt;&lt;Image&gt;&lt;filename val=&quot;C:\Users\sanmi\Documents\My Adobe Presentations\ece552f2019-ISAAdvanced\data\asimages\{1D98A533-2D08-4F45-B367-A7BB00D43EC2}_26_S.png&quot;/&gt;&lt;left val=&quot;385&quot;/&gt;&lt;top val=&quot;381&quot;/&gt;&lt;width val=&quot;13&quot;/&gt;&lt;height val=&quot;8&quot;/&gt;&lt;hasText val=&quot;0&quot;/&gt;&lt;/Image&gt;&lt;Image&gt;&lt;filename val=&quot;C:\Users\sanmi\Documents\My Adobe Presentations\ece552f2019-ISAAdvanced\data\asimages\{1D98A533-2D08-4F45-B367-A7BB00D43EC2}_26_T.png&quot;/&gt;&lt;left val=&quot;385&quot;/&gt;&lt;top val=&quot;381&quot;/&gt;&lt;width val=&quot;12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5DB03FB-4C21-4873-AE8E-E41FD64A2ABA}&quot;/&gt;&lt;isInvalidForFieldText val=&quot;0&quot;/&gt;&lt;Image&gt;&lt;filename val=&quot;C:\Users\sanmi\Documents\My Adobe Presentations\ece552f2019-ISAAdvanced\data\asimages\{C5DB03FB-4C21-4873-AE8E-E41FD64A2ABA}.png&quot;/&gt;&lt;left val=&quot;208&quot;/&gt;&lt;top val=&quot;351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DD69A01-25D9-42D4-8EBC-EACB4D6ABC5D}&quot;/&gt;&lt;isInvalidForFieldText val=&quot;0&quot;/&gt;&lt;Image&gt;&lt;filename val=&quot;C:\Users\sanmi\Documents\My Adobe Presentations\ece552f2019-ISAAdvanced\data\asimages\{3DD69A01-25D9-42D4-8EBC-EACB4D6ABC5D}.png&quot;/&gt;&lt;left val=&quot;208&quot;/&gt;&lt;top val=&quot;351&quot;/&gt;&lt;width val=&quot;2&quot;/&gt;&lt;height val=&quot;3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23CFBB8-7E18-424C-BABB-9924084F21C0}&quot;/&gt;&lt;isInvalidForFieldText val=&quot;0&quot;/&gt;&lt;Image&gt;&lt;filename val=&quot;C:\Users\sanmi\Documents\My Adobe Presentations\ece552f2019-ISAAdvanced\data\asimages\{223CFBB8-7E18-424C-BABB-9924084F21C0}.png&quot;/&gt;&lt;left val=&quot;385&quot;/&gt;&lt;top val=&quot;38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1F37512-F4B2-4632-AAF3-D5F5287BC5D4}&quot;/&gt;&lt;isInvalidForFieldText val=&quot;0&quot;/&gt;&lt;Image&gt;&lt;filename val=&quot;C:\Users\sanmi\Documents\My Adobe Presentations\ece552f2019-ISAAdvanced\data\asimages\{E1F37512-F4B2-4632-AAF3-D5F5287BC5D4}.png&quot;/&gt;&lt;left val=&quot;208&quot;/&gt;&lt;top val=&quot;384&quot;/&gt;&lt;width val=&quot;178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9BE4D8B-D09B-40DB-AAEB-9E878C4FAF1A}&quot;/&gt;&lt;isInvalidForFieldText val=&quot;1&quot;/&gt;&lt;Image&gt;&lt;filename val=&quot;C:\Users\sanmi\Documents\My Adobe Presentations\ece552f2019-ISAAdvanced\data\asimages\{49BE4D8B-D09B-40DB-AAEB-9E878C4FAF1A}_26_S.png&quot;/&gt;&lt;left val=&quot;400&quot;/&gt;&lt;top val=&quot;368&quot;/&gt;&lt;width val=&quot;35&quot;/&gt;&lt;height val=&quot;34&quot;/&gt;&lt;hasText val=&quot;0&quot;/&gt;&lt;/Image&gt;&lt;Image&gt;&lt;filename val=&quot;C:\Users\sanmi\Documents\My Adobe Presentations\ece552f2019-ISAAdvanced\data\asimages\{49BE4D8B-D09B-40DB-AAEB-9E878C4FAF1A}_26_T.png&quot;/&gt;&lt;left val=&quot;400&quot;/&gt;&lt;top val=&quot;368&quot;/&gt;&lt;width val=&quot;34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9236617-9FE5-4F27-9F99-D5FBDA3C67DA}&quot;/&gt;&lt;isInvalidForFieldText val=&quot;1&quot;/&gt;&lt;Image&gt;&lt;filename val=&quot;C:\Users\sanmi\Documents\My Adobe Presentations\ece552f2019-ISAAdvanced\data\asimages\{99236617-9FE5-4F27-9F99-D5FBDA3C67DA}_26_S.png&quot;/&gt;&lt;left val=&quot;433&quot;/&gt;&lt;top val=&quot;384&quot;/&gt;&lt;width val=&quot;2&quot;/&gt;&lt;height val=&quot;1&quot;/&gt;&lt;hasText val=&quot;0&quot;/&gt;&lt;/Image&gt;&lt;Image&gt;&lt;filename val=&quot;C:\Users\sanmi\Documents\My Adobe Presentations\ece552f2019-ISAAdvanced\data\asimages\{99236617-9FE5-4F27-9F99-D5FBDA3C67DA}_2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82C3937-B613-46FD-B34F-119499529710}&quot;/&gt;&lt;isInvalidForFieldText val=&quot;0&quot;/&gt;&lt;Image&gt;&lt;filename val=&quot;C:\Users\sanmi\Documents\My Adobe Presentations\ece552f2019-ISAAdvanced\data\asimages\{D82C3937-B613-46FD-B34F-119499529710}.png&quot;/&gt;&lt;left val=&quot;417&quot;/&gt;&lt;top val=&quot;375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D9562F8-5F4F-4097-BE0B-39FEBBFE036E}&quot;/&gt;&lt;isInvalidForFieldText val=&quot;0&quot;/&gt;&lt;Image&gt;&lt;filename val=&quot;C:\Users\sanmi\Documents\My Adobe Presentations\ece552f2019-ISAAdvanced\data\asimages\{DD9562F8-5F4F-4097-BE0B-39FEBBFE036E}.png&quot;/&gt;&lt;left val=&quot;417&quot;/&gt;&lt;top val=&quot;39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A47D22E-234D-4304-8590-CEB5DEE60564}&quot;/&gt;&lt;isInvalidForFieldText val=&quot;0&quot;/&gt;&lt;Image&gt;&lt;filename val=&quot;C:\Users\sanmi\Documents\My Adobe Presentations\ece552f2019-ISAAdvanced\data\asimages\{8A47D22E-234D-4304-8590-CEB5DEE60564}.png&quot;/&gt;&lt;left val=&quot;417&quot;/&gt;&lt;top val=&quot;375&quot;/&gt;&lt;width val=&quot;2&quot;/&gt;&lt;height val=&quot;1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F8A3D0D-407A-455C-B3BF-A4F028B732CD}&quot;/&gt;&lt;isInvalidForFieldText val=&quot;0&quot;/&gt;&lt;Image&gt;&lt;filename val=&quot;C:\Users\sanmi\Documents\My Adobe Presentations\ece552f2019-ISAAdvanced\data\asimages\{5F8A3D0D-407A-455C-B3BF-A4F028B732CD}.png&quot;/&gt;&lt;left val=&quot;407&quot;/&gt;&lt;top val=&quot;38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7D05788-3831-4361-9EED-FE611F1D5629}&quot;/&gt;&lt;isInvalidForFieldText val=&quot;0&quot;/&gt;&lt;Image&gt;&lt;filename val=&quot;C:\Users\sanmi\Documents\My Adobe Presentations\ece552f2019-ISAAdvanced\data\asimages\{D7D05788-3831-4361-9EED-FE611F1D5629}.png&quot;/&gt;&lt;left val=&quot;426&quot;/&gt;&lt;top val=&quot;384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F3A2BB9-2060-4617-9BB7-73E2AFF2C3A1}&quot;/&gt;&lt;isInvalidForFieldText val=&quot;0&quot;/&gt;&lt;Image&gt;&lt;filename val=&quot;C:\Users\sanmi\Documents\My Adobe Presentations\ece552f2019-ISAAdvanced\data\asimages\{6F3A2BB9-2060-4617-9BB7-73E2AFF2C3A1}.png&quot;/&gt;&lt;left val=&quot;407&quot;/&gt;&lt;top val=&quot;384&quot;/&gt;&lt;width val=&quot;20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4925502-3173-4A1C-A4A9-75ED9AB48C5F}&quot;/&gt;&lt;isInvalidForFieldText val=&quot;1&quot;/&gt;&lt;Image&gt;&lt;filename val=&quot;C:\Users\sanmi\Documents\My Adobe Presentations\ece552f2019-ISAAdvanced\data\asimages\{54925502-3173-4A1C-A4A9-75ED9AB48C5F}_26_S.png&quot;/&gt;&lt;left val=&quot;412&quot;/&gt;&lt;top val=&quot;354&quot;/&gt;&lt;width val=&quot;9&quot;/&gt;&lt;height val=&quot;16&quot;/&gt;&lt;hasText val=&quot;0&quot;/&gt;&lt;/Image&gt;&lt;Image&gt;&lt;filename val=&quot;C:\Users\sanmi\Documents\My Adobe Presentations\ece552f2019-ISAAdvanced\data\asimages\{54925502-3173-4A1C-A4A9-75ED9AB48C5F}_26_T.png&quot;/&gt;&lt;left val=&quot;412&quot;/&gt;&lt;top val=&quot;354&quot;/&gt;&lt;width val=&quot;9&quot;/&gt;&lt;height val=&quot;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D5726FE-66BB-43A4-B524-425E54CA241C}&quot;/&gt;&lt;isInvalidForFieldText val=&quot;1&quot;/&gt;&lt;Image&gt;&lt;filename val=&quot;C:\Users\sanmi\Documents\My Adobe Presentations\ece552f2019-ISAAdvanced\data\asimages\{7D5726FE-66BB-43A4-B524-425E54CA241C}_26_S.png&quot;/&gt;&lt;left val=&quot;413&quot;/&gt;&lt;top val=&quot;354&quot;/&gt;&lt;width val=&quot;5&quot;/&gt;&lt;height val=&quot;2&quot;/&gt;&lt;hasText val=&quot;0&quot;/&gt;&lt;/Image&gt;&lt;Image&gt;&lt;filename val=&quot;C:\Users\sanmi\Documents\My Adobe Presentations\ece552f2019-ISAAdvanced\data\asimages\{7D5726FE-66BB-43A4-B524-425E54CA241C}_26_T.png&quot;/&gt;&lt;left val=&quot;413&quot;/&gt;&lt;top val=&quot;354&quot;/&gt;&lt;width val=&quot;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52400F5-0773-41E5-8970-C81E05832A09}&quot;/&gt;&lt;isInvalidForFieldText val=&quot;1&quot;/&gt;&lt;Image&gt;&lt;filename val=&quot;C:\Users\sanmi\Documents\My Adobe Presentations\ece552f2019-ISAAdvanced\data\asimages\{A52400F5-0773-41E5-8970-C81E05832A09}_26_S.png&quot;/&gt;&lt;left val=&quot;413&quot;/&gt;&lt;top val=&quot;354&quot;/&gt;&lt;width val=&quot;8&quot;/&gt;&lt;height val=&quot;13&quot;/&gt;&lt;hasText val=&quot;0&quot;/&gt;&lt;/Image&gt;&lt;Image&gt;&lt;filename val=&quot;C:\Users\sanmi\Documents\My Adobe Presentations\ece552f2019-ISAAdvanced\data\asimages\{A52400F5-0773-41E5-8970-C81E05832A09}_26_T.png&quot;/&gt;&lt;left val=&quot;413&quot;/&gt;&lt;top val=&quot;354&quot;/&gt;&lt;width val=&quot;8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5158B41-F75F-4DE2-8948-AC7DA0E3FC46}&quot;/&gt;&lt;isInvalidForFieldText val=&quot;0&quot;/&gt;&lt;Image&gt;&lt;filename val=&quot;C:\Users\sanmi\Documents\My Adobe Presentations\ece552f2019-ISAAdvanced\data\asimages\{65158B41-F75F-4DE2-8948-AC7DA0E3FC46}.png&quot;/&gt;&lt;left val=&quot;417&quot;/&gt;&lt;top val=&quot;27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2D7E27C6-3964-4508-B11E-49C245E6AFFD}&quot;/&gt;&lt;isInvalidForFieldText val=&quot;0&quot;/&gt;&lt;Image&gt;&lt;filename val=&quot;C:\Users\sanmi\Documents\My Adobe Presentations\ece552f2019-ISAAdvanced\data\asimages\{2D7E27C6-3964-4508-B11E-49C245E6AFFD}.png&quot;/&gt;&lt;left val=&quot;417&quot;/&gt;&lt;top val=&quot;353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4E436F2-3B8F-4046-AF7D-4CE82E8809C6}&quot;/&gt;&lt;isInvalidForFieldText val=&quot;0&quot;/&gt;&lt;Image&gt;&lt;filename val=&quot;C:\Users\sanmi\Documents\My Adobe Presentations\ece552f2019-ISAAdvanced\data\asimages\{54E436F2-3B8F-4046-AF7D-4CE82E8809C6}.png&quot;/&gt;&lt;left val=&quot;417&quot;/&gt;&lt;top val=&quot;278&quot;/&gt;&lt;width val=&quot;2&quot;/&gt;&lt;height val=&quot;7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02B5F24-37DF-4C6B-9850-A612F37FB362}&quot;/&gt;&lt;isInvalidForFieldText val=&quot;1&quot;/&gt;&lt;Image&gt;&lt;filename val=&quot;C:\Users\sanmi\Documents\My Adobe Presentations\ece552f2019-ISAAdvanced\data\asimages\{302B5F24-37DF-4C6B-9850-A612F37FB362}_26_S.png&quot;/&gt;&lt;left val=&quot;519&quot;/&gt;&lt;top val=&quot;437&quot;/&gt;&lt;width val=&quot;17&quot;/&gt;&lt;height val=&quot;9&quot;/&gt;&lt;hasText val=&quot;0&quot;/&gt;&lt;/Image&gt;&lt;Image&gt;&lt;filename val=&quot;C:\Users\sanmi\Documents\My Adobe Presentations\ece552f2019-ISAAdvanced\data\asimages\{302B5F24-37DF-4C6B-9850-A612F37FB362}_26_T.png&quot;/&gt;&lt;left val=&quot;519&quot;/&gt;&lt;top val=&quot;437&quot;/&gt;&lt;width val=&quot;17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C45E49D-7277-4575-8DF1-5694304E9513}&quot;/&gt;&lt;isInvalidForFieldText val=&quot;1&quot;/&gt;&lt;Image&gt;&lt;filename val=&quot;C:\Users\sanmi\Documents\My Adobe Presentations\ece552f2019-ISAAdvanced\data\asimages\{0C45E49D-7277-4575-8DF1-5694304E9513}_26_S.png&quot;/&gt;&lt;left val=&quot;519&quot;/&gt;&lt;top val=&quot;440&quot;/&gt;&lt;width val=&quot;2&quot;/&gt;&lt;height val=&quot;5&quot;/&gt;&lt;hasText val=&quot;0&quot;/&gt;&lt;/Image&gt;&lt;Image&gt;&lt;filename val=&quot;C:\Users\sanmi\Documents\My Adobe Presentations\ece552f2019-ISAAdvanced\data\asimages\{0C45E49D-7277-4575-8DF1-5694304E9513}_26_T.png&quot;/&gt;&lt;left val=&quot;519&quot;/&gt;&lt;top val=&quot;440&quot;/&gt;&lt;width val=&quot;2&quot;/&gt;&lt;height val=&quot;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9CE4D32-0AE9-438F-8D28-B8BD66F34275}&quot;/&gt;&lt;isInvalidForFieldText val=&quot;1&quot;/&gt;&lt;Image&gt;&lt;filename val=&quot;C:\Users\sanmi\Documents\My Adobe Presentations\ece552f2019-ISAAdvanced\data\asimages\{C9CE4D32-0AE9-438F-8D28-B8BD66F34275}_26_S.png&quot;/&gt;&lt;left val=&quot;519&quot;/&gt;&lt;top val=&quot;437&quot;/&gt;&lt;width val=&quot;14&quot;/&gt;&lt;height val=&quot;8&quot;/&gt;&lt;hasText val=&quot;0&quot;/&gt;&lt;/Image&gt;&lt;Image&gt;&lt;filename val=&quot;C:\Users\sanmi\Documents\My Adobe Presentations\ece552f2019-ISAAdvanced\data\asimages\{C9CE4D32-0AE9-438F-8D28-B8BD66F34275}_26_T.png&quot;/&gt;&lt;left val=&quot;519&quot;/&gt;&lt;top val=&quot;437&quot;/&gt;&lt;width val=&quot;14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5B8B5BC-2F62-480A-A350-2EBF7730B7D5}&quot;/&gt;&lt;isInvalidForFieldText val=&quot;0&quot;/&gt;&lt;Image&gt;&lt;filename val=&quot;C:\Users\sanmi\Documents\My Adobe Presentations\ece552f2019-ISAAdvanced\data\asimages\{85B8B5BC-2F62-480A-A350-2EBF7730B7D5}.png&quot;/&gt;&lt;left val=&quot;417&quot;/&gt;&lt;top val=&quot;400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563C671-2DC6-4482-93B9-CFCBFFD78FC7}&quot;/&gt;&lt;isInvalidForFieldText val=&quot;0&quot;/&gt;&lt;Image&gt;&lt;filename val=&quot;C:\Users\sanmi\Documents\My Adobe Presentations\ece552f2019-ISAAdvanced\data\asimages\{F563C671-2DC6-4482-93B9-CFCBFFD78FC7}.png&quot;/&gt;&lt;left val=&quot;417&quot;/&gt;&lt;top val=&quot;400&quot;/&gt;&lt;width val=&quot;2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F0CE0F3-AFAB-4353-817F-FFA65C43747B}&quot;/&gt;&lt;isInvalidForFieldText val=&quot;0&quot;/&gt;&lt;Image&gt;&lt;filename val=&quot;C:\Users\sanmi\Documents\My Adobe Presentations\ece552f2019-ISAAdvanced\data\asimages\{8F0CE0F3-AFAB-4353-817F-FFA65C43747B}.png&quot;/&gt;&lt;left val=&quot;519&quot;/&gt;&lt;top val=&quot;44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D7214D1-6B02-40A4-8F1C-4C2D35CD8656}&quot;/&gt;&lt;isInvalidForFieldText val=&quot;0&quot;/&gt;&lt;Image&gt;&lt;filename val=&quot;C:\Users\sanmi\Documents\My Adobe Presentations\ece552f2019-ISAAdvanced\data\asimages\{CD7214D1-6B02-40A4-8F1C-4C2D35CD8656}.png&quot;/&gt;&lt;left val=&quot;417&quot;/&gt;&lt;top val=&quot;440&quot;/&gt;&lt;width val=&quot;103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65D8E0F-048F-413F-93FB-C79D5678E933}&quot;/&gt;&lt;isInvalidForFieldText val=&quot;0&quot;/&gt;&lt;Image&gt;&lt;filename val=&quot;C:\Users\sanmi\Documents\My Adobe Presentations\ece552f2019-ISAAdvanced\data\asimages\{165D8E0F-048F-413F-93FB-C79D5678E933}.png&quot;/&gt;&lt;left val=&quot;533&quot;/&gt;&lt;top val=&quot;394&quot;/&gt;&lt;width val=&quot;1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2C6967B-6B81-45FD-98B3-5149E2AA345C}&quot;/&gt;&lt;isInvalidForFieldText val=&quot;0&quot;/&gt;&lt;Image&gt;&lt;filename val=&quot;C:\Users\sanmi\Documents\My Adobe Presentations\ece552f2019-ISAAdvanced\data\asimages\{52C6967B-6B81-45FD-98B3-5149E2AA345C}.png&quot;/&gt;&lt;left val=&quot;693&quot;/&gt;&lt;top val=&quot;394&quot;/&gt;&lt;width val=&quot;2&quot;/&gt;&lt;height val=&quot;11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E0218A1-22C8-45DB-B568-EE3611E712A6}&quot;/&gt;&lt;isInvalidForFieldText val=&quot;0&quot;/&gt;&lt;Image&gt;&lt;filename val=&quot;C:\Users\sanmi\Documents\My Adobe Presentations\ece552f2019-ISAAdvanced\data\asimages\{CE0218A1-22C8-45DB-B568-EE3611E712A6}.png&quot;/&gt;&lt;left val=&quot;533&quot;/&gt;&lt;top val=&quot;508&quot;/&gt;&lt;width val=&quot;1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4E2DC0D-2FA9-4448-8248-2B6A5CB5200F}&quot;/&gt;&lt;isInvalidForFieldText val=&quot;0&quot;/&gt;&lt;Image&gt;&lt;filename val=&quot;C:\Users\sanmi\Documents\My Adobe Presentations\ece552f2019-ISAAdvanced\data\asimages\{34E2DC0D-2FA9-4448-8248-2B6A5CB5200F}.png&quot;/&gt;&lt;left val=&quot;533&quot;/&gt;&lt;top val=&quot;394&quot;/&gt;&lt;width val=&quot;2&quot;/&gt;&lt;height val=&quot;11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966C5DE-8B91-4BD3-9B22-45D5699AF1F7}&quot;/&gt;&lt;isInvalidForFieldText val=&quot;0&quot;/&gt;&lt;Image&gt;&lt;filename val=&quot;C:\Users\sanmi\Documents\My Adobe Presentations\ece552f2019-ISAAdvanced\data\asimages\{1966C5DE-8B91-4BD3-9B22-45D5699AF1F7}.png&quot;/&gt;&lt;left val=&quot;533&quot;/&gt;&lt;top val=&quot;429&quot;/&gt;&lt;width val=&quot;161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255793-4380-429A-808D-A200A258E4F0}&quot;/&gt;&lt;isInvalidForFieldText val=&quot;0&quot;/&gt;&lt;Image&gt;&lt;filename val=&quot;C:\Users\sanmi\Documents\My Adobe Presentations\ece552f2019-ISAAdvanced\data\asimages\{A4255793-4380-429A-808D-A200A258E4F0}.png&quot;/&gt;&lt;left val=&quot;533&quot;/&gt;&lt;top val=&quot;429&quot;/&gt;&lt;width val=&quot;162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18F80CB-CBF6-4F82-9D4B-6CA4972D2096}&quot;/&gt;&lt;isInvalidForFieldText val=&quot;0&quot;/&gt;&lt;Image&gt;&lt;filename val=&quot;C:\Users\sanmi\Documents\My Adobe Presentations\ece552f2019-ISAAdvanced\data\asimages\{318F80CB-CBF6-4F82-9D4B-6CA4972D2096}.png&quot;/&gt;&lt;left val=&quot;693&quot;/&gt;&lt;top val=&quot;429&quot;/&gt;&lt;width val=&quot;2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ACA701B-76D0-40E7-8027-EB3008BC63CC}&quot;/&gt;&lt;isInvalidForFieldText val=&quot;0&quot;/&gt;&lt;Image&gt;&lt;filename val=&quot;C:\Users\sanmi\Documents\My Adobe Presentations\ece552f2019-ISAAdvanced\data\asimages\{FACA701B-76D0-40E7-8027-EB3008BC63CC}.png&quot;/&gt;&lt;left val=&quot;533&quot;/&gt;&lt;top val=&quot;452&quot;/&gt;&lt;width val=&quot;1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7793EDF-6E82-4E81-91BF-2035F9662669}&quot;/&gt;&lt;isInvalidForFieldText val=&quot;0&quot;/&gt;&lt;Image&gt;&lt;filename val=&quot;C:\Users\sanmi\Documents\My Adobe Presentations\ece552f2019-ISAAdvanced\data\asimages\{B7793EDF-6E82-4E81-91BF-2035F9662669}.png&quot;/&gt;&lt;left val=&quot;533&quot;/&gt;&lt;top val=&quot;429&quot;/&gt;&lt;width val=&quot;2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778EBE1-6A53-4178-AF6F-9A417E5D49A6}_26.png&quot;/&gt;&lt;left val=&quot;539&quot;/&gt;&lt;top val=&quot;354&quot;/&gt;&lt;width val=&quot;11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ED8590C-A84E-48DB-9C93-0F7D518CBA8C}_26.png&quot;/&gt;&lt;left val=&quot;412&quot;/&gt;&lt;top val=&quot;400&quot;/&gt;&lt;width val=&quot;11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BD8802B-A97C-415D-BBD1-BA3173CBBF70}_26.png&quot;/&gt;&lt;left val=&quot;413&quot;/&gt;&lt;top val=&quot;438&quot;/&gt;&lt;width val=&quot;10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F273CEA-E54B-491A-88E1-CC3D8B1347B4}&quot;/&gt;&lt;isInvalidForFieldText val=&quot;1&quot;/&gt;&lt;Image&gt;&lt;filename val=&quot;C:\Users\sanmi\Documents\My Adobe Presentations\ece552f2019-ISAAdvanced\data\asimages\{2F273CEA-E54B-491A-88E1-CC3D8B1347B4}_26_S.png&quot;/&gt;&lt;left val=&quot;89&quot;/&gt;&lt;top val=&quot;328&quot;/&gt;&lt;width val=&quot;14&quot;/&gt;&lt;height val=&quot;8&quot;/&gt;&lt;hasText val=&quot;0&quot;/&gt;&lt;/Image&gt;&lt;Image&gt;&lt;filename val=&quot;C:\Users\sanmi\Documents\My Adobe Presentations\ece552f2019-ISAAdvanced\data\asimages\{2F273CEA-E54B-491A-88E1-CC3D8B1347B4}_26_T.png&quot;/&gt;&lt;left val=&quot;89&quot;/&gt;&lt;top val=&quot;328&quot;/&gt;&lt;width val=&quot;14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801D96F-B22B-45D7-B3C3-C59149F24EC1}&quot;/&gt;&lt;isInvalidForFieldText val=&quot;1&quot;/&gt;&lt;Image&gt;&lt;filename val=&quot;C:\Users\sanmi\Documents\My Adobe Presentations\ece552f2019-ISAAdvanced\data\asimages\{D801D96F-B22B-45D7-B3C3-C59149F24EC1}_26_S.png&quot;/&gt;&lt;left val=&quot;89&quot;/&gt;&lt;top val=&quot;331&quot;/&gt;&lt;width val=&quot;2&quot;/&gt;&lt;height val=&quot;4&quot;/&gt;&lt;hasText val=&quot;0&quot;/&gt;&lt;/Image&gt;&lt;Image&gt;&lt;filename val=&quot;C:\Users\sanmi\Documents\My Adobe Presentations\ece552f2019-ISAAdvanced\data\asimages\{D801D96F-B22B-45D7-B3C3-C59149F24EC1}_26_T.png&quot;/&gt;&lt;left val=&quot;89&quot;/&gt;&lt;top val=&quot;331&quot;/&gt;&lt;width val=&quot;2&quot;/&gt;&lt;height val=&quot;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70B0057-AB2B-480A-83C5-E5EFA523084D}&quot;/&gt;&lt;isInvalidForFieldText val=&quot;1&quot;/&gt;&lt;Image&gt;&lt;filename val=&quot;C:\Users\sanmi\Documents\My Adobe Presentations\ece552f2019-ISAAdvanced\data\asimages\{A70B0057-AB2B-480A-83C5-E5EFA523084D}_26_S.png&quot;/&gt;&lt;left val=&quot;89&quot;/&gt;&lt;top val=&quot;328&quot;/&gt;&lt;width val=&quot;14&quot;/&gt;&lt;height val=&quot;7&quot;/&gt;&lt;hasText val=&quot;0&quot;/&gt;&lt;/Image&gt;&lt;Image&gt;&lt;filename val=&quot;C:\Users\sanmi\Documents\My Adobe Presentations\ece552f2019-ISAAdvanced\data\asimages\{A70B0057-AB2B-480A-83C5-E5EFA523084D}_26_T.png&quot;/&gt;&lt;left val=&quot;89&quot;/&gt;&lt;top val=&quot;328&quot;/&gt;&lt;width val=&quot;14&quot;/&gt;&lt;height val=&quot;6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A4D393-FAAC-4509-8651-E3F4941C5C5A}&quot;/&gt;&lt;isInvalidForFieldText val=&quot;0&quot;/&gt;&lt;Image&gt;&lt;filename val=&quot;C:\Users\sanmi\Documents\My Adobe Presentations\ece552f2019-ISAAdvanced\data\asimages\{6DA4D393-FAAC-4509-8651-E3F4941C5C5A}.png&quot;/&gt;&lt;left val=&quot;56&quot;/&gt;&lt;top val=&quot;368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87200B79-4E79-457B-A142-00FCFB4DDEB4}&quot;/&gt;&lt;isInvalidForFieldText val=&quot;0&quot;/&gt;&lt;Image&gt;&lt;filename val=&quot;C:\Users\sanmi\Documents\My Adobe Presentations\ece552f2019-ISAAdvanced\data\asimages\{87200B79-4E79-457B-A142-00FCFB4DDEB4}.png&quot;/&gt;&lt;left val=&quot;56&quot;/&gt;&lt;top val=&quot;331&quot;/&gt;&lt;width val=&quot;2&quot;/&gt;&lt;height val=&quot;3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78AA25D-C8F9-4401-84A2-05A34921D206}&quot;/&gt;&lt;isInvalidForFieldText val=&quot;0&quot;/&gt;&lt;Image&gt;&lt;filename val=&quot;C:\Users\sanmi\Documents\My Adobe Presentations\ece552f2019-ISAAdvanced\data\asimages\{C78AA25D-C8F9-4401-84A2-05A34921D206}.png&quot;/&gt;&lt;left val=&quot;89&quot;/&gt;&lt;top val=&quot;331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FF2C906-AEE5-4594-95C4-0B00F8E4D2E7}&quot;/&gt;&lt;isInvalidForFieldText val=&quot;0&quot;/&gt;&lt;Image&gt;&lt;filename val=&quot;C:\Users\sanmi\Documents\My Adobe Presentations\ece552f2019-ISAAdvanced\data\asimages\{EFF2C906-AEE5-4594-95C4-0B00F8E4D2E7}.png&quot;/&gt;&lt;left val=&quot;56&quot;/&gt;&lt;top val=&quot;331&quot;/&gt;&lt;width val=&quot;34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6F32468-8A0A-4E11-A14B-2C9549D0F983}_26.png&quot;/&gt;&lt;left val=&quot;16&quot;/&gt;&lt;top val=&quot;362&quot;/&gt;&lt;width val=&quot;9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2903996-DBEF-4912-8268-47E9757E3904}&quot;/&gt;&lt;isInvalidForFieldText val=&quot;0&quot;/&gt;&lt;Image&gt;&lt;filename val=&quot;C:\Users\sanmi\Documents\My Adobe Presentations\ece552f2019-ISAAdvanced\data\asimages\{52903996-DBEF-4912-8268-47E9757E3904}.png&quot;/&gt;&lt;left val=&quot;56&quot;/&gt;&lt;top val=&quot;399&quot;/&gt;&lt;width val=&quot;2&quot;/&gt;&lt;height val=&quot;1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C898EC7-3C37-4BF9-AC0D-5E133B606241}&quot;/&gt;&lt;isInvalidForFieldText val=&quot;0&quot;/&gt;&lt;Image&gt;&lt;filename val=&quot;C:\Users\sanmi\Documents\My Adobe Presentations\ece552f2019-ISAAdvanced\data\asimages\{6C898EC7-3C37-4BF9-AC0D-5E133B606241}.png&quot;/&gt;&lt;left val=&quot;56&quot;/&gt;&lt;top val=&quot;399&quot;/&gt;&lt;width val=&quot;2&quot;/&gt;&lt;height val=&quot;4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1A1E1039-8924-4BFA-874E-E3876FAC0E73}&quot;/&gt;&lt;isInvalidForFieldText val=&quot;0&quot;/&gt;&lt;Image&gt;&lt;filename val=&quot;C:\Users\sanmi\Documents\My Adobe Presentations\ece552f2019-ISAAdvanced\data\asimages\{1A1E1039-8924-4BFA-874E-E3876FAC0E73}.png&quot;/&gt;&lt;left val=&quot;416&quot;/&gt;&lt;top val=&quot;440&quot;/&gt;&lt;width val=&quot;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DC035460-9F48-4948-9599-4AC2E5081EE8}&quot;/&gt;&lt;isInvalidForFieldText val=&quot;0&quot;/&gt;&lt;Image&gt;&lt;filename val=&quot;C:\Users\sanmi\Documents\My Adobe Presentations\ece552f2019-ISAAdvanced\data\asimages\{DC035460-9F48-4948-9599-4AC2E5081EE8}.png&quot;/&gt;&lt;left val=&quot;56&quot;/&gt;&lt;top val=&quot;440&quot;/&gt;&lt;width val=&quot;361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A43E2AE7-6292-4760-80D3-1410E0544F2A}&quot;/&gt;&lt;isInvalidForFieldText val=&quot;0&quot;/&gt;&lt;Image&gt;&lt;filename val=&quot;C:\Users\sanmi\Documents\My Adobe Presentations\ece552f2019-ISAAdvanced\data\asimages\{A43E2AE7-6292-4760-80D3-1410E0544F2A}.png&quot;/&gt;&lt;left val=&quot;23&quot;/&gt;&lt;top val=&quot;368&quot;/&gt;&lt;width val=&quot;76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E05DBA03-1E07-4D8C-B49C-D9B98663D4FC}&quot;/&gt;&lt;isInvalidForFieldText val=&quot;0&quot;/&gt;&lt;Image&gt;&lt;filename val=&quot;C:\Users\sanmi\Documents\My Adobe Presentations\ece552f2019-ISAAdvanced\data\asimages\{E05DBA03-1E07-4D8C-B49C-D9B98663D4FC}.png&quot;/&gt;&lt;left val=&quot;97&quot;/&gt;&lt;top val=&quot;368&quot;/&gt;&lt;width val=&quot;2&quot;/&gt;&lt;height val=&quot;3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B9D4170-2AD7-4F99-8487-CC1BD5BEFAD4}&quot;/&gt;&lt;isInvalidForFieldText val=&quot;0&quot;/&gt;&lt;Image&gt;&lt;filename val=&quot;C:\Users\sanmi\Documents\My Adobe Presentations\ece552f2019-ISAAdvanced\data\asimages\{BB9D4170-2AD7-4F99-8487-CC1BD5BEFAD4}.png&quot;/&gt;&lt;left val=&quot;23&quot;/&gt;&lt;top val=&quot;399&quot;/&gt;&lt;width val=&quot;75&quot;/&gt;&lt;height val=&quot;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B983B5C2-17EA-4AF5-B6F9-9E89B03C52A9}&quot;/&gt;&lt;isInvalidForFieldText val=&quot;0&quot;/&gt;&lt;Image&gt;&lt;filename val=&quot;C:\Users\sanmi\Documents\My Adobe Presentations\ece552f2019-ISAAdvanced\data\asimages\{B983B5C2-17EA-4AF5-B6F9-9E89B03C52A9}.png&quot;/&gt;&lt;left val=&quot;23&quot;/&gt;&lt;top val=&quot;368&quot;/&gt;&lt;width val=&quot;2&quot;/&gt;&lt;height val=&quot;3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46E1328-E3B6-4DDC-B456-3BB6090F09D5}&quot;/&gt;&lt;isInvalidForFieldText val=&quot;1&quot;/&gt;&lt;Image&gt;&lt;filename val=&quot;C:\Users\sanmi\Documents\My Adobe Presentations\ece552f2019-ISAAdvanced\data\asimages\{646E1328-E3B6-4DDC-B456-3BB6090F09D5}_26_S.png&quot;/&gt;&lt;left val=&quot;414&quot;/&gt;&lt;top val=&quot;437&quot;/&gt;&lt;width val=&quot;7&quot;/&gt;&lt;height val=&quot;8&quot;/&gt;&lt;hasText val=&quot;0&quot;/&gt;&lt;/Image&gt;&lt;Image&gt;&lt;filename val=&quot;C:\Users\sanmi\Documents\My Adobe Presentations\ece552f2019-ISAAdvanced\data\asimages\{646E1328-E3B6-4DDC-B456-3BB6090F09D5}_26_T.png&quot;/&gt;&lt;left val=&quot;414&quot;/&gt;&lt;top val=&quot;437&quot;/&gt;&lt;width val=&quot;7&quot;/&gt;&lt;height val=&quot;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5DE2009-3E2B-4EB8-9E5C-097A8C832761}&quot;/&gt;&lt;isInvalidForFieldText val=&quot;1&quot;/&gt;&lt;Image&gt;&lt;filename val=&quot;C:\Users\sanmi\Documents\My Adobe Presentations\ece552f2019-ISAAdvanced\data\asimages\{F5DE2009-3E2B-4EB8-9E5C-097A8C832761}_26_S.png&quot;/&gt;&lt;left val=&quot;414&quot;/&gt;&lt;top val=&quot;437&quot;/&gt;&lt;width val=&quot;8&quot;/&gt;&lt;height val=&quot;9&quot;/&gt;&lt;hasText val=&quot;0&quot;/&gt;&lt;/Image&gt;&lt;Image&gt;&lt;filename val=&quot;C:\Users\sanmi\Documents\My Adobe Presentations\ece552f2019-ISAAdvanced\data\asimages\{F5DE2009-3E2B-4EB8-9E5C-097A8C832761}_26_T.png&quot;/&gt;&lt;left val=&quot;414&quot;/&gt;&lt;top val=&quot;437&quot;/&gt;&lt;width val=&quot;8&quot;/&gt;&lt;height val=&quot;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84831F3-894F-4186-8006-74145B10288C}&quot;/&gt;&lt;isInvalidForFieldText val=&quot;1&quot;/&gt;&lt;Image&gt;&lt;filename val=&quot;C:\Users\sanmi\Documents\My Adobe Presentations\ece552f2019-ISAAdvanced\data\asimages\{B84831F3-894F-4186-8006-74145B10288C}_26_S.png&quot;/&gt;&lt;left val=&quot;420&quot;/&gt;&lt;top val=&quot;440&quot;/&gt;&lt;width val=&quot;2&quot;/&gt;&lt;height val=&quot;1&quot;/&gt;&lt;hasText val=&quot;0&quot;/&gt;&lt;/Image&gt;&lt;Image&gt;&lt;filename val=&quot;C:\Users\sanmi\Documents\My Adobe Presentations\ece552f2019-ISAAdvanced\data\asimages\{B84831F3-894F-4186-8006-74145B10288C}_26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0130F8B-9D98-4E1E-9260-0B780A7CA871}_2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7,823094756,C:\Users\sanmi\GoogleDrive\UWMdrive\Courses\ECE552\ece552-lec03_ISAAdvanced_pptx\Media.ppcx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1A4EF6E-322E-4214-A060-4D6C5B389338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ISAAdvanced\data\asimages\{BA67BE82-4C80-4073-AE25-06487A279C82}_1.png_crop.png&quot;/&gt;&lt;left val=&quot;42&quot;/&gt;&lt;top val=&quot;135&quot;/&gt;&lt;width val=&quot;221&quot;/&gt;&lt;height val=&quot;24&quot;/&gt;&lt;hasText val=&quot;1&quot;/&gt;&lt;paraId val=&quot;1&quot;/&gt;&lt;/Image&gt;&lt;Image&gt;&lt;filename val=&quot;C:\Users\sanmi\Documents\My Adobe Presentations\ece552f2019-ISAAdvanced\data\asimages\{18B0312F-271A-491F-BDA9-B67027AEFC55}_1.png_crop.png&quot;/&gt;&lt;left val=&quot;56&quot;/&gt;&lt;top val=&quot;176&quot;/&gt;&lt;width val=&quot;133&quot;/&gt;&lt;height val=&quot;23&quot;/&gt;&lt;hasText val=&quot;1&quot;/&gt;&lt;paraId val=&quot;2&quot;/&gt;&lt;/Image&gt;&lt;Image&gt;&lt;filename val=&quot;C:\Users\sanmi\Documents\My Adobe Presentations\ece552f2019-ISAAdvanced\data\asimages\{E71E0372-1FC2-4A31-A6AD-E031CDA365EA}_1.png_crop.png&quot;/&gt;&lt;left val=&quot;42&quot;/&gt;&lt;top val=&quot;215&quot;/&gt;&lt;width val=&quot;277&quot;/&gt;&lt;height val=&quot;25&quot;/&gt;&lt;hasText val=&quot;1&quot;/&gt;&lt;paraId val=&quot;3&quot;/&gt;&lt;/Image&gt;&lt;Image&gt;&lt;filename val=&quot;C:\Users\sanmi\Documents\My Adobe Presentations\ece552f2019-ISAAdvanced\data\asimages\{5FD7CD24-132A-49FF-A7A5-098E00D802DF}_1.png_crop.png&quot;/&gt;&lt;left val=&quot;43&quot;/&gt;&lt;top val=&quot;257&quot;/&gt;&lt;width val=&quot;544&quot;/&gt;&lt;height val=&quot;24&quot;/&gt;&lt;hasText val=&quot;1&quot;/&gt;&lt;paraId val=&quot;4&quot;/&gt;&lt;/Image&gt;&lt;Image&gt;&lt;filename val=&quot;C:\Users\sanmi\Documents\My Adobe Presentations\ece552f2019-ISAAdvanced\data\asimages\{38D16E8C-0FB3-42AB-8EB9-D7AC06C5EE8B}_1.png_crop.png&quot;/&gt;&lt;left val=&quot;71&quot;/&gt;&lt;top val=&quot;295&quot;/&gt;&lt;width val=&quot;482&quot;/&gt;&lt;height val=&quot;26&quot;/&gt;&lt;hasText val=&quot;1&quot;/&gt;&lt;paraId val=&quot;5&quot;/&gt;&lt;/Image&gt;&lt;Image&gt;&lt;filename val=&quot;C:\Users\sanmi\Documents\My Adobe Presentations\ece552f2019-ISAAdvanced\data\asimages\{7F1535EF-196E-4474-AD5A-033EE9D332A2}_1.png_crop.png&quot;/&gt;&lt;left val=&quot;71&quot;/&gt;&lt;top val=&quot;336&quot;/&gt;&lt;width val=&quot;441&quot;/&gt;&lt;height val=&quot;25&quot;/&gt;&lt;hasText val=&quot;1&quot;/&gt;&lt;paraId val=&quot;6&quot;/&gt;&lt;/Image&gt;&lt;Image&gt;&lt;filename val=&quot;C:\Users\sanmi\Documents\My Adobe Presentations\ece552f2019-ISAAdvanced\data\asimages\{F006CB96-6BCC-40CC-8036-DA136A8E3E4E}_1.png_crop.png&quot;/&gt;&lt;left val=&quot;71&quot;/&gt;&lt;top val=&quot;376&quot;/&gt;&lt;width val=&quot;180&quot;/&gt;&lt;height val=&quot;25&quot;/&gt;&lt;hasText val=&quot;1&quot;/&gt;&lt;paraId val=&quot;7&quot;/&gt;&lt;/Image&gt;&lt;Image&gt;&lt;filename val=&quot;C:\Users\sanmi\Documents\My Adobe Presentations\ece552f2019-ISAAdvanced\data\asimages\{4F3CECCB-C3CD-4132-AB66-98DC63843A17}_1.png_crop.png&quot;/&gt;&lt;left val=&quot;683&quot;/&gt;&lt;top val=&quot;482&quot;/&gt;&lt;width val=&quot;0&quot;/&gt;&lt;height val=&quot;0&quot;/&gt;&lt;hasText val=&quot;1&quot;/&gt;&lt;paraId val=&quot;8&quot;/&gt;&lt;/Image&gt;&lt;Image&gt;&lt;filename val=&quot;C:\Users\sanmi\Documents\My Adobe Presentations\ece552f2019-ISAAdvanced\data\asimages\{6AAD1B3D-A692-410B-8354-F3793CB651AD}_1.png_crop.png&quot;/&gt;&lt;left val=&quot;44&quot;/&gt;&lt;top val=&quot;438&quot;/&gt;&lt;width val=&quot;255&quot;/&gt;&lt;height val=&quot;19&quot;/&gt;&lt;hasText val=&quot;1&quot;/&gt;&lt;paraId val=&quot;9&quot;/&gt;&lt;/Image&gt;&lt;Image&gt;&lt;filename val=&quot;C:\Users\sanmi\Documents\My Adobe Presentations\ece552f2019-ISAAdvanced\data\asimages\{26ED57ED-575E-4105-9562-6AF0F9A0CDED}_1.png_crop.png&quot;/&gt;&lt;left val=&quot;43&quot;/&gt;&lt;top val=&quot;475&quot;/&gt;&lt;width val=&quot;529&quot;/&gt;&lt;height val=&quot;22&quot;/&gt;&lt;hasText val=&quot;1&quot;/&gt;&lt;paraId val=&quot;10&quot;/&gt;&lt;/Image&gt;&lt;/TextEffect&gt;"/>
  <p:tag name="PRESENTER_SHAPETEXTINFO" val="&lt;ShapeTextInfo&gt;&lt;TableIndex row=&quot;-1&quot; col=&quot;-1&quot;&gt;&lt;linesCount val=&quot;10&quot;/&gt;&lt;lineCharCount val=&quot;24&quot;/&gt;&lt;lineCharCount val=&quot;15&quot;/&gt;&lt;lineCharCount val=&quot;27&quot;/&gt;&lt;lineCharCount val=&quot;38&quot;/&gt;&lt;lineCharCount val=&quot;36&quot;/&gt;&lt;lineCharCount val=&quot;36&quot;/&gt;&lt;lineCharCount val=&quot;18&quot;/&gt;&lt;lineCharCount val=&quot;1&quot;/&gt;&lt;lineCharCount val=&quot;24&quot;/&gt;&lt;lineCharCount val=&quot;54&quot;/&gt;&lt;/TableIndex&gt;&lt;/ShapeTextInfo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FEC9C82F-42E8-4D57-8934-3FD981940D44}_2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  <p:tag name="PPSNARRATION" val="28,823094756,C:\Users\sanmi\GoogleDrive\UWMdrive\Courses\ECE552\ece552-lec03_ISAAdvanced_pptx\Media.ppcx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20FA281-E6A3-4308-870B-50206816DBF4}_2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E027E94-A8E8-446D-B5F8-745090718422}_28.png&quot;/&gt;&lt;left val=&quot;27&quot;/&gt;&lt;top val=&quot;96&quot;/&gt;&lt;width val=&quot;660&quot;/&gt;&lt;height val=&quot;386&quot;/&gt;&lt;hasText val=&quot;1&quot;/&gt;&lt;/Image&gt;&lt;/ThreeDShapeInfo&gt;"/>
  <p:tag name="PRESENTER_SHAPETEXTINFO" val="&lt;ShapeTextInfo&gt;&lt;TableIndex row=&quot;-1&quot; col=&quot;-1&quot;&gt;&lt;linesCount val=&quot;8&quot;/&gt;&lt;lineCharCount val=&quot;38&quot;/&gt;&lt;lineCharCount val=&quot;49&quot;/&gt;&lt;lineCharCount val=&quot;16&quot;/&gt;&lt;lineCharCount val=&quot;52&quot;/&gt;&lt;lineCharCount val=&quot;29&quot;/&gt;&lt;lineCharCount val=&quot;21&quot;/&gt;&lt;lineCharCount val=&quot;24&quot;/&gt;&lt;lineCharCount val=&quot;56&quot;/&gt;&lt;/TableIndex&gt;&lt;/ShapeTextInfo&gt;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19EDB06-7A56-43D5-816F-9E13771B95AD}_2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9,823094756,C:\Users\sanmi\GoogleDrive\UWMdrive\Courses\ECE552\ece552-lec03_ISAAdvanced_pptx\Media.ppcx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3C1E9AD-F409-4EF3-847E-D0A352C0EBE3}_2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E2A62D2-227E-4B94-B531-5A1E095EFCF6}_29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34&quot;/&gt;&lt;lineCharCount val=&quot;25&quot;/&gt;&lt;lineCharCount val=&quot;18&quot;/&gt;&lt;lineCharCount val=&quot;2&quot;/&gt;&lt;lineCharCount val=&quot;34&quot;/&gt;&lt;lineCharCount val=&quot;34&quot;/&gt;&lt;lineCharCount val=&quot;38&quot;/&gt;&lt;/TableIndex&gt;&lt;/ShapeTextInfo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4FDC59F-3B70-41AF-8BEA-0DC7968AB167}_2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72D6076-6265-49F8-BF76-C993FD66771B}_29.png&quot;/&gt;&lt;left val=&quot;152&quot;/&gt;&lt;top val=&quot;376&quot;/&gt;&lt;width val=&quot;176&quot;/&gt;&lt;height val=&quot;140&quot;/&gt;&lt;hasText val=&quot;1&quot;/&gt;&lt;/Image&gt;&lt;/ThreeDShapeInfo&gt;"/>
  <p:tag name="PRESENTER_SHAPETEXTINFO" val="&lt;ShapeTextInfo&gt;&lt;TableIndex row=&quot;1&quot; col=&quot;1&quot;&gt;&lt;linesCount val=&quot;1&quot;/&gt;&lt;lineCharCount val=&quot;13&quot;/&gt;&lt;/TableIndex&gt;&lt;TableIndex row=&quot;1&quot; col=&quot;2&quot;&gt;&lt;linesCount val=&quot;1&quot;/&gt;&lt;lineCharCount val=&quot;13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4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4&quot;/&gt;&lt;/TableIndex&gt;&lt;TableIndex row=&quot;4&quot; col=&quot;1&quot;&gt;&lt;linesCount val=&quot;1&quot;/&gt;&lt;lineCharCount val=&quot;7&quot;/&gt;&lt;/TableIndex&gt;&lt;TableIndex row=&quot;4&quot; col=&quot;2&quot;&gt;&lt;linesCount val=&quot;1&quot;/&gt;&lt;lineCharCount val=&quot;4&quot;/&gt;&lt;/TableIndex&gt;&lt;TableIndex row=&quot;5&quot; col=&quot;1&quot;&gt;&lt;linesCount val=&quot;1&quot;/&gt;&lt;lineCharCount val=&quot;7&quot;/&gt;&lt;/TableIndex&gt;&lt;TableIndex row=&quot;5&quot; col=&quot;2&quot;&gt;&lt;linesCount val=&quot;1&quot;/&gt;&lt;lineCharCount val=&quot;4&quot;/&gt;&lt;/TableIndex&gt;&lt;/ShapeTextInfo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237D217-2F59-48A6-B12B-E4B1D5D485AC}_29.png&quot;/&gt;&lt;left val=&quot;375&quot;/&gt;&lt;top val=&quot;376&quot;/&gt;&lt;width val=&quot;176&quot;/&gt;&lt;height val=&quot;140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2&quot; col=&quot;1&quot;&gt;&lt;linesCount val=&quot;1&quot;/&gt;&lt;lineCharCount val=&quot;7&quot;/&gt;&lt;/TableIndex&gt;&lt;TableIndex row=&quot;2&quot; col=&quot;2&quot;&gt;&lt;linesCount val=&quot;1&quot;/&gt;&lt;lineCharCount val=&quot;4&quot;/&gt;&lt;/TableIndex&gt;&lt;TableIndex row=&quot;3&quot; col=&quot;1&quot;&gt;&lt;linesCount val=&quot;1&quot;/&gt;&lt;lineCharCount val=&quot;7&quot;/&gt;&lt;/TableIndex&gt;&lt;TableIndex row=&quot;3&quot; col=&quot;2&quot;&gt;&lt;linesCount val=&quot;1&quot;/&gt;&lt;lineCharCount val=&quot;4&quot;/&gt;&lt;/TableIndex&gt;&lt;TableIndex row=&quot;4&quot; col=&quot;1&quot;&gt;&lt;linesCount val=&quot;1&quot;/&gt;&lt;lineCharCount val=&quot;7&quot;/&gt;&lt;/TableIndex&gt;&lt;TableIndex row=&quot;4&quot; col=&quot;2&quot;&gt;&lt;linesCount val=&quot;1&quot;/&gt;&lt;lineCharCount val=&quot;4&quot;/&gt;&lt;/TableIndex&gt;&lt;TableIndex row=&quot;5&quot; col=&quot;1&quot;&gt;&lt;linesCount val=&quot;1&quot;/&gt;&lt;lineCharCount val=&quot;7&quot;/&gt;&lt;/TableIndex&gt;&lt;TableIndex row=&quot;5&quot; col=&quot;2&quot;&gt;&lt;linesCount val=&quot;1&quot;/&gt;&lt;lineCharCount val=&quot;4&quot;/&gt;&lt;/TableIndex&gt;&lt;/ShapeTextInfo&gt;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  <p:tag name="PPSNARRATION" val="30,823094756,C:\Users\sanmi\GoogleDrive\UWMdrive\Courses\ECE552\ece552-lec03_ISAAdvanced_pptx\Media.ppcx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548CFC3-EBA1-41FB-A6AB-C467F3E67FD1}_30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22CCB7A-70F7-41CD-A71F-80E8965DA4B6}_30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296A225-9045-40BF-BDC5-5941CC87A92C}_3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52EEA40-EB85-4381-907C-E3D96D6212BD}_30.png&quot;/&gt;&lt;left val=&quot;38&quot;/&gt;&lt;top val=&quot;170&quot;/&gt;&lt;width val=&quot;279&quot;/&gt;&lt;height val=&quot;281&quot;/&gt;&lt;hasText val=&quot;1&quot;/&gt;&lt;/Image&gt;&lt;/ThreeDShapeInfo&gt;"/>
  <p:tag name="PRESENTER_SHAPETEXTINFO" val="&lt;ShapeTextInfo&gt;&lt;TableIndex row=&quot;-1&quot; col=&quot;-1&quot;&gt;&lt;linesCount val=&quot;9&quot;/&gt;&lt;lineCharCount val=&quot;15&quot;/&gt;&lt;lineCharCount val=&quot;27&quot;/&gt;&lt;lineCharCount val=&quot;13&quot;/&gt;&lt;lineCharCount val=&quot;11&quot;/&gt;&lt;lineCharCount val=&quot;1&quot;/&gt;&lt;lineCharCount val=&quot;5&quot;/&gt;&lt;lineCharCount val=&quot;14&quot;/&gt;&lt;lineCharCount val=&quot;6&quot;/&gt;&lt;lineCharCount val=&quot;16&quot;/&gt;&lt;/TableIndex&gt;&lt;/ShapeTextInfo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5F5B07C-BDEC-45DF-B5D5-7029AF4CFB06}_30.png&quot;/&gt;&lt;left val=&quot;352&quot;/&gt;&lt;top val=&quot;170&quot;/&gt;&lt;width val=&quot;322&quot;/&gt;&lt;height val=&quot;339&quot;/&gt;&lt;hasText val=&quot;1&quot;/&gt;&lt;/Image&gt;&lt;/ThreeDShapeInfo&gt;"/>
  <p:tag name="PRESENTER_SHAPETEXTINFO" val="&lt;ShapeTextInfo&gt;&lt;TableIndex row=&quot;-1&quot; col=&quot;-1&quot;&gt;&lt;linesCount val=&quot;11&quot;/&gt;&lt;lineCharCount val=&quot;23&quot;/&gt;&lt;lineCharCount val=&quot;24&quot;/&gt;&lt;lineCharCount val=&quot;24&quot;/&gt;&lt;lineCharCount val=&quot;21&quot;/&gt;&lt;lineCharCount val=&quot;24&quot;/&gt;&lt;lineCharCount val=&quot;20&quot;/&gt;&lt;lineCharCount val=&quot;17&quot;/&gt;&lt;lineCharCount val=&quot;20&quot;/&gt;&lt;lineCharCount val=&quot;19&quot;/&gt;&lt;lineCharCount val=&quot;20&quot;/&gt;&lt;lineCharCount val=&quot;22&quot;/&gt;&lt;/TableIndex&gt;&lt;/ShapeTextInfo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1,823094756,C:\Users\sanmi\GoogleDrive\UWMdrive\Courses\ECE552\ece552-lec03_ISAAdvanced_pptx\Media.ppcx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A4FDF11-ACC6-4E86-95A4-F2AD0007CD88}_31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FB88476-49DB-4071-9ECB-308D559FD079}_31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0189228-905D-490B-BDA4-DA89CC7B97BB}_3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4FB68E6-AFB2-4462-BF19-862BFDFCECF9}_31.png&quot;/&gt;&lt;left val=&quot;38&quot;/&gt;&lt;top val=&quot;170&quot;/&gt;&lt;width val=&quot;279&quot;/&gt;&lt;height val=&quot;281&quot;/&gt;&lt;hasText val=&quot;1&quot;/&gt;&lt;/Image&gt;&lt;/ThreeDShapeInfo&gt;"/>
  <p:tag name="PRESENTER_SHAPETEXTINFO" val="&lt;ShapeTextInfo&gt;&lt;TableIndex row=&quot;-1&quot; col=&quot;-1&quot;&gt;&lt;linesCount val=&quot;9&quot;/&gt;&lt;lineCharCount val=&quot;15&quot;/&gt;&lt;lineCharCount val=&quot;27&quot;/&gt;&lt;lineCharCount val=&quot;13&quot;/&gt;&lt;lineCharCount val=&quot;11&quot;/&gt;&lt;lineCharCount val=&quot;1&quot;/&gt;&lt;lineCharCount val=&quot;5&quot;/&gt;&lt;lineCharCount val=&quot;14&quot;/&gt;&lt;lineCharCount val=&quot;6&quot;/&gt;&lt;lineCharCount val=&quot;16&quot;/&gt;&lt;/TableIndex&gt;&lt;/ShapeTextInfo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55205E7-0189-4B5E-9910-D5C320A897B4}_31.png&quot;/&gt;&lt;left val=&quot;352&quot;/&gt;&lt;top val=&quot;170&quot;/&gt;&lt;width val=&quot;322&quot;/&gt;&lt;height val=&quot;340&quot;/&gt;&lt;hasText val=&quot;1&quot;/&gt;&lt;/Image&gt;&lt;/ThreeDShapeInfo&gt;"/>
  <p:tag name="PRESENTER_SHAPETEXTINFO" val="&lt;ShapeTextInfo&gt;&lt;TableIndex row=&quot;-1&quot; col=&quot;-1&quot;&gt;&lt;linesCount val=&quot;11&quot;/&gt;&lt;lineCharCount val=&quot;23&quot;/&gt;&lt;lineCharCount val=&quot;24&quot;/&gt;&lt;lineCharCount val=&quot;24&quot;/&gt;&lt;lineCharCount val=&quot;22&quot;/&gt;&lt;lineCharCount val=&quot;22&quot;/&gt;&lt;lineCharCount val=&quot;20&quot;/&gt;&lt;lineCharCount val=&quot;17&quot;/&gt;&lt;lineCharCount val=&quot;20&quot;/&gt;&lt;lineCharCount val=&quot;19&quot;/&gt;&lt;lineCharCount val=&quot;20&quot;/&gt;&lt;lineCharCount val=&quot;22&quot;/&gt;&lt;/TableIndex&gt;&lt;/ShapeTextInfo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2,823094756,C:\Users\sanmi\GoogleDrive\UWMdrive\Courses\ECE552\ece552-lec03_ISAAdvanced_pptx\Media.ppcx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A1873F7-71AB-446A-9C05-20067C3B6EEC}_32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D825015-3C43-40C7-820B-EA4792C77442}_32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FD2B5674-D319-47A9-99C8-0B56D118DAC8}_3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26FB94A-20BE-49C1-BFA1-2A10E7E23E69}_32.png&quot;/&gt;&lt;left val=&quot;38&quot;/&gt;&lt;top val=&quot;170&quot;/&gt;&lt;width val=&quot;279&quot;/&gt;&lt;height val=&quot;281&quot;/&gt;&lt;hasText val=&quot;1&quot;/&gt;&lt;/Image&gt;&lt;/ThreeDShapeInfo&gt;"/>
  <p:tag name="PRESENTER_SHAPETEXTINFO" val="&lt;ShapeTextInfo&gt;&lt;TableIndex row=&quot;-1&quot; col=&quot;-1&quot;&gt;&lt;linesCount val=&quot;9&quot;/&gt;&lt;lineCharCount val=&quot;15&quot;/&gt;&lt;lineCharCount val=&quot;27&quot;/&gt;&lt;lineCharCount val=&quot;13&quot;/&gt;&lt;lineCharCount val=&quot;11&quot;/&gt;&lt;lineCharCount val=&quot;1&quot;/&gt;&lt;lineCharCount val=&quot;5&quot;/&gt;&lt;lineCharCount val=&quot;14&quot;/&gt;&lt;lineCharCount val=&quot;6&quot;/&gt;&lt;lineCharCount val=&quot;16&quot;/&gt;&lt;/TableIndex&gt;&lt;/ShapeTextInfo&gt;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ED8E2D3-B38B-4746-A2C9-8D66F7207647}_32.png&quot;/&gt;&lt;left val=&quot;352&quot;/&gt;&lt;top val=&quot;170&quot;/&gt;&lt;width val=&quot;322&quot;/&gt;&lt;height val=&quot;339&quot;/&gt;&lt;hasText val=&quot;1&quot;/&gt;&lt;/Image&gt;&lt;/ThreeDShapeInfo&gt;"/>
  <p:tag name="PRESENTER_SHAPETEXTINFO" val="&lt;ShapeTextInfo&gt;&lt;TableIndex row=&quot;-1&quot; col=&quot;-1&quot;&gt;&lt;linesCount val=&quot;11&quot;/&gt;&lt;lineCharCount val=&quot;23&quot;/&gt;&lt;lineCharCount val=&quot;24&quot;/&gt;&lt;lineCharCount val=&quot;24&quot;/&gt;&lt;lineCharCount val=&quot;22&quot;/&gt;&lt;lineCharCount val=&quot;22&quot;/&gt;&lt;lineCharCount val=&quot;20&quot;/&gt;&lt;lineCharCount val=&quot;17&quot;/&gt;&lt;lineCharCount val=&quot;20&quot;/&gt;&lt;lineCharCount val=&quot;19&quot;/&gt;&lt;lineCharCount val=&quot;20&quot;/&gt;&lt;lineCharCount val=&quot;22&quot;/&gt;&lt;/TableIndex&gt;&lt;/ShapeTextInfo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3.PNG&quot;/&gt;"/>
  <p:tag name="PPSNARRATION" val="33,823094756,C:\Users\sanmi\GoogleDrive\UWMdrive\Courses\ECE552\ece552-lec03_ISAAdvanced_pptx\Media.ppcx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5582762-E334-4143-8306-E05B1F6C80B7}_33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B6CE74E-2FD4-4BC7-98FC-586171934AD1}_33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3C1DDC3-E3BE-40CE-A492-DDC575A168E2}_3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FC8D2D9-0977-45D6-B6F6-CBE33754229E}_33.png&quot;/&gt;&lt;left val=&quot;38&quot;/&gt;&lt;top val=&quot;170&quot;/&gt;&lt;width val=&quot;279&quot;/&gt;&lt;height val=&quot;281&quot;/&gt;&lt;hasText val=&quot;1&quot;/&gt;&lt;/Image&gt;&lt;/ThreeDShapeInfo&gt;"/>
  <p:tag name="PRESENTER_SHAPETEXTINFO" val="&lt;ShapeTextInfo&gt;&lt;TableIndex row=&quot;-1&quot; col=&quot;-1&quot;&gt;&lt;linesCount val=&quot;9&quot;/&gt;&lt;lineCharCount val=&quot;15&quot;/&gt;&lt;lineCharCount val=&quot;27&quot;/&gt;&lt;lineCharCount val=&quot;13&quot;/&gt;&lt;lineCharCount val=&quot;11&quot;/&gt;&lt;lineCharCount val=&quot;1&quot;/&gt;&lt;lineCharCount val=&quot;5&quot;/&gt;&lt;lineCharCount val=&quot;14&quot;/&gt;&lt;lineCharCount val=&quot;6&quot;/&gt;&lt;lineCharCount val=&quot;16&quot;/&gt;&lt;/TableIndex&gt;&lt;/ShapeTextInfo&gt;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1A8A84F-690D-47A1-988A-C744358D4221}_33.png&quot;/&gt;&lt;left val=&quot;352&quot;/&gt;&lt;top val=&quot;170&quot;/&gt;&lt;width val=&quot;322&quot;/&gt;&lt;height val=&quot;339&quot;/&gt;&lt;hasText val=&quot;1&quot;/&gt;&lt;/Image&gt;&lt;/ThreeDShapeInfo&gt;"/>
  <p:tag name="PRESENTER_SHAPETEXTINFO" val="&lt;ShapeTextInfo&gt;&lt;TableIndex row=&quot;-1&quot; col=&quot;-1&quot;&gt;&lt;linesCount val=&quot;11&quot;/&gt;&lt;lineCharCount val=&quot;23&quot;/&gt;&lt;lineCharCount val=&quot;24&quot;/&gt;&lt;lineCharCount val=&quot;24&quot;/&gt;&lt;lineCharCount val=&quot;22&quot;/&gt;&lt;lineCharCount val=&quot;22&quot;/&gt;&lt;lineCharCount val=&quot;20&quot;/&gt;&lt;lineCharCount val=&quot;17&quot;/&gt;&lt;lineCharCount val=&quot;20&quot;/&gt;&lt;lineCharCount val=&quot;19&quot;/&gt;&lt;lineCharCount val=&quot;20&quot;/&gt;&lt;lineCharCount val=&quot;22&quot;/&gt;&lt;/TableIndex&gt;&lt;/ShapeTextInfo&gt;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  <p:tag name="PPSNARRATION" val="34,823094756,C:\Users\sanmi\GoogleDrive\UWMdrive\Courses\ECE552\ece552-lec03_ISAAdvanced_pptx\Media.ppcx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6AD1274-7E94-4FBB-807B-5EA3B7ADDA9D}_34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96F7731-1028-40F9-9DF3-B615E34E6DED}_34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BA1E79B-18B7-4AF9-A626-1E93F8E9BCC8}_3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E05250C-59BC-49CD-B325-B931EC776964}_34.png&quot;/&gt;&lt;left val=&quot;38&quot;/&gt;&lt;top val=&quot;170&quot;/&gt;&lt;width val=&quot;279&quot;/&gt;&lt;height val=&quot;281&quot;/&gt;&lt;hasText val=&quot;1&quot;/&gt;&lt;/Image&gt;&lt;/ThreeDShapeInfo&gt;"/>
  <p:tag name="PRESENTER_SHAPETEXTINFO" val="&lt;ShapeTextInfo&gt;&lt;TableIndex row=&quot;-1&quot; col=&quot;-1&quot;&gt;&lt;linesCount val=&quot;9&quot;/&gt;&lt;lineCharCount val=&quot;15&quot;/&gt;&lt;lineCharCount val=&quot;27&quot;/&gt;&lt;lineCharCount val=&quot;13&quot;/&gt;&lt;lineCharCount val=&quot;11&quot;/&gt;&lt;lineCharCount val=&quot;1&quot;/&gt;&lt;lineCharCount val=&quot;5&quot;/&gt;&lt;lineCharCount val=&quot;14&quot;/&gt;&lt;lineCharCount val=&quot;6&quot;/&gt;&lt;lineCharCount val=&quot;16&quot;/&gt;&lt;/TableIndex&gt;&lt;/ShapeTextInfo&gt;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CC2948B-B501-4E55-B619-644053A26AF9}_34.png&quot;/&gt;&lt;left val=&quot;352&quot;/&gt;&lt;top val=&quot;170&quot;/&gt;&lt;width val=&quot;322&quot;/&gt;&lt;height val=&quot;339&quot;/&gt;&lt;hasText val=&quot;1&quot;/&gt;&lt;/Image&gt;&lt;/ThreeDShapeInfo&gt;"/>
  <p:tag name="PRESENTER_SHAPETEXTINFO" val="&lt;ShapeTextInfo&gt;&lt;TableIndex row=&quot;-1&quot; col=&quot;-1&quot;&gt;&lt;linesCount val=&quot;11&quot;/&gt;&lt;lineCharCount val=&quot;23&quot;/&gt;&lt;lineCharCount val=&quot;24&quot;/&gt;&lt;lineCharCount val=&quot;24&quot;/&gt;&lt;lineCharCount val=&quot;22&quot;/&gt;&lt;lineCharCount val=&quot;22&quot;/&gt;&lt;lineCharCount val=&quot;20&quot;/&gt;&lt;lineCharCount val=&quot;17&quot;/&gt;&lt;lineCharCount val=&quot;20&quot;/&gt;&lt;lineCharCount val=&quot;19&quot;/&gt;&lt;lineCharCount val=&quot;20&quot;/&gt;&lt;lineCharCount val=&quot;22&quot;/&gt;&lt;/TableIndex&gt;&lt;/ShapeTextInfo&gt;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5.PNG&quot;/&gt;"/>
  <p:tag name="PPSNARRATION" val="35,823094756,C:\Users\sanmi\GoogleDrive\UWMdrive\Courses\ECE552\ece552-lec03_ISAAdvanced_pptx\Media.ppcx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593348E-1D1B-4292-A3CE-9C688BC1F036}_35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BB59F20-D8F0-4BCF-B0FD-4DAB64BB331F}_35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1219E9A-3931-405B-84D7-064715161207}_3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1F3BB78-9B36-4C7E-A095-7005DDC3CAB8}_35.png&quot;/&gt;&lt;left val=&quot;38&quot;/&gt;&lt;top val=&quot;170&quot;/&gt;&lt;width val=&quot;279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27&quot;/&gt;&lt;lineCharCount val=&quot;13&quot;/&gt;&lt;lineCharCount val=&quot;1&quot;/&gt;&lt;lineCharCount val=&quot;30&quot;/&gt;&lt;lineCharCount val=&quot;14&quot;/&gt;&lt;lineCharCount val=&quot;1&quot;/&gt;&lt;/TableIndex&gt;&lt;/ShapeTextInfo&gt;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91C1BB4A-6937-4B1A-9FAA-A18B192FFEAE}_35.png&quot;/&gt;&lt;left val=&quot;352&quot;/&gt;&lt;top val=&quot;170&quot;/&gt;&lt;width val=&quot;322&quot;/&gt;&lt;height val=&quot;339&quot;/&gt;&lt;hasText val=&quot;1&quot;/&gt;&lt;/Image&gt;&lt;/ThreeDShapeInfo&gt;"/>
  <p:tag name="PRESENTER_SHAPETEXTINFO" val="&lt;ShapeTextInfo&gt;&lt;TableIndex row=&quot;-1&quot; col=&quot;-1&quot;&gt;&lt;linesCount val=&quot;11&quot;/&gt;&lt;lineCharCount val=&quot;23&quot;/&gt;&lt;lineCharCount val=&quot;24&quot;/&gt;&lt;lineCharCount val=&quot;24&quot;/&gt;&lt;lineCharCount val=&quot;22&quot;/&gt;&lt;lineCharCount val=&quot;22&quot;/&gt;&lt;lineCharCount val=&quot;20&quot;/&gt;&lt;lineCharCount val=&quot;17&quot;/&gt;&lt;lineCharCount val=&quot;20&quot;/&gt;&lt;lineCharCount val=&quot;19&quot;/&gt;&lt;lineCharCount val=&quot;20&quot;/&gt;&lt;lineCharCount val=&quot;22&quot;/&gt;&lt;/TableIndex&gt;&lt;/ShapeTextInfo&gt;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6.PNG&quot;/&gt;"/>
  <p:tag name="PPSNARRATION" val="36,823094756,C:\Users\sanmi\GoogleDrive\UWMdrive\Courses\ECE552\ece552-lec03_ISAAdvanced_pptx\Media.ppcx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7EBFB05-E063-4EE0-9CE2-EEBFA2DC43F7}_36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A3B0625-0B05-4114-9CEA-4AFE300FFE34}_36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DDBF488-0367-47DB-8586-DF57D51DB3FD}_3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B8686103-4D88-4455-AC8C-FF952BE437CE}_36.png&quot;/&gt;&lt;left val=&quot;38&quot;/&gt;&lt;top val=&quot;170&quot;/&gt;&lt;width val=&quot;279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27&quot;/&gt;&lt;lineCharCount val=&quot;13&quot;/&gt;&lt;lineCharCount val=&quot;1&quot;/&gt;&lt;lineCharCount val=&quot;30&quot;/&gt;&lt;lineCharCount val=&quot;14&quot;/&gt;&lt;lineCharCount val=&quot;1&quot;/&gt;&lt;/TableIndex&gt;&lt;/ShapeTextInfo&gt;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55F130A-ADD8-4E4B-8E31-FAB6F85A63DB}_36.png&quot;/&gt;&lt;left val=&quot;352&quot;/&gt;&lt;top val=&quot;171&quot;/&gt;&lt;width val=&quot;314&quot;/&gt;&lt;height val=&quot;380&quot;/&gt;&lt;hasText val=&quot;1&quot;/&gt;&lt;/Image&gt;&lt;/ThreeDShapeInfo&gt;"/>
  <p:tag name="PRESENTER_SHAPETEXTINFO" val="&lt;ShapeTextInfo&gt;&lt;TableIndex row=&quot;-1&quot; col=&quot;-1&quot;&gt;&lt;linesCount val=&quot;13&quot;/&gt;&lt;lineCharCount val=&quot;23&quot;/&gt;&lt;lineCharCount val=&quot;24&quot;/&gt;&lt;lineCharCount val=&quot;24&quot;/&gt;&lt;lineCharCount val=&quot;22&quot;/&gt;&lt;lineCharCount val=&quot;24&quot;/&gt;&lt;lineCharCount val=&quot;22&quot;/&gt;&lt;lineCharCount val=&quot;18&quot;/&gt;&lt;lineCharCount val=&quot;20&quot;/&gt;&lt;lineCharCount val=&quot;17&quot;/&gt;&lt;lineCharCount val=&quot;20&quot;/&gt;&lt;lineCharCount val=&quot;19&quot;/&gt;&lt;lineCharCount val=&quot;11&quot;/&gt;&lt;lineCharCount val=&quot;5&quot;/&gt;&lt;/TableIndex&gt;&lt;/ShapeTextInfo&gt;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7.PNG&quot;/&gt;"/>
  <p:tag name="PPSNARRATION" val="37,823094756,C:\Users\sanmi\GoogleDrive\UWMdrive\Courses\ECE552\ece552-lec03_ISAAdvanced_pptx\Media.ppcx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A8B8B307-7784-4E30-B841-CAFB459D524C}_37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812162F-E00B-4C79-8F43-CBE05234A54F}_37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3CB5584-22E4-4D92-95CF-01F830E8A5AF}_3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32A3DB5-A9D9-45AE-B53D-1B33885264C6}_37.png&quot;/&gt;&lt;left val=&quot;38&quot;/&gt;&lt;top val=&quot;170&quot;/&gt;&lt;width val=&quot;279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27&quot;/&gt;&lt;lineCharCount val=&quot;13&quot;/&gt;&lt;lineCharCount val=&quot;1&quot;/&gt;&lt;lineCharCount val=&quot;30&quot;/&gt;&lt;lineCharCount val=&quot;14&quot;/&gt;&lt;lineCharCount val=&quot;1&quot;/&gt;&lt;/TableIndex&gt;&lt;/ShapeTextInfo&gt;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CB0F489-1EDF-4164-9FB1-3C84514E9C3B}_37.png&quot;/&gt;&lt;left val=&quot;352&quot;/&gt;&lt;top val=&quot;171&quot;/&gt;&lt;width val=&quot;314&quot;/&gt;&lt;height val=&quot;380&quot;/&gt;&lt;hasText val=&quot;1&quot;/&gt;&lt;/Image&gt;&lt;/ThreeDShapeInfo&gt;"/>
  <p:tag name="PRESENTER_SHAPETEXTINFO" val="&lt;ShapeTextInfo&gt;&lt;TableIndex row=&quot;-1&quot; col=&quot;-1&quot;&gt;&lt;linesCount val=&quot;13&quot;/&gt;&lt;lineCharCount val=&quot;23&quot;/&gt;&lt;lineCharCount val=&quot;24&quot;/&gt;&lt;lineCharCount val=&quot;24&quot;/&gt;&lt;lineCharCount val=&quot;22&quot;/&gt;&lt;lineCharCount val=&quot;24&quot;/&gt;&lt;lineCharCount val=&quot;23&quot;/&gt;&lt;lineCharCount val=&quot;18&quot;/&gt;&lt;lineCharCount val=&quot;20&quot;/&gt;&lt;lineCharCount val=&quot;17&quot;/&gt;&lt;lineCharCount val=&quot;20&quot;/&gt;&lt;lineCharCount val=&quot;19&quot;/&gt;&lt;lineCharCount val=&quot;9&quot;/&gt;&lt;lineCharCount val=&quot;5&quot;/&gt;&lt;/TableIndex&gt;&lt;/ShapeTextInfo&gt;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8.PNG&quot;/&gt;"/>
  <p:tag name="PPSNARRATION" val="38,823094756,C:\Users\sanmi\GoogleDrive\UWMdrive\Courses\ECE552\ece552-lec03_ISAAdvanced_pptx\Media.ppcx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0A9F4E7-45A8-43B7-9361-63800FA92E6B}_38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65C9A819-5F2E-4F66-BCA7-22C4891F7AEE}_38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42FCB4F6-30A2-4E8C-AA4F-E3C6CFFC2C2C}_3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82146EA-FB03-4925-AD4D-D95E474D4DB9}_38.png&quot;/&gt;&lt;left val=&quot;38&quot;/&gt;&lt;top val=&quot;170&quot;/&gt;&lt;width val=&quot;279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27&quot;/&gt;&lt;lineCharCount val=&quot;13&quot;/&gt;&lt;lineCharCount val=&quot;1&quot;/&gt;&lt;lineCharCount val=&quot;30&quot;/&gt;&lt;lineCharCount val=&quot;14&quot;/&gt;&lt;lineCharCount val=&quot;1&quot;/&gt;&lt;/TableIndex&gt;&lt;/ShapeTextInfo&gt;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F87BF97-868D-4BE2-9104-8B12D4AAE32C}_38.png&quot;/&gt;&lt;left val=&quot;352&quot;/&gt;&lt;top val=&quot;171&quot;/&gt;&lt;width val=&quot;314&quot;/&gt;&lt;height val=&quot;380&quot;/&gt;&lt;hasText val=&quot;1&quot;/&gt;&lt;/Image&gt;&lt;/ThreeDShapeInfo&gt;"/>
  <p:tag name="PRESENTER_SHAPETEXTINFO" val="&lt;ShapeTextInfo&gt;&lt;TableIndex row=&quot;-1&quot; col=&quot;-1&quot;&gt;&lt;linesCount val=&quot;13&quot;/&gt;&lt;lineCharCount val=&quot;23&quot;/&gt;&lt;lineCharCount val=&quot;24&quot;/&gt;&lt;lineCharCount val=&quot;24&quot;/&gt;&lt;lineCharCount val=&quot;22&quot;/&gt;&lt;lineCharCount val=&quot;24&quot;/&gt;&lt;lineCharCount val=&quot;23&quot;/&gt;&lt;lineCharCount val=&quot;18&quot;/&gt;&lt;lineCharCount val=&quot;20&quot;/&gt;&lt;lineCharCount val=&quot;17&quot;/&gt;&lt;lineCharCount val=&quot;20&quot;/&gt;&lt;lineCharCount val=&quot;19&quot;/&gt;&lt;lineCharCount val=&quot;9&quot;/&gt;&lt;lineCharCount val=&quot;5&quot;/&gt;&lt;/TableIndex&gt;&lt;/ShapeTextInfo&gt;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9.PNG&quot;/&gt;"/>
  <p:tag name="PPSNARRATION" val="39,823094756,C:\Users\sanmi\GoogleDrive\UWMdrive\Courses\ECE552\ece552-lec03_ISAAdvanced_pptx\Media.ppcx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27FA994-42DE-4FB4-AAB8-ADE1D21E8E33}_39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C9898F9A-9CFA-456B-8C15-351AFFEAE2D8}_39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E0DB3B8-D261-4E88-BD61-A76E593E7EB2}_3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E0F27B3-4DD2-4579-8A89-FF8BEFD56316}_39.png&quot;/&gt;&lt;left val=&quot;38&quot;/&gt;&lt;top val=&quot;170&quot;/&gt;&lt;width val=&quot;279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27&quot;/&gt;&lt;lineCharCount val=&quot;13&quot;/&gt;&lt;lineCharCount val=&quot;1&quot;/&gt;&lt;lineCharCount val=&quot;30&quot;/&gt;&lt;lineCharCount val=&quot;14&quot;/&gt;&lt;lineCharCount val=&quot;1&quot;/&gt;&lt;/TableIndex&gt;&lt;/ShapeTextInfo&gt;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B438D10-0402-45FE-945D-776643203716}_39.png&quot;/&gt;&lt;left val=&quot;352&quot;/&gt;&lt;top val=&quot;171&quot;/&gt;&lt;width val=&quot;314&quot;/&gt;&lt;height val=&quot;380&quot;/&gt;&lt;hasText val=&quot;1&quot;/&gt;&lt;/Image&gt;&lt;/ThreeDShapeInfo&gt;"/>
  <p:tag name="PRESENTER_SHAPETEXTINFO" val="&lt;ShapeTextInfo&gt;&lt;TableIndex row=&quot;-1&quot; col=&quot;-1&quot;&gt;&lt;linesCount val=&quot;13&quot;/&gt;&lt;lineCharCount val=&quot;23&quot;/&gt;&lt;lineCharCount val=&quot;24&quot;/&gt;&lt;lineCharCount val=&quot;24&quot;/&gt;&lt;lineCharCount val=&quot;23&quot;/&gt;&lt;lineCharCount val=&quot;24&quot;/&gt;&lt;lineCharCount val=&quot;23&quot;/&gt;&lt;lineCharCount val=&quot;18&quot;/&gt;&lt;lineCharCount val=&quot;20&quot;/&gt;&lt;lineCharCount val=&quot;17&quot;/&gt;&lt;lineCharCount val=&quot;20&quot;/&gt;&lt;lineCharCount val=&quot;19&quot;/&gt;&lt;lineCharCount val=&quot;9&quot;/&gt;&lt;lineCharCount val=&quot;5&quot;/&gt;&lt;/TableIndex&gt;&lt;/ShapeTextInfo&gt;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0.PNG&quot;/&gt;"/>
  <p:tag name="PPSNARRATION" val="40,823094756,C:\Users\sanmi\GoogleDrive\UWMdrive\Courses\ECE552\ece552-lec03_ISAAdvanced_pptx\Media.ppcx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2EAB8197-5E9B-4D7B-9C5F-F8A4E490DD01}_40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7DFB2EFC-0711-40C0-9A1C-F89668DCE57D}_40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49CF376-5980-4F19-899E-E6FED20C3361}_4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8FB6229-8E94-4B78-8622-87715B90F5B5}_40.png&quot;/&gt;&lt;left val=&quot;38&quot;/&gt;&lt;top val=&quot;170&quot;/&gt;&lt;width val=&quot;279&quot;/&gt;&lt;height val=&quot;224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27&quot;/&gt;&lt;lineCharCount val=&quot;13&quot;/&gt;&lt;lineCharCount val=&quot;1&quot;/&gt;&lt;lineCharCount val=&quot;30&quot;/&gt;&lt;lineCharCount val=&quot;14&quot;/&gt;&lt;lineCharCount val=&quot;1&quot;/&gt;&lt;/TableIndex&gt;&lt;/ShapeTextInfo&gt;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D966B4F-C788-4A7B-BA33-DBF419FA242C}_40.png&quot;/&gt;&lt;left val=&quot;352&quot;/&gt;&lt;top val=&quot;170&quot;/&gt;&lt;width val=&quot;322&quot;/&gt;&lt;height val=&quot;310&quot;/&gt;&lt;hasText val=&quot;1&quot;/&gt;&lt;/Image&gt;&lt;/ThreeDShapeInfo&gt;"/>
  <p:tag name="PRESENTER_SHAPETEXTINFO" val="&lt;ShapeTextInfo&gt;&lt;TableIndex row=&quot;-1&quot; col=&quot;-1&quot;&gt;&lt;linesCount val=&quot;10&quot;/&gt;&lt;lineCharCount val=&quot;23&quot;/&gt;&lt;lineCharCount val=&quot;24&quot;/&gt;&lt;lineCharCount val=&quot;23&quot;/&gt;&lt;lineCharCount val=&quot;24&quot;/&gt;&lt;lineCharCount val=&quot;23&quot;/&gt;&lt;lineCharCount val=&quot;17&quot;/&gt;&lt;lineCharCount val=&quot;20&quot;/&gt;&lt;lineCharCount val=&quot;19&quot;/&gt;&lt;lineCharCount val=&quot;9&quot;/&gt;&lt;lineCharCount val=&quot;5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85</TotalTime>
  <Words>4987</Words>
  <Application>Microsoft Macintosh PowerPoint</Application>
  <PresentationFormat>On-screen Show (4:3)</PresentationFormat>
  <Paragraphs>593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Consolas</vt:lpstr>
      <vt:lpstr>Courier New</vt:lpstr>
      <vt:lpstr>Helvetica</vt:lpstr>
      <vt:lpstr>Times</vt:lpstr>
      <vt:lpstr>Times New Roman</vt:lpstr>
      <vt:lpstr>Wingdings</vt:lpstr>
      <vt:lpstr>Lecture Notes 552</vt:lpstr>
      <vt:lpstr>ECE/CS 552: ISA Advanced</vt:lpstr>
      <vt:lpstr>MIPS Machine Language</vt:lpstr>
      <vt:lpstr>Instruction Format</vt:lpstr>
      <vt:lpstr>Instruction Format</vt:lpstr>
      <vt:lpstr>Instruction Format</vt:lpstr>
      <vt:lpstr>Instruction Format</vt:lpstr>
      <vt:lpstr>Instruction Format</vt:lpstr>
      <vt:lpstr>Instruction Format</vt:lpstr>
      <vt:lpstr>Summary: Instruction Formats</vt:lpstr>
      <vt:lpstr>Stack</vt:lpstr>
      <vt:lpstr>Procedure Calls</vt:lpstr>
      <vt:lpstr>Procedure Example</vt:lpstr>
      <vt:lpstr>Procedure Example</vt:lpstr>
      <vt:lpstr>Procedure Example</vt:lpstr>
      <vt:lpstr>Procedure Example</vt:lpstr>
      <vt:lpstr>Procedure Example</vt:lpstr>
      <vt:lpstr>Procedure Example</vt:lpstr>
      <vt:lpstr>Procedure Example</vt:lpstr>
      <vt:lpstr>Procedure Example</vt:lpstr>
      <vt:lpstr>Procedure Example</vt:lpstr>
      <vt:lpstr>Addressing Modes</vt:lpstr>
      <vt:lpstr>Addressing Modes</vt:lpstr>
      <vt:lpstr>Addressing Modes</vt:lpstr>
      <vt:lpstr>Addressing Modes</vt:lpstr>
      <vt:lpstr>Addressing Modes</vt:lpstr>
      <vt:lpstr>Addressing Modes</vt:lpstr>
      <vt:lpstr>Addressing Modes</vt:lpstr>
      <vt:lpstr>Endianness</vt:lpstr>
      <vt:lpstr>Endianness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  <vt:lpstr>Exercise – MIPS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Instruction Sets</dc:title>
  <dc:creator/>
  <cp:lastModifiedBy>Boone Severson</cp:lastModifiedBy>
  <cp:revision>473</cp:revision>
  <cp:lastPrinted>1601-01-01T00:00:00Z</cp:lastPrinted>
  <dcterms:created xsi:type="dcterms:W3CDTF">1601-01-01T00:00:00Z</dcterms:created>
  <dcterms:modified xsi:type="dcterms:W3CDTF">2024-08-29T04:18:45Z</dcterms:modified>
</cp:coreProperties>
</file>