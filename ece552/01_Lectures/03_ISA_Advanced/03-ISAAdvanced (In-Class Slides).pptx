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5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7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8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1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17"/>
  </p:notesMasterIdLst>
  <p:handoutMasterIdLst>
    <p:handoutMasterId r:id="rId18"/>
  </p:handoutMasterIdLst>
  <p:sldIdLst>
    <p:sldId id="389" r:id="rId2"/>
    <p:sldId id="373" r:id="rId3"/>
    <p:sldId id="376" r:id="rId4"/>
    <p:sldId id="390" r:id="rId5"/>
    <p:sldId id="378" r:id="rId6"/>
    <p:sldId id="380" r:id="rId7"/>
    <p:sldId id="391" r:id="rId8"/>
    <p:sldId id="377" r:id="rId9"/>
    <p:sldId id="379" r:id="rId10"/>
    <p:sldId id="381" r:id="rId11"/>
    <p:sldId id="383" r:id="rId12"/>
    <p:sldId id="384" r:id="rId13"/>
    <p:sldId id="388" r:id="rId14"/>
    <p:sldId id="385" r:id="rId15"/>
    <p:sldId id="387" r:id="rId16"/>
  </p:sldIdLst>
  <p:sldSz cx="9144000" cy="6858000" type="screen4x3"/>
  <p:notesSz cx="6845300" cy="9396413"/>
  <p:custDataLst>
    <p:tags r:id="rId1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2F0BF-B9BF-024E-933A-007FD73FB1F7}" v="95" dt="2024-09-12T13:41:02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1973" autoAdjust="0"/>
  </p:normalViewPr>
  <p:slideViewPr>
    <p:cSldViewPr>
      <p:cViewPr varScale="1">
        <p:scale>
          <a:sx n="117" d="100"/>
          <a:sy n="117" d="100"/>
        </p:scale>
        <p:origin x="81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2358" y="-96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1AD2F0BF-B9BF-024E-933A-007FD73FB1F7}"/>
    <pc:docChg chg="undo custSel addSld modSld sldOrd">
      <pc:chgData name="Boone Severson" userId="1d942a2b-e0b5-491a-b49e-d500fa0ad426" providerId="ADAL" clId="{1AD2F0BF-B9BF-024E-933A-007FD73FB1F7}" dt="2024-09-12T13:41:02.019" v="880" actId="404"/>
      <pc:docMkLst>
        <pc:docMk/>
      </pc:docMkLst>
      <pc:sldChg chg="addSp delSp modSp mod addAnim delAnim modAnim">
        <pc:chgData name="Boone Severson" userId="1d942a2b-e0b5-491a-b49e-d500fa0ad426" providerId="ADAL" clId="{1AD2F0BF-B9BF-024E-933A-007FD73FB1F7}" dt="2024-09-12T03:24:44.595" v="42"/>
        <pc:sldMkLst>
          <pc:docMk/>
          <pc:sldMk cId="3172874400" sldId="376"/>
        </pc:sldMkLst>
        <pc:spChg chg="add mod">
          <ac:chgData name="Boone Severson" userId="1d942a2b-e0b5-491a-b49e-d500fa0ad426" providerId="ADAL" clId="{1AD2F0BF-B9BF-024E-933A-007FD73FB1F7}" dt="2024-09-12T03:24:16.850" v="40" actId="1582"/>
          <ac:spMkLst>
            <pc:docMk/>
            <pc:sldMk cId="3172874400" sldId="376"/>
            <ac:spMk id="9" creationId="{6DCCC3CD-B986-1EF6-8866-69AC5B7C9A00}"/>
          </ac:spMkLst>
        </pc:spChg>
        <pc:picChg chg="add del mod">
          <ac:chgData name="Boone Severson" userId="1d942a2b-e0b5-491a-b49e-d500fa0ad426" providerId="ADAL" clId="{1AD2F0BF-B9BF-024E-933A-007FD73FB1F7}" dt="2024-09-12T03:22:31.195" v="30" actId="478"/>
          <ac:picMkLst>
            <pc:docMk/>
            <pc:sldMk cId="3172874400" sldId="376"/>
            <ac:picMk id="6" creationId="{1281C8CB-EB0A-4F51-95EE-AC9AE936B1FC}"/>
          </ac:picMkLst>
        </pc:picChg>
        <pc:picChg chg="add del mod">
          <ac:chgData name="Boone Severson" userId="1d942a2b-e0b5-491a-b49e-d500fa0ad426" providerId="ADAL" clId="{1AD2F0BF-B9BF-024E-933A-007FD73FB1F7}" dt="2024-09-12T03:22:08.888" v="26" actId="478"/>
          <ac:picMkLst>
            <pc:docMk/>
            <pc:sldMk cId="3172874400" sldId="376"/>
            <ac:picMk id="8" creationId="{55FCE8B6-A73E-E8A5-6FA6-1F35FCD0D78C}"/>
          </ac:picMkLst>
        </pc:picChg>
      </pc:sldChg>
      <pc:sldChg chg="addSp delSp modSp mod addAnim delAnim modAnim">
        <pc:chgData name="Boone Severson" userId="1d942a2b-e0b5-491a-b49e-d500fa0ad426" providerId="ADAL" clId="{1AD2F0BF-B9BF-024E-933A-007FD73FB1F7}" dt="2024-09-12T13:13:47.048" v="360"/>
        <pc:sldMkLst>
          <pc:docMk/>
          <pc:sldMk cId="2907151892" sldId="378"/>
        </pc:sldMkLst>
        <pc:spChg chg="add del mod">
          <ac:chgData name="Boone Severson" userId="1d942a2b-e0b5-491a-b49e-d500fa0ad426" providerId="ADAL" clId="{1AD2F0BF-B9BF-024E-933A-007FD73FB1F7}" dt="2024-09-12T03:27:55.495" v="52" actId="21"/>
          <ac:spMkLst>
            <pc:docMk/>
            <pc:sldMk cId="2907151892" sldId="378"/>
            <ac:spMk id="17" creationId="{A8560F4A-E93D-7EA3-10C3-1945F11694F4}"/>
          </ac:spMkLst>
        </pc:spChg>
        <pc:spChg chg="add del mod">
          <ac:chgData name="Boone Severson" userId="1d942a2b-e0b5-491a-b49e-d500fa0ad426" providerId="ADAL" clId="{1AD2F0BF-B9BF-024E-933A-007FD73FB1F7}" dt="2024-09-12T03:45:30.407" v="244" actId="478"/>
          <ac:spMkLst>
            <pc:docMk/>
            <pc:sldMk cId="2907151892" sldId="378"/>
            <ac:spMk id="20" creationId="{C76CE57D-D02F-5641-7E8D-2CD82F2DE5DD}"/>
          </ac:spMkLst>
        </pc:spChg>
        <pc:spChg chg="add del mod">
          <ac:chgData name="Boone Severson" userId="1d942a2b-e0b5-491a-b49e-d500fa0ad426" providerId="ADAL" clId="{1AD2F0BF-B9BF-024E-933A-007FD73FB1F7}" dt="2024-09-12T03:48:38.311" v="322" actId="21"/>
          <ac:spMkLst>
            <pc:docMk/>
            <pc:sldMk cId="2907151892" sldId="378"/>
            <ac:spMk id="21" creationId="{F011309E-5C1B-9929-30F1-39FC9D65CB32}"/>
          </ac:spMkLst>
        </pc:spChg>
        <pc:spChg chg="add del mod">
          <ac:chgData name="Boone Severson" userId="1d942a2b-e0b5-491a-b49e-d500fa0ad426" providerId="ADAL" clId="{1AD2F0BF-B9BF-024E-933A-007FD73FB1F7}" dt="2024-09-12T03:47:49.567" v="320" actId="478"/>
          <ac:spMkLst>
            <pc:docMk/>
            <pc:sldMk cId="2907151892" sldId="378"/>
            <ac:spMk id="22" creationId="{15EC3A50-9F3A-B912-8E45-F0C980E0E48E}"/>
          </ac:spMkLst>
        </pc:spChg>
        <pc:spChg chg="add del mod">
          <ac:chgData name="Boone Severson" userId="1d942a2b-e0b5-491a-b49e-d500fa0ad426" providerId="ADAL" clId="{1AD2F0BF-B9BF-024E-933A-007FD73FB1F7}" dt="2024-09-12T03:47:49.137" v="319" actId="478"/>
          <ac:spMkLst>
            <pc:docMk/>
            <pc:sldMk cId="2907151892" sldId="378"/>
            <ac:spMk id="23" creationId="{E328A80E-9069-2306-4BD5-46D5AA8B4C6B}"/>
          </ac:spMkLst>
        </pc:spChg>
        <pc:spChg chg="add mod">
          <ac:chgData name="Boone Severson" userId="1d942a2b-e0b5-491a-b49e-d500fa0ad426" providerId="ADAL" clId="{1AD2F0BF-B9BF-024E-933A-007FD73FB1F7}" dt="2024-09-12T03:48:39.344" v="323"/>
          <ac:spMkLst>
            <pc:docMk/>
            <pc:sldMk cId="2907151892" sldId="378"/>
            <ac:spMk id="24" creationId="{2A643096-A9CB-041F-56AC-D29628BAAECC}"/>
          </ac:spMkLst>
        </pc:spChg>
        <pc:picChg chg="add del mod">
          <ac:chgData name="Boone Severson" userId="1d942a2b-e0b5-491a-b49e-d500fa0ad426" providerId="ADAL" clId="{1AD2F0BF-B9BF-024E-933A-007FD73FB1F7}" dt="2024-09-12T03:27:55.495" v="52" actId="21"/>
          <ac:picMkLst>
            <pc:docMk/>
            <pc:sldMk cId="2907151892" sldId="378"/>
            <ac:picMk id="16" creationId="{A3F5DB2D-AAB1-D946-DAA8-ABBE9AF8A8C0}"/>
          </ac:picMkLst>
        </pc:picChg>
        <pc:picChg chg="add mod">
          <ac:chgData name="Boone Severson" userId="1d942a2b-e0b5-491a-b49e-d500fa0ad426" providerId="ADAL" clId="{1AD2F0BF-B9BF-024E-933A-007FD73FB1F7}" dt="2024-09-12T03:40:00.429" v="198"/>
          <ac:picMkLst>
            <pc:docMk/>
            <pc:sldMk cId="2907151892" sldId="378"/>
            <ac:picMk id="18" creationId="{24DC6EC6-1E6C-4164-D957-EC8E271CB4E7}"/>
          </ac:picMkLst>
        </pc:picChg>
        <pc:picChg chg="add mod">
          <ac:chgData name="Boone Severson" userId="1d942a2b-e0b5-491a-b49e-d500fa0ad426" providerId="ADAL" clId="{1AD2F0BF-B9BF-024E-933A-007FD73FB1F7}" dt="2024-09-12T03:40:10.494" v="200"/>
          <ac:picMkLst>
            <pc:docMk/>
            <pc:sldMk cId="2907151892" sldId="378"/>
            <ac:picMk id="19" creationId="{B6A0D770-EF60-842C-0B7B-31408C604822}"/>
          </ac:picMkLst>
        </pc:picChg>
        <pc:picChg chg="add mod">
          <ac:chgData name="Boone Severson" userId="1d942a2b-e0b5-491a-b49e-d500fa0ad426" providerId="ADAL" clId="{1AD2F0BF-B9BF-024E-933A-007FD73FB1F7}" dt="2024-09-12T13:13:07.360" v="357" actId="1076"/>
          <ac:picMkLst>
            <pc:docMk/>
            <pc:sldMk cId="2907151892" sldId="378"/>
            <ac:picMk id="26" creationId="{1EE690BC-4CAB-E3D7-CA33-B8453F5A73B6}"/>
          </ac:picMkLst>
        </pc:picChg>
      </pc:sldChg>
      <pc:sldChg chg="addSp delSp modSp mod ord">
        <pc:chgData name="Boone Severson" userId="1d942a2b-e0b5-491a-b49e-d500fa0ad426" providerId="ADAL" clId="{1AD2F0BF-B9BF-024E-933A-007FD73FB1F7}" dt="2024-09-12T13:27:20.387" v="725" actId="20578"/>
        <pc:sldMkLst>
          <pc:docMk/>
          <pc:sldMk cId="2502598932" sldId="380"/>
        </pc:sldMkLst>
        <pc:picChg chg="add del mod">
          <ac:chgData name="Boone Severson" userId="1d942a2b-e0b5-491a-b49e-d500fa0ad426" providerId="ADAL" clId="{1AD2F0BF-B9BF-024E-933A-007FD73FB1F7}" dt="2024-09-12T03:19:46.601" v="16" actId="478"/>
          <ac:picMkLst>
            <pc:docMk/>
            <pc:sldMk cId="2502598932" sldId="380"/>
            <ac:picMk id="16" creationId="{6F191C13-0DEF-DABF-F67A-6827C682A8E3}"/>
          </ac:picMkLst>
        </pc:picChg>
        <pc:picChg chg="add del mod">
          <ac:chgData name="Boone Severson" userId="1d942a2b-e0b5-491a-b49e-d500fa0ad426" providerId="ADAL" clId="{1AD2F0BF-B9BF-024E-933A-007FD73FB1F7}" dt="2024-09-12T03:39:59.304" v="197" actId="21"/>
          <ac:picMkLst>
            <pc:docMk/>
            <pc:sldMk cId="2502598932" sldId="380"/>
            <ac:picMk id="18" creationId="{4BCFA73F-5DEF-A50B-5D58-F42458987054}"/>
          </ac:picMkLst>
        </pc:picChg>
        <pc:picChg chg="add del mod">
          <ac:chgData name="Boone Severson" userId="1d942a2b-e0b5-491a-b49e-d500fa0ad426" providerId="ADAL" clId="{1AD2F0BF-B9BF-024E-933A-007FD73FB1F7}" dt="2024-09-12T03:40:09.228" v="199" actId="21"/>
          <ac:picMkLst>
            <pc:docMk/>
            <pc:sldMk cId="2502598932" sldId="380"/>
            <ac:picMk id="20" creationId="{BAF6969C-CCA1-284A-3C20-D65BB58BF692}"/>
          </ac:picMkLst>
        </pc:picChg>
      </pc:sldChg>
      <pc:sldChg chg="addSp modSp mod">
        <pc:chgData name="Boone Severson" userId="1d942a2b-e0b5-491a-b49e-d500fa0ad426" providerId="ADAL" clId="{1AD2F0BF-B9BF-024E-933A-007FD73FB1F7}" dt="2024-09-12T13:18:22.464" v="367" actId="1076"/>
        <pc:sldMkLst>
          <pc:docMk/>
          <pc:sldMk cId="1240804068" sldId="381"/>
        </pc:sldMkLst>
        <pc:picChg chg="add mod">
          <ac:chgData name="Boone Severson" userId="1d942a2b-e0b5-491a-b49e-d500fa0ad426" providerId="ADAL" clId="{1AD2F0BF-B9BF-024E-933A-007FD73FB1F7}" dt="2024-09-12T13:17:59.942" v="365" actId="1076"/>
          <ac:picMkLst>
            <pc:docMk/>
            <pc:sldMk cId="1240804068" sldId="381"/>
            <ac:picMk id="8" creationId="{1B0353E0-0A67-C08F-8398-E9282AB462A1}"/>
          </ac:picMkLst>
        </pc:picChg>
        <pc:picChg chg="add mod">
          <ac:chgData name="Boone Severson" userId="1d942a2b-e0b5-491a-b49e-d500fa0ad426" providerId="ADAL" clId="{1AD2F0BF-B9BF-024E-933A-007FD73FB1F7}" dt="2024-09-12T13:18:22.464" v="367" actId="1076"/>
          <ac:picMkLst>
            <pc:docMk/>
            <pc:sldMk cId="1240804068" sldId="381"/>
            <ac:picMk id="14" creationId="{B682269E-5415-7F70-0F2B-FE0F6B77B3B1}"/>
          </ac:picMkLst>
        </pc:picChg>
      </pc:sldChg>
      <pc:sldChg chg="modSp mod">
        <pc:chgData name="Boone Severson" userId="1d942a2b-e0b5-491a-b49e-d500fa0ad426" providerId="ADAL" clId="{1AD2F0BF-B9BF-024E-933A-007FD73FB1F7}" dt="2024-09-12T03:51:00.467" v="355" actId="20577"/>
        <pc:sldMkLst>
          <pc:docMk/>
          <pc:sldMk cId="2009696339" sldId="384"/>
        </pc:sldMkLst>
        <pc:spChg chg="mod">
          <ac:chgData name="Boone Severson" userId="1d942a2b-e0b5-491a-b49e-d500fa0ad426" providerId="ADAL" clId="{1AD2F0BF-B9BF-024E-933A-007FD73FB1F7}" dt="2024-09-12T03:51:00.467" v="355" actId="20577"/>
          <ac:spMkLst>
            <pc:docMk/>
            <pc:sldMk cId="2009696339" sldId="384"/>
            <ac:spMk id="23554" creationId="{9D44C3D0-C411-45C6-98E0-40371DDBA28E}"/>
          </ac:spMkLst>
        </pc:spChg>
      </pc:sldChg>
      <pc:sldChg chg="addSp delSp modSp add mod delAnim modAnim">
        <pc:chgData name="Boone Severson" userId="1d942a2b-e0b5-491a-b49e-d500fa0ad426" providerId="ADAL" clId="{1AD2F0BF-B9BF-024E-933A-007FD73FB1F7}" dt="2024-09-12T03:41:18.962" v="203"/>
        <pc:sldMkLst>
          <pc:docMk/>
          <pc:sldMk cId="2242161678" sldId="390"/>
        </pc:sldMkLst>
        <pc:spChg chg="add mod">
          <ac:chgData name="Boone Severson" userId="1d942a2b-e0b5-491a-b49e-d500fa0ad426" providerId="ADAL" clId="{1AD2F0BF-B9BF-024E-933A-007FD73FB1F7}" dt="2024-09-12T03:36:09.198" v="108" actId="14100"/>
          <ac:spMkLst>
            <pc:docMk/>
            <pc:sldMk cId="2242161678" sldId="390"/>
            <ac:spMk id="7" creationId="{027A5F81-62AB-EA01-D0CD-6376066F2E23}"/>
          </ac:spMkLst>
        </pc:spChg>
        <pc:spChg chg="del">
          <ac:chgData name="Boone Severson" userId="1d942a2b-e0b5-491a-b49e-d500fa0ad426" providerId="ADAL" clId="{1AD2F0BF-B9BF-024E-933A-007FD73FB1F7}" dt="2024-09-12T03:27:46.602" v="51" actId="478"/>
          <ac:spMkLst>
            <pc:docMk/>
            <pc:sldMk cId="2242161678" sldId="390"/>
            <ac:spMk id="9" creationId="{27DC4323-69B6-AFE5-9F2D-900C62799A4B}"/>
          </ac:spMkLst>
        </pc:spChg>
        <pc:spChg chg="add mod">
          <ac:chgData name="Boone Severson" userId="1d942a2b-e0b5-491a-b49e-d500fa0ad426" providerId="ADAL" clId="{1AD2F0BF-B9BF-024E-933A-007FD73FB1F7}" dt="2024-09-12T03:34:39.415" v="66" actId="14100"/>
          <ac:spMkLst>
            <pc:docMk/>
            <pc:sldMk cId="2242161678" sldId="390"/>
            <ac:spMk id="11" creationId="{CEBFD4BB-B45C-99B1-F2C4-523F6D4E90F1}"/>
          </ac:spMkLst>
        </pc:spChg>
        <pc:spChg chg="add del mod">
          <ac:chgData name="Boone Severson" userId="1d942a2b-e0b5-491a-b49e-d500fa0ad426" providerId="ADAL" clId="{1AD2F0BF-B9BF-024E-933A-007FD73FB1F7}" dt="2024-09-12T03:36:14.282" v="110" actId="478"/>
          <ac:spMkLst>
            <pc:docMk/>
            <pc:sldMk cId="2242161678" sldId="390"/>
            <ac:spMk id="13" creationId="{2E7F5D7E-67D2-ADA7-2414-5A3D542C203B}"/>
          </ac:spMkLst>
        </pc:spChg>
        <pc:spChg chg="add del mod">
          <ac:chgData name="Boone Severson" userId="1d942a2b-e0b5-491a-b49e-d500fa0ad426" providerId="ADAL" clId="{1AD2F0BF-B9BF-024E-933A-007FD73FB1F7}" dt="2024-09-12T03:36:12.859" v="109" actId="478"/>
          <ac:spMkLst>
            <pc:docMk/>
            <pc:sldMk cId="2242161678" sldId="390"/>
            <ac:spMk id="14" creationId="{BE7237BF-2AAA-031E-C701-9E261A8D75F0}"/>
          </ac:spMkLst>
        </pc:spChg>
        <pc:spChg chg="add mod">
          <ac:chgData name="Boone Severson" userId="1d942a2b-e0b5-491a-b49e-d500fa0ad426" providerId="ADAL" clId="{1AD2F0BF-B9BF-024E-933A-007FD73FB1F7}" dt="2024-09-12T03:36:20.996" v="124" actId="1037"/>
          <ac:spMkLst>
            <pc:docMk/>
            <pc:sldMk cId="2242161678" sldId="390"/>
            <ac:spMk id="15" creationId="{34D4A183-3E6C-1BCB-47CA-D1236259914B}"/>
          </ac:spMkLst>
        </pc:spChg>
        <pc:spChg chg="add mod">
          <ac:chgData name="Boone Severson" userId="1d942a2b-e0b5-491a-b49e-d500fa0ad426" providerId="ADAL" clId="{1AD2F0BF-B9BF-024E-933A-007FD73FB1F7}" dt="2024-09-12T03:36:24.082" v="142" actId="1035"/>
          <ac:spMkLst>
            <pc:docMk/>
            <pc:sldMk cId="2242161678" sldId="390"/>
            <ac:spMk id="16" creationId="{D96AF4E9-1D46-9E23-02F0-74AE85B6B002}"/>
          </ac:spMkLst>
        </pc:spChg>
        <pc:spChg chg="add mod">
          <ac:chgData name="Boone Severson" userId="1d942a2b-e0b5-491a-b49e-d500fa0ad426" providerId="ADAL" clId="{1AD2F0BF-B9BF-024E-933A-007FD73FB1F7}" dt="2024-09-12T03:36:28.023" v="183" actId="1037"/>
          <ac:spMkLst>
            <pc:docMk/>
            <pc:sldMk cId="2242161678" sldId="390"/>
            <ac:spMk id="17" creationId="{FB5623D2-7423-C868-0BE5-765D3A8E1A7A}"/>
          </ac:spMkLst>
        </pc:spChg>
        <pc:picChg chg="add del mod">
          <ac:chgData name="Boone Severson" userId="1d942a2b-e0b5-491a-b49e-d500fa0ad426" providerId="ADAL" clId="{1AD2F0BF-B9BF-024E-933A-007FD73FB1F7}" dt="2024-09-12T03:33:46.980" v="56" actId="478"/>
          <ac:picMkLst>
            <pc:docMk/>
            <pc:sldMk cId="2242161678" sldId="390"/>
            <ac:picMk id="5" creationId="{D639BBF9-6F0C-2293-5A31-D6C340A5498C}"/>
          </ac:picMkLst>
        </pc:picChg>
        <pc:picChg chg="del">
          <ac:chgData name="Boone Severson" userId="1d942a2b-e0b5-491a-b49e-d500fa0ad426" providerId="ADAL" clId="{1AD2F0BF-B9BF-024E-933A-007FD73FB1F7}" dt="2024-09-12T03:27:45.294" v="50" actId="478"/>
          <ac:picMkLst>
            <pc:docMk/>
            <pc:sldMk cId="2242161678" sldId="390"/>
            <ac:picMk id="6" creationId="{F8A47D24-1B43-A297-AE89-E3EE8F0DD545}"/>
          </ac:picMkLst>
        </pc:picChg>
        <pc:picChg chg="add mod">
          <ac:chgData name="Boone Severson" userId="1d942a2b-e0b5-491a-b49e-d500fa0ad426" providerId="ADAL" clId="{1AD2F0BF-B9BF-024E-933A-007FD73FB1F7}" dt="2024-09-12T03:34:53.567" v="68" actId="167"/>
          <ac:picMkLst>
            <pc:docMk/>
            <pc:sldMk cId="2242161678" sldId="390"/>
            <ac:picMk id="10" creationId="{01BD7B01-D633-503D-4161-33BFA28062D7}"/>
          </ac:picMkLst>
        </pc:picChg>
        <pc:picChg chg="add mod">
          <ac:chgData name="Boone Severson" userId="1d942a2b-e0b5-491a-b49e-d500fa0ad426" providerId="ADAL" clId="{1AD2F0BF-B9BF-024E-933A-007FD73FB1F7}" dt="2024-09-12T03:35:45.265" v="75"/>
          <ac:picMkLst>
            <pc:docMk/>
            <pc:sldMk cId="2242161678" sldId="390"/>
            <ac:picMk id="12" creationId="{CD87DB10-C2DB-B9BC-D31F-56828164AF96}"/>
          </ac:picMkLst>
        </pc:picChg>
      </pc:sldChg>
      <pc:sldChg chg="modSp new mod modAnim">
        <pc:chgData name="Boone Severson" userId="1d942a2b-e0b5-491a-b49e-d500fa0ad426" providerId="ADAL" clId="{1AD2F0BF-B9BF-024E-933A-007FD73FB1F7}" dt="2024-09-12T13:41:02.019" v="880" actId="404"/>
        <pc:sldMkLst>
          <pc:docMk/>
          <pc:sldMk cId="840107163" sldId="391"/>
        </pc:sldMkLst>
        <pc:spChg chg="mod">
          <ac:chgData name="Boone Severson" userId="1d942a2b-e0b5-491a-b49e-d500fa0ad426" providerId="ADAL" clId="{1AD2F0BF-B9BF-024E-933A-007FD73FB1F7}" dt="2024-09-12T13:20:19.830" v="390" actId="20577"/>
          <ac:spMkLst>
            <pc:docMk/>
            <pc:sldMk cId="840107163" sldId="391"/>
            <ac:spMk id="2" creationId="{8924CC3F-436C-10EE-59AB-EBFF30C02285}"/>
          </ac:spMkLst>
        </pc:spChg>
        <pc:spChg chg="mod">
          <ac:chgData name="Boone Severson" userId="1d942a2b-e0b5-491a-b49e-d500fa0ad426" providerId="ADAL" clId="{1AD2F0BF-B9BF-024E-933A-007FD73FB1F7}" dt="2024-09-12T13:41:02.019" v="880" actId="404"/>
          <ac:spMkLst>
            <pc:docMk/>
            <pc:sldMk cId="840107163" sldId="391"/>
            <ac:spMk id="3" creationId="{4979E1B0-FCB6-DC78-427C-180211D3735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88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9E94325-7BE7-428D-AE55-308395C004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23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4FFE8B02-4736-417B-B842-A69D106543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6665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891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728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530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E302-CD8C-D9A9-056C-108BD31EA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375F1-117C-F16E-A3AE-CA4221CDA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0BF11-7EFA-591C-3CFF-2548B5A34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F18CE-F656-686F-AAF4-637D99ECD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9457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4213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423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5964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764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7397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6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0198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048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330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66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5951701-B0B4-4939-BB63-0F357124220B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495102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17407CB-AE38-450A-8258-626CEFFEE7BF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6110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84E426E2-4AE0-4571-B460-6460009BCFCE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2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4.xml"/><Relationship Id="rId7" Type="http://schemas.openxmlformats.org/officeDocument/2006/relationships/image" Target="../media/image4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50.xml"/><Relationship Id="rId7" Type="http://schemas.openxmlformats.org/officeDocument/2006/relationships/image" Target="../media/image7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81000" y="2362200"/>
            <a:ext cx="83820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ISA Advanced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200" dirty="0"/>
              <a:t>Boone Severson</a:t>
            </a:r>
            <a:endParaRPr lang="en-US" sz="2200" dirty="0">
              <a:ea typeface="Calibri"/>
              <a:cs typeface="Calibri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ea typeface="Calibri"/>
              <a:cs typeface="Calibri"/>
            </a:endParaRPr>
          </a:p>
          <a:p>
            <a:pPr eaLnBrk="1" hangingPunct="1">
              <a:buFont typeface="Arial" charset="0"/>
              <a:defRPr/>
            </a:pPr>
            <a:r>
              <a:rPr lang="en-US" sz="2200" dirty="0"/>
              <a:t>Lecture notes based in part on slides created by </a:t>
            </a:r>
            <a:r>
              <a:rPr lang="en-US" sz="2200" dirty="0">
                <a:ea typeface="+mn-lt"/>
                <a:cs typeface="+mn-lt"/>
              </a:rPr>
              <a:t>Joshua San Miguel, </a:t>
            </a:r>
            <a:r>
              <a:rPr lang="en-US" sz="2200" dirty="0"/>
              <a:t>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  <a:endParaRPr lang="en-US" sz="2200" dirty="0">
              <a:ea typeface="Calibri"/>
              <a:cs typeface="Calibri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186180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MIPS Instruction Formats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98316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R-format: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shifts: 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shamt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I-format: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$rt,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mem: 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branch: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J-format: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BF5BE4B9-26C7-4863-9940-5BE933344668}" type="slidenum">
              <a:rPr lang="en-US" altLang="en-US">
                <a:latin typeface="Calibri" panose="020F0502020204030204" pitchFamily="34" charset="0"/>
              </a:rPr>
              <a:pPr lvl="1"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156140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00000000000010000100000000100000</a:t>
            </a:r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AE223D62-8146-8F4D-52C7-FCD7AB2C78AA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162E5-C766-BEDA-63D8-D4951D95F20A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pic>
        <p:nvPicPr>
          <p:cNvPr id="6" name="Picture 5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1281C8CB-EB0A-4F51-95EE-AC9AE936B1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3403600"/>
            <a:ext cx="6908800" cy="18542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DCCC3CD-B986-1EF6-8866-69AC5B7C9A00}"/>
              </a:ext>
            </a:extLst>
          </p:cNvPr>
          <p:cNvSpPr/>
          <p:nvPr/>
        </p:nvSpPr>
        <p:spPr>
          <a:xfrm>
            <a:off x="1981200" y="3200400"/>
            <a:ext cx="990600" cy="2362200"/>
          </a:xfrm>
          <a:prstGeom prst="ellipse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8744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5609-27A9-BFA1-56C7-5F9AD3C9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text with white text&#10;&#10;Description automatically generated">
            <a:extLst>
              <a:ext uri="{FF2B5EF4-FFF2-40B4-BE49-F238E27FC236}">
                <a16:creationId xmlns:a16="http://schemas.microsoft.com/office/drawing/2014/main" id="{01BD7B01-D633-503D-4161-33BFA28062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698040"/>
            <a:ext cx="4108492" cy="4061937"/>
          </a:xfrm>
          <a:prstGeom prst="rect">
            <a:avLst/>
          </a:prstGeom>
        </p:spPr>
      </p:pic>
      <p:sp>
        <p:nvSpPr>
          <p:cNvPr id="23554" name="Rectangle 2">
            <a:extLst>
              <a:ext uri="{FF2B5EF4-FFF2-40B4-BE49-F238E27FC236}">
                <a16:creationId xmlns:a16="http://schemas.microsoft.com/office/drawing/2014/main" id="{3AE60CDA-A9E3-003C-9D34-8E3F5D73D9E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EECBE5B-8E7A-306A-5F29-760D00C78B0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00000000000010000100000000100000</a:t>
            </a:r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18AC72-3BB3-6D50-73AD-93C88C67D95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8C10699-FD07-5CF2-776B-DE2D8C289B23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DB70D-576C-EE82-ACD2-2E812864719B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7A5F81-62AB-EA01-D0CD-6376066F2E23}"/>
              </a:ext>
            </a:extLst>
          </p:cNvPr>
          <p:cNvSpPr/>
          <p:nvPr/>
        </p:nvSpPr>
        <p:spPr>
          <a:xfrm>
            <a:off x="2971801" y="3352799"/>
            <a:ext cx="304799" cy="31687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FD4BB-B45C-99B1-F2C4-523F6D4E90F1}"/>
              </a:ext>
            </a:extLst>
          </p:cNvPr>
          <p:cNvSpPr/>
          <p:nvPr/>
        </p:nvSpPr>
        <p:spPr>
          <a:xfrm>
            <a:off x="6172200" y="3352799"/>
            <a:ext cx="288905" cy="336867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D4A183-3E6C-1BCB-47CA-D1236259914B}"/>
              </a:ext>
            </a:extLst>
          </p:cNvPr>
          <p:cNvSpPr/>
          <p:nvPr/>
        </p:nvSpPr>
        <p:spPr>
          <a:xfrm>
            <a:off x="2971800" y="4178928"/>
            <a:ext cx="304799" cy="31687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6AF4E9-1D46-9E23-02F0-74AE85B6B002}"/>
              </a:ext>
            </a:extLst>
          </p:cNvPr>
          <p:cNvSpPr/>
          <p:nvPr/>
        </p:nvSpPr>
        <p:spPr>
          <a:xfrm>
            <a:off x="2971800" y="4495800"/>
            <a:ext cx="304799" cy="31687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5623D2-7423-C868-0BE5-765D3A8E1A7A}"/>
              </a:ext>
            </a:extLst>
          </p:cNvPr>
          <p:cNvSpPr/>
          <p:nvPr/>
        </p:nvSpPr>
        <p:spPr>
          <a:xfrm>
            <a:off x="2971800" y="6388728"/>
            <a:ext cx="304799" cy="31687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2161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000000 00000 01000 01000 00000 100000</a:t>
            </a:r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45F06C1A-BCB7-DA0D-1C7A-1433C10E581A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9BFC3-9311-AD13-67B6-743C836A99E2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30B5B3D-5669-D0CF-05EA-095F69B8F3FF}"/>
              </a:ext>
            </a:extLst>
          </p:cNvPr>
          <p:cNvSpPr/>
          <p:nvPr/>
        </p:nvSpPr>
        <p:spPr>
          <a:xfrm rot="5400000">
            <a:off x="2959017" y="22276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FF7BE-DEA7-8894-BB9C-10B17DE458A8}"/>
              </a:ext>
            </a:extLst>
          </p:cNvPr>
          <p:cNvSpPr txBox="1"/>
          <p:nvPr/>
        </p:nvSpPr>
        <p:spPr>
          <a:xfrm>
            <a:off x="2883299" y="26786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380915E-E1DB-67B2-EFD8-BC97B79D0CEE}"/>
              </a:ext>
            </a:extLst>
          </p:cNvPr>
          <p:cNvSpPr/>
          <p:nvPr/>
        </p:nvSpPr>
        <p:spPr>
          <a:xfrm rot="5400000">
            <a:off x="70104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ABE16-9A67-0DCC-47AF-201EFF1ED671}"/>
              </a:ext>
            </a:extLst>
          </p:cNvPr>
          <p:cNvSpPr txBox="1"/>
          <p:nvPr/>
        </p:nvSpPr>
        <p:spPr>
          <a:xfrm>
            <a:off x="6783901" y="2673628"/>
            <a:ext cx="681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funct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A25392B-E9FE-B748-CB53-DF253D204635}"/>
              </a:ext>
            </a:extLst>
          </p:cNvPr>
          <p:cNvSpPr/>
          <p:nvPr/>
        </p:nvSpPr>
        <p:spPr>
          <a:xfrm rot="5400000">
            <a:off x="3975183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9AB890-7898-9228-0D18-23446A3D599C}"/>
              </a:ext>
            </a:extLst>
          </p:cNvPr>
          <p:cNvSpPr txBox="1"/>
          <p:nvPr/>
        </p:nvSpPr>
        <p:spPr>
          <a:xfrm>
            <a:off x="3903664" y="26736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652E00E-CB57-CB2A-35C3-3D0A8ECD4885}"/>
              </a:ext>
            </a:extLst>
          </p:cNvPr>
          <p:cNvSpPr/>
          <p:nvPr/>
        </p:nvSpPr>
        <p:spPr>
          <a:xfrm rot="5400000">
            <a:off x="4940217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0266E-C9CC-04E7-9031-BDE1E0A4E3D5}"/>
              </a:ext>
            </a:extLst>
          </p:cNvPr>
          <p:cNvSpPr txBox="1"/>
          <p:nvPr/>
        </p:nvSpPr>
        <p:spPr>
          <a:xfrm>
            <a:off x="4848469" y="2673629"/>
            <a:ext cx="38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rd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47B5DF4-541E-827F-E51F-C984DB6F4AFD}"/>
              </a:ext>
            </a:extLst>
          </p:cNvPr>
          <p:cNvSpPr/>
          <p:nvPr/>
        </p:nvSpPr>
        <p:spPr>
          <a:xfrm rot="5400000">
            <a:off x="5930817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EEA3C-D84F-558F-23AE-C8575B67C78F}"/>
              </a:ext>
            </a:extLst>
          </p:cNvPr>
          <p:cNvSpPr txBox="1"/>
          <p:nvPr/>
        </p:nvSpPr>
        <p:spPr>
          <a:xfrm>
            <a:off x="5643150" y="2673629"/>
            <a:ext cx="778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shamt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8" name="Picture 17" descr="A table of numbers with text&#10;&#10;Description automatically generated">
            <a:extLst>
              <a:ext uri="{FF2B5EF4-FFF2-40B4-BE49-F238E27FC236}">
                <a16:creationId xmlns:a16="http://schemas.microsoft.com/office/drawing/2014/main" id="{24DC6EC6-1E6C-4164-D957-EC8E271CB4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543" y="3193257"/>
            <a:ext cx="4343400" cy="2032000"/>
          </a:xfrm>
          <a:prstGeom prst="rect">
            <a:avLst/>
          </a:prstGeom>
        </p:spPr>
      </p:pic>
      <p:pic>
        <p:nvPicPr>
          <p:cNvPr id="19" name="Picture 1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6A0D770-EF60-842C-0B7B-31408C6048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457" y="5631246"/>
            <a:ext cx="6832600" cy="10541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5EC3A50-9F3A-B912-8E45-F0C980E0E48E}"/>
              </a:ext>
            </a:extLst>
          </p:cNvPr>
          <p:cNvSpPr/>
          <p:nvPr/>
        </p:nvSpPr>
        <p:spPr>
          <a:xfrm>
            <a:off x="4724400" y="3638437"/>
            <a:ext cx="1524000" cy="30480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28A80E-9069-2306-4BD5-46D5AA8B4C6B}"/>
              </a:ext>
            </a:extLst>
          </p:cNvPr>
          <p:cNvSpPr/>
          <p:nvPr/>
        </p:nvSpPr>
        <p:spPr>
          <a:xfrm>
            <a:off x="4724400" y="4876800"/>
            <a:ext cx="1524000" cy="30480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643096-A9CB-041F-56AC-D29628BAAECC}"/>
              </a:ext>
            </a:extLst>
          </p:cNvPr>
          <p:cNvSpPr/>
          <p:nvPr/>
        </p:nvSpPr>
        <p:spPr>
          <a:xfrm>
            <a:off x="7239000" y="6324600"/>
            <a:ext cx="838200" cy="30480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EE690BC-4CAB-E3D7-CA33-B8453F5A73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3310844"/>
            <a:ext cx="6362700" cy="558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7151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000000 00000 01000 01000 00000 100000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In assembly: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add $t0, $zero, $t0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45F06C1A-BCB7-DA0D-1C7A-1433C10E581A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9BFC3-9311-AD13-67B6-743C836A99E2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30B5B3D-5669-D0CF-05EA-095F69B8F3FF}"/>
              </a:ext>
            </a:extLst>
          </p:cNvPr>
          <p:cNvSpPr/>
          <p:nvPr/>
        </p:nvSpPr>
        <p:spPr>
          <a:xfrm rot="5400000">
            <a:off x="2959017" y="22276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FF7BE-DEA7-8894-BB9C-10B17DE458A8}"/>
              </a:ext>
            </a:extLst>
          </p:cNvPr>
          <p:cNvSpPr txBox="1"/>
          <p:nvPr/>
        </p:nvSpPr>
        <p:spPr>
          <a:xfrm>
            <a:off x="2883299" y="26786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380915E-E1DB-67B2-EFD8-BC97B79D0CEE}"/>
              </a:ext>
            </a:extLst>
          </p:cNvPr>
          <p:cNvSpPr/>
          <p:nvPr/>
        </p:nvSpPr>
        <p:spPr>
          <a:xfrm rot="5400000">
            <a:off x="70104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ABE16-9A67-0DCC-47AF-201EFF1ED671}"/>
              </a:ext>
            </a:extLst>
          </p:cNvPr>
          <p:cNvSpPr txBox="1"/>
          <p:nvPr/>
        </p:nvSpPr>
        <p:spPr>
          <a:xfrm>
            <a:off x="6783901" y="2673628"/>
            <a:ext cx="681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funct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A25392B-E9FE-B748-CB53-DF253D204635}"/>
              </a:ext>
            </a:extLst>
          </p:cNvPr>
          <p:cNvSpPr/>
          <p:nvPr/>
        </p:nvSpPr>
        <p:spPr>
          <a:xfrm rot="5400000">
            <a:off x="3975183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9AB890-7898-9228-0D18-23446A3D599C}"/>
              </a:ext>
            </a:extLst>
          </p:cNvPr>
          <p:cNvSpPr txBox="1"/>
          <p:nvPr/>
        </p:nvSpPr>
        <p:spPr>
          <a:xfrm>
            <a:off x="3903664" y="26736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652E00E-CB57-CB2A-35C3-3D0A8ECD4885}"/>
              </a:ext>
            </a:extLst>
          </p:cNvPr>
          <p:cNvSpPr/>
          <p:nvPr/>
        </p:nvSpPr>
        <p:spPr>
          <a:xfrm rot="5400000">
            <a:off x="4940217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0266E-C9CC-04E7-9031-BDE1E0A4E3D5}"/>
              </a:ext>
            </a:extLst>
          </p:cNvPr>
          <p:cNvSpPr txBox="1"/>
          <p:nvPr/>
        </p:nvSpPr>
        <p:spPr>
          <a:xfrm>
            <a:off x="4848469" y="2673629"/>
            <a:ext cx="38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rd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C47B5DF4-541E-827F-E51F-C984DB6F4AFD}"/>
              </a:ext>
            </a:extLst>
          </p:cNvPr>
          <p:cNvSpPr/>
          <p:nvPr/>
        </p:nvSpPr>
        <p:spPr>
          <a:xfrm rot="5400000">
            <a:off x="5930817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EEA3C-D84F-558F-23AE-C8575B67C78F}"/>
              </a:ext>
            </a:extLst>
          </p:cNvPr>
          <p:cNvSpPr txBox="1"/>
          <p:nvPr/>
        </p:nvSpPr>
        <p:spPr>
          <a:xfrm>
            <a:off x="5643150" y="2673629"/>
            <a:ext cx="778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shamt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25989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CC3F-436C-10EE-59AB-EBFF30C02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 (in Verilog)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9E1B0-FCB6-DC78-427C-180211D37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// Instantiate array ‘mem’ that contains 32</a:t>
            </a:r>
          </a:p>
          <a:p>
            <a:pPr marL="0" indent="0">
              <a:buNone/>
            </a:pPr>
            <a:r>
              <a:rPr lang="en-US" dirty="0"/>
              <a:t>// entries of 16-bit registers.</a:t>
            </a:r>
          </a:p>
          <a:p>
            <a:pPr marL="0" indent="0">
              <a:buNone/>
            </a:pPr>
            <a:r>
              <a:rPr lang="en-US" dirty="0"/>
              <a:t>reg [15:0] mem[0:31]; </a:t>
            </a:r>
            <a:r>
              <a:rPr lang="en-US" sz="2400" dirty="0"/>
              <a:t>// C: unsigned short mem[32];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MIPS Green Card:</a:t>
            </a:r>
          </a:p>
          <a:p>
            <a:pPr marL="0" indent="0">
              <a:buNone/>
            </a:pPr>
            <a:r>
              <a:rPr lang="en-US" dirty="0"/>
              <a:t>reg [31:0] R[0:31]; // “Register File”</a:t>
            </a:r>
          </a:p>
          <a:p>
            <a:pPr marL="0" indent="0">
              <a:buNone/>
            </a:pPr>
            <a:r>
              <a:rPr lang="en-US" dirty="0" err="1"/>
              <a:t>Add’s</a:t>
            </a:r>
            <a:r>
              <a:rPr lang="en-US" dirty="0"/>
              <a:t> Operation: R[</a:t>
            </a:r>
            <a:r>
              <a:rPr lang="en-US" dirty="0" err="1"/>
              <a:t>rd</a:t>
            </a:r>
            <a:r>
              <a:rPr lang="en-US" dirty="0"/>
              <a:t>] = R[</a:t>
            </a:r>
            <a:r>
              <a:rPr lang="en-US" dirty="0" err="1"/>
              <a:t>rs</a:t>
            </a:r>
            <a:r>
              <a:rPr lang="en-US" dirty="0"/>
              <a:t>] + R[rt];</a:t>
            </a:r>
          </a:p>
          <a:p>
            <a:pPr marL="0" indent="0">
              <a:buNone/>
            </a:pPr>
            <a:r>
              <a:rPr lang="en-US" dirty="0"/>
              <a:t>R[8] = R[0] + R[9]; // when </a:t>
            </a:r>
            <a:r>
              <a:rPr lang="en-US" dirty="0" err="1"/>
              <a:t>rd</a:t>
            </a:r>
            <a:r>
              <a:rPr lang="en-US" dirty="0"/>
              <a:t>=8, </a:t>
            </a:r>
            <a:r>
              <a:rPr lang="en-US" dirty="0" err="1"/>
              <a:t>rs</a:t>
            </a:r>
            <a:r>
              <a:rPr lang="en-US" dirty="0"/>
              <a:t>=0, rt=9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E530C-0770-6B7A-ACBF-37E58C24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1071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00100000000100001111111111111111</a:t>
            </a:r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84E913A-7477-7CF0-A62B-C075424378A7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351D5-3D03-36E2-BF34-EE3AC4CC3A7C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2910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001000 00000 10000 1111111111111111</a:t>
            </a:r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84E913A-7477-7CF0-A62B-C075424378A7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351D5-3D03-36E2-BF34-EE3AC4CC3A7C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C0DC5CA-0CFB-B252-18D5-FE6E97209320}"/>
              </a:ext>
            </a:extLst>
          </p:cNvPr>
          <p:cNvSpPr/>
          <p:nvPr/>
        </p:nvSpPr>
        <p:spPr>
          <a:xfrm rot="5400000">
            <a:off x="2959017" y="22276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4E6BF-C5C7-EF4A-9BDD-FBAD77EB4AEB}"/>
              </a:ext>
            </a:extLst>
          </p:cNvPr>
          <p:cNvSpPr txBox="1"/>
          <p:nvPr/>
        </p:nvSpPr>
        <p:spPr>
          <a:xfrm>
            <a:off x="2883299" y="26786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7247352-9A62-AB39-88DD-D5D4EB2C2CD4}"/>
              </a:ext>
            </a:extLst>
          </p:cNvPr>
          <p:cNvSpPr/>
          <p:nvPr/>
        </p:nvSpPr>
        <p:spPr>
          <a:xfrm rot="5400000">
            <a:off x="3975183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12912-C3C5-329C-F96F-201FCB10AC48}"/>
              </a:ext>
            </a:extLst>
          </p:cNvPr>
          <p:cNvSpPr txBox="1"/>
          <p:nvPr/>
        </p:nvSpPr>
        <p:spPr>
          <a:xfrm>
            <a:off x="3903664" y="26736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603B856-24B4-3665-A083-90562BBE18A9}"/>
              </a:ext>
            </a:extLst>
          </p:cNvPr>
          <p:cNvSpPr/>
          <p:nvPr/>
        </p:nvSpPr>
        <p:spPr>
          <a:xfrm rot="5400000">
            <a:off x="5943601" y="1219202"/>
            <a:ext cx="228600" cy="2819398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53283-DF2D-02FF-50C7-1785C1BE4713}"/>
              </a:ext>
            </a:extLst>
          </p:cNvPr>
          <p:cNvSpPr txBox="1"/>
          <p:nvPr/>
        </p:nvSpPr>
        <p:spPr>
          <a:xfrm>
            <a:off x="5447252" y="2673629"/>
            <a:ext cx="121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immediate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651198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this MIPS instruction?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001000 00000 10000 1111111111111111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In assembly: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addi</a:t>
            </a:r>
            <a:r>
              <a:rPr lang="en-US" altLang="en-US" sz="2800" dirty="0"/>
              <a:t> $s0, $zero, -1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84E913A-7477-7CF0-A62B-C075424378A7}"/>
              </a:ext>
            </a:extLst>
          </p:cNvPr>
          <p:cNvSpPr/>
          <p:nvPr/>
        </p:nvSpPr>
        <p:spPr>
          <a:xfrm rot="5400000">
            <a:off x="1905000" y="21336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351D5-3D03-36E2-BF34-EE3AC4CC3A7C}"/>
              </a:ext>
            </a:extLst>
          </p:cNvPr>
          <p:cNvSpPr txBox="1"/>
          <p:nvPr/>
        </p:nvSpPr>
        <p:spPr>
          <a:xfrm>
            <a:off x="1574883" y="26736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C0DC5CA-0CFB-B252-18D5-FE6E97209320}"/>
              </a:ext>
            </a:extLst>
          </p:cNvPr>
          <p:cNvSpPr/>
          <p:nvPr/>
        </p:nvSpPr>
        <p:spPr>
          <a:xfrm rot="5400000">
            <a:off x="2959017" y="22276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4E6BF-C5C7-EF4A-9BDD-FBAD77EB4AEB}"/>
              </a:ext>
            </a:extLst>
          </p:cNvPr>
          <p:cNvSpPr txBox="1"/>
          <p:nvPr/>
        </p:nvSpPr>
        <p:spPr>
          <a:xfrm>
            <a:off x="2883299" y="26786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7247352-9A62-AB39-88DD-D5D4EB2C2CD4}"/>
              </a:ext>
            </a:extLst>
          </p:cNvPr>
          <p:cNvSpPr/>
          <p:nvPr/>
        </p:nvSpPr>
        <p:spPr>
          <a:xfrm rot="5400000">
            <a:off x="3975183" y="22225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12912-C3C5-329C-F96F-201FCB10AC48}"/>
              </a:ext>
            </a:extLst>
          </p:cNvPr>
          <p:cNvSpPr txBox="1"/>
          <p:nvPr/>
        </p:nvSpPr>
        <p:spPr>
          <a:xfrm>
            <a:off x="3903664" y="26736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603B856-24B4-3665-A083-90562BBE18A9}"/>
              </a:ext>
            </a:extLst>
          </p:cNvPr>
          <p:cNvSpPr/>
          <p:nvPr/>
        </p:nvSpPr>
        <p:spPr>
          <a:xfrm rot="5400000">
            <a:off x="5943601" y="1219202"/>
            <a:ext cx="228600" cy="2819398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53283-DF2D-02FF-50C7-1785C1BE4713}"/>
              </a:ext>
            </a:extLst>
          </p:cNvPr>
          <p:cNvSpPr txBox="1"/>
          <p:nvPr/>
        </p:nvSpPr>
        <p:spPr>
          <a:xfrm>
            <a:off x="5447252" y="2673629"/>
            <a:ext cx="121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immediate</a:t>
            </a:r>
          </a:p>
        </p:txBody>
      </p:sp>
      <p:pic>
        <p:nvPicPr>
          <p:cNvPr id="8" name="Picture 7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1B0353E0-0A67-C08F-8398-E9282AB462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5179105"/>
            <a:ext cx="6832600" cy="1371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82269E-5415-7F70-0F2B-FE0F6B77B3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4372755"/>
            <a:ext cx="6375400" cy="533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080406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MIPS Instruction Formats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98316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R-format: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shifts: 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shamt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I-format: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$rt,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mem: 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branch: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J-format: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BF5BE4B9-26C7-4863-9940-5BE93334466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579590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Q3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I-format (&lt;op&gt; $rt, $</a:t>
            </a:r>
            <a:r>
              <a:rPr lang="en-US" altLang="en-US" sz="2800" dirty="0" err="1"/>
              <a:t>rs</a:t>
            </a:r>
            <a:r>
              <a:rPr lang="en-US" altLang="en-US" sz="2800" dirty="0"/>
              <a:t>, &lt;</a:t>
            </a:r>
            <a:r>
              <a:rPr lang="en-US" altLang="en-US" sz="2800" dirty="0" err="1"/>
              <a:t>imm</a:t>
            </a:r>
            <a:r>
              <a:rPr lang="en-US" altLang="en-US" sz="2800" dirty="0"/>
              <a:t>&gt;):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addi</a:t>
            </a:r>
            <a:r>
              <a:rPr lang="en-US" altLang="en-US" sz="2800" dirty="0"/>
              <a:t> $s1, $s2, 1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84E913A-7477-7CF0-A62B-C075424378A7}"/>
              </a:ext>
            </a:extLst>
          </p:cNvPr>
          <p:cNvSpPr/>
          <p:nvPr/>
        </p:nvSpPr>
        <p:spPr>
          <a:xfrm rot="5400000">
            <a:off x="1905000" y="41910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351D5-3D03-36E2-BF34-EE3AC4CC3A7C}"/>
              </a:ext>
            </a:extLst>
          </p:cNvPr>
          <p:cNvSpPr txBox="1"/>
          <p:nvPr/>
        </p:nvSpPr>
        <p:spPr>
          <a:xfrm>
            <a:off x="1574883" y="47310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C0DC5CA-0CFB-B252-18D5-FE6E97209320}"/>
              </a:ext>
            </a:extLst>
          </p:cNvPr>
          <p:cNvSpPr/>
          <p:nvPr/>
        </p:nvSpPr>
        <p:spPr>
          <a:xfrm rot="5400000">
            <a:off x="2959017" y="42850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4E6BF-C5C7-EF4A-9BDD-FBAD77EB4AEB}"/>
              </a:ext>
            </a:extLst>
          </p:cNvPr>
          <p:cNvSpPr txBox="1"/>
          <p:nvPr/>
        </p:nvSpPr>
        <p:spPr>
          <a:xfrm>
            <a:off x="2883299" y="47360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7247352-9A62-AB39-88DD-D5D4EB2C2CD4}"/>
              </a:ext>
            </a:extLst>
          </p:cNvPr>
          <p:cNvSpPr/>
          <p:nvPr/>
        </p:nvSpPr>
        <p:spPr>
          <a:xfrm rot="5400000">
            <a:off x="3975183" y="42799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12912-C3C5-329C-F96F-201FCB10AC48}"/>
              </a:ext>
            </a:extLst>
          </p:cNvPr>
          <p:cNvSpPr txBox="1"/>
          <p:nvPr/>
        </p:nvSpPr>
        <p:spPr>
          <a:xfrm>
            <a:off x="3903664" y="47310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603B856-24B4-3665-A083-90562BBE18A9}"/>
              </a:ext>
            </a:extLst>
          </p:cNvPr>
          <p:cNvSpPr/>
          <p:nvPr/>
        </p:nvSpPr>
        <p:spPr>
          <a:xfrm rot="5400000">
            <a:off x="5943601" y="3276602"/>
            <a:ext cx="228600" cy="2819398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53283-DF2D-02FF-50C7-1785C1BE4713}"/>
              </a:ext>
            </a:extLst>
          </p:cNvPr>
          <p:cNvSpPr txBox="1"/>
          <p:nvPr/>
        </p:nvSpPr>
        <p:spPr>
          <a:xfrm>
            <a:off x="5447252" y="4731029"/>
            <a:ext cx="121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immediate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96963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Q3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I-format (&lt;op&gt; $rt, $</a:t>
            </a:r>
            <a:r>
              <a:rPr lang="en-US" altLang="en-US" sz="2800" dirty="0" err="1"/>
              <a:t>rs</a:t>
            </a:r>
            <a:r>
              <a:rPr lang="en-US" altLang="en-US" sz="2800" dirty="0"/>
              <a:t>, &lt;</a:t>
            </a:r>
            <a:r>
              <a:rPr lang="en-US" altLang="en-US" sz="2800" dirty="0" err="1"/>
              <a:t>imm</a:t>
            </a:r>
            <a:r>
              <a:rPr lang="en-US" altLang="en-US" sz="2800" dirty="0"/>
              <a:t>&gt;):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addi</a:t>
            </a:r>
            <a:r>
              <a:rPr lang="en-US" altLang="en-US" sz="2800" dirty="0"/>
              <a:t> $s1, $s2, 1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001000 10010 10001 0000000000000001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84E913A-7477-7CF0-A62B-C075424378A7}"/>
              </a:ext>
            </a:extLst>
          </p:cNvPr>
          <p:cNvSpPr/>
          <p:nvPr/>
        </p:nvSpPr>
        <p:spPr>
          <a:xfrm rot="5400000">
            <a:off x="1905000" y="41910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351D5-3D03-36E2-BF34-EE3AC4CC3A7C}"/>
              </a:ext>
            </a:extLst>
          </p:cNvPr>
          <p:cNvSpPr txBox="1"/>
          <p:nvPr/>
        </p:nvSpPr>
        <p:spPr>
          <a:xfrm>
            <a:off x="1574883" y="47310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C0DC5CA-0CFB-B252-18D5-FE6E97209320}"/>
              </a:ext>
            </a:extLst>
          </p:cNvPr>
          <p:cNvSpPr/>
          <p:nvPr/>
        </p:nvSpPr>
        <p:spPr>
          <a:xfrm rot="5400000">
            <a:off x="2959017" y="42850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4E6BF-C5C7-EF4A-9BDD-FBAD77EB4AEB}"/>
              </a:ext>
            </a:extLst>
          </p:cNvPr>
          <p:cNvSpPr txBox="1"/>
          <p:nvPr/>
        </p:nvSpPr>
        <p:spPr>
          <a:xfrm>
            <a:off x="2883299" y="47360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7247352-9A62-AB39-88DD-D5D4EB2C2CD4}"/>
              </a:ext>
            </a:extLst>
          </p:cNvPr>
          <p:cNvSpPr/>
          <p:nvPr/>
        </p:nvSpPr>
        <p:spPr>
          <a:xfrm rot="5400000">
            <a:off x="3975183" y="42799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12912-C3C5-329C-F96F-201FCB10AC48}"/>
              </a:ext>
            </a:extLst>
          </p:cNvPr>
          <p:cNvSpPr txBox="1"/>
          <p:nvPr/>
        </p:nvSpPr>
        <p:spPr>
          <a:xfrm>
            <a:off x="3903664" y="47310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603B856-24B4-3665-A083-90562BBE18A9}"/>
              </a:ext>
            </a:extLst>
          </p:cNvPr>
          <p:cNvSpPr/>
          <p:nvPr/>
        </p:nvSpPr>
        <p:spPr>
          <a:xfrm rot="5400000">
            <a:off x="5943601" y="3276602"/>
            <a:ext cx="228600" cy="2819398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53283-DF2D-02FF-50C7-1785C1BE4713}"/>
              </a:ext>
            </a:extLst>
          </p:cNvPr>
          <p:cNvSpPr txBox="1"/>
          <p:nvPr/>
        </p:nvSpPr>
        <p:spPr>
          <a:xfrm>
            <a:off x="5447252" y="4731029"/>
            <a:ext cx="121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immediate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48670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44C3D0-C411-45C6-98E0-40371DDBA28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Q3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9C9F4FF-A4E9-4F56-BE75-7411C26CF51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I-format (&lt;op&gt; $rt, $</a:t>
            </a:r>
            <a:r>
              <a:rPr lang="en-US" altLang="en-US" sz="2800" dirty="0" err="1"/>
              <a:t>rs</a:t>
            </a:r>
            <a:r>
              <a:rPr lang="en-US" altLang="en-US" sz="2800" dirty="0"/>
              <a:t>, &lt;</a:t>
            </a:r>
            <a:r>
              <a:rPr lang="en-US" altLang="en-US" sz="2800" dirty="0" err="1"/>
              <a:t>imm</a:t>
            </a:r>
            <a:r>
              <a:rPr lang="en-US" altLang="en-US" sz="2800" dirty="0"/>
              <a:t>&gt;):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addi</a:t>
            </a:r>
            <a:r>
              <a:rPr lang="en-US" altLang="en-US" sz="2800" dirty="0"/>
              <a:t> $s1, $s2, 1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/>
              <a:t>In binary:</a:t>
            </a:r>
          </a:p>
          <a:p>
            <a:pPr marL="0" indent="0" eaLnBrk="1" hangingPunct="1">
              <a:buNone/>
            </a:pPr>
            <a:r>
              <a:rPr lang="en-US" altLang="en-US" sz="2800" dirty="0"/>
              <a:t>	001000 10010 10</a:t>
            </a:r>
            <a:r>
              <a:rPr lang="en-US" altLang="en-US" sz="2800" b="1" dirty="0">
                <a:solidFill>
                  <a:schemeClr val="bg1"/>
                </a:solidFill>
                <a:highlight>
                  <a:srgbClr val="FF0000"/>
                </a:highlight>
              </a:rPr>
              <a:t>1</a:t>
            </a:r>
            <a:r>
              <a:rPr lang="en-US" altLang="en-US" sz="2800" dirty="0"/>
              <a:t>01 00000000000000</a:t>
            </a:r>
            <a:r>
              <a:rPr lang="en-US" altLang="en-US" sz="2800" b="1" dirty="0">
                <a:solidFill>
                  <a:schemeClr val="bg1"/>
                </a:solidFill>
                <a:highlight>
                  <a:srgbClr val="FF0000"/>
                </a:highlight>
              </a:rPr>
              <a:t>1</a:t>
            </a:r>
            <a:r>
              <a:rPr lang="en-US" altLang="en-US" sz="2800" dirty="0"/>
              <a:t>1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49DD8-A2F1-4EAF-BFFC-22525D20D4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9A33C73-80C1-4991-BA14-791437B82E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84E913A-7477-7CF0-A62B-C075424378A7}"/>
              </a:ext>
            </a:extLst>
          </p:cNvPr>
          <p:cNvSpPr/>
          <p:nvPr/>
        </p:nvSpPr>
        <p:spPr>
          <a:xfrm rot="5400000">
            <a:off x="1905000" y="4191000"/>
            <a:ext cx="228600" cy="990600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351D5-3D03-36E2-BF34-EE3AC4CC3A7C}"/>
              </a:ext>
            </a:extLst>
          </p:cNvPr>
          <p:cNvSpPr txBox="1"/>
          <p:nvPr/>
        </p:nvSpPr>
        <p:spPr>
          <a:xfrm>
            <a:off x="1574883" y="4731028"/>
            <a:ext cx="88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opcode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C0DC5CA-0CFB-B252-18D5-FE6E97209320}"/>
              </a:ext>
            </a:extLst>
          </p:cNvPr>
          <p:cNvSpPr/>
          <p:nvPr/>
        </p:nvSpPr>
        <p:spPr>
          <a:xfrm rot="5400000">
            <a:off x="2959017" y="4285023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4E6BF-C5C7-EF4A-9BDD-FBAD77EB4AEB}"/>
              </a:ext>
            </a:extLst>
          </p:cNvPr>
          <p:cNvSpPr txBox="1"/>
          <p:nvPr/>
        </p:nvSpPr>
        <p:spPr>
          <a:xfrm>
            <a:off x="2883299" y="4736068"/>
            <a:ext cx="35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rs</a:t>
            </a:r>
            <a:endParaRPr lang="en-US" sz="18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7247352-9A62-AB39-88DD-D5D4EB2C2CD4}"/>
              </a:ext>
            </a:extLst>
          </p:cNvPr>
          <p:cNvSpPr/>
          <p:nvPr/>
        </p:nvSpPr>
        <p:spPr>
          <a:xfrm rot="5400000">
            <a:off x="3975183" y="4279984"/>
            <a:ext cx="228600" cy="812633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12912-C3C5-329C-F96F-201FCB10AC48}"/>
              </a:ext>
            </a:extLst>
          </p:cNvPr>
          <p:cNvSpPr txBox="1"/>
          <p:nvPr/>
        </p:nvSpPr>
        <p:spPr>
          <a:xfrm>
            <a:off x="3903664" y="473102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603B856-24B4-3665-A083-90562BBE18A9}"/>
              </a:ext>
            </a:extLst>
          </p:cNvPr>
          <p:cNvSpPr/>
          <p:nvPr/>
        </p:nvSpPr>
        <p:spPr>
          <a:xfrm rot="5400000">
            <a:off x="5943601" y="3276602"/>
            <a:ext cx="228600" cy="2819398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53283-DF2D-02FF-50C7-1785C1BE4713}"/>
              </a:ext>
            </a:extLst>
          </p:cNvPr>
          <p:cNvSpPr txBox="1"/>
          <p:nvPr/>
        </p:nvSpPr>
        <p:spPr>
          <a:xfrm>
            <a:off x="5447252" y="4731029"/>
            <a:ext cx="121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immediate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033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MIPS Instruction Formats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98316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R-format: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shifts: 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shamt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I-format: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$rt,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mem: 	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branch:	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$rt,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J-format:</a:t>
            </a:r>
          </a:p>
          <a:p>
            <a:pPr eaLnBrk="1" hangingPunct="1">
              <a:buNone/>
            </a:pPr>
            <a:r>
              <a:rPr lang="en-US" altLang="en-US" sz="2400" dirty="0"/>
              <a:t>			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 &lt;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BF5BE4B9-26C7-4863-9940-5BE933344668}" type="slidenum">
              <a:rPr lang="en-US" altLang="en-US">
                <a:latin typeface="Calibri" panose="020F0502020204030204" pitchFamily="34" charset="0"/>
              </a:rPr>
              <a:pPr lvl="1"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960274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ISA Advanced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ISAAdvanced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221&quot;&gt;&lt;/object&gt;&lt;object type=&quot;2&quot; unique_id=&quot;10222&quot;&gt;&lt;object type=&quot;3&quot; unique_id=&quot;10249&quot;&gt;&lt;property id=&quot;20148&quot; value=&quot;5&quot;/&gt;&lt;property id=&quot;20300&quot; value=&quot;Slide 6 - &amp;quot;Procedure Calls&amp;quot;&quot;/&gt;&lt;property id=&quot;20307&quot; value=&quot;284&quot;/&gt;&lt;property id=&quot;20309&quot; value=&quot;-1&quot;/&gt;&lt;/object&gt;&lt;object type=&quot;3&quot; unique_id=&quot;143945&quot;&gt;&lt;property id=&quot;20148&quot; value=&quot;5&quot;/&gt;&lt;property id=&quot;20300&quot; value=&quot;Slide 7 - &amp;quot;Endianness&amp;quot;&quot;/&gt;&lt;property id=&quot;20307&quot; value=&quot;314&quot;/&gt;&lt;property id=&quot;20309&quot; value=&quot;-1&quot;/&gt;&lt;/object&gt;&lt;object type=&quot;3&quot; unique_id=&quot;144887&quot;&gt;&lt;property id=&quot;20148&quot; value=&quot;5&quot;/&gt;&lt;property id=&quot;20300&quot; value=&quot;Slide 1 - &amp;quot;ECE/CS 552: ISA Advanced&amp;quot;&quot;/&gt;&lt;property id=&quot;20307&quot; value=&quot;343&quot;/&gt;&lt;property id=&quot;20309&quot; value=&quot;-1&quot;/&gt;&lt;/object&gt;&lt;object type=&quot;3&quot; unique_id=&quot;144902&quot;&gt;&lt;property id=&quot;20148&quot; value=&quot;5&quot;/&gt;&lt;property id=&quot;20300&quot; value=&quot;Slide 8 - &amp;quot;Exercise – MIPS Assembly&amp;quot;&quot;/&gt;&lt;property id=&quot;20307&quot; value=&quot;325&quot;/&gt;&lt;property id=&quot;20309&quot; value=&quot;-1&quot;/&gt;&lt;/object&gt;&lt;object type=&quot;3&quot; unique_id=&quot;144904&quot;&gt;&lt;property id=&quot;20148&quot; value=&quot;5&quot;/&gt;&lt;property id=&quot;20300&quot; value=&quot;Slide 9 - &amp;quot;Exercise – MIPS Assembly&amp;quot;&quot;/&gt;&lt;property id=&quot;20307&quot; value=&quot;327&quot;/&gt;&lt;property id=&quot;20309&quot; value=&quot;-1&quot;/&gt;&lt;/object&gt;&lt;object type=&quot;3&quot; unique_id=&quot;144905&quot;&gt;&lt;property id=&quot;20148&quot; value=&quot;5&quot;/&gt;&lt;property id=&quot;20300&quot; value=&quot;Slide 10 - &amp;quot;Exercise – MIPS Assembly&amp;quot;&quot;/&gt;&lt;property id=&quot;20307&quot; value=&quot;328&quot;/&gt;&lt;property id=&quot;20309&quot; value=&quot;-1&quot;/&gt;&lt;/object&gt;&lt;object type=&quot;3&quot; unique_id=&quot;144907&quot;&gt;&lt;property id=&quot;20148&quot; value=&quot;5&quot;/&gt;&lt;property id=&quot;20300&quot; value=&quot;Slide 11 - &amp;quot;Exercise – MIPS Assembly&amp;quot;&quot;/&gt;&lt;property id=&quot;20307&quot; value=&quot;332&quot;/&gt;&lt;property id=&quot;20309&quot; value=&quot;-1&quot;/&gt;&lt;/object&gt;&lt;object type=&quot;3&quot; unique_id=&quot;144908&quot;&gt;&lt;property id=&quot;20148&quot; value=&quot;5&quot;/&gt;&lt;property id=&quot;20300&quot; value=&quot;Slide 12 - &amp;quot;Exercise – MIPS Assembly&amp;quot;&quot;/&gt;&lt;property id=&quot;20307&quot; value=&quot;329&quot;/&gt;&lt;property id=&quot;20309&quot; value=&quot;-1&quot;/&gt;&lt;/object&gt;&lt;object type=&quot;3&quot; unique_id=&quot;153927&quot;&gt;&lt;property id=&quot;20148&quot; value=&quot;5&quot;/&gt;&lt;property id=&quot;20300&quot; value=&quot;Slide 2 - &amp;quot;MIPS Instruction Formats&amp;quot;&quot;/&gt;&lt;property id=&quot;20307&quot; value=&quot;373&quot;/&gt;&lt;/object&gt;&lt;object type=&quot;3&quot; unique_id=&quot;153928&quot;&gt;&lt;property id=&quot;20148&quot; value=&quot;5&quot;/&gt;&lt;property id=&quot;20300&quot; value=&quot;Slide 3 - &amp;quot;MIPS Instruction Formats&amp;quot;&quot;/&gt;&lt;property id=&quot;20307&quot; value=&quot;372&quot;/&gt;&lt;/object&gt;&lt;object type=&quot;3&quot; unique_id=&quot;153929&quot;&gt;&lt;property id=&quot;20148&quot; value=&quot;5&quot;/&gt;&lt;property id=&quot;20300&quot; value=&quot;Slide 4 - &amp;quot;MIPS Instruction Formats&amp;quot;&quot;/&gt;&lt;property id=&quot;20307&quot; value=&quot;374&quot;/&gt;&lt;/object&gt;&lt;object type=&quot;3&quot; unique_id=&quot;153930&quot;&gt;&lt;property id=&quot;20148&quot; value=&quot;5&quot;/&gt;&lt;property id=&quot;20300&quot; value=&quot;Slide 5 - &amp;quot;Immediates&amp;quot;&quot;/&gt;&lt;property id=&quot;20307&quot; value=&quot;375&quot;/&gt;&lt;/object&gt;&lt;/object&gt;&lt;object type=&quot;10&quot; unique_id=&quot;17072&quot;&gt;&lt;object type=&quot;11&quot; unique_id=&quot;17073&quot;&gt;&lt;property id=&quot;20180&quot; value=&quot;0&quot;/&gt;&lt;property id=&quot;20181&quot; value=&quot;1&quot;/&gt;&lt;property id=&quot;20183&quot; value=&quot;1&quot;/&gt;&lt;/object&gt;&lt;object type=&quot;12&quot; unique_id=&quot;153925&quot;&gt;&lt;/object&gt;&lt;/object&gt;&lt;object type=&quot;4&quot; unique_id=&quot;17074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823094756,C:\Users\sanmi\GoogleDrive\UWMdrive\Courses\ECE552\ece552-lec03_ISAAdvanced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8D2A1FA-12DA-4DC0-AD1D-51D51B60E2C3}_1.png&quot;/&gt;&lt;left val=&quot;29&quot;/&gt;&lt;top val=&quot;185&quot;/&gt;&lt;width val=&quot;660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5B37248F-5109-429F-B3C3-887C237C2B61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6F5F729-59B0-455C-B987-62AE2E41B416}_9.png&quot;/&gt;&lt;left val=&quot;32&quot;/&gt;&lt;top val=&quot;21&quot;/&gt;&lt;width val=&quot;595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AD17B75-82CC-45B3-AB9B-185A21700E78}_9.png&quot;/&gt;&lt;left val=&quot;28&quot;/&gt;&lt;top val=&quot;122&quot;/&gt;&lt;width val=&quot;656&quot;/&gt;&lt;height val=&quot;360&quot;/&gt;&lt;hasText val=&quot;1&quot;/&gt;&lt;/Image&gt;&lt;/ThreeDShapeInfo&gt;"/>
  <p:tag name="PRESENTER_SHAPETEXTINFO" val="&lt;ShapeTextInfo&gt;&lt;TableIndex row=&quot;-1&quot; col=&quot;-1&quot;&gt;&lt;linesCount val=&quot;6&quot;/&gt;&lt;lineCharCount val=&quot;34&quot;/&gt;&lt;lineCharCount val=&quot;14&quot;/&gt;&lt;lineCharCount val=&quot;34&quot;/&gt;&lt;lineCharCount val=&quot;11&quot;/&gt;&lt;lineCharCount val=&quot;17&quot;/&gt;&lt;lineCharCount val=&quot;6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6308DF1-22BB-4D44-9042-DE9376715928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6F5F729-59B0-455C-B987-62AE2E41B416}_9.png&quot;/&gt;&lt;left val=&quot;32&quot;/&gt;&lt;top val=&quot;21&quot;/&gt;&lt;width val=&quot;595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AD17B75-82CC-45B3-AB9B-185A21700E78}_9.png&quot;/&gt;&lt;left val=&quot;28&quot;/&gt;&lt;top val=&quot;122&quot;/&gt;&lt;width val=&quot;656&quot;/&gt;&lt;height val=&quot;360&quot;/&gt;&lt;hasText val=&quot;1&quot;/&gt;&lt;/Image&gt;&lt;/ThreeDShapeInfo&gt;"/>
  <p:tag name="PRESENTER_SHAPETEXTINFO" val="&lt;ShapeTextInfo&gt;&lt;TableIndex row=&quot;-1&quot; col=&quot;-1&quot;&gt;&lt;linesCount val=&quot;6&quot;/&gt;&lt;lineCharCount val=&quot;34&quot;/&gt;&lt;lineCharCount val=&quot;14&quot;/&gt;&lt;lineCharCount val=&quot;34&quot;/&gt;&lt;lineCharCount val=&quot;11&quot;/&gt;&lt;lineCharCount val=&quot;17&quot;/&gt;&lt;lineCharCount val=&quot;6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6308DF1-22BB-4D44-9042-DE9376715928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0B4B864F-1AD3-4480-92F9-EF5DDCCD9C15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87529262-ADFC-49C3-AB40-F0E27B287FA6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8&quot;/&gt;&lt;lineCharCount val=&quot;42&quot;/&gt;&lt;lineCharCount val=&quot;17&quot;/&gt;&lt;lineCharCount val=&quot;36&quot;/&gt;&lt;lineCharCount val=&quot;41&quot;/&gt;&lt;lineCharCount val=&quot;32&quot;/&gt;&lt;lineCharCount val=&quot;26&quot;/&gt;&lt;lineCharCount val=&quot;59&quot;/&gt;&lt;lineCharCount val=&quot;62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126113A6-26D2-4CE0-A0D8-4428029F15CE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E6F5F729-59B0-455C-B987-62AE2E41B416}_9.png&quot;/&gt;&lt;left val=&quot;32&quot;/&gt;&lt;top val=&quot;21&quot;/&gt;&lt;width val=&quot;595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DAD17B75-82CC-45B3-AB9B-185A21700E78}_9.png&quot;/&gt;&lt;left val=&quot;28&quot;/&gt;&lt;top val=&quot;122&quot;/&gt;&lt;width val=&quot;656&quot;/&gt;&lt;height val=&quot;360&quot;/&gt;&lt;hasText val=&quot;1&quot;/&gt;&lt;/Image&gt;&lt;/ThreeDShapeInfo&gt;"/>
  <p:tag name="PRESENTER_SHAPETEXTINFO" val="&lt;ShapeTextInfo&gt;&lt;TableIndex row=&quot;-1&quot; col=&quot;-1&quot;&gt;&lt;linesCount val=&quot;6&quot;/&gt;&lt;lineCharCount val=&quot;34&quot;/&gt;&lt;lineCharCount val=&quot;14&quot;/&gt;&lt;lineCharCount val=&quot;34&quot;/&gt;&lt;lineCharCount val=&quot;11&quot;/&gt;&lt;lineCharCount val=&quot;17&quot;/&gt;&lt;lineCharCount val=&quot;6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Advanced\data\asimages\{36308DF1-22BB-4D44-9042-DE9376715928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799</TotalTime>
  <Words>682</Words>
  <Application>Microsoft Macintosh PowerPoint</Application>
  <PresentationFormat>On-screen Show (4:3)</PresentationFormat>
  <Paragraphs>161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Times New Roman</vt:lpstr>
      <vt:lpstr>Wingdings</vt:lpstr>
      <vt:lpstr>Lecture Notes 552</vt:lpstr>
      <vt:lpstr>ECE/CS 552: ISA Advanced</vt:lpstr>
      <vt:lpstr>MIPS Instruction Formats</vt:lpstr>
      <vt:lpstr>What is this MIPS instruction?</vt:lpstr>
      <vt:lpstr>What is this MIPS instruction?</vt:lpstr>
      <vt:lpstr>What is this MIPS instruction?</vt:lpstr>
      <vt:lpstr>What is this MIPS instruction?</vt:lpstr>
      <vt:lpstr>Operation (in Verilog)</vt:lpstr>
      <vt:lpstr>What is this MIPS instruction?</vt:lpstr>
      <vt:lpstr>What is this MIPS instruction?</vt:lpstr>
      <vt:lpstr>What is this MIPS instruction?</vt:lpstr>
      <vt:lpstr>MIPS Instruction Formats</vt:lpstr>
      <vt:lpstr>Exercise Q3</vt:lpstr>
      <vt:lpstr>Exercise Q3</vt:lpstr>
      <vt:lpstr>Exercise Q3</vt:lpstr>
      <vt:lpstr>MIPS Instruction Formats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Instruction Sets</dc:title>
  <dc:creator/>
  <cp:lastModifiedBy>Boone Severson</cp:lastModifiedBy>
  <cp:revision>409</cp:revision>
  <cp:lastPrinted>1601-01-01T00:00:00Z</cp:lastPrinted>
  <dcterms:created xsi:type="dcterms:W3CDTF">1601-01-01T00:00:00Z</dcterms:created>
  <dcterms:modified xsi:type="dcterms:W3CDTF">2024-09-12T13:41:11Z</dcterms:modified>
</cp:coreProperties>
</file>