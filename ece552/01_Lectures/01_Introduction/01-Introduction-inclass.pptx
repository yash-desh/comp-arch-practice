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5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6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7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8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19" r:id="rId1"/>
  </p:sldMasterIdLst>
  <p:notesMasterIdLst>
    <p:notesMasterId r:id="rId17"/>
  </p:notesMasterIdLst>
  <p:handoutMasterIdLst>
    <p:handoutMasterId r:id="rId18"/>
  </p:handoutMasterIdLst>
  <p:sldIdLst>
    <p:sldId id="283" r:id="rId2"/>
    <p:sldId id="748" r:id="rId3"/>
    <p:sldId id="258" r:id="rId4"/>
    <p:sldId id="749" r:id="rId5"/>
    <p:sldId id="761" r:id="rId6"/>
    <p:sldId id="756" r:id="rId7"/>
    <p:sldId id="759" r:id="rId8"/>
    <p:sldId id="760" r:id="rId9"/>
    <p:sldId id="267" r:id="rId10"/>
    <p:sldId id="762" r:id="rId11"/>
    <p:sldId id="312" r:id="rId12"/>
    <p:sldId id="269" r:id="rId13"/>
    <p:sldId id="736" r:id="rId14"/>
    <p:sldId id="737" r:id="rId15"/>
    <p:sldId id="745" r:id="rId16"/>
  </p:sldIdLst>
  <p:sldSz cx="9144000" cy="6858000" type="screen4x3"/>
  <p:notesSz cx="6845300" cy="9396413"/>
  <p:custDataLst>
    <p:tags r:id="rId19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60">
          <p15:clr>
            <a:srgbClr val="A4A3A4"/>
          </p15:clr>
        </p15:guide>
        <p15:guide id="2" pos="2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9933"/>
    <a:srgbClr val="000000"/>
    <a:srgbClr val="006600"/>
    <a:srgbClr val="FFFF66"/>
    <a:srgbClr val="FFCC00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 autoAdjust="0"/>
    <p:restoredTop sz="94626"/>
  </p:normalViewPr>
  <p:slideViewPr>
    <p:cSldViewPr>
      <p:cViewPr varScale="1">
        <p:scale>
          <a:sx n="121" d="100"/>
          <a:sy n="121" d="100"/>
        </p:scale>
        <p:origin x="1816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-1740" y="-96"/>
      </p:cViewPr>
      <p:guideLst>
        <p:guide orient="horz" pos="2960"/>
        <p:guide pos="21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one Severson" userId="1d942a2b-e0b5-491a-b49e-d500fa0ad426" providerId="ADAL" clId="{05CB6598-C3A1-634B-9299-A5C17004DB08}"/>
    <pc:docChg chg="undo custSel modSld">
      <pc:chgData name="Boone Severson" userId="1d942a2b-e0b5-491a-b49e-d500fa0ad426" providerId="ADAL" clId="{05CB6598-C3A1-634B-9299-A5C17004DB08}" dt="2024-09-04T23:49:13.467" v="34" actId="20577"/>
      <pc:docMkLst>
        <pc:docMk/>
      </pc:docMkLst>
      <pc:sldChg chg="modSp mod">
        <pc:chgData name="Boone Severson" userId="1d942a2b-e0b5-491a-b49e-d500fa0ad426" providerId="ADAL" clId="{05CB6598-C3A1-634B-9299-A5C17004DB08}" dt="2024-09-04T23:46:44.779" v="18" actId="20577"/>
        <pc:sldMkLst>
          <pc:docMk/>
          <pc:sldMk cId="1204500525" sldId="761"/>
        </pc:sldMkLst>
        <pc:spChg chg="mod">
          <ac:chgData name="Boone Severson" userId="1d942a2b-e0b5-491a-b49e-d500fa0ad426" providerId="ADAL" clId="{05CB6598-C3A1-634B-9299-A5C17004DB08}" dt="2024-09-04T23:46:44.779" v="18" actId="20577"/>
          <ac:spMkLst>
            <pc:docMk/>
            <pc:sldMk cId="1204500525" sldId="761"/>
            <ac:spMk id="35843" creationId="{00000000-0000-0000-0000-000000000000}"/>
          </ac:spMkLst>
        </pc:spChg>
      </pc:sldChg>
      <pc:sldChg chg="modSp mod">
        <pc:chgData name="Boone Severson" userId="1d942a2b-e0b5-491a-b49e-d500fa0ad426" providerId="ADAL" clId="{05CB6598-C3A1-634B-9299-A5C17004DB08}" dt="2024-09-04T23:49:13.467" v="34" actId="20577"/>
        <pc:sldMkLst>
          <pc:docMk/>
          <pc:sldMk cId="868906508" sldId="762"/>
        </pc:sldMkLst>
        <pc:spChg chg="mod">
          <ac:chgData name="Boone Severson" userId="1d942a2b-e0b5-491a-b49e-d500fa0ad426" providerId="ADAL" clId="{05CB6598-C3A1-634B-9299-A5C17004DB08}" dt="2024-09-04T23:49:13.467" v="34" actId="20577"/>
          <ac:spMkLst>
            <pc:docMk/>
            <pc:sldMk cId="868906508" sldId="762"/>
            <ac:spMk id="38915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8AA221BD-15E6-4138-B5D7-93B5E23950F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AB882124-A9B8-4548-B4CB-2619EE48C68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753232B2-FEDF-4A35-9326-D0BBD15AB14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3651250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r>
              <a:rPr lang="en-US"/>
              <a:t>ECE/CS 552: Introduction To Computer Architecture</a:t>
            </a:r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6AD71851-F8C7-4D86-94B2-407EE6F07B0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F338A3E5-D607-4548-B893-018CFF4BC7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26">
            <a:extLst>
              <a:ext uri="{FF2B5EF4-FFF2-40B4-BE49-F238E27FC236}">
                <a16:creationId xmlns:a16="http://schemas.microsoft.com/office/drawing/2014/main" id="{D8478760-A06D-43D9-8FE4-C29BAFA99FB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1027">
            <a:extLst>
              <a:ext uri="{FF2B5EF4-FFF2-40B4-BE49-F238E27FC236}">
                <a16:creationId xmlns:a16="http://schemas.microsoft.com/office/drawing/2014/main" id="{085BB3B9-029E-4E2D-95D6-2292596E41C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1028">
            <a:extLst>
              <a:ext uri="{FF2B5EF4-FFF2-40B4-BE49-F238E27FC236}">
                <a16:creationId xmlns:a16="http://schemas.microsoft.com/office/drawing/2014/main" id="{9CB502FB-2386-4933-A6C6-1BB13559ABD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73150" y="704850"/>
            <a:ext cx="4699000" cy="3524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1029">
            <a:extLst>
              <a:ext uri="{FF2B5EF4-FFF2-40B4-BE49-F238E27FC236}">
                <a16:creationId xmlns:a16="http://schemas.microsoft.com/office/drawing/2014/main" id="{36E07A44-373E-425C-84E9-7D8A2AFEAE4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64050"/>
            <a:ext cx="5019675" cy="42275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1030">
            <a:extLst>
              <a:ext uri="{FF2B5EF4-FFF2-40B4-BE49-F238E27FC236}">
                <a16:creationId xmlns:a16="http://schemas.microsoft.com/office/drawing/2014/main" id="{EDB046DD-C0CD-4A8E-8800-E6A1E053ACC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1031">
            <a:extLst>
              <a:ext uri="{FF2B5EF4-FFF2-40B4-BE49-F238E27FC236}">
                <a16:creationId xmlns:a16="http://schemas.microsoft.com/office/drawing/2014/main" id="{A5C5E732-4636-4196-8929-236D697701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A6EC56AD-D9A6-4E06-8B2E-84C9AE2645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EC56AD-D9A6-4E06-8B2E-84C9AE2645D0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87042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EC56AD-D9A6-4E06-8B2E-84C9AE2645D0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87050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FB111E-7273-48BB-98D6-47422F31539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367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E2C6236-7902-4BF1-962C-8AC34C15B400}" type="slidenum">
              <a:rPr kumimoji="0" lang="en-US" altLang="en-US"/>
              <a:pPr>
                <a:spcBef>
                  <a:spcPct val="0"/>
                </a:spcBef>
              </a:pPr>
              <a:t>6</a:t>
            </a:fld>
            <a:endParaRPr kumimoji="0" lang="en-US" alt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154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EC56AD-D9A6-4E06-8B2E-84C9AE2645D0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64767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EC56AD-D9A6-4E06-8B2E-84C9AE2645D0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48479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EC56AD-D9A6-4E06-8B2E-84C9AE2645D0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83697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EC56AD-D9A6-4E06-8B2E-84C9AE2645D0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06557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EC56AD-D9A6-4E06-8B2E-84C9AE2645D0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509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1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LOGO_200">
            <a:extLst>
              <a:ext uri="{FF2B5EF4-FFF2-40B4-BE49-F238E27FC236}">
                <a16:creationId xmlns:a16="http://schemas.microsoft.com/office/drawing/2014/main" id="{209BDEE1-5C0C-496C-B01C-631FC01AF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LOGO_200">
            <a:extLst>
              <a:ext uri="{FF2B5EF4-FFF2-40B4-BE49-F238E27FC236}">
                <a16:creationId xmlns:a16="http://schemas.microsoft.com/office/drawing/2014/main" id="{F36472FB-F210-4AF5-BD10-BF26E2E24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6" descr="LOGO_200">
            <a:extLst>
              <a:ext uri="{FF2B5EF4-FFF2-40B4-BE49-F238E27FC236}">
                <a16:creationId xmlns:a16="http://schemas.microsoft.com/office/drawing/2014/main" id="{7C0C57AC-AF33-44BF-8869-FDE759BC9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362200"/>
            <a:ext cx="7772400" cy="1238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A9AC52D-A8F7-4FE7-89FD-436DC219225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1B17435-D65A-4D7B-B1EF-DE3539CCAEBD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E62686E-47B4-43C9-AC65-15A43ABF340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45E626D5-2D9F-4FB7-8E50-6BC2A6702164}" type="slidenum">
              <a:rPr lang="en-US" altLang="en-US"/>
              <a:pPr lvl="1"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045281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8C77A-B0B2-4069-9577-28E7C0931004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6D5BB-D9B1-4AE3-B4F5-8D910A4963B7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D6BA1-F600-408F-81E0-B8872157296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F72B5C3F-DAA9-4778-B797-CA6BE814D9FB}" type="slidenum">
              <a:rPr lang="en-US" altLang="en-US"/>
              <a:pPr lvl="1"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978307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3" Type="http://schemas.openxmlformats.org/officeDocument/2006/relationships/theme" Target="../theme/theme1.xml"/><Relationship Id="rId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E5F42D4-0E47-4727-AAB3-1AA7C7733F3B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 bwMode="auto"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9820067-78B1-4429-A4B6-0C1D3AB8F3CC}"/>
              </a:ext>
            </a:extLst>
          </p:cNvPr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B4C42-F408-4F04-99A3-01491F6334C9}"/>
              </a:ext>
            </a:extLst>
          </p:cNvPr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F72CB-39F8-42F7-A7C2-1F9DCB66C885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6B459-B2E5-4EEA-BB0B-DCED24B45E48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7620000" y="6356350"/>
            <a:ext cx="1066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2pPr lvl="1" algn="r" eaLnBrk="1" hangingPunct="1">
              <a:defRPr>
                <a:latin typeface="Calibri" panose="020F0502020204030204" pitchFamily="34" charset="0"/>
              </a:defRPr>
            </a:lvl2pPr>
          </a:lstStyle>
          <a:p>
            <a:pPr lvl="1">
              <a:defRPr/>
            </a:pPr>
            <a:fld id="{FB2CA587-B4CE-47AB-A9CE-E001BC51A6A8}" type="slidenum">
              <a:rPr lang="en-US" altLang="en-US"/>
              <a:pPr lvl="1"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5" r:id="rId2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tags" Target="../tags/tag40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tags" Target="../tags/tag39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tags" Target="../tags/tag38.xml"/><Relationship Id="rId5" Type="http://schemas.openxmlformats.org/officeDocument/2006/relationships/tags" Target="../tags/tag32.xml"/><Relationship Id="rId15" Type="http://schemas.openxmlformats.org/officeDocument/2006/relationships/notesSlide" Target="../notesSlides/notesSlide6.xml"/><Relationship Id="rId10" Type="http://schemas.openxmlformats.org/officeDocument/2006/relationships/tags" Target="../tags/tag37.xml"/><Relationship Id="rId4" Type="http://schemas.openxmlformats.org/officeDocument/2006/relationships/tags" Target="../tags/tag31.xml"/><Relationship Id="rId9" Type="http://schemas.openxmlformats.org/officeDocument/2006/relationships/tags" Target="../tags/tag36.xml"/><Relationship Id="rId1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341B184B-EF57-4078-A962-F3611ED2F96A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57200" y="2362200"/>
            <a:ext cx="8229600" cy="1238250"/>
          </a:xfrm>
        </p:spPr>
        <p:txBody>
          <a:bodyPr/>
          <a:lstStyle/>
          <a:p>
            <a:pPr eaLnBrk="1" hangingPunct="1"/>
            <a:r>
              <a:rPr lang="en-US" altLang="en-US" dirty="0"/>
              <a:t>ECE/CS 552: 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755220-C653-4350-BE0B-B6E2F98C2967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371600" y="3886200"/>
            <a:ext cx="6400800" cy="1752600"/>
          </a:xfrm>
        </p:spPr>
        <p:txBody>
          <a:bodyPr>
            <a:noAutofit/>
          </a:bodyPr>
          <a:lstStyle/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Boone Severson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Lecture notes based in part on slides created by Joshua San Miguel, </a:t>
            </a:r>
            <a:r>
              <a:rPr lang="en-US" sz="2200" dirty="0" err="1"/>
              <a:t>Mikko</a:t>
            </a:r>
            <a:r>
              <a:rPr lang="en-US" sz="2200" dirty="0"/>
              <a:t> </a:t>
            </a:r>
            <a:r>
              <a:rPr lang="en-US" sz="2200" dirty="0" err="1"/>
              <a:t>Lipasti</a:t>
            </a:r>
            <a:r>
              <a:rPr lang="en-US" sz="2200" dirty="0"/>
              <a:t>, Mark Hill, David Wood, </a:t>
            </a:r>
            <a:r>
              <a:rPr lang="en-US" sz="2200" dirty="0" err="1"/>
              <a:t>Guri</a:t>
            </a:r>
            <a:r>
              <a:rPr lang="en-US" sz="2200" dirty="0"/>
              <a:t> Sohi, John Shen and Jim Smith</a:t>
            </a:r>
          </a:p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  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</p:txBody>
      </p:sp>
    </p:spTree>
    <p:custDataLst>
      <p:tags r:id="rId1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01B54AFE-9729-4611-B8D5-E1EEE2279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Who am I?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F5245E-0F0E-4AF5-B94B-25132E1D2428}"/>
              </a:ext>
            </a:extLst>
          </p:cNvPr>
          <p:cNvSpPr txBox="1"/>
          <p:nvPr/>
        </p:nvSpPr>
        <p:spPr>
          <a:xfrm>
            <a:off x="679450" y="1414463"/>
            <a:ext cx="7931150" cy="50387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r>
              <a:rPr lang="en-US" sz="2000" b="1" dirty="0">
                <a:latin typeface="+mn-lt"/>
              </a:rPr>
              <a:t>Boone Severson</a:t>
            </a:r>
          </a:p>
          <a:p>
            <a:pPr>
              <a:defRPr/>
            </a:pPr>
            <a:r>
              <a:rPr lang="en-US" sz="2000" dirty="0">
                <a:latin typeface="+mn-lt"/>
              </a:rPr>
              <a:t>bseverson3@wisc.edu</a:t>
            </a:r>
          </a:p>
          <a:p>
            <a:pPr>
              <a:defRPr/>
            </a:pPr>
            <a:r>
              <a:rPr lang="en-US" sz="2000" dirty="0">
                <a:latin typeface="+mn-lt"/>
              </a:rPr>
              <a:t>Engineering Hall 4613</a:t>
            </a:r>
          </a:p>
          <a:p>
            <a:pPr>
              <a:defRPr/>
            </a:pPr>
            <a:endParaRPr lang="en-US" sz="1800" dirty="0">
              <a:latin typeface="+mn-lt"/>
            </a:endParaRPr>
          </a:p>
          <a:p>
            <a:pPr>
              <a:defRPr/>
            </a:pPr>
            <a:r>
              <a:rPr lang="en-US" sz="2000" b="1" dirty="0">
                <a:latin typeface="+mn-lt"/>
              </a:rPr>
              <a:t>Education:</a:t>
            </a:r>
          </a:p>
          <a:p>
            <a:pPr>
              <a:defRPr/>
            </a:pPr>
            <a:r>
              <a:rPr lang="en-US" sz="2000" dirty="0">
                <a:latin typeface="+mn-lt"/>
              </a:rPr>
              <a:t>UW-Madison BSEE w/Computer Option 1999</a:t>
            </a:r>
          </a:p>
          <a:p>
            <a:pPr>
              <a:defRPr/>
            </a:pPr>
            <a:endParaRPr lang="en-US" sz="1800" dirty="0">
              <a:latin typeface="+mn-lt"/>
            </a:endParaRPr>
          </a:p>
          <a:p>
            <a:pPr>
              <a:defRPr/>
            </a:pPr>
            <a:r>
              <a:rPr lang="en-US" sz="2000" b="1" dirty="0">
                <a:latin typeface="+mn-lt"/>
              </a:rPr>
              <a:t>Industry Career: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n-lt"/>
              </a:rPr>
              <a:t>Design &amp; Verification, Infrastructure, Code Generators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n-lt"/>
              </a:rPr>
              <a:t>Industries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n-lt"/>
              </a:rPr>
              <a:t>High Performance Computing</a:t>
            </a:r>
          </a:p>
          <a:p>
            <a:pPr marL="1257300" lvl="2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n-lt"/>
              </a:rPr>
              <a:t>Scalable Vector Processors, Cache Coherence, Networking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n-lt"/>
              </a:rPr>
              <a:t>Machine Learning Silicon</a:t>
            </a:r>
          </a:p>
          <a:p>
            <a:pPr marL="1257300" lvl="2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n-lt"/>
              </a:rPr>
              <a:t>Unique ISAs &amp; Organization</a:t>
            </a:r>
          </a:p>
        </p:txBody>
      </p:sp>
    </p:spTree>
    <p:extLst>
      <p:ext uri="{BB962C8B-B14F-4D97-AF65-F5344CB8AC3E}">
        <p14:creationId xmlns:p14="http://schemas.microsoft.com/office/powerpoint/2010/main" val="95468750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>
            <a:extLst>
              <a:ext uri="{FF2B5EF4-FFF2-40B4-BE49-F238E27FC236}">
                <a16:creationId xmlns:a16="http://schemas.microsoft.com/office/drawing/2014/main" id="{1A956376-406A-4B75-A710-F5F6BC2A0151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552 In Context</a:t>
            </a:r>
          </a:p>
        </p:txBody>
      </p:sp>
      <p:sp>
        <p:nvSpPr>
          <p:cNvPr id="15363" name="Rectangle 5">
            <a:extLst>
              <a:ext uri="{FF2B5EF4-FFF2-40B4-BE49-F238E27FC236}">
                <a16:creationId xmlns:a16="http://schemas.microsoft.com/office/drawing/2014/main" id="{5DF3A97C-6E35-4C13-9686-5C2A86636B5B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5800" y="1828800"/>
            <a:ext cx="7772400" cy="4114800"/>
          </a:xfrm>
        </p:spPr>
        <p:txBody>
          <a:bodyPr rtlCol="0">
            <a:normAutofit/>
          </a:bodyPr>
          <a:lstStyle/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altLang="en-US" sz="2800" dirty="0"/>
              <a:t>Prerequisites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Char char="–"/>
              <a:defRPr/>
            </a:pPr>
            <a:r>
              <a:rPr lang="en-US" altLang="en-US" sz="2400" dirty="0"/>
              <a:t>252/352 – gates, logic, memory, organization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Char char="–"/>
              <a:defRPr/>
            </a:pPr>
            <a:r>
              <a:rPr lang="en-US" altLang="en-US" sz="2400" dirty="0"/>
              <a:t>252/354 – high-level language down to machine language interface or </a:t>
            </a:r>
            <a:r>
              <a:rPr lang="en-US" altLang="en-US" sz="2400" dirty="0">
                <a:solidFill>
                  <a:schemeClr val="accent6">
                    <a:lumMod val="75000"/>
                  </a:schemeClr>
                </a:solidFill>
              </a:rPr>
              <a:t>instruction set architecture </a:t>
            </a:r>
            <a:r>
              <a:rPr lang="en-US" altLang="en-US" sz="2400" dirty="0"/>
              <a:t>(ISA)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altLang="en-US" sz="2800" dirty="0"/>
              <a:t>This course – 552 – 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</a:rPr>
              <a:t>puts it all together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Char char="–"/>
              <a:defRPr/>
            </a:pPr>
            <a:r>
              <a:rPr lang="en-US" altLang="en-US" sz="2400" dirty="0"/>
              <a:t>Implement the logic that provides ISA interface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Char char="–"/>
              <a:defRPr/>
            </a:pPr>
            <a:r>
              <a:rPr lang="en-US" altLang="en-US" sz="2400" dirty="0"/>
              <a:t>Must do </a:t>
            </a:r>
            <a:r>
              <a:rPr lang="en-US" altLang="en-US" sz="2400" dirty="0" err="1"/>
              <a:t>datapath</a:t>
            </a:r>
            <a:r>
              <a:rPr lang="en-US" altLang="en-US" sz="2400" dirty="0"/>
              <a:t> and control, but no magic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Char char="–"/>
              <a:defRPr/>
            </a:pPr>
            <a:r>
              <a:rPr lang="en-US" altLang="en-US" sz="2400" dirty="0"/>
              <a:t>Manage tremendous complexity with abstraction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altLang="en-US" sz="2800" dirty="0"/>
              <a:t>Follow-on courses explore trade-offs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Arial" charset="0"/>
              <a:buChar char="–"/>
              <a:defRPr/>
            </a:pPr>
            <a:r>
              <a:rPr lang="en-US" altLang="en-US" sz="2400" dirty="0"/>
              <a:t>ECE 752, ECE 757</a:t>
            </a:r>
          </a:p>
        </p:txBody>
      </p:sp>
      <p:sp>
        <p:nvSpPr>
          <p:cNvPr id="13316" name="Slide Number Placeholder 8">
            <a:extLst>
              <a:ext uri="{FF2B5EF4-FFF2-40B4-BE49-F238E27FC236}">
                <a16:creationId xmlns:a16="http://schemas.microsoft.com/office/drawing/2014/main" id="{8DD37A82-D25B-4BEB-B776-164F35CA365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>
              <a:spcBef>
                <a:spcPct val="0"/>
              </a:spcBef>
              <a:buFontTx/>
              <a:buNone/>
            </a:pPr>
            <a:fld id="{A697B18E-D02E-458A-A601-42F5A465009A}" type="slidenum">
              <a:rPr lang="en-US" altLang="en-US" sz="2400" smtClean="0"/>
              <a:pPr lvl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2400" dirty="0"/>
          </a:p>
        </p:txBody>
      </p:sp>
    </p:spTree>
    <p:custDataLst>
      <p:tags r:id="rId1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Format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1371600"/>
            <a:ext cx="8534400" cy="4953000"/>
          </a:xfrm>
        </p:spPr>
        <p:txBody>
          <a:bodyPr/>
          <a:lstStyle/>
          <a:p>
            <a:r>
              <a:rPr lang="en-US" sz="2400" dirty="0"/>
              <a:t>Before the lecture</a:t>
            </a:r>
          </a:p>
          <a:p>
            <a:pPr lvl="1"/>
            <a:r>
              <a:rPr lang="en-US" sz="2000" dirty="0"/>
              <a:t>Students must watch video lectures and read assigned textbook sections</a:t>
            </a:r>
          </a:p>
          <a:p>
            <a:pPr lvl="1"/>
            <a:r>
              <a:rPr lang="en-US" sz="2000" dirty="0"/>
              <a:t>A short weekly quiz will be posted on Canvas that covers the lecture and reading material. Quizzes can be completed outside class hours. </a:t>
            </a:r>
          </a:p>
          <a:p>
            <a:r>
              <a:rPr lang="en-US" sz="2400" dirty="0"/>
              <a:t>During the lecture</a:t>
            </a:r>
          </a:p>
          <a:p>
            <a:pPr lvl="1"/>
            <a:r>
              <a:rPr lang="en-US" sz="2000" dirty="0"/>
              <a:t>Instructor will provide a summary review, work on examples, exercise problems.</a:t>
            </a:r>
          </a:p>
          <a:p>
            <a:pPr lvl="1"/>
            <a:r>
              <a:rPr lang="en-US" sz="2000" dirty="0"/>
              <a:t>Students will be asked to work on in-class exercise problems. All exercise answers need to be submitted through Canvas by midnight.</a:t>
            </a:r>
          </a:p>
          <a:p>
            <a:r>
              <a:rPr lang="en-US" sz="2400" dirty="0"/>
              <a:t>After the lecture</a:t>
            </a:r>
          </a:p>
          <a:p>
            <a:pPr lvl="1"/>
            <a:r>
              <a:rPr lang="en-US" sz="2000" dirty="0"/>
              <a:t>Students will work on weekly homework problems, which include Verilog. Homework answers need to be submitted through Canvas.</a:t>
            </a:r>
          </a:p>
          <a:p>
            <a:pPr lvl="1"/>
            <a:r>
              <a:rPr lang="en-US" sz="2000" dirty="0"/>
              <a:t>Students will also work on their course projects.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F35A5-CD04-42C6-A3B2-27ABFC27DCC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06716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Discussion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spcAft>
                <a:spcPts val="500"/>
              </a:spcAft>
            </a:pPr>
            <a:r>
              <a:rPr lang="en-US" altLang="en-US" sz="2800" dirty="0"/>
              <a:t>Discussion (TA office) hours:</a:t>
            </a:r>
          </a:p>
          <a:p>
            <a:pPr lvl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/>
              <a:t>TA: Shreya </a:t>
            </a:r>
            <a:r>
              <a:rPr lang="en-US" altLang="en-US" sz="2400" dirty="0" err="1"/>
              <a:t>Malkurthi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shreya.malkurthi@wisc.edu</a:t>
            </a:r>
            <a:endParaRPr lang="en-US" altLang="en-US" sz="2400" dirty="0"/>
          </a:p>
          <a:p>
            <a:pPr lvl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/>
              <a:t>Wednesdays 3:30-4:30PM in 209 Animal Science</a:t>
            </a:r>
          </a:p>
          <a:p>
            <a:pPr marL="457200" lvl="1" indent="0">
              <a:lnSpc>
                <a:spcPct val="80000"/>
              </a:lnSpc>
              <a:spcAft>
                <a:spcPts val="500"/>
              </a:spcAft>
              <a:buNone/>
            </a:pPr>
            <a:endParaRPr lang="en-US" altLang="en-US" sz="1600" dirty="0"/>
          </a:p>
          <a:p>
            <a:pPr>
              <a:lnSpc>
                <a:spcPct val="80000"/>
              </a:lnSpc>
              <a:spcAft>
                <a:spcPts val="500"/>
              </a:spcAft>
            </a:pPr>
            <a:r>
              <a:rPr lang="en-US" altLang="en-US" sz="2800" dirty="0"/>
              <a:t>Piazza Discussion</a:t>
            </a:r>
          </a:p>
          <a:p>
            <a:pPr lvl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/>
              <a:t>Link on left side of Canvas page</a:t>
            </a:r>
          </a:p>
          <a:p>
            <a:pPr lvl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/>
              <a:t>Access code: </a:t>
            </a:r>
            <a:r>
              <a:rPr lang="en-US" altLang="en-US" sz="2400" i="1" dirty="0" err="1"/>
              <a:t>comparch</a:t>
            </a:r>
            <a:r>
              <a:rPr lang="en-US" altLang="en-US" sz="2400" dirty="0"/>
              <a:t> </a:t>
            </a:r>
          </a:p>
          <a:p>
            <a:pPr marL="457200" lvl="1" indent="0">
              <a:lnSpc>
                <a:spcPct val="80000"/>
              </a:lnSpc>
              <a:spcAft>
                <a:spcPts val="500"/>
              </a:spcAft>
              <a:buNone/>
            </a:pPr>
            <a:endParaRPr lang="en-US" altLang="en-US" sz="1600" dirty="0"/>
          </a:p>
          <a:p>
            <a:pPr>
              <a:lnSpc>
                <a:spcPct val="80000"/>
              </a:lnSpc>
              <a:spcAft>
                <a:spcPts val="500"/>
              </a:spcAft>
            </a:pPr>
            <a:r>
              <a:rPr lang="en-US" altLang="en-US" sz="2800" dirty="0"/>
              <a:t>Instructor office hours:</a:t>
            </a:r>
          </a:p>
          <a:p>
            <a:pPr lvl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/>
              <a:t>Tuesdays 8:30-9:25AM in Engineering Hall 4613</a:t>
            </a:r>
          </a:p>
          <a:p>
            <a:pPr lvl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/>
              <a:t>Available mornings/evenings by appointment (Zoom)</a:t>
            </a:r>
          </a:p>
        </p:txBody>
      </p:sp>
    </p:spTree>
    <p:extLst>
      <p:ext uri="{BB962C8B-B14F-4D97-AF65-F5344CB8AC3E}">
        <p14:creationId xmlns:p14="http://schemas.microsoft.com/office/powerpoint/2010/main" val="120450052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Course Grading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Aft>
                <a:spcPts val="500"/>
              </a:spcAft>
            </a:pPr>
            <a:r>
              <a:rPr lang="en-US" altLang="en-US" dirty="0"/>
              <a:t>Grading</a:t>
            </a:r>
          </a:p>
          <a:p>
            <a:pPr lvl="1"/>
            <a:r>
              <a:rPr lang="en-US" dirty="0"/>
              <a:t>In-class exercises (attendance required)	10%</a:t>
            </a:r>
          </a:p>
          <a:p>
            <a:pPr lvl="1"/>
            <a:r>
              <a:rPr lang="en-US" dirty="0"/>
              <a:t>Homework						10%</a:t>
            </a:r>
          </a:p>
          <a:p>
            <a:pPr lvl="1"/>
            <a:r>
              <a:rPr lang="en-US" dirty="0"/>
              <a:t>Weekly quizzes					10%</a:t>
            </a:r>
          </a:p>
          <a:p>
            <a:pPr lvl="1"/>
            <a:r>
              <a:rPr lang="en-US" dirty="0"/>
              <a:t>Midterm in-class					20%</a:t>
            </a:r>
          </a:p>
          <a:p>
            <a:pPr lvl="1"/>
            <a:r>
              <a:rPr lang="en-US" dirty="0"/>
              <a:t>Project							20%</a:t>
            </a:r>
          </a:p>
          <a:p>
            <a:pPr lvl="1"/>
            <a:r>
              <a:rPr lang="en-US" dirty="0"/>
              <a:t>Final exam						30%</a:t>
            </a:r>
          </a:p>
          <a:p>
            <a:pPr marL="0" indent="0" eaLnBrk="1" hangingPunct="1"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3026762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Quizzes and Exercises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/>
          <a:lstStyle/>
          <a:p>
            <a:pPr>
              <a:lnSpc>
                <a:spcPct val="70000"/>
              </a:lnSpc>
              <a:spcAft>
                <a:spcPts val="500"/>
              </a:spcAft>
            </a:pPr>
            <a:r>
              <a:rPr lang="en-US" altLang="en-US" sz="2800" dirty="0"/>
              <a:t>Weekly Quizzes</a:t>
            </a:r>
          </a:p>
          <a:p>
            <a:pPr lvl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/>
              <a:t>Released on Canvas on Friday</a:t>
            </a:r>
          </a:p>
          <a:p>
            <a:pPr lvl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/>
              <a:t>Must watch video lectures and read textbook sections</a:t>
            </a:r>
          </a:p>
          <a:p>
            <a:pPr lvl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/>
              <a:t>Complete quizzes outside class hours</a:t>
            </a:r>
          </a:p>
          <a:p>
            <a:pPr lvl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/>
              <a:t>Due Mondays midnight</a:t>
            </a:r>
          </a:p>
          <a:p>
            <a:pPr lvl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/>
              <a:t>No late quizzes will be accepted</a:t>
            </a:r>
          </a:p>
          <a:p>
            <a:pPr marL="457200" lvl="1" indent="0">
              <a:lnSpc>
                <a:spcPct val="80000"/>
              </a:lnSpc>
              <a:spcAft>
                <a:spcPts val="500"/>
              </a:spcAft>
              <a:buNone/>
            </a:pPr>
            <a:endParaRPr lang="en-US" altLang="en-US" sz="1600" dirty="0"/>
          </a:p>
          <a:p>
            <a:pPr eaLnBrk="1" hangingPunct="1">
              <a:lnSpc>
                <a:spcPct val="70000"/>
              </a:lnSpc>
              <a:spcAft>
                <a:spcPts val="500"/>
              </a:spcAft>
            </a:pPr>
            <a:r>
              <a:rPr lang="en-US" altLang="en-US" sz="2800" dirty="0"/>
              <a:t>In-Class Exercises</a:t>
            </a:r>
          </a:p>
          <a:p>
            <a:pPr lvl="1" eaLnBrk="1" hangingPunct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/>
              <a:t>Every lecture session</a:t>
            </a:r>
          </a:p>
          <a:p>
            <a:pPr lvl="1" eaLnBrk="1" hangingPunct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/>
              <a:t>Due midnight same day</a:t>
            </a:r>
          </a:p>
          <a:p>
            <a:pPr lvl="1" eaLnBrk="1" hangingPunct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/>
              <a:t>Lowest three exercise scores will be dropped</a:t>
            </a:r>
          </a:p>
        </p:txBody>
      </p:sp>
    </p:spTree>
    <p:extLst>
      <p:ext uri="{BB962C8B-B14F-4D97-AF65-F5344CB8AC3E}">
        <p14:creationId xmlns:p14="http://schemas.microsoft.com/office/powerpoint/2010/main" val="365771385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Homework and Late Policy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70000"/>
              </a:lnSpc>
              <a:spcAft>
                <a:spcPts val="500"/>
              </a:spcAft>
            </a:pPr>
            <a:r>
              <a:rPr lang="en-US" altLang="en-US" sz="2800" dirty="0"/>
              <a:t>Homework</a:t>
            </a:r>
          </a:p>
          <a:p>
            <a:pPr lvl="1" eaLnBrk="1" hangingPunct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/>
              <a:t>11 homework assignments</a:t>
            </a:r>
          </a:p>
          <a:p>
            <a:pPr lvl="1" eaLnBrk="1" hangingPunct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/>
              <a:t>Due Sundays midnight</a:t>
            </a:r>
          </a:p>
          <a:p>
            <a:pPr eaLnBrk="1" hangingPunct="1">
              <a:lnSpc>
                <a:spcPct val="80000"/>
              </a:lnSpc>
              <a:spcAft>
                <a:spcPts val="500"/>
              </a:spcAft>
            </a:pPr>
            <a:endParaRPr lang="en-US" altLang="en-US" sz="2800" dirty="0"/>
          </a:p>
          <a:p>
            <a:pPr eaLnBrk="1" hangingPunct="1">
              <a:lnSpc>
                <a:spcPct val="80000"/>
              </a:lnSpc>
              <a:spcAft>
                <a:spcPts val="500"/>
              </a:spcAft>
            </a:pPr>
            <a:r>
              <a:rPr lang="en-US" altLang="en-US" sz="2800" dirty="0"/>
              <a:t>Late Submission Policy: </a:t>
            </a:r>
          </a:p>
          <a:p>
            <a:pPr lvl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/>
              <a:t>Applies to exercises, homework, and project deliverables</a:t>
            </a:r>
          </a:p>
          <a:p>
            <a:pPr lvl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/>
              <a:t>20% mark deduction per day late</a:t>
            </a:r>
          </a:p>
          <a:p>
            <a:pPr lvl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/>
              <a:t>Up to two days late max</a:t>
            </a:r>
          </a:p>
          <a:p>
            <a:pPr lvl="1">
              <a:lnSpc>
                <a:spcPct val="80000"/>
              </a:lnSpc>
              <a:spcAft>
                <a:spcPts val="500"/>
              </a:spcAft>
            </a:pPr>
            <a:r>
              <a:rPr lang="en-US" altLang="en-US" sz="2400" dirty="0"/>
              <a:t>Late submissions not accepted for quizzes</a:t>
            </a:r>
          </a:p>
          <a:p>
            <a:pPr marL="0" indent="0" eaLnBrk="1" hangingPunct="1">
              <a:lnSpc>
                <a:spcPct val="70000"/>
              </a:lnSpc>
              <a:buNone/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85093863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Course Project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eaLnBrk="1" hangingPunct="1">
              <a:spcAft>
                <a:spcPts val="500"/>
              </a:spcAft>
            </a:pPr>
            <a:r>
              <a:rPr lang="en-US" altLang="en-US" dirty="0"/>
              <a:t>Project</a:t>
            </a:r>
          </a:p>
          <a:p>
            <a:pPr lvl="1" eaLnBrk="1" hangingPunct="1">
              <a:spcAft>
                <a:spcPts val="500"/>
              </a:spcAft>
            </a:pPr>
            <a:r>
              <a:rPr lang="en-US" altLang="en-US" dirty="0"/>
              <a:t>Implement processor for WISC-F24 ISA</a:t>
            </a:r>
          </a:p>
          <a:p>
            <a:pPr lvl="1" eaLnBrk="1" hangingPunct="1">
              <a:spcAft>
                <a:spcPts val="500"/>
              </a:spcAft>
            </a:pPr>
            <a:r>
              <a:rPr lang="en-US" altLang="en-US" dirty="0"/>
              <a:t>Three phases</a:t>
            </a:r>
          </a:p>
          <a:p>
            <a:pPr lvl="1" eaLnBrk="1" hangingPunct="1">
              <a:spcAft>
                <a:spcPts val="500"/>
              </a:spcAft>
            </a:pPr>
            <a:r>
              <a:rPr lang="en-US" altLang="en-US" dirty="0"/>
              <a:t>Extra credit points available in the end</a:t>
            </a:r>
          </a:p>
          <a:p>
            <a:pPr lvl="1" eaLnBrk="1" hangingPunct="1">
              <a:spcAft>
                <a:spcPts val="500"/>
              </a:spcAft>
            </a:pPr>
            <a:r>
              <a:rPr lang="en-US" altLang="en-US" dirty="0"/>
              <a:t>Groups of 2-3 students, no individual projects</a:t>
            </a:r>
          </a:p>
          <a:p>
            <a:pPr lvl="2" eaLnBrk="1" hangingPunct="1">
              <a:spcAft>
                <a:spcPts val="500"/>
              </a:spcAft>
            </a:pPr>
            <a:r>
              <a:rPr lang="en-US" altLang="en-US" dirty="0"/>
              <a:t>Declare teams on Canvas by September 16</a:t>
            </a:r>
          </a:p>
          <a:p>
            <a:pPr lvl="1" eaLnBrk="1" hangingPunct="1">
              <a:spcAft>
                <a:spcPts val="500"/>
              </a:spcAft>
            </a:pPr>
            <a:r>
              <a:rPr lang="en-US" altLang="en-US" dirty="0"/>
              <a:t>Must submit written final report</a:t>
            </a:r>
          </a:p>
          <a:p>
            <a:pPr lvl="1" eaLnBrk="1" hangingPunct="1">
              <a:spcAft>
                <a:spcPts val="500"/>
              </a:spcAft>
            </a:pPr>
            <a:r>
              <a:rPr lang="en-US" altLang="en-US" dirty="0"/>
              <a:t>More details later</a:t>
            </a:r>
          </a:p>
          <a:p>
            <a:pPr marL="0" indent="0" eaLnBrk="1" hangingPunct="1"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1667610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Midterm and Final Exams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17638"/>
            <a:ext cx="8534400" cy="4708525"/>
          </a:xfrm>
        </p:spPr>
        <p:txBody>
          <a:bodyPr/>
          <a:lstStyle/>
          <a:p>
            <a:pPr eaLnBrk="1" hangingPunct="1">
              <a:spcAft>
                <a:spcPts val="500"/>
              </a:spcAft>
            </a:pPr>
            <a:r>
              <a:rPr lang="en-US" altLang="en-US" sz="2800" dirty="0"/>
              <a:t>Exams</a:t>
            </a:r>
          </a:p>
          <a:p>
            <a:pPr lvl="1" eaLnBrk="1" hangingPunct="1">
              <a:spcAft>
                <a:spcPts val="500"/>
              </a:spcAft>
            </a:pPr>
            <a:r>
              <a:rPr lang="en-US" altLang="en-US" sz="2400" dirty="0"/>
              <a:t>In-class </a:t>
            </a:r>
            <a:r>
              <a:rPr lang="en-US" altLang="en-US" sz="2400"/>
              <a:t>midterm Thursday </a:t>
            </a:r>
            <a:r>
              <a:rPr lang="en-US" altLang="en-US" sz="2400" dirty="0"/>
              <a:t>October 24</a:t>
            </a:r>
          </a:p>
          <a:p>
            <a:pPr lvl="1" eaLnBrk="1" hangingPunct="1">
              <a:spcAft>
                <a:spcPts val="500"/>
              </a:spcAft>
            </a:pPr>
            <a:r>
              <a:rPr lang="en-US" altLang="en-US" sz="2400" dirty="0"/>
              <a:t>Final exam Tuesday December 17, 12:25-2:25pm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6890650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0887B29E-76A8-4748-8D61-10F13E4DB7BC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Abstraction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7A0958AA-B7C9-44E4-B7A9-F7ECFD9746DA}"/>
              </a:ext>
            </a:extLst>
          </p:cNvPr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82625" y="1981200"/>
            <a:ext cx="7470775" cy="4114800"/>
          </a:xfrm>
        </p:spPr>
        <p:txBody>
          <a:bodyPr/>
          <a:lstStyle/>
          <a:p>
            <a:pPr eaLnBrk="1" hangingPunct="1"/>
            <a:r>
              <a:rPr lang="en-US" altLang="en-US" dirty="0"/>
              <a:t>Difference between interface and implementation</a:t>
            </a:r>
          </a:p>
          <a:p>
            <a:pPr lvl="1" eaLnBrk="1" hangingPunct="1"/>
            <a:r>
              <a:rPr lang="en-US" altLang="en-US" dirty="0"/>
              <a:t>Interface: </a:t>
            </a: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WHAT</a:t>
            </a:r>
            <a:r>
              <a:rPr lang="en-US" altLang="en-US" dirty="0"/>
              <a:t> something does</a:t>
            </a:r>
          </a:p>
          <a:p>
            <a:pPr lvl="1" eaLnBrk="1" hangingPunct="1"/>
            <a:r>
              <a:rPr lang="en-US" altLang="en-US" dirty="0"/>
              <a:t>Implementation: </a:t>
            </a: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HOW</a:t>
            </a:r>
            <a:r>
              <a:rPr lang="en-US" altLang="en-US" dirty="0"/>
              <a:t> it does so</a:t>
            </a:r>
          </a:p>
        </p:txBody>
      </p:sp>
      <p:sp>
        <p:nvSpPr>
          <p:cNvPr id="30724" name="Slide Number Placeholder 1">
            <a:extLst>
              <a:ext uri="{FF2B5EF4-FFF2-40B4-BE49-F238E27FC236}">
                <a16:creationId xmlns:a16="http://schemas.microsoft.com/office/drawing/2014/main" id="{8AC78074-DC0C-4986-A464-449CF606334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>
              <a:spcBef>
                <a:spcPct val="0"/>
              </a:spcBef>
              <a:buFontTx/>
              <a:buNone/>
            </a:pPr>
            <a:fld id="{F6DA62DF-492A-4DE7-B628-F511B7F58F7F}" type="slidenum">
              <a:rPr lang="en-US" altLang="en-US" sz="2400" smtClean="0"/>
              <a:pPr lvl="1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2400"/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8747556B-DEA9-40A3-B3A4-DECA38A830C0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Abstraction, E.g.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F90EF60C-03EE-479E-AC9A-7C90CB5246AF}"/>
              </a:ext>
            </a:extLst>
          </p:cNvPr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82625" y="1981200"/>
            <a:ext cx="7772400" cy="3733800"/>
          </a:xfrm>
        </p:spPr>
        <p:txBody>
          <a:bodyPr/>
          <a:lstStyle/>
          <a:p>
            <a:pPr eaLnBrk="1" hangingPunct="1"/>
            <a:r>
              <a:rPr lang="en-US" altLang="en-US" dirty="0"/>
              <a:t>2:1 Mux </a:t>
            </a:r>
          </a:p>
          <a:p>
            <a:pPr eaLnBrk="1" hangingPunct="1"/>
            <a:r>
              <a:rPr lang="en-US" altLang="en-US" dirty="0"/>
              <a:t>Interface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Implementations</a:t>
            </a:r>
          </a:p>
          <a:p>
            <a:pPr lvl="1" eaLnBrk="1" hangingPunct="1"/>
            <a:r>
              <a:rPr lang="en-US" altLang="en-US" dirty="0"/>
              <a:t>Gates (fast or slow), pass transistors</a:t>
            </a:r>
          </a:p>
        </p:txBody>
      </p:sp>
      <p:sp>
        <p:nvSpPr>
          <p:cNvPr id="31748" name="Slide Number Placeholder 1">
            <a:extLst>
              <a:ext uri="{FF2B5EF4-FFF2-40B4-BE49-F238E27FC236}">
                <a16:creationId xmlns:a16="http://schemas.microsoft.com/office/drawing/2014/main" id="{B9E53E49-5BD1-484A-B04B-43DE0CBB0B4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>
              <a:spcBef>
                <a:spcPct val="0"/>
              </a:spcBef>
              <a:buFontTx/>
              <a:buNone/>
            </a:pPr>
            <a:fld id="{E2B27429-8E47-4B96-8F62-9072068D5D17}" type="slidenum">
              <a:rPr lang="en-US" altLang="en-US" sz="2400" smtClean="0"/>
              <a:pPr lvl="1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2400"/>
          </a:p>
        </p:txBody>
      </p:sp>
      <p:graphicFrame>
        <p:nvGraphicFramePr>
          <p:cNvPr id="26655" name="Group 31">
            <a:extLst>
              <a:ext uri="{FF2B5EF4-FFF2-40B4-BE49-F238E27FC236}">
                <a16:creationId xmlns:a16="http://schemas.microsoft.com/office/drawing/2014/main" id="{816EF7B7-1AA1-49BF-B979-D394644DDDF4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6400800" y="2819400"/>
          <a:ext cx="1752600" cy="1574801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5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Line 6">
            <a:extLst>
              <a:ext uri="{FF2B5EF4-FFF2-40B4-BE49-F238E27FC236}">
                <a16:creationId xmlns:a16="http://schemas.microsoft.com/office/drawing/2014/main" id="{821D178F-9F56-7E37-8423-DDE99A83693A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4638494" y="34290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Text Box 7">
            <a:extLst>
              <a:ext uri="{FF2B5EF4-FFF2-40B4-BE49-F238E27FC236}">
                <a16:creationId xmlns:a16="http://schemas.microsoft.com/office/drawing/2014/main" id="{E6D8BE39-81B7-BF1C-158D-D5E0E06F2D55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285682" y="3179375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" name="Line 8">
            <a:extLst>
              <a:ext uri="{FF2B5EF4-FFF2-40B4-BE49-F238E27FC236}">
                <a16:creationId xmlns:a16="http://schemas.microsoft.com/office/drawing/2014/main" id="{FD8AF050-9ECF-0DFA-3BE7-F5535EA65332}"/>
              </a:ext>
            </a:extLst>
          </p:cNvPr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 rot="5358831">
            <a:off x="5205767" y="2883809"/>
            <a:ext cx="533400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10">
            <a:extLst>
              <a:ext uri="{FF2B5EF4-FFF2-40B4-BE49-F238E27FC236}">
                <a16:creationId xmlns:a16="http://schemas.microsoft.com/office/drawing/2014/main" id="{9933B4A9-F980-CF0E-DD6F-CB7FFF48AFB4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 rot="5358831">
            <a:off x="5636282" y="2883809"/>
            <a:ext cx="533400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Text Box 11">
            <a:extLst>
              <a:ext uri="{FF2B5EF4-FFF2-40B4-BE49-F238E27FC236}">
                <a16:creationId xmlns:a16="http://schemas.microsoft.com/office/drawing/2014/main" id="{130CAAB1-B2E2-492B-A047-E5D9A6DA5F39}"/>
              </a:ext>
            </a:extLst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268964" y="2202118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7" name="Line 15">
            <a:extLst>
              <a:ext uri="{FF2B5EF4-FFF2-40B4-BE49-F238E27FC236}">
                <a16:creationId xmlns:a16="http://schemas.microsoft.com/office/drawing/2014/main" id="{0B24DD69-C5B6-C7E4-9A2D-5979437CED3F}"/>
              </a:ext>
            </a:extLst>
          </p:cNvPr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 rot="5358831">
            <a:off x="5461052" y="3980259"/>
            <a:ext cx="533400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40" tIns="45720" rIns="91440" bIns="45720" anchor="t"/>
          <a:lstStyle/>
          <a:p>
            <a:endParaRPr lang="en-US" dirty="0">
              <a:cs typeface="Times New Roman"/>
            </a:endParaRPr>
          </a:p>
        </p:txBody>
      </p:sp>
      <p:sp>
        <p:nvSpPr>
          <p:cNvPr id="8" name="Text Box 16">
            <a:extLst>
              <a:ext uri="{FF2B5EF4-FFF2-40B4-BE49-F238E27FC236}">
                <a16:creationId xmlns:a16="http://schemas.microsoft.com/office/drawing/2014/main" id="{27FCC642-F8C3-DC20-82F5-99A86D5882B4}"/>
              </a:ext>
            </a:extLst>
          </p:cNvPr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573764" y="4248547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9" name="Trapezoid 8">
            <a:extLst>
              <a:ext uri="{FF2B5EF4-FFF2-40B4-BE49-F238E27FC236}">
                <a16:creationId xmlns:a16="http://schemas.microsoft.com/office/drawing/2014/main" id="{5CD8FA22-0A73-B9BF-04F1-98523650EF72}"/>
              </a:ext>
            </a:extLst>
          </p:cNvPr>
          <p:cNvSpPr/>
          <p:nvPr/>
        </p:nvSpPr>
        <p:spPr>
          <a:xfrm rot="10800000">
            <a:off x="5115592" y="3149923"/>
            <a:ext cx="1155133" cy="563006"/>
          </a:xfrm>
          <a:prstGeom prst="trapezoi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6196D4-985E-D5A4-A3F8-02ED2C88FECB}"/>
              </a:ext>
            </a:extLst>
          </p:cNvPr>
          <p:cNvSpPr txBox="1"/>
          <p:nvPr/>
        </p:nvSpPr>
        <p:spPr>
          <a:xfrm>
            <a:off x="5232076" y="3183897"/>
            <a:ext cx="89304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Times New Roman"/>
                <a:cs typeface="Times New Roman"/>
              </a:rPr>
              <a:t>Mux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11" name="Text Box 12">
            <a:extLst>
              <a:ext uri="{FF2B5EF4-FFF2-40B4-BE49-F238E27FC236}">
                <a16:creationId xmlns:a16="http://schemas.microsoft.com/office/drawing/2014/main" id="{A238EA20-5E5A-4E95-1264-D8566014CE49}"/>
              </a:ext>
            </a:extLst>
          </p:cNvPr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5726164" y="2202118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Y</a:t>
            </a: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>
            <a:extLst>
              <a:ext uri="{FF2B5EF4-FFF2-40B4-BE49-F238E27FC236}">
                <a16:creationId xmlns:a16="http://schemas.microsoft.com/office/drawing/2014/main" id="{44781769-37DA-47FA-833E-BF6DEA420EA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</a:t>
            </a:r>
          </a:p>
        </p:txBody>
      </p:sp>
      <p:sp>
        <p:nvSpPr>
          <p:cNvPr id="8195" name="Slide Number Placeholder 1">
            <a:extLst>
              <a:ext uri="{FF2B5EF4-FFF2-40B4-BE49-F238E27FC236}">
                <a16:creationId xmlns:a16="http://schemas.microsoft.com/office/drawing/2014/main" id="{13C1BB96-C69F-4FB9-8231-1B492C84BAF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>
              <a:spcBef>
                <a:spcPct val="0"/>
              </a:spcBef>
              <a:buFontTx/>
              <a:buNone/>
            </a:pPr>
            <a:fld id="{B0FCF8FD-E96B-45A2-80E4-6039EE53E21E}" type="slidenum">
              <a:rPr lang="en-US" altLang="en-US" sz="2400" smtClean="0"/>
              <a:pPr lvl="1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E4B5F7-12FD-43F9-A275-6FEAB363A83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09600" y="1414463"/>
            <a:ext cx="8077200" cy="5062537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r>
              <a:rPr lang="en-US" sz="2300" dirty="0">
                <a:latin typeface="+mn-lt"/>
              </a:rPr>
              <a:t>You have three international bank accounts: USD, EUR, JPY. You hire a foreign financial advisor to manage your accounts. But with your limited knowledge of the foreign language, you only know how to say one sentence:</a:t>
            </a:r>
          </a:p>
          <a:p>
            <a:pPr>
              <a:defRPr/>
            </a:pPr>
            <a:endParaRPr lang="en-US" sz="2300" dirty="0">
              <a:latin typeface="+mn-lt"/>
            </a:endParaRPr>
          </a:p>
          <a:p>
            <a:pPr>
              <a:defRPr/>
            </a:pPr>
            <a:r>
              <a:rPr lang="en-US" sz="2300" i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“Please deduct from X account the current balance of Y account, and if the resulting balance is ≤ 0, ignore my next Z sentences.”</a:t>
            </a:r>
          </a:p>
          <a:p>
            <a:pPr>
              <a:defRPr/>
            </a:pPr>
            <a:endParaRPr lang="en-US" sz="2300" dirty="0">
              <a:latin typeface="+mn-lt"/>
            </a:endParaRPr>
          </a:p>
          <a:p>
            <a:pPr>
              <a:defRPr/>
            </a:pPr>
            <a:r>
              <a:rPr lang="en-US" sz="2300" dirty="0">
                <a:latin typeface="+mn-lt"/>
              </a:rPr>
              <a:t>You also have a bunch of empty line of credit accounts (LOC1, LOC2, LOC3, ...) to facilitate transfers.</a:t>
            </a:r>
          </a:p>
          <a:p>
            <a:pPr>
              <a:defRPr/>
            </a:pPr>
            <a:endParaRPr lang="en-US" sz="2300" dirty="0">
              <a:latin typeface="+mn-lt"/>
            </a:endParaRPr>
          </a:p>
          <a:p>
            <a:pPr>
              <a:defRPr/>
            </a:pPr>
            <a:r>
              <a:rPr lang="en-US" sz="2300" dirty="0">
                <a:latin typeface="+mn-lt"/>
              </a:rPr>
              <a:t>e.g., Now ask your financial advisor to perform a simple task:</a:t>
            </a:r>
          </a:p>
          <a:p>
            <a:pPr>
              <a:defRPr/>
            </a:pPr>
            <a:r>
              <a:rPr lang="en-US" sz="2300" b="1" dirty="0">
                <a:latin typeface="+mn-lt"/>
              </a:rPr>
              <a:t>Transfer all funds in your EUR account into your USD account.</a:t>
            </a:r>
          </a:p>
          <a:p>
            <a:pPr>
              <a:defRPr/>
            </a:pPr>
            <a:endParaRPr lang="en-US" sz="2300" dirty="0">
              <a:latin typeface="+mn-lt"/>
            </a:endParaRPr>
          </a:p>
          <a:p>
            <a:pPr>
              <a:defRPr/>
            </a:pPr>
            <a:endParaRPr lang="en-US" sz="2300" dirty="0">
              <a:latin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06572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>
            <a:extLst>
              <a:ext uri="{FF2B5EF4-FFF2-40B4-BE49-F238E27FC236}">
                <a16:creationId xmlns:a16="http://schemas.microsoft.com/office/drawing/2014/main" id="{44781769-37DA-47FA-833E-BF6DEA420EA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</a:t>
            </a:r>
          </a:p>
        </p:txBody>
      </p:sp>
      <p:sp>
        <p:nvSpPr>
          <p:cNvPr id="8195" name="Slide Number Placeholder 1">
            <a:extLst>
              <a:ext uri="{FF2B5EF4-FFF2-40B4-BE49-F238E27FC236}">
                <a16:creationId xmlns:a16="http://schemas.microsoft.com/office/drawing/2014/main" id="{13C1BB96-C69F-4FB9-8231-1B492C84BAF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>
              <a:spcBef>
                <a:spcPct val="0"/>
              </a:spcBef>
              <a:buFontTx/>
              <a:buNone/>
            </a:pPr>
            <a:fld id="{B0FCF8FD-E96B-45A2-80E4-6039EE53E21E}" type="slidenum">
              <a:rPr lang="en-US" altLang="en-US" sz="2400" smtClean="0"/>
              <a:pPr lvl="1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E4B5F7-12FD-43F9-A275-6FEAB363A83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09600" y="1414463"/>
            <a:ext cx="8153400" cy="5062537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r>
              <a:rPr lang="en-US" sz="2300" dirty="0">
                <a:latin typeface="+mn-lt"/>
              </a:rPr>
              <a:t>e.g., Transfer all funds in your EUR account into your USD account.</a:t>
            </a:r>
          </a:p>
          <a:p>
            <a:pPr>
              <a:defRPr/>
            </a:pPr>
            <a:endParaRPr lang="en-US" sz="2300" dirty="0">
              <a:latin typeface="+mn-lt"/>
            </a:endParaRPr>
          </a:p>
          <a:p>
            <a:pPr>
              <a:defRPr/>
            </a:pPr>
            <a:r>
              <a:rPr lang="en-US" sz="2300" i="1" dirty="0">
                <a:latin typeface="+mn-lt"/>
              </a:rPr>
              <a:t>“Please deduct from X account the current balance of Y account, and if the resulting balance is ≤ 0, ignore my next Z sentences.”</a:t>
            </a: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300" i="1" dirty="0">
                <a:latin typeface="+mn-lt"/>
              </a:rPr>
              <a:t>[X] = [X] – [Y], then if [X] ≤ 0, skip next Z;</a:t>
            </a: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300" i="1" dirty="0">
                <a:latin typeface="+mn-lt"/>
              </a:rPr>
              <a:t>Shorthand: </a:t>
            </a:r>
            <a:r>
              <a:rPr lang="en-US" sz="2300" dirty="0">
                <a:latin typeface="Inconsolata" panose="00000509000000000000" pitchFamily="49" charset="0"/>
              </a:rPr>
              <a:t>please X, Y, Z</a:t>
            </a:r>
          </a:p>
          <a:p>
            <a:pPr>
              <a:defRPr/>
            </a:pPr>
            <a:endParaRPr lang="en-US" sz="2300" dirty="0">
              <a:latin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167858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>
            <a:extLst>
              <a:ext uri="{FF2B5EF4-FFF2-40B4-BE49-F238E27FC236}">
                <a16:creationId xmlns:a16="http://schemas.microsoft.com/office/drawing/2014/main" id="{44781769-37DA-47FA-833E-BF6DEA420EA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</a:t>
            </a:r>
          </a:p>
        </p:txBody>
      </p:sp>
      <p:sp>
        <p:nvSpPr>
          <p:cNvPr id="8195" name="Slide Number Placeholder 1">
            <a:extLst>
              <a:ext uri="{FF2B5EF4-FFF2-40B4-BE49-F238E27FC236}">
                <a16:creationId xmlns:a16="http://schemas.microsoft.com/office/drawing/2014/main" id="{13C1BB96-C69F-4FB9-8231-1B492C84BAF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>
              <a:spcBef>
                <a:spcPct val="0"/>
              </a:spcBef>
              <a:buFontTx/>
              <a:buNone/>
            </a:pPr>
            <a:fld id="{B0FCF8FD-E96B-45A2-80E4-6039EE53E21E}" type="slidenum">
              <a:rPr lang="en-US" altLang="en-US" sz="2400" smtClean="0"/>
              <a:pPr lvl="1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E4B5F7-12FD-43F9-A275-6FEAB363A83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09600" y="1414463"/>
            <a:ext cx="8153400" cy="5062537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r>
              <a:rPr lang="en-US" sz="2300" dirty="0">
                <a:latin typeface="+mn-lt"/>
              </a:rPr>
              <a:t>e.g., Transfer all funds in your EUR account into your USD account.</a:t>
            </a:r>
          </a:p>
          <a:p>
            <a:pPr>
              <a:defRPr/>
            </a:pPr>
            <a:endParaRPr lang="en-US" sz="2300" dirty="0">
              <a:latin typeface="+mn-lt"/>
            </a:endParaRPr>
          </a:p>
          <a:p>
            <a:pPr>
              <a:defRPr/>
            </a:pPr>
            <a:r>
              <a:rPr lang="en-US" sz="2300" i="1" dirty="0">
                <a:latin typeface="+mn-lt"/>
              </a:rPr>
              <a:t>“Please deduct from X account the current balance of Y account, and if the resulting balance is ≤ 0, ignore my next Z sentences.”</a:t>
            </a: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300" i="1" dirty="0">
                <a:latin typeface="+mn-lt"/>
              </a:rPr>
              <a:t>[X] = [X] – [Y], then if [X] ≤ 0, skip next Z;</a:t>
            </a: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300" i="1" dirty="0">
                <a:latin typeface="+mn-lt"/>
              </a:rPr>
              <a:t>Shorthand: </a:t>
            </a:r>
            <a:r>
              <a:rPr lang="en-US" sz="2300" dirty="0">
                <a:latin typeface="Inconsolata" panose="00000509000000000000" pitchFamily="49" charset="0"/>
              </a:rPr>
              <a:t>please X, Y, Z</a:t>
            </a:r>
          </a:p>
          <a:p>
            <a:pPr>
              <a:defRPr/>
            </a:pPr>
            <a:endParaRPr lang="en-US" sz="2300" dirty="0">
              <a:latin typeface="+mn-lt"/>
            </a:endParaRPr>
          </a:p>
          <a:p>
            <a:pPr>
              <a:defRPr/>
            </a:pPr>
            <a:r>
              <a:rPr lang="en-US" sz="2300" b="1" dirty="0">
                <a:latin typeface="+mn-lt"/>
              </a:rPr>
              <a:t>Solution:</a:t>
            </a:r>
          </a:p>
          <a:p>
            <a:pPr>
              <a:defRPr/>
            </a:pPr>
            <a:r>
              <a:rPr lang="en-US" sz="2300" dirty="0">
                <a:latin typeface="Inconsolata" panose="00000509000000000000" pitchFamily="49" charset="0"/>
              </a:rPr>
              <a:t>please LOC1, EUR, 0</a:t>
            </a:r>
          </a:p>
          <a:p>
            <a:pPr>
              <a:defRPr/>
            </a:pPr>
            <a:r>
              <a:rPr lang="en-US" sz="2300" dirty="0">
                <a:latin typeface="Inconsolata" panose="00000509000000000000" pitchFamily="49" charset="0"/>
              </a:rPr>
              <a:t>please USD, LOC1, 0</a:t>
            </a:r>
          </a:p>
          <a:p>
            <a:pPr>
              <a:defRPr/>
            </a:pPr>
            <a:r>
              <a:rPr lang="en-US" sz="2300" dirty="0">
                <a:latin typeface="Inconsolata" panose="00000509000000000000" pitchFamily="49" charset="0"/>
              </a:rPr>
              <a:t>please EUR, EUR, 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530368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0PHOTO" val="/9j/4AAQSkZJRgABAQAAAQABAAD/2wBDAAMCAgMCAgMDAwMEAwMEBQgFBQQEBQoHBwYIDAoMDAsKCwsNDhIQDQ4RDgsLEBYQERMUFRUVDA8XGBYUGBIUFRT/2wBDAQMEBAUEBQkFBQkUDQsNFBQUFBQUFBQUFBQUFBQUFBQUFBQUFBQUFBQUFBQUFBQUFBQUFBQUFBQUFBQUFBQUFBT/wAARCAIcAtA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7+1j4ReH5rF5fJX5juO3+L0Fbnw2tE0bTW01P9XGxwFHyr7V5L8K/7Xm0G3e91Oa4R5Nmxn3Mi/w19AaTpsWnWqogyepb1raU/aU1Oe54OFjGVTnpqxPeXgtNnyZLnFeUeM/itcW+oJp8WmPcROdp216BrHimz0/ahBlmJKoqjvXnkzy31ndanFb/ALxCYk3Dr6100Kd1eSNcXWe0JHh/jDVNUk1u3jspZNLvJptv3/lRTV3Vv2gNe8G+RbyE6ikLrE/mD72Pvc0W3gvWPGXi+YXtobWCENKG/vt/D81buq/B231a6s9PjO1UTfPcv8zbs9K5pwdSo4c1mefSrzirrUseEv2nodYkZLi0ljnx8i9VFb1z8YNLvrpftSnZGdyK4+UN/FT9F+CejeG9OuJfLQu53bvvNtFeY6l4dt21W6Dnyok3YVv4m/u14+Po4igualU0e7Ov6zOa5JwO+1bx1B42LNpgCMCuWX5VFY/i7xhf+HfCywABcIdm3+GsOLTX8L6VElsNrzhXKr97dWD4r1C51LSFt3cyz8pXxGYYt+2UajvYak7Nog+GOzWtbutR1C8L28cO10kPzOT2pPEXjK5h11rKwf8A0cvtRcfKhrnfBvgvUbzUlt4pCiMfnbOFr6K8DfCPSbfSpbm7jWe6++JHryliFOrySY6cJzWiOb+FHjI2c1xaamdrRjejN918V6npPiC08VahJaRz7uRll+6f92vC9a1jSNJ17VI8hbhCqx7h8uP4q5Ww+JV74XuWktRv8uRpUb3r7bCVKGBgpzd7mTqy+Fo+hPiV4V0S3tJZbny3YJvG49a+eL3xBZ+G71p7IhHSQsisPu12Fh4ybx55N7qO/wApDu8jPysf7tcf428ByXV+l24Ig+87L/F7Vx5rmlCpC0Vqa06fInUSNnT/AI7XNxo91aXeEVQvkr/DVzwd4ue+tLjUzc75Rud29P7tc74d+C2seK0aSK38i3H8cny7qval8H9X8C2TmKcP5o/eL/CtfP0M5hOmqfPqaKM7OUiPQ/jIdF8YSz3pF1BE+4L93/eNe56V8dvC3jy0/s+KVElYbTHKu1a+S7jR4LF55LwiW4c/eb7uKw7yaS1fzbKJ1wRnYP4a9L+1sSocsJ6mNN8nTQ9R+PHhPRrMNcaYg25/1qnqa8B+yoq+YRtX+7Xu13Y3njLQopGieCBtiFWrlPiX4Pt9HtoordDuB5VR0X/ergqxqzXPN6sHNX9xHAaTfRQzqZ3LIOtdYPK1CyWWKQMuNu7/ANlrz+a3H2koPu4qaC+ns4zAjnYxry5UX7TcV1b3jtdStZf7Jzn7ybgtcx4es57ifyQP3sj7Bur0Xwpp416wgttyM0hCbpOxNa3jr4YwfD1be8t7sy3SSc/3c/7NNx5oPktdD5WvQ60eA/DHhfwHEj+VPqkyfvJ5fvbv9la8V1/S7TTbVktiGc/3a6nxY0+taJFdxPsn2c7T0NefaHqUUetpFeuXcdN/8VOi62IwynU3RpKMFsc5fyS2NmyzxlGP3GastNNSazaffuavYviHo9vrWmrLFEETAavHRZvC7RoTtp0f4d0YN62ZjDzIZdmO9bulsFmQuKIdN3TLIcbR822rHlhpckfKvSuqTU1ylU0M1WQNdRH+BTu21YudQ84LGmQv161JF4fn1S2e4BHyjhcd6qeH7P7RrqW92+yDPztWVWMLWvsN3vymfewi33Fz1rl76Q+d+7+Zc/w1638XtH0XR9LgSwIe4crhlfdury+y09/NXelduGtGlzy6lcnsy/o115ePMTbXS2dwJGby/Ws1NHfyt+NtWtN024tYpJHfap6LXJVnB9SeddjsPB3i6SzvZbOeTCt8yf7VT6hqFt9vcxY+avPr2QtJ5kQ+YVHBrEkkyxn5al02qfPEqXvpM7e5UeU0mRurnLqSRrnCdKE1oK8cbuGzWpa+VI/bcayWmsjBe7qSeF9DGqarFHJ/ql+d/pVvxjqH9oaiqRjy7eP5EVewrU0NRa6XqE6fK7BUDYrmdSZI/wB9ktjr/tV95klJQw/P3PUoLTmPcf2afg/B481L+3dViEuh6Q/+j2rD5bi467m9Qv8AOq/x++Bfjn4rfEv7RZacbrTUjEVu0rqkUP8Ae60vwL/aS0bwH4O/sa9fyLi3lkl2yD5XDncpX+VWvHX7Y2o6hFPb6Ii2cC/KZ2Ta/wDwFa+wo4unTpuE4XKlSnOd07FLSv2SfDng2za48a+LLaydF/eW1j8zf99HmqWofEr4ZfCe28nwX4bgv9R+7/aeppvb67TXzr45+KmoeJLzypLiS4lL7pJWJZm/vVyU95c6g7GR/v8Azdfu1g8bV+Gn7q8l+u5aoR+27ns/jP8Aaa8W69D5cmsy2tu//LCz/dKF/CvHtQ8ZXt9Mxlu7iVnP3nkLbqwb6QqzENu/8e4rNeZ1PI+50rj5eb3mdPwq0TXe6NxMrud3/s1VL+6SRGI+bJ/irMe8MKMOdzVDNeCTaBjdWiJJXjLbsFQv1qs/7sqM/wDstJ9oLL/tLQ/77aSfm/u1RIsUhjduN341IlxuXLjcv95qq7jsb+Gm7tqY/iosA65xI2R83+zWZdQsr5AO3NaAkHTPzL822lMImXuynrQitzOjby2UfeWtG0kMm7BCt2qCePay5Hy0yGby5Fxjr6VLA1jD5cWSPvH7tVXZ9/y+v3attJuRQ/3qqSsI5OfvVVymUNYkntZIOflzuroYtSkvNAlB+ZlIxWReeXJNBHIflztreW1gt9JXy/vM4/nUtEoq6trG2NYJFDM5X5q0pVRbZQT8uysbWrcfb4xn5t6/7VdLeeWsEXIZsfxVlJWKRjXTPIjD722m28hjC/7QqxPjdkDatUoph9pxjcq0blIuJmRGJ+9TXZ2Vc/NT4ZAxYYHzVctrHjk07BcoJvZsfw1chtyz5J3NWhDp4YdetElmIXTBpKwMoSQpI+xhVcW5U5Ga0tqW7t/ExFImxl6fMKr2ljPluVjm3HANAuD5y5H/AAGrMuxpVORuqneYjlz/AAiqT5ibWNKCRPNZ3/75qUyDYuH+aueW8DMyklanjuvl4p2kBspMWOP4qtDUnsZEfO3cPmrJt5HxvOd3an3FxukT+8laohnb+G/EFzDqyo5/cMNor6R+H/jb7LdNZO/yXUe36PXzDolwG2AKE43Cu8g1x7PVbKVH27SGNY4mjCvQnB9Tna+yfWWkzW2mlbm5KpsbcGf+KurXxRbeLrNERNsCHcJFHWuC1KaDxF4X05Yvma5RMbf4T/Fur1H4Y+F5F0IQmBJUP8P8Nfj8sO8NKUTJXu4HbeGbe20vQXlij81iP++jXj3jPxZLay36SRhGl+5t/hX1r37wpoZhgaKWPYv3dteY/tIeFbTS/DX9oWtuftKuF+Vc7h712rLvrlFSqIrEJwhzrY+Y7jxVeNdPBFPKm47Dzt3VrpC+n6dayqTKxkbfxXHrHcX2qS3IiZWZ+a9H8J5WJY7mJnVflKsPl5rGrKFGFpo5KfvnH6z401ixvJJI/MXjj+7XN395PrjS3M5dp267q7fx1q1ja2vlxIHff91vvV5/YXUu64lkTasp4X0WjDcjXNThYid72bPp+w1S98K+Veh9/wBpHMC/d/2Wr1Tw/wDHKO8t/s8unzLOkeSyj5a8f0TTdRh0RZ5g9xLKGwta3hf4keH9Ltr2zuMW+rsFiKyr91K+2wFfFzj++dl07AqnI/3Z2Ok/ESLxZ41srO2tzucPE7N/AP4mrofEfi628BvBa3FuZbfzNy+X97b9K8mTx1o/hu5l1HTzHvf5Qv8AFWDr3jq48WQvqEp3YG0KvzMKyjxJU554drVdQ5WlzdT3Oz+JmhTW7vFhGb5z5g2t9K4jV/jBpNrfu8T+VK2U/wBmvOvD14PEFs8BGxkRlk3fLXm3izTza6lOEcSKK8aeZ4jEVHOcrWLlJxhsfc3gi8s/FnhuK581ZX8vaXU1xHjfSdGs5pdhijYFcbu+PvGvnP4afFDX/AML2xINhId/lPXUXnjSTxoGnkR4ogOeetfTyzZfVfe3Ic1NLTU6a8uBeJcXCEeVnlq5dLeO6R7wOFRDsjX1Yfeaqmv61BY+H4IoJ90uDls1kmz1xbG1Edu32d/m/wCA/wB6vkIYb2ydSnC7Bzs7NmDq3xGvPDd9vg/0eVHLhq7SH9q62k0b7OCyXTIq/KPut/FXjnxFs3uLl4kwzoPnbNcVoVulneedIm7Z/FXBPCK/tGveLjXcdEz1e88US6xqPn3CE7yW+b71eg/C/wAA3Pi+eaVbUywAf62QfIK8/wDC9rba0Fkkwmz9a+sPhX4ktdJ0ZdNFqIooRu8xff1rWVOvXp8sSqSg5++eeeIvA58J27eWfKwNxVflqCz8YW+raZEbqMKsfyv/ALRFWPi746i1K/e2gO5c8qtebQ6fc6TOj6h8lq5L7M/Nk/3q+eWHnblqt6G8qtpNQ2PX9J+O1pbwvaRRCJk6Ow+XFaPjTxlBq3hL7WHTe6biteQ3nh2JoDe+aFz0Rfu1ka9q066UtlHIZcdf7tN4aNqUaKtZ/eae2fI1IxJriDULxnnO9vu7a6yLS7K38PJI6B5cnCr/AHa4nQbWOQuZT+9zxurrBod6tpKI3JixtLN93n+GvVc1Gp7zOSPvI6H/AIWlpdnYRRoAkiAb42Hf+8tcB4s1i78UXPmWyM0CDad1czquh3C6hvz+6zy3tXqfwy0MeKrpLKOMpa45fH3sLTalOa5W2iOdtcsUeFajpM8d1yDVCSPyXVPvMTX0F8S/AsHh+42bCu4feryi/wDCZZ1uI0L7TurH2s4VuWRm9VaRe8LLJb6NPcGco6P8kedrL/tVTbxNrfia9/0+WS4gi+VNx6CsC71yWxv1gkQ7c8rXTaJJd69eRWlkm7d/DjpXVKDelilK270NnTdWtoZ0guxvtzt8xa5/4jXGjW+tWstoI2iB3F0HauwuvhjqFvcwJJ83nHbuxR4l+HNho+mvPeg7gPlWT5Vrlpuph/d6M1Um1sJ4J1zT/Fn+j3Dr5USenzf981R8T+B9L86ecYVUHpt3V5zpOsW2l6k8sT7FEnG2u3S8uPG1ottZIW2hlMmepqIVXCp7OC0KcVNXsM0HwLptxYXFxv8ANcDcOflrl5fCbrfzjI2/eC4r1j4dWthoIbT9SIiukB/1n3X/AOBVl+IptI0/X/MgePyB1RTurKUqilPleocqseTX0l5ocrxIG8pv7v3azFje43yx5Vv71e0QyaH4ivnjcKzAcbh8tcr450m30OCU2aBVPRU7U6GJjO0ZrUnl0PFPEN5JbzZdjKwPrV/RbgXDpv6/LWBrVrPNK0hGVya6bwdo/wBstvPct8vy19NVjCNBGklHkvc7Ky+z3EyRudiY/wC+qpa/cRQv5Fs+5VHO2tA2MDWSxoPnPy1my6GNNiaSQuzE185TkpXi1qYXMuGHcrc/NtrGvLUw3DOHCtWpbTOszySfKmK4bW/ERm1cxxv8lexhKVSo2jVRvodZHpJkeJ/N3NmvVvBHgM60iyNOF215j4S0+TUkQJJuP3tzfw12Fhqmr+G75Ut7spkr8v8ADWOK5r8kHqieXvsdv4q0f/hF9JuI5CGyNw/2a8nv7xJEwx3LjdXZ/E/Xp75bezaTdLsVZPrXnGprKp2AbkUc8V+g4Ck6OEgpb2PSpJJF8SQrZrII90v3dzDvVe7a3t3fp8ibnkz8zMaqpfRxta+edsX/ALNWDq/iC2hRzJ999z/L3/hWu1Ns6irMsE1zcbECRBvk2/3qydUmRU2L/umm2uoD7O2M7X+Y1i3khmkzks2dxXFaWILDtuizj/Z24qm6lpHcMVbG3pTvtDtGqAfL/tUyS48xV/75q0gK0kfYYbn72aqv+8lYgDcP7tXDlguMVXjj28khmq0SRhdq8/L/ALVSFQ3IxxT2USBRgdaJWCp0P+9QBXlUbFA++tRPnd90dammYK7D+GmXClefvcbhQBT3PvxkfL096uWkhzz92oltX+Xncy/3aGt3XoSrEbaALhVJh2/3qoTRmOZiB8tTRKVX+96bqkdfMDZAVlosA21uOfn/AN2rFxD5iLztrMeQxv02/wC9V22uvtXGfmUVNrBcy7/zFuU4+WuktW/4l9qj5XdIvzVjXMPnX8SEfc963ZpPksgvaYYoZRHqSyfbInA/5aVrXjeYFHDNjhlrGutQFxeoD97fU95eCP8AjG7tSeoIju7gr+7BqrAw+0NjDcfdqo915jMc9/WrVmu1lJ+7n5qq1kFzRhj2tz95q0LWYrgfxf3qoSXSKrAfeXpT0uEVFyQp/uqaltAjV+1PuznbUM106xdSxqp9s75+Zacbob/3gG2si7kb3z7sZ+7Tkvgow4O7+9VOa4DOxHyrUHmbuMht1Xa5FzTW4SSZjn5abIwuCxB+Ws7aVPFSIzquM0JWBsfLGFXHKsKfb/M23FAk3bc/w1JFNGrZrW5JdjkMafNmmeW8kjn+HH8VBvBu5+Zalivo/M6bam5LJodSuWsleMFfLO0stdZZ6pPNc25yWUqGrnNAvIo1ngIDK/8AFXZ6bbwSXCxoflXDCuhcljFrU+jvBl5croek3ETlGxt219L/AA28S3MVvAjINuPu18n+CdaS1uLLT5T+6fav+61fTnhKN7e0tdkbs2f4fuivzXiGm6M+aPUiCtO7PaZdTaBI5d4jjP32/u1P4j0mHxJ4eng2LPvT5N3rXmPxS1C8h8K/aYt0DIBlPu7qboPxutbbwrDHbW73uoBNiop4J9TXm5Vi5X5amx1TnCV4M8K+INrZ+F7t0jgCT72V1UfLXPQeLnkaJEgO7/a/irr/AIkahL4ia1tLy1e3laRnd2H3mPaufsvB91G6ypHugjP+s/u1tiMK6s/dR42sfhOM8W6fGrrJGwe4kP3V/hrPm0u4sbdHniKKRxXW675cPiZS8e1EH3f9qq/jTxF/wklza2VnBtSMBXf1auekpwnyEyjzK57P8CPiVpeqXMul6jcLBePB+7jlPyDPLbWrl/i9p+naP4vW806NbjA/fbf/AGavnKeG90W/ie3uJIn/ALyntWrbeMtVulnsrjN4shDbmPzACvpsJmSdD2FT4SHZq8tz3ObwfZ6xp32sZZmhD7s/Kua5G9szo/zwSOzZ+5Vrw78QINN8GRWUmZX37vlf5gvpXOT+KDcagy7N8bE7K8nFyhUt7J3ZahYWDxdeaKjuhKM5+9Vzw3NF4q1N472cIiRtLIudrOw/hqg/h258UalDYWEReRxvLL/OuZ8T+H7/AMJ6vslkKS/wNGetcywNeFF1pQ06kOqr2O4la2k8QPHOPKTG4Ln5UWvaPBnw3tfFmgS3FvJtRBwsfevl2PUp7qRTId0znlv4jXs3wx+I2qfD8T2jJvguk2GJj0/2vrXq4GtBzTnC8EPlTMzxP8P9R0e8uZHLNawybU3fxVvav8VjcaK8BtPKlEKRFlPotavjzUNZ1LREnNoI4iDsX+LH96vGZoZ2llEpO3H3WrvxHtKFTmwekWYqy+IwdTuri8uZ7jG5X+Ur7Vr+DPAtx4inXzI9iS/cb+I1XkmMNm0ZgOzdu8z+ldn8NPG08dmtlHEGuIZN0Lt/dx8y/SssFTg6377dhe/UzfE2h3ei3cUFtHsVAMLn7lek/DbxZc3Wif2dLKr3DSFS0h24X/a9a419P1/xdq8/9n2xltRl5JcfKv8AwKq83hHVNPC3JcxOfmDL3rrrYfE4eq54aGgRnG9pHrl78O7C3lt5/tf2q6kfc8uflUCuc8TW6X2qrFOA0S/fZW6mqtpcPpemQZuJZ7xxueSU1qQaTFqFpAbi4G93/hPypXwOZVq3OueNjvp2t7pLq+gm+0TFs+y3UbRGv3lxXDadpJWaWIRySn7odh8q19MW/hey0/wci7DLEse52zu31wbzW2sTqLC3EFrCdsjY25/2VrzcJKc4OT1saV4WaPEm8Ny/bW3kwL2/h+WvQbK3kh8PeVKdiY3BXPzN/tVF8UvC89rZJeW5dMfxN/DWn4JWPxBZWscj/aGKc/3mNdlGtTrwbepi1KnOx54+jjVNTisEICOdu5q+pvhT4R0rw34ehFvEhIj+96n+KvBvHnhW/wDDt59tgt2RIzy2PlWvTvhR8UrS40S3glx9oT5a93DSjQUXPRMKVnLXc5b476LezTvfmApbr0X+KvP/AIc/YtQu2+24WIg/K396vpPx7NB4k0SVI0DSt8o29hXgl98O7jw/M9w0pVUfa6r2r0MXl9LFU/b4J7bnPO8almeVfGTw7bWuovd2aBUxur2X9n7wHpml+CYtb1OVf7RmBmCf3B/CK878bQjVrZ7aMfKPl/vVxGgeLtU0GePT3vZmgQ8JmvAWInCNl0No2vc9w+IXxEFnqiSpFwh3fN8teUfF74qQeKrVLOzBiyBvXP3al8d6hJqmmCSON0dvevJYbWeF/Nkikbn+IVz0J+1vUX3FOo0Wbbw3d3mx0TYhH3m/ir1HwHoOq6HNiN42U/NtkFcLD4kuNqDbtYf3a9E8NeILm6th1bn0+7XDVrVIPmqKwRS3udNd+A7zUna7e4CNs+6qV5d4k8F3VreOZZXbnaGWvS4bjWbW4S4FzLtb+DPG2tDxzp8WoaXE8YC3EmO/Q06VaM5eYNaHgkkN/oJ81CNyn7uapeIfEV7qFl+/TaoFdr4r8P3dnbKZZFZv9muF1y8itdNZJB8xr3MPCDtJq7Muez5Dhn1BLiRoyOp217d4a0/SrXw8nliPe0Y+XP8AFXi8FnHdSeag78ba9H8LzRrAnmncyHlfu/LRmCvbkNVYualMY7pjHAdn3t2Ky7rUBqBx/D92vo+wvvB9v8N2ln+zLeeWzSI4+dm2/Kq180jyI7xi52IT92qlRgqSlB6swdNoxte0+WSyYW4Kt/s1peD/AIJ/2hp3n3Cb7hxuLMfu11Wh28eoXkT29tJcQIf3jINy10ereLv7LuYI7SNF2dVZNtYzqYinBRi7LqbxlpY82/4RnUfB+pLBGPlb3rqfD3hu71S/S4uzuVDvdmPpVDxV4mk1C8S42R7h1211fhnWIY7V7hyqxLH613UksRWp+zQKPP1OW1KxkvtVllKbuT26VnX+npHB5ONzbtxZqn8T/ESC1R47a2klbLf6sfM1clpeva54gu2ij06TdI+0M/8ACtfpDVo8p6kEOv8AQZL5mlEbskSHYuPvOa8/13wneLeJk7WPyxqx/hFezXmj6nZ6c0YktVuPmxuk6V5Br1n4phnur1Nk8XzIm07mNCNTOGivbyoJCd33StIujvIzOW/2RzXOHxBrNu7G4tpl3Hd80ZqW28UXilTJBJ1+9jpT5ZDujfm0Exqzkou0VlTaHIsuNnv81Qf8JNcbWJSRlY/eZd1SjxUGZi8bq4GArU1dbiZSexnhlU4K1F5cnV/vfd+YVafxFFIjSSg7vpVV9ct2ddg3LVGdgmjOc5G6oCu7oT83WifVIvNYH7v96mjUoFlVgw20yhhjdnzg7e+41OIyxzgNj5RUUeuW7SvuI+X9agTXIvnyQv8AFSA1IYzu5AVv71WHhReq8D361gf24GbOd1RnWiqtzu/i20AdAbWNmUKf+A1XuLXy23gFlFYn9vSq+7f/AN9U9PFBxiTDL/epXA0ZrXcmSf8Avqsl5DaysQNvP8NWZNcgm24IVu+6qAuo5pmUyA5P3qu9wLVveD7cpPpWxLIGms/4uS+3+7xWLpvlNeSkn5fuitG5uEjvYB0URnLVLYD4ow17vz3bNQarNuuNiE/NVf8AtAec+x/lWqsF0ZJmL/M1SBo2cca5eT7tW4plwoxuWqkMnmMqKTtpt1MIZVBB255VT96gB5ujI+wd6kRn34c/8CWqNrbmRmfB2r/ePzVct7gqcfeqWVcvwxlnU5Lf7VWLtXaNuKqx3Xk8uPlPSpzqQmTATtt/3aQFPbxg96kS3G5eKmjt/OZSPmqdrMdjVoLDBGGPSrckI8pWKbcn7q0yGHlQRuZf4qlmmCxMCOlSwsU5Yd0i5pz24Z/kNSxTCQ7CNtM7titEiSCWM/Nkf8CpsOfNqeTGzrRDGPvA0E3NTRFG+UseVrsvC11HfauiR/wbVNcRo6lpp/4l5rt/DtuNDtbi7kXbKRsT6mrRLO//ALSLW32yNzviugyMvtX398CtesvEHhHTbhlDTGP53x8ua/OrS7j/AIkiDB+Z/mr6b/Zy8fS6HpL2RwyodwVuwr57iCi54ZVUtUTF/wAx9E/Hq/isPDKJ8uJm2fpXyz4G8TSaT4k8t4xKgPybjXY/Gvxhc6lfWUD3LSxv8+xvurXB6bbiPUlncBd44r4OhUi6bqrS5wVar9reJ7PrOkjxc9vINkUoK4WPuteiWPh/TPDPhyVLvy0Xy/nfG5i3+zXkngrWJLXUoiQeSuN1dx8RPERuNN8p/m3jhlO3dXXh8Y2uRr5j5lrPqeF6tpb6l4puhHjYrlk3GsJ5INF1fc4L4P8ACPu12P2qKxRZ0QM/zZZuxrmtO08+KNfWMk7C/O2uGNVubmc7VrGDrnhWdTlhtZPlNa7+C7LwzoDSAie9uArvLn7i+i16L4rk0/VPDKPGdkr7sqw+evILnXhYyQQXO6e3RxlfpXqU8LRpNKFTQi/dFW20WVYJbuWJ4oGH7tpB96l0+4tIREbjKhX3FvUVu+MfHlvr1hbwW9sYtibE/ugVw0y3Fwqxxxvu71tivZYSpCeFd11Ju2rM91s/G2jeFdQt7nTDC8Tx+UPxFcH41vB4s1XzfLVNn8KHdXn0Md7HepEI33t0Va9G0jwPqskbxJB9oncjKr2avVw9etmX7joYySijhVVrPU0ePCyo+5P4vmrv9TtbvVNKTUIkRJMby8fdq6jXv2a9ZtYLOS3Vnv5CCyr93mu41v4Yah4N8AJFOBPeGPc7fxL/ALK16KyTEQ0hKyHTqxd9GYPww+JieOLjS/DGqx+ReErC0+Pldf6V6T8UvhPpsmlrbaPZqZ2/5aqPmJrz/wCEfhXRLpNNuHdft+9nn3ffRt33a+grrXtP0e9SOTHlYTDMenNfTYakoUlCepUF7RNzPm/xV4RsvDfhFIryALdKNrp/FurjZfh/JHoK63byPaq4LQKo28CvpH4k2/hzXrg3N28cqW82dn95f4q5LQ9Dj+LC3+n6ZOy6banYIlG3avpXHWw1KbtBmns2n/WpD8IvHGlat4etdAtICbryws8ePmlf+Jmb0r1fQvh9Z6rq4ku44pIo/uRryuBXm+nWuh/Am0c+X5tx8yvIw65/u1N8MfiVqGr6wmo21wZbV5NkkEh/1aDvShWeHfsr6nXCMJpKZ6P4s+Buna4/mREQsB/CMV5Jqfh2DwSs58hp4kfb5jDdX1Rp+oQ6larPC4dH/u1y3xA0+xk0OdHhRv4ulcuOy+jmtP2VdfNG8qCo/vKZV8BTWXiTw5AY8GIptK+nFGrfDKzezlS3URdxtrxv4WfFA+GvEd1pt1HJBp0rlo5HHyLXpHiz46aVo8Sw2qi+upR8kcT5Lf4V4OFwNHKcPLC11rv69i3Vp4iPPPdHO/E/wstv4Injk+8iGvOP2ePs1nft9p+bcfk3V6V4u8UweJvCvlyEI0qbnWuR8Aafp+n/ALyIbjCdu6vyvShOdtLsVRKVVOJ2Px0kN94ReK3hDgfMXP3V96+WPC7apZ3ippxd5d/3f4a+qPGOsW2veFriAYfCbdvr/tV8/wDh7XILPXotMsot07zba9etjZVKajBcz2OetH95c9Y8Pw+ILXw9Kt6C/G4SL2rz3xp4yvJjLE8g+Yc+9e6apcPp/gzEpCz7GU/71fLXiXS7y6knuHQqma7ISxOGp72v0M6rgrIi0WTzryU3B+R/mrOuvA8Wqaw97kLEh3BfWk0W1uNSv4reAEuTt2rX0B4b+E/maVi5BjYp92vKrY2FBuU+pcIOekDyjwjoY8WasunW0YZU++zfdr3vR/gL4fktUhuoEnc9eK8rsNNuPh/4iuDbfIM/er2r4Y+LP7WiluLqfdKH2orfwivEqKrPEKanamb0PZv3KiuzzX4vfs1aNaaHNe6TALSWEbztr5v0HUrvT7h7eK3MrZ27VFfolqU1prlpLbyFWjYbWXPWvIbf4S6PoeuXFzHANj9PY13wqYeU3RlPmXTuXiKPs3zUtj56l169sbCK4uIjEyD7rCqN74kn1iFLgEKyDcNv3a+ifix4H0q88HzyRRBXZONo718tT2stqiQJG20e1diwlOHv0zjc2txms6te6gii4k3qvtXB+M1t/sag4313Vzav9ibI+ZRXl+uLPNcsjk/Kfu17OEWr8jJrmfNck8I6Olwd8pKpjdWreqkN8uz7oqXwl4X1HVI8WVtNPxzsRq2Y/BOqXF00X2Cbep2n5GpYhyhectim103Mq41i7uIfKc7kxXL3d5HcatBbT5VHcKdvevrj4ffs422qaV5t7E6uQuNx21LrX7EcV3crd2N60civuCsN1PCY6hU9xM1gqm7R6n8D9B8MyeBYILO1t0fyvmVU+b8WrxP4k/BuS+8YXD2x2QSncOK+ofhB8MP+ED8OQ2lxL59yB8z4qx4l8L2a3T39zOIIIhl3f7qiorOrTpc66nRVw7mlKKsfB+rfC06TIwld2z/Diqsv2bwro/lQ2Ru7yc7n3fdVf7tewfFHxdp+oam8elxlYE+VZZPvH/arye9je8kZ3J4r7XJsC6cFXr6PsKlh+R3aPOdU8Ua/byubbQ7b/eY9K4fxF448b/KY7IRKjlh5Ve1XNmjfJ/B2rLuNNhb5AF/3mr6V8j3O5RZ83al4g8b6gebefkbT9KS1vPHilMRSqoHG6voeXT7dVxsG77u5RWTeKke7HpSSp9Ea8r7nkUPiDxqozLZxS/7wFWE8ReLVX59HtWT/AHFrv5bXy+o2qaY6houB83/oNV7vRCszgz4i1yNN8nh+1bndtUbc1F/wk1yqYuvDiu/3vl29a626Vd2R83rVC8hRkzs+XG7atPQlo5SfxVbNv83w/Imf4lTdiqD+ItGjVw2nSp/vQ11E9qkgx93/AGazLiEQtsIq0Z2MCXVvD821DbtFn+LZ0qDd4fmm6/Kv8TVrvGjKxiRN1VZrW3XaXgVmY/3Kq3mUYxtdEaZ9lwNo6c1Vh03SGdmNwNv1rdk0u2bdiCPf94LiqH9i20hyY1Ve/FTZgUl0XTpNxS8Cr9ah/sGzkiYredP7x+9V4+HbZlbEe3+Ic1TfwzEyLtQq3+yaAKjaD5i/JcD86hPh+Vkykm7b71Omg+YWEcsi/jTG0O4j+5cOv+ytFmCKb6LcL8hPT3qBdPvY2bH/AH0taL6bfqnFyfl6q1V2tdT3Y8zdQBWs4b1nY4bjq1XJprhrd5HjdXUbR/tVBatqCv5bnZu/jb7q1LcyajYyNGdkqEc7DuWlYEV4ZLmO3Z/Ldv8AaotNQkV+U+7Vi01a6t+Htt6GtGzvIJD/AMeEiu3XaN1T6ooZY61Hlcjaud1Ld6sLy5Yp8qZ2itOeTSPsaRvHsuAdr7qg/wCEbt2umEcm1HG4Nn1oViRqakFRY0P1qe2m8wrjG5ar/wDCKzrIwjkLMvTmoF029s1YbS207TU2A15JhMuP4c8VZt4U2q4Nc79olhdUljdPT3qVNWKvj+E/LQB0bXHl7fLfbuqeFpOrkbf9muf/ALQDNw4q4bySOJAMbqn3ikbltcCNWPLbetS3TCSHecfN1rKtrw4Xf96rD3QboKLgPhZI9p+8y1PuTqP4qpeci/P7fdamxXCNuyK3RI6ZtsuB81WEkSPafutVMtuk4oMgV2xVmS+I6XRfLW0lkP8ACd1bl9qxunih+6iD/wAerF0G3LQtA/8AGN1aUcYa7VOG+781CtYi+p3mit5mnRRn8a9T+GerDSdQlDk7RGuV/vV5ZorR2sG9ztVOu6uj8Eaob7VZTnarnaKwxEfaUZQJfU9N1u6fWr+C4BLfPs2t2r0KHwfH/Z9vdg72wF2/7VeZWGn3N1eKkaFWzt3V6vo+m6vHDD9o3PEh/hr8mxFelh5+y6nnwV2zK1XVjpd0iRgqyDlm71W1XxVd61LEHl3KF2hF7VqfEJraSwiwn+kbudo7VwOn+Y06+WC22po++jKV4Oxrag0tjD0Deb/e7Va8CRi3v/Pf1q0nh2XXmi82QqqjhVrZ03R7bS5UDv8ALjnmuf2kKMGuptBOc00eaavrl5fXLRWiNLsO0rGOlctfMLi5/eJt/wBlu1d34V8SW9nFqUDWkss8w3C5ixuX/erjLlhdarLKV2LnaFavp8TQoU6SqUznjzXtIpT3kcboI49+P7v3a39M1q2t49wiG9v7wrstA8F2mvaRax6db/arqVGZ1QfMh/2q878W+H9U8O6k0VxGV2/wrXmVsFWxWHVSEHymnNCDszc02NLqeWWNAsv3g1eieBvitH4TvJ59T04yqwREZPb/AGa8z8NSPJDvH8A5atmHR73xNcraWw3sx42jvXPltevhMSoUNy5WtzM+oV/aY8KRxWstx5sEvl42PHuZWriPiF+0JpmvaV5FusTiXdC7MdrIM157N8B/E8eny3t0BKkafIrV49qsZsdRZLiPYyHla/QMTVzGhTvUXzRgq6l7p9VfD9dA0HQdWu3eNpZY0WORX3f8CWuc8Q/FbQtekvLQyiK4hTbAjttVz615Z8NrPztViFw8zWr/APLKMs3+78tdW+l6NY+OLO/u7b7VawTBXgQdK6MuxVStQ9/oyJTS0gjznxLpvii6nuLu3S++wKN3mZZUrtP2ePixd/D+7uI57aSe1unVX2j51H8RWvavi/420638DKlvpdwqOF2R+Tt3V5j8PPG3hbR9P1GTVLZrLUnTaiyx9P8AdrurUKNOandq4qc5KWjPVfjx448H3ngWWWC9tZ5ZIf73z7q8O/Z98YDSdWun1G3k/sSYD9/sOxJR935vSvHvH91Hrniu4vLMOtuz8c19KfBzWtL8UeBdJ8PWWlyLewI322NU+V/9tmrkpSp4vEKMvs7NG/NzVOdaHp+h/Faw0HVbeeCWSXTZpCs7RhmXbj5WWvWdA8ZeHPHtmy2d3BdEZR4sjcK4hdBi1bQv7O0/SpLXbHsDKgVUWvIPGPwU8SeHbKTVdInlsJ1/1aRHa5b1+WvWlSla9Lc7FiJQX7zVeh9DeLfhzpeoaBPDb28cL7eHx8y18teFbfSvCPj+80vV7uPzZRthlkP6c17J8NNB+It54d8zV9dk5G1IrlA7H/er59+Ov7OvjSbWf7Ygn+0OD/yz+XFZV8G8XStUtzL7zlqOF+dJpHs3ijwLcXlh9stJPIt/L3bM/wANcroHiSy8P/6HLcDc27Lt3rlPD3xG8fLokWhazZGJ4UEX2rZ99Qvy1FqHw1uLhPtFzO3myjfuY9q/MuI6NCDVNw5GtSoS1vB3Oh8c+PLO3094rJHZiP8Aln8yk1554e8M6q2oxa5k2rJIHHHT5q6e/wBJi0vR4I0iLSoF+XO5abf69PcWCW1vG6NIF+Svm7RioujqurNZS5/j0PQfG/jC6ms4rfzU3ZGVrEh0X+0NBaW4PzPu2Kv/ALNXJL4V1+bTvtd3LI6x/NGrnmsrw3rmoR6hIJ5H2RHiPPy5qsRXqTinvYpKG8j2r4cfDmy8PgXtxte6cbtvpXpdlq0M108HG5R93NfLGpfELUbW7QpMysh+Rc/+hV6j8K9Wl1i9+2XMux3G35vu18HmdPEzlzt7ndRnCGiN/wAXaH/a2qvHFH8/3t2O1edhtR8O6k0UDlIgfvfw17hrGuaVoqwIZY2uJTt3fxNXK65Np2pIiRum6X5X46V3RnVouFCa5oNHLOOrlE880v4ianp+ttJJK0sTDaV/hWvafCGuQ+JrNmzuc9VrgrzR9KtbRoo0WV8bdy/xf7VWvh9qVnptzKiS7H3q22u1YOlCqqyNKTbXJNnsJ8G2lzZiOdfMTPSvP/GPwR0/WP3lvEiuPbiu1v8AxelnbS7yemU21xHh742Wl1c3cF5HJbvC2396NqsPavqPrWH0VNF1IUpOzPFfHvgeLwbZym7A/u7nG1Vr54vNFOsawsEBCq8nLN/CK+hf2qfiZp2saUtvZyI8+Qo21816JrUlvIz7/n/vV1OMoQlUpHC6agz7k/Z/0/QtL0WLToo0a5IGTjlvevQPGdvo3hq0WZ4ESWVwq7QNzGvkL4J/Ej+xfGVrLczlkk+UrXpvxc+JE/ijX9Jt7KOSaKKQO6x968OnzVcNUpYl3Z0OcFC6Wp7EmoJb/ZSAU83FemaUUa3Q5r53tL6/urmwuLlzEkZ3FFrqfEHxft/DVnmORZZccI3/ALNUZLKNLEKnh6bmzpo1NWeqeKvFumeEdLe7vrgRL/An8Tn0FfJvxP8Ai5feMJni8wwWCn5IE+7/AMC9TWN4z8fXvim7ee6uGnfsv8Kj0WuFnvEaVgd+7/d+Wv2SnhE2qlaKv+COptsrXdwZJMnLbv71QOu77/yLTjdRKxJzx/sVTudQibdyVUfMdwrulIFEryKJOaz7llXcAnzCpptUtlHEoyei5rLe4Fw7FJB/u5pI10M+8YYbH8X8VZk0hXk/MtaMzBnbePlpj2u6Jim0L/DRckxLmQNuIG1v7tUjMfmHt/DWpdW5hHXd6NWZcyCNuD84/i9aaZLKUkZX94/3v4dvb61SuYzsb92Wz71aluE+4X3Oap3bSTIuSYFX/wAeq7iMm8by2YDLNWVcyPcbc/KtaV5IJC8aE+a1ZLW8vl5lJiUfw1smQVxJtbYBt3fxU6RUjg5O5s7j/vUqLJN9wbk/vUiQ+SzF8t/7LTJsRpGWdPn2qf4aY8YVnCYZgKsPvmRZEJXnhcfNSeX5f3xukbpRcqxTMP7ppCvzUNai4XIyn9atRxyNujkxsb5qDmR2CD5sf980AZxtUjdjGPm/u1E9nuZXHzNWnuK7d4G7+9io5o/O6jY33ty96VyrGWbfzBsxtZfm3Ugsxs6fVq1f3WFG4f3R/tURafJcccKqnd9am5NjGXT923A+U/3qRtN3Nyn/AHzXUx6XuRMoGZetXdP8OyX0yp5fybvvVLqJFWOWttDNw6/uxtHTaK0ptPj0m1dLeIS3jDlv4UFd5/YYs40itAGlfq7en+zWLf6OGlazJCySJueX+JE/irL2vMy+TQ8rbQ7qY/aGTzZZA0p9gKr/AGW/ZkCW8is/8MZr0WHLXF08UO9ZkZOn+0Av/stXdB0V9Q8QtbfKiohiMrDp/eb8t1dN0znd0ea+Ze2vJMsXG4bqsrrlxGj/AOrdW67vvV6CfDq65rbWUYEFnCN808np/CP++Vp9t4BstcuVTyhb2EA855G+84H3V3erUuVE3ZxCa1bXCJ5sG1h8v1qWbTdPmVmyE3/MnNesSfDGzm01YEslsnPztIx+aFf9r3rB8Q/DnSLWOIQCVnf/AFcjHbu/vHbStYOY85PhsfK8cnyt0qk1neK7H7+Dt+WujvvCuo6beNHby/KnzHeflWo3j1CzG24tjKmfvKOv+7RZgpIyPtkkY+dNqpVy2vkkiy7/ADt/DWis0F1G6SWzJu/2OlMfRbRtpjYpuH5VLa6mt0U3hNxcLGJAVXq1BjdZVA+Zf9mol0uSGFvLl2sxpq/bLV8nDBa0XkZN2NJ4fJGf4sc1FK23bt+ZnPDVVm1iVYdhTa79WxU9hfIwd5E+YdKepBr2upXFurPD8zfcFdfpU32GBbi5+ZyOFrntJktpEi8whVT53b+lbUV1BfTq5lDfNtC5+XFVFrqDNZNWk1DZAnyqS2a7rwHZvbo8n3dhrj9CtbeObccfL/er0Pw3JBcJLbRXEcUsoLHecKAB/FU1JJQN8NReIrQpdz2Xw/qSfY7W5gQSvs+f/er1Dw74sF9DBFKiLuk2/htrxH4XWNx/Znybp3yzBq7/APsu402zS/cGJFO0/Wvx3N8OqmI57HJi6SwmJqUYO6TL3xQkg8i1SDG9gWO2uf8AA+k3El0j/ZJJdv8ACoq5qVwmtfY4I/nnH930r3z4Z/2To2lokqhZMfxL/WueliqWGj+9ZyQoyqVNGeReLpDp9zbxpC8XH77aNq7qzdOb+0rxhEHl8o7jt+7ivo/WND0PxShLLE30rgtN8K2ek+I7i2sog6L8p2+46Vx/WMNim3B7G7o1YPldtT5p8F6ta2NrcQToGeYcs4+bit7xNpelrpXn2e1tyBty/wAT+leY2V4kcyvI+3cfvf3a6nw3v1rVF05DuibkV9XhsdKf7jl0Z59rLmPSPgJ46g8E6Jqkl1p0kn2k7UuVHzf7S1wPxI8eReKNdcRWxg3jYn97/eavUPCVmn2OHSHiR3hdmHH3l/3qz/iF8FRZ2D6pBGIto3Ii/wAVfefVa9TBqnTdjncl1PJLa8+x2vkRA8ffb1ro/hx8Qh4L1hL14vPweV/2a5TTGEYuIZ96S79271X+7Ve4s3YsY0O1xX55XoKhVUk/ev8AidkX7tz7dT47+F9W8DLdSTRRMUzJCzjclfDvxO8VWeveJ7m4szui8w4bG1a7DwN8Hdf8WWMt7GhgsAGYyt93/gNcL4h8B3drr7WUcbSy7/4RX29b69WwyhKGj+84514Td+xs+Avi1B4PeX7XZvOrRlEkT7y11eifEbSte1RLxJFRYcO0Ev3nNcV4l8BtosKWk8bJeHGdw65ql4b+FuseINYS20y2kbLcsn3QK5sNDE0aiwqREqi5edn3xpVvp/jjwpFrEtuu1oVWOL7yqa8e8UfC/T7iK9lEHmzh2yrD5sf7Nev/AAT0WHwz4ct9KuZy6wxhdkv9/wDirudX8P6Xa6fdXEkYy6/M/wDF9K+zbTj7KsdEaXtIe0ij86dX8Kz6PPcI9u7J2ZR92vY/2S/ip4d8LanqNhrAFnc3UgijuXHygD+E19Bar8OdEuvDUs9xbxuzxluytXx3420/RtL164isiFjT5Qqj5kP8TNXz+KowwKdanMqmnTa50fobp/iLStQX/RL61m9kkFXZ/I24l8v2D1+Z3g/xRP4Z8TwX8kk0trEeVU/Ln+Fvzr2Oz+PF615ZkX0ku8NEUn+bcp715tPOab+I9WOIjNbH0xr3jJ9N1uCCwX7REw/eLENwzVnUfEunyTxDUVEaA8o38Lf7VeYTfGbQPDujuZfkvdg/dKNzY/xrjdJ8af8ACyL9Lie58qLz9oiyq7B/eauqeYwunCe5Epvbc941bwXYeLPKnjRVgUfdUY3Vx/jrwPFb2qJAgVAdv+7XqEN5a6NoUO2ZCqRgKzN1rndY1yy1TQW2SRvcSKdi55rx80wUcwpqc53qW+RbpwgrxWp8v+INJubPUkgizOxO3ZXpvg/4e21jaxXN4m6U4Y7h0rIkhtPDuurf6vMu3O9I2Pyj616JbeILHxVoYk0u4Do5wjL8uK/K6lWpDEwwbVlezMqNBSvUmZevR2f9lXGCFTtXzrqTCHVJRAm3c/pXqHxC1hPDti0ckxb5y3zV4Fc+Mkk1P5AWiaTnd9a9jE0KmHbpxRzVanO0zrdY0+w0uz+0XDp5v96Q1oeHvEAtdJY28pVuzKayPGNjBrGkxXCP1G8bay/DWi3MditxI5SB/mX/AGhXhxoKrTvNkSbhM9k+H3h+Xxhdfbby4bygcbm+83+zXeeOvBaR6H9osAFdE42964/wfrCab4eRbeRF2da0JfiobyFtMSBmdztDetcinOnPlijrpqPI2zk/D18dPhaS/JZmG08dKsCzik1BLuzl2o54f1/Cu40HwPaapB+/YMzEs6qd2K3k+HOl2M6uSFUfMi+n+1XpUP3jnzPUbi7bDvC9rut4Y7gySxON25q4n44eAZJtLe50qMJJjnaK7i+1KVp4tP0qPzWTrJ/Corrm00Xun+TcANlNrVhKSjOFWmjanD2icOqPyx8VLqcmpOlyHZkf+L+9T7DTZ4YVkeM7v7tfofr37PvhzXIJcWUayt828DvXzT8TvA8ngW+a2lg2Jnh8feFfc0pxxdDmSsc1SM1pPQ8m0OQRzJIDtYHd/tV7v4E8UaVZ28AkA+2P/d+ZmryKx8MyX15i3jZmf+792u50bQ7PwrE07yB7xhzI5+5/srXNh8m/tKW/uE0056Hp2veLBHC0cGFf6/drzfUtWFxK8jzjd3bGayL/AMSGZyRJEq/d+b71c9f6wWxsuIkVf7tfoOAyyhl1PkoRt59WejCCga93rUHzD7QUX+8w+Y1jTaxGrNsuyqjpx96sqa+Miq5kRs/NuqjNeFX+Xa6/WvV5TW5r3WvJ91LtVZR91gtVv7SlZ23yxuv0+9XP3d4jMubfezf3T/6FVK8uIGP+rKtjl8Umk0Umbl/eSNz9njdv7qms258tmY/Ziqp8z1QtryCThLll2t91T1/OpWknkL5udzdtyL8tZWKuRSPAzLKfMiXtVVryPeyLev7bj81LM1xIFAEbMh+fnatVY7h1mYG2+VR9/I/75qSiGWZ5Mk3jL+K1l3TW6s7vKVVuis9W/OjYSubZo9x+6yDmqE7edvP2Us33RyKtEEUc0caqkcW5l6O1MfM0GLhh13bVO35f9qnTRz7lJwiqPu53VWMKRu2+Qtkfdb+GqvECKSEKqSRAtv8A7v3apS253v5jlt397pVw3W1FjiG4/d/2VqCa3H2hZC52/wB3+GlcLFAfMjeVlsfL/dpu7yS7g9uWqe4kHmqEA2H+JRUDY6P8yjouOlUmAisZF+QFf9qpjbpCmZD8vbdQkxjfGzcuNwamQx+Yf3hP/AqLisE1i83Ofk7bTURVF3bD8wNTzM+9kTOz+8v3aetvHG2Siq2P4+9Fx2KTWbyMuPusN21qgmh27VT561I1e6GwDbz8zN3WrCWqLtMQPzf3qhyZSRlWmn8MXf738NakNukmxACrD+L3qxBpMkz427euK6Ww8NpanfcZZc7Qq/e3Vk5l8hR0rSXuHJb90o+Ys1dpoXhvzlR5U8i3+8F6M9XdJ8PhpkkuANoHyRL91a6KRkjXZvDJx/wGvNq1l8KO2nhn8Uzk7rT/ACbu6lIH9xFX5dormdetQ1vezxffmTb/AMANd9rqo3yAhkb+KuNvm2wu68qw21NKbFVSijktMs008LeDCvHIFRW+7vA+Xd+LLWvpFrBptheSyynzZxtEin5tv8Tf8CVawZo3ulnjjJZHmRSufvEn/wCtXQrZxLDbpeD9w0zKXX5vl+7XrQdzzZIq2FukNukdx80t4RLJt+8fatHTbiNdSiDxF4Ek3pAv/LR/4FrI0C++2Xer6gg3vNO6Q7v4E6LtX/dra8P+XDE1+7lnQ+VDuP3P4mNb30MludHfyGaSC3uLmOKKL/XRqdvnP6bqw7BRql5Pe3HktFKdiLEd/lhPvf8Asq1iHXJNe8RTmCL5LYO6I33Vwv8APcy11WmQ2el6LZ6cj7fkCM2fmYlutRcTGW+m21xeOYrMSxMP3ds6fMXPO5mro7nwrp8Nr5t1bl7hwEKxH5Ez/AvvitfwfpMX2aB/L3I4LvJ/EV7f99VuXkPnaahiTynw2Jcjk+taJmbVzyd/BceoXDRJZGDHy+X/ABL/ALzdqguvhHaXEDpHOVSP/WM3CBv7u6vY7Twnb6foiSofNllfcnP33/ve9VNQ00yWF5d3v+h6TaDyvmP3nPf3NHxA4o+Y9S8A3smrS2mjq96kXVkX5a57V9P1PQ/3d7bncx27VG7FfTeiXUk1hLHp0EOkWHKyTsN0zisDxDpcVxbr9jsA8EQ4d/my3/2VUkmS0z51mmS427o9jKNpVq2bCxtpkUOm7j+GvS9B+E/9qaosU8SzqoM1w2PuY+bFeoaH8JdD02zsC+HdIWuJkYfKWdvlH0VVrRIG2kfOU3huPZiPKKo3FalsPDZZxscqy/xV7RNoOlzJeSfZxuubr5Fx16tXUaV4H0q1sLeWe3jVfL2bpPu5k+Vf++a15Lsy5meK6VopV8fbd38W1jXpGh+CzDB5kRknnu5EQ7fmzxXP6J8G7Zrl57m4lWJHLBkf73+zX0H8K1tYb+3s/ILQIQoZRuavm80zCnhE6b3O7BY9YOuqqWqNb4b295b3X2CK3O5DtPFeoeOfCNz/AMIrLGCUZyrnd/DXaeGfC+n6fcy3/lLFJId2zPzLR4jsbjxRY3EUXmMqnbX43jMwxNbFr2Oxyyi6vNVq7yPDNG0+PQ4FnnO9l/iX+Valr8QnurnZ93PRF+6tHxE8I3Hh3TYHaSTypDtKt8rZriNOsfsML3ZO51K/jXbiMCq9K82cntOR6Hsum6pcabItzLcMqSjdtz8tdl8NtQjvJ7i4IDPK5YM1eJw65c64kFsU2RA8t/Ea9h+Fekywzeci/uem5q8N5bUowvHc2p1eaoux8GhZb6WIIT8/zV2/hFru31BLi0fdOnyJ/ttVfRPDqahG09pIEaEfO2P4qgttSn8K38sjpu/hFfX+1lGanTOO3u+8fcPwl0HR9W8KQSExNdYXz9uNyt/drt/FXhSzu9LdJNnlRpkK3Svhnwd8UJ7NmktriSzlzyqvtWvXdS+J3iPTfCKyS3hleZGcRP8AMzCvuMBn9WtNUp09gSpKD0PM/G2l2TeJbi2t8MsR+dsfL/wGudW3RbaUqh3GtOSzutQsHvLty08j793pmiz0u4hs8JBJ84bDMP1rxMyhKrKU6K6mUGoPU9R8H/tLaBofgmPSbm0ksr+3TyiqpuR19aqfBnxJ4f1bWNb8QaoUd0k2x78btv8Ae214ZqHgnVLyf5IzvkPC/wARp2ofCPX9De1Es5ie7IHlI/zY/wBqvq8DWzDkjzrY5Zzpyav0Ou+JPiCDxR47gGkxteojlRt+bc1e2/BLxt4d8Bp/Zevxf2dqLkbJZh94V5n8IrfS/h34j+06rbvO2NiS7Nyo9bfiWO28ea2sVhA/nTPtTePmK17kKPO3W2mzNT5Xc+itc8QadqVmz6TLFK+f4R96vL01DxZNfX/2mSSDS4Ru+Xcyl/4RRpngnxR8P4bW4gn8+AbfMix0X+Kui8Q/EjT49G8gRFLhz/q17/71c2LrVqMLTj9x23VV3vbyPJviH8aNYuLR7K4jFmihhvj/AOWtfOt/NLNcT3AlLs3Vv7zV618V5v7atmkii2cctmvGkjkVHQuVVa+Fx1avX+MTt1NoeILJdJtbcJJ5qf6xcfeb1rB1PVLpbuKW3ZmVDuG6q9qqTXeZMbU/h9a6TW7G30/SUlI+Z0V938P0rxklD1LbdjoNE8SPrWjfaNQctKruv+9j+9UFlDe3kyGyldHb5xt+XgV5rZapcqXjgkfYT91fumt7Q/Ems6Dcq8a7kUbQr/3fSqUv5ynUTPaPD/xQ1mOe30a4vGl3Zbcz13fh/wARTwvb6r5u3ZlfKk9q+UNW1q9vr77R/qmHTy/l212/g3xFealoH9nwPK029mfd15qqs5ySjQKVRPqeieN9aufH2sokZCwJ/wAskb5f+BU/QvGl34NV7IybYvLLJ7NWf4P0HUdPumedAq43Bf4jXK/Eu4K6lvztb/ZNebiaNSpVtW0Kp1ba9Q8W+PLjxJeP9puDKvbmuXhjSZ/lH/fNYH2pFuf3h4rc0/WLfypQhG5MU505qO9zNrmmdRaXjtHFbSSFYmPP/wATXX2GpedFFaAhYgFWvI59WSRJSZPpzXUeA9U+0TwJICyqVry6lB06d2Dbue0+GJLa3v4IJQcf3q9lXw7pWqWafYUjWXP3lT5hXm3gqzstU1VfMxuRON33S392vdPCfh6KwRj/AH+a8ehhJTrqanqejQi2uVoqWFjFpqLbRj58bvlH3q5fxRHqLXywQb2V9qnn7ten3NjHFIJFHzetTQ6XDMvmFATXt08DWqVmktTsdFtclzmdF02HSLONRHtlI+b+8xraW4VUyadc6XIsmccVz/iHWotL2QOfnl+UV5tfD4ihN8+hopKiixa+J0g8RLYsfll6fWuK+PfhnR760t7zVZVSP7oiX70hqp458Yaf4Tmt7gFbjVEKukC/+zV4R408eap4u1KW8vZJHlPyhV+VUX0Wv0Dh/A4jEYe9ZWRzStVVplTUtat7OHyLC38pPu/L8tcdf30snzmNd2P4jVe/m+di8Ujt/d31z15N8qjypF/Gv0alShRgoQViVaHuxLs+oFePLRWrGv7rc33I2qrdNH82PNU1lPcBnfZOWZBt69K3sPmLt5eJsaMRPuxuPl/dFZb3EK7dhZN3Td8tMlunjVRlXZvm3MPu1TnvjsJIPydP4qloq5K91LCGX7Rvf/a+aomupN67nDqw57Vm3DQScnehduf71Nb93CiRSldv947mqGiy5c3UcbK7wFVTov3qpnVIt+6QlWb+98rNTX3yDfvCr9PmNZ73ErbjJH8o/un71LlC5vRXgaHYLgrkrna9PmZ42UC53L/dwOa5zzIFTeQEYn+IVOsdvH/y0Cu/Tn5qycDVM0TJLvY5TYei7KqSx3MiKHMe7O75R90UsLJGPK8x2X7xbPzU2aOPbGI55FZM/LvqdizOuY5+ks54O5lVetUpGi8zfv2svy7l+atSeGGRWkkYN/s5qnCsMKMUTfuP8I+ancmxXVZJAj7CqH5gzVH9nfc7yuW/3vurWtPZyM64KqmFb5f4arzWO7em8/N/FJ/FSuijJuZh8oA3L/6DVdISzMXG7d0WteaFYVcBPmU7d2KI9PLSeY+OnKr92q5lEmxlDPZDuB+6varENq824P8AMmfu5q6scULMeQjP92p4bGSRWCD5G+X6Vi39o0SKKw7X8sJu3/8AjtXE0vzthlQS7CzBq0rTT0j8oP8AcH/oValtZ7go8v5mG36Vm6nY15DLGljZjYQprRstD8wINn3f+A1qLZxwrulATn5a2bC1e6GwRi3iB9PmNcs61tyoU29jOs9JS3GyKJJZWO4/3VrZs9PS1heVzvnJ5b/4n0q/HbiG0WMALt/u06KNNrf7X96vNqYi56lOioe9Ilj+WFXTqtTy7NmXx/wKi2Xy42BxWdqDOu4jPtXPzFlPxFIfLQQAbiK428/c2iAjc0u7LeldJeTOqoXG7B27a5HV7pWs2x/D/D/dr0KLuedWWpl6vo89iYJQnyNhgynpzWtqFxbx+GbjLuzW6FNv3duZap3OoG+0K1zJtlhuFgC47fLtb/vqquv3221v7M242s28yqfmzlWr14fCefP4jF0mSW10X7Pbj/TZptpb/nkmev8AwLdXVanGmm6OsSHdyIgy/eXjcwrF+HtuPEGp38oARV2yhWPzAB8L+ldBrsIjuZxwyxGVhz22/erW5gzD0CQaXZ6jcyOPMMaxRrnq7n5v++Vrd8MKde8TJbJIVb7wVfTbjLf+PVx0cySO0c8g2xXCI7e4ya7j4aatZ6TcySupjeTDO7fwxjt/wKouSz1LxRfDRWsNGszta4IhO0/N0/wqd2j1QW9ojlbK24f/AG8fLt+m6uIXUjfa9PqbltsIZUVu7v8A3f8AgNbmmzbdYUSEf6NA11JEv90fcH/fVabiR6XDJBealLETutbCPfN/dVgucL/6DXMfEvfq11puiGT90r/brhF+6hP+qT/vmpPBmpS3Ud1Pcnb9rKsYl+6Bu+X/AL6+arHkjVvGF4UjJ8p9z/gv8/5VSZL+Iqp4ftrW2t7OQncfnkZfvYqh4kWPQdMlREDO3zJFn5gvauj1S+gW5ukEe1oSiv8A3iT91fotczrti+pXqnG3zZvJ3Ment/OtEI1tB0eXRfC7PkLcXVuzyO38Kfd+b/x7/vmtqSxja5isIz8vliWSRuyBfm/Jf/Qqy7zVvtGuJp4j+T9zCVb+IIrM34fNVrW9Uj03QdSnRxF50bRBm/22/h/Af+PVa3Jk7IyLOS01zULeOKLyrdHbyV2/fLnH8q6vVbeC4hgtLZBt+3jy19RGnzVwfg++k/tlpMbfsdl5x29pD91f/HlrrfDdxJfeJbWyyHeGEvJz0d3/APiatPUi1zN0vQ5FFxaTI0CvNvj/ABrofDE32EboB+9Dbdy1Y8cWci2F7cxZVRPsLJ9Kn+HX2aTSp8geYBuFfnPFMlhZc6V72OLeZ7D4e1a9t9NQyfdPzda9W+Hd0rQTGaJvnb7zL8tcl8H9BTxJYpJcgbE/h9a9avLO10OzLFflFfD4TCVWnitkenTT0fRHkXxJ8PjxBrkoaIyWqIdm77qNVX4e/BGLyFuNQ2ur/NtIrsv7YLKxSyefeeNx+UU7QPEGpyTtbv5VvFGeG+98telHHQt76OZ0qcql2YWs/DGy0eSWW3iTb95Nw6VreCNWij/0SLaMHbuxW9r9wW0qWYxsVQb/AJh1rxh/El3HPPPp+YFyrDjp/erzXWnVlaJo1GlLRHyRpXiS50OZ0iO5ZhtdG71NqWoSapNl4+u1TWWLGRmaQRl9nzdKv6VdC6uljePbmvU0g+c82/MuUqLD5M3B213Vh4s1jUrG1sJ5t8FuNoZl+bH92ruq/DWWGyS/GNqDd/smur8EeH9O1awch0/cx87f75r18H7SbvB2EouGhzej6lJNrFlHcJI9n5671Qda9sGkz6xKotrJmZ49pVht2LWj8K/gz9hvINVv7YSxRSBo0b+6f4mX1r2/S9Js7W9uP3Z3ON25v5V+gYXAw9knUepkqc5s8M1OGw8O2FvsMP2iL5yzDcze1ecfFLxdJeabG8ASKVCsu6IfMD/dr6O8T/BmLxFrizuu2BTj5az9f/Z8srzSWtkVETBaR8fM1e3GlG1ozRnKhVitEcf8GbHSPiB4St7qXy7q4iDfaEYDeknq1P1P4c6t4L1Ea3pAM7xJuKyp8vP8K1D4G8F3Hw31qWK2ikS3mkVRKp+Zx/davcdSuv7W0V7ZImWXb/3zW8OamlCeo4041IeaPMNE/aB0jXtHez1SA6dfr+5dWHyH/davO/iUos7BtRs8bMFxzuWvSfFHwEXWtKigtotk7fOZ93rXH6x+z7ri6SLZZ2kihRlTeetefiqVW3JQaa9dhyc/+XkWfMniDxpeX0Lq8caKev1rhby8lVWw/WvZvGPwX1/QY5ZDbGWBctvryK90meGRkkjKv/dxXwmY4TE4f3qpCqRkZNszyTrHkqzU7VY7mQJEJXZOysflWrUOnlZN4B31fn02fegeM7u1fOTvH31sdF7rlNn4S/D+41qae5fC28PVpK6TW7G3W9+zxoGb+7R4U17UfDOjvb2bxr5vzHzE3bWrGh1K4s/EUF5ckz/vN0nvWzr4WvTSgtepn7NoL7w5J/HEVVv4sV6J8GbfSrG+eK5KRSsPk3n5W/2azZvEVvqyrsjKKf71Y15GZnY26FmxztrzPrnscRy0ldFpW3PV/FvjKOzvWjt44kVTtdozuzXAzeFT461KeQOfKj/u/wB6qvhXwvqviwbATFAh2mV+3+zXr/h/RdM8J3NuTcDyNm3+8xfHVq+5wlB1pxr11oJvm2OHX9kXUdQ0GXVPOMWULxx47V82eIdPv/COrz2cnzMh2mv0rsfixpM3guSFHjlkjQof4Vr40+KXhWLWr+4veGnc7ty/dY16WPp4SdK9NJWNYx5GtbnkmlM+obTu2sf4a9W8H2f2eBSIz0rgk8L3ei7XIO0n7q17L4L00X0NvbABZXjVvp/er86zKS5OU1fuu56V4RmSHyvIzvfbsjUbsV7d4abVlSDzZAiBf+Wg5FcR4B8MxWssRTaqq+75h81evXElvb22HcRccbq8LC4eGs7nbSm5amtGQ0OXOTUD3X2VS5B2Adq5fSvEBkv5ElbbEn948V1iz2+oWmY2Vl/2a9WniKdVuMJ2nH8T0Yyc1oYR8e2txqP2JQyt/eYcV5Z8VPHVla3nlWcsUt0nV2Pyo3+zXKftK/FyP4bwfYLBFW9uE3PL/wA8xXwl4k+KWp6lLLcS3kjIXb97K+1Wb/Zr6DLsJLEpV8Xr5HLZzXvn1Lqvia0kuJZbi8ieUn5mkk+auUvPEen3TM63sO3/AH/lr5A1D4lSK7h7uZ1PVUT/ABaslviY6xtGPP591r7qNSrH3YrQpRR9fXGoW8nyi5hb8fmasa6h3OxQhvTbXyxb/E7bKpkE20dK2bL4lStKkkGpyQOvRXNae3qLdCcT3O8uHh3fJu/i2+lY0zHawK/N/tVz2jax4x1Swe/tNLl1ewj+/cwQl1/76FMj+IkUcjR6hp0kD92/u1vCvGW5lbpc0r9mkOSdrYqrFDJvXdJ8v8e4VOniTRtU2+XdiJz/AAy/LV2KxSSPzIJ45V/2TW3Ou5VjNK7Sz4Hlr83WqLLBIyvgpu6cVuy6fJs6Db/siqL27x8EUrlIzWt9u9EnKN8veqs0c7TYU7l7s1X5rFJi5xhu7NVK5tTGjJG7Ir9WzSZZW+0P9pwIwyY+Vs0NeIzqHjdVUbelO+yzxzKQ42n5Tx81D+Z5zZjCqvvQFxr30Ey7j8rL/FinJqVtDL85G0j72KqvdFkdniKvn+E9aimmjaNfkfilyopSLr6hbRtsBXb/AHcUQ6hA24JlW+8FYbaz2UMdjxvuYbg1PSN8uEj+7jDZrNxRfMaKTXEkT7NsW/p/FTYY9p3ySeYyjms12nZF/ebH+6f9mo2kLSqcncv8S96j2fYpSNs30c0PA89Qdu1RQfM3qchImHMeKzo2fO8ja2d21aniaWZPkB4/8dqeUrmLsNvaW8qgbnTG4qv3vpVy2+Z1RMb2/hqlaQuyB2Hf7zVpQzWlmF8o+bPhflX7oNYysviNVIuW9m8bcnbu/vVbjvEt/wB3bIHZT/rG+aqCQz6lDmR/mX/lmvyqv+NXrS3McKRk8qfvf3q8yrXt8J106LnubOnWYWTzZT5srfxN90f7tdRDZiSLeibWYfNWZZ2vyK4O7b7VsQZaFhnbXn8zl8Z3qKjsU3j2jAA3Z9alSMN0zTjayed1DJ33VOke3p/DWTRrYhkk2jAPy1Qnkjkyj9xxV68V2jwBtaqN9apNAp37XSrWxhI56/j8lGkJ3LXIXsccyXGcqrhV2+9dbfXBWKVJBtVq4/Uph5kvA29ttelRVjz6g7RrVLiwv7RwfNj2TIqj+JG/+yrG1W8H2S6BQea+1Q361oaBqklrqHmRgHzRKnzeuz5ay/EGoQXGnvf2ibcfOYm+6Ofu/T71epC1jgkQ+FWFn9suLTKt5YhdG++rlvnrXfUDdaRPcEDzUjKB27tuHFUNJVJLC/vNiwM5WZ0X+EfdwtU21D/ijJ94G6Zy4b+L/a/8erS9zBlLSbX51Nyn/L0rld3+yW/9BrqNC0mW+0i6ngz9olZkH/AGrmfDF4bqF7a7fa0kfyP/ABZ+7976M1enfDzWLa1s3NwcMsjwiNRu2/w5oZLLFq0drBYCeTb5W6Uqx+/has2OpGS/1SeRPJlu3iX5Tu/dJtZv1rkPFHmRmWe3z5Sb0CRn5kzt/p3rR0G8j1RJUQ7p4AsW/PVT82ap6Io9YTVItB09pThp5ikUa/5/4FWr4XvJLODWrsDLvI6o3sW+Y157e6gl1LZRSHzV+aUsp6KBXU6HrA1Dw6xiIZpQ/wB7+6P4f50kzF7EP277Vcee77WaY3En+9t+Uf8AAabYXD6p4h02zife6b7iRc9DXIjVHZFSN9qeYFd/Vi1dJoMMlv4sur+AnYLVUDN/49WpOx0F1buup3V252hI2+794sfvL/6CKwde1wX2lWaS4eLzt+5R9/8A+t2rZhmMmlX93JiVYnKdfvMRXIalIVhswTuW2h3FV/76rW5lc2NBvLeEXB3/AOlXlwufYD7o/wDQa6vwdMmiz69qbOFbfGg3n+IctXkXh5p5vsYd9s9xPvDem99y163rMcFilnpbkNLeyFkZP7w2/wDs1EdSrnVJJPeeD5Xufv3km76LjrWD4VtbjS5HDyBUb+8a6bWlOn21rFwsS4wq/wB3bXI6xqFy1/5USBVwGO4da/P8/Uq832RwOUfaH0J8EPG17p9w8ASP7KPlHPzV9BXN4NX0t2YfKw/ir4R034hX/hfTWFoRBdMdvm43Mv8Au1654D+PFw3h6WC8k82fyztlb5mr8+nPF0oPl+A9alWp8nKz6P0LT7ZtPHAZa8s13Wp7PxbdCNwsCHaPwrzTTfi54hs4Vt0uNkU3zeZj5lFdr4bUahKzzziWV49+5z83Nd2sqShyfMwnUU7ch3ieJDeac48h2iEfMknzFqwEt7K8s5TbRqZRA6vsHRq3LXXtO0fTXguXG/Z91fvOa5TQfFVha3l1b8Ij7m2r3b+61FOEaV5XFKV/iZ89Xen6d4V02a3uMpcHbiRh9+vPIYY7q7d7cD5zxWz8TvEw1a6UJ93Fc/oUhjXO/Zs5FaYdz9mpz6nFo52R9G+GNHubzwSljdyFpQm8P95VH92uAuvAviHwG/8AbNsjfYXcMUY/fGf7tZvh74qajZzW4MjPBEf30Tfdda7f4g/H5PEmjpbwaIyS/d89n+T/AL5r9Cy54SdPka94iq23dM+hPhd8ZtH17QrJLiSK3vNm2SJj83FeqaclpdOs8JDoEVVP61+YqXFzcakqQvJbsPmDRnbX098B/ipe6XYwJrmoH7BB8m6Q8/Vq9rBVKjvGobwxVmotH1fwvJpCVYYOMGs3TNc03WLNZ7S7huoJBkMj5zXNePNShtYUZZWiZMKXjP3a9VK56U6sYq509/4ftL/bvQLj0FSWukRWmNvzDZsOe9UvD3iax1q2QQXUckiAb0zyprbFHPJq1xQjTl78UU9Q1KDSLQzS5VB/dGa4zWvi/oum3n2NvMkkxuO1M7a67W9KXWLNoGcpn+L0rktT+GliNLucKXmIz5n8Vb0lSa996nPXlXT/AHa0OW1D4geH/HGnTvAk3lRYR1ePblz/ALNeB/Eb4d2DQPe5TzXZvmT5VRa9dv8AwDb+CdFvLuKSRUeNnfno/wDer5c8Ya54g1i8eSI3L6NbFcLj5X96zxXvUHDkueFUd3eejI9O8HxW8iuI97Kf4qp6ssC3jfIFVOvtW7otvq9vpE9xPbyKhHnDd97Fcn4kW8mhdxCd8lfl+LwU6bd9mbQt0KVzqSLI2w8dttVHuhJE287nP96stNNvIXQy5qwtu8b+Y+WRT/FXhulTjKxpZsuC6u9yJGDit7R9cGn2s6XMZZnwwK/yrOXVoLeFcAMzUTzCaNpONtZTq8k/cQ0rfEdloPxQl0PRJbaCIea5LBmG5c+rVueCbGTx5dyo95JuZN7xodrNXjrtuhby619B169028tbyykkt54SP3inate/QzCd17TZDcFJn0nb/AG9uLRXtJ28qUbtua4vxt8N7/wykZny6Ifu17T8M/jPG/hq2GpACVUx5q8q30qh488bad4os54kIaU/KI8fMazxOLoVppwVjrdBQp80WfM+t65Z3z29uAVdflfcK94+FXw7juEtdTJ2b49qr/s14hqHw9vLPW2vLkbLUvwzdjXpOi/EyXw7LBZJLtg8vb8p+b6149Z63eplTSnud1rHi6fwjrXlRmPbjKLIdu6otb+M0V1BiWAIfuu+/wD9BryLxD4qTxZrqW8Evmyv/e+9WH4q1K8hvLezEHmsQq7V71wKg6kW9jog+XQ9xvvF27RWktyWZhuFQeEfi5faXbiyuPnRicNnua57wNp9zNYJFfxSIgP3cfpVjVfB8moaqiWACxKdx8v5sV5kMFGCffuS5yTumcH+1x4H1DxxoK65pZMtxHGEngX+JP71fBfiea4upmDBg0fyeUw27Mf7NfsZ4S+HsUlkhuTv427WrzD4w/sbeC/FsM98lp/Zt+6n97Z/LlvVl6Gvt8jzeFKkqOJ6bM2TqJc3Q/JOaN2dgRUH2ctyBX3XP+wHZrK2/wASuqnojW43bf8Avqs+z/ZL0PQ9bginjuL+JnVf3vyq3NfXvO8FHaY/bHyP4S+HOueNtSisNG0y51G6kO1EgjZv5V92fA//AIJk3Aht9X8f3yxn740e2O4/R3/oK+z/AIdfCvwx8PfD9qmiaXa2OyMZkijCs31brXpNhOk0IIO4VzwzOOMn7KOiaN1SnNe+z4+8c6NefBCwttJ0y2ih0HBRFih+4v8AWvJ20fR/HGqpb39hbXSued8a190/FDw9p2v+HrqG6jRzsON1fC15CfB/jZZU3Nb2024qv8Qr5XEOcKrhSndrzOSVFwdmdlqn7APhTxJpbT24vNEuGG8PBJvRv+AGvB/F37FvifRdVe08OeIIb3Z8wjnLQuv/AKEK+/vBPxp0nxZou3To2lnhVVkjYfd4rzI641v8YIHlQvA7/vPL+Za9SlVx1OjDEc/uPo/6uS2qbtBnw5rfwp+MHw/hV9Q0K5nt1+bzI9sy/pXMw/ES4sZvs+r6O8TL13IyndX6v/Emztdc0NEig3ORuVsdDXmeg+A9D1Swe31fTrO83Hn7TAsqn/Z5rV8QKh8cPmjXnqR31Pz+tvGHh/VDjz3t2/6aDpVp7e2vFzFcxT56Kpr2n9qL4G+CvD9z9v0zQ49NV0XH2Msi7vXbXxtqK21ndN9nu7mLYfWvpcNjliYqcGd0Iymr2PVpdJnV2H3eKZNY/wB8beK8vh8Tanau32fU22sf4hXVpeeLY7CK82Q3Vq4VgylW3V1PEJfEV7ORrPYvI6kIOPlHvQNPLcY2sw5rJh8caup2S6dHK6n+EipE+IUkZ/f6Wfl91qliEL2di/HYnLjB+UfxU1lk8ltmFUGqcnxKs92Tp5T13PVS8+Klkr/u7SKL0XfuqnWuOxoC13ckfeHG75alh0eSRFITb/F838XvXFXnxWe4kJDhfRVSsi58fXNw2fMkbb13P/DT9o+wuW56iY7SxdXuLlN/937xWqk/iiC1dhbRB0HzF3P/ALLXln9vSyHmU7f9mrMeoGPb8+5fvVlKUzohTX2jvo9Yl1CVy77VPzbc7a19LYrJsOFX71cPp+oCaSKMHr81dvprJuRMhWrzat+p6VOEEtDq7NSzqY+/3q6G0sRNHn+OsPTV5/3a6jTZNsTAgK2eFb+KuJo6ol/TVkhKbx8rfxVocLLvTG7G3bSQx+ZDjjeOi1YdQu0lCrNWbRQ6PDIrnrnlaleNNjEDjtU0Nqsitj5dtQiT96IyPlrE09CrMvmBc/fqlf2paPJG5a6F4415+8Kgnsw3QYXHNVzMXJzHnepQvsYSJvQdG9q4/W7H5Gnj+bna0fpXsmoabFNFs2fWvPta08W87xlDsxt+UV3UpannVoWPNLO8EN4heQR/v0+9+KtXNPcSaebyLzN1ruMR3H7wLVveJtNNvM7j7nWuavoxeW8oH3dmVVfavZgkeXJGzpupNNpM8SDe7zL93sqD5hVe+uhHZ24jQ7EL71qLwTqEdneWvn4eBvmkb23bWq7q2m/Z5JyEdoEkZAy+7ZraxiQ2Fv5KwTo4aJ3Cjd/Dhq6gTT6TeLbj73nb96913/8A2Vc+lru09IEj+besqf8AfXzVuabJJa6Yy3oLNaSbQzD5sf3akk1p7dI4r0faWfzz8i/7Xzf0zTfDdjLpNzPJB8u5N4Zv4xWHqV1K0q3Nu5ZPPEska9mIrqkt5b7RUgzuVAMSfxISp2invoQdQqx3GqRBMI8tucKvulX/AAfdCxuH0+5fZFMHZGx0P8X/AH1XA6J4iltdgvIpPkTYP7y/8Cr017iPUrNgUT7VbQebDIvy7h/jVJdyXc5g6OPsk8ED7dj7d7H5d38JVq6fwq06yLBc70Z02fN7d6y100NaXEWNsV2Nwb+7Uvhu61HSbiCC8ilZt+0K3dCuPlatraXIO2vdD/sHwytvG8c0t1I9x8vcfKv/ALNXC+J7P+z5ZUyVZ4+V/wBk8V3VzeGztxLexyJFDHs2t/CD91hXmus3Ul9JeTvIHihOyHYd3yHmtOlzBauxNpWjyQ6rpIBLcDYy/dwF+9XptrZxal480bB3xWcb/e/vbqi8MaXBpdloxdBLcPb7kR/U11HgvSU1bXP7QBVPs0YZ1X6ms5zVKnKYNneXfhOLWCkjnZ5CbRuPy8tXmviaGPR/EDxRofIX5d7fxGvd9H8My3Wn3N6SyII3fdn5UAHWvn7XdQ+2TNgH/WFjK53bq/LcdWlWU6rOBrVGH4hmS6iVIwd4fcWarPhSGaS5iGfl7rS2GlyahfogQy7j91e9dHpWm/2fqzR4H7rr/stXjpctGzFd81zeu1dY7cfdbfxXZeDNP1NtTnuIIpZEJH7xvu1h6bm81W0jEe/cdo3Cvq7wT4VtbfSIP3W1sc7hW+XxdaPs1uddKDqS0PIV8Py3V40lw5V8birfLtWrXhP4f27faLlzuVtzbv4f++q6n4j+FpUvt0RdYLgbXVWxk1V8N3D2rRWBXdhCxb0rpxGGlQ92xUaac+WZ8D6ds16+bzDtRfm2/wB6rVxGlmjhPlSqkNrHDAJFPz/xVWvb51i8sd64m7v3Tli0buhzRxhy5Dsei1654SbQNWs4EneKKWOPiKX+M7vm/wDHa8AsNS/s+dHcb6vjxFcRyp5RKqvT8a97L8QsJU55A0po+q9C+HfhvXtVnnSSJ7e3xt8v+LjpXOeJPgfqfiDUpU0iUKnJfYTsQV5t4J1zWbqa3tNOkube4kO13Q/IV/2q9y8K/HSTwTp91batpcl47jYtzENm/tzX3+GzGhWj+8RyOmm9NDR/Zf8Ah5d6NqWsWeqzSNLbOuyPecY9a+jtT8O2d9biKT5tvKq3rXyZpfxxvPDniS41KK0jMEkRG3PzL7bu9WbD44+JfHX2zVY7r7GtlIES2turf73tXa69JztTZ1UZwpU7SV2e+N8OINImS6tZWifdvdgfvVJf+OZ9Fj2greSw/wCsiU/M3+7XEeA/jBc+MtHnjvLi3W8R2hG35c+9dBoGiwah4m8y4k3IRtjXPXFPlVXW+xopKFvY9S1F8ftChuI7bUYbuwuHO1VePOa6KL4n+GrtB/xM7ePc2wiV9hH51R1n4Uadq2r21+yANAd6rjvXlnxH+Ful3SXEgj3Mu5hufbtrpVKnNXgyp1sTS+NaHovjfxNoOpeFrrFxb3EYBQqsowteOar4o8FTaJBbWksUrRbVeJMLn+8249a+btR8H6zJrNxbWZuPsrP91Xbaazdf8F6n4beKS7d0kxv+U7dteNXx9aj7iRzuUKj5mj6ck8RaDr1nb6faXAZGbZu2beB/DXK+LtH0axv7eOMRqrybSu/2rxfwi1zqUvlm8kRlfjnaw96p+M7iWG9U/a5HOd26R23V8VjJ1Kic29xqS7HpfxC8C21npq3MT7GYZH+0teUXMwaHywPlroNP1zWPEGjtFcXZe1h+Ubq5rUmG7YmV5r5aFT21R0+q3G0t0Z81xHG6pIQq9m963NEtf7QKRF9sTdWrE1WOCaNR/EtMs9al03ZGE3MK9SrRTp6IFFHW6lpcem2yoCF3dV70zT5I47Rhs+auf1HxELyVeCvruq5Z3nmWi+X83rXkTjKETZSVzfsfGE+iy7ILh1iI27V+6Krt44vY9biuI3Lqh3FW/irn49LuL6Zeqqa9K8DfCs6tuknEjJjcW/2aar0lo1ctT6I2ta+IUviDS1RLNYGI3/Md3NYOkSR+dPJcGNCsfyM38Tf7VaOt6D/Yt0ttGhZGFPv/AAzK1tBH5TGWX5duPvVEeZPREJpTOCF1c2Piz+07IhvLLKP7pHRq37bxNI2pxXs8G91O4JGK7J/hfc2NlAkkZjncbjt+Zqr+H/C9tock89/hWzx5/Zaxxtd06d7FxlK9ke4eEvHHhy+8K2/mFIrgj95E339/92ul8FfYmMqMiIud4b/arwO3ht11Fp7BBLFnd8v3ttemeGvEBXeZB5CYVenzV5c8ROMF2N4yTke52qRND8mNvtXlnxI8T39neLbW/wA6ZyUX+Kum8MeJFvLbZH91TVq60SykZ57nYznpuq6ValUSvudVRynBKB5dLq39oJFJHbydNpiYfdrZ0fRYNQm+0yWyMw/heu90XwZBLG0zADd7VLPHZaAHZtqkelbYyhUjSVXoyI03f3jOh8Tw2cP2SVSoXpu+7XbeHj5lqpGdp6V554o0n/hIrDzLf5OjKy/er0HwhFJDpMCzf6wLXXw4pV8Z70tDqi3zHnPx8vrzR9Fa4gJ8gD959K+QNS1D+2FlMg3u7/dr7M/aKt5rrwFdRwruzyzY6CvjGzt/JvFkkjKxfdNe9mFCGFxTqQPLq1HGs0dl8Ffh3d3mvb4r6WzgPXYfmk9q+qfDfwt0nT5BceVvuOpkY5NfPfgPVJNHD3FtKqoPlO44b/gNev8Ahn4sJDp+ydJWdflX+JjXlyxt6qqVJe52Oml7H4mj1GbR7byWQoNteRePPDv9ixXF/bym3t4gzuq/drtNO8VXOqSqPIZUPzbqx/idGlx4SvGnkKJ/d/ve1VSq4fF4iFOGibNp2qL3Efn18SfF2t+PteuHlMiaMj+VBA3/AC0I+89fPHxX8Ppot+v2S3KfJ++4+XdX2NqPhu2utf8ANICrGP3aL90V578Q/CdreWE8cMaSzoS5R/myxr9TVKGGhHlR0QUrWPjWG8+T5/vg/wANezfCC+fWPCur2D7ttswlTd6GuV1vwXNbzf8AHtHBztbiu6+FGjjSdB1y5P8AGiIGb5ea5cZUpypabnbTT6nH3m+3v51BP3z8tU75Xm5XuPu1sX6iS9cn1pfsaKjHNYQktGbuFzirnT5GDAp8tZFzpL7G4+au9vLMqF71i3kL4bPau+lWZxyjynB3OmvGvR91VJLeWNsEGu0s7yDz/LuEDK3T5eldBF4Zs76LIT5v71dTrqD94lUm9YnmMG+MYOa1LCYq/P3a7K48I28ZOAfmqNfDaRrwmWqfb02Uqc1uZtn5ccilD8v92ul0rUDGu7O1/wC9WSujvG2cH5f4VFXLJTG+TG/y/wB4VhPllqbwdj07wrrgvFUSffHVfWu8s7iKRlzhm+8jV5Bp91HhXCbZfvBl+XFdhomvJu2S5ib+92NebP4jvhM9V0qbd8jjcr9Fx81XLqGORly7Ltrn9B1QLtAk81O26uvhvI7hFz/F03D7tQmjW9ynb7VbGSzfep8cfmD+7VfUFKzLJGDt+71qeO4LcZ4rNopF23jRk2cbT8xpnlnDCok/dkkEbaliUtIrfw1BoRuqbGOK5TXLXzN5fHP8K12nlhg3G1c/erD1+zDJtQ/8CrppfEc9WKaPA/E9uIZH5+UlmFcQPLWZn4VVcKV+vDV6l4v00SKhxu+dv++a8v1vSXhkZ4z8pLV7VPY8OotSDRLEL9qicbXhLL/wHPzV21mvneH3uDIZ3SRN8bf39uM/+O154uoFZkuH+V3O2b/arptN1LbBLbvvZyW2f3sfw1rscrOgS3T7Ta2wlEW8O25f4gTyre1XdS8y40y/8/Hm+Z93HowWsfTbj7Vc2sjpulCKvzf725q6LTITJK8EkWxd5+Rvmbr96hEmXJZppdpayygq0sjMV/u/e/8Aia3dKuDGHKBGi8tXCt6g9P8Avmsfxi0kOqywHCwAbEf1x/F+dWdA3f2f56kvtwrr6YrRhY1dTjtlu2FttWUuUEf959u5V/75re8OzedCJUJX93tKuPuv/d/8drKutB/tC+tXjkKy3DxMn+zIIm2/qq1s+GJPtT3X2tJLd7kcbR/H/F+tJztuUqbaNzTtUjjSJLi3K2+dp2jcoat/WV/s23We3+eIgOOPlx6VvWHhuC60pp/KDfuwsiqPusO/1plnpMtuWSfFxpMw2naPmj42/NW9OSkRWpOKuked+K9Wlj05psn549vlSH/eZa5K2aOO10vyyN1zIjSbv96uy8b/AGSO3a0wf3B2J71zWk6X9sa3t94H2cq4b0HX5q3e9jjjqegT6sdW8XWUEWUigh+XaOx+WvT9E0uTQdEld0KymRWdlPYfw1w/w20WLUtbS5cFF8uLzGcdcE1674ujj1LT3traXyoASx2/edv4fwrws5xdPCYZ8/Uyq6bHY6h48stN+HEscUTzzumzao2og9W9TXzj5ZmZ5P4id1a9rqF7JaS2E94zwJ0jqewtYrd28wDbX5nOtCcLI560uaaaLHgyS2s7pJLkDbn7y1PdzJNq9xJDEVid91X9F0dNeuIorfG1DuPliuuu/A8ccLAEpLs3BcelNvnhyolp20Ov+FvhmC8eC5nQFh821q970vVEjuEgA+Ur2r5c+Gvjqe11NbIJ5rK+zdn5a9z8RC803w211A5ikQbty/e5rhwVStgq90tj0qUlGHMjr/GtlHf6NN/fVNwryvwffJJrjyXYG4gINv3Vrd8M+KrjXtPWCQj5BsPPzPViw8Ayf2lFKg2oMsdtepDFVM7xvsaasuoVt1Ugfm75zsjclcfw1XeOW+mWCCN3lPRabM204Xsa9k+DPhG3vL3+1Hj3oiV5zqwormkealzv3TyD/hG7yO5ZLiMo4O3bW8vg+4jgindQqKN4VvvMK9J8TWdouqznywiglg396mW1rqOreVbxbPKQYLbP4TXTTrc8jVQSNLw9rVhptvFJbRnd8v3PvK1e46V8NYPiBbReeG2tCHO773+7XmuneEbbwvDBLcRi4dTvNe4+HfitpNnoqXMaMrIFTaictXtZbToxxEa1SbsvuN3S54WmeT/Fr4AtoemqNLSV536c15FbfA3xbZ209xAZomcfP5RO1v8AZ9zX2OfiDp/i3WYkt4JXWIbm82P5QK6nws2mzWDiTyQyOe+2v0eOKy/FappvyOD6rKUvcdkfDPhWzk8N2D2d5cm1v3udsiyFlwnqtetnxNquiwW93Yzi4+xuPLVSzO6/7VbPxv8AB+hzaxYXYSP55FYzqRtC7ulXfGfizwR4V0SJI7+2+dPkWL5pS3+7WlOdDDtx51b11MLVE7djmPFf7aepWdvLa22hLb3SjaZZX6GvKn/aMe+W4l1BJpLy4j2u2fkDf7K1zvivSZfFGopJZxOqzH5FYfMV9WrA8T+AZPDtrE92+3cN7LjpXy+JxeJo1W4P3TV1Zz+I9J0D46aJapFcvA63WF3xsOuK4/xx8SIPG2qZT/RYF/hY7vxrzW4a3VGAPzZ+9VC3UfaWIO1SK8Otjp1Kim9zeHKlaR6h4pk07RbC3k0+4iWUxjy5I35c/wAVecaxqk8kTXDuXesm6Z43IB+VqvwR/aI0Rx8tRiK/tGnYz5UnoXfDvja7htPsyR/fPO6t6DfdTL5v3G/jrnLny7dkFunzVsWF8ZrNiSB/s15NSlThedNWuVc1dZs7SOyV4CGfFcRqt1JDeI6j5W+U7as3usHc8SfMw96p20Lzcy+u6to3hD3ikaOnRpfXKeYdiV6TpOm2FjZqMruxurzS0jjWbqVrcstWXztmT+debWk6miJSSPTfDdnaX0zE/Kq17PocMU00CWxEW0qr7TxtxXjPwr8O6j4sv57fT4nfYN7/AN3FetaJ4Z1fQ7yW0vYPK+Q+W3uK82rSnTvPoVB2IfHklppt5Fcuhn2OrybR0Fbmi6lZ608Wo2kSvbxE43/K2f7q15545j1O+b5xuUrt8z/ZFJ4R8Xano+lNYRWcUtuh3pK33k/vUlWqQ3LjZntlrdJrEUsstv8AZ2QcMnzM1eUfFC+tbzSp/KV4rgDb838TVPY/FaVfNsg8jHHKxIq5rDv40uhPPI43yncUc7tteVi8WpyS7M6EtSL4Nw3EaebqA81M/dx8or1u51Kw81UTB3n738NeIXmvDRYEiQFl/hXO1a6638RQXnh5JI5RFK3Xb/DWFeM67U2rDuoHsljqkGm2KyRuu3H3lqp4t8USNpqlJdrNjDV5Vc+PDNpcVvJPvlwtao1AX2kLPKdqryd/y1z0cNNmkq1/cieseCPFHiK+sliHkuoH+tcdKveIYbiZI/tL7nY87a4/4c69PDItrEiyq/zJuNem32gvrUO15NvGflr0KVHE10qW6N73p73OWj8QDTfs9mhDSv8ALtavRdFS5njQs+xMcivCvEngnxDpmuG6sIjKqfxV6Z4S8S6l/Y8S38ccV4B8/wA1fSYHD1MBU56y9zyFSnc7LxNpsOp6PPbygOGUivlfVfhXPfa49tGGS3d/vf3a921/x7BpNr5csu+c9FWuR/4ShLp/MAKTr833fvVzZtmrxNXloq2hjWhTqSUhtj8IrXSLCLy8OV5ZXFdRpOj6bbyJEVTev8OKf4X8Stq0kkcy7AuAu48mtp47aG5VzgM1eNSwzrJc71RpaMNYbGokNtbwcALgV438avEyLCmng7U++612vj7XJdJ0zMDDe3TdXzx421S5vJGknJeUpt3V9hkuF9pjlNwVofmd1KpGo+Q801bXo7O5eQkJt/i/u1x+v6hbXkUs74bNaniG13PP5vzq3RawksYJmYOdzHov8Nfo1ZSqdTsVkjzvVbEalN5Vpb7mPWT71S6rs8M6ImljG9w0szf3ia9estBtrO1aQRhdiM27H3sfw18++MNUfUNYupN+5TJXm1aPLpe5vR99nPovnXPArcgtd0eSBxVfS9PeaRCoPNdQNPWOPGN1Q/5ToaOQubXcrcba5vVYz5bfLXb3sLxq4Kda5W+s5GZ94+WtaTsznqx5lc4W9t9qs/3WrV8K+JPLm+zyncw6VFqVmN7A521zdyv9n3KTxfwnmvTa9orHKpcjPWlmDLnPy0qx+Y3H3axtH1aO8sInjYNgcr/drVtb6NmXeny/3lrz3BxOtTRoR2vmBQAOKsW+nx9MFueaS0kgkPEoVv8AarZtLUsF2ndUNs0uirFp4jHyHd+FEUzq7EKFarcyyQ7sjcorPnuo2fhArZqSjqtC1w2qqkqbvXbXf6TrEckIbOxe26vHLe6Kyq4P/Aa6mw1R9io77vRawkbQPR/tkUwYJcqzVLFJEyNyd2PzrlLSYMiEMq+vHzVoNceZsAb5VrLmZcfeZuRzHayZHPSnWlxLDwfm9aoQXC/LjDN9a1o+u8feP8NI6bFuGQsrZG4CqWpqGt5e3HNX4fl3Z7/w1Q1iQeS0Y+VSK6KfxHNWWh5J4iuA12+AVwNu2vN9akTzJMpuiB5r0PxJJGtw7g/N82a88T/iaRX8YjJbG/d/dx/er3qaPBqI5+TR545pZBFvg+/8w7HbtNaksMizQEArL5aqPl281P4cmnm8+0dz88C4Vj1+ddord1KGP+yLiRMtJC5iRvvb88f/ABVbs5mjM0m6NxewDaGWWPb/AMCFdVeal/xMLydE3fZrPbuU/wDLUsBXG+GpNs1vv+fE+0K38Q210arJcR3snkCJbmZU+UfKV+9ms3NRBRM7xpdXMllZSEbm/wCWjein7tP8NXk9vLeRxHbKEDbW74/hroLyEzQyyyxCWylcQurDoAKuXfhu00+2W/z8lyNm1e3HWodVWOmFFs62GaOaK32oFljCf99da39ShdoVubSNRFJ+9O0dH/iriLG+Nvc2vmHzZGjRS36V6v4Us1vrC6342Y3Ba4Kk7VOVno0qN4JmdZfEp9HmEUq7EePc/Py7wv8A7NXW+DvFFt4k0vUUgx5ux/u98fw14n4/t5bWZ40yqg11HwPmNvdsn3q5ZYl0qsLdz1ZZep4SczlPG3iz7Q96iOuxAmxsdPmxUvwtjOoLd3lxjdyvzdzj5azte8KvdXOopEgd7i4l799pK1P4Svp9NvdJtMfeKNKv+z/FX1bfM+Y+DS+ye+eDIY18PLIg/esmwt/cIrIv4/ECs/kTl0Z+a6DTbeXT/BUM8aFfOkMpb/Zz8tdh4E03+3LZMxBcH/vqvzjiLMownyyV0jC952R5jLpt3Z2CTBA7S/MWqCfVjDCwkQJ/tV6J440ldLuIo441bYrgIn/s1eUvpt5rEsokjPJ/hFeBCrSrx9pTMKnxaHtnwektFtXnHls33uu1qw/FfijV2v7oRTtBE7sp2d81F4H8I6n4fjSQ/NE67dn8Va/iXw7c3CKUt3SLHMrf3qihabndiqOSikc/4H1IaP4gt53xtU8s1fUvibxbp2ofD+9lE6KvkcLu5r5Nfw7d2sz+Zl2XpUsuuXccP2RZSyEKu3O7bitJKpBpwZcKvLTcGtz0bwN8RrTw/c5uQWz0719K+DvGmmeIrZHs5hISOa+SdJ0m21KzbJy+ONo+7XongC4n0XUoAN6p907f4qzw+Llg6jrQWprRruFoS2Pim9sStwqD71d/4M8SXngtGtnH+hzbc81jDw7cNMlxHHux89d1ofgs6pPZ24HzPh5Fb1NctakqlNPdHLDRlqaYeJL5xAm+LH+txtxXSJNPo5RoAPnCoVYfLxXpS/COLQdMi8oBJcBi2Kxv+EHubjVFQ/Kqvu2t6f3q5aK5Z2ex1pM1fDej/wDCQWaXN2PnI/1bVLfw2Gmrb26RhYkOwrirmq+KtP0N7VLZhvT5Hizj5auah4i0S60ljG8fnsd21vvBq3qVVH93fRnRbQxLn4jWfhV4ri3RVZvkK4+9XG6x8TrbVoDJHcpa3k0214s7W21S17w7f+IrW9vYIvKg8zaFx1b/AGa801PwDd7HklLI6Hj+9XdlLqYSemtzkqy59EU/GerarY3EU8l3cPErsyIz/KP92vPbnUrz7al7IN7Id4V++K9HtNNM1zcPqmUlhjCosr7l/wCA1zmvWcEgleJBsXpu+81e/UdG/Pze+crbia3hD4rRWd4stwiRJCG8veNzfSue8efEi58XXDR/ctU6L61y4sZJJG2AstWptLGxufmUcVx1cXN6NmfM3ojGmkK7QlVpmeNuB8tWrmEwydfu1JZ7LiFhsO7NcympFJ33Kttb/anz97/ZrUeMW6/uyFYDG2n2WmyKrSAbVH96oLaOWSZvMHy521LqO/ulKy0HWyj78masC3EgYoflrWGmwLpjOSFkb+GsOzkMZdCflzUc11oVa24Lovkv9ofHI43VbaxRUTJ6j71V9W1KW4iWJMbR/EtYxmkZ1HmHj3rGKrVOo00X71fLfCGrVhJDaws8n3v71QWmj3GoHJJbdUr6LLGzRney9635YWtci+p9OfsW+N9NstQ8Qw3brE3lxMjP35Ir0z4mfFzSdstzZPHJ5BKjn7zV8Q6VNcaC7PaSyROw2loztrasY9S1aFpCWZGP8R+9XBifbT/d39w39quTkR6zN8ShqGlNvt+AGUKp+bBrnrbx4lrYTxpb/OowkjP2rJu9FfR9E82SQM2PnX0rhDcTySt83y/3awjRSVmZ8z3NGXxhLb6q0rylUz/Ca6W48ZQLFbzpKXXPO41wVz4bnvnTJKBvmLVFrOny6eixxl3+Za9BZdRqJTN6cW1dnoWq61PqFwpig/dN/E1T6ZJcwwMh3bT0WqfhJbzUrWCNLR3lx95Vr0TTfDNypQy2zbv7uK82pNwXsbbBOXY5vwvbyrrUU96SsAfn6V7zr9np0mkwPBL5qHa52Dau3+7XM6P8P7jxBCwSAow/h+9+NV9e8P694baKKfzJ7NTtC/w1ye09/liQ1ZcxtaPqUGn+IbP7PP8AMh+77elfQkN3ewWAlQBgY93y18jX0M+k6xYXk4aBFcMfpX1P4O1xfEFhbmJt8RT5s9PpVU6rhPljodWHZ3ejyR6hZK7qN7AZFY3iLwoNR3vHIU4+6vFb9jZrbW+IxSNIY0YN0r9CfK8JCGIWttz0vZ3Vj5c+JDDw7rMX2k/dP8R7VvWvjDQtUhgjs543lwG+X5VSn/tCaTZPaieRV8xlPzV5j8NvCssLfa3O2LG4LL92vgMRgIVXz03Y82zvy2PcNB1zS/7QSJZQr/7IrvVgiuEinB3Ko3da+cLzWItL1Ji53tn/AJZOtel+HviPH/Z0dvgNKfl/+tWNKksE+aeprG/wsn8b293q0csoQJb26Fi3rXgnie4+Zif++a+hfGOoXa+Fbp/s/lJINu6vmTxdeCOJyGO7tX3WU1v3bnbVnpYKjzXZ534k1AKHQH5q5qz1BLe5SORw2Pm20zxPqR+0ucjk1ylp9o1DW7e2tE33Ej7R/wCzNXtzqTnpE9qNJQies+M9ai0vwjPLAf3s42L/AOzV88x2P2qdzIPvGvSfH94Wmt9Mjfelom0svc/xNWJaaWkmzja30pLn2Kp0+REOnaX5MShB81aDxrHH/tVom1MaZrMnyxY/w1TJtcwtTjMjZrnbyzaY9OldfND5m7jrWXc2Z3cfc/2aIsXIcBrWm+ZGwx8yj+GuIvNPdex/4FXrs1iN7Db83+1XNa3ofkv5gG5G616NKtbQ5alI89tpLjTT+6chu/8Adra07xZ5LqJ4SuP4lq++giQZA3VVl8PyMvyIW3H7rV180J7nLaaOls/FlhdKqO4Vl/vVvab4i0xUYeeFb61wNt4bn8xsQfNWtYeG7hrpFKBcfMVrKVOl3NlKfY7d/FGnsFjiMksv91RWNfySyXCn7Oyof4lrU0rwvHb3KySp8q5+X611D26QwqNidNo3VyScFsdapuxw1jJOrrvL11Gk3D4bMZb/AGqr3FukkzYIV/8AZre0iGSHbkfpXLNK50QizSsbg71GCvH8Vaz3UEKYcBmx/DUFmp83/a+70q5fWJuI1dERmUfw1hY1UTNTVnju1CfcNd7YTfaIopAewrlNK0GVpP3iBU7/AErq7SFbeHywPlXpzRY2ZfhkG9d+Fz8vy1Q8RL+5fYRuAqW2xMjCRPvN8lQ6tbj7NKchm+7WsHaRlUWh4f4nvPJkeTG1fM/76rnvD18I4NZIA/ex+SjN/eJrrvGGgtNOkcQfbnca5S38O3k1zFFGm6JD5z7f733Vr2qc1Y+eqqzIPDNulrqN7ekB/sp8qFWG7ccf5atm5WSTR7dIMJKpfPuTxn/0L/vqiHw3Jb/Z7GND9okPmurep9a61vBb6fYWtsj7nf5Xkb+GtHU6mKp8zPPfDnh24k1BZEIZYo3/ADr0GDw/LHZpByyxR/O2PvM/zV03g7wX5Nm0sdvt3vvLMPvKPu101zo5sdHVCm92fzXbH3mrzatb3z0KeGODuNLkj0hLc/ceQN5fo3Sp9U0+C6tvswdW8lNm1T/31W5LGI7O4mlI2RDf81eJ3esajZ38t7byFd7sxjb7tZQlJq6PV9ir2R3+n6PcMLckfL93p0wa9f8Ah+sSs0chK7ht614/4V8eLqVh5cqBJ+y+9dHo/jBLO5Uh9rZ/vVxVpyn7/VHXRpWurCfGCzez1ho9m1X6f7VT/CJvs9+wIKqcVs/FRRrnhvTtVjxvR9j/AI1S8BRx6bpd5eSnakUbPu/u+lE/fnC3U9puEMBO5594i8TJYzLZWjvLfx3c77m/hbPyiu08I+EX1hNJueN7x8ovufm/9BriPCOgvr2sz3lyDvaTfu+pr6c8L+F4/DujW9xIm944fut/DntX2T2bPyGrLkVw1bxElrZ2+lx2zRwJGFPPy1ueFvFkmk2Qjity2ejMNtcP4j8SW7SuQhfGMVasfGFtNaJaW5lW4LrncPuivyfMoQnUkpK6ONVLHQyak91fTyXJ77jxU9hqml29xEhOydpOWx8oFY1zZyXCweVuld/vsp71WvNBnj1K3LjbyMrXiSpqDSjoiYVXFnqmkNqOvXmyys4205H3eag+ZqtfE7XJdJ0WCC0spWy4aRnr0r4a32m2fh6NDsV1H8I/hqj48tbbWrGK3tkM8rOzBcfKtejg6lBvl3Z1VObl5rniU/jC0m0J2l8trgj7q1x+gMGvMzjamdx210Ot+D5LfXPs89oU3n0216fonwvtIdAaQRorsOGbvVvC1Ity11OdT9pscv4A0f7RcuM7Ub5tv+zXrUWkx6akXlRncTx7VxPhjwjqGh6rHJcBVid9vSvXHa3a3UHLYbbu/hrwq9OpQk3Ke52UqUZxuj4/8JSRTRwC7Cojuyhs16He+INL8Pu1xbCKeVNrBYz6V5B4M1a21iZbeWeJIgm4LI+3mqHirxBYaTqUsTuHVPl/dndXVRTs4diLO1z3WH45XOpRJG8TojfOrJtbp97dWzZfFDTNWuJSLiNJUQL8x25r5a8PX2qXV239l+ZPxwuNyt/s1V8R6L4o0u5S5nX7Pv8AnKJ95Vqvq/MuaJaraanvPjbSX1Cf+0ILktLncP7tcRD4sufD964vYw8D9f8AZP8Aerh4/iJqscHlfbJv7u1jWZqHirUNQZhI+9G/vj5qlU+bSaMnNXPqfwn8XNIk8M/Y59qTpnLY3fw/erkLfxdb3mt/aHKLajLFmHy/7NeOeHb77CJXf5v3e3rV2bXJ9Qs2EUW11+UbRXTyKjD3XuW5Kw/x9r0eqavKlk52FvmZf4zVCy0OXVNNbeSqINo/2qteFNJiad3vJI/N+8Ec43Vk3+vT2uoPbWRMSufuqdwzU80viXQ57KerLVn4bLIkcQ3MevtVbxF4XOjjg/Metauh69Fo9xKbyQJOBtDY3bTTvtE/iS9SVzJPEsm1mxt2iiL5n5GTp2WhjT/D24XR/tsgLMw3eWv8K1gWmlz6Oiz3ERSJxuTcOq19a+GfBsvijQ02RIsUQ2D/AG1FcTq3w5/4TbWX04EQWFuQjyonX2WtOey5nokX7F/EeIDVrRbNSHDK/wB9aypIZdUmzaHbEnVsfLXrnir4J2mm3K29nH0O0qx7f3qkufhnc6HpLG0RV3Iv3xuyax+tU6clFPcv2btqeM+Zc2snlSSHYv8Ad+7VW+kC3GyIbmeun1/w7eWcTy3Ax/tev+7XGpDO18ksQ3Mh4X1roUVKW5CL+pTQW9oqR/NKf4f4qp/8I/csEnI25+Y1au9JuFvEuJI9ir/yzzurpYtSE1uqPHtYD0+9W6/c/BqTN22Om8O+G410Brlz83+zWDFJHG0olz8rnFeifDnwqNe0yf8Aflc9Ilet1/2Z73VtNnvLedkQ7mRa8qniqTqOm3qU6bsp2PErua2jt1kyNw+V1os/iJbx2q6fFHH5sXyh1/hrU8W/C/V/CsciXMW5W+XcvavGLnR7zTdVaVFLbTur3aWFjXumyqaTR7Nea1LrFmgnKqqjnb3rhtQ1ILd+XER8pqexuLi4s8ONua5q4sbiG+d13NzXNRwqjN87HGMT3v8AZ68CyfFHxfb2t7L5Wmw/NMVP3v8AZWvtmD9nLwQ0UWdJibb/AHu9fAXwf+ImoeC79XtnEW87XZu3vX17pH7U9japo1k+by8nkSKRlPr3row9b6piZ/WYXh0sepChTcNUew2vwm8O6XGBaabBBs/urSy+CNLbcDaxN9RVnxF4yisNHM8TbiRxXO+C/GieJ7mePzArxHlVPb1rlzavl88RBUI35uppGNOD5LG1p3hO2005ghEa/wCzV248P2WqrsniSTafStSa8gt1UF1UtwOaS3gEZ8wd62hl9GjVXs9e5sowtyWPCPjn8NWm09JLKMlUO4qoqp8IbHxTJp0ES20dvaodollB3Af7te46pJDcfJKAVpI9TtNNg8tAEP8AdFeQpYWWLnzvRHI8LZ80XZGvpqvBaIsh3uBy1U7+SWSbYg/4FSWeprMoY1cjlWc5r6f67Rx9CFGEzt5LLQ8Y+NPgltWsFuCS3lbnK15A3jaCz0F7eONknUbH3ptWvrbWLOK9geORQ6sO9eKeKvhPp91czl4EVJDufnbXz2Lp06d4OVjzatNwbkj5mvfEHmO9w+Wy/wDDXcfCLxJHea3BJKB1CxpI3G6vTbv9nfSryw/doIm7eWagt/g2nhUreRbG8kcLivnZzpU5crmc0Y1E+Zo9N+JN1HJ4FuNmN29Pu18deObzc7oO/Wu+8T/Eq91TxZZ6Q8hisljdPKzu3Pj7zf8AfNeZePJDGzY+Zs191lsr04o+my+SnG55DrkjyT7ANzZ+Wuk0/TR4H0druWL/AInd0nCt/wAsUP8AVq6rwj4RSxt113UYg8zbmtIHH/j7f0rG163lvL2W4l+dn/ir7KnTUIX6s9G/tJ26I4hLN7q5MsmcsdxZq14bErtIw1XobfauAKvpZ/Jvx3+761FrHXIyby1MkaDlay7ix3Def++a6i4h8tefl2isS4m8wsg/hqWYtGLd2oUcGqJtxtqzrEzwjcPmrnX1YrLjNZNMFG6C5tdsjOVqKOxS6V0kG7j5adNeec3WrVpjdmkpA4XRyFxp5sbxh96JqtQ2McwyB81dBqtj9oRsAbqyIY3WVQvy7TzXTzMw9mNhtXVlH9K0oLWVW3p5at3plozQyNzu5+7WvG25M+WFz/31Ue0uawpkUS3GG/eBV/2RULrI0rB5DKy+9WvssjDCD61oWljGsXHzS1JukLpGmpIu8oNxrYtrXjIT5VqW0sx5ahfvVftf3LrG4281DZqolVbcRhdmdzGt2wtTuUkHd/47VZ4U85QMIxNaNuskcjAZ2/3qlovlLCSD5hx/u1KmJOBuT+H8aZKvmIwON/3htFMtbd13Eud2fu+jVD0E0aEOxs9sdalS1juoW5HJ/wC+qqozQ/IVO16sQMfN8sJsVF/ho2M2tDKvvCYkbzMb9zcr/dWpdN8L2lvDIsSDc/Xd7V0LMGDDd8tMhZI0wBWqqs4KlJMwbXwvbW8zy7E81n3bsVdm8OpNNETzjrV+GMSHp8patFMKqn/gNayqsinRVybTrOOG3SJECqg2irUmmia2ljxtZxwzfw0WfyspI+Wr8Mm6VgXrlUrHfZHhfieQ2r3ulyv86PtPutcDf6CGjfH3Wrb+J2uM3j/VCmFUSKPyFZcOrCZFHDV1Sbpm8Kbepzf9myabPxlf4htNaulTS3l8hP3vu/L/ABf71P1SRZm6DcflrrPh54VkvplldNy5qG1y3PUh7iuztdf/AHPw4it2zveRFCtWd4k8zR/h1iIfvblwp/3B/la1PEsJ1LWbLSoB8kHzP9aoeMZDqlzFo6OPs9sdryL2wvzbq1wVLnqpy6HnZvifY4PkjvJlfwHpLKtnKct55VkVR3r3vX/DOq2fhj7bcllSV952/Qbaq/B/4Wz+JArhPKtYIN0K4+82a9x8eQpb+Evs12hVETYEUdTtpY7NV9YWFpPR7n5niH7h8oXNnBcRZj9ctUVnY/Y7zI+996t6ZYrOeWLyxuduFXtWtoVjb6lfoBhV+6ZNtfA4irepKL7nMleFzW8EzfaLlDJEdkZViyitLxncC61W3SBBu3hdtdp4V8KwfK8Rx5j/AHWH3q4TxZZy2/iy62fN5UnDdKyp03JNyFJWSPRbjw3Lp/hX7bHKytt+7moPAnjSKO/RLs7ok96sadrFxq3hs2lw/wAqJsRV9a80vdHGl/aJPM246/WuNU4uScdGjoqPkkmtj3XxDcaJ4i1OylQx7e/96ulm8OpDbWU0QaVE/vGvnjwlcSyalax75NsILlmNe/QeKPtBsLKMqztGu9l/hr7TA49U1yVdSbQqe8tGZHjzXPsqW8G0rO77/m+VVWqVrqFxHDK+N2dv3u1TfFrT4vO06QvubO07j2qzYTQLoDJFvZ1G/ag3f+PV4ubUaNWqpQ0TLpud3c+EovhrcLF9onk2LnaPmrNu9LtrNGicnz1PLfezXoOpeILnXC9pbQBIlLMOOBXFalpMyvvf5lP8VeTzVJ++2YXseq/C7xh4Y8HwKbl42V0GPl3Mj/7VZPjb4nWviTUGjgtCbdvlD4+c1wNrZxQ20srkb2HFdRoGm6fqVtZQJIq3EzlTu+9/u1nFKn1NFUk1ZHD6pC8gkli6KT96otJuI7zZHLlWHymvTPGHg2Pw/pS5G53y/T7teX2kKRzM7n/gWK6tZpEdfeNO5uotNuVRCNjHn/ZrobLULOztl8x/vHd8vp61yp006huf+HtxUl1cfYUWKQbmb5Nu3rTqR57QubOVtC9rOtR3UzpEUZc/Jsqt4d8M3GpaqpIaNIvm356msqGF7W48yMBmHzBW716L4V1qwurCW0lCI+d21j3reCUE00Y7siOl2813K92UWdc/Lj9apab4mttFvZYpIGlRzwyml1HVrDT5pUEoZ9+1lYdaq6ZqWltqcVxcvH5Wdx/u1hVi+VxhsH2j6C8H/Hy20HQ00yKzMs7jZGqj5smtzwzb6prk90XRrCUgy7VHDf7vvXhPgbxRo9j8Qre7uUC2aAsGb7vPevoaf4xeFrOJUtr+BHx8nzhWZq8ydV0V7NQbudseZ/E9CGy+HdxHe3FzOXnimCsfNO5gR/tVrzaDBdWV0CI2SEjO7tXM33xwtm0p7eAbpFB+eN8157oXiDxDrmpXAgEn2d353fxKa86WDq1m62xqpU1oc18Sca1fy6fEgZYztDL8q1y3h34a3MdzK5If7P8AN8tej/FfwnPoNs1zp5kZ3+Y7h1rN8H+Lre48MrI88cF6m5Xjb+MV7MXVgocnws52otnC+IbN1uWxblok+U7KsWmhx3ln5sf3f9odK9aj8P6f4k8NtLBhnfPzRf3q4WPw3qkdpLZx252oWZHb71dbl7SHLDQ55QKOlagNFVUW5eD5/wCGvorSvjNb+HfBKRyBZXRBsbPUV88aV8J9c1B2e5LNFnaNv8VO8UaDeaDbNbSfcQbd1eb9UktUOM3DY2fib8WIPGhgS2tTF5r7pP7u6vN9Wjso4cSIPNI+7/FSxQnKSJh9p4VaoXt0kl+qmPaqnbXs4aU6OtxJ294j07TzcRv+72xL/ep1vY27faEkXa43MNortfDWk3OtXK2WlwC6dx91U3f8CqXXvhnqukzvG9u3mtnPy1jOtNy5opkJnh9zqk9rqTiBCn+1W/4DutQXxRp13FmWdJ1YK3etTW/AN7prNJJaSBj/AHhT/B8N3p+rQHyCu1/vYrvqVnOG3Q29s3pc+/ofM1T4c/apI1RjCXO07sEf3a+UdC8eaz4B8WXF/HJLKszNuX71fWfgvVLDUPBtlZeaqzNCML6+teE/ELwTDouuM8sXyS/N8orz/YU50l5F1KjUosxf+Gl72bxRBd6oTHAg+RVP3f8AgNfQ3w6/aH0LxdG8SStFIi5/ejG+vhr4gW9uuswIiHYHruvhdodzcOkllFI235vM+6tLEw+qUfb0p2ZpCvKLPrTVvHkU1yxt+h9614PEFtNDASgZnAyzHpXienNeW9z9nuAVZ/4q9o8G+EBe6dHc3BOW6D2r5nA4eriKzlT3e5r7Sc9jt9PhhkhRk6EVI8LQ5IzioLRU0xVj/hHStSO5inXGRnvX3eFw1GrDkTSmj0U9NTkdT1qSG8WJRu3Ul3oyazD84PIrpbjR4JH8zA3VE0CwJgdq8PE5TWp1HOs7mai5fFsec+ItSk8DWLSHMluqcc/drMsfiRYeJtHlSJtk7Jt2sP4q7PxB4dt9agZZxu9N3NeY23geXRdYuJI7f9w7cLivJnl9LGSU1o0edUqVKEuRbM8Z8c+H49F1pNTI2uJFf/x75q5bxbpp1TXrK0T7k8yru9i1erfEfRX1CVgR16K3avOfEccuhvpF7Km7yHRj74NfYYG1OXIjuyqpZuAnjG6jhbyo8IkabE9sVxckiXA2Pz/tV0fjC4Ri0iOHglJZH9Qa4U3nlvhj3r6mlUbR9dTiraGhDax72P3s/wANXooQobKDbVeG+i6kBafNq0EfHG3+9WzkUzn/ABVfJHEqRj5j/FXHo0/zZUqzV1Wp6haXU7Zx8lLZrZ3ETY+93pqUS4RscZe2c8kak/KprnNbsxDbM/Kv83zV7F/Y9s0e84Xb0Zq808eRxW8cpQ7UXdXcuWSMpb6HH6XePI2CfmrqbaMrs/i4rgtCuC1831r0SyUsq+1efVjyMpaosGMyJjYFrPk0nv8AxV0McI8unNaiRev/AAGs/eJsc5DY+WVcg/NV6O3MnGdu2tB7ULtZgdi/w4qVbeOTaUG1sU7lpDYYwu18fMBVyCNPOXgbW6035F257/LU4j8uaLYd38VFy7I0I4RtTB3qP0q0qhjyR/vVStm2nIxubqtXxIlu3HzJipRRYitz5yn8qubv3Lbz0/hqlDcecGAO1+ze1Sxssm0Mwapvcq5eRkZPMH3yOKliV1ADv/FWfBlfmBG7P6VY8x+9DZLZcMnTZ83+9U0M3z8k7aoRsN/XrVm3aONW53Z+U1C1OdsupIJNwUlWojkdU+ftUAYLtA+VVqVJBImSPlq0kZsspJu5+6tW4fuqT92qSKG2lB8tX1UNtFORtFFyGbauK53xP44tPCsMs88oV8fJF3Zq09Quv7Nsri52bmjRmC+p29K+XdZ/tnxdr0s9zuXe+7a3b2pUqXPqzWHvOxaWxn8VaxcXJf55nLlvrXT2/wAOblYt+/8A4FW74A8I/Z3i8wbWr0/U9NFvDFGB94V1OpdnXL92rI8Y0Xwa7agsco3rn+KvWtNs7fw3prOB8wGBT4tPj0+Le6Dc38WKiS1k1i4jDnbEG/irKTvsJNy96b0Mu0Y6TYX+t3GPPIZo9397tXIeCLHUvFmspbRfPcXc2+b/AHd3zUfFbxIL66g0iwkH2eE7XkU/Kx/ir2T9lPwbG091rc/3xG0Uat/D/tV21p/2dgp1urR8bmWKeIqvsj6b+HFzYeHNOSzdhHKVC49cVv8AjzSjr/he4WJTnG9a8V16Sex1l722nLJFhXf/AGf9mvYvDfjG1vPDsEe7zZ3TBH+NfjdbF8tZ1+c8aLjWg4PQ+SDYyahrE6bCjISv+1urq/CWkxaPevHLl2Vfu/dYmsrxPNLpfjnUvL+RWkLDaKfcySTWby73aeX5UbNe9hlUq1YStdPU8uLXL6HQ2niLVNL15oNPnfYgbLN822tm6hjt7Z7y6KPPKQ53H5q5vR9Lk0XSnvS7yNlWf+LNZeoeILvxBI4ddrcKiL6CvbxFOVKbbjaLEpqyubFx4s/0jy7R2RD/AHTWK8lzql55ALKrPuLMaf4W0c32qpHcjy1FdL4z0238L3zCJyuI0csvvXz1Wh7S8oG2tr9DpvC2hxaTNF5/35Y95Zvvba6WG8tLW8W4jkESoOFU/Ma8yuPFE99bXk9o5Z2hVBIw7Csqz1S51BFMjnf/ALJ6URjUUE2WpK9keo+PL5taWzd5d+zna1Q6R4ql09orNgjxd9p2rXJ6dDLMPMkcuijbtb5mLV1/hXQTfXKJcRL5eeVY9666lCdSCcthKTc9D570ZfJ3fuys+S27Hy7TWf8AEBo9PskxsZtm4bPWjW2v7GYyW0Uuxt3y1B4O8I3/AIy1K4GoFl2R5hjb+KvJpxl8b2IlJbRPOIrq4uG2ctuPC11ej+G9Rml8/mBofmDe9ep+IfhPZ+F7SweCIT3D4b/gWfu1jeNGuPDNjOnkLEzFS31rpjFVI+4NU3e7OP8AE+uareQLFe3skyKOFY1y4volki3j5e61Fd3095btI8m/5+fasZZi0rYHyrW9OyjYuS6nqumRwW+lLOmHQAfLnr/eNZut/Y77fLbkH+Ibq4vStUkuJ0tuVz8vzGvQ/DXhmLWtbs9MBKvL8vzfdrD2bhPmbI+JCeD9J03XpZfPCq2NpXNJ8QPCNlosqPbPs3BcMr1B438JnwzdKbeR1Y7lO01xt9dTzDE87uv+0a1hG0+e+gr+7a2pI+llpfMkkLAfxMd1Y9zbv9rWEAuueaZN4gexV4kBZT/47XQeCWtJL+Ce9+dHXcea3irPnRK952R1v/CHpdaSssRK7QF/SvPNY0/7GrncXZD617FrGoJJayxWD70yu1U+7z/erlLbwqt47yXB++/P91aIuLjzSLnGxm/De+k1zU7PT8v88ioVY19k2mg6d4ds7VHQIxRVLJXzr4J8G2eh+KrK9kISIP8A8BzXt+ueIE1L7PEHG6Ic+X93/ZrkxacrKGxvQTs2a1z4VHiDR5RLIW5Plyyf3a+e/G3gt/DttdCABVZmyrfer6JudUk03wk6J+93jcOfmVv9mvKrCaXVNQaPVVjVWf8Ai71jgpVndz2NZRRg/BzUv+EddDeELZudxZj3/wB2vWNe17SYbT7TbSxT7wfm2/LXG694Rt5InFsgTYGy0fevO5IdUjR7RCWiQspVf4a6alD7UGZNuGh7T4e+K2jx3Fq8uIG2NE6sO/rXmnxE8YWfi7xI1pZYljQbN0Y+8f71eaarrU+nySwZ28cbq57QNSnsdZ+2Pu2c5VfvU1SmqTSZh7TnfvHpulWun6L9oS7k8h3G0NIPutXnOvagl5q7yQMFUHaG+7ml1PUp9SvGKF/J/g8w10fhX4eyeIL6CKQ7Wb5n+lKjH2a95ms5LZH1R+xZ4Lhbwzf67cIGlmm8qFvRR979a941fw1pVzqKvLDEzL1VlFeG/DC/1P4YeGP7PtIhPAXZo938NdxoGtap4k1OG8uSiWxO0qlenWx1OGG9lCGt9zppyppJW1On1z4XaFrwQzWcfynd8ory3xZ8FtHsrxHtbcI56be1evS67FYXUVp5m6VlLCuN8aT51a2uZJCqquVX+HNfO4nE05vlg7SW5pXhT5eaKOEsLGXwjrFlJEwdh9xWrq9Y8Kv4mga7niKZHyeZ96uNvdeTxR4hgtg/+jx/MW9WrvpfFgsbOK3i+eX7pZj8tc1bFexi/ZnJTUZ6PY8P1L4CjUNbe4uE/dZ4rutDbR/AOneRiNtqf8BrstTuJbqyWWIIvrtryXxTpovLpg8hdU+Y7vvf98149d1MbRXtXZGyUKeyO+uY7TULRtRiwoYDHNbHhPxvPZRxw+bugc42t95K4HRFLac8aSb4lxhf4q3/AArpMmpX/lQSbos/O39K9XB0p4WinBm6bPYLXUBfwhi24dm9ahF6bIsQAFHVvWpodOFtbRRr91eKrahNb3DrZcb+9dVKEopzb1NZTfUr2fxAgkkljkbbKn8Naula4upQPITt5rxjxvpc+g6l9rjiluoWP3YjtY13PgzUpbrSlluovsvG7Yf4fqayr4jEKC3ZFLEPntI67eWn55FP1lU/s92UfOBVezulmf5fmH96jUrpY/lY9a4qNaphKM6m9zpbhOJ8v+K77Wr7xDdIYgsSEqEVPl21y/imOTUtEnSePY8R4Vv4a9r8caPIt/5lvbOzu/yNGdtcl4q8BXOm+EpNSnfc00mwr/d+WvbwE5zxEJXOXCNwro+c9KW7vvtGnGTdByw3fwVg6l4T1+3ucx2zXCZ4aLnNd54UtR/a1/vG3A+7+Nb1+ohj88/Kqdfmr9ApWVz6CpWnB2geJ3NvrFijvcRGJV/hY9K43xDr2sRwtJHIlvAf4s7mruvG2reZO8YO1yd1cH4j0eS+s1ym1G6c12JXF7afU4K51y9jfJ1CV5T71qaV8RNQ0vi7xMmdu5flaqCaOI7lSU/2atf2LHcff+VVrb2UJG1OrKB6NpfxEt9QtsJJ/wDWrkvHWtJcW+0Hr/DWIvht7d828jotWofDpZlM5eVvvVCiqbvc6nWujI8N27reJnP72vU7O38lIxiuZttL+zzQSY24KtXZQquxf4mxWFZ85pS2HjcsakkMtTpHuCufvf7NVUUqVQ/Mh61a8xI42G87a5kbbDdpj65ZanS3RTkD5mpsUhkXGf3fZqe2VfKHNWgZXnaJXUEfMOlWILhN+zHakkt/MfJ+8vtVOz81rlyfuD5aqwJ6Gi8wt7f5Pm+alS+MiNsB5qIQ7lwadIxhTzCCsY+Xd/DUO4cxpJMFVSBt3DdVqFgyLtFYu77U6g71X/0KtKBvL2h224qGtAuaok8srVd7otO4xtXtSJMV3FfmYVGquzLJgbic7aXQhl+Fgq5c7W/u1KlxGrcn5s1WWTd98DdUnl+YeOGrVJGLL8LeY+c/JV1NkaKQQy/yrPRXjTgjbV2NT3UbasqCuXLb2Hy1fRdxWqdvnZgfLV+2wrKMhvWofvHQY3jC+fT7ZSBuX7tcfYWcF1cbxGFZvauo8T3CXzvABu2NtrN0yxK9BzVWcVodNNaG/wCHbWOO+UEBttdDMqXl0wwNo6VlWFu8J3/xVftN7Tc/eoQON/iINWtftDLH/D3rkfHviqLwvpjWdo4a9lTnb/Atbni7xBH4ftndMPeMNqK33RXkT6be+ILqeSQF55D9771ehhqV5c89jw8djEo+ygcSqzsjT8/fX738VfVvw21KTR/A8SQyFGb5pFX+KvLLT4R6heLa702QKctuFe8fCzwrYWekz/2jdjdCh/dP8vFceb16FWhySZ8lUnpoZur+Jri+tnQ/N5m1W/u1oeDvFVxptysZB2MFXcprD1FRdN/ovzIjtsX1FXNJ0m5b9+Y9yqeNtfn+HwUK03GEdDzZVOR3N/x01neWNxqKY3jaq8/MWrj9N1SW6tmJIdo/uLjjdV3V9P8AOsJ/Myv8XX5VqHQPBd/Npym2O/cdv0r7upl9WtThGhGzRwe0SbudR4N8RWlwW0+7ljj8o7j9NtYlu3/E1uJUjPkFyybR0G6ufvfD974Z1vy7hCrOf++q9D03Rw2ltcOAqkfezXn5jVxUMN7CrDVF03CTU0c5qOqCz1L7RA/lKg3bm9arprD+INUMt3cF92Mq33eK53WrotqWwH5Qef8AarqtEhsvsLSSFFfG7rtxXznLzR1OpXZfgs0hs7qWMDZ0EjHbXKpdX8d/5cR2oD/CK7fTrWzvrB9ki7UGS27+Kqv9nxaX5Tyxui53GSqT5FyJXE73uadjfXtnpn2iSRH8n5xEyfKv+9Wzo/i4XVtGoiKT7/Nklzu3VzGsTGbSriRJT9l4wudu8+lcidcuYbdwoKqx521pL2lSnyQY+ezPeNH8I6VqSJJIirs+U7qx/GnhO0011OlnY4+YMny7a8pPxynhg8u2Ri+3a3FUbb4sazqk6BIWnlcr+6/havIhTqQWh2P2dj0pPC+r3VzYXl5cM4hfeUk+7XmXx8urzVtR+zoY0UncWjG3OK9n1LxB4kh8L292+nFZWH3fl24218s+MfF2q6hrUvmW8SIznC/eau2jGcLzaJk1a1zDvNBbR7dTJhldN3WqOg6b/bGoPAP4TztrT1zVp9Ws0O1UZBtdlNcrZ6pd6PefaLdyrd9pqNZoybSNTXLH+y7rEQO4dN38Nd78OrPWdQe21SzzLPHlR5neuCTUDqUH2iXLSv8AMWb5q9Q+GPjK58N6YsR08zwF/klUfdBqJOUd1cKa1L/iK8j1C3zf3MLXihv3THa27P8AdrzvxLYxR7hFs2KBhlPWvUdS8L2+tail3cRCCN/nG35q5Txv4VttJtUa3PyyJ/Eta+1pr3InRyXR4xfwvI7BAW2muz8DeEzcOr3Ej+QBu61S0vS/OM/G/ndXa+BbyL7fFpl5hIpG4Zv738IrSdV04NQOf2aTNHT5hDO0UThol67al8RTFbZBB8rH+6ateOvDMXgeP7TGfmcbpGU/L/wGuB0/xAdQvIgH/db+d1cLcmvaJ6FvszpXvr1dMXLncPm8z5qdoXxKnW5WOQng/ezXrMun6BqXhVRE8Xm+X91fvbq+bfE9rHperSmAlUJbFXRqKumCnKB9Pad4ii1LSYH8/p823Py7aJo7ZmeTylXZ8ybT8zV85aL4yv8ATYG2EtEete/fs7f2Z8QLmS2ubzbdAbvKc/MaqEZYeLn0N4S50ZWofEy302K4gHysw/i9a4M/EMW9w8gQyiQbTH617f8AGL9n+3juVuNNGzH+s9K8J8W+CZNLC29pEZZc7RtH8VdMaetkzJOpf3uhxHiDWn1bUGlKBF7L6Vmzas8KqgIq3rPhnVdFkR7y3eLf04+WtzR/hfeatpi3mCVI3DjoK7FHpMwiktWZGm33mAE4r1fwB4kCq8edkqlcMo+Y/wB2vJf+EdvIdSW3Ebdedteq/D+xt7PV7MSYZt4zuryMwvT+Ar3b6H0j8PfDOt6pYLJeXJVH+fy/9mvU9M0f+xdLddo2qv4iuS8O/EbTLO4eykligZQrKu7tWZ48+NOmQadcWtvI7u4xuTtXjUZSnFe2O9KnBcyE0XxlZ3XieW3lk2yxSbP71eha54cttcsgkjcHpXgfguO2s4F1y4PzSHed33tteoWfxCTUmSKP5F4ZGavn6raxDdODaKpVIezaqFyT4aabpFq0sY2ynjcvrXl2u/b7O+RHk3Jv2lm7V32s+NLtop4yGVE5Rv71eb+JNauNUsXneIf3i3+1XvRilo0c05Q3hsel+GbyOaxWLzNny/xGsPXfBovL9fLk2tnllNeR+HtU1K1uVnkuHRWP8XzYr1y+17+z7OC7FwJMoGDsfvVy0qNT2mvwmjnBwOf1axuPCdu6W8iO0m7Ct/DXQfB7UPspZZ8+azsdy964bxN4uuNYukUOrMDxtHy11WjTS6PHBNcvFEz7f3cY+avSqucotxVkiE+Vpnt+o6kF055Fyp2cba4DwxqCXmsOXkLS5PysdzGorjxR9jf55WaKZPlVv4a8k8V+JJLHxOj2U8sUcv31U43V42DxVetUlzdNjrr1E7M+iNT1bTrpkgleOTY+StGpXFvJp6paLGrSruXaa8L0Wz1PxBqEUqO6LjllPy4r3Xwdpa2dgomO5sfeYV3LF1KsnR6PqZU/3mw3QJJbVCJF+Y9K0riaGP8AfTEqf71S3qxRIXBGB0zXP67cbrbzPMCKP4WrzuZ0W4SdztiuSFmWI5ra6m8ySMYB4ZjXN/Ge+t/+Fe3QRx8siMFWpbNZbqz+0AiKD+7/AOzVwPxF1S3utHnsjMsrn+FT3ruwbxNHEU6j+BtE06sPaWPnrQdQEfieWPO3JH/oVdV4ttwsbhDtZf4f4a831aQ6brf7sfOX5autvNYkvtNSWUbPMPNfsELp+R7fs1OR4/rOmy/2w0hG5v71R6/Z+ZpkRL7d+5dq/wANei/2XFJM9zK42DpXJeJoRvVI8bUywrtdnrEXs+Q80/s/y5VfbtUfLVqKzhmkYvlf4hWhOu5WIxuPzVCkcfnrx82OFY1tFszeuxYttJ8wqQBtzWl/ZaKjYQdaZbXRjDJs2p2arEXyjLn71Z1Fqb0pWM+6sdvbbUtu21VzWhc4mTkVRMabf9pa5Jo7aciwq+Z0O1uzUo/dhg53bqZD8qYf8KP9ZxxtrA1TLSrGyLztp4Xa1IsPmRKB0WraRjYoP3s1QXJLNkmidDHucfxVHJCi7gPlzVtIdvCfezTZFHnKSPpRcsp20b/MSRuzx7Vc8vzE8t8be/8AdohjDS9Pl/2afND8uUpt6kMrzL8mUxuFPtpC0f7wbmanmERop/iY81IkIVN6feqAH2zPtYsPlqWG4E0mwAhRTlzsUgVB5kscsUUcfyk8tVWsSXXhRtp27k+tWUjRUX/2aoIlC7U+8P71WhD+8SMfNmggleM7VCfdq3CpjHI28fdp0VuGdeSuP7tWFXa2M7lqwSLMEZkhU1LPINN0+WUn7gLbmqW0tywUjNR+INNk1DS5YgSu4Fd1VFcz5TXn5TiNPuPtkm8n5n+Y10unKi8k1m2Hw11VYFuIpY2z0Vvlatux8N6pC6ieNEwv3s1bpTR2wrwcTSj2LtA+ZmrUSH7HG0h+/wBqbp9ilin7w+Y9V9bvBHDgf7o3VUFqcmIre5oefeLbV9Qv3L42rXqXwO+F8GpW093J87gKo/wrzOz0+417XVtIyWV5Apr7S+E/gQ6J4ZhjYbcnd9a87OcweDw/JD42fIVU5yZwWqfDu8tRKbeIvEhLba8r8USSWrxQJlJU3eYq19qLZIqBHIya8e+MnwwtY7CfWLWMJKoy+3vX59Rxlacmqx51bDSiudbHz1pGreTv3jcw/iavWvhReW2vTLZyoqt3Zq8YmxDeNH7btq10Om+IjpNs/lRDzfly1fRZXilhq6qJHntRlqeu/HPwnYaT4fWS2xHKrhfLWrnwl0WeTRkkufL8pQGRVTb+LNXh3iTxxrOvLbpqE5+xoVxEv3V/xr6D8Aa5Evha1ijnT95/e7Cv1LBZhSx1TmStY4FTtNtbGT8bdDs49OTUUjRJRjCr8zV5+l9qt9oKR28G2JByyp8zV6T8U9Ss9Q0OC0ssTvK+4v8A7IrD8EeMtD0+zazvD5E+OfMHymtcxw1LFSXtHoQk1OVmeBakszX7kxvtB2ncK0oWS4VQ/wDFhR/DXX+J49P+2vNGAiylmC/3hVGOHTlhgIkjVx8x3fer4CvhKdOp7OnsdUJNo09L8PzRtBKiboiFyqnrXUa1oL6tZtGkbtO/yjZ91KraJq0V4kVpAm1shFZf51774L8O6f8A2epMa7j8uM8muSlhbYiEamx1xj7RNI+fLr4d3Gi2kIu3kdWI+X+Hmte88D2kOhTkOrb02oqr826vafij4bWbRojEfmRwu2vO7+SW1s47aWMM2Nqrivu55XR0nRWhxO9NtTPlKw8Py/a4Ikg+/wBa6u3uIPA95a3jxj926ttYferQjkihuIPKcNKr7Ttq14s8My+JrN3EQZ06Mv3Vr8mi03yzR6yVjrPE/wC0Faat4TRLfSikuCu1j8pr5Q1jXpdQ1Z5cBWZ/kVa6/VNUl0W0l050X5DhJGHzKKwtO0N7y5S7RQyh922odT2aamZzk5symmljicyoNzfNtxWbe2pkj3gfeH3a9An0OC4TzHXYpzlfQ1z2saaihcEbR/dpQmkzJ6HFiaSxh8t9zRZ+7mvWvC/xA07/AIRJbKWJ0uo/m+UferznULeNo8dW+lS29jcWtmu8bGxXTKn7dIKdRpntOieOILzSFcAPLbP/AH/4a89+JHi6WZBHBKViJ/3q5XTLh4ZWQZ+b5j/tUXMJ1SdU+8q/NtqI0Iwldm7qXVjU0fWBbwpgbmzzVjVbjzpFeIbGX5vlp1lpsbSKiR/Nj0ro7XwrK1u7tGduN3SsoQtLQzbc9Dkte8TaprVtFBe3cs6RDaisareEtFn1jUsRkoqDc7L/AHavaxp/2e7ZMfLVzQ5n0kJLbHa561tUtThypHMvj1Ou0rw68cksKXciz/LjmsHxn4Nk09mkkd2b725h96pNP1a7XU/tG8tKh3fN/FVvxXrlxq21HEm3tuO5a5aTcJ+R1NJrQq+BfA8/iiH7PbY35+Zmr1/wF+zj4h0XU4NUtNQ+xzxHeHjNeXfD3xNq/gHUXu7SOGWM/wCsinHytXqy/tYa3p9u0R0qzXcNvybv+A1tGpUu4tXgFqejbsz1PxV40v8ARbVrfVyl1OE2/U/3qqeANN0fWrhb+UxSzeZ86MOma+ZvFXxa1fxhe+fdyDk/cT7q12fhT4ifZbFo3xBKwDeYveuCvQm2pXaRr7VPzPpXx78DNJ8XabuhjVWHTjivG4dJ/wCELjuNGnBVc/u9v8Veu/CD4qR3/hKebUbtXnhkZfn+X5RXkPjXxc/iTxmr2VuZd8m1F2bV216bxNP2OvQyrQhKziQaB4Fgury8nvYAm5N6Nj7tef8AjTTbnSded7KBnXjHl19U+G/B93r2lxvOiWqsgHyda0j8PtE0Q/abqBWfbh3k5rwK2YUU+d3aLjhZ20PjHVND8W6sqXA82DI4VTtaq8PgXX1C/aHmd267t3NfXPiHUNEVVS3jjlRBt3KK0tK0HTNY09LlAGixt2t2pYfFOv0SQOm11PEPD19Ja2Fnp9/+6iX5X3fer2JrfR7XRIp7cw7mTh1PzV53478Hu13vgx9nHRv4q5/TdNnuvKs4DLu/u5+Vfeq9xS5abBSt8aPRtf8AFFncWDcFJ9m0tXlWseJha+bHIhjwefMO7d/wGtLxbb3/AIbVWuQGyF7fK1cLNqg1iRvMA2seWX7zVcqSh8ZlKV9jv9Pt01zQ0kBKOfbbXUWfw3MeiJK7vPsG75nO0VxxjfTdGie2n27tqhc/N/3zXbeCvE09mkUGp+ZLFKNu1RXLRhOL8jb3Zs8g1/xBLoPiHydnfb5TD5VWvQE8TajrmnWsBeLZw29E+ZvauT+N+kvHqiX8YGwbstjbUXw08baZpv2WC9Enmo+0bRlW969aulGPkSm3oeh+MWvNP0RbmUOiphg3tXB6d/xMHiuSHl39F/ir1r4l+MtH1Lwitvb/ADyum0tjbXFeCFt5LaIIha4hH3c/+y15sFSpQ9wqTd+VnpPhXUk0XTlD27tx87L8tQaj4+lW4aKydg/bndVu4s7u+tElMccEATlfus9cYmveH/DOpNcapqEUSj/lmp3NVQwVXFaUKbkhqpyKxvXnxA1O3hiN2GZT/dG2meIfGUutaUgtid/3ty15545/aG8GSI0FkZLh/uiSvLofjRP5rx6ZZtIrn+I/LX02X8F4yq+eULepNTFcujZ9Eab441i6sjp8UUKOw2n+LP8AtVi6r4RvrVHuZ9rMx3fKa8eX4iar5iyy3EcDf3IxV9vHGsattMmoyLEv8NfZUOB6rt7Socn1tRlzHK65bm88QpAIyzM+00z4i69B4Zs1t0AeUJtC/wB2ujjhiXUf7RR9+xD2/jrxv4kSS31/PI8hl29eK9qlhnhnOnLpofouWpYpRqPsczH8att4tleO1u2dofPDf3a6O28RJeNsuc/MNoZa8E12zEniKz3g7fOTeuO26voiw8O22qaHFOIzuOcsvytXDVoqHwm1erFTcGiheWKtF5kbhnA4rIRnW5XI3bRtNPvYbvSXZ4mJT/nnJ1rNi163uDhxslzyrVMJM4ZUk9YGsuoCSZgn3QP++qt2twWXfOfu/wANc3csbV/MgO7Bp51QxlXI+Q9Vq27nN8B2W4TQ5Q1RLbX2feZvas221RFZHEnyY+7Vx5tzg7t38Vc8kdUKhajkPR6lRQz5Iqvx9/NWo5Bs7bq4zpLsOcVdT5mXaKo28zqqh0P+9V3tkE0dDZMsBRvXnbg7almVJGUAdKpRXHzMhHy0+G8/ebH43fKGahaILliFQu4p94Ui75P9nb/DUsnypwfmxzTUXbLjcd2KoGx08IXjlG+8aFjDKwB+apdwyqOSy/3qmWSLzsfdbH3aGgGIpXodzVPaqkgYv8pzUAjSQqQ361Y4kXjtQVccLXvGfl+981SxsNjcbWHSiCQruQ/LgU1/mDYBq1uSS2F1LnDn/ZrbghLbAcM1Y1qowufvLW/YRiR1JO7bTZKNO2U7VrZtrdJhhwNtZcDDeoJrZsl4zn7taU17xXQ0pNkMKICF421lzyfOwqea4DcCqe4NziuipuJLlGMx25J+WuT16QXSviQ7kKt8tdFfzeXDjO2uahsfOlfI+/TprU48Q9OVHR/BzQTfa4jum5kwx46tX2ppMn2XTosIeB/DXgfwB8NxRvLNLjdvGK+jIoY1tuMYFfnXEFVyx3KnsjyYRfMzyrxp4+1rRdQjMenhLQvt3Ny1WNf8b2eseGLqO4IiDR7PLc9TR8UNXs444LSRfmJLlvSvDtX8RQaxqdrp0Z+RPndc9ea+fp4SOM5KsHbueVKtKi3Bu9yXwv8ACmXxBcz3A+WAEkL/AHq57xV4d/sHX2tyflT+GvUpvHkng3TZ4oo05CqNx+evKL/Up/FWqS3cuFdju+U9K+mpNr3Yo82rFLYpeIWgbS2jg+a4bHyqOlRaJ461PR7ZbOCXYjDZ8w3NViby1Rk+9g1lWFrE1+sroPkf7tepgqrhO7djlkj1Gy1i4bTYmeIorn53x0Fec+Mbj+0tXxaZaCP5DJ/eNehm+ttW0eKwiiuBK5/eMp6flWZd6TYafbeWnl+eMqPn+avsMZifZUlUi7pmFm2cEl49rNidy+OPm/hrsPAHhOXxJqO8Ebc7grVyD6a6zzgfOc8tXu/wBa3tXxcLGGb/AJaN2r5adVQvUOqlFTmkzmvHmh3PgXVLd7SP5WH7x0+bmvZvgvqEF9YKXmHngfdc/Nmqfxn02HVNJiNtGH+bc7etcH8NJp9P1ZOCrIfu16+DxME1O1zS3s6rifR+oaHPqiQxlh9nU7ivrXn3xN8LpHp+YN8T7925RXrOjziexib1FMuNFgui/njzc/3q+3w+JUWn0OythPbQ03Ph+Pw/Bo969zcukW8fJ/dVq7zS7qwutMWNHTevzf3VavMpl1PxFZLHs2wErjd96tFrE+H7aLLneBzuNfhso1GlJocGk3zHK/EXwm99f3U8SBmzw33VrltHD6TayxSBNychmFe1bo9ShggEW9pU+9/drzTXNBuLjW/s8A3I59KtUfrEHclwS2PO9VvrmS4cLIViJ3bVrKuryXYyE7q9O174b3NjbeYE3LXC3mjm15kG1lqfYyh8aOaUZ3Od8n7rPXRQW9zrUaRx2w4TaWUbs1StbWS+uljRN65216loCjQZYhLbP+9TaVx0rpgnuilC+x5P/wAI/d2+oeWkW52O3bXaeHfhrPDb/wBoyxl97lCqj5Vrubvw/Hb6rBeBAq7w21vSuu8t5LZYLdNqP8xVfurRP3XZLc6qdPueGXkf9m6woQB4mHG3+GuytPG1lDojCQLFKBtdW+81aXifwrbx27StFsX+9u+avNrqx8t2Rxu/u7qyq+47oTvTY7ULd9W33cUZ2OeOKzbWze33+YD04r3TwlpOmTeD0TfGrH5vmG5q4rWfCcsk7mNNsSfN77azqe+jmlSa945Xw1JZyawv21/KgcbQ7fdVqseK76z+QWk8bsBtKr6+tdFH4Tso/D0s5w7p13H5q4iw0mTUDKlvGXUH+GuaFLW9xvmhCxmy+KLi3KAgMuNpaqN/fPMjOX3N/e9Kvar4Xu40dyPu/wB6uYht5NzhyevNdsElqjDmfU6fwXod3r07JFA0rZ/hFeu6F8Nb2PaLmAoq9W/2azvgV4q0jw7PAl7GGaR9pavpnxBq2jrpIeMqiyjcnNcWKxKnem9C4U2/fbPLodP0vw39jjuZ9kEjjfGp+9/vVf1f7Gut2o0vY06HeG/hxXmXxP1J7gKkD9PmNZ3hvxNPoojnEvmuQuzd8zV5Coyp03bVs1hNSdj7Y8EeJWgsEt7uNY3CbhtHy4rlfH/jawvp57T7THE8Qz8x6142nxK1yOwV7mdlym5VUdq8517xJd3V+1z5hZidxZq4aNOrGUaU37qO+eIvDkZ3GqahcWepPKHItTn8K9Q+H3n3nh1HsLncjk5Zhu+auKs2sPEmmWseY98yDG0/Nn+LdXs/wq8J2ug23lw3Mbhvm8pX3V6GNpWsqL1ClRtIy/HNudN8IyvPBE8uPlaP5dzV578G4bq6v3u5YPl/uyHav/fVdj8etbg0RrOJlHkOcHnbtrsfhbp+nzeH4pIlg3SDdtX56ihCLSU/vHVpynPkgeM/HLWEunW3QR/L/CnzKK8Cgknh1aKM/L86/N/D96vY/wBp/XLTwzr9uilN0jn90qY/GvDr/wATHVHieyik3od3mMOtdc4VXVSteJxcuvvHt+kX1leXkCXHlxKMb9v3ciuj1TWLSz1GB4Myoo5f7q14t4ObUJp2uJ5fIYD7q/Ktdak0d1FsLltx2u2/5d1aSjd8sDSy6Fr4r+KB4ks9kMGxsDLZ+U15LpVvcLcrdQJu2GvUvF/hM2OiNM5Mrr825fu15vc+PNI+H+lvcam0bXH3ktlPzV7FDLcTjLRp7HK3aRs6lqGo3VsofFuiD+I1hp8ZtO8A3fnm8+2XgH3Iz8tfPvj/AOPWq+LruWOzc29qx+RE+9WHoPhXU9edZZCV3dWav0PLeGsPBWqx5mTJNe/NnuPjD9rTxT4wdre0nNnb42iOL5eK4P8AtDWfEVwrXEksrE/eYmtHQ/Btpp+0bPPlPWupk+xaHB5k+FZeka19/hcBRwsLQgkcUq3M7RM3SPBpVFuL2Uoi/wB6rs/iK3sYWttPQLj5TJ/E1cjrvjK41aYRRMUiX5Qq1peHdH8yNZrk7VX5izV3RXRGD7yOh0LzZpWllkLK396tG/8AE0VihSM7sdea5fWPFEcaNb2xCov/AI9XL3N1NcSffPWtXLoiUr7ntPgbUp/EGm6iA+1UdG/3V+al1Pw3FeROjgK2f4vvVzfwk1p9Puri0l+7eJtC/wC0K7L+0EjdnkO5R8xX/a/u18RjavscTNT6n6fksubCqMHseKeOfhXJI3mwLslDhg2P0rp/AWrSWdjFZXkZj2bl+au61BodWgcbwpU7gtcrf6TLDucYZEWuaooVo+6e3PDRqK99S9e2NtqFlLkI+wn/AHq8117wHZ2e67iE0rN8wZn3V2Vn9phDb8rE/XdVTUbiCFPLe4Dqh+7muH2XL1ORYOSlueaW1jqscc8yAtEh+6x+ZlrJv/Enllop4nR+20bq9JuboTHEQ8qKs/8AsOwZ2Los743Fmo/domtSh0OX0rUIrwYEhVh1Vq7CxYzRqchVrnrvQba33Touxv7y1b0y4O7Hmbl7VjUS3R59uXc6W1+b5DlqmZucHO3s1OsFGN5+9UjsPNY/w1wNandB6Fq3uh8uQWU/LV2FnkfH8Oay7b7+f4au/OxXYdvFSVflJLtvlbYfmXpQiyeWpfDY/u1V8weYu9/vfLVtJDnbxt+9uqmJM042Ee1Wz81W4VRv9r1rNGfkIPyVdgYRy5z8rnndUX1NEWZIxGrEAMxpu1JOvyyt8u5alkYSbiPurVR8b2I+b+KnsVct+WkKsABu/vU3zPL4B+9VV5tzcHa3+1Unmbdg27nqkTcsPJ5iqEJT1q1BhmTHzKOtV3+ZWfHarsexbVWA+f71MSZaMiNwAPetewYbFcdKyLaRZEV1+99K1Ldiu0cLmrsWbVtH5zq4rWikCrz8q1kWeIY8E/8AfVKLgs7Z+VfuiumCt7wF+Rt0hwflWnbu2KqrvZquQx7txah6sChexiSPAG5qNHsUkmTP3hWg1j5jbBVzS9PEbsff7y1tA5Kiub0WoXGi2Cm2kMX3WLKfSvRNH+LP2jS7W33b53/i9hXD32lmTw/Pgeny+1c14bvLezNxcTvs8lPk2/drwc2yVZlVV9NNz5HFYidGq0jofiHrQ1jW5QHJWKPaVrx+w3WPixpQTuJ4211NzqE8xlnRztd9xauMmknuNYWUfv3z618xh8H9UvQXTQ8xz53zml4v8SXMmpNGTtT/AGvvVnaPqEv2hkikLI3XbVDxRY3EcyF0Kqw3bqr6Iot5lJJX+telGnp7pk5ano2kaKbpN+D+VULbT0sdblEh+XP3a3NG8TRwwNHBGHbG3c3asHxHqCxzo5cbpDXDR5lWdN9SpJWPZNO8L2l94elltJRA+xcSIfm3V5fL4P8A7D8YeXcThnk+dPNfbuzWn4P16902Nfs+ZU+9s/hrj/G99qnijxOZLz5JZ3VQq/Lha+kwUq0H7Oa54mFTl0a3O21axs7W/wDKj2q2zc6oQ3zVZsLWSxSOSDftj+Z9tWPC/wAK5/7LWfzTuzzxXQv5fh+2uIr/AMzzVT5IlHWuvMsDVfvtWiwpM7zwLrFprFnEl3OW2n/lrV/UPBqSX7nTkCOw3Bl/hryn4e3k+sB40BbYdo56V6/pPiCTQZmtriMPLwF5+avLw2CxeHnFwV4XO+MoVElM9A8LRTx2KJN/CMfMOtb1VtPmE9tG4HVRVmv0KKSievSVoH5j/wDC+ra18iKzt3kRNud3ysv+zV65+KB8WagsdvAUVtv3vWvIm0VF3yAV0Xg23fT/APSIj8w+ba1fkilCUfcPI53N+8fUHhi6jtUgnuAFbZt/2axPEl9bLraTxFWZPm2x15G3xO1DzvIuJz5DDbsUfdq+NSMls1xE+5nHPPzYpYeE4S0OrmVro9cm8VafeaU0dzhHZN/zD9K+dvHOoJJqDCAhkz/DWta6xPql19nMpXCNhWPytWHqNj9ovNiBXZTufmuitUb0Iq1faLQ1fh7qWn6emb9PnR9w2jdmvW7ZbPxA6XkCMiuc/vBXltt4bgvkRBhXfGPm/ir0COzvdF8MW4tHbYm5drD5vruooxc1odFK9tUdlrWjwXlnbyJ8sueNoq5Y2+3yoONzkLuX1riNP8WG1sYku0k3BFb5TurqrbxZZx2Kyl1V1KujfxVlCE+e0zSPLznNfE3TZ9NZnfPmg7ev3a4EWqX1zAnDMw+biu+8Z+JE1y8VxG7oTuPFZ2mw2lvN5jp8hH3m7VtUopnNVvOTSZzOl3Eum6oluJXiR2OVz8ua7CTUN2ltJmNbz7rux3KRXH3+pW0OsKXP7pfl+UdKpXN4dUdorZ5PKH96vInTS92DMPaJe7I2r7Q5biNmeTaj7m/3q2fBlrpmlpBbzOFlmO3pya4S81rVbOHyHlKqo49hWM/izUZo4EcBnt34n/i/3a3o0/ZrU3jKB3XxSW38N2tx8gZZPmTn7teCnUtru+C24/drT8Z+LNQ8QXKR3lyZUX7q/wB0VGNPt5LdHQ7uP4q2q0lSab6mFWCTujZ8NwloluXO3+6392usu/HF5dQJbyTu6xfKOelea3OrPp9o0EZ+X7v3qdoE1zfXKgtlq4p4Z1ffkc6VnY7W/wDEUtwqRvH8w/5aZ61PbXgkvLc42qrqx3VFBbwWt6n2j5Ys87vu7qzvE+pRrMsdk6sw/ij+aplS5FYrlduZn0prFrpl14PiuIJEVCFb5nXc1eL6qw+bZ935vmrndK8TaxHpv2MyBoj1ZhuYVfvLjy7RXBDcc1586bbuOTU9h9lq1xpd5BPFKdyHcFz8tfRPgn4jXi6Kt7cXscEqHdt4XA/ur618rvdPI+4Aqq1tJrVzeRxRxl22HcFX19abhKfxHTSrezR774/1CT4jIsrp86fwMa8+1L4reKPBelPp2n3skESfL+7AXb/wKt74RatPrVzcWWo732R7kk9Ks+OPCcd0l4Z/uxKMN7VnONONJdkT7VyfPc8CvdS1Hx5rf2vVb2W9uH+XfOd22vQrDQ7PR9PSQqWbG0LXnEVnLDrzW1uDs8zaGr1nQdLkvJreC5fd6LJ/dr0lG6iuhCjKWpyL6tcR6gqIpW3Py7W/ir0vQtPtl0J7mWSNXHzPuPSsTx1Y6XpcXmmWOKKI73b0/wBmvmD4u/tCT3yvpelyGCyT5SyNy9fQYDh+piqqrSlaHXz9CeZqThHVnqHxg/aMTS4X0uwu2vGT+Jj8q18oeIvGGp+MtSbfI0rOa5y+1S41q73n5txr2T4W/D+C3tF1G9T5v4Fav1TCYSEF7KirIqVqEeee4eAfhuNiXd6n3Ru+YV6TZ2+4eVbJsgXq9NSb7ZuiiGyBf7tRar4gg0W28iIjd3avqKdOFJaHiTqTrPUv6lqltoNngOvn45avNNY8ST61dtHGTu7NWX4g8QSatO6F/pWp4U0l5nXKfL94tWTm5ux0KKgrm74V8Oln+0XONo+Ys1WvEPigqWt7YBYF/hqLxTr0el2n2S3fty1cRHeG4lYk/NVymkuVERg5as0PO86Rn53Vu2EJZN5rM0y13FCU3f7NdZaaWZEzkJFVRTZMn/Ka/wAPfMm8Y6WI03YkXP0rvfGmhy299cXdodqD5nirivAmrWcPjnS7C3IaV5OWX6NXsWowma+cEblI218Rnr/fpQ7H2WSNwptni/8AwlCWqYlyrCq158QEjhl5DKflqz458Opa3cpCfKW5ryPXNPlt5fLDnbn71eFSnJaH1qxat76OyuvF0t1E3luyqw9axra+e4kYyOHI+auV+3SW+1HLt/s1ftbob98aFd1bO7JnjFayOoS8dW/2akSR5JlcJWZbN5ysB8zfSr+msbf7/wA3PFZM4ueUy5Oo8tg4/wCA1huq2tyrgfLn7q1uXMxbdkis+Xy/NzgURZlNHRWOoLJb5A+Yj7tSBpJPm4VazNPmC8Z/3avJcbUxWDLTL9nIfmQkVMlx5aZJGaoQsGXAP1aoLy4ONuTuBpWuaXLU1wrFSoq5FIVdcv8AN/tVjR3Hy81oxzedHvwdy9KlhB6m9Gx2dm43bc1Y8wSIoPyt/dqlBnydv8VXVZI4lfHzfdo5Te5aEx+ZD8vG2ozcFfk2bmP96o0kCwZB+bO75qimmEkqx5+agnmv8I+HzZJm83G3tV9mMa78Bnboq1XikO3BP+zToWKthz8ymqSAvpIrZxxUiSGTcAehqpHsV853K1WIpk+bHy+tXYpGjbMY+E9a2rRi0i5yzL/3zWNDsZVwfmatiGQKMBvlq0h7mhNMMY4pLZi0vzndVEsZHUYq9Cvy8/K1U30NUjRaT5VQD/gVXrNdxrKgkO3HvW1Yfd/2qEymrI04bcKmR95qswxx2+193y96WP7mTVCS8C7wDlq6LnF8R1On3ySFYpcNE42muUu/CKWeoXGXP2PO4c/K1PsLz51/hroLm1/ti1UxvteMhv8AeFdGJpvEYZwhuj53McNf3+qOS1mS2tdJS2BCSt02/erjrXTbizvUuFj89WO7a3pXZ+J7EyToIyZWT+LHT2rS8N2salBefKzJ91RXwEI1FHkmtT51x9443VYZdamQywCBV+XbWPJo8UMrjI2g/errNUjuNW1t3RDBbh9qLj/x6mW+gyao04gjL7Pl6feaul06lNqCic26uc1Z3Tw7xElcvreoXN5qCiQbUjNd1aaPcR3DGWAogPNGqaDBI7ERj5vm+X73+7XRSoWq2ktwTvE9B+DXh+TWtOWQw7lI3BqyPiRp8S+M1jtxt8kLnb/C1e7fAS1trfwmkckYWTG1f7wFee/FrR7b/hJLj7OF3fe2r96vuqGEpwwjh1JrJ+5OJR0H4jSab9nsp3MsCHdtUfMWrr9btYPED28iRSM8g+795q43RPhXe6kYnfCMRu3ele4fDHwzaafA9vLtadPlO771cssPiqahCprBmlJe29w4HwjoP/CF6vFJcR7YJH43D5c1289nBfeMlnGGUgfKtdH478FrrVggtxsaPn5a838J2us2OvL5tuXgU7d30/ir2aVJ00vZ7DqJ05+zkj2G3uJLLV/JYnyHVQu7+9W9jGaxdVs5LqC3mjGJEw1bEJPlJkfNilK3Q96jdXR+RV/IGdwh+Y/3a3vhz4XuPEmoLF57RIH2nae1UPDekpqGqxxTvtVv71d//YcmglLiwlNu4O0Mh+9X5DSgoR03PNhHmfM1oL8SPhmnhfZLEh2x7W3N3WsLwrr1tIj2UsUiOTtG6rmreMtU1aNYr9JL3YceZIemK4XVNQlsb9ZYAG2n72NtO7i1fc0lJQemxu6t4dmhuXuI8pEh2hf71Z+g6pF/aH2dwNxNa9n4mk1TQW814klR9p3HoK4zSLOWTUpZEfcxfhlNdfIpLmLS6xO41WO4huUCl4G3L937y16bpeufZ/Db291Ju/hSRvm/hrH8MeFbjxFZ+ZcALcJhS3rW7ceCdRVJ7YwDytm4MwrWnTa1ijrhzRu0ckmtR3xaIuWiXcoZRWFaeKBb6rBZu7Khfb831r0iTwraWOj2bq6rL9148fMxNc1qPw1e1jgv3G52fdtrflT94nln8R3yfYPuSRld0a4ZasJHZLps4HlurZyrferjH1RLO2WUbun3W9a5LVtWvLiXfGJFVv7tePUxDhV5IkVa0IdDUufCL6lqsgQ7FB3banl0lNFuIxGNrgctWLa+KLtZVEjnzQNpZfvVOLy5a5S4+/nqrUSgpq6Wpzfu5LQ7q58Ixaxp7XhQo7x7tzD5eK8u17S4LOGXyyEburV67rHjK303wv5ccpZXT7i/LsNeB+ItclvGYRudua1leKR1VkofCcdd6S7XbORu5q59oS3t9hwrL0qZptzKcfN3rnvEN4Y367W60vZzrzszkpxnUlaRLNCbht5I21paPcSWNzE6Lux1Vas/DLw7e+Nrz91E32WI7Xf+HNerP8PY7F94C7o/mNa1KE4+6xujPnujktY1A6kqbE3f7Kj7tM0zSUk++g3/AO1XZeHrHT5L2cTgJg+m7NehJ8Lzfc26Db8rBsdVrxqlOpOfITKE2zxeSz8leB8w/WqN1M+3y+dteu6/8M7jTX34f5OvHy1x954X3SRZzydp3D7tbvL6luaQ/Yztc4yGaNeHQs396uz8LyaX5IM+V5+/XM+I9PXS3VMHdmtLTdNi/sdnEm3PTbXHWwztZMiF0z0bw74og8G+JPNjjinSVNkiqfvIf4q9Lu9HPiiCW7jIiSUfIq/N8tfIP/CQXek6rKhxcRL8pVu9ew/DTx1eR6VLPJcyNB8yvEh+WKslhXCFnqbxtIrazotn4fvnjdwk/mM4Zh1qpBr0Gmwz3964t4oPnEjd6sanqEXiSZ9QlXaibt0mfugd6+XPjp8Wvt0x0vTn8qyjO07T9819hlOVvGS9rW0gjNzd+SBF8cfjpceKL17e2cwWYO0LH/F9a8EuLh764z97NRX14byY87q1fD+lvdTIkabmJ2iv0mEI6QhojeMFRV+p1Hw28HtrWrReYm2BDuZsV7vM0XyW0B2RINu2ua0HTx4T0NIx8t5MPn9qr3uuC1jdy+H7V9BRpqjA8OvUlWmbWq68mm27W8GN/dq8+1nXHkmY5+Y1Vu9Ykm3yly2ay42N5cqcbqzqVXL3Ym1Oly+8zZ0DTTqE6u4Lbjur0G6uo/DenqP+Wrj8qoeGdPTTdNa8nH3BuRa5HxLrj310z7+p+7/drRe5Ays6kyK+1Z76+eQ5Zc1a023Mmw87mPFZNhbmQ5r0Hw9o8UcP2y6wqL0Vu9ZwXMzWo+RcpqaTYpYwLcXB2rXP+KvHBVWgt32p/smqnirxYZmaKBwqL/drhv3lwzOa2qVfsQIp0r+9M9G+B99LdfFTQy+WYTMS3/ATX146o1zkn5VNfJvwGtRa/ETTbhv4N/zf8Ar6rtpNsOZPvNli1fEZnf6wlLsfXZdb2b5TmfF+kwagj4jDNmvIvEfgsySM6DCj2r2XUZPMXA+8TxWHqFikjYk+92rCPI9D2+W58/6j4Tkt929NrHo2Ky49P8tupX/Zr3PVNJjm3AgdK5m/8OxSKpjA2/7tYSjYjkvucRYL9nXkn/gVXRM/THy1qT6OGdQIjuU0yfTxDDlOxrjLfulVJnXdnDL/AHqo+c7SO5Qbe22tgWr7MDDZqIwhU2HK5/hqjJkVrJ5yhx8vNakOGRs/L/s1jx2Zjbgn5mrbhhKw7ylZyBPQgeYwq+07fSqBvDJu5+YdWrR1JU+VAKxEYrI23O2mkS27ly3uC2wVtw3Xk7EPzZ6Vl2UKMiu/y46Vq28e51IAo0NjYsrwSbuPlq75ybl/u1lwZU/Ig96uCZNqqn3u9Fh3LZZFiyg+dqhiYtLmQbcU1bpI1+4d3enbvOXcflqbXLWha87a6oB82PvVGkksn4H71MeTj7/+zupyXQj24G5q2SsF7lq2kdZG3mrUai4KgE1Vhbdtb+9WhDiMrxVDb1saVlCI+p3KvyitNLgbdgG1VrHS6RXXNXoZFZs1DZ0U6ci/DNzx96rULSdz1qjHJzsq9Er7cmo2OtKxoWynufvVu6bhm4zXPwZVuTW3pTeXJwetXuTP4TckbybZ65+a4SN2x6VrahceXbYH+8a5eWbc+0ferVs5orU1LaYK3Wur0DUjDL161xEch39q29Om27Tn7td1Go0YYimpR1Ny/wBc0fTdeSDWAYI7khll/hauqsNDttW8QodPcNaum4NH83y1wPjLw6njjwzLZhxFexhmglbsf7teQfD34gfED4U+I2thbPeRRvteJ/mV1r6SGBpVqftacF6H5/iaPs6nIz6b+IOknRbZDBGJT3ZU213nwg8K6evho3EsUbSuGPzdcmvMW+NmmfEKwi0/ULI6TqI/5Zv/ABn/AGau2Pjr/hG9NeNMs0p2iPPUV8zm9R4SSqU4anNQioTfNsX/ABj4bibVJ7awiO4fM7/w7a4jVfCYt9SgknDJhPNPG7aoru/CvxEs9Y1l4rsCBWCrt/8AsqzvipqEWtarFbaXc7lYbH8jvXydDFVa2MUpxKlSiqblEydb8bfZfDSwaPJJBeM+95F+XbXD+HvE2oR6/F/akjXHnP8Aff5m/wC+q9L8BfChtTvXN1I86Kd23Pyiuhm+F9vHqUAitERk+cs3YV+gunVqTg3ojgtN69DufBOoRXlzbxW8Y+zooUyN94tXf2Ph62sruS5QfO5zXlnhO11H+0UjEcdvbwvuCqu1nr2WAlokLDkjmu+veDse5g0qi5mh7DctQLYwxnKxqv4VZBzRiuK7Wx6rinuNA/Kn0g6UtBR+Yo+HGofaGnRCir827FbkPhvU47VrfO/kNufqK9Ff4gaRfW2yAFp0+XdxtxRprSaxMxtkDupr8c5/fPNVOysmcnZ6DZW9sv2sbs/xKOh/2qi1L4Vwakj7BuTG6OTH3q9D1DwPczW73gBRSnzxfw5p0ek3+k6VAAN24fxfdr0OSpZMp009Gjwi5+Csk1y8e7avfbXN6l4Vn8Ezfu3zsPO5a+h4dP1ia3e4IjWWMt8qjqteGfE7UNQadxO+7b1XG2tFUcNGTyRpHonw3+JUEKpHPBErttUrnrXqHifxxZR2MEsAjTem3b96vl74aaONYvUkkP3SrHn5a+qNL+GthqFlkHeyjdtzW1HnkrJnbSlUnDQ88vb6KSLzxgspDhWP3hTJfFxvoZbPy9kCHejMPmWu3l8BwaTNKkkfmpXOal4JOWkt0b5QcVXs5tcrYe/ucTNINQdfKBeJTzurtPCHhO01zzY/K27Y93zeteY3mrXHh27lhKefvO7cvGDXt3wq1KKPQ/7QLok7jdIsn8q4oYSMJ80jGNFVJmTa/A2Nbx7mc/uuzVzXjHT7LQbPyAgV0O0Nj5jXpfi/4hSR2GbMbGPy7VNeO+Krj7dbSzvOX3jO5j0qcRW5HaKJqqnS9yC1PPtc8TJcQtAJfnU7fLauUlUx/OfmU/NWTr10LfUnkQ7tpqv/AMJAZE7rVqhUlaa2MnTnub0NxbLA8khG7+7Xn2t3X2y5bYCyseKv6neNN9w7VavR/gb8I5/G1213cRH7Kn3Nw+9XrYShyP2kjpp07ep7h8BtP07w/wDDO1kSAPcFGZ/dz/erqpdL+2WUrSWy7nT5tv3Vra0DwPZeGbNLbYXUfLt/hrsbfR4lssS2wXcf++q1kuZ3Z3uGh4ppXhOzt7+C6f5WU7XWvbPCs2nR2bGCcSxIOVb7wrivEPw5vZvPltJzBv8A7v3Vrhm8H+JdN80W2qyJw3+8xrhs3O5yLR7HqHi/xRYb3jJDr90L61434i0F5g8sTnYx3bVrzvWLrWfDesv5t48rOeVkNdLaeOLuaySOcq0XQtmvPxlZx9xs5K1ZT93Y4/xL567jsLydq5y31C5VMiQxL911/hruNZ1SzurRwjosq9F9a4htPv8AVJ/s1nbvLL1+WvLck9FI41ZdTI1K6TzsD73+yateCdW1BdXW0tndopjtkj/hIrRg+HOoQkJeQOs7n/vkVb1iay+FPh6d/MEupTDcZP7lfXZZk8sXZ9CK1T2Zzfx5+IkHhfTJdG06fbPIP3zJ8tfIWp6pJeTMS5ZjXQfEHxZLrmpzyyOWYmuPhXzJOfmr9A5IUYKjT2O2hTsuZ7l2wtTNIvy7q9k8AaDHpNm2qXaBcD92rdz61xXgPw6dW1BMjECfM7V3HiDXkVVtIPlijG1Fr0sNTUVzyOTE1OZ8kSXVPET3Fwz5/Wuevb576fk7VX+GqT3RZsD73em8Rqxf71b1KlzGFPkC5kPyAfd/2a6jwZ4fN9dpI/3F61zmn2sl9dqgG7ca9NKp4X0Rc/LK45p0YX94VapZcsSh4y1oQwraQHbEny/LXnnmG4uWWpdY1Q3l05z3q/4Y0WTVLpQi/I3VqJN1J2HTj7OHMzpfB+i+Y3nycRD5ju71Y8UeJlw1vBhVTjatWNb1KPR7BbO3+8vVlrg5GeaZs/MzVu/cVkYwTqPnkRNvmm6Fuea2NK00zN9ypdI0l5nUfdX+9XV2Gmhdsap93q2KunTfxBVq/ZiangCEaXrdlcD5VR+a+iE1INpssn3dp2jdXz/bW5UrHGNrCvT9H1Y3miJFOdso+Ur9O9fOZ3hXJKtHoe1k+JUZumzTTUB9oXPzVV1TUBuwB0rKtdSjjeVOXb+9WXe615kj5O1q+Spydz7NuJcvboyIyAhWrLt43k+VnDYqt/aUbNwdrinQ3yRhifvfersUjCT/AJS0kO1snG4naP8AZqrf2YUMExz/ABVXOoBZuCWY/NUY1Aq7I578VhN66E6sr7RGjIn3fu1XlteF5Hyn/vqrrybew560x4Rsb5/m7Vi2O2hnQ/NIwx8w/hrctbctC2Mf7q1jXDfZzv8Af+Gr1ncHbvD7c/8Aj1ZNPcSK10p+0qdh/utzSQ28ecgH5varEmWnYk/L2pomTeo5qwS1JbaOPfgpxn71XCqLtKfLj+Gmbk8rtuqWGMeTy1SjoaQ+Obb0/iqWO4+bhA1VyqMihX2+m2lj8iMtz81aoysTuybMoKgS4kV8v8q/3ahnug3eoPtXLc/LVIu5f+8yHedtWFuPLG/ZurPhzMeBVuHT3uEYSuVT/ZqrXFr9k1bC4S6VSPvd61UmEJ67mrGhWLT0WONdtXLO1uJuWO1c/pUtnXTpmvB++deK17aPt/FVW1teVxxxV2FfLH95qyOxIuRQhRnPzVcjjfbk1FbKNvz/ADfxVMzDsetDJJU+XrWpaTCNcj5qxvurUyagirjPy1aEzT1DUNwfmsVbhfvk1R1PVo1Vjn9awJvEUcZ5k+WqtzGDaR2dtdD77kDmr8OtQW8eXcL+NeTan4+hs0VBIOfeuG1v4jXF0/lwOdpO0/nXr4XDTqM8fF4unSR9C3vxStdPLJHKjv8A3VPzVzyfEhL7VGvAifaH++1fPp1adpmd3+Yn1q/Y68YXwDur6/DUvZLQ+OxWIdZn0emuaZ4mdftCCKdfuSr8rCur0HVBNd/2ZfPulwPJl+9uWvnLQfEW6ZIw/wA2ea9OS4kumsL2B/nhblq6a2FhjKcqczynOzPV7nwnf30rS2UBVV+V2b5ax4LHUbHxdFbTz+Vu+Vdvavd/hF4gsvFGiIjxRm6TCyJ/ePrXP/Ezw7Zw+N9LWMr9oaTfIqfwrX5/hcrlRxD51sbVNIppno3w2hj0/wAqL51ik/il+87V6P8A2fb9fKTJ9q5GKxk0/TLKdEMtx8v3ugFdnBJ50KP6jtX0Nbo0exhEuXkZxaXDWfi0+ZCEhPyRtXdDkCqV3pkF5Ikjrlk+6fSriKFVQOlY1J81jooU3TumPooorM6wooooA/LnUpLSaaCOAhWfp5b1778G9BFr5DyyB8+9fPOv6X/YfiWARpt2SDd/dr3vwZ4ugXZHkIQPuIK/HZ0WrWOClqz3i+htvsbxZG4p/DXA699st/Ktkj82BTkM1NTxFBfIwEjJx/y0erN/ff8AEuV1Bnx8u5e1ezTsoWkd7RYe6sLPSU80hWcc8fxV87eNvCP/AAk2pSvaHcm772K9mCvqwxO4VMNjb/A1YNrNDo9xLESGweJMfxVDpr4jGpD2lkeH+D/Cs/h/xC1vODsfd8vvX0D4a8SHQ7JIb+4ZlT+NRu49K4bx3pput17ZxheQz812/hDw6mueHbeW55WPq1a2WnL1Ippwbgjo/EOpR3mlrcQSFmUbtv8AEapeDLoao8tleg7ZY3b5awdRa50e/ijgGbcH52buKjs9aj+3bLOQ7+zONpBov9nqjpUvePOfidoYh1hHgjKpu5WmXupSeH9Jge3fbE49e9dlf6fJqGvb7mMy7zz/AHa1Nb+FtnNpHnp+93RlxztUe1YVW1a/UwqKab5Dzzw7qkuraRcmUfcPDNXkXj3xtKrvZ27hWHyvt/vV1+seNovBun3WnIoabJwvrXjE2++uHnlfc7nd0r0aOHUlzSGleK5tyqY5LjmQ7mNH2XaOKeimPjNOnk+RsD5q67a8pqynplqL7WLe2f8A1TyKr/8AfVfcPhPWNE+HvhSCIGKKVEGK8H+D/wAMUuoLfVLtOr79rDtXuc3gGy1LdBISvG5GqKl2+VMFeLdjQl+KWntdQXD3EUqqFYxxn7zV1V98VLCYxeWhltyA3mqO9fPfjTwnH4bvYHim/dZ+Rc/Ktc3N4su9NZBHclv4f96vNrVXTnYzddp8rR9EeK/jBFax+VAQzdlrx3xF8btX0+4cvFGyNuwrfw1xv9pXmpTK7yeUmdu5u9ZWseD9c1yZjEm5E+/IxrKzrfCZVKs5fAZPiTxhe+Krx5JEC5P8Ip1lql3a2qh8/wC61bnh3w6ljZS292gW6Trx1rJ1m1kuJ1iiwuTXBVpLX2x5vLZ3my5pN4ZnWS4w27+FRXonwi8QadpfjFRe2rtazR7DJ/crh9E8LyTbDISyOdo21seIdUttLSDTLTC3WP30i9hVZbk/9pYnkh8HfsZ1Ksaep1nxT8aadcazcS6YNllB8vmN/Ga+MPjH48l1K/nQS7lYt8ua9P8Aid4uS10z7NEdqpXyt4q1Y3k7nf8AMSa/aadGngMPGhR6GOHpyrVPaSMO6uDcTuf9qtPRtPkup0jjBZ3O0LWVaRtJIteqeB9Hj0mxfVbkfMvywr71z0o88z160/ZwNzbF4R0RbOMj7RKN0zL/AOg1yVxeGZ2PNO1XVHvrhnLnbmqcDGZ8Y+Wu+ck3yx2OCNKy5pGlZr5nOO33qikZ7qbYAatHFrDsH8VXvDOkyaheqm3g/wAVaRXM+UTmlqdX4G0cQp9ruB8qfN81Y3j3xJ50rxxncq/3a6PxTqieH9LW2jI3Y215LK0uoXTAZbca2qS9muSJhShzy9oy7pdvJqlygA3Z616rp1nH4d0jp+9Yc+1ZHgjw+YY/NeMcVZ8T6huPlplq1ox5F7xlVq+0nyrY5rVNSN1cd/vc1c0TRXum3v8AcpNK0s3kmT9371dtp9mIYMBNvFaqnd3IqVLaRG2unpHsRBWva6eV/rU+naX5iK5+7WlJ5dnHvfG6ulHG2MjjjtU3viqWoeKPsqbo3C87etY+ueIBnCPubHC1zLNLdOufmVjWdSCqx5JGtOThJTOvh8VGQymNiy7f++qrP4mikdxjayjcdxqHw/pIYvJKdsSDca5jxjrSNeYgQJj+JR/DXzOIyeGs6bPpsNmrb5JI6WPWoGXeD8392mvrX2hN+Plb+Fa80XXJI+d/zDpV5tQu44snOxvmDL92vAqYSpTeqPXWKU9jvYNUO5i+d1WTqQ8xHJ+UdOfmrzWDxQVlUPJhm+Xb6U7/AITAKigv/wB81g6LN3WPRrnWhvYoR0plnqm6Xkn2bNecr4qjk3EZZmqxZ68+3HPzVDosPbHol5qkao5wG/GooNQMm1MbeK5ewvkmOJc7f/Zq0ftQxkOFasnTZaqHS28nnbiT92rUXlscg/NWDZ3xZF4rQ+1J8wJ/2vlqXTZqqiNMzBn2D5mWrUUm2PD4VTWJFdJv4f60TatDbp80g/4FVKmLnNl5kXoPu/xVQmvk+Y1g3XiSNl4csv8As1Si1ZJkxk7s/d/vVfs2i1LmOh+0bl4P3qtQqZGX+792sOC6PynG3/eq/HqCQp8n7xm/hWpn7p0wjdnSWaiPcQfu1ZS+MnyRj/gdYNhHPdPmVykf91a6aysdqLtHyg1i2dsIF+wsxuzJ87H+Jq2o49vCVWtrfcq4Fa8FqFTk/NWdzX7RNbRlRya0bW3G/j7tV4/LjjXNLLqUduOoWqtdA5luVdtyp39Bt202S8j3YzXNah4qihLjIX0rldV8dCPgH5vu9a1hBmbnynfXmvRW6qhI9mrnNS8ZQwsQhDeleY6x405YvJt5rlNS8aH5niztzt3NXfTwlSfQ8+rjqdPc9Q1XxduRj5m1fvGuG1v4gBVZLf8Aet9a87v/ABNPcbhJIzbutUU1AzRMQdte5RwEYe9I+er5jUmuWB0tz4glurlZXkLMp4WmfbCw3g8sea52Kbcev/AqspcFeletDlirRPEnzS1kbyag+/JfatalndP8gjPzH9a5OFjJx6GtjTrgrOvXbiu2DOOSPQfD159nfJIV++2vQtB8VPGqxg8fzrx21uJFCuPl/wB7vXV6Qt1cBCp2r2rtTscU4n0f8OPH134d1hJYpCqsdu5a9e0K6vNU8f2ckuxrWV93mY3Mf+BV8p6JrI0+PYZC+3+HPSvpX9nfxNbeKtQt7KU7LqF9yK7fNXBi6aa5zSmrtRPrDVLWSXQ5Irf5X8vatVvCE4fSkiLFnhJU5raC/uwvtiqWl6OmmNL5Z+WT5j9a+e5lytH0qptVFNdjUooorI7AooooAKQsFpajeJWZSeo6UCZ8G+LPCtvY37SzpGyE5O4/NXFXU13Z3yfYHLbzw2O1eufEiGPWLxreCI7weGU9quy+D7O10CJ8RrOsS/M1fksK6suY5qdJyTkebWOrXa3MDmUq2fnVq+lPD2i2194NiuJv9aybjXyxfzSx+KEeSMGIPz/tV9RaZq2map4Zgjtrn5mQZVT8u6oxda1rOxXO/hZz0enwLBKI/l3E965zTPDf9palL5pL7Qf3TGt68t5YUdEB+Rtq1ztnHf6fdTy87M8M1d1GrDkvc3TWgzxZHaWemy2jxRy7vlTyux/2q57wt46Og6e1mTJvbcnkN3/3aXWdaKyziUwxK/zbv7tc3ojRalebyN7I/ErV0aXUmSvjujuE1CXVNLaSW3dpVO4Nn5Wrlry4l/tVXiJ+Y7dy9q9BvryDRdFYYRuOGWszwfoNn4gV53J+ct8v3a1UEvf7mriVby+uY9NiucHz4+j4+Wr+kalc6pok9xeSFEG75F+7Sarpv2FJ7J5D5TfMOa8s+KXj5dD0f7FaSvFcEbCqd1/2qhUnUnZis73Z5B8SdSjuvEtx5A+QHbXLrlVz96plzdOxOW3HlmqUKihlPzV7Hwk20Mqa42lc1oeGrUa1r9rbkfIrbnX/AGayr6EeYxz935q9i+AHw7k8QTPfyIyKD+7bH3mqJaRuQz13w9qFno+jfZ0HmxKiuWXtV3VfF0duLO/tfMVCPn/u1y+p+D7zSdYuMk8jaVb7tdDpumxN4PY3I2uOnH8NcK1dhxnKWljgPFUd74u1B9nmIifMPeuK8TaPLo91Esifvdyru/vV67pmpWTb5IJInlQcRSVwnjnUE8QavF5AGxCvyr83zVySUJXMJx0v1Nm28I3DeFVvHiWJmHEf9ab4V8df2Wn2a5shcb/kLOdoz6+9e0+G9Pj8TeA4jboF3x7JuNzBq8t8Y+A/7J0+VNg2r0asqtKcEp0gmnSacDl/EWrW0NzKcRrO/wA3y/d2+lcEjXLX/nmM7GPHvU0Wk3H9oMD5jr90e1dL4iuIfC/h9LkwBpfupu/vUqFGeY144aW7PKq1+fUL3xBF4V0pzHJuvXTiL0rzufUnjVpJZN0853uzGstNSl1Cd7i5kLM3zVg67rSRx3E+fuhsV+yYDAUcso+zor1PLbdSRwfxP8ULcXUqIdyjp714zczG4nK+9dB4u1g3Vy6A96x9I0976dRs3ZPzVyVpOpM+ioRVOGpveCvD8mrX8UePkX5nbHy7a7LxNqyKEtrc7YIRtFT28MfhHRvIGPtkw3O390VxeoXjzOx/vH1rot7JW6mCbrz5uiCWYzSYFbOmwhRk1kabbmSRc11EVv5dvxTpxv7w6s4rQg2vcOiD5ueK9K8MaeND0t7iX77iud8I+H/tl2ssn3UO41e8c+IBCn2W3fbt+SvQprkXOzy6j9o+RHIeLNUfUr+TBztO2rvhbRfMkQkbqxbG3N1cZ+8xNep+EtHTTbH7TONvHG6opR9pPmZvVkoQ5EX724TRdNVP48c1wzyS6hdEg961vEOqHUpWRK0fDei7YvtEg2r23V2v32cKfIi/o+nixtvMk+8w4Wt7TdPlujn+GoLTT21KReDsHtXQz3EGj2YxjcK3+ExbuJPNHY2zcD5K4nWNaMjvg/L2Wma3r0l47BDtWsa3s5Lh/MfO2peuwoQ6sZEsl1Oxx97+Kt/StLMjqB826oLWxRdrgfLXT6dD9htHu5Pl3fcWqSE5GX4o1SPRdN+xxENK3zPtryXUrgyOxc/M3zGuq8T6kJJ3P3mriLxpJnx91fvVzVWd+Gj9plOLLTKB36LXqvhjS4pNK8uePfkbq820q3865SNAd+ea9a0SYQosX3W2bayjTjL4ka16rj8DOc1vwjF9naSDY3+z/FXKz6Wlqzb0Ct9K7+8uBbo8cny7T+dctqs3mOzbO9efWy+nPWGhth8bU2nqc+PIXog3L/eq5bX0WxRis6+Y4bHrWNdXUkYVw5Va8arg5092exTxKmduNQWP7uFWp01qBlUSSCPb715RdaxcSPxKyJ25qk91LIuwyFse9YewOr2h7A/xAsLOJt9wrc/dqkfihbKzeWN7f9815BI27qKaG5/u0ewQe0Z6yfH1zdNlSE/3TUaa9PM37x3Zq8xjmeM5RzVqHWLiPbiQ/nUui+hqqq+0emx6hIxXgtWpZtPJtIG3n+KvMofFFzCuCRxWvY+PJIWXKbvWsZUqnQ6Kdamup6nYwyTH945bH8NdFpscccq7O1eVW3xEijClwfmrcsPiRZwjOGZq5JUaj6HfTxNKPU9fs1+7/CtdHYMI4sGvED8YraE4jiZsfw1G/wAdDGMRwP8A72an6rVfQ0eMpR6n0PDdJGM7wtE3iCK3Vd8g/wCBGvmS4+NWpzbvLVEX/vqsO8+JWr3jsJLg/wCztraGBqPcylmNJbH1BqfxAtLfjzRx71w2vfFqGNcJOGb/AGa+fbjXr6+3PLPI6t/eNQm4fdkn3rvp4BL4jgqZlOXwI9W1L4mCRcjL8H73auWuvGl2zt+825P8Ncqlx524v8v9ab97b9a9GGHpw2PLq4qrU3Zs3OrSzN/rdxb+LNV/thYeW5PFUtxXg/LSiTajH73G35q617pxv3viJU/izUqMVXINV1mPcU5fvfN92tOYlstRNucn7v8As1aiXuM7aorJt6n6VatWeb7mWb7tXEykX0wrcZ3Vp6UxmcAfw1WsLFN37+T5v7takEf2e4UR42n+KuxM5JNHRaasezL53/3c1tWV9IvyE7Y+zVykV15bsCfmb+Kr9vfbkYOT8vSuhM5WjvoNS8tMj5mYba7LwF48udB1e3u7eUwXEJBDL/FXlGn3HnBiD/wGtzT7jy+V+9XRyKceWRlzOL5j9VfhF8TrL4m+GYryFgt7EAlzCDyrev0rvFIIr8yPg18XdU+HXiW11C3Jkgztngz8sqdxX6LeCPG+m+O9Cg1TTpQ8cg+ZP4oz6Gvl8VhpUJ36H0mFxCrw13OkopN1LXEd4UUUUAFFFFAHxZBrkcl+xcfMP/Hai1rxdHdXcVoH3fJ6Vo6l4NkbWJ4o0+lchrPhu50u/wDNcDjpX466KT9054VXBcpcvvCJvHiuVG6XG88V6H4X8OmOwh8uMyysm7Z91d1cR4V8QXcmpRW8+PIQben3q9l0KzmWBbvG6JBu+WuKtUkqipzRcop++cfNrEuj6lb/AGgDY52On92rut30C205iiVkYbgrfex/erzH4weILuaWX+z4imw/xCuN8KeKr3XNlteSvBexps3M+1XWt40anMqnQVOaWh2Wq6Lb+JoHNs4bafnVf4a43UGuPCqfZo4t6t0k/ixXTRaXL4Z1X7bZS70b76x/MprYhhs9cdnkQeaPvq38VfVU7SSU1dHQkn6nO2msXviywii8v50dUfj7y17N4Q0Oy0nRY1dwsud3WuZ0TQ7axgz5A68bayfFd9qkdm01tIYIIjuEa98etbfD7qNrNayIvidq39j2ctyj7lGa+Tdd1S417Upbic7ueK6/4kfEjUdenaykl/cIedo2qxriIFLckV1x8zGTT2CJQqtj8aLqPy7beaJf3LY+9VW5aW8220AMrudqqtCu2Rc3vhp4Hk8ca6qSfLax/f8Af/Zr7p+GvgO08O6MlpEERlG4ba8l+Cvwtn0nw2lwlv5sso3Pu+8Gr1G2vtU0GwxPEWZD972rirym3psNK25n+PFisbhohAGlc8tXB+PdSl03QWgtIwzSptG2uuvNWe+uftFzGHdSuUb+7VdY7PXNSe3uIhFsPG77tea6rgm7Cb090+V7/VLyOby9pifPLZ210OlW/wBjRJ5ELrIN3y1658S/hHAsKyWsA+dfkkSvBdetdT0eVYRdsqxn7ufu1lFKcVUR50nOD1R9QfC66Gg2KzxXO23k+YxSH/0KmfE7XLCazl2BFVxuDKdy7q8Dl+KE8mifY/LCSlNruh27qj8PapLqlnLDJcMyodwVju4op15Sk4lyxScbWLUOrRKzyOmxQfv/AMNec/GnxZ9sns7OJ/lA3Fc03xp4kebUItMtjtgidfNk/vGuA8Z3Rutfck/Knyiv0zJsphhFGtP43+B4M5841tSMMDkfexXIeLdUez0T5z80vzVqXkw8ny8lWY1578QtY3MsIO5UG0V9DWlyJmtClzzOJnY6hetjLLmvS/A2gwabaf2jdj5E+YK38RrkfBuhvqF4iBC2TuP+yK7nxLqSW8a2VvhYIhtG3+Jq4qKt77PSryb/AHaMXXtUN5cSu53FjWAmZplFPvJPMO0fdq7o9iZnUgUO85miShE29C00s6j/ANCroEtzdXKQRD/vmmwxjT7VRj969df4Y0kafZS39x97tu7V6lOmkjyKlXmY3UrqPwvpPkJhblxy1ebXM0l9KxPzZOa1fEurPq14yg7vnqXw/oMt5OkUY3Mx5/2al3qOyLivZrmZseCfDYvHWST5UT5q6bXtQDL5ER+UDbV2ZU8P6Utug2y1i2Gnm+ufNlfav3q6oR5VZHFKTm7si0PRTeT+bMNqLXYWljJdTJbx/dXr7U3T7PzGW3jT5R/FW7c3EGg2eAd0uPnrfRGV7kV1eQaHa7I8b8Vwmq65JqD9aTWdYN5McE/NVWxsRIvTd/tVLdxpW1YRW/2irsUJjby0+dm/hp7xpCmxBt3fxVp6bb7dhA3yvwKuHwibZb0zT/MdQ4KqOtVfFWqeXD5SfKi1sX8g0228pG+dhudq8+17UDMzR52rnmqM4JtnJ6hJ5kjk1h3TSdOq1r3nltuAP/Aqz1jeSbA+Za4qh7NN8sTZ8N2vl/vSPun+KuugZ1bJO3dWBp0ZVUB/75rfhj3I3zbeK2gtLHn1JXdytrUj3ESEf61f1rmLy6k+ZMbvWtnUJpPMXj7rVkX2y4fj5H7r/eriqNpnRSRjzR7txPyhutZV9DHIVQfw1r30ZjTB+XmsmduWKVyzal8R6NNGLdaaW3EfdFZc1nIr8ArXSbvMLp/wKq7sJl5/hrgqRX2TtUmc59m9qi8k7+R0rc2orNgVVkURnH96sLGqkZ7Q7enel8urT4/9lqH7x4pF3I+WFSJR91sUv8dOwEqyHb1+WrMdwf4yapr1wPu09ZN3BHSqsQ3cvLIVbINP87a9UDNzjNPeTdWnwkF5ZNwyD/wGjzN27PpVNJPLOD8tTpjY2fm3fxUwLCzfIo/u/NUvmGbcSPlaq4UdKmSQrCqZ77ttWSyyvyqx/u1Lu9PlqqretDSbu9UmTa5N5hZ/9mpG+Xj+9VaFuOKtW9u8yqQN3+1WiExyRlupqU5ZsDNSw2qKuH+9mr6eQq/uwN1aGDmVYbd1278r/vVrWmyFv3fy1FzJ1x7VbhhRU6bq0iZNlmP7v96rCXHyrzVAzGNMfw1E90Fb+61b3sYNG4kwkCkNuq1BIcrH97+KueguHb7lalpqBhdVZN2eu6uiMjJxOt09vs+0j0+7W3a3QZdowr1y8N4rbdj7v9mtSzuArrk/8Brsgziludhp+pSRyIcbWr1r4T/GnVvhlrkVzbTtLZsR59sx+WUV4Vb3knzddrdK07S8OSjv16U5041Y8sx06jpPmifrT4E8daX8QPD9vqulzCSKRRvTPzRt/dNdKPu1+Z3wR+N+pfC7xBEyytJYvxNAx+RxX6IeCvHGl+PNDh1LTJ0licfMmfmRvQ18ticNLDysz6fDYlV15nR0UgOaWuM7RvakZqVutc3qDXcNzgOfmPHNVGPMZVJ8qOOTRY5LxpcfdrB8R+EYdUn5jC7h/CK9ChtfLjz/ABVlXLHzHOzcua/JXFt3IVup87a74d/sm/c7BuQ8fw10Hh34pf2PoktnKCyj5UZRurtfGHg8aorybdu7+7XCp4Hit4ZYpPmV/wDZ/iqZUI1n+8Li7e6U/tln4mmn80DdIPSucn+FqNfK8B2q38UfpXXx6Onh1lnjA5G08UJrhYPj5ZU+bb6104ah9Wbs7l2gX9E0O2sdM8u4cM4Tjd/FXOw6bbyXrmOVYkx/31VnVobi+hWeGeTa45X7u2suH7RaxMHfa3Zq9RVexunFm+NQt7eL7HgtL/s1xXxd8ZQaD4baBNn2iQbUWqWp+MoNBkeeR3ecJtMa/eP/AAKvCvGvia88WatLcTk7N3yL6CtaMfaPnYSqKxyVy32q7Z3J3E7j9avxx7Y/7zYqo0e181N9o8uFiTXoW1Muhm38wXjO1q7j4D6HHqXjG3nu498CbvlrzWa4+2XWPvV6x4BvotL0pJY8rcRHhk/9mrlrScFoC7n2DaahZ2awJZmWJo9qvs+7XUareR/2dtnRWQjhq8W+H/igXGjteEjz++6u3OtS65pSkRDan3m/hNfPwrzdS0ilK7NbSNN0vVI5fP2bSf4TXK/EWSw8Ouk8Xl7vr96mS6feXStBbnY2Nw2/exXG+O/BuqLYeZPJJOv3gsh7eldV+a+plJ6aFrTfiJZX1tdWdxOIEA3I2/dh/wDarwf4i+IJNU1l3gEMsCDbuQffrpbnw/JpdlK+Njkcqw3ZriP7Pl+YzwSLzwzD5a5V7t9TgqVrqxjuqMizEbuOVzyK0Uujoeiz3sZ2s48pPeoJbM3VykSZ2n+KuU+J/jC00+3g0yJx+5H3VPevpcjwKr1vbT2R51Wf2YnIa/rBjlijSQtK8wy3/AqyvEt5u1GX5/mB5rCfVPtWuWZLbl8wZp2t3Aa9lPPWv0yU7/CYxpWsmI94cNI53KBXmWr3D6lqrEDvXW63qBtbCQD5WaqPw/0FNQvZb+5X/R4vmP8Ate1cVX32kehS/dwc2dVo1qnhfw/9okG26uRx/siuUvbp7qVie1aXiHVpNSu22HbEnyotYe07OT81RJ/YiVSj9qRGsfnS7B6133hnSxbw+bInyoN3TvXL+HdLe+u12IW5rvrmEs8GnwAs/fbXTQh1McRPTkRa8PafJrGptI42wJ8xarvjLXI44WtYD8v9K23t4/DujJEP9ay/Oy+tcDe4uLrL5Zq9DoeZBXfkUrOze4mXYK9a8L6Omj6d9olA81hxWJ4M8OiRxK4+RPm6V1epXAbbgbYkHG2qpx5UFWfPsYd/m+uV8xDVyzt/m8uOP73yrUcMcl1Ns9eldZDDBoNp58u0y44Vq2Oew0SW/h3TWeQjz26V59retS6hKwztVjU/iDXJNSuXIIb/AIFWZYWMk3J+9/tUFpJCWln9onyMt610nkwWdpn+KnWdnFZw5JG6qd5cC8n2cNtqkiL3YW8fmTbz93PFdLptqlrC93L8rY/drVLQtPE0yuQViT71TapqRupcJ8kSfLtqzNmRr18GO/f8392uNv8A5k+c7mrb1CRrq5xjaq1k6jH5cTHP7upNY6HOXEYZmAG3ii2tz98YX8adL+8mb+7TxnYoA2rWNru52X0LtnJ+9VxllrZimfbvFYcK+Xsx92tSGT5c52t2qmc9rsLpX8rJG1jWJeWfncplWWt3zvMCh/mqrdYUMOi1yySe5rBuBzFzfGNmjuE3L90VkTKm7MJDr94q1ampSCYkEBlFYbQ+WxMZKt/dry6sbHq0/wCYoyySL1T5iaqyXBjXoPer0l4Y1bzU3VQuY4pOh2sfmrmZ1Igab5FJ/iqq0w8z+9mrE1i+z5DuqqbV42yQaho2QPMN7Y/nTPM3UGF1bOD/ALtHkleaLDHN/wB80fiKaIznpTxH3FWQJu+VcUu2pdvA+WpFh74pWAjEf3TUiRnOalRfcU9F5phcYse773NSqu3gfdpdu4YxtqRYzIvTtVWJuNDbWp5bbQtu8jZHyrUsVuOrnJpkEXmGR6ljhdjkgqrVI3lru2Cn7nbb81AFqOGJUyDu4qWOaSNFCDapqCPa1WYc7uapGbJVY5yR/wACq7CwbsKiRRs5Bp64ZeM8VujFstcL0/h/hqdZtqcja9Z0TFXGTVxpkYN/DV3MmNnuBjNVS3mNyDTOWduKPM2nkbarmLRdT5dpB/4DV6zuh0I3VkrI8h6itK2ZF4IraG5lLzOgsIdzKcj+9XQW15Gu3jdXL22ZHXHy5962bNtq4IHFehFnBUOkt77cFAA+X5qvQ3W52OBWFE3pV6HG9eT710JnObUd4ZEYd/4a9r/Z5+NVz8OvEkIkmc2UpCTQMeCK8PSMSKhzVlFdX3j5mH8X96s6lNVlySNaVR053ifrt4Y8Saf4s0mHUdOmEtvIPxHsa2Otfn/+zh+0E3g7U4rC8kLWsvyPGx+97j3r7z0jV7bW9PhvLSQSwTDcrLXytai6MrM+ooV1WXmX6rzWsc331DVNuqvfSsls5T71cy3OiVramOq+ZCo9arXVmkMDE4/vVoWeGtkcfMuKrXEP2wMBhlr84cbI2cDlpphcPsRNy1yviCzeMKQnzZ/hr0T+zY7dWH3Wqje6OLiNiB93+GuHVPU5HFx9486urVLq1UOnzY/irEm8Ii+VJI/3TL8pZa9Nj0FJi2Uqnf6a+nwsgTdk8VqptIlTb3PLrzOh7reWTdFWJ4hug1qpiePdjdXear4Zl1JJXcdq8i+Ivl+G9NY7wsq/3q7qfv2SOmNRWPHfiBrUl1dmJCFAPP8AeriDu7fdq/qmoHUJ3lkPzMaoJJwxP3a9ynSUIGZWuJOxG2qF6xaJgDU9xMZpWAqK3s7jULvyIkLt3qKj5UUd/wDDT4WweIrBpzh5W+Z9x6V2Nh8N47NGg37VY/JuNcbZaprHw/gguIhuVBuK46il0n49JqWtPFdkwbhwzDcoYfwrXMqjlFtK5acNup1epLL4PgeJ5CqP8w5+U16B8KfiFLqln5ccS/Im1/8AGuc1Lwe/j7Qo7yDLRTR70b7yil+DOmv4V1W8srsZaUfI3uK86rCnUjfqTtKx9BaA0d5C0qlIJx0Z6PEbI1gplVJ07/3a5mz8WW+i6g8N4gSB+jN/DXI/E/4hWFvaz20VxuZxuHlPu218/UpS9paJzuXK2VvENxpzalFFLiCIHf5chHSsPxt/Y9xbxx6e6Ttjduj+7j0rxi5+IFxcXP2S5lLW5P8ArGHzV1k2tWlvBAbECdpAqhVrsWGnNx7mDqU2cx8RdetfBvhue8jISdx5Uf8A8VXxvrfiCfUtTlkklLsT617H+0V4sOoaulknyxWybSuf4q+f45PMu1Oe9fqGCw/1XDql1MaME7zOy8Osf7StXY/Ln+Kr2sXRkvpc/czxWTpMgXUrWPP3jUutzbZXP92vZT9whq9Qw9WZ9UvEtoMs7naNtdbcsmj6MmnxfLj7/u1UfC2ni1tZdVl+8flh3fzqpqlwZDnOd1CXIrsp+87LYoM25uaVo/OuEiSmRdM/erpvB+i+dM15cf6hPm+aohFzZUpciub2k2Meg6Us7/61xxXW+DtBMKPql6PmIPlq1Yej2L+LtaUY2WcPWuv8R3X2eNba3G1IxtFetThyI8eo29O5zviTVjcS7B8247apaHo8uoXqpsLUyOGSSbZ952P/AHzXoPhXTRpNl58nyuelXa7BvkXKaSQppdlHBGNrEc1QkU3CbAA2f4anlme8myo+WtnStLjs4ftEoC8bvmrf4TluGnafFpdp9ruMblG4K1cd4n1yTUJmP3V+6KueIdaN5MyZ+RflG2sS3tTeTb8bVpjWhVs7F7qbBA6810sNqtvGowVxTYbeO3HA5pl5ceTFwP8Aa61S0FMh1O+2u0cVQaZZmaRfk/etUVlCZpt7/NurrtMt47W3e4IHyjiquQF1cR6TZLbp/rX61y+oXTxxMM/Mf++qtX919onMjuNq1g3lwGuV3vuXNDY0mEkYj3Ox+Y9azb/Mif7LdFrSbEnz5LLn0qlcQq24b/r/ALNSmWmYf2UxtkD5qWTZhR/F32irxX5Pk+7/ALVVTHt3Z+bJqbI6b3REJOVAFXzJuROKo+Xtl4xtqzHJxiixLLD3G0YI+Wqt1NtTkD2209pBtdKz5mkjbI/h/vVxVPdNErmJf53Ngbd1Yck3LAj73FdNOqTP+8HzH+7VC50tG+7hVrikuY9CnO2jOZnbbu5/76rOl+b/AGa6OfS025/hqrLp4X/lnXM6bOxTRi+ZIu356R7p/TdWm+mhv4ajex8sf3qysXzxKq3AZcFOacPKkWrH2Ubc420n2PczYFKwXGrbxsm4Ebt1OW1TcvNN+xndwDUosX9TTBsb9nTLfP0pyW6bSN9Sppu1fnenpaxxnPWixNyGOGJuADtqxHGilf3f3aGuBH8oApjTPhferES7vvcbaa0x29BuqJ8seM05I3bdQALIVGM09Iyzc09LX5uRU+3a2M0AReXtHNPSPd0NTDDLxU3lhfSgm4kcI3rzVlFCrUSKGPFShvL/ANqtEiG7kom4GD8tORj9/dVOVip4P3qPtG1ck1oZ2LPnDzWz96o/MeZt9QrJ5j5NShvLXP8A47VBYm8zbyfu0PiQ4/vdKY8wkXoKP4ciqRJcixHtwO1WrT5nYk9qoLINtWIpApXH41pciSNuG68tNiZ/4FWrYSPtXJ3LWBbzIu0IRu/2q1LSQxtnd/31XbBnI0dXbsPJ+T71XIZvkw4+asG1vgrff281t295Gx2HC/7VdkGrHG0y7b3T/KQflXqtakN0GC/w+tZcWxecVbReMr/3zWhnqXyzxzpcQOVcHcNtfW/7MX7Qa2ATS9RkLW7kLIrHmNvUV8jwt8u//wAdq3pt9c6LdJeWx2sOvNcteiq0NToo1XSnc/X2C4juYVkjZZInGVZTkMKeUEgINfLf7M/7QEN9p8Gl6pcBYT8sbuf9Wf7v0r6Zn1WGO3MsZ83jI2c18tOk4SsfUU60KkLmH4WuPtnh2CUkMrpmuZu/G0Gk6r9nd/vHjbWPqvxAg8B+HLOzkAZ9mzdnvXjr+Plutb3yPuiO7HIr8tqVLwSR2VJ8j5T6UGuJeW4nBG09P9qrNmz3EbHlVrxTQvFXmCAR5WBuqs/zV7JoWoQSWCGNw3FcKq3fvGXxk8dv5cxwKW508XHJHy0faAtyr5+VhWhHjbk9K2TTdgUdDk9fhi0WwluHwqKGb9K+EvjN4wOva9PBFKZIo3bvX1B+038T4fDvh97GBo2uJhtHzdK+GLm6e6med33M53H3avocDR+2Yvf3SvcKd9Vribaqj73+zUksxY4qrNIN3+1XrSGh+nRpNNsOWYnjbXpfw60e30vWYrm9j3RONp3Vx/gjRZdQ1iKTy28ju2K9J8TW/wDZ9oqD5cdK8XFe+3TiwdTQv+NrrStSR7SCSNfvKn+zXlmjfDaK+1mV5B8inIbHWllupFdv4m7/AO0tejeBbqOMQJJINpFcMJzw8OUhTUzt/CviZ/hno7afcgXWlyDiPHzL/utXM3mqS3GtJqdhFIlvncN4+bbW94muLa6+xWnmqyu67f71d/YeDxa6PbxukTq/90fMFrkVovnluwcnsjmn0n/hKtHW8PEijnb96vBvHum3Gl3s5fzHRvmLNX1l4F8MpHcTxSkrHll2t91q85+PnhW3ZnS3TdOiHO0fK1EP4nI/kc9S7Vz5KWx+0X3mg7kHVa7PRbc6LYXGoXBPkQxlo93rVCw8M39nqjSuNtqPmfcPlZf7tUvi34m+w+G/s6HZvHCrX2eUYF1J+1nsjzqs9oHzT8R9YfVNXupyfmeQtXF6a265XPzVreIrjzHc/wB47qyNIw1wx9B96vppO8z1KatTNzTro/29Z8962Z7WTVNVS3QffP8A47XOaPJu16D+6p+9XdWeLFZ7zG6V/lRq3p63OerpaxU1yYQlLOI/uIxtFc5PI8j7Aat3lwWLkncxqGztTcS52febaKp6scVyK7JtJ0mTUrtIIx948tXeTRjbBpdkCyqdpZe7VXs7FPDem4cf6ZN8x9lrtfAHh828D6pcR/MT8isK7aVOx59erfc1tO0+Hwronlj5bhxudq5LUtSLM38O/wDhrb8Tap5juN/zVjaJob6teLkMy55b0rqONXerNDwxorXTrcNlYl/irrbqQzMsUfyoo4WkeOOxtlt4MKq9au6LpZm/eSfc+8WarSsZN8xLo2m7V8+X5bdB/FWdr+ufaAUR9qL021Z13Wkb/R7f5Ik6/wC1XMeX9ok+c/LWqIRCsL3T7zitW3hWzi3Y+Zv4aIrcb/wokuBG78/7PzVYMR5j99ztrJuZvtDqgO7HWmaheGTjPfb8tS6Vp73D5wdzUnqUka/h7S5Lh1LDai9f92tfW7iNY/Kj+RANtWlYaXYIgwsrCub1e6eTkkLUsncxNSuByAfmrJXMkqmSpr+QyS7QQzf3lqSwhLbmcUmXaxakwsTH+BRxVKSTcrfJ97pV+aMbOv8AwGs24xJu3/Lx92mCMy6bzHxn7v8ACtTRwnaqfxVNbWYkk4q08KR7sY3VSsU2ZMtn8+c/SjyfL27jtq4IRv8AmO7b/DTJ4/MXhS+3pTDmKbYbcRVO4kO7Zt+b71aawvIufT+Gq00LLJ/e4+9XPKPMbwlqZc0fmHOKqeW7MT/drUeP5+vy1TuG8s8VxSp8p0KRkTR/3+OarTYY9T/wGp7r5pWApsdq83yjpXO05HWmQxQiZ+BU0tjHD2rWhsxapyPnprwiTqPmWjkF7W7MP7L5kvSnDT9rc1pOot2UY+ZvmqlcXAZ2x81ZNI1u2R+SkYwBULt/dpXk28Coi25ehWsrGtiF8s+cnbUZXvn5asrCWXAqwliWj570WKbM4W/mcipFtTtq+lui9KVl2lePlosTcqJb7T0qby/JfOKk5ximldrqc9aLBcYzHdnP/AaFUs+TSrH97J+YU5VO7j5eKYXHbf8AZFKjfLQrcc0jZXdiqsIl8zy0/wBujzNwz91qjXDbs/eqJmfdgfjVN6E2JfO55ob5uf4RTCpbk96cn3cGkDDaV2mplk+XrUQ+9/u1Kq7elBBIJCvyH7rU9WHchfWmNlj06U9IyvJrUCWOPzCpGNtSrC6jOPlpqfKKd5j9M1VzO5Osnp96rtvdFWXNZ3Dbf4TVm368n7tbxZEjchuB8ufWtmzkPUHdtrl4ZApY5rUsphu38+1dUWcc4HX2N5xiT5a2bVty53VydjdeYWBTa2P4q2baZ1X7/wAprpTRytHRCPdGQD81Rssiw43/ACnrVe2vHUqH+61WJI3Y59PetEyC/wCDvFE/hfW1DylYHfa6/wDs1foH8APixZ61YR6NqcwF0o/0eVjw6+n1r83ry385M4+YfxfxV6b8MPGksPlW/wBoKXUPzI275mx/drgr0FUR10azpu5678bLi/bV4i7uqRn7rH+KvENU8UXMd18k54PrXvfxx1KPUnguI8N5iK3y/wB6vlfW7gx3bk+tfjFC1VJ26HrYtOFR6nq3hX4nXkepWonl+RCPmr6Z8MfE5F8qIyrsYbgymvz/AIdaljmBR9rV3nhjxtcRyr5s77FG3rUVsImrkUMQ46SPv3SvH0GoT43hv4TzV3x38Qo/CukyzvIBhN3Wvi/S/ihPpbqbeTcv+1VT4n/Gq88ZWaWEYMSLjzGY9a5cPgqk6qXQ9KNeE0YHxL8eXfjrXp7yV/3Ac+WtccjHp96oLiYqnB+aq8UjLyM19vGnGlT5ESmWnbaePmar+g+HZvEWq29nEhd5Dzt7VkRyFpOc/NX1t+zF8H5P3Wt38Q3uNyLjtXnYqr7GFzTpY7TwX8DbTQfCKSvAFnaPlpK8i8Z+HX+2S78+WDtFfbWoWKTaUsSD5cba8e8W/C17hHKAtn5q+ec5y97qcteDXwHyRJ4XebdJAhLx9eKZPb3Om2qum9GUZ3L/AA17Xe+D5dHdgYCu7261zXirQfM0p3CFHUfdx1qlLmajIwX948lfxtIoi+0mSW4t33xt7V7fZ/Gy31TwdapHL9lvIQuVYfer5r1thZySxudvrTtL1Q/YNhkC7RuDVdbDqa9C1UPpSH40XG5f3oldxxtRV21BqHiD+3pGkuHO6UfeXtXzv4V1j7R4kRCSyY5rs/GHij/hH9PbkLcOMJ/eAqsDl054jlWop1koXKnjbxBG18ulWh3/AD7pJP4sV89/FTXhqF5Km/cifKn0rr7nWvsem3upyy/PJ8kbMe9eM+JdQN5Kzkjcxr9VhShhqfsYHl07znzM4PW5PnaqOkffcA9qsa18rtmqGmt++61wvc9+PwG5oi7tbgRBubdXW63eC3Xyo/uj5ayfCen/AL6e9PypGNqs3rUWoXBvLzYD8uf4a6FornJJc8vQZBH53Wu18LaOLW2bUbhP3Sf6tW/iaqHhjw6+qXkUeNqL8zt/dFdbqKnVr+DS7IfuIzt+WuylT5tWcdap0QnhvSZfFGrefLlogdxau/8AEV9FpenLAmFUDhasaVpsHhvTQnG4DcWrgtevrjWr/wAuI7kLfw13WsjzedzZTiWXXL9AiHk16Jp2mjSbNYo/vkfvGqp4Z0OPSbPzHH+kHp7VrpbyXTpHFllb5naqRM3fRBp1mbyZv7inmrGs61Faw/ZLb733flqS/mj0e0aNPvd65Lc9w/mn7zGtzPoCRvcSZztXvuq1b2+6bIACio1bauM1aSSOGDl/nqyRLmRLfv8AMtYWo3m52x95qdeXBkLYO7n72azmXzDnPzZpbj2J7azNw6tj5zXdeGtJFqjXEgPy9KxfDuj/AGi4XOdv3mrqdTuha23kRvsUf3ape6Ddyhqt4Gdt5C+lcZqd0JJmBetTUrzzOOdq9WrmruaPc2FLN/FWb3BalV9ilSD83etGxUMvUc/w1llTJL0+U/NWhZyLCcpn5RtoNWWX3q/+yKoyt5k3KFVqe5kLO38Py1A0hUYBLN/dqGCJEb7ycMtR/u92V+Vt38VMOGZiPlb60bfL25Xr826quQNaTc7cFlqRo9u4/dWm+ZtdQen+zTnkaTcR83pTLIlXcPnTdn+7Wdc/KWAPy1aa6MbdD8vX3quLWW6OeFVhuoKRQ8vczE52rVWW1MnQHmt9LWONsH5l+8WoRYIzlz8vZayaT+ItVGn7py6aS+/Ow/LVz7KLNVyQu6tG6vAq4jH3qzDG7PmU7lWsZJL4TpU3P4h3mGTcQap3M3ln5PlzVmb5kyo2qaqmF2VV+9msJGiKEyu3OaiMLbf9qtH7CctvyrU82vC5+audo35jJFruT/aqxDYiROf4auLDHG/z/LTXmSNfkFS1qHtG9CH7PHGP9qonYKehwKV5PM5+9SHpn+KkWkRd2NAYSLgijb6mmpH5mf4VFZ7lXB87lwPlpo+VeKkOI1xjtUXDdqqxQJlmYH5aGypoaT2pvmcf3f8AaosFxxYYprMVRaYe9N+90+7SKHPIcgDvSxrtGeKQLufH3flpdoWgCRfvLUv3jj71RIpkZTjbVhVHc00ZsEx6U5V3dDR97d/DTdxZulUInVgq4X71CyOzZNRpnfw1CZXr81NMlllWOKGZvlApoX5cb/vU8Ki9T81UiBysfWpU3quATzUAkTd021LFI7LgH5au4mWYmdXx95a0FuBHNgfKrD1rL4k6ZVqlhj7mt0zFnVWdw7OrvhttbltfIw2YxzXH6fdGH5CQ1a9tcbtvHy11Qkcs0djBNHIFwPmXpWlbSHawd/mrlbW47jPy1v6bdIy4I+c/xZrdO5hYmffGeKi8yfTbuK6tyVZDuq4+FVTn738LUvlrcWzIR93pVtJog+gNd03UJrZUuyXVOjLXmF14DN5DcXhQqFfalfVesaDFeW11JD91vlKt/DXlnjSxOj6OtvEnzN7V+CUaqU7QPcq3lrI+dZfDPDyIQ2wmqqyfZTsJrrtXjFjF5R+8f4a5fULUyTKcFcmvXj7+5yPU+jvgl8E4/GHw9n8QT/PL5zKFb+FBXkvj3SYtD8Q3lmg+WI7a+yf2aY7dvg26W0i+Ud2/2OK+QPjxD9j8Z3nlncCc7qypzclL1PWxFKNOhCUThrlht4qr5hj4qGG43LgmntMNrY+9Xqwqq1mZ0ay6nUfDrQ01zxPZxyjdbpIGk+lfpN4AaztdJt7e327kQL8o6LX55fDS6/sef7QU64r6c+GnxOWPc4n2sn30buK+YzKpUdS/RHTSrLn5T6kEYmTAztqtfQxxouU3Cub8P+OoNaC+U4ZsfdrVv7h5Ifu7siuNV4NabnY9ro4XxNDYTTuSAu08s1eJ/ELUre3ie0AO/O0Mte7XHhl76WcOdyv0X+7Xh/j/AOHt6t9KMuqqch2q6er3OSrT0ueA+KvhfP8AZnvJCfn+dP8AaryyZZrUvGD8or6S8T6b4kk0T7EE+Rdy7lH3hXAWXguLTYHuL9AixHcd1e3hlUrWgcdRKOxyng/SV0m0fXNQzFt/1aetcb4s8ST6xfvJJJu3HhW7Vv8AjnxIb6TyIvlt4/lCf7Nee3kyeYpPzMT92v0PB4aGHhpueXJ8xifELxAbWKzsuihN5X61xeot50CyA/erR+KcgbVuOyLXP6VcG6sJYj99Dx/u0qjfOelSppQTOe1bLK1ZdgxadR/eO2tTWPl3c/LR4P0satrEUePlU7zXO/jO1O0DtbvOl6JBbJ95/meqGjaeby8SNAWdjtFT63N9ov2RPu/d216N8PfDqaXZ/wBqXifKBuTdXdCPM7Hn1Kns4+Zclsx4R0Hyhj7XcDaa6HwN4dGn2/2yQBp5fmO4fdrn9Ihl8Ya813Ln7PEeFrtNe1A6PYeREf37jaFr07cp5DMbxhrD3D/ZLc/NnmpfC2hrbwtczjc56UzRNJN1L9ouM7c7vmrfKuxWKP5VJrRIzbtpELdXuJtked1ajsmh2eT99qLaOLT4Wc/frnNX1B766yz7kHyhat6iK97qEmoXTKBuqSFSsagD5sVDbRyRvlFG5v71aMUaRp8/3h/dqkwfYqmEQjLjdmsu9ugrNs+b+Gr+pXC/KMbq5+5Y79/3Vpkoke+RrbyhENzPktVjSrHzJlfZuYtxVCHNxKoT5tx9K7rw3paQjzXH3f71CKZrWFqmm2W4/fP96sHV7wSSsB+NWNb1QsXQH5fuiubvZised9aMgrahcBlVN/8A3yKw7nblsfNVy6mGzjFY8zbdxOd3as2aRJEmMbdK0LXLbX+6q9aw0uCz4NaKMWTAO6obNWi/JIjbifX71UftQY5T5tv96nFjswR9KbDCY9w4qdRL3SRsydAOn3ab5hY85/u0TSBeo3Y61S+1FTvHf+9U3GkWl+V87t1RNIWLMh27f4apvN2B21E0gVOu52NNzKSLT3G2bkfd60SXkrLnG1e3+1VJpmkDAEbajubg/KM/LjbRzFKFy0986hs+n8NQ/aHkTIzVNJD/ABZ2inLcFlwPWsnI15LEyYVeT81D3CsF/uiqsuVRyTubNMZnYKifKorPmL5e5YMkahUJ27utI8gj5Q/pVb5VbkbqYZtox/DUNl2LSt5iLIRVee88tsYqs90egJ25qvLMfmrBs0SHy3Rbd+lQmQyChFMi5P3alf5fT/gNSURJ8palVdx60JGWfk1Z8sRxK5FBdyAQ7d2TuWnLsVcChmZeB92onzupWK3Gu3cjbTOc+lIen/AqRcrSHcHbdx/49TeNuPvUFW60zdu6ZqNi0G7sBT/l7HFJw26pQu4LxQFyNev95qkSHd1+7T44wrNRLII+KCGx33eKTimK3Gf4qRFLNQFh4y3epEU7VzlqVYRmnBtrY+81BNxUXljU6yD221Ay7jnPWpfL9K0RmO+eQrwOOlAjO7P3qdyoxgs1Wkj2rx3qkTcieMtt4+apbaPaGz8rGnuyR/7TLUQmaTpWtgvcsFkVOn3f7tO3GTaEPyk1Fxt+d/otTplk5xTTMmTQxvnINX4bgs68n/gNUIsKi4PzVOs3zqCK3TMmrnQabdeXuGd2a17OYb1Ifv8AdrkrdirKQ3zVpWl1u7FWzWsWZSgdyjCRGOQ1WoZDsrmbG+Zkz/F/FWzb3Q2LW6fMYNWP0j1LQ/sbuAm5XNeeeM/A8+qO8iIWWNPu17vLZxzXjB/u96vpodtNDKDGNr/LX860Kkb8x9U6HPofButfDuRtSYyofZaxtW8FiHnG5UH8NfVvjz4ex/2k2xNqZ3D3rjNb8Az3UHlQW+58cbRXtRrtNI4JYexa+BmoHwv4JvRb7Ht503BW+6HH3q+Xfi9Hf6t4nv7uSPb8+35V7V9kfDLwmdJ8E3lpexfMkhbbXjvxV0vT7hJfs2GuOVMeKrDtKU79zrrXrU1Dax8iNdP9o2Eba9j+H/wtfxIkUxBaDyPNO3+KvN9c8Ny292xSN9ufSvqX4K30Fj4FgMg23kMLL/suprTF1HQipROXDUuaVpnm9x4VudPvGtYE6D+GjwrqU+j6rKhDMzbsrXuvgPQYtc0q/vZYwzB3cNivLbi1i0/xbeylPljBAX3ridX2yaka1aPJacep02g/F6fQZAQu3/Zr0jR/j0mrTwRl1VsfOtfLnii8dbx3jBWBem2ufi8RXFrMskUhR0bduU0vqcX70DOninB2P0a8N+KLTVETy5Bz71X8azW0MPmhI5WHVW+bdXxt4S+Ml60XkIZEugOGz8rVcg+MniPWNWa2ll3/AMLr/s1yU8LXlPkiem68HDmPoDxHrGl2+j+beW21gn8I+XFfHvxY+ICahfT21kAluHb5V7103xL+KU8mmpYpJ8qjnaetfPeo3z3lyzk96/Ssoyx4Wnz1Nzw8VX9pO0SreTO3mu7lmNZDq8knT5c1pTL82w87qSeMQpjG5Vr6iMNDgv8AZPN/iUwXWJBjsP8A0GuU0G4C3rD7uQVC11HxIYSas59lrhLOby7+Ij1215lX4z3KSvSJNf8AvHP3q6TwBZmz0q6vcDc/yI1YevR7rlU/iJ4Wu3NqNJ0S1tI/lcjmlCPNK4VZWgkO8JeH5PEmtqOdinc7e1ek6/cG+uItGsvuL8rsv8K1T8MaafCfhfz9m6/vBtRfSui8NaL9lRp5junf55H/APZa9ajCyueRWl75qaZZ2/h/T1cIFUfKPdqx4bWXWNS+0yybkWp73Updcv1ggG23j+Wtm2tY7eLy0HTq1dCOV6DkX7sUaf8A1qu2sKRpkY2929agtoTNKyICqd2o1i+FjC0cYHTmrIsZ+t6tuRo4ztVKybdSz5eqqKb6ZpCNwFXUUs64G1aoGXra3aQ5H3aj1Kb7OmMfL/s1PLcC1t1OdrVz81w95cbAfu9d1CJerIZZnuC2M7KozfvOB92r16wjRUjPyr1aotLhNxMp/hbpx96qZdjZ8Nab5jb3SupvriOzhWJCP71V7Hy9PtcudrYrn9a1bc+UO6mRuRajeBXbJrGe48xfn+Wq8lxJNLkDcuaneMqmT81BVrGZeSFTvONvbdWPNM8h5+XbWhqkn3t5+70XFZEn7zn+FqTZtTQ+Dqz/AMVadvN93qG/vVlW0gU4/Or0Mg3cfeqVbqVPc1FYRlcDc396msy7f3hCt2qLc8zYRsNiojJzzn2qGyLXFum2hgMc+9V38tU4qWWPcjE1SdTJwPWsjYiDCRmNMiYb9nG3vSySfM0YqEL83FDZSRKrBV5I61WdtvIqRo/TLc80phCxsSfmz92pLIjn5TnrSNGf92pEx8xc7qRo/nzxtWpsUhix7uppWYKWP8NROxZv51DczHZj7tQ2Xa4+abamON1UjIJGyW20LJufn5vWonXcuAO9YNmqVgDfMw/hoEfbO6lWMtt4/WpWULt4P/AaEVcZH825SflFSpHt6DpT0j3DONq1I6+WqjjdQkS2QIoXcT8tNlbcOvy9qGb5eah3bhn7q0rjGzSHGKiK7u/zGnsvfO6kKlc5qWaIj3dhQfXNOCqy0Bam1hjJZN3A+WljjO3pU8Nuq9al2hePzosHPrYiWPbzin7Rsp23aAf4qguJioqmhLUHkHY0zaWbkjmiKPzG5qx5IVf9qsxieSe9P3IowPmanbjI3+ytPSHaMkjdTaExojPU/LThjsPmp0jbkyTUaseifxUIzHJHtbruzViGMs2P4VotbcKGL0lxqEcfyR/eq0NtvYts0dqmWP8AwGqU2obn+Q/LVB5jJuJO6p4YxjJpgolpF8wby1SxMF3AGqok2nj7tPEny8fLuqriLSKDuIp/nf8AfX92qke9fRlp6s6sTVJktGkk3mRL/eWnJcbixJ21Shm+bAFWIJkkLD86tMzcbF+BiwyD92rVvMV27/vN/FWbHIFcjnafmq1DiROp21rcyaN60uhGGP8AF/drSttS2rsz8p/i9K5y3b7pzV1JAvzZ+7WikZNH7P2GnvNMruPl71o3qpbwgCtFFRTtAxVbUrUNCxzX4P8AVVTpvkPrUnFHOTaTHqE6mT5lx+VRXGl2uju8kkYZQPvU63aW1u5cEshq1dZvolD/ADKflrgVacNyNOm5y5mF5a3EdvF5STdK8S8Z+Dfst428fNKfvV9Ex2MdqijYNtcz4w8KjVkacD5lG6uijWbepzum5u580/Ebwfp2l6bFJH5fmSAIkaj5mPrWz4e8Ivpvh2z80+Usg5ra1TwTPdasksuZUQ8bu1dZrNidY0y3sYINrxIqmvSq1faqCb2HTs3Kdi38PfDM+m+GbyLeFRxuRlrxr4h6alvfziJA7u+19v8ADX0fpmnz6T4SkiwVYJtFfPuqRzw+Ip53/exF9kit91q46TtdsK8k4JWPJfG9uLWwQAfMwrzQKd7A/wDjteyeP7MXDuFTcg/SvLJbF/tPlIp83O3bivZw8uePunhz3NLwWo/tJhjexHFbfijWrTwzbuIMNeSDaXqCGG38J6U1y7f6a4/i/hryrxLrkmoXLl33f7Wa+zwGXqk/bVNw55W5SrrHiKS+ny7luaZY7Jg8o+7XOSyGQ4T5uanSSSG2YJnrXvJuDIaTRvLb7t0hqjesVwmdzMaS2vJJAoI+9Ueot+/Qjsa76cuc5XeDPM/iMx/tmUHtXAvIVmz/AHTXofxI/wCQtOfUbq83n+81eJW0mz6Ogr00dppunjUtXtT95Rtfc1dvpem/294lijKfuozuO70Fc78PV8zTZZym50+QNXr3gnRU0/S3vZfleb+92FdFGNzgxErM0HsTNcrIU9EgT+6PWjV7rydunQfff/XOtXJrgWNs05J+0SjbDH6VFo2jmH/SZ/nlf5jur0kuh5N7ljTNL+yxKBjn5izVeRfMfyoz/Fy1RSTH7iZVT/FV9MWMKu+Fdh8taXsQLczJpsDBMb+9cbfXUl9N5Wf4txqfVb6S+uWRMt6fWokt/scLD+NurVYEsK+X8iDdtqwkZbceFUVDZ787Mfe/ipdU1BbO32IN0tGwWuUNV1Lc2xDuZflFVY18mHzD/rD/AA1Vtme6m8wDrU+oTCNMAjdmhfEN7WKZkMz7OeTtrqNCtTGPMkA3KOKw9LtzIyvj5q6hP3NtwfmrRCdhmr3R2bB2rjdQvNz4GK1dV1B1TGRz/DXOIvmTMPSpbHBWL9jD5nU96nv7gQxsEyzf3qfbxpbw7xWDrGpH5sf980Ald2M2+uPOmYsfmqkjbmamlvMb/Zq0lvxkVlds7Ph0Gxfu9u7+KrkEZ3M6nGKpt80ioP4f4qvIoj4B+tWQ2WIrj93jB3UbeF42t/dpIZNu4uPu9KjeYdB95v71T7pO7GSb5Csfv/31S3CiFfKJ2N1+WjaYWyD8y9Fpj75EeQ4Zn/ipW1uWVRH958haB1psnylUx/s1IF8uJXHytUt2AAu7gD5qbN8u7+H/AGab5hZ2Lnb/ALtQyyeYzYO7mk2UkNlb1+Zm6UxvlXkmmmTy06VVLNIVOcZ/hrJs3SCaYNwDVV2dixP4VO8e75tnzUeWVXkCsrG0dCIQnNP8ksF421OsYzuyWapkUtxj/ap8omyqkYVOPvZqRI9z5OKtCPzFzioy3l/doaM7jJdnc7dtVZGHXPzU65kMicmoGbc2QBUNmiQ3/WMxNMfouKe8ntSbd0XFQzQjMffIWpPJ+TPelVdqrxlv9qnBThskHdRYkYqhW4+XNLHblipOFqRY9201K7CPgUWLbDaM4421A8gjVhj/AL5pJZDuzmo+ZDSJSGvJ8tMEJkbJxU6R92G6pQpk6DatBd+UbCo+YDFSxx7utOSEKW/ip7yItKxFxyRp/AKrTyDd1pJrrjCH5qjt7d7hs/wtQtBEiKZm4ztq7FbpCuXxTkVLNPSsu+1Yt8iUxpOWxNfal/BH92qUcm5uRuzVNJGyz/eq9BH8qkg7qzbNUuREqR+WuWxuqZcyeqrUkMPnNkgrUzMi/u0G7bVozuhPsu055pVh28nDVIsjrtx96mtj5etUiRd/sKVW3bv4WprRnGaBiTnimwGxSeXnndUok/jGKhVRv6/LS+YF7fLTEy9FJ8m/jircMw25zWWjeX/umpYZBH3q+Yixt29wF4c7m/vVajmLdB8q1kJIsfQVNDcFWxn5TTT+yjBo/dRJD8zn+GmPcGccVVnmO3CfxGnafD5e/d67q/Em5zWh9K2Ne1Ee4kbqpxt+/Yfw1qGTccD7tZrx/vG+tcE4ag9CV7fzplxTryz8xPLwdv3altY3359K0i4WPnFNU+da6FqxxE/hm2VGfyh977zVTi0OCO8SXGzHSulvJNztsFUJoTtVyKw55Q2M37uwa9DHJo7on3mFeJ6x4JnaWfZEW3vvHHWvZ7mOTUIfIGV/2qs6doscKeXL8+4cbq6qdfSzE4e0Pla+8H/YYLuS7Tdn+8OleT6np9roLz3cmPPfPlq3YetfSnxv1C38Op0Cs4bEdfG3j/xM95c75H2/wmvu8nwnuqpI8rEWh7iOW8TeIpL6FoxIW5rz/UL4b2Gfmq7f3nk3M5BOwr8lc1LvuJc43NX2UpHLFI1rNu/rWsFj28/gtYNr5kO0H5av210ZJGz2q4yX2jNo1RblRvHy1QeM3EjEH7pqy+pDpmorOQzSMoFdlNrc53seffFKNVv43+7uRa8xdi0q91zXpnxauE+3RRfeZE2n/ZrgNIs31DVLeCMbmdwtebX1noe5h3y0k2e6fC3wuf7CtUYfNJ878dq9LmaLpjbb2427f7x9KqaPp72OnW9pEP3rooPstTXuMpaQfOo++3vXdShaNzxas3KbK1pZyX161zKNzHovpW+dkcbE/KuOaZZ26Qjj5QP4mqBmfULjy0+VAeWrpOUsWUfnO0snyxL0rF8QasbiX7PAfm7/AEq1r2rC3tFgg+Xb0X1rBtlMbeZIdztWwE1tGbeNZCP+BURYmbe/zNRc3TyIiEfInTb/ABUkWIR5hPT5jUoGWLi6FrHv+7XL3t095cr/AHT8vSnarqwaXknZ2Wm6ZC8zrK/3VPC/3aGWkX4VFvbs+NrYrLaSW4uN5xuq7fTFX+Qbs9aitI/MmUY69WrQg1tKhfdvciruqXX2dGCHdxxSQwiGLL44rC1e+LM5J+lWFzPvLppJPnNGnxoxaQjdWXcTfaGwh6NWlZRmG23uQq4+7WRrbQtX1x+6wj7dtcvdsZn5Hvuq/eXXmBeq7qzZZDv9ahtFxRGsaKOvzN0pBIVbH5Usi/LlfvdttSWkO5lc/wANC1LuPgjH+9ViD+IEH/eqJWHmsQdq4p0t0F24G1VFWRuTyyHZgY9qq/NvY/eprzeZtcGp3baFBx/wGsrXLtYjlYqmOufmamPIFTHT0WnNMNu5BVd1LH6UXsCQg/vk/wC1SOztEuWoXK/Oc7VpUkXGSKRRUOV71GWKspz97+GrUsg3YOKqydc1lM3SELeZ0poj+XimrHuZhnatOVSvSiw9gCnv8vrT4rcSdttTwwluB3qX+Fv9mnykNkAhRdwpyqFX79O3FutRPInZv/sqWiDVkUsx2cjdVN5HY8CnyZZqhMhXjjbWcmbpCZPtSFhHuP5UwsduMZp4hMi5+7g1kyhrLuVcCnFd3+ytSn5WxQMdqLCuNC7tuPu96ljjFIq7Y2/2qY8npVKyGPeQq2Aflqs+Wfg8U5m+b/Zpw9SKW4Ee3b2qTb3A+9Uu31oRdw6mpsO5GkZbt8tWvLSNP9qkXEYqB5ttGxG8h7yfe31SkuNz4B3VE9w9w7AKfar+naSZPncbaNzR+5qyKxsTM7EitfdBZxqgxuFJNdQ2KbEwzYrnb7Uv3rHNS2kRrUZJqF8WfiszcZHx97NMXMkvNaVnajZuqNzp+CI60te5FX0jLfhTraEsq8fLWgI44R2z3q0jBsrursmE+VaamF3DPWpLiYsMJUQbc/PpVWEP+70oRhsxg7qiZfm5pyfKPmqgHqwZmA+7TE+XIpu75WIppkFTcB24MWBpsmF2j7tQvNtZSP71K9x5x/u7f4qm5di0mdy8jbUu4SMuPlqokwVsO30p4znKmpuS4lxZj3+Y1aSTiqMSuzYFWrbbvwR2rRMho/dZFMaLn5qJbwRxM/3eKY7PGm4elVrlfLtt7jO6vxWUnCB67Zf0OYXkLswokhXzmB7GodNk+y2eR8uRUf2zdOjyfcY7amNRSjys0v7qNOGQbsYpZ23cD8aY8IVN4pdObztxPPNEouT5C4lf7Ht3OazrmPccc10t3GFiYD0rKmt/3P8AtUqmH9mrBLczrZdr9PlrRitzI6O38LbqLS38tMsN26rYxGGP8Nc0KXUR8eftivLpevwYP7pod1fGPiK8N1u/2q/QD9rvwW/iLw0mp24Lvb/K+3+7X5663/o80sf8W7/vmv1HKq0KmGXL00PHrK1R3Oe1CZbqHZgb1qjp0YZ+flqyuIbtZD61Wvl+y3SS/wAL/Ma96DuczRrSWqYUj71UvLMMrY7mrUV4GVX/AIajmkDFnrVWZjqiqq7Xyx25NEmsJYic5+btUWrSCOJTn5m6Vy2vXgaBsH5qlvkNacOc5LxNfSaheSyPn5q6P4NeHZNW8VRTlC0Nv85b+HP8Ncdc75p9nqdtfTfwt8LxeFfDUFw6f6RcAMf9r+7WNOLnM7a0lTp8qOnmkOm2uCA15KP++RUWn2u1t5G7NK+WuXL/ADyvy7N29qlubhIYdifMx+X5a9dLlifPti3lx5xaCIf7NLLImi2DZx5mNxam2qizTzCfnP8ADXL65qUmpX7W0X3B1q0gsQwzPqF29xOflHRadJIO5olxGixDO37zU3dHtwRuaqEPhbzH5+7VXVbgQx7Afu9anmmS1t8j5Xb5vpXMXl1LcS7P4P71BaRXSOS8ulAJ+Y11UOLO06VQ0ez8kb8bm7NVi8mLHAwq0IcnqVZG8wqedp6Vf0yE+YuB93+KsvzBvwfm2dFrcs5EjtN4Tax/vVrcTHareGOLZ92uSvLwNu4y2eK0tVuPO+QP9dtY3k7pfv5xUtglYlsoRvwV6tUupXnDJj5R8tSIpjhYn7392ufmm8x8u/zZqGzWK5iWeQzKoHy+tQc4/wBlWpEbcWH/AI9UrK6oPRT/AA/xVKaNYht2/wAY5p80g8lUT8WqCb92inj86iEiRhSX3f7tILXLZkEabiQzYqCeRpioANQbtzKQ1WNwVMDG5qLhaw6JvmAPyoKlmkSToD/vUyPPp8tSlQu3NWTcjKjoo+VRupHhLfP/AHqsbT8x4qvLNzz/AA0aAiB18t1AzUS5Y7D8tTzL+9y43N/6DUAyrMchahmkQ8naOOaZ5e7ccbVp4bb8u7/gVOLeY64+ZazsO9iOKHuRtqRLdO+d1TJ83L4+Y0NhTkH5hWiVgbuI6+WGPO+oCxbr83H3aJroLwx3NVfzi3IrNsEgeY9h/wB9VA8g24ps024cHFMEZbkEbaxb1N7aDiPumomxmlfDdTTEjO/J7dKOpoSpblmyzU9mC7sD7vzUGT5uahLHLYoehn7wpY7aPu0PllpjZU8H5alF2DzvM4ApoYsdlS20IYt/s1OkYXn+6aLcwrjUt9o6/NTmjG5f4qe8gYY4WolmCtg0idZEj5+XkVHu27s1E1xtds/d7VUnvN3+9SbKsya4vBhlFUxI9w7ADdxTIrd5jXQabo4jCyS/KtKzmW2oEWk6Pt/eOdyrVy/1BLdPLi9Kg1LVI4UaOMjaK5e81As2QdzUOSgiVF1HeRLe3xZ25+aqQVpj0+ao0V5nrWtLMKVJHzNWVnI6vgQQWYVcn71bNpY/KCflWmWFiflLn6VpGF8L/craKOScxrMkPEY3N/eqIq8gbj5qnLJGnFVXkLd6q1jNMGwu0Nw1V/mzwTRuC/OTu9aFk3NUtmliUNzh6UqM44pFXcM/eqB2+f8A2aybLSB22hsVWebn+61Mmk+fg1CzFTmouapEpY71NPRhs5+8tM3D5acMZ4pgyb7xUH+GrkXzIqnvVNGKrlhT1kOelAi95m08VMjcqcnb91qoK3ofmqWGbhgT8tBLR+87Rn7OpPy7awdX1BZJ4rcSD3rdv3Mdj8vHFeY3Ez/25949a/FsU/ZwSR6MnZ2PQ/tSeT5bjayisnUbzzGWOM91+apY5CYFzz8tZlud90VPTzK40+oTfQ7q1O6zTf1xzUlsBEoONtZgmdHjQH5SK1HGYK9SlLnOiOhUutTBuViTn1qOZirqKhsoVe9kYjmtKCJXkbI6U7e03JWpUhmO9UK/LmrV6v7pgv3jS3ESB8gU+T5k59KIQ5dCmtDC1Xw/b+INHutPu13JMhQ+1fmh+0j8KLn4e+KrxfKPkOdyMtfqFF96vCf2rfDGna14IN3dW4edBgMOK9nJ8RKlW9ktmefXjeNz8triQKzB/Sqq3AkjaKT7rdGrU1y2jhvpkUYUGsC45NffRlqcbQ+O++yr5BYse1OuNY2hR95u9Zt67SPye1Z8jk1Tk1qXGmprUl1XWvMOCfu1z2o3nmBuflqS/PAPrWZJ8+3NQ5XOinTUTrPhZ4TfxN4iid0H2WA75GYfLX0XcTJDGoCbdo2wxqPu/wC1XE/BLTbeDwqsqJiS4lxIfWu2u2xPLwPlGBXo4aOlzycVUbZXe4+zpz8zt1qKFRG/ny/e7LSRHzLgFuaFcvvz2ruueeU9Yvvstu2H3SyfKFrJsofssXmuNzv81MvT5upDdzt6UtzI2zrVrYaE8ySRmc/dz92pY/uM8n4VCHKdKr6hM6LgHtUF2uVtRvFmkaqNvH9olUZ+XNRP8ztmrthGqycCrHaxrJ+5hbHy+lULiQKrYI92qZ5WZVQn5ay5vuuferJJ7aRftK5xt+6av3twNrAfdrKs0Aib/fqa5Y7am4bsoTybUfGPmPFRQMVjZyflzzTLro1MDnyUXtRc1toF9dPsb+61ZxUdcbcileVnuGUnimwjcOaybuaJWJIFRVUH71DzO27ZhVFNPytx60szFY+KzuMgGGlyxO2muqbmCA7F/ipoc5qRPuNVlvQb83y8dqs20Jbdn0qIKA7fStGH5AuPSqREnYbtO3rtWjbudT/dpkn3PruqOLqjd91WnczsPlkDbsn5mqqjevzLirUnzwvmq/lqqtgVLZSIvnZcinpGWVge1IGLjaematlBs6UJGiZD5cahgw2+lKFjjOEGfSoo/mbn1psh2PxxSvYncSSQK7DJ+X+GoJboqjAfNupqD94W71Gihg7HrWM6jZuooa0j96iaQ44qKRzvWj/lmv0rM2sG0s392hlMKYzuqZ/urUUXzS4NTuDHRRnr/DUr9MEdKc3FDf6xavYi5BNJtG0Y3UyP1/vU7/lo3+9TPWkWiTcZGwB/wGpIo9vBw1Ntvu7u5qyPvNTS0ExNwjHyVC8w+ZP4qidzl6hX+Kk5AkTD73NRPJtdiTULOwOc1XeRn6msrmiQ6a6ZmYCmW0Jmmzio1G6bmuk8P2cTLuK80krscnyomsLNLeHzZcBap6prW4MkZCqKf4huZFfaGwF6Vx97M5duauUraGVOPtXzMkur4yPwd1QQxtM/JqKJQ5yfWtyygQIrY5rnSuztb5dCSxs/LTJ+9WvaWZk5/hqov8NXL2Z7WzPlnbxXTaxyTd9Cea8itV+/u21n3mvNI2AawLq7lfdlqqmd3bBNYSqM2hRT3OiTUCyYJ3U7ztw/u1j2NacfWhO5nJWJ1UqPmqxb7WqAdG/3qfbsSBSYvsks0whixmsuWZ5Gq1d/ezVB/utWZskOfcq0zduODTUYt5maP42qkWWkbdwRuphzvzUe80iMd1SKxbWb72KPMKjOaqr1apByq1ZLRaSZcdfmarCyblqgnFW4zw31oFY//9k="/>
  <p:tag name="MMPROD_0LOGO" val=""/>
  <p:tag name="MMPROD_14434PHOTO" val="/9j/4AAQSkZJRgABAQAAAQABAAD/2wBDAAMCAgMCAgMDAwMEAwMEBQgFBQQEBQoHBwYIDAoMDAsKCwsNDhIQDQ4RDgsLEBYQERMUFRUVDA8XGBYUGBIUFRT/2wBDAQMEBAUEBQkFBQkUDQsNFBQUFBQUFBQUFBQUFBQUFBQUFBQUFBQUFBQUFBQUFBQUFBQUFBQUFBQUFBQUFBQUFBT/wAARCAIcAtA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7+1j4ReH5rF5fJX5juO3+L0Fbnw2tE0bTW01P9XGxwFHyr7V5L8K/7Xm0G3e91Oa4R5Nmxn3Mi/w19AaTpsWnWqogyepb1raU/aU1Oe54OFjGVTnpqxPeXgtNnyZLnFeUeM/itcW+oJp8WmPcROdp216BrHimz0/ahBlmJKoqjvXnkzy31ndanFb/ALxCYk3Dr6100Kd1eSNcXWe0JHh/jDVNUk1u3jspZNLvJptv3/lRTV3Vv2gNe8G+RbyE6ikLrE/mD72Pvc0W3gvWPGXi+YXtobWCENKG/vt/D81buq/B231a6s9PjO1UTfPcv8zbs9K5pwdSo4c1mefSrzirrUseEv2nodYkZLi0ljnx8i9VFb1z8YNLvrpftSnZGdyK4+UN/FT9F+CejeG9OuJfLQu53bvvNtFeY6l4dt21W6Dnyok3YVv4m/u14+Po4igualU0e7Ov6zOa5JwO+1bx1B42LNpgCMCuWX5VFY/i7xhf+HfCywABcIdm3+GsOLTX8L6VElsNrzhXKr97dWD4r1C51LSFt3cyz8pXxGYYt+2UajvYak7Nog+GOzWtbutR1C8L28cO10kPzOT2pPEXjK5h11rKwf8A0cvtRcfKhrnfBvgvUbzUlt4pCiMfnbOFr6K8DfCPSbfSpbm7jWe6++JHryliFOrySY6cJzWiOb+FHjI2c1xaamdrRjejN918V6npPiC08VahJaRz7uRll+6f92vC9a1jSNJ17VI8hbhCqx7h8uP4q5Ww+JV74XuWktRv8uRpUb3r7bCVKGBgpzd7mTqy+Fo+hPiV4V0S3tJZbny3YJvG49a+eL3xBZ+G71p7IhHSQsisPu12Fh4ybx55N7qO/wApDu8jPysf7tcf428ByXV+l24Ig+87L/F7Vx5rmlCpC0Vqa06fInUSNnT/AI7XNxo91aXeEVQvkr/DVzwd4ue+tLjUzc75Rud29P7tc74d+C2seK0aSK38i3H8cny7qval8H9X8C2TmKcP5o/eL/CtfP0M5hOmqfPqaKM7OUiPQ/jIdF8YSz3pF1BE+4L93/eNe56V8dvC3jy0/s+KVElYbTHKu1a+S7jR4LF55LwiW4c/eb7uKw7yaS1fzbKJ1wRnYP4a9L+1sSocsJ6mNN8nTQ9R+PHhPRrMNcaYg25/1qnqa8B+yoq+YRtX+7Xu13Y3njLQopGieCBtiFWrlPiX4Pt9HtoordDuB5VR0X/ergqxqzXPN6sHNX9xHAaTfRQzqZ3LIOtdYPK1CyWWKQMuNu7/ANlrz+a3H2koPu4qaC+ns4zAjnYxry5UX7TcV1b3jtdStZf7Jzn7ybgtcx4es57ifyQP3sj7Bur0Xwpp416wgttyM0hCbpOxNa3jr4YwfD1be8t7sy3SSc/3c/7NNx5oPktdD5WvQ60eA/DHhfwHEj+VPqkyfvJ5fvbv9la8V1/S7TTbVktiGc/3a6nxY0+taJFdxPsn2c7T0NefaHqUUetpFeuXcdN/8VOi62IwynU3RpKMFsc5fyS2NmyzxlGP3GastNNSazaffuavYviHo9vrWmrLFEETAavHRZvC7RoTtp0f4d0YN62ZjDzIZdmO9bulsFmQuKIdN3TLIcbR822rHlhpckfKvSuqTU1ylU0M1WQNdRH+BTu21YudQ84LGmQv161JF4fn1S2e4BHyjhcd6qeH7P7RrqW92+yDPztWVWMLWvsN3vymfewi33Fz1rl76Q+d+7+Zc/w1638XtH0XR9LgSwIe4crhlfdury+y09/NXelduGtGlzy6lcnsy/o115ePMTbXS2dwJGby/Ws1NHfyt+NtWtN024tYpJHfap6LXJVnB9SeddjsPB3i6SzvZbOeTCt8yf7VT6hqFt9vcxY+avPr2QtJ5kQ+YVHBrEkkyxn5al02qfPEqXvpM7e5UeU0mRurnLqSRrnCdKE1oK8cbuGzWpa+VI/bcayWmsjBe7qSeF9DGqarFHJ/ql+d/pVvxjqH9oaiqRjy7eP5EVewrU0NRa6XqE6fK7BUDYrmdSZI/wB9ktjr/tV95klJQw/P3PUoLTmPcf2afg/B481L+3dViEuh6Q/+j2rD5bi467m9Qv8AOq/x++Bfjn4rfEv7RZacbrTUjEVu0rqkUP8Ae60vwL/aS0bwH4O/sa9fyLi3lkl2yD5XDncpX+VWvHX7Y2o6hFPb6Ii2cC/KZ2Ta/wDwFa+wo4unTpuE4XKlSnOd07FLSv2SfDng2za48a+LLaydF/eW1j8zf99HmqWofEr4ZfCe28nwX4bgv9R+7/aeppvb67TXzr45+KmoeJLzypLiS4lL7pJWJZm/vVyU95c6g7GR/v8Azdfu1g8bV+Gn7q8l+u5aoR+27ns/jP8Aaa8W69D5cmsy2tu//LCz/dKF/CvHtQ8ZXt9Mxlu7iVnP3nkLbqwb6QqzENu/8e4rNeZ1PI+50rj5eb3mdPwq0TXe6NxMrud3/s1VL+6SRGI+bJ/irMe8MKMOdzVDNeCTaBjdWiJJXjLbsFQv1qs/7sqM/wDstJ9oLL/tLQ/77aSfm/u1RIsUhjduN341IlxuXLjcv95qq7jsb+Gm7tqY/iosA65xI2R83+zWZdQsr5AO3NaAkHTPzL822lMImXuynrQitzOjby2UfeWtG0kMm7BCt2qCePay5Hy0yGby5Fxjr6VLA1jD5cWSPvH7tVXZ9/y+v3attJuRQ/3qqSsI5OfvVVymUNYkntZIOflzuroYtSkvNAlB+ZlIxWReeXJNBHIflztreW1gt9JXy/vM4/nUtEoq6trG2NYJFDM5X5q0pVRbZQT8uysbWrcfb4xn5t6/7VdLeeWsEXIZsfxVlJWKRjXTPIjD722m28hjC/7QqxPjdkDatUoph9pxjcq0blIuJmRGJ+9TXZ2Vc/NT4ZAxYYHzVctrHjk07BcoJvZsfw1chtyz5J3NWhDp4YdetElmIXTBpKwMoSQpI+xhVcW5U5Ga0tqW7t/ExFImxl6fMKr2ljPluVjm3HANAuD5y5H/AAGrMuxpVORuqneYjlz/AAiqT5ibWNKCRPNZ3/75qUyDYuH+aueW8DMyklanjuvl4p2kBspMWOP4qtDUnsZEfO3cPmrJt5HxvOd3an3FxukT+8laohnb+G/EFzDqyo5/cMNor6R+H/jb7LdNZO/yXUe36PXzDolwG2AKE43Cu8g1x7PVbKVH27SGNY4mjCvQnB9Tna+yfWWkzW2mlbm5KpsbcGf+KurXxRbeLrNERNsCHcJFHWuC1KaDxF4X05Yvma5RMbf4T/Fur1H4Y+F5F0IQmBJUP8P8Nfj8sO8NKUTJXu4HbeGbe20vQXlij81iP++jXj3jPxZLay36SRhGl+5t/hX1r37wpoZhgaKWPYv3dteY/tIeFbTS/DX9oWtuftKuF+Vc7h712rLvrlFSqIrEJwhzrY+Y7jxVeNdPBFPKm47Dzt3VrpC+n6dayqTKxkbfxXHrHcX2qS3IiZWZ+a9H8J5WJY7mJnVflKsPl5rGrKFGFpo5KfvnH6z401ixvJJI/MXjj+7XN395PrjS3M5dp267q7fx1q1ja2vlxIHff91vvV5/YXUu64lkTasp4X0WjDcjXNThYid72bPp+w1S98K+Veh9/wBpHMC/d/2Wr1Tw/wDHKO8t/s8unzLOkeSyj5a8f0TTdRh0RZ5g9xLKGwta3hf4keH9Ltr2zuMW+rsFiKyr91K+2wFfFzj++dl07AqnI/3Z2Ok/ESLxZ41srO2tzucPE7N/AP4mrofEfi628BvBa3FuZbfzNy+X97b9K8mTx1o/hu5l1HTzHvf5Qv8AFWDr3jq48WQvqEp3YG0KvzMKyjxJU554drVdQ5WlzdT3Oz+JmhTW7vFhGb5z5g2t9K4jV/jBpNrfu8T+VK2U/wBmvOvD14PEFs8BGxkRlk3fLXm3izTza6lOEcSKK8aeZ4jEVHOcrWLlJxhsfc3gi8s/FnhuK581ZX8vaXU1xHjfSdGs5pdhijYFcbu+PvGvnP4afFDX/AML2xINhId/lPXUXnjSTxoGnkR4ogOeetfTyzZfVfe3Ic1NLTU6a8uBeJcXCEeVnlq5dLeO6R7wOFRDsjX1Yfeaqmv61BY+H4IoJ90uDls1kmz1xbG1Edu32d/m/wCA/wB6vkIYb2ydSnC7Bzs7NmDq3xGvPDd9vg/0eVHLhq7SH9q62k0b7OCyXTIq/KPut/FXjnxFs3uLl4kwzoPnbNcVoVulneedIm7Z/FXBPCK/tGveLjXcdEz1e88US6xqPn3CE7yW+b71eg/C/wAA3Pi+eaVbUywAf62QfIK8/wDC9rba0Fkkwmz9a+sPhX4ktdJ0ZdNFqIooRu8xff1rWVOvXp8sSqSg5++eeeIvA58J27eWfKwNxVflqCz8YW+raZEbqMKsfyv/ALRFWPi746i1K/e2gO5c8qtebQ6fc6TOj6h8lq5L7M/Nk/3q+eWHnblqt6G8qtpNQ2PX9J+O1pbwvaRRCJk6Ow+XFaPjTxlBq3hL7WHTe6biteQ3nh2JoDe+aFz0Rfu1ka9q066UtlHIZcdf7tN4aNqUaKtZ/eae2fI1IxJriDULxnnO9vu7a6yLS7K38PJI6B5cnCr/AHa4nQbWOQuZT+9zxurrBod6tpKI3JixtLN93n+GvVc1Gp7zOSPvI6H/AIWlpdnYRRoAkiAb42Hf+8tcB4s1i78UXPmWyM0CDad1czquh3C6hvz+6zy3tXqfwy0MeKrpLKOMpa45fH3sLTalOa5W2iOdtcsUeFajpM8d1yDVCSPyXVPvMTX0F8S/AsHh+42bCu4feryi/wDCZZ1uI0L7TurH2s4VuWRm9VaRe8LLJb6NPcGco6P8kedrL/tVTbxNrfia9/0+WS4gi+VNx6CsC71yWxv1gkQ7c8rXTaJJd69eRWlkm7d/DjpXVKDelilK270NnTdWtoZ0guxvtzt8xa5/4jXGjW+tWstoI2iB3F0HauwuvhjqFvcwJJ83nHbuxR4l+HNho+mvPeg7gPlWT5Vrlpuph/d6M1Um1sJ4J1zT/Fn+j3Dr5USenzf981R8T+B9L86ecYVUHpt3V5zpOsW2l6k8sT7FEnG2u3S8uPG1ottZIW2hlMmepqIVXCp7OC0KcVNXsM0HwLptxYXFxv8ANcDcOflrl5fCbrfzjI2/eC4r1j4dWthoIbT9SIiukB/1n3X/AOBVl+IptI0/X/MgePyB1RTurKUqilPleocqseTX0l5ocrxIG8pv7v3azFje43yx5Vv71e0QyaH4ivnjcKzAcbh8tcr450m30OCU2aBVPRU7U6GJjO0ZrUnl0PFPEN5JbzZdjKwPrV/RbgXDpv6/LWBrVrPNK0hGVya6bwdo/wBstvPct8vy19NVjCNBGklHkvc7Ky+z3EyRudiY/wC+qpa/cRQv5Fs+5VHO2tA2MDWSxoPnPy1my6GNNiaSQuzE185TkpXi1qYXMuGHcrc/NtrGvLUw3DOHCtWpbTOszySfKmK4bW/ERm1cxxv8lexhKVSo2jVRvodZHpJkeJ/N3NmvVvBHgM60iyNOF215j4S0+TUkQJJuP3tzfw12Fhqmr+G75Ut7spkr8v8ADWOK5r8kHqieXvsdv4q0f/hF9JuI5CGyNw/2a8nv7xJEwx3LjdXZ/E/Xp75bezaTdLsVZPrXnGprKp2AbkUc8V+g4Ck6OEgpb2PSpJJF8SQrZrII90v3dzDvVe7a3t3fp8ibnkz8zMaqpfRxta+edsX/ALNWDq/iC2hRzJ999z/L3/hWu1Ns6irMsE1zcbECRBvk2/3qydUmRU2L/umm2uoD7O2M7X+Y1i3khmkzks2dxXFaWILDtuizj/Z24qm6lpHcMVbG3pTvtDtGqAfL/tUyS48xV/75q0gK0kfYYbn72aqv+8lYgDcP7tXDlguMVXjj28khmq0SRhdq8/L/ALVSFQ3IxxT2USBRgdaJWCp0P+9QBXlUbFA++tRPnd90dammYK7D+GmXClefvcbhQBT3PvxkfL096uWkhzz92oltX+Xncy/3aGt3XoSrEbaALhVJh2/3qoTRmOZiB8tTRKVX+96bqkdfMDZAVlosA21uOfn/AN2rFxD5iLztrMeQxv02/wC9V22uvtXGfmUVNrBcy7/zFuU4+WuktW/4l9qj5XdIvzVjXMPnX8SEfc963ZpPksgvaYYoZRHqSyfbInA/5aVrXjeYFHDNjhlrGutQFxeoD97fU95eCP8AjG7tSeoIju7gr+7BqrAw+0NjDcfdqo915jMc9/WrVmu1lJ+7n5qq1kFzRhj2tz95q0LWYrgfxf3qoSXSKrAfeXpT0uEVFyQp/uqaltAjV+1PuznbUM106xdSxqp9s75+Zacbob/3gG2si7kb3z7sZ+7Tkvgow4O7+9VOa4DOxHyrUHmbuMht1Xa5FzTW4SSZjn5abIwuCxB+Ws7aVPFSIzquM0JWBsfLGFXHKsKfb/M23FAk3bc/w1JFNGrZrW5JdjkMafNmmeW8kjn+HH8VBvBu5+Zalivo/M6bam5LJodSuWsleMFfLO0stdZZ6pPNc25yWUqGrnNAvIo1ngIDK/8AFXZ6bbwSXCxoflXDCuhcljFrU+jvBl5croek3ETlGxt219L/AA28S3MVvAjINuPu18n+CdaS1uLLT5T+6fav+61fTnhKN7e0tdkbs2f4fuivzXiGm6M+aPUiCtO7PaZdTaBI5d4jjP32/u1P4j0mHxJ4eng2LPvT5N3rXmPxS1C8h8K/aYt0DIBlPu7qboPxutbbwrDHbW73uoBNiop4J9TXm5Vi5X5amx1TnCV4M8K+INrZ+F7t0jgCT72V1UfLXPQeLnkaJEgO7/a/irr/AIkahL4ia1tLy1e3laRnd2H3mPaufsvB91G6ypHugjP+s/u1tiMK6s/dR42sfhOM8W6fGrrJGwe4kP3V/hrPm0u4sbdHniKKRxXW675cPiZS8e1EH3f9qq/jTxF/wklza2VnBtSMBXf1auekpwnyEyjzK57P8CPiVpeqXMul6jcLBePB+7jlPyDPLbWrl/i9p+naP4vW806NbjA/fbf/AGavnKeG90W/ie3uJIn/ALyntWrbeMtVulnsrjN4shDbmPzACvpsJmSdD2FT4SHZq8tz3ObwfZ6xp32sZZmhD7s/Kua5G9szo/zwSOzZ+5Vrw78QINN8GRWUmZX37vlf5gvpXOT+KDcagy7N8bE7K8nFyhUt7J3ZahYWDxdeaKjuhKM5+9Vzw3NF4q1N472cIiRtLIudrOw/hqg/h258UalDYWEReRxvLL/OuZ8T+H7/AMJ6vslkKS/wNGetcywNeFF1pQ06kOqr2O4la2k8QPHOPKTG4Ln5UWvaPBnw3tfFmgS3FvJtRBwsfevl2PUp7qRTId0znlv4jXs3wx+I2qfD8T2jJvguk2GJj0/2vrXq4GtBzTnC8EPlTMzxP8P9R0e8uZHLNawybU3fxVvav8VjcaK8BtPKlEKRFlPotavjzUNZ1LREnNoI4iDsX+LH96vGZoZ2llEpO3H3WrvxHtKFTmwekWYqy+IwdTuri8uZ7jG5X+Ur7Vr+DPAtx4inXzI9iS/cb+I1XkmMNm0ZgOzdu8z+ldn8NPG08dmtlHEGuIZN0Lt/dx8y/SssFTg6377dhe/UzfE2h3ei3cUFtHsVAMLn7lek/DbxZc3Wif2dLKr3DSFS0h24X/a9a419P1/xdq8/9n2xltRl5JcfKv8AwKq83hHVNPC3JcxOfmDL3rrrYfE4eq54aGgRnG9pHrl78O7C3lt5/tf2q6kfc8uflUCuc8TW6X2qrFOA0S/fZW6mqtpcPpemQZuJZ7xxueSU1qQaTFqFpAbi4G93/hPypXwOZVq3OueNjvp2t7pLq+gm+0TFs+y3UbRGv3lxXDadpJWaWIRySn7odh8q19MW/hey0/wci7DLEse52zu31wbzW2sTqLC3EFrCdsjY25/2VrzcJKc4OT1saV4WaPEm8Ny/bW3kwL2/h+WvQbK3kh8PeVKdiY3BXPzN/tVF8UvC89rZJeW5dMfxN/DWn4JWPxBZWscj/aGKc/3mNdlGtTrwbepi1KnOx54+jjVNTisEICOdu5q+pvhT4R0rw34ehFvEhIj+96n+KvBvHnhW/wDDt59tgt2RIzy2PlWvTvhR8UrS40S3glx9oT5a93DSjQUXPRMKVnLXc5b476LezTvfmApbr0X+KvP/AIc/YtQu2+24WIg/K396vpPx7NB4k0SVI0DSt8o29hXgl98O7jw/M9w0pVUfa6r2r0MXl9LFU/b4J7bnPO8almeVfGTw7bWuovd2aBUxur2X9n7wHpml+CYtb1OVf7RmBmCf3B/CK878bQjVrZ7aMfKPl/vVxGgeLtU0GePT3vZmgQ8JmvAWInCNl0No2vc9w+IXxEFnqiSpFwh3fN8teUfF74qQeKrVLOzBiyBvXP3al8d6hJqmmCSON0dvevJYbWeF/Nkikbn+IVz0J+1vUX3FOo0Wbbw3d3mx0TYhH3m/ir1HwHoOq6HNiN42U/NtkFcLD4kuNqDbtYf3a9E8NeILm6th1bn0+7XDVrVIPmqKwRS3udNd+A7zUna7e4CNs+6qV5d4k8F3VreOZZXbnaGWvS4bjWbW4S4FzLtb+DPG2tDxzp8WoaXE8YC3EmO/Q06VaM5eYNaHgkkN/oJ81CNyn7uapeIfEV7qFl+/TaoFdr4r8P3dnbKZZFZv9muF1y8itdNZJB8xr3MPCDtJq7Muez5Dhn1BLiRoyOp217d4a0/SrXw8nliPe0Y+XP8AFXi8FnHdSeag78ba9H8LzRrAnmncyHlfu/LRmCvbkNVYualMY7pjHAdn3t2Ky7rUBqBx/D92vo+wvvB9v8N2ln+zLeeWzSI4+dm2/Kq180jyI7xi52IT92qlRgqSlB6swdNoxte0+WSyYW4Kt/s1peD/AIJ/2hp3n3Cb7hxuLMfu11Wh28eoXkT29tJcQIf3jINy10ereLv7LuYI7SNF2dVZNtYzqYinBRi7LqbxlpY82/4RnUfB+pLBGPlb3rqfD3hu71S/S4uzuVDvdmPpVDxV4mk1C8S42R7h1211fhnWIY7V7hyqxLH613UksRWp+zQKPP1OW1KxkvtVllKbuT26VnX+npHB5ONzbtxZqn8T/ESC1R47a2klbLf6sfM1clpeva54gu2ij06TdI+0M/8ACtfpDVo8p6kEOv8AQZL5mlEbskSHYuPvOa8/13wneLeJk7WPyxqx/hFezXmj6nZ6c0YktVuPmxuk6V5Br1n4phnur1Nk8XzIm07mNCNTOGivbyoJCd33StIujvIzOW/2RzXOHxBrNu7G4tpl3Hd80ZqW28UXilTJBJ1+9jpT5ZDujfm0Exqzkou0VlTaHIsuNnv81Qf8JNcbWJSRlY/eZd1SjxUGZi8bq4GArU1dbiZSexnhlU4K1F5cnV/vfd+YVafxFFIjSSg7vpVV9ct2ddg3LVGdgmjOc5G6oCu7oT83WifVIvNYH7v96mjUoFlVgw20yhhjdnzg7e+41OIyxzgNj5RUUeuW7SvuI+X9agTXIvnyQv8AFSA1IYzu5AVv71WHhReq8D361gf24GbOd1RnWiqtzu/i20AdAbWNmUKf+A1XuLXy23gFlFYn9vSq+7f/AN9U9PFBxiTDL/epXA0ZrXcmSf8Avqsl5DaysQNvP8NWZNcgm24IVu+6qAuo5pmUyA5P3qu9wLVveD7cpPpWxLIGms/4uS+3+7xWLpvlNeSkn5fuitG5uEjvYB0URnLVLYD4ow17vz3bNQarNuuNiE/NVf8AtAec+x/lWqsF0ZJmL/M1SBo2cca5eT7tW4plwoxuWqkMnmMqKTtpt1MIZVBB255VT96gB5ujI+wd6kRn34c/8CWqNrbmRmfB2r/ePzVct7gqcfeqWVcvwxlnU5Lf7VWLtXaNuKqx3Xk8uPlPSpzqQmTATtt/3aQFPbxg96kS3G5eKmjt/OZSPmqdrMdjVoLDBGGPSrckI8pWKbcn7q0yGHlQRuZf4qlmmCxMCOlSwsU5Yd0i5pz24Z/kNSxTCQ7CNtM7titEiSCWM/Nkf8CpsOfNqeTGzrRDGPvA0E3NTRFG+UseVrsvC11HfauiR/wbVNcRo6lpp/4l5rt/DtuNDtbi7kXbKRsT6mrRLO//ALSLW32yNzviugyMvtX398CtesvEHhHTbhlDTGP53x8ua/OrS7j/AIkiDB+Z/mr6b/Zy8fS6HpL2RwyodwVuwr57iCi54ZVUtUTF/wAx9E/Hq/isPDKJ8uJm2fpXyz4G8TSaT4k8t4xKgPybjXY/Gvxhc6lfWUD3LSxv8+xvurXB6bbiPUlncBd44r4OhUi6bqrS5wVar9reJ7PrOkjxc9vINkUoK4WPuteiWPh/TPDPhyVLvy0Xy/nfG5i3+zXkngrWJLXUoiQeSuN1dx8RPERuNN8p/m3jhlO3dXXh8Y2uRr5j5lrPqeF6tpb6l4puhHjYrlk3GsJ5INF1fc4L4P8ACPu12P2qKxRZ0QM/zZZuxrmtO08+KNfWMk7C/O2uGNVubmc7VrGDrnhWdTlhtZPlNa7+C7LwzoDSAie9uArvLn7i+i16L4rk0/VPDKPGdkr7sqw+evILnXhYyQQXO6e3RxlfpXqU8LRpNKFTQi/dFW20WVYJbuWJ4oGH7tpB96l0+4tIREbjKhX3FvUVu+MfHlvr1hbwW9sYtibE/ugVw0y3Fwqxxxvu71tivZYSpCeFd11Ju2rM91s/G2jeFdQt7nTDC8Tx+UPxFcH41vB4s1XzfLVNn8KHdXn0Md7HepEI33t0Va9G0jwPqskbxJB9oncjKr2avVw9etmX7joYySijhVVrPU0ePCyo+5P4vmrv9TtbvVNKTUIkRJMby8fdq6jXv2a9ZtYLOS3Vnv5CCyr93mu41v4Yah4N8AJFOBPeGPc7fxL/ALK16KyTEQ0hKyHTqxd9GYPww+JieOLjS/DGqx+ReErC0+Pldf6V6T8UvhPpsmlrbaPZqZ2/5aqPmJrz/wCEfhXRLpNNuHdft+9nn3ffRt33a+grrXtP0e9SOTHlYTDMenNfTYakoUlCepUF7RNzPm/xV4RsvDfhFIryALdKNrp/FurjZfh/JHoK63byPaq4LQKo28CvpH4k2/hzXrg3N28cqW82dn95f4q5LQ9Dj+LC3+n6ZOy6banYIlG3avpXHWw1KbtBmns2n/WpD8IvHGlat4etdAtICbryws8ePmlf+Jmb0r1fQvh9Z6rq4ku44pIo/uRryuBXm+nWuh/Am0c+X5tx8yvIw65/u1N8MfiVqGr6wmo21wZbV5NkkEh/1aDvShWeHfsr6nXCMJpKZ6P4s+Buna4/mREQsB/CMV5Jqfh2DwSs58hp4kfb5jDdX1Rp+oQ6larPC4dH/u1y3xA0+xk0OdHhRv4ulcuOy+jmtP2VdfNG8qCo/vKZV8BTWXiTw5AY8GIptK+nFGrfDKzezlS3URdxtrxv4WfFA+GvEd1pt1HJBp0rlo5HHyLXpHiz46aVo8Sw2qi+upR8kcT5Lf4V4OFwNHKcPLC11rv69i3Vp4iPPPdHO/E/wstv4Injk+8iGvOP2ePs1nft9p+bcfk3V6V4u8UweJvCvlyEI0qbnWuR8Aafp+n/ALyIbjCdu6vyvShOdtLsVRKVVOJ2Px0kN94ReK3hDgfMXP3V96+WPC7apZ3ippxd5d/3f4a+qPGOsW2veFriAYfCbdvr/tV8/wDh7XILPXotMsot07zba9etjZVKajBcz2OetH95c9Y8Pw+ILXw9Kt6C/G4SL2rz3xp4yvJjLE8g+Yc+9e6apcPp/gzEpCz7GU/71fLXiXS7y6knuHQqma7ISxOGp72v0M6rgrIi0WTzryU3B+R/mrOuvA8Wqaw97kLEh3BfWk0W1uNSv4reAEuTt2rX0B4b+E/maVi5BjYp92vKrY2FBuU+pcIOekDyjwjoY8WasunW0YZU++zfdr3vR/gL4fktUhuoEnc9eK8rsNNuPh/4iuDbfIM/er2r4Y+LP7WiluLqfdKH2orfwivEqKrPEKanamb0PZv3KiuzzX4vfs1aNaaHNe6TALSWEbztr5v0HUrvT7h7eK3MrZ27VFfolqU1prlpLbyFWjYbWXPWvIbf4S6PoeuXFzHANj9PY13wqYeU3RlPmXTuXiKPs3zUtj56l169sbCK4uIjEyD7rCqN74kn1iFLgEKyDcNv3a+ifix4H0q88HzyRRBXZONo718tT2stqiQJG20e1diwlOHv0zjc2txms6te6gii4k3qvtXB+M1t/sag4313Vzav9ibI+ZRXl+uLPNcsjk/Kfu17OEWr8jJrmfNck8I6Olwd8pKpjdWreqkN8uz7oqXwl4X1HVI8WVtNPxzsRq2Y/BOqXF00X2Cbep2n5GpYhyhectim103Mq41i7uIfKc7kxXL3d5HcatBbT5VHcKdvevrj4ffs422qaV5t7E6uQuNx21LrX7EcV3crd2N60civuCsN1PCY6hU9xM1gqm7R6n8D9B8MyeBYILO1t0fyvmVU+b8WrxP4k/BuS+8YXD2x2QSncOK+ofhB8MP+ED8OQ2lxL59yB8z4qx4l8L2a3T39zOIIIhl3f7qiorOrTpc66nRVw7mlKKsfB+rfC06TIwld2z/Diqsv2bwro/lQ2Ru7yc7n3fdVf7tewfFHxdp+oam8elxlYE+VZZPvH/arye9je8kZ3J4r7XJsC6cFXr6PsKlh+R3aPOdU8Ua/byubbQ7b/eY9K4fxF448b/KY7IRKjlh5Ve1XNmjfJ/B2rLuNNhb5AF/3mr6V8j3O5RZ83al4g8b6gebefkbT9KS1vPHilMRSqoHG6voeXT7dVxsG77u5RWTeKke7HpSSp9Ea8r7nkUPiDxqozLZxS/7wFWE8ReLVX59HtWT/AHFrv5bXy+o2qaY6houB83/oNV7vRCszgz4i1yNN8nh+1bndtUbc1F/wk1yqYuvDiu/3vl29a626Vd2R83rVC8hRkzs+XG7atPQlo5SfxVbNv83w/Imf4lTdiqD+ItGjVw2nSp/vQ11E9qkgx93/AGazLiEQtsIq0Z2MCXVvD821DbtFn+LZ0qDd4fmm6/Kv8TVrvGjKxiRN1VZrW3XaXgVmY/3Kq3mUYxtdEaZ9lwNo6c1Vh03SGdmNwNv1rdk0u2bdiCPf94LiqH9i20hyY1Ve/FTZgUl0XTpNxS8Cr9ah/sGzkiYredP7x+9V4+HbZlbEe3+Ic1TfwzEyLtQq3+yaAKjaD5i/JcD86hPh+Vkykm7b71Omg+YWEcsi/jTG0O4j+5cOv+ytFmCKb6LcL8hPT3qBdPvY2bH/AH0taL6bfqnFyfl6q1V2tdT3Y8zdQBWs4b1nY4bjq1XJprhrd5HjdXUbR/tVBatqCv5bnZu/jb7q1LcyajYyNGdkqEc7DuWlYEV4ZLmO3Z/Ldv8AaotNQkV+U+7Vi01a6t+Htt6GtGzvIJD/AMeEiu3XaN1T6ooZY61Hlcjaud1Ld6sLy5Yp8qZ2itOeTSPsaRvHsuAdr7qg/wCEbt2umEcm1HG4Nn1oViRqakFRY0P1qe2m8wrjG5ar/wDCKzrIwjkLMvTmoF029s1YbS207TU2A15JhMuP4c8VZt4U2q4Nc79olhdUljdPT3qVNWKvj+E/LQB0bXHl7fLfbuqeFpOrkbf9muf/ALQDNw4q4bySOJAMbqn3ikbltcCNWPLbetS3TCSHecfN1rKtrw4Xf96rD3QboKLgPhZI9p+8y1PuTqP4qpeci/P7fdamxXCNuyK3RI6ZtsuB81WEkSPafutVMtuk4oMgV2xVmS+I6XRfLW0lkP8ACd1bl9qxunih+6iD/wAerF0G3LQtA/8AGN1aUcYa7VOG+781CtYi+p3mit5mnRRn8a9T+GerDSdQlDk7RGuV/vV5ZorR2sG9ztVOu6uj8Eaob7VZTnarnaKwxEfaUZQJfU9N1u6fWr+C4BLfPs2t2r0KHwfH/Z9vdg72wF2/7VeZWGn3N1eKkaFWzt3V6vo+m6vHDD9o3PEh/hr8mxFelh5+y6nnwV2zK1XVjpd0iRgqyDlm71W1XxVd61LEHl3KF2hF7VqfEJraSwiwn+kbudo7VwOn+Y06+WC22po++jKV4Oxrag0tjD0Deb/e7Va8CRi3v/Pf1q0nh2XXmi82QqqjhVrZ03R7bS5UDv8ALjnmuf2kKMGuptBOc00eaavrl5fXLRWiNLsO0rGOlctfMLi5/eJt/wBlu1d34V8SW9nFqUDWkss8w3C5ixuX/erjLlhdarLKV2LnaFavp8TQoU6SqUznjzXtIpT3kcboI49+P7v3a39M1q2t49wiG9v7wrstA8F2mvaRax6db/arqVGZ1QfMh/2q878W+H9U8O6k0VxGV2/wrXmVsFWxWHVSEHymnNCDszc02NLqeWWNAsv3g1eieBvitH4TvJ59T04yqwREZPb/AGa8z8NSPJDvH8A5atmHR73xNcraWw3sx42jvXPltevhMSoUNy5WtzM+oV/aY8KRxWstx5sEvl42PHuZWriPiF+0JpmvaV5FusTiXdC7MdrIM157N8B/E8eny3t0BKkafIrV49qsZsdRZLiPYyHla/QMTVzGhTvUXzRgq6l7p9VfD9dA0HQdWu3eNpZY0WORX3f8CWuc8Q/FbQtekvLQyiK4hTbAjttVz615Z8NrPztViFw8zWr/APLKMs3+78tdW+l6NY+OLO/u7b7VawTBXgQdK6MuxVStQ9/oyJTS0gjznxLpvii6nuLu3S++wKN3mZZUrtP2ePixd/D+7uI57aSe1unVX2j51H8RWvavi/420638DKlvpdwqOF2R+Tt3V5j8PPG3hbR9P1GTVLZrLUnTaiyx9P8AdrurUKNOandq4qc5KWjPVfjx448H3ngWWWC9tZ5ZIf73z7q8O/Z98YDSdWun1G3k/sSYD9/sOxJR935vSvHvH91Hrniu4vLMOtuz8c19KfBzWtL8UeBdJ8PWWlyLewI322NU+V/9tmrkpSp4vEKMvs7NG/NzVOdaHp+h/Faw0HVbeeCWSXTZpCs7RhmXbj5WWvWdA8ZeHPHtmy2d3BdEZR4sjcK4hdBi1bQv7O0/SpLXbHsDKgVUWvIPGPwU8SeHbKTVdInlsJ1/1aRHa5b1+WvWlSla9Lc7FiJQX7zVeh9DeLfhzpeoaBPDb28cL7eHx8y18teFbfSvCPj+80vV7uPzZRthlkP6c17J8NNB+It54d8zV9dk5G1IrlA7H/er59+Ov7OvjSbWf7Ygn+0OD/yz+XFZV8G8XStUtzL7zlqOF+dJpHs3ijwLcXlh9stJPIt/L3bM/wANcroHiSy8P/6HLcDc27Lt3rlPD3xG8fLokWhazZGJ4UEX2rZ99Qvy1FqHw1uLhPtFzO3myjfuY9q/MuI6NCDVNw5GtSoS1vB3Oh8c+PLO3094rJHZiP8Aln8yk1554e8M6q2oxa5k2rJIHHHT5q6e/wBJi0vR4I0iLSoF+XO5abf69PcWCW1vG6NIF+Svm7RioujqurNZS5/j0PQfG/jC6ms4rfzU3ZGVrEh0X+0NBaW4PzPu2Kv/ALNXJL4V1+bTvtd3LI6x/NGrnmsrw3rmoR6hIJ5H2RHiPPy5qsRXqTinvYpKG8j2r4cfDmy8PgXtxte6cbtvpXpdlq0M108HG5R93NfLGpfELUbW7QpMysh+Rc/+hV6j8K9Wl1i9+2XMux3G35vu18HmdPEzlzt7ndRnCGiN/wAXaH/a2qvHFH8/3t2O1edhtR8O6k0UDlIgfvfw17hrGuaVoqwIZY2uJTt3fxNXK65Np2pIiRum6X5X46V3RnVouFCa5oNHLOOrlE880v4ianp+ttJJK0sTDaV/hWvafCGuQ+JrNmzuc9VrgrzR9KtbRoo0WV8bdy/xf7VWvh9qVnptzKiS7H3q22u1YOlCqqyNKTbXJNnsJ8G2lzZiOdfMTPSvP/GPwR0/WP3lvEiuPbiu1v8AxelnbS7yemU21xHh742Wl1c3cF5HJbvC2396NqsPavqPrWH0VNF1IUpOzPFfHvgeLwbZym7A/u7nG1Vr54vNFOsawsEBCq8nLN/CK+hf2qfiZp2saUtvZyI8+Qo21816JrUlvIz7/n/vV1OMoQlUpHC6agz7k/Z/0/QtL0WLToo0a5IGTjlvevQPGdvo3hq0WZ4ESWVwq7QNzGvkL4J/Ej+xfGVrLczlkk+UrXpvxc+JE/ijX9Jt7KOSaKKQO6x968OnzVcNUpYl3Z0OcFC6Wp7EmoJb/ZSAU83FemaUUa3Q5r53tL6/urmwuLlzEkZ3FFrqfEHxft/DVnmORZZccI3/ALNUZLKNLEKnh6bmzpo1NWeqeKvFumeEdLe7vrgRL/An8Tn0FfJvxP8Ai5feMJni8wwWCn5IE+7/AMC9TWN4z8fXvim7ee6uGnfsv8Kj0WuFnvEaVgd+7/d+Wv2SnhE2qlaKv+COptsrXdwZJMnLbv71QOu77/yLTjdRKxJzx/sVTudQibdyVUfMdwrulIFEryKJOaz7llXcAnzCpptUtlHEoyei5rLe4Fw7FJB/u5pI10M+8YYbH8X8VZk0hXk/MtaMzBnbePlpj2u6Jim0L/DRckxLmQNuIG1v7tUjMfmHt/DWpdW5hHXd6NWZcyCNuD84/i9aaZLKUkZX94/3v4dvb61SuYzsb92Wz71aluE+4X3Oap3bSTIuSYFX/wAeq7iMm8by2YDLNWVcyPcbc/KtaV5IJC8aE+a1ZLW8vl5lJiUfw1smQVxJtbYBt3fxU6RUjg5O5s7j/vUqLJN9wbk/vUiQ+SzF8t/7LTJsRpGWdPn2qf4aY8YVnCYZgKsPvmRZEJXnhcfNSeX5f3xukbpRcqxTMP7ppCvzUNai4XIyn9atRxyNujkxsb5qDmR2CD5sf980AZxtUjdjGPm/u1E9nuZXHzNWnuK7d4G7+9io5o/O6jY33ty96VyrGWbfzBsxtZfm3Ugsxs6fVq1f3WFG4f3R/tURafJcccKqnd9am5NjGXT923A+U/3qRtN3Nyn/AHzXUx6XuRMoGZetXdP8OyX0yp5fybvvVLqJFWOWttDNw6/uxtHTaK0ptPj0m1dLeIS3jDlv4UFd5/YYs40itAGlfq7en+zWLf6OGlazJCySJueX+JE/irL2vMy+TQ8rbQ7qY/aGTzZZA0p9gKr/AGW/ZkCW8is/8MZr0WHLXF08UO9ZkZOn+0Av/stXdB0V9Q8QtbfKiohiMrDp/eb8t1dN0znd0ea+Ze2vJMsXG4bqsrrlxGj/AOrdW67vvV6CfDq65rbWUYEFnCN808np/CP++Vp9t4BstcuVTyhb2EA855G+84H3V3erUuVE3ZxCa1bXCJ5sG1h8v1qWbTdPmVmyE3/MnNesSfDGzm01YEslsnPztIx+aFf9r3rB8Q/DnSLWOIQCVnf/AFcjHbu/vHbStYOY85PhsfK8cnyt0qk1neK7H7+Dt+WujvvCuo6beNHby/KnzHeflWo3j1CzG24tjKmfvKOv+7RZgpIyPtkkY+dNqpVy2vkkiy7/ADt/DWis0F1G6SWzJu/2OlMfRbRtpjYpuH5VLa6mt0U3hNxcLGJAVXq1BjdZVA+Zf9mol0uSGFvLl2sxpq/bLV8nDBa0XkZN2NJ4fJGf4sc1FK23bt+ZnPDVVm1iVYdhTa79WxU9hfIwd5E+YdKepBr2upXFurPD8zfcFdfpU32GBbi5+ZyOFrntJktpEi8whVT53b+lbUV1BfTq5lDfNtC5+XFVFrqDNZNWk1DZAnyqS2a7rwHZvbo8n3dhrj9CtbeObccfL/er0Pw3JBcJLbRXEcUsoLHecKAB/FU1JJQN8NReIrQpdz2Xw/qSfY7W5gQSvs+f/er1Dw74sF9DBFKiLuk2/htrxH4XWNx/Znybp3yzBq7/APsu402zS/cGJFO0/Wvx3N8OqmI57HJi6SwmJqUYO6TL3xQkg8i1SDG9gWO2uf8AA+k3El0j/ZJJdv8ACoq5qVwmtfY4I/nnH930r3z4Z/2To2lokqhZMfxL/WueliqWGj+9ZyQoyqVNGeReLpDp9zbxpC8XH77aNq7qzdOb+0rxhEHl8o7jt+7ivo/WND0PxShLLE30rgtN8K2ek+I7i2sog6L8p2+46Vx/WMNim3B7G7o1YPldtT5p8F6ta2NrcQToGeYcs4+bit7xNpelrpXn2e1tyBty/wAT+leY2V4kcyvI+3cfvf3a6nw3v1rVF05DuibkV9XhsdKf7jl0Z59rLmPSPgJ46g8E6Jqkl1p0kn2k7UuVHzf7S1wPxI8eReKNdcRWxg3jYn97/eavUPCVmn2OHSHiR3hdmHH3l/3qz/iF8FRZ2D6pBGIto3Ii/wAVfefVa9TBqnTdjncl1PJLa8+x2vkRA8ffb1ro/hx8Qh4L1hL14vPweV/2a5TTGEYuIZ96S79271X+7Ve4s3YsY0O1xX55XoKhVUk/ev8AidkX7tz7dT47+F9W8DLdSTRRMUzJCzjclfDvxO8VWeveJ7m4szui8w4bG1a7DwN8Hdf8WWMt7GhgsAGYyt93/gNcL4h8B3drr7WUcbSy7/4RX29b69WwyhKGj+84514Td+xs+Avi1B4PeX7XZvOrRlEkT7y11eifEbSte1RLxJFRYcO0Ev3nNcV4l8BtosKWk8bJeHGdw65ql4b+FuseINYS20y2kbLcsn3QK5sNDE0aiwqREqi5edn3xpVvp/jjwpFrEtuu1oVWOL7yqa8e8UfC/T7iK9lEHmzh2yrD5sf7Nev/AAT0WHwz4ct9KuZy6wxhdkv9/wDirudX8P6Xa6fdXEkYy6/M/wDF9K+zbTj7KsdEaXtIe0ij86dX8Kz6PPcI9u7J2ZR92vY/2S/ip4d8LanqNhrAFnc3UgijuXHygD+E19Bar8OdEuvDUs9xbxuzxluytXx3420/RtL164isiFjT5Qqj5kP8TNXz+KowwKdanMqmnTa50fobp/iLStQX/RL61m9kkFXZ/I24l8v2D1+Z3g/xRP4Z8TwX8kk0trEeVU/Ln+Fvzr2Oz+PF615ZkX0ku8NEUn+bcp715tPOab+I9WOIjNbH0xr3jJ9N1uCCwX7REw/eLENwzVnUfEunyTxDUVEaA8o38Lf7VeYTfGbQPDujuZfkvdg/dKNzY/xrjdJ8af8ACyL9Lie58qLz9oiyq7B/eauqeYwunCe5Epvbc941bwXYeLPKnjRVgUfdUY3Vx/jrwPFb2qJAgVAdv+7XqEN5a6NoUO2ZCqRgKzN1rndY1yy1TQW2SRvcSKdi55rx80wUcwpqc53qW+RbpwgrxWp8v+INJubPUkgizOxO3ZXpvg/4e21jaxXN4m6U4Y7h0rIkhtPDuurf6vMu3O9I2Pyj616JbeILHxVoYk0u4Do5wjL8uK/K6lWpDEwwbVlezMqNBSvUmZevR2f9lXGCFTtXzrqTCHVJRAm3c/pXqHxC1hPDti0ckxb5y3zV4Fc+Mkk1P5AWiaTnd9a9jE0KmHbpxRzVanO0zrdY0+w0uz+0XDp5v96Q1oeHvEAtdJY28pVuzKayPGNjBrGkxXCP1G8bay/DWi3MditxI5SB/mX/AGhXhxoKrTvNkSbhM9k+H3h+Xxhdfbby4bygcbm+83+zXeeOvBaR6H9osAFdE42964/wfrCab4eRbeRF2da0JfiobyFtMSBmdztDetcinOnPlijrpqPI2zk/D18dPhaS/JZmG08dKsCzik1BLuzl2o54f1/Cu40HwPaapB+/YMzEs6qd2K3k+HOl2M6uSFUfMi+n+1XpUP3jnzPUbi7bDvC9rut4Y7gySxON25q4n44eAZJtLe50qMJJjnaK7i+1KVp4tP0qPzWTrJ/Corrm00Xun+TcANlNrVhKSjOFWmjanD2icOqPyx8VLqcmpOlyHZkf+L+9T7DTZ4YVkeM7v7tfofr37PvhzXIJcWUayt828DvXzT8TvA8ngW+a2lg2Jnh8feFfc0pxxdDmSsc1SM1pPQ8m0OQRzJIDtYHd/tV7v4E8UaVZ28AkA+2P/d+ZmryKx8MyX15i3jZmf+792u50bQ7PwrE07yB7xhzI5+5/srXNh8m/tKW/uE0056Hp2veLBHC0cGFf6/drzfUtWFxK8jzjd3bGayL/AMSGZyRJEq/d+b71c9f6wWxsuIkVf7tfoOAyyhl1PkoRt59WejCCga93rUHzD7QUX+8w+Y1jTaxGrNsuyqjpx96sqa+Miq5kRs/NuqjNeFX+Xa6/WvV5TW5r3WvJ91LtVZR91gtVv7SlZ23yxuv0+9XP3d4jMubfezf3T/6FVK8uIGP+rKtjl8Umk0Umbl/eSNz9njdv7qms258tmY/Ziqp8z1QtryCThLll2t91T1/OpWknkL5udzdtyL8tZWKuRSPAzLKfMiXtVVryPeyLev7bj81LM1xIFAEbMh+fnatVY7h1mYG2+VR9/I/75qSiGWZ5Mk3jL+K1l3TW6s7vKVVuis9W/OjYSubZo9x+6yDmqE7edvP2Us33RyKtEEUc0caqkcW5l6O1MfM0GLhh13bVO35f9qnTRz7lJwiqPu53VWMKRu2+Qtkfdb+GqvECKSEKqSRAtv8A7v3apS253v5jlt397pVw3W1FjiG4/d/2VqCa3H2hZC52/wB3+GlcLFAfMjeVlsfL/dpu7yS7g9uWqe4kHmqEA2H+JRUDY6P8yjouOlUmAisZF+QFf9qpjbpCmZD8vbdQkxjfGzcuNwamQx+Yf3hP/AqLisE1i83Ofk7bTURVF3bD8wNTzM+9kTOz+8v3aetvHG2Siq2P4+9Fx2KTWbyMuPusN21qgmh27VT561I1e6GwDbz8zN3WrCWqLtMQPzf3qhyZSRlWmn8MXf738NakNukmxACrD+L3qxBpMkz427euK6Ww8NpanfcZZc7Qq/e3Vk5l8hR0rSXuHJb90o+Ys1dpoXhvzlR5U8i3+8F6M9XdJ8PhpkkuANoHyRL91a6KRkjXZvDJx/wGvNq1l8KO2nhn8Uzk7rT/ACbu6lIH9xFX5dormdetQ1vezxffmTb/AMANd9rqo3yAhkb+KuNvm2wu68qw21NKbFVSijktMs008LeDCvHIFRW+7vA+Xd+LLWvpFrBptheSyynzZxtEin5tv8Tf8CVawZo3ulnjjJZHmRSufvEn/wCtXQrZxLDbpeD9w0zKXX5vl+7XrQdzzZIq2FukNukdx80t4RLJt+8fatHTbiNdSiDxF4Ek3pAv/LR/4FrI0C++2Xer6gg3vNO6Q7v4E6LtX/dra8P+XDE1+7lnQ+VDuP3P4mNb30MludHfyGaSC3uLmOKKL/XRqdvnP6bqw7BRql5Pe3HktFKdiLEd/lhPvf8Asq1iHXJNe8RTmCL5LYO6I33Vwv8APcy11WmQ2el6LZ6cj7fkCM2fmYlutRcTGW+m21xeOYrMSxMP3ds6fMXPO5mro7nwrp8Nr5t1bl7hwEKxH5Ez/AvvitfwfpMX2aB/L3I4LvJ/EV7f99VuXkPnaahiTynw2Jcjk+taJmbVzyd/BceoXDRJZGDHy+X/ABL/ALzdqguvhHaXEDpHOVSP/WM3CBv7u6vY7Twnb6foiSofNllfcnP33/ve9VNQ00yWF5d3v+h6TaDyvmP3nPf3NHxA4o+Y9S8A3smrS2mjq96kXVkX5a57V9P1PQ/3d7bncx27VG7FfTeiXUk1hLHp0EOkWHKyTsN0zisDxDpcVxbr9jsA8EQ4d/my3/2VUkmS0z51mmS427o9jKNpVq2bCxtpkUOm7j+GvS9B+E/9qaosU8SzqoM1w2PuY+bFeoaH8JdD02zsC+HdIWuJkYfKWdvlH0VVrRIG2kfOU3huPZiPKKo3FalsPDZZxscqy/xV7RNoOlzJeSfZxuubr5Fx16tXUaV4H0q1sLeWe3jVfL2bpPu5k+Vf++a15Lsy5meK6VopV8fbd38W1jXpGh+CzDB5kRknnu5EQ7fmzxXP6J8G7Zrl57m4lWJHLBkf73+zX0H8K1tYb+3s/ILQIQoZRuavm80zCnhE6b3O7BY9YOuqqWqNb4b295b3X2CK3O5DtPFeoeOfCNz/AMIrLGCUZyrnd/DXaeGfC+n6fcy3/lLFJId2zPzLR4jsbjxRY3EUXmMqnbX43jMwxNbFr2Oxyyi6vNVq7yPDNG0+PQ4FnnO9l/iX+Valr8QnurnZ93PRF+6tHxE8I3Hh3TYHaSTypDtKt8rZriNOsfsML3ZO51K/jXbiMCq9K82cntOR6Hsum6pcabItzLcMqSjdtz8tdl8NtQjvJ7i4IDPK5YM1eJw65c64kFsU2RA8t/Ea9h+Fekywzeci/uem5q8N5bUowvHc2p1eaoux8GhZb6WIIT8/zV2/hFru31BLi0fdOnyJ/ttVfRPDqahG09pIEaEfO2P4qgttSn8K38sjpu/hFfX+1lGanTOO3u+8fcPwl0HR9W8KQSExNdYXz9uNyt/drt/FXhSzu9LdJNnlRpkK3Svhnwd8UJ7NmktriSzlzyqvtWvXdS+J3iPTfCKyS3hleZGcRP8AMzCvuMBn9WtNUp09gSpKD0PM/G2l2TeJbi2t8MsR+dsfL/wGudW3RbaUqh3GtOSzutQsHvLty08j793pmiz0u4hs8JBJ84bDMP1rxMyhKrKU6K6mUGoPU9R8H/tLaBofgmPSbm0ksr+3TyiqpuR19aqfBnxJ4f1bWNb8QaoUd0k2x78btv8Ae214ZqHgnVLyf5IzvkPC/wARp2ofCPX9De1Es5ie7IHlI/zY/wBqvq8DWzDkjzrY5Zzpyav0Ou+JPiCDxR47gGkxteojlRt+bc1e2/BLxt4d8Bp/Zevxf2dqLkbJZh94V5n8IrfS/h34j+06rbvO2NiS7Nyo9bfiWO28ea2sVhA/nTPtTePmK17kKPO3W2mzNT5Xc+itc8QadqVmz6TLFK+f4R96vL01DxZNfX/2mSSDS4Ru+Xcyl/4RRpngnxR8P4bW4gn8+AbfMix0X+Kui8Q/EjT49G8gRFLhz/q17/71c2LrVqMLTj9x23VV3vbyPJviH8aNYuLR7K4jFmihhvj/AOWtfOt/NLNcT3AlLs3Vv7zV618V5v7atmkii2cctmvGkjkVHQuVVa+Fx1avX+MTt1NoeILJdJtbcJJ5qf6xcfeb1rB1PVLpbuKW3ZmVDuG6q9qqTXeZMbU/h9a6TW7G30/SUlI+Z0V938P0rxklD1LbdjoNE8SPrWjfaNQctKruv+9j+9UFlDe3kyGyldHb5xt+XgV5rZapcqXjgkfYT91fumt7Q/Ems6Dcq8a7kUbQr/3fSqUv5ynUTPaPD/xQ1mOe30a4vGl3Zbcz13fh/wARTwvb6r5u3ZlfKk9q+UNW1q9vr77R/qmHTy/l212/g3xFealoH9nwPK029mfd15qqs5ySjQKVRPqeieN9aufH2sokZCwJ/wAskb5f+BU/QvGl34NV7IybYvLLJ7NWf4P0HUdPumedAq43Bf4jXK/Eu4K6lvztb/ZNebiaNSpVtW0Kp1ba9Q8W+PLjxJeP9puDKvbmuXhjSZ/lH/fNYH2pFuf3h4rc0/WLfypQhG5MU505qO9zNrmmdRaXjtHFbSSFYmPP/wATXX2GpedFFaAhYgFWvI59WSRJSZPpzXUeA9U+0TwJICyqVry6lB06d2Dbue0+GJLa3v4IJQcf3q9lXw7pWqWafYUjWXP3lT5hXm3gqzstU1VfMxuRON33S392vdPCfh6KwRj/AH+a8ehhJTrqanqejQi2uVoqWFjFpqLbRj58bvlH3q5fxRHqLXywQb2V9qnn7ten3NjHFIJFHzetTQ6XDMvmFATXt08DWqVmktTsdFtclzmdF02HSLONRHtlI+b+8xraW4VUyadc6XIsmccVz/iHWotL2QOfnl+UV5tfD4ihN8+hopKiixa+J0g8RLYsfll6fWuK+PfhnR760t7zVZVSP7oiX70hqp458Yaf4Tmt7gFbjVEKukC/+zV4R408eap4u1KW8vZJHlPyhV+VUX0Wv0Dh/A4jEYe9ZWRzStVVplTUtat7OHyLC38pPu/L8tcdf30snzmNd2P4jVe/m+di8Ujt/d31z15N8qjypF/Gv0alShRgoQViVaHuxLs+oFePLRWrGv7rc33I2qrdNH82PNU1lPcBnfZOWZBt69K3sPmLt5eJsaMRPuxuPl/dFZb3EK7dhZN3Td8tMlunjVRlXZvm3MPu1TnvjsJIPydP4qloq5K91LCGX7Rvf/a+aomupN67nDqw57Vm3DQScnehduf71Nb93CiRSldv947mqGiy5c3UcbK7wFVTov3qpnVIt+6QlWb+98rNTX3yDfvCr9PmNZ73ErbjJH8o/un71LlC5vRXgaHYLgrkrna9PmZ42UC53L/dwOa5zzIFTeQEYn+IVOsdvH/y0Cu/Tn5qycDVM0TJLvY5TYei7KqSx3MiKHMe7O75R90UsLJGPK8x2X7xbPzU2aOPbGI55FZM/LvqdizOuY5+ks54O5lVetUpGi8zfv2svy7l+atSeGGRWkkYN/s5qnCsMKMUTfuP8I+ancmxXVZJAj7CqH5gzVH9nfc7yuW/3vurWtPZyM64KqmFb5f4arzWO7em8/N/FJ/FSuijJuZh8oA3L/6DVdISzMXG7d0WteaFYVcBPmU7d2KI9PLSeY+OnKr92q5lEmxlDPZDuB+6varENq824P8AMmfu5q6scULMeQjP92p4bGSRWCD5G+X6Vi39o0SKKw7X8sJu3/8AjtXE0vzthlQS7CzBq0rTT0j8oP8AcH/oValtZ7go8v5mG36Vm6nY15DLGljZjYQprRstD8wINn3f+A1qLZxwrulATn5a2bC1e6GwRi3iB9PmNcs61tyoU29jOs9JS3GyKJJZWO4/3VrZs9PS1heVzvnJ5b/4n0q/HbiG0WMALt/u06KNNrf7X96vNqYi56lOioe9Ilj+WFXTqtTy7NmXx/wKi2Xy42BxWdqDOu4jPtXPzFlPxFIfLQQAbiK428/c2iAjc0u7LeldJeTOqoXG7B27a5HV7pWs2x/D/D/dr0KLuedWWpl6vo89iYJQnyNhgynpzWtqFxbx+GbjLuzW6FNv3duZap3OoG+0K1zJtlhuFgC47fLtb/vqquv3221v7M242s28yqfmzlWr14fCefP4jF0mSW10X7Pbj/TZptpb/nkmev8AwLdXVanGmm6OsSHdyIgy/eXjcwrF+HtuPEGp38oARV2yhWPzAB8L+ldBrsIjuZxwyxGVhz22/erW5gzD0CQaXZ6jcyOPMMaxRrnq7n5v++Vrd8MKde8TJbJIVb7wVfTbjLf+PVx0cySO0c8g2xXCI7e4ya7j4aatZ6TcySupjeTDO7fwxjt/wKouSz1LxRfDRWsNGszta4IhO0/N0/wqd2j1QW9ojlbK24f/AG8fLt+m6uIXUjfa9PqbltsIZUVu7v8A3f8AgNbmmzbdYUSEf6NA11JEv90fcH/fVabiR6XDJBealLETutbCPfN/dVgucL/6DXMfEvfq11puiGT90r/brhF+6hP+qT/vmpPBmpS3Ud1Pcnb9rKsYl+6Bu+X/AL6+arHkjVvGF4UjJ8p9z/gv8/5VSZL+Iqp4ftrW2t7OQncfnkZfvYqh4kWPQdMlREDO3zJFn5gvauj1S+gW5ukEe1oSiv8A3iT91fotczrti+pXqnG3zZvJ3Ment/OtEI1tB0eXRfC7PkLcXVuzyO38Kfd+b/x7/vmtqSxja5isIz8vliWSRuyBfm/Jf/Qqy7zVvtGuJp4j+T9zCVb+IIrM34fNVrW9Uj03QdSnRxF50bRBm/22/h/Af+PVa3Jk7IyLOS01zULeOKLyrdHbyV2/fLnH8q6vVbeC4hgtLZBt+3jy19RGnzVwfg++k/tlpMbfsdl5x29pD91f/HlrrfDdxJfeJbWyyHeGEvJz0d3/APiatPUi1zN0vQ5FFxaTI0CvNvj/ABrofDE32EboB+9Dbdy1Y8cWci2F7cxZVRPsLJ9Kn+HX2aTSp8geYBuFfnPFMlhZc6V72OLeZ7D4e1a9t9NQyfdPzda9W+Hd0rQTGaJvnb7zL8tcl8H9BTxJYpJcgbE/h9a9avLO10OzLFflFfD4TCVWnitkenTT0fRHkXxJ8PjxBrkoaIyWqIdm77qNVX4e/BGLyFuNQ2ur/NtIrsv7YLKxSyefeeNx+UU7QPEGpyTtbv5VvFGeG+98telHHQt76OZ0qcql2YWs/DGy0eSWW3iTb95Nw6VreCNWij/0SLaMHbuxW9r9wW0qWYxsVQb/AJh1rxh/El3HPPPp+YFyrDjp/erzXWnVlaJo1GlLRHyRpXiS50OZ0iO5ZhtdG71NqWoSapNl4+u1TWWLGRmaQRl9nzdKv6VdC6uljePbmvU0g+c82/MuUqLD5M3B213Vh4s1jUrG1sJ5t8FuNoZl+bH92ruq/DWWGyS/GNqDd/smur8EeH9O1awch0/cx87f75r18H7SbvB2EouGhzej6lJNrFlHcJI9n5671Qda9sGkz6xKotrJmZ49pVht2LWj8K/gz9hvINVv7YSxRSBo0b+6f4mX1r2/S9Js7W9uP3Z3ON25v5V+gYXAw9knUepkqc5s8M1OGw8O2FvsMP2iL5yzDcze1ecfFLxdJeabG8ASKVCsu6IfMD/dr6O8T/BmLxFrizuu2BTj5az9f/Z8srzSWtkVETBaR8fM1e3GlG1ozRnKhVitEcf8GbHSPiB4St7qXy7q4iDfaEYDeknq1P1P4c6t4L1Ea3pAM7xJuKyp8vP8K1D4G8F3Hw31qWK2ikS3mkVRKp+Zx/davcdSuv7W0V7ZImWXb/3zW8OamlCeo4041IeaPMNE/aB0jXtHez1SA6dfr+5dWHyH/davO/iUos7BtRs8bMFxzuWvSfFHwEXWtKigtotk7fOZ93rXH6x+z7ri6SLZZ2kihRlTeetefiqVW3JQaa9dhyc/+XkWfMniDxpeX0Lq8caKev1rhby8lVWw/WvZvGPwX1/QY5ZDbGWBctvryK90meGRkkjKv/dxXwmY4TE4f3qpCqRkZNszyTrHkqzU7VY7mQJEJXZOysflWrUOnlZN4B31fn02fegeM7u1fOTvH31sdF7rlNn4S/D+41qae5fC28PVpK6TW7G3W9+zxoGb+7R4U17UfDOjvb2bxr5vzHzE3bWrGh1K4s/EUF5ckz/vN0nvWzr4WvTSgtepn7NoL7w5J/HEVVv4sV6J8GbfSrG+eK5KRSsPk3n5W/2azZvEVvqyrsjKKf71Y15GZnY26FmxztrzPrnscRy0ldFpW3PV/FvjKOzvWjt44kVTtdozuzXAzeFT461KeQOfKj/u/wB6qvhXwvqviwbATFAh2mV+3+zXr/h/RdM8J3NuTcDyNm3+8xfHVq+5wlB1pxr11oJvm2OHX9kXUdQ0GXVPOMWULxx47V82eIdPv/COrz2cnzMh2mv0rsfixpM3guSFHjlkjQof4Vr40+KXhWLWr+4veGnc7ty/dY16WPp4SdK9NJWNYx5GtbnkmlM+obTu2sf4a9W8H2f2eBSIz0rgk8L3ei7XIO0n7q17L4L00X0NvbABZXjVvp/er86zKS5OU1fuu56V4RmSHyvIzvfbsjUbsV7d4abVlSDzZAiBf+Wg5FcR4B8MxWssRTaqq+75h81evXElvb22HcRccbq8LC4eGs7nbSm5amtGQ0OXOTUD3X2VS5B2Adq5fSvEBkv5ElbbEn948V1iz2+oWmY2Vl/2a9WniKdVuMJ2nH8T0Yyc1oYR8e2txqP2JQyt/eYcV5Z8VPHVla3nlWcsUt0nV2Pyo3+zXKftK/FyP4bwfYLBFW9uE3PL/wA8xXwl4k+KWp6lLLcS3kjIXb97K+1Wb/Zr6DLsJLEpV8Xr5HLZzXvn1Lqvia0kuJZbi8ieUn5mkk+auUvPEen3TM63sO3/AH/lr5A1D4lSK7h7uZ1PVUT/ABaslviY6xtGPP591r7qNSrH3YrQpRR9fXGoW8nyi5hb8fmasa6h3OxQhvTbXyxb/E7bKpkE20dK2bL4lStKkkGpyQOvRXNae3qLdCcT3O8uHh3fJu/i2+lY0zHawK/N/tVz2jax4x1Swe/tNLl1ewj+/cwQl1/76FMj+IkUcjR6hp0kD92/u1vCvGW5lbpc0r9mkOSdrYqrFDJvXdJ8v8e4VOniTRtU2+XdiJz/AAy/LV2KxSSPzIJ45V/2TW3Ou5VjNK7Sz4Hlr83WqLLBIyvgpu6cVuy6fJs6Db/siqL27x8EUrlIzWt9u9EnKN8veqs0c7TYU7l7s1X5rFJi5xhu7NVK5tTGjJG7Ir9WzSZZW+0P9pwIwyY+Vs0NeIzqHjdVUbelO+yzxzKQ42n5Tx81D+Z5zZjCqvvQFxr30Ey7j8rL/FinJqVtDL85G0j72KqvdFkdniKvn+E9aimmjaNfkfilyopSLr6hbRtsBXb/AHcUQ6hA24JlW+8FYbaz2UMdjxvuYbg1PSN8uEj+7jDZrNxRfMaKTXEkT7NsW/p/FTYY9p3ySeYyjms12nZF/ebH+6f9mo2kLSqcncv8S96j2fYpSNs30c0PA89Qdu1RQfM3qchImHMeKzo2fO8ja2d21aniaWZPkB4/8dqeUrmLsNvaW8qgbnTG4qv3vpVy2+Z1RMb2/hqlaQuyB2Hf7zVpQzWlmF8o+bPhflX7oNYysviNVIuW9m8bcnbu/vVbjvEt/wB3bIHZT/rG+aqCQz6lDmR/mX/lmvyqv+NXrS3McKRk8qfvf3q8yrXt8J106LnubOnWYWTzZT5srfxN90f7tdRDZiSLeibWYfNWZZ2vyK4O7b7VsQZaFhnbXn8zl8Z3qKjsU3j2jAA3Z9alSMN0zTjayed1DJ33VOke3p/DWTRrYhkk2jAPy1Qnkjkyj9xxV68V2jwBtaqN9apNAp37XSrWxhI56/j8lGkJ3LXIXsccyXGcqrhV2+9dbfXBWKVJBtVq4/Uph5kvA29ttelRVjz6g7RrVLiwv7RwfNj2TIqj+JG/+yrG1W8H2S6BQea+1Q361oaBqklrqHmRgHzRKnzeuz5ay/EGoQXGnvf2ibcfOYm+6Ofu/T71epC1jgkQ+FWFn9suLTKt5YhdG++rlvnrXfUDdaRPcEDzUjKB27tuHFUNJVJLC/vNiwM5WZ0X+EfdwtU21D/ijJ94G6Zy4b+L/a/8erS9zBlLSbX51Nyn/L0rld3+yW/9BrqNC0mW+0i6ngz9olZkH/AGrmfDF4bqF7a7fa0kfyP/ABZ+7976M1enfDzWLa1s3NwcMsjwiNRu2/w5oZLLFq0drBYCeTb5W6Uqx+/has2OpGS/1SeRPJlu3iX5Tu/dJtZv1rkPFHmRmWe3z5Sb0CRn5kzt/p3rR0G8j1RJUQ7p4AsW/PVT82ap6Io9YTVItB09pThp5ikUa/5/4FWr4XvJLODWrsDLvI6o3sW+Y157e6gl1LZRSHzV+aUsp6KBXU6HrA1Dw6xiIZpQ/wB7+6P4f50kzF7EP277Vcee77WaY3En+9t+Uf8AAabYXD6p4h02zife6b7iRc9DXIjVHZFSN9qeYFd/Vi1dJoMMlv4sur+AnYLVUDN/49WpOx0F1buup3V252hI2+794sfvL/6CKwde1wX2lWaS4eLzt+5R9/8A+t2rZhmMmlX93JiVYnKdfvMRXIalIVhswTuW2h3FV/76rW5lc2NBvLeEXB3/AOlXlwufYD7o/wDQa6vwdMmiz69qbOFbfGg3n+IctXkXh5p5vsYd9s9xPvDem99y163rMcFilnpbkNLeyFkZP7w2/wDs1EdSrnVJJPeeD5Xufv3km76LjrWD4VtbjS5HDyBUb+8a6bWlOn21rFwsS4wq/wB3bXI6xqFy1/5USBVwGO4da/P8/Uq832RwOUfaH0J8EPG17p9w8ASP7KPlHPzV9BXN4NX0t2YfKw/ir4R034hX/hfTWFoRBdMdvm43Mv8Au1654D+PFw3h6WC8k82fyztlb5mr8+nPF0oPl+A9alWp8nKz6P0LT7ZtPHAZa8s13Wp7PxbdCNwsCHaPwrzTTfi54hs4Vt0uNkU3zeZj5lFdr4bUahKzzziWV49+5z83Nd2sqShyfMwnUU7ch3ieJDeac48h2iEfMknzFqwEt7K8s5TbRqZRA6vsHRq3LXXtO0fTXguXG/Z91fvOa5TQfFVha3l1b8Ij7m2r3b+61FOEaV5XFKV/iZ89Xen6d4V02a3uMpcHbiRh9+vPIYY7q7d7cD5zxWz8TvEw1a6UJ93Fc/oUhjXO/Zs5FaYdz9mpz6nFo52R9G+GNHubzwSljdyFpQm8P95VH92uAuvAviHwG/8AbNsjfYXcMUY/fGf7tZvh74qajZzW4MjPBEf30Tfdda7f4g/H5PEmjpbwaIyS/d89n+T/AL5r9Cy54SdPka94iq23dM+hPhd8ZtH17QrJLiSK3vNm2SJj83FeqaclpdOs8JDoEVVP61+YqXFzcakqQvJbsPmDRnbX098B/ipe6XYwJrmoH7BB8m6Q8/Vq9rBVKjvGobwxVmotH1fwvJpCVYYOMGs3TNc03WLNZ7S7huoJBkMj5zXNePNShtYUZZWiZMKXjP3a9VK56U6sYq509/4ftL/bvQLj0FSWukRWmNvzDZsOe9UvD3iax1q2QQXUckiAb0zyprbFHPJq1xQjTl78UU9Q1KDSLQzS5VB/dGa4zWvi/oum3n2NvMkkxuO1M7a67W9KXWLNoGcpn+L0rktT+GliNLucKXmIz5n8Vb0lSa996nPXlXT/AHa0OW1D4geH/HGnTvAk3lRYR1ePblz/ALNeB/Eb4d2DQPe5TzXZvmT5VRa9dv8AwDb+CdFvLuKSRUeNnfno/wDer5c8Ya54g1i8eSI3L6NbFcLj5X96zxXvUHDkueFUd3eejI9O8HxW8iuI97Kf4qp6ssC3jfIFVOvtW7otvq9vpE9xPbyKhHnDd97Fcn4kW8mhdxCd8lfl+LwU6bd9mbQt0KVzqSLI2w8dttVHuhJE287nP96stNNvIXQy5qwtu8b+Y+WRT/FXhulTjKxpZsuC6u9yJGDit7R9cGn2s6XMZZnwwK/yrOXVoLeFcAMzUTzCaNpONtZTq8k/cQ0rfEdloPxQl0PRJbaCIea5LBmG5c+rVueCbGTx5dyo95JuZN7xodrNXjrtuhby619B169028tbyykkt54SP3inate/QzCd17TZDcFJn0nb/AG9uLRXtJ28qUbtua4vxt8N7/wykZny6Ifu17T8M/jPG/hq2GpACVUx5q8q30qh488bad4os54kIaU/KI8fMazxOLoVppwVjrdBQp80WfM+t65Z3z29uAVdflfcK94+FXw7juEtdTJ2b49qr/s14hqHw9vLPW2vLkbLUvwzdjXpOi/EyXw7LBZJLtg8vb8p+b6149Z63eplTSnud1rHi6fwjrXlRmPbjKLIdu6otb+M0V1BiWAIfuu+/wD9BryLxD4qTxZrqW8Evmyv/e+9WH4q1K8hvLezEHmsQq7V71wKg6kW9jog+XQ9xvvF27RWktyWZhuFQeEfi5faXbiyuPnRicNnua57wNp9zNYJFfxSIgP3cfpVjVfB8moaqiWACxKdx8v5sV5kMFGCffuS5yTumcH+1x4H1DxxoK65pZMtxHGEngX+JP71fBfiea4upmDBg0fyeUw27Mf7NfsZ4S+HsUlkhuTv427WrzD4w/sbeC/FsM98lp/Zt+6n97Z/LlvVl6Gvt8jzeFKkqOJ6bM2TqJc3Q/JOaN2dgRUH2ctyBX3XP+wHZrK2/wASuqnojW43bf8Avqs+z/ZL0PQ9bginjuL+JnVf3vyq3NfXvO8FHaY/bHyP4S+HOueNtSisNG0y51G6kO1EgjZv5V92fA//AIJk3Aht9X8f3yxn740e2O4/R3/oK+z/AIdfCvwx8PfD9qmiaXa2OyMZkijCs31brXpNhOk0IIO4VzwzOOMn7KOiaN1SnNe+z4+8c6NefBCwttJ0y2ih0HBRFih+4v8AWvJ20fR/HGqpb39hbXSued8a190/FDw9p2v+HrqG6jRzsON1fC15CfB/jZZU3Nb2024qv8Qr5XEOcKrhSndrzOSVFwdmdlqn7APhTxJpbT24vNEuGG8PBJvRv+AGvB/F37FvifRdVe08OeIIb3Z8wjnLQuv/AKEK+/vBPxp0nxZou3To2lnhVVkjYfd4rzI641v8YIHlQvA7/vPL+Za9SlVx1OjDEc/uPo/6uS2qbtBnw5rfwp+MHw/hV9Q0K5nt1+bzI9sy/pXMw/ES4sZvs+r6O8TL13IyndX6v/Emztdc0NEig3ORuVsdDXmeg+A9D1Swe31fTrO83Hn7TAsqn/Z5rV8QKh8cPmjXnqR31Pz+tvGHh/VDjz3t2/6aDpVp7e2vFzFcxT56Kpr2n9qL4G+CvD9z9v0zQ49NV0XH2Msi7vXbXxtqK21ndN9nu7mLYfWvpcNjliYqcGd0Iymr2PVpdJnV2H3eKZNY/wB8beK8vh8Tanau32fU22sf4hXVpeeLY7CK82Q3Vq4VgylW3V1PEJfEV7ORrPYvI6kIOPlHvQNPLcY2sw5rJh8caup2S6dHK6n+EipE+IUkZ/f6Wfl91qliEL2di/HYnLjB+UfxU1lk8ltmFUGqcnxKs92Tp5T13PVS8+Klkr/u7SKL0XfuqnWuOxoC13ckfeHG75alh0eSRFITb/F838XvXFXnxWe4kJDhfRVSsi58fXNw2fMkbb13P/DT9o+wuW56iY7SxdXuLlN/937xWqk/iiC1dhbRB0HzF3P/ALLXln9vSyHmU7f9mrMeoGPb8+5fvVlKUzohTX2jvo9Yl1CVy77VPzbc7a19LYrJsOFX71cPp+oCaSKMHr81dvprJuRMhWrzat+p6VOEEtDq7NSzqY+/3q6G0sRNHn+OsPTV5/3a6jTZNsTAgK2eFb+KuJo6ol/TVkhKbx8rfxVocLLvTG7G3bSQx+ZDjjeOi1YdQu0lCrNWbRQ6PDIrnrnlaleNNjEDjtU0Nqsitj5dtQiT96IyPlrE09CrMvmBc/fqlf2paPJG5a6F4415+8Kgnsw3QYXHNVzMXJzHnepQvsYSJvQdG9q4/W7H5Gnj+bna0fpXsmoabFNFs2fWvPta08W87xlDsxt+UV3UpannVoWPNLO8EN4heQR/v0+9+KtXNPcSaebyLzN1ruMR3H7wLVveJtNNvM7j7nWuavoxeW8oH3dmVVfavZgkeXJGzpupNNpM8SDe7zL93sqD5hVe+uhHZ24jQ7EL71qLwTqEdneWvn4eBvmkb23bWq7q2m/Z5JyEdoEkZAy+7ZraxiQ2Fv5KwTo4aJ3Cjd/Dhq6gTT6TeLbj73nb96913/8A2Vc+lru09IEj+besqf8AfXzVuabJJa6Yy3oLNaSbQzD5sf3akk1p7dI4r0faWfzz8i/7Xzf0zTfDdjLpNzPJB8u5N4Zv4xWHqV1K0q3Nu5ZPPEska9mIrqkt5b7RUgzuVAMSfxISp2invoQdQqx3GqRBMI8tucKvulX/AAfdCxuH0+5fZFMHZGx0P8X/AH1XA6J4iltdgvIpPkTYP7y/8Cr017iPUrNgUT7VbQebDIvy7h/jVJdyXc5g6OPsk8ED7dj7d7H5d38JVq6fwq06yLBc70Z02fN7d6y100NaXEWNsV2Nwb+7Uvhu61HSbiCC8ilZt+0K3dCuPlatraXIO2vdD/sHwytvG8c0t1I9x8vcfKv/ALNXC+J7P+z5ZUyVZ4+V/wBk8V3VzeGztxLexyJFDHs2t/CD91hXmus3Ul9JeTvIHihOyHYd3yHmtOlzBauxNpWjyQ6rpIBLcDYy/dwF+9XptrZxal480bB3xWcb/e/vbqi8MaXBpdloxdBLcPb7kR/U11HgvSU1bXP7QBVPs0YZ1X6ms5zVKnKYNneXfhOLWCkjnZ5CbRuPy8tXmviaGPR/EDxRofIX5d7fxGvd9H8My3Wn3N6SyII3fdn5UAHWvn7XdQ+2TNgH/WFjK53bq/LcdWlWU6rOBrVGH4hmS6iVIwd4fcWarPhSGaS5iGfl7rS2GlyahfogQy7j91e9dHpWm/2fqzR4H7rr/stXjpctGzFd81zeu1dY7cfdbfxXZeDNP1NtTnuIIpZEJH7xvu1h6bm81W0jEe/cdo3Cvq7wT4VtbfSIP3W1sc7hW+XxdaPs1uddKDqS0PIV8Py3V40lw5V8birfLtWrXhP4f27faLlzuVtzbv4f++q6n4j+FpUvt0RdYLgbXVWxk1V8N3D2rRWBXdhCxb0rpxGGlQ92xUaac+WZ8D6ds16+bzDtRfm2/wB6rVxGlmjhPlSqkNrHDAJFPz/xVWvb51i8sd64m7v3Tli0buhzRxhy5Dsei1654SbQNWs4EneKKWOPiKX+M7vm/wDHa8AsNS/s+dHcb6vjxFcRyp5RKqvT8a97L8QsJU55A0po+q9C+HfhvXtVnnSSJ7e3xt8v+LjpXOeJPgfqfiDUpU0iUKnJfYTsQV5t4J1zWbqa3tNOkube4kO13Q/IV/2q9y8K/HSTwTp91batpcl47jYtzENm/tzX3+GzGhWj+8RyOmm9NDR/Zf8Ah5d6NqWsWeqzSNLbOuyPecY9a+jtT8O2d9biKT5tvKq3rXyZpfxxvPDniS41KK0jMEkRG3PzL7bu9WbD44+JfHX2zVY7r7GtlIES2turf73tXa69JztTZ1UZwpU7SV2e+N8OINImS6tZWifdvdgfvVJf+OZ9Fj2greSw/wCsiU/M3+7XEeA/jBc+MtHnjvLi3W8R2hG35c+9dBoGiwah4m8y4k3IRtjXPXFPlVXW+xopKFvY9S1F8ftChuI7bUYbuwuHO1VePOa6KL4n+GrtB/xM7ePc2wiV9hH51R1n4Uadq2r21+yANAd6rjvXlnxH+Ful3SXEgj3Mu5hufbtrpVKnNXgyp1sTS+NaHovjfxNoOpeFrrFxb3EYBQqsowteOar4o8FTaJBbWksUrRbVeJMLn+8249a+btR8H6zJrNxbWZuPsrP91Xbaazdf8F6n4beKS7d0kxv+U7dteNXx9aj7iRzuUKj5mj6ck8RaDr1nb6faXAZGbZu2beB/DXK+LtH0axv7eOMRqrybSu/2rxfwi1zqUvlm8kRlfjnaw96p+M7iWG9U/a5HOd26R23V8VjJ1Kic29xqS7HpfxC8C21npq3MT7GYZH+0teUXMwaHywPlroNP1zWPEGjtFcXZe1h+Ubq5rUmG7YmV5r5aFT21R0+q3G0t0Z81xHG6pIQq9m963NEtf7QKRF9sTdWrE1WOCaNR/EtMs9al03ZGE3MK9SrRTp6IFFHW6lpcem2yoCF3dV70zT5I47Rhs+auf1HxELyVeCvruq5Z3nmWi+X83rXkTjKETZSVzfsfGE+iy7ILh1iI27V+6Krt44vY9biuI3Lqh3FW/irn49LuL6Zeqqa9K8DfCs6tuknEjJjcW/2aar0lo1ctT6I2ta+IUviDS1RLNYGI3/Md3NYOkSR+dPJcGNCsfyM38Tf7VaOt6D/Yt0ttGhZGFPv/AAzK1tBH5TGWX5duPvVEeZPREJpTOCF1c2Piz+07IhvLLKP7pHRq37bxNI2pxXs8G91O4JGK7J/hfc2NlAkkZjncbjt+Zqr+H/C9tock89/hWzx5/Zaxxtd06d7FxlK9ke4eEvHHhy+8K2/mFIrgj95E339/92ul8FfYmMqMiIud4b/arwO3ht11Fp7BBLFnd8v3ttemeGvEBXeZB5CYVenzV5c8ROMF2N4yTke52qRND8mNvtXlnxI8T39neLbW/wA6ZyUX+Kum8MeJFvLbZH91TVq60SykZ57nYznpuq6ValUSvudVRynBKB5dLq39oJFJHbydNpiYfdrZ0fRYNQm+0yWyMw/heu90XwZBLG0zADd7VLPHZaAHZtqkelbYyhUjSVXoyI03f3jOh8Tw2cP2SVSoXpu+7XbeHj5lqpGdp6V554o0n/hIrDzLf5OjKy/er0HwhFJDpMCzf6wLXXw4pV8Z70tDqi3zHnPx8vrzR9Fa4gJ8gD959K+QNS1D+2FlMg3u7/dr7M/aKt5rrwFdRwruzyzY6CvjGzt/JvFkkjKxfdNe9mFCGFxTqQPLq1HGs0dl8Ffh3d3mvb4r6WzgPXYfmk9q+qfDfwt0nT5BceVvuOpkY5NfPfgPVJNHD3FtKqoPlO44b/gNev8Ahn4sJDp+ydJWdflX+JjXlyxt6qqVJe52Oml7H4mj1GbR7byWQoNteRePPDv9ixXF/bym3t4gzuq/drtNO8VXOqSqPIZUPzbqx/idGlx4SvGnkKJ/d/ve1VSq4fF4iFOGibNp2qL3Efn18SfF2t+PteuHlMiaMj+VBA3/AC0I+89fPHxX8Ppot+v2S3KfJ++4+XdX2NqPhu2utf8ANICrGP3aL90V578Q/CdreWE8cMaSzoS5R/myxr9TVKGGhHlR0QUrWPjWG8+T5/vg/wANezfCC+fWPCur2D7ttswlTd6GuV1vwXNbzf8AHtHBztbiu6+FGjjSdB1y5P8AGiIGb5ea5cZUpypabnbTT6nH3m+3v51BP3z8tU75Xm5XuPu1sX6iS9cn1pfsaKjHNYQktGbuFzirnT5GDAp8tZFzpL7G4+au9vLMqF71i3kL4bPau+lWZxyjynB3OmvGvR91VJLeWNsEGu0s7yDz/LuEDK3T5eldBF4Zs76LIT5v71dTrqD94lUm9YnmMG+MYOa1LCYq/P3a7K48I28ZOAfmqNfDaRrwmWqfb02Uqc1uZtn5ccilD8v92ul0rUDGu7O1/wC9WSujvG2cH5f4VFXLJTG+TG/y/wB4VhPllqbwdj07wrrgvFUSffHVfWu8s7iKRlzhm+8jV5Bp91HhXCbZfvBl+XFdhomvJu2S5ib+92NebP4jvhM9V0qbd8jjcr9Fx81XLqGORly7Ltrn9B1QLtAk81O26uvhvI7hFz/F03D7tQmjW9ynb7VbGSzfep8cfmD+7VfUFKzLJGDt+71qeO4LcZ4rNopF23jRk2cbT8xpnlnDCok/dkkEbaliUtIrfw1BoRuqbGOK5TXLXzN5fHP8K12nlhg3G1c/erD1+zDJtQ/8CrppfEc9WKaPA/E9uIZH5+UlmFcQPLWZn4VVcKV+vDV6l4v00SKhxu+dv++a8v1vSXhkZ4z8pLV7VPY8OotSDRLEL9qicbXhLL/wHPzV21mvneH3uDIZ3SRN8bf39uM/+O154uoFZkuH+V3O2b/arptN1LbBLbvvZyW2f3sfw1rscrOgS3T7Ta2wlEW8O25f4gTyre1XdS8y40y/8/Hm+Z93HowWsfTbj7Vc2sjpulCKvzf725q6LTITJK8EkWxd5+Rvmbr96hEmXJZppdpayygq0sjMV/u/e/8Aia3dKuDGHKBGi8tXCt6g9P8Avmsfxi0kOqywHCwAbEf1x/F+dWdA3f2f56kvtwrr6YrRhY1dTjtlu2FttWUuUEf959u5V/75re8OzedCJUJX93tKuPuv/d/8drKutB/tC+tXjkKy3DxMn+zIIm2/qq1s+GJPtT3X2tJLd7kcbR/H/F+tJztuUqbaNzTtUjjSJLi3K2+dp2jcoat/WV/s23We3+eIgOOPlx6VvWHhuC60pp/KDfuwsiqPusO/1plnpMtuWSfFxpMw2naPmj42/NW9OSkRWpOKuked+K9Wlj05psn549vlSH/eZa5K2aOO10vyyN1zIjSbv96uy8b/AGSO3a0wf3B2J71zWk6X9sa3t94H2cq4b0HX5q3e9jjjqegT6sdW8XWUEWUigh+XaOx+WvT9E0uTQdEld0KymRWdlPYfw1w/w20WLUtbS5cFF8uLzGcdcE1674ujj1LT3traXyoASx2/edv4fwrws5xdPCYZ8/Uyq6bHY6h48stN+HEscUTzzumzao2og9W9TXzj5ZmZ5P4id1a9rqF7JaS2E94zwJ0jqewtYrd28wDbX5nOtCcLI560uaaaLHgyS2s7pJLkDbn7y1PdzJNq9xJDEVid91X9F0dNeuIorfG1DuPliuuu/A8ccLAEpLs3BcelNvnhyolp20Ov+FvhmC8eC5nQFh821q970vVEjuEgA+Ur2r5c+Gvjqe11NbIJ5rK+zdn5a9z8RC803w211A5ikQbty/e5rhwVStgq90tj0qUlGHMjr/GtlHf6NN/fVNwryvwffJJrjyXYG4gINv3Vrd8M+KrjXtPWCQj5BsPPzPViw8Ayf2lFKg2oMsdtepDFVM7xvsaasuoVt1Ugfm75zsjclcfw1XeOW+mWCCN3lPRabM204Xsa9k+DPhG3vL3+1Hj3oiV5zqwormkealzv3TyD/hG7yO5ZLiMo4O3bW8vg+4jgindQqKN4VvvMK9J8TWdouqznywiglg396mW1rqOreVbxbPKQYLbP4TXTTrc8jVQSNLw9rVhptvFJbRnd8v3PvK1e46V8NYPiBbReeG2tCHO773+7XmuneEbbwvDBLcRi4dTvNe4+HfitpNnoqXMaMrIFTaictXtZbToxxEa1SbsvuN3S54WmeT/Fr4AtoemqNLSV536c15FbfA3xbZ209xAZomcfP5RO1v8AZ9zX2OfiDp/i3WYkt4JXWIbm82P5QK6nws2mzWDiTyQyOe+2v0eOKy/FappvyOD6rKUvcdkfDPhWzk8N2D2d5cm1v3udsiyFlwnqtetnxNquiwW93Yzi4+xuPLVSzO6/7VbPxv8AB+hzaxYXYSP55FYzqRtC7ulXfGfizwR4V0SJI7+2+dPkWL5pS3+7WlOdDDtx51b11MLVE7djmPFf7aepWdvLa22hLb3SjaZZX6GvKn/aMe+W4l1BJpLy4j2u2fkDf7K1zvivSZfFGopJZxOqzH5FYfMV9WrA8T+AZPDtrE92+3cN7LjpXy+JxeJo1W4P3TV1Zz+I9J0D46aJapFcvA63WF3xsOuK4/xx8SIPG2qZT/RYF/hY7vxrzW4a3VGAPzZ+9VC3UfaWIO1SK8Otjp1Kim9zeHKlaR6h4pk07RbC3k0+4iWUxjy5I35c/wAVecaxqk8kTXDuXesm6Z43IB+VqvwR/aI0Rx8tRiK/tGnYz5UnoXfDvja7htPsyR/fPO6t6DfdTL5v3G/jrnLny7dkFunzVsWF8ZrNiSB/s15NSlThedNWuVc1dZs7SOyV4CGfFcRqt1JDeI6j5W+U7as3usHc8SfMw96p20Lzcy+u6to3hD3ikaOnRpfXKeYdiV6TpOm2FjZqMruxurzS0jjWbqVrcstWXztmT+debWk6miJSSPTfDdnaX0zE/Kq17PocMU00CWxEW0qr7TxtxXjPwr8O6j4sv57fT4nfYN7/AN3FetaJ4Z1fQ7yW0vYPK+Q+W3uK82rSnTvPoVB2IfHklppt5Fcuhn2OrybR0Fbmi6lZ608Wo2kSvbxE43/K2f7q15545j1O+b5xuUrt8z/ZFJ4R8Xano+lNYRWcUtuh3pK33k/vUlWqQ3LjZntlrdJrEUsstv8AZ2QcMnzM1eUfFC+tbzSp/KV4rgDb838TVPY/FaVfNsg8jHHKxIq5rDv40uhPPI43yncUc7tteVi8WpyS7M6EtSL4Nw3EaebqA81M/dx8or1u51Kw81UTB3n738NeIXmvDRYEiQFl/hXO1a6638RQXnh5JI5RFK3Xb/DWFeM67U2rDuoHsljqkGm2KyRuu3H3lqp4t8USNpqlJdrNjDV5Vc+PDNpcVvJPvlwtao1AX2kLPKdqryd/y1z0cNNmkq1/cieseCPFHiK+sliHkuoH+tcdKveIYbiZI/tL7nY87a4/4c69PDItrEiyq/zJuNem32gvrUO15NvGflr0KVHE10qW6N73p73OWj8QDTfs9mhDSv8ALtavRdFS5njQs+xMcivCvEngnxDpmuG6sIjKqfxV6Z4S8S6l/Y8S38ccV4B8/wA1fSYHD1MBU56y9zyFSnc7LxNpsOp6PPbygOGUivlfVfhXPfa49tGGS3d/vf3a921/x7BpNr5csu+c9FWuR/4ShLp/MAKTr833fvVzZtmrxNXloq2hjWhTqSUhtj8IrXSLCLy8OV5ZXFdRpOj6bbyJEVTev8OKf4X8Stq0kkcy7AuAu48mtp47aG5VzgM1eNSwzrJc71RpaMNYbGokNtbwcALgV438avEyLCmng7U++612vj7XJdJ0zMDDe3TdXzx421S5vJGknJeUpt3V9hkuF9pjlNwVofmd1KpGo+Q801bXo7O5eQkJt/i/u1x+v6hbXkUs74bNaniG13PP5vzq3RawksYJmYOdzHov8Nfo1ZSqdTsVkjzvVbEalN5Vpb7mPWT71S6rs8M6ImljG9w0szf3ia9estBtrO1aQRhdiM27H3sfw18++MNUfUNYupN+5TJXm1aPLpe5vR99nPovnXPArcgtd0eSBxVfS9PeaRCoPNdQNPWOPGN1Q/5ToaOQubXcrcba5vVYz5bfLXb3sLxq4Kda5W+s5GZ94+WtaTsznqx5lc4W9t9qs/3WrV8K+JPLm+zyncw6VFqVmN7A521zdyv9n3KTxfwnmvTa9orHKpcjPWlmDLnPy0qx+Y3H3axtH1aO8sInjYNgcr/drVtb6NmXeny/3lrz3BxOtTRoR2vmBQAOKsW+nx9MFueaS0kgkPEoVv8AarZtLUsF2ndUNs0uirFp4jHyHd+FEUzq7EKFarcyyQ7sjcorPnuo2fhArZqSjqtC1w2qqkqbvXbXf6TrEckIbOxe26vHLe6Kyq4P/Aa6mw1R9io77vRawkbQPR/tkUwYJcqzVLFJEyNyd2PzrlLSYMiEMq+vHzVoNceZsAb5VrLmZcfeZuRzHayZHPSnWlxLDwfm9aoQXC/LjDN9a1o+u8feP8NI6bFuGQsrZG4CqWpqGt5e3HNX4fl3Z7/w1Q1iQeS0Y+VSK6KfxHNWWh5J4iuA12+AVwNu2vN9akTzJMpuiB5r0PxJJGtw7g/N82a88T/iaRX8YjJbG/d/dx/er3qaPBqI5+TR545pZBFvg+/8w7HbtNaksMizQEArL5aqPl281P4cmnm8+0dz88C4Vj1+ddord1KGP+yLiRMtJC5iRvvb88f/ABVbs5mjM0m6NxewDaGWWPb/AMCFdVeal/xMLydE3fZrPbuU/wDLUsBXG+GpNs1vv+fE+0K38Q210arJcR3snkCJbmZU+UfKV+9ms3NRBRM7xpdXMllZSEbm/wCWjein7tP8NXk9vLeRxHbKEDbW74/hroLyEzQyyyxCWylcQurDoAKuXfhu00+2W/z8lyNm1e3HWodVWOmFFs62GaOaK32oFljCf99da39ShdoVubSNRFJ+9O0dH/iriLG+Nvc2vmHzZGjRS36V6v4Us1vrC6342Y3Ba4Kk7VOVno0qN4JmdZfEp9HmEUq7EePc/Py7wv8A7NXW+DvFFt4k0vUUgx5ux/u98fw14n4/t5bWZ40yqg11HwPmNvdsn3q5ZYl0qsLdz1ZZep4SczlPG3iz7Q96iOuxAmxsdPmxUvwtjOoLd3lxjdyvzdzj5azte8KvdXOopEgd7i4l799pK1P4Svp9NvdJtMfeKNKv+z/FX1bfM+Y+DS+ye+eDIY18PLIg/esmwt/cIrIv4/ECs/kTl0Z+a6DTbeXT/BUM8aFfOkMpb/Zz8tdh4E03+3LZMxBcH/vqvzjiLMownyyV0jC952R5jLpt3Z2CTBA7S/MWqCfVjDCwkQJ/tV6J440ldLuIo441bYrgIn/s1eUvpt5rEsokjPJ/hFeBCrSrx9pTMKnxaHtnwektFtXnHls33uu1qw/FfijV2v7oRTtBE7sp2d81F4H8I6n4fjSQ/NE67dn8Va/iXw7c3CKUt3SLHMrf3qihabndiqOSikc/4H1IaP4gt53xtU8s1fUvibxbp2ofD+9lE6KvkcLu5r5Nfw7d2sz+Zl2XpUsuuXccP2RZSyEKu3O7bitJKpBpwZcKvLTcGtz0bwN8RrTw/c5uQWz0719K+DvGmmeIrZHs5hISOa+SdJ0m21KzbJy+ONo+7XongC4n0XUoAN6p907f4qzw+Llg6jrQWprRruFoS2Pim9sStwqD71d/4M8SXngtGtnH+hzbc81jDw7cNMlxHHux89d1ofgs6pPZ24HzPh5Fb1NctakqlNPdHLDRlqaYeJL5xAm+LH+txtxXSJNPo5RoAPnCoVYfLxXpS/COLQdMi8oBJcBi2Kxv+EHubjVFQ/Kqvu2t6f3q5aK5Z2ex1pM1fDej/wDCQWaXN2PnI/1bVLfw2Gmrb26RhYkOwrirmq+KtP0N7VLZhvT5Hizj5auah4i0S60ljG8fnsd21vvBq3qVVH93fRnRbQxLn4jWfhV4ri3RVZvkK4+9XG6x8TrbVoDJHcpa3k0214s7W21S17w7f+IrW9vYIvKg8zaFx1b/AGa801PwDd7HklLI6Hj+9XdlLqYSemtzkqy59EU/GerarY3EU8l3cPErsyIz/KP92vPbnUrz7al7IN7Id4V++K9HtNNM1zcPqmUlhjCosr7l/wCA1zmvWcEgleJBsXpu+81e/UdG/Pze+crbia3hD4rRWd4stwiRJCG8veNzfSue8efEi58XXDR/ctU6L61y4sZJJG2AstWptLGxufmUcVx1cXN6NmfM3ojGmkK7QlVpmeNuB8tWrmEwydfu1JZ7LiFhsO7NcympFJ33Kttb/anz97/ZrUeMW6/uyFYDG2n2WmyKrSAbVH96oLaOWSZvMHy521LqO/ulKy0HWyj78masC3EgYoflrWGmwLpjOSFkb+GsOzkMZdCflzUc11oVa24Lovkv9ofHI43VbaxRUTJ6j71V9W1KW4iWJMbR/EtYxmkZ1HmHj3rGKrVOo00X71fLfCGrVhJDaws8n3v71QWmj3GoHJJbdUr6LLGzRney9635YWtci+p9OfsW+N9NstQ8Qw3brE3lxMjP35Ir0z4mfFzSdstzZPHJ5BKjn7zV8Q6VNcaC7PaSyROw2loztrasY9S1aFpCWZGP8R+9XBifbT/d39w39quTkR6zN8ShqGlNvt+AGUKp+bBrnrbx4lrYTxpb/OowkjP2rJu9FfR9E82SQM2PnX0rhDcTySt83y/3awjRSVmZ8z3NGXxhLb6q0rylUz/Ca6W48ZQLFbzpKXXPO41wVz4bnvnTJKBvmLVFrOny6eixxl3+Za9BZdRqJTN6cW1dnoWq61PqFwpig/dN/E1T6ZJcwwMh3bT0WqfhJbzUrWCNLR3lx95Vr0TTfDNypQy2zbv7uK82pNwXsbbBOXY5vwvbyrrUU96SsAfn6V7zr9np0mkwPBL5qHa52Dau3+7XM6P8P7jxBCwSAow/h+9+NV9e8P694baKKfzJ7NTtC/w1ye09/liQ1ZcxtaPqUGn+IbP7PP8AMh+77elfQkN3ewWAlQBgY93y18jX0M+k6xYXk4aBFcMfpX1P4O1xfEFhbmJt8RT5s9PpVU6rhPljodWHZ3ejyR6hZK7qN7AZFY3iLwoNR3vHIU4+6vFb9jZrbW+IxSNIY0YN0r9CfK8JCGIWttz0vZ3Vj5c+JDDw7rMX2k/dP8R7VvWvjDQtUhgjs543lwG+X5VSn/tCaTZPaieRV8xlPzV5j8NvCssLfa3O2LG4LL92vgMRgIVXz03Y82zvy2PcNB1zS/7QSJZQr/7IrvVgiuEinB3Ko3da+cLzWItL1Ji53tn/AJZOtel+HviPH/Z0dvgNKfl/+tWNKksE+aeprG/wsn8b293q0csoQJb26Fi3rXgnie4+Zif++a+hfGOoXa+Fbp/s/lJINu6vmTxdeCOJyGO7tX3WU1v3bnbVnpYKjzXZ534k1AKHQH5q5qz1BLe5SORw2Pm20zxPqR+0ucjk1ylp9o1DW7e2tE33Ej7R/wCzNXtzqTnpE9qNJQies+M9ai0vwjPLAf3s42L/AOzV88x2P2qdzIPvGvSfH94Wmt9Mjfelom0svc/xNWJaaWkmzja30pLn2Kp0+REOnaX5MShB81aDxrHH/tVom1MaZrMnyxY/w1TJtcwtTjMjZrnbyzaY9OldfND5m7jrWXc2Z3cfc/2aIsXIcBrWm+ZGwx8yj+GuIvNPdex/4FXrs1iN7Db83+1XNa3ofkv5gG5G616NKtbQ5alI89tpLjTT+6chu/8Adra07xZ5LqJ4SuP4lq++giQZA3VVl8PyMvyIW3H7rV180J7nLaaOls/FlhdKqO4Vl/vVvab4i0xUYeeFb61wNt4bn8xsQfNWtYeG7hrpFKBcfMVrKVOl3NlKfY7d/FGnsFjiMksv91RWNfySyXCn7Oyof4lrU0rwvHb3KySp8q5+X611D26QwqNidNo3VyScFsdapuxw1jJOrrvL11Gk3D4bMZb/AGqr3FukkzYIV/8AZre0iGSHbkfpXLNK50QizSsbg71GCvH8Vaz3UEKYcBmx/DUFmp83/a+70q5fWJuI1dERmUfw1hY1UTNTVnju1CfcNd7YTfaIopAewrlNK0GVpP3iBU7/AErq7SFbeHywPlXpzRY2ZfhkG9d+Fz8vy1Q8RL+5fYRuAqW2xMjCRPvN8lQ6tbj7NKchm+7WsHaRlUWh4f4nvPJkeTG1fM/76rnvD18I4NZIA/ex+SjN/eJrrvGGgtNOkcQfbnca5S38O3k1zFFGm6JD5z7f733Vr2qc1Y+eqqzIPDNulrqN7ekB/sp8qFWG7ccf5atm5WSTR7dIMJKpfPuTxn/0L/vqiHw3Jb/Z7GND9okPmurep9a61vBb6fYWtsj7nf5Xkb+GtHU6mKp8zPPfDnh24k1BZEIZYo3/ADr0GDw/LHZpByyxR/O2PvM/zV03g7wX5Nm0sdvt3vvLMPvKPu101zo5sdHVCm92fzXbH3mrzatb3z0KeGODuNLkj0hLc/ceQN5fo3Sp9U0+C6tvswdW8lNm1T/31W5LGI7O4mlI2RDf81eJ3esajZ38t7byFd7sxjb7tZQlJq6PV9ir2R3+n6PcMLckfL93p0wa9f8Ah+sSs0chK7ht614/4V8eLqVh5cqBJ+y+9dHo/jBLO5Uh9rZ/vVxVpyn7/VHXRpWurCfGCzez1ho9m1X6f7VT/CJvs9+wIKqcVs/FRRrnhvTtVjxvR9j/AI1S8BRx6bpd5eSnakUbPu/u+lE/fnC3U9puEMBO5594i8TJYzLZWjvLfx3c77m/hbPyiu08I+EX1hNJueN7x8ovufm/9BriPCOgvr2sz3lyDvaTfu+pr6c8L+F4/DujW9xIm944fut/DntX2T2bPyGrLkVw1bxElrZ2+lx2zRwJGFPPy1ueFvFkmk2Qjity2ejMNtcP4j8SW7SuQhfGMVasfGFtNaJaW5lW4LrncPuivyfMoQnUkpK6ONVLHQyak91fTyXJ77jxU9hqml29xEhOydpOWx8oFY1zZyXCweVuld/vsp71WvNBnj1K3LjbyMrXiSpqDSjoiYVXFnqmkNqOvXmyys4205H3eag+ZqtfE7XJdJ0WCC0spWy4aRnr0r4a32m2fh6NDsV1H8I/hqj48tbbWrGK3tkM8rOzBcfKtejg6lBvl3Z1VObl5rniU/jC0m0J2l8trgj7q1x+gMGvMzjamdx210Ot+D5LfXPs89oU3n0216fonwvtIdAaQRorsOGbvVvC1Ity11OdT9pscv4A0f7RcuM7Ub5tv+zXrUWkx6akXlRncTx7VxPhjwjqGh6rHJcBVid9vSvXHa3a3UHLYbbu/hrwq9OpQk3Ke52UqUZxuj4/8JSRTRwC7Cojuyhs16He+INL8Pu1xbCKeVNrBYz6V5B4M1a21iZbeWeJIgm4LI+3mqHirxBYaTqUsTuHVPl/dndXVRTs4diLO1z3WH45XOpRJG8TojfOrJtbp97dWzZfFDTNWuJSLiNJUQL8x25r5a8PX2qXV239l+ZPxwuNyt/s1V8R6L4o0u5S5nX7Pv8AnKJ95Vqvq/MuaJaraanvPjbSX1Cf+0ILktLncP7tcRD4sufD964vYw8D9f8AZP8Aerh4/iJqscHlfbJv7u1jWZqHirUNQZhI+9G/vj5qlU+bSaMnNXPqfwn8XNIk8M/Y59qTpnLY3fw/erkLfxdb3mt/aHKLajLFmHy/7NeOeHb77CJXf5v3e3rV2bXJ9Qs2EUW11+UbRXTyKjD3XuW5Kw/x9r0eqavKlk52FvmZf4zVCy0OXVNNbeSqINo/2qteFNJiad3vJI/N+8Ec43Vk3+vT2uoPbWRMSufuqdwzU80viXQ57KerLVn4bLIkcQ3MevtVbxF4XOjjg/Metauh69Fo9xKbyQJOBtDY3bTTvtE/iS9SVzJPEsm1mxt2iiL5n5GTp2WhjT/D24XR/tsgLMw3eWv8K1gWmlz6Oiz3ERSJxuTcOq19a+GfBsvijQ02RIsUQ2D/AG1FcTq3w5/4TbWX04EQWFuQjyonX2WtOey5nokX7F/EeIDVrRbNSHDK/wB9aypIZdUmzaHbEnVsfLXrnir4J2mm3K29nH0O0qx7f3qkufhnc6HpLG0RV3Iv3xuyax+tU6clFPcv2btqeM+Zc2snlSSHYv8Ad+7VW+kC3GyIbmeun1/w7eWcTy3Ax/tev+7XGpDO18ksQ3Mh4X1roUVKW5CL+pTQW9oqR/NKf4f4qp/8I/csEnI25+Y1au9JuFvEuJI9ir/yzzurpYtSE1uqPHtYD0+9W6/c/BqTN22Om8O+G410Brlz83+zWDFJHG0olz8rnFeifDnwqNe0yf8Aflc9Ilet1/2Z73VtNnvLedkQ7mRa8qniqTqOm3qU6bsp2PErua2jt1kyNw+V1os/iJbx2q6fFHH5sXyh1/hrU8W/C/V/CsciXMW5W+XcvavGLnR7zTdVaVFLbTur3aWFjXumyqaTR7Nea1LrFmgnKqqjnb3rhtQ1ILd+XER8pqexuLi4s8ONua5q4sbiG+d13NzXNRwqjN87HGMT3v8AZ68CyfFHxfb2t7L5Wmw/NMVP3v8AZWvtmD9nLwQ0UWdJibb/AHu9fAXwf+ImoeC79XtnEW87XZu3vX17pH7U9japo1k+by8nkSKRlPr3row9b6piZ/WYXh0sepChTcNUew2vwm8O6XGBaabBBs/urSy+CNLbcDaxN9RVnxF4yisNHM8TbiRxXO+C/GieJ7mePzArxHlVPb1rlzavl88RBUI35uppGNOD5LG1p3hO2005ghEa/wCzV248P2WqrsniSTafStSa8gt1UF1UtwOaS3gEZ8wd62hl9GjVXs9e5sowtyWPCPjn8NWm09JLKMlUO4qoqp8IbHxTJp0ES20dvaodollB3Af7te46pJDcfJKAVpI9TtNNg8tAEP8AdFeQpYWWLnzvRHI8LZ80XZGvpqvBaIsh3uBy1U7+SWSbYg/4FSWeprMoY1cjlWc5r6f67Rx9CFGEzt5LLQ8Y+NPgltWsFuCS3lbnK15A3jaCz0F7eONknUbH3ptWvrbWLOK9geORQ6sO9eKeKvhPp91czl4EVJDufnbXz2Lp06d4OVjzatNwbkj5mvfEHmO9w+Wy/wDDXcfCLxJHea3BJKB1CxpI3G6vTbv9nfSryw/doIm7eWagt/g2nhUreRbG8kcLivnZzpU5crmc0Y1E+Zo9N+JN1HJ4FuNmN29Pu18deObzc7oO/Wu+8T/Eq91TxZZ6Q8hisljdPKzu3Pj7zf8AfNeZePJDGzY+Zs191lsr04o+my+SnG55DrkjyT7ANzZ+Wuk0/TR4H0druWL/AInd0nCt/wAsUP8AVq6rwj4RSxt113UYg8zbmtIHH/j7f0rG163lvL2W4l+dn/ir7KnTUIX6s9G/tJ26I4hLN7q5MsmcsdxZq14bErtIw1XobfauAKvpZ/Jvx3+761FrHXIyby1MkaDlay7ix3Def++a6i4h8tefl2isS4m8wsg/hqWYtGLd2oUcGqJtxtqzrEzwjcPmrnX1YrLjNZNMFG6C5tdsjOVqKOxS6V0kG7j5adNeec3WrVpjdmkpA4XRyFxp5sbxh96JqtQ2McwyB81dBqtj9oRsAbqyIY3WVQvy7TzXTzMw9mNhtXVlH9K0oLWVW3p5at3plozQyNzu5+7WvG25M+WFz/31Ue0uawpkUS3GG/eBV/2RULrI0rB5DKy+9WvssjDCD61oWljGsXHzS1JukLpGmpIu8oNxrYtrXjIT5VqW0sx5ahfvVftf3LrG4281DZqolVbcRhdmdzGt2wtTuUkHd/47VZ4U85QMIxNaNuskcjAZ2/3qlovlLCSD5hx/u1KmJOBuT+H8aZKvmIwON/3htFMtbd13Eud2fu+jVD0E0aEOxs9sdalS1juoW5HJ/wC+qqozQ/IVO16sQMfN8sJsVF/ho2M2tDKvvCYkbzMb9zcr/dWpdN8L2lvDIsSDc/Xd7V0LMGDDd8tMhZI0wBWqqs4KlJMwbXwvbW8zy7E81n3bsVdm8OpNNETzjrV+GMSHp8patFMKqn/gNayqsinRVybTrOOG3SJECqg2irUmmia2ljxtZxwzfw0WfyspI+Wr8Mm6VgXrlUrHfZHhfieQ2r3ulyv86PtPutcDf6CGjfH3Wrb+J2uM3j/VCmFUSKPyFZcOrCZFHDV1Sbpm8Kbepzf9myabPxlf4htNaulTS3l8hP3vu/L/ABf71P1SRZm6DcflrrPh54VkvplldNy5qG1y3PUh7iuztdf/AHPw4it2zveRFCtWd4k8zR/h1iIfvblwp/3B/la1PEsJ1LWbLSoB8kHzP9aoeMZDqlzFo6OPs9sdryL2wvzbq1wVLnqpy6HnZvifY4PkjvJlfwHpLKtnKct55VkVR3r3vX/DOq2fhj7bcllSV952/Qbaq/B/4Wz+JArhPKtYIN0K4+82a9x8eQpb+Evs12hVETYEUdTtpY7NV9YWFpPR7n5niH7h8oXNnBcRZj9ctUVnY/Y7zI+996t6ZYrOeWLyxuduFXtWtoVjb6lfoBhV+6ZNtfA4irepKL7nMleFzW8EzfaLlDJEdkZViyitLxncC61W3SBBu3hdtdp4V8KwfK8Rx5j/AHWH3q4TxZZy2/iy62fN5UnDdKyp03JNyFJWSPRbjw3Lp/hX7bHKytt+7moPAnjSKO/RLs7ok96sadrFxq3hs2lw/wAqJsRV9a80vdHGl/aJPM246/WuNU4uScdGjoqPkkmtj3XxDcaJ4i1OylQx7e/96ulm8OpDbWU0QaVE/vGvnjwlcSyalax75NsILlmNe/QeKPtBsLKMqztGu9l/hr7TA49U1yVdSbQqe8tGZHjzXPsqW8G0rO77/m+VVWqVrqFxHDK+N2dv3u1TfFrT4vO06QvubO07j2qzYTQLoDJFvZ1G/ag3f+PV4ubUaNWqpQ0TLpud3c+EovhrcLF9onk2LnaPmrNu9LtrNGicnz1PLfezXoOpeILnXC9pbQBIlLMOOBXFalpMyvvf5lP8VeTzVJ++2YXseq/C7xh4Y8HwKbl42V0GPl3Mj/7VZPjb4nWviTUGjgtCbdvlD4+c1wNrZxQ20srkb2HFdRoGm6fqVtZQJIq3EzlTu+9/u1nFKn1NFUk1ZHD6pC8gkli6KT96otJuI7zZHLlWHymvTPGHg2Pw/pS5G53y/T7teX2kKRzM7n/gWK6tZpEdfeNO5uotNuVRCNjHn/ZrobLULOztl8x/vHd8vp61yp006huf+HtxUl1cfYUWKQbmb5Nu3rTqR57QubOVtC9rOtR3UzpEUZc/Jsqt4d8M3GpaqpIaNIvm356msqGF7W48yMBmHzBW716L4V1qwurCW0lCI+d21j3reCUE00Y7siOl2813K92UWdc/Lj9apab4mttFvZYpIGlRzwyml1HVrDT5pUEoZ9+1lYdaq6ZqWltqcVxcvH5Wdx/u1hVi+VxhsH2j6C8H/Hy20HQ00yKzMs7jZGqj5smtzwzb6prk90XRrCUgy7VHDf7vvXhPgbxRo9j8Qre7uUC2aAsGb7vPevoaf4xeFrOJUtr+BHx8nzhWZq8ydV0V7NQbudseZ/E9CGy+HdxHe3FzOXnimCsfNO5gR/tVrzaDBdWV0CI2SEjO7tXM33xwtm0p7eAbpFB+eN8157oXiDxDrmpXAgEn2d353fxKa86WDq1m62xqpU1oc18Sca1fy6fEgZYztDL8q1y3h34a3MdzK5If7P8AN8tej/FfwnPoNs1zp5kZ3+Y7h1rN8H+Lre48MrI88cF6m5Xjb+MV7MXVgocnws52otnC+IbN1uWxblok+U7KsWmhx3ln5sf3f9odK9aj8P6f4k8NtLBhnfPzRf3q4WPw3qkdpLZx252oWZHb71dbl7SHLDQ55QKOlagNFVUW5eD5/wCGvorSvjNb+HfBKRyBZXRBsbPUV88aV8J9c1B2e5LNFnaNv8VO8UaDeaDbNbSfcQbd1eb9UktUOM3DY2fib8WIPGhgS2tTF5r7pP7u6vN9Wjso4cSIPNI+7/FSxQnKSJh9p4VaoXt0kl+qmPaqnbXs4aU6OtxJ294j07TzcRv+72xL/ep1vY27faEkXa43MNortfDWk3OtXK2WlwC6dx91U3f8CqXXvhnqukzvG9u3mtnPy1jOtNy5opkJnh9zqk9rqTiBCn+1W/4DutQXxRp13FmWdJ1YK3etTW/AN7prNJJaSBj/AHhT/B8N3p+rQHyCu1/vYrvqVnOG3Q29s3pc+/ofM1T4c/apI1RjCXO07sEf3a+UdC8eaz4B8WXF/HJLKszNuX71fWfgvVLDUPBtlZeaqzNCML6+teE/ELwTDouuM8sXyS/N8orz/YU50l5F1KjUosxf+Gl72bxRBd6oTHAg+RVP3f8AgNfQ3w6/aH0LxdG8SStFIi5/ejG+vhr4gW9uuswIiHYHruvhdodzcOkllFI235vM+6tLEw+qUfb0p2ZpCvKLPrTVvHkU1yxt+h9614PEFtNDASgZnAyzHpXienNeW9z9nuAVZ/4q9o8G+EBe6dHc3BOW6D2r5nA4eriKzlT3e5r7Sc9jt9PhhkhRk6EVI8LQ5IzioLRU0xVj/hHStSO5inXGRnvX3eFw1GrDkTSmj0U9NTkdT1qSG8WJRu3Ul3oyazD84PIrpbjR4JH8zA3VE0CwJgdq8PE5TWp1HOs7mai5fFsec+ItSk8DWLSHMluqcc/drMsfiRYeJtHlSJtk7Jt2sP4q7PxB4dt9agZZxu9N3NeY23geXRdYuJI7f9w7cLivJnl9LGSU1o0edUqVKEuRbM8Z8c+H49F1pNTI2uJFf/x75q5bxbpp1TXrK0T7k8yru9i1erfEfRX1CVgR16K3avOfEccuhvpF7Km7yHRj74NfYYG1OXIjuyqpZuAnjG6jhbyo8IkabE9sVxckiXA2Pz/tV0fjC4Ri0iOHglJZH9Qa4U3nlvhj3r6mlUbR9dTiraGhDax72P3s/wANXooQobKDbVeG+i6kBafNq0EfHG3+9WzkUzn/ABVfJHEqRj5j/FXHo0/zZUqzV1Wp6haXU7Zx8lLZrZ3ETY+93pqUS4RscZe2c8kak/KprnNbsxDbM/Kv83zV7F/Y9s0e84Xb0Zq808eRxW8cpQ7UXdXcuWSMpb6HH6XePI2CfmrqbaMrs/i4rgtCuC1831r0SyUsq+1efVjyMpaosGMyJjYFrPk0nv8AxV0McI8unNaiRev/AAGs/eJsc5DY+WVcg/NV6O3MnGdu2tB7ULtZgdi/w4qVbeOTaUG1sU7lpDYYwu18fMBVyCNPOXgbW6035F257/LU4j8uaLYd38VFy7I0I4RtTB3qP0q0qhjyR/vVStm2nIxubqtXxIlu3HzJipRRYitz5yn8qubv3Lbz0/hqlDcecGAO1+ze1Sxssm0Mwapvcq5eRkZPMH3yOKliV1ADv/FWfBlfmBG7P6VY8x+9DZLZcMnTZ83+9U0M3z8k7aoRsN/XrVm3aONW53Z+U1C1OdsupIJNwUlWojkdU+ftUAYLtA+VVqVJBImSPlq0kZsspJu5+6tW4fuqT92qSKG2lB8tX1UNtFORtFFyGbauK53xP44tPCsMs88oV8fJF3Zq09Quv7Nsri52bmjRmC+p29K+XdZ/tnxdr0s9zuXe+7a3b2pUqXPqzWHvOxaWxn8VaxcXJf55nLlvrXT2/wAOblYt+/8A4FW74A8I/Z3i8wbWr0/U9NFvDFGB94V1OpdnXL92rI8Y0Xwa7agsco3rn+KvWtNs7fw3prOB8wGBT4tPj0+Le6Dc38WKiS1k1i4jDnbEG/irKTvsJNy96b0Mu0Y6TYX+t3GPPIZo9397tXIeCLHUvFmspbRfPcXc2+b/AHd3zUfFbxIL66g0iwkH2eE7XkU/Kx/ir2T9lPwbG091rc/3xG0Uat/D/tV21p/2dgp1urR8bmWKeIqvsj6b+HFzYeHNOSzdhHKVC49cVv8AjzSjr/he4WJTnG9a8V16Sex1l722nLJFhXf/AGf9mvYvDfjG1vPDsEe7zZ3TBH+NfjdbF8tZ1+c8aLjWg4PQ+SDYyahrE6bCjISv+1urq/CWkxaPevHLl2Vfu/dYmsrxPNLpfjnUvL+RWkLDaKfcySTWby73aeX5UbNe9hlUq1YStdPU8uLXL6HQ2niLVNL15oNPnfYgbLN822tm6hjt7Z7y6KPPKQ53H5q5vR9Lk0XSnvS7yNlWf+LNZeoeILvxBI4ddrcKiL6CvbxFOVKbbjaLEpqyubFx4s/0jy7R2RD/AHTWK8lzql55ALKrPuLMaf4W0c32qpHcjy1FdL4z0238L3zCJyuI0csvvXz1Wh7S8oG2tr9DpvC2hxaTNF5/35Y95Zvvba6WG8tLW8W4jkESoOFU/Ma8yuPFE99bXk9o5Z2hVBIw7Csqz1S51BFMjnf/ALJ6URjUUE2WpK9keo+PL5taWzd5d+zna1Q6R4ql09orNgjxd9p2rXJ6dDLMPMkcuijbtb5mLV1/hXQTfXKJcRL5eeVY9666lCdSCcthKTc9D570ZfJ3fuys+S27Hy7TWf8AEBo9PskxsZtm4bPWjW2v7GYyW0Uuxt3y1B4O8I3/AIy1K4GoFl2R5hjb+KvJpxl8b2IlJbRPOIrq4uG2ctuPC11ej+G9Rml8/mBofmDe9ep+IfhPZ+F7SweCIT3D4b/gWfu1jeNGuPDNjOnkLEzFS31rpjFVI+4NU3e7OP8AE+uareQLFe3skyKOFY1y4volki3j5e61Fd3095btI8m/5+fasZZi0rYHyrW9OyjYuS6nqumRwW+lLOmHQAfLnr/eNZut/Y77fLbkH+Ibq4vStUkuJ0tuVz8vzGvQ/DXhmLWtbs9MBKvL8vzfdrD2bhPmbI+JCeD9J03XpZfPCq2NpXNJ8QPCNlosqPbPs3BcMr1B438JnwzdKbeR1Y7lO01xt9dTzDE87uv+0a1hG0+e+gr+7a2pI+llpfMkkLAfxMd1Y9zbv9rWEAuueaZN4gexV4kBZT/47XQeCWtJL+Ce9+dHXcea3irPnRK952R1v/CHpdaSssRK7QF/SvPNY0/7GrncXZD617FrGoJJayxWD70yu1U+7z/erlLbwqt47yXB++/P91aIuLjzSLnGxm/De+k1zU7PT8v88ioVY19k2mg6d4ds7VHQIxRVLJXzr4J8G2eh+KrK9kISIP8A8BzXt+ueIE1L7PEHG6Ic+X93/ZrkxacrKGxvQTs2a1z4VHiDR5RLIW5Plyyf3a+e/G3gt/DttdCABVZmyrfer6JudUk03wk6J+93jcOfmVv9mvKrCaXVNQaPVVjVWf8Ai71jgpVndz2NZRRg/BzUv+EddDeELZudxZj3/wB2vWNe17SYbT7TbSxT7wfm2/LXG694Rt5InFsgTYGy0fevO5IdUjR7RCWiQspVf4a6alD7UGZNuGh7T4e+K2jx3Fq8uIG2NE6sO/rXmnxE8YWfi7xI1pZYljQbN0Y+8f71eaarrU+nySwZ28cbq57QNSnsdZ+2Pu2c5VfvU1SmqTSZh7TnfvHpulWun6L9oS7k8h3G0NIPutXnOvagl5q7yQMFUHaG+7ml1PUp9SvGKF/J/g8w10fhX4eyeIL6CKQ7Wb5n+lKjH2a95ms5LZH1R+xZ4Lhbwzf67cIGlmm8qFvRR979a941fw1pVzqKvLDEzL1VlFeG/DC/1P4YeGP7PtIhPAXZo938NdxoGtap4k1OG8uSiWxO0qlenWx1OGG9lCGt9zppyppJW1On1z4XaFrwQzWcfynd8ory3xZ8FtHsrxHtbcI56be1evS67FYXUVp5m6VlLCuN8aT51a2uZJCqquVX+HNfO4nE05vlg7SW5pXhT5eaKOEsLGXwjrFlJEwdh9xWrq9Y8Kv4mga7niKZHyeZ96uNvdeTxR4hgtg/+jx/MW9WrvpfFgsbOK3i+eX7pZj8tc1bFexi/ZnJTUZ6PY8P1L4CjUNbe4uE/dZ4rutDbR/AOneRiNtqf8BrstTuJbqyWWIIvrtryXxTpovLpg8hdU+Y7vvf98149d1MbRXtXZGyUKeyO+uY7TULRtRiwoYDHNbHhPxvPZRxw+bugc42t95K4HRFLac8aSb4lxhf4q3/AArpMmpX/lQSbos/O39K9XB0p4WinBm6bPYLXUBfwhi24dm9ahF6bIsQAFHVvWpodOFtbRRr91eKrahNb3DrZcb+9dVKEopzb1NZTfUr2fxAgkkljkbbKn8Naula4upQPITt5rxjxvpc+g6l9rjiluoWP3YjtY13PgzUpbrSlluovsvG7Yf4fqayr4jEKC3ZFLEPntI67eWn55FP1lU/s92UfOBVezulmf5fmH96jUrpY/lY9a4qNaphKM6m9zpbhOJ8v+K77Wr7xDdIYgsSEqEVPl21y/imOTUtEnSePY8R4Vv4a9r8caPIt/5lvbOzu/yNGdtcl4q8BXOm+EpNSnfc00mwr/d+WvbwE5zxEJXOXCNwro+c9KW7vvtGnGTdByw3fwVg6l4T1+3ucx2zXCZ4aLnNd54UtR/a1/vG3A+7+Nb1+ohj88/Kqdfmr9ApWVz6CpWnB2geJ3NvrFijvcRGJV/hY9K43xDr2sRwtJHIlvAf4s7mruvG2reZO8YO1yd1cH4j0eS+s1ym1G6c12JXF7afU4K51y9jfJ1CV5T71qaV8RNQ0vi7xMmdu5flaqCaOI7lSU/2atf2LHcff+VVrb2UJG1OrKB6NpfxEt9QtsJJ/wDWrkvHWtJcW+0Hr/DWIvht7d828jotWofDpZlM5eVvvVCiqbvc6nWujI8N27reJnP72vU7O38lIxiuZttL+zzQSY24KtXZQquxf4mxWFZ85pS2HjcsakkMtTpHuCufvf7NVUUqVQ/Mh61a8xI42G87a5kbbDdpj65ZanS3RTkD5mpsUhkXGf3fZqe2VfKHNWgZXnaJXUEfMOlWILhN+zHakkt/MfJ+8vtVOz81rlyfuD5aqwJ6Gi8wt7f5Pm+alS+MiNsB5qIQ7lwadIxhTzCCsY+Xd/DUO4cxpJMFVSBt3DdVqFgyLtFYu77U6g71X/0KtKBvL2h224qGtAuaok8srVd7otO4xtXtSJMV3FfmYVGquzLJgbic7aXQhl+Fgq5c7W/u1KlxGrcn5s1WWTd98DdUnl+YeOGrVJGLL8LeY+c/JV1NkaKQQy/yrPRXjTgjbV2NT3UbasqCuXLb2Hy1fRdxWqdvnZgfLV+2wrKMhvWofvHQY3jC+fT7ZSBuX7tcfYWcF1cbxGFZvauo8T3CXzvABu2NtrN0yxK9BzVWcVodNNaG/wCHbWOO+UEBttdDMqXl0wwNo6VlWFu8J3/xVftN7Tc/eoQON/iINWtftDLH/D3rkfHviqLwvpjWdo4a9lTnb/Atbni7xBH4ftndMPeMNqK33RXkT6be+ILqeSQF55D9771ehhqV5c89jw8djEo+ygcSqzsjT8/fX738VfVvw21KTR/A8SQyFGb5pFX+KvLLT4R6heLa702QKctuFe8fCzwrYWekz/2jdjdCh/dP8vFceb16FWhySZ8lUnpoZur+Jri+tnQ/N5m1W/u1oeDvFVxptysZB2MFXcprD1FRdN/ovzIjtsX1FXNJ0m5b9+Y9yqeNtfn+HwUK03GEdDzZVOR3N/x01neWNxqKY3jaq8/MWrj9N1SW6tmJIdo/uLjjdV3V9P8AOsJ/Myv8XX5VqHQPBd/Npym2O/cdv0r7upl9WtThGhGzRwe0SbudR4N8RWlwW0+7ljj8o7j9NtYlu3/E1uJUjPkFyybR0G6ufvfD974Z1vy7hCrOf++q9D03Rw2ltcOAqkfezXn5jVxUMN7CrDVF03CTU0c5qOqCz1L7RA/lKg3bm9arprD+INUMt3cF92Mq33eK53WrotqWwH5Qef8AarqtEhsvsLSSFFfG7rtxXznLzR1OpXZfgs0hs7qWMDZ0EjHbXKpdX8d/5cR2oD/CK7fTrWzvrB9ki7UGS27+Kqv9nxaX5Tyxui53GSqT5FyJXE73uadjfXtnpn2iSRH8n5xEyfKv+9Wzo/i4XVtGoiKT7/Nklzu3VzGsTGbSriRJT9l4wudu8+lcidcuYbdwoKqx521pL2lSnyQY+ezPeNH8I6VqSJJIirs+U7qx/GnhO0011OlnY4+YMny7a8pPxynhg8u2Ri+3a3FUbb4sazqk6BIWnlcr+6/havIhTqQWh2P2dj0pPC+r3VzYXl5cM4hfeUk+7XmXx8urzVtR+zoY0UncWjG3OK9n1LxB4kh8L292+nFZWH3fl24218s+MfF2q6hrUvmW8SIznC/eau2jGcLzaJk1a1zDvNBbR7dTJhldN3WqOg6b/bGoPAP4TztrT1zVp9Ws0O1UZBtdlNcrZ6pd6PefaLdyrd9pqNZoybSNTXLH+y7rEQO4dN38Nd78OrPWdQe21SzzLPHlR5neuCTUDqUH2iXLSv8AMWb5q9Q+GPjK58N6YsR08zwF/klUfdBqJOUd1cKa1L/iK8j1C3zf3MLXihv3THa27P8AdrzvxLYxR7hFs2KBhlPWvUdS8L2+tail3cRCCN/nG35q5Txv4VttJtUa3PyyJ/Eta+1pr3InRyXR4xfwvI7BAW2muz8DeEzcOr3Ej+QBu61S0vS/OM/G/ndXa+BbyL7fFpl5hIpG4Zv738IrSdV04NQOf2aTNHT5hDO0UThol67al8RTFbZBB8rH+6ateOvDMXgeP7TGfmcbpGU/L/wGuB0/xAdQvIgH/db+d1cLcmvaJ6FvszpXvr1dMXLncPm8z5qdoXxKnW5WOQng/ezXrMun6BqXhVRE8Xm+X91fvbq+bfE9rHperSmAlUJbFXRqKumCnKB9Pad4ii1LSYH8/p823Py7aJo7ZmeTylXZ8ybT8zV85aL4yv8ATYG2EtEete/fs7f2Z8QLmS2ubzbdAbvKc/MaqEZYeLn0N4S50ZWofEy302K4gHysw/i9a4M/EMW9w8gQyiQbTH617f8AGL9n+3juVuNNGzH+s9K8J8W+CZNLC29pEZZc7RtH8VdMaetkzJOpf3uhxHiDWn1bUGlKBF7L6Vmzas8KqgIq3rPhnVdFkR7y3eLf04+WtzR/hfeatpi3mCVI3DjoK7FHpMwiktWZGm33mAE4r1fwB4kCq8edkqlcMo+Y/wB2vJf+EdvIdSW3Ebdedteq/D+xt7PV7MSYZt4zuryMwvT+Ar3b6H0j8PfDOt6pYLJeXJVH+fy/9mvU9M0f+xdLddo2qv4iuS8O/EbTLO4eykligZQrKu7tWZ48+NOmQadcWtvI7u4xuTtXjUZSnFe2O9KnBcyE0XxlZ3XieW3lk2yxSbP71eha54cttcsgkjcHpXgfguO2s4F1y4PzSHed33tteoWfxCTUmSKP5F4ZGavn6raxDdODaKpVIezaqFyT4aabpFq0sY2ynjcvrXl2u/b7O+RHk3Jv2lm7V32s+NLtop4yGVE5Rv71eb+JNauNUsXneIf3i3+1XvRilo0c05Q3hsel+GbyOaxWLzNny/xGsPXfBovL9fLk2tnllNeR+HtU1K1uVnkuHRWP8XzYr1y+17+z7OC7FwJMoGDsfvVy0qNT2mvwmjnBwOf1axuPCdu6W8iO0m7Ct/DXQfB7UPspZZ8+azsdy964bxN4uuNYukUOrMDxtHy11WjTS6PHBNcvFEz7f3cY+avSqucotxVkiE+Vpnt+o6kF055Fyp2cba4DwxqCXmsOXkLS5PysdzGorjxR9jf55WaKZPlVv4a8k8V+JJLHxOj2U8sUcv31U43V42DxVetUlzdNjrr1E7M+iNT1bTrpkgleOTY+StGpXFvJp6paLGrSruXaa8L0Wz1PxBqEUqO6LjllPy4r3Xwdpa2dgomO5sfeYV3LF1KsnR6PqZU/3mw3QJJbVCJF+Y9K0riaGP8AfTEqf71S3qxRIXBGB0zXP67cbrbzPMCKP4WrzuZ0W4SdztiuSFmWI5ra6m8ySMYB4ZjXN/Ge+t/+Fe3QRx8siMFWpbNZbqz+0AiKD+7/AOzVwPxF1S3utHnsjMsrn+FT3ruwbxNHEU6j+BtE06sPaWPnrQdQEfieWPO3JH/oVdV4ttwsbhDtZf4f4a831aQ6brf7sfOX5autvNYkvtNSWUbPMPNfsELp+R7fs1OR4/rOmy/2w0hG5v71R6/Z+ZpkRL7d+5dq/wANei/2XFJM9zK42DpXJeJoRvVI8bUywrtdnrEXs+Q80/s/y5VfbtUfLVqKzhmkYvlf4hWhOu5WIxuPzVCkcfnrx82OFY1tFszeuxYttJ8wqQBtzWl/ZaKjYQdaZbXRjDJs2p2arEXyjLn71Z1Fqb0pWM+6sdvbbUtu21VzWhc4mTkVRMabf9pa5Jo7aciwq+Z0O1uzUo/dhg53bqZD8qYf8KP9ZxxtrA1TLSrGyLztp4Xa1IsPmRKB0WraRjYoP3s1QXJLNkmidDHucfxVHJCi7gPlzVtIdvCfezTZFHnKSPpRcsp20b/MSRuzx7Vc8vzE8t8be/8AdohjDS9Pl/2afND8uUpt6kMrzL8mUxuFPtpC0f7wbmanmERop/iY81IkIVN6feqAH2zPtYsPlqWG4E0mwAhRTlzsUgVB5kscsUUcfyk8tVWsSXXhRtp27k+tWUjRUX/2aoIlC7U+8P71WhD+8SMfNmggleM7VCfdq3CpjHI28fdp0VuGdeSuP7tWFXa2M7lqwSLMEZkhU1LPINN0+WUn7gLbmqW0tywUjNR+INNk1DS5YgSu4Fd1VFcz5TXn5TiNPuPtkm8n5n+Y10unKi8k1m2Hw11VYFuIpY2z0Vvlatux8N6pC6ieNEwv3s1bpTR2wrwcTSj2LtA+ZmrUSH7HG0h+/wBqbp9ilin7w+Y9V9bvBHDgf7o3VUFqcmIre5oefeLbV9Qv3L42rXqXwO+F8GpW093J87gKo/wrzOz0+417XVtIyWV5Apr7S+E/gQ6J4ZhjYbcnd9a87OcweDw/JD42fIVU5yZwWqfDu8tRKbeIvEhLba8r8USSWrxQJlJU3eYq19qLZIqBHIya8e+MnwwtY7CfWLWMJKoy+3vX59Rxlacmqx51bDSiudbHz1pGreTv3jcw/iavWvhReW2vTLZyoqt3Zq8YmxDeNH7btq10Om+IjpNs/lRDzfly1fRZXilhq6qJHntRlqeu/HPwnYaT4fWS2xHKrhfLWrnwl0WeTRkkufL8pQGRVTb+LNXh3iTxxrOvLbpqE5+xoVxEv3V/xr6D8Aa5Evha1ijnT95/e7Cv1LBZhSx1TmStY4FTtNtbGT8bdDs49OTUUjRJRjCr8zV5+l9qt9oKR28G2JByyp8zV6T8U9Ss9Q0OC0ssTvK+4v8A7IrD8EeMtD0+zazvD5E+OfMHymtcxw1LFSXtHoQk1OVmeBakszX7kxvtB2ncK0oWS4VQ/wDFhR/DXX+J49P+2vNGAiylmC/3hVGOHTlhgIkjVx8x3fer4CvhKdOp7OnsdUJNo09L8PzRtBKiboiFyqnrXUa1oL6tZtGkbtO/yjZ91KraJq0V4kVpAm1shFZf51774L8O6f8A2epMa7j8uM8muSlhbYiEamx1xj7RNI+fLr4d3Gi2kIu3kdWI+X+Hmte88D2kOhTkOrb02oqr826vafij4bWbRojEfmRwu2vO7+SW1s47aWMM2Nqrivu55XR0nRWhxO9NtTPlKw8Py/a4Ikg+/wBa6u3uIPA95a3jxj926ttYferQjkihuIPKcNKr7Ttq14s8My+JrN3EQZ06Mv3Vr8mi03yzR6yVjrPE/wC0Faat4TRLfSikuCu1j8pr5Q1jXpdQ1Z5cBWZ/kVa6/VNUl0W0l050X5DhJGHzKKwtO0N7y5S7RQyh922odT2aamZzk5symmljicyoNzfNtxWbe2pkj3gfeH3a9An0OC4TzHXYpzlfQ1z2saaihcEbR/dpQmkzJ6HFiaSxh8t9zRZ+7mvWvC/xA07/AIRJbKWJ0uo/m+UferznULeNo8dW+lS29jcWtmu8bGxXTKn7dIKdRpntOieOILzSFcAPLbP/AH/4a89+JHi6WZBHBKViJ/3q5XTLh4ZWQZ+b5j/tUXMJ1SdU+8q/NtqI0Iwldm7qXVjU0fWBbwpgbmzzVjVbjzpFeIbGX5vlp1lpsbSKiR/Nj0ro7XwrK1u7tGduN3SsoQtLQzbc9Dkte8TaprVtFBe3cs6RDaisareEtFn1jUsRkoqDc7L/AHavaxp/2e7ZMfLVzQ5n0kJLbHa561tUtThypHMvj1Ou0rw68cksKXciz/LjmsHxn4Nk09mkkd2b725h96pNP1a7XU/tG8tKh3fN/FVvxXrlxq21HEm3tuO5a5aTcJ+R1NJrQq+BfA8/iiH7PbY35+Zmr1/wF+zj4h0XU4NUtNQ+xzxHeHjNeXfD3xNq/gHUXu7SOGWM/wCsinHytXqy/tYa3p9u0R0qzXcNvybv+A1tGpUu4tXgFqejbsz1PxV40v8ARbVrfVyl1OE2/U/3qqeANN0fWrhb+UxSzeZ86MOma+ZvFXxa1fxhe+fdyDk/cT7q12fhT4ifZbFo3xBKwDeYveuCvQm2pXaRr7VPzPpXx78DNJ8XabuhjVWHTjivG4dJ/wCELjuNGnBVc/u9v8Veu/CD4qR3/hKebUbtXnhkZfn+X5RXkPjXxc/iTxmr2VuZd8m1F2bV216bxNP2OvQyrQhKziQaB4Fgury8nvYAm5N6Nj7tef8AjTTbnSded7KBnXjHl19U+G/B93r2lxvOiWqsgHyda0j8PtE0Q/abqBWfbh3k5rwK2YUU+d3aLjhZ20PjHVND8W6sqXA82DI4VTtaq8PgXX1C/aHmd267t3NfXPiHUNEVVS3jjlRBt3KK0tK0HTNY09LlAGixt2t2pYfFOv0SQOm11PEPD19Ja2Fnp9/+6iX5X3fer2JrfR7XRIp7cw7mTh1PzV53478Hu13vgx9nHRv4q5/TdNnuvKs4DLu/u5+Vfeq9xS5abBSt8aPRtf8AFFncWDcFJ9m0tXlWseJha+bHIhjwefMO7d/wGtLxbb3/AIbVWuQGyF7fK1cLNqg1iRvMA2seWX7zVcqSh8ZlKV9jv9Pt01zQ0kBKOfbbXUWfw3MeiJK7vPsG75nO0VxxjfTdGie2n27tqhc/N/3zXbeCvE09mkUGp+ZLFKNu1RXLRhOL8jb3Zs8g1/xBLoPiHydnfb5TD5VWvQE8TajrmnWsBeLZw29E+ZvauT+N+kvHqiX8YGwbstjbUXw08baZpv2WC9Enmo+0bRlW969aulGPkSm3oeh+MWvNP0RbmUOiphg3tXB6d/xMHiuSHl39F/ir1r4l+MtH1Lwitvb/ADyum0tjbXFeCFt5LaIIha4hH3c/+y15sFSpQ9wqTd+VnpPhXUk0XTlD27tx87L8tQaj4+lW4aKydg/bndVu4s7u+tElMccEATlfus9cYmveH/DOpNcapqEUSj/lmp3NVQwVXFaUKbkhqpyKxvXnxA1O3hiN2GZT/dG2meIfGUutaUgtid/3ty15545/aG8GSI0FkZLh/uiSvLofjRP5rx6ZZtIrn+I/LX02X8F4yq+eULepNTFcujZ9Eab441i6sjp8UUKOw2n+LP8AtVi6r4RvrVHuZ9rMx3fKa8eX4iar5iyy3EcDf3IxV9vHGsattMmoyLEv8NfZUOB6rt7Socn1tRlzHK65bm88QpAIyzM+00z4i69B4Zs1t0AeUJtC/wB2ujjhiXUf7RR9+xD2/jrxv4kSS31/PI8hl29eK9qlhnhnOnLpofouWpYpRqPsczH8att4tleO1u2dofPDf3a6O28RJeNsuc/MNoZa8E12zEniKz3g7fOTeuO26voiw8O22qaHFOIzuOcsvytXDVoqHwm1erFTcGiheWKtF5kbhnA4rIRnW5XI3bRtNPvYbvSXZ4mJT/nnJ1rNi163uDhxslzyrVMJM4ZUk9YGsuoCSZgn3QP++qt2twWXfOfu/wANc3csbV/MgO7Bp51QxlXI+Q9Vq27nN8B2W4TQ5Q1RLbX2feZvas221RFZHEnyY+7Vx5tzg7t38Vc8kdUKhajkPR6lRQz5Iqvx9/NWo5Bs7bq4zpLsOcVdT5mXaKo28zqqh0P+9V3tkE0dDZMsBRvXnbg7almVJGUAdKpRXHzMhHy0+G8/ebH43fKGahaILliFQu4p94Ui75P9nb/DUsnypwfmxzTUXbLjcd2KoGx08IXjlG+8aFjDKwB+apdwyqOSy/3qmWSLzsfdbH3aGgGIpXodzVPaqkgYv8pzUAjSQqQ361Y4kXjtQVccLXvGfl+981SxsNjcbWHSiCQruQ/LgU1/mDYBq1uSS2F1LnDn/ZrbghLbAcM1Y1qowufvLW/YRiR1JO7bTZKNO2U7VrZtrdJhhwNtZcDDeoJrZsl4zn7taU17xXQ0pNkMKICF421lzyfOwqea4DcCqe4NziuipuJLlGMx25J+WuT16QXSviQ7kKt8tdFfzeXDjO2uahsfOlfI+/TprU48Q9OVHR/BzQTfa4jum5kwx46tX2ppMn2XTosIeB/DXgfwB8NxRvLNLjdvGK+jIoY1tuMYFfnXEFVyx3KnsjyYRfMzyrxp4+1rRdQjMenhLQvt3Ny1WNf8b2eseGLqO4IiDR7PLc9TR8UNXs444LSRfmJLlvSvDtX8RQaxqdrp0Z+RPndc9ea+fp4SOM5KsHbueVKtKi3Bu9yXwv8ACmXxBcz3A+WAEkL/AHq57xV4d/sHX2tyflT+GvUpvHkng3TZ4oo05CqNx+evKL/Up/FWqS3cuFdju+U9K+mpNr3Yo82rFLYpeIWgbS2jg+a4bHyqOlRaJ461PR7ZbOCXYjDZ8w3NViby1Rk+9g1lWFrE1+sroPkf7tepgqrhO7djlkj1Gy1i4bTYmeIorn53x0Fec+Mbj+0tXxaZaCP5DJ/eNehm+ttW0eKwiiuBK5/eMp6flWZd6TYafbeWnl+eMqPn+avsMZifZUlUi7pmFm2cEl49rNidy+OPm/hrsPAHhOXxJqO8Ebc7grVyD6a6zzgfOc8tXu/wBa3tXxcLGGb/AJaN2r5adVQvUOqlFTmkzmvHmh3PgXVLd7SP5WH7x0+bmvZvgvqEF9YKXmHngfdc/Nmqfxn02HVNJiNtGH+bc7etcH8NJp9P1ZOCrIfu16+DxME1O1zS3s6rifR+oaHPqiQxlh9nU7ivrXn3xN8LpHp+YN8T7925RXrOjziexib1FMuNFgui/njzc/3q+3w+JUWn0OythPbQ03Ph+Pw/Bo969zcukW8fJ/dVq7zS7qwutMWNHTevzf3VavMpl1PxFZLHs2wErjd96tFrE+H7aLLneBzuNfhso1GlJocGk3zHK/EXwm99f3U8SBmzw33VrltHD6TayxSBNychmFe1bo9ShggEW9pU+9/drzTXNBuLjW/s8A3I59KtUfrEHclwS2PO9VvrmS4cLIViJ3bVrKuryXYyE7q9O174b3NjbeYE3LXC3mjm15kG1lqfYyh8aOaUZ3Od8n7rPXRQW9zrUaRx2w4TaWUbs1StbWS+uljRN65216loCjQZYhLbP+9TaVx0rpgnuilC+x5P/wAI/d2+oeWkW52O3bXaeHfhrPDb/wBoyxl97lCqj5Vrubvw/Hb6rBeBAq7w21vSuu8t5LZYLdNqP8xVfurRP3XZLc6qdPueGXkf9m6woQB4mHG3+GuytPG1lDojCQLFKBtdW+81aXifwrbx27StFsX+9u+avNrqx8t2Rxu/u7qyq+47oTvTY7ULd9W33cUZ2OeOKzbWze33+YD04r3TwlpOmTeD0TfGrH5vmG5q4rWfCcsk7mNNsSfN77azqe+jmlSa945Xw1JZyawv21/KgcbQ7fdVqseK76z+QWk8bsBtKr6+tdFH4Tso/D0s5w7p13H5q4iw0mTUDKlvGXUH+GuaFLW9xvmhCxmy+KLi3KAgMuNpaqN/fPMjOX3N/e9Kvar4Xu40dyPu/wB6uYht5NzhyevNdsElqjDmfU6fwXod3r07JFA0rZ/hFeu6F8Nb2PaLmAoq9W/2azvgV4q0jw7PAl7GGaR9pavpnxBq2jrpIeMqiyjcnNcWKxKnem9C4U2/fbPLodP0vw39jjuZ9kEjjfGp+9/vVf1f7Gut2o0vY06HeG/hxXmXxP1J7gKkD9PmNZ3hvxNPoojnEvmuQuzd8zV5Coyp03bVs1hNSdj7Y8EeJWgsEt7uNY3CbhtHy4rlfH/jawvp57T7THE8Qz8x6142nxK1yOwV7mdlym5VUdq8517xJd3V+1z5hZidxZq4aNOrGUaU37qO+eIvDkZ3GqahcWepPKHItTn8K9Q+H3n3nh1HsLncjk5Zhu+auKs2sPEmmWseY98yDG0/Nn+LdXs/wq8J2ug23lw3Mbhvm8pX3V6GNpWsqL1ClRtIy/HNudN8IyvPBE8uPlaP5dzV578G4bq6v3u5YPl/uyHav/fVdj8etbg0RrOJlHkOcHnbtrsfhbp+nzeH4pIlg3SDdtX56ihCLSU/vHVpynPkgeM/HLWEunW3QR/L/CnzKK8Cgknh1aKM/L86/N/D96vY/wBp/XLTwzr9uilN0jn90qY/GvDr/wATHVHieyik3od3mMOtdc4VXVSteJxcuvvHt+kX1leXkCXHlxKMb9v3ciuj1TWLSz1GB4Myoo5f7q14t4ObUJp2uJ5fIYD7q/Ktdak0d1FsLltx2u2/5d1aSjd8sDSy6Fr4r+KB4ks9kMGxsDLZ+U15LpVvcLcrdQJu2GvUvF/hM2OiNM5Mrr825fu15vc+PNI+H+lvcam0bXH3ktlPzV7FDLcTjLRp7HK3aRs6lqGo3VsofFuiD+I1hp8ZtO8A3fnm8+2XgH3Iz8tfPvj/AOPWq+LruWOzc29qx+RE+9WHoPhXU9edZZCV3dWav0PLeGsPBWqx5mTJNe/NnuPjD9rTxT4wdre0nNnb42iOL5eK4P8AtDWfEVwrXEksrE/eYmtHQ/Btpp+0bPPlPWupk+xaHB5k+FZeka19/hcBRwsLQgkcUq3M7RM3SPBpVFuL2Uoi/wB6rs/iK3sYWttPQLj5TJ/E1cjrvjK41aYRRMUiX5Qq1peHdH8yNZrk7VX5izV3RXRGD7yOh0LzZpWllkLK396tG/8AE0VihSM7sdea5fWPFEcaNb2xCov/AI9XL3N1NcSffPWtXLoiUr7ntPgbUp/EGm6iA+1UdG/3V+al1Pw3FeROjgK2f4vvVzfwk1p9Puri0l+7eJtC/wC0K7L+0EjdnkO5R8xX/a/u18RjavscTNT6n6fksubCqMHseKeOfhXJI3mwLslDhg2P0rp/AWrSWdjFZXkZj2bl+au61BodWgcbwpU7gtcrf6TLDucYZEWuaooVo+6e3PDRqK99S9e2NtqFlLkI+wn/AHq8117wHZ2e67iE0rN8wZn3V2Vn9phDb8rE/XdVTUbiCFPLe4Dqh+7muH2XL1ORYOSlueaW1jqscc8yAtEh+6x+ZlrJv/Enllop4nR+20bq9JuboTHEQ8qKs/8AsOwZ2Los743Fmo/domtSh0OX0rUIrwYEhVh1Vq7CxYzRqchVrnrvQba33Touxv7y1b0y4O7Hmbl7VjUS3R59uXc6W1+b5DlqmZucHO3s1OsFGN5+9UjsPNY/w1wNandB6Fq3uh8uQWU/LV2FnkfH8Oay7b7+f4au/OxXYdvFSVflJLtvlbYfmXpQiyeWpfDY/u1V8weYu9/vfLVtJDnbxt+9uqmJM042Ee1Wz81W4VRv9r1rNGfkIPyVdgYRy5z8rnndUX1NEWZIxGrEAMxpu1JOvyyt8u5alkYSbiPurVR8b2I+b+KnsVct+WkKsABu/vU3zPL4B+9VV5tzcHa3+1Unmbdg27nqkTcsPJ5iqEJT1q1BhmTHzKOtV3+ZWfHarsexbVWA+f71MSZaMiNwAPetewYbFcdKyLaRZEV1+99K1Ldiu0cLmrsWbVtH5zq4rWikCrz8q1kWeIY8E/8AfVKLgs7Z+VfuiumCt7wF+Rt0hwflWnbu2KqrvZquQx7txah6sChexiSPAG5qNHsUkmTP3hWg1j5jbBVzS9PEbsff7y1tA5Kiub0WoXGi2Cm2kMX3WLKfSvRNH+LP2jS7W33b53/i9hXD32lmTw/Pgeny+1c14bvLezNxcTvs8lPk2/drwc2yVZlVV9NNz5HFYidGq0jofiHrQ1jW5QHJWKPaVrx+w3WPixpQTuJ4211NzqE8xlnRztd9xauMmknuNYWUfv3z618xh8H9UvQXTQ8xz53zml4v8SXMmpNGTtT/AGvvVnaPqEv2hkikLI3XbVDxRY3EcyF0Kqw3bqr6Iot5lJJX+telGnp7pk5ano2kaKbpN+D+VULbT0sdblEh+XP3a3NG8TRwwNHBGHbG3c3asHxHqCxzo5cbpDXDR5lWdN9SpJWPZNO8L2l94elltJRA+xcSIfm3V5fL4P8A7D8YeXcThnk+dPNfbuzWn4P16902Nfs+ZU+9s/hrj/G99qnijxOZLz5JZ3VQq/Lha+kwUq0H7Oa54mFTl0a3O21axs7W/wDKj2q2zc6oQ3zVZsLWSxSOSDftj+Z9tWPC/wAK5/7LWfzTuzzxXQv5fh+2uIr/AMzzVT5IlHWuvMsDVfvtWiwpM7zwLrFprFnEl3OW2n/lrV/UPBqSX7nTkCOw3Bl/hryn4e3k+sB40BbYdo56V6/pPiCTQZmtriMPLwF5+avLw2CxeHnFwV4XO+MoVElM9A8LRTx2KJN/CMfMOtb1VtPmE9tG4HVRVmv0KKSievSVoH5j/wDC+ra18iKzt3kRNud3ysv+zV65+KB8WagsdvAUVtv3vWvIm0VF3yAV0Xg23fT/APSIj8w+ba1fkilCUfcPI53N+8fUHhi6jtUgnuAFbZt/2axPEl9bLraTxFWZPm2x15G3xO1DzvIuJz5DDbsUfdq+NSMls1xE+5nHPPzYpYeE4S0OrmVro9cm8VafeaU0dzhHZN/zD9K+dvHOoJJqDCAhkz/DWta6xPql19nMpXCNhWPytWHqNj9ovNiBXZTufmuitUb0Iq1faLQ1fh7qWn6emb9PnR9w2jdmvW7ZbPxA6XkCMiuc/vBXltt4bgvkRBhXfGPm/ir0COzvdF8MW4tHbYm5drD5vruooxc1odFK9tUdlrWjwXlnbyJ8sueNoq5Y2+3yoONzkLuX1riNP8WG1sYku0k3BFb5TurqrbxZZx2Kyl1V1KujfxVlCE+e0zSPLznNfE3TZ9NZnfPmg7ev3a4EWqX1zAnDMw+biu+8Z+JE1y8VxG7oTuPFZ2mw2lvN5jp8hH3m7VtUopnNVvOTSZzOl3Eum6oluJXiR2OVz8ua7CTUN2ltJmNbz7rux3KRXH3+pW0OsKXP7pfl+UdKpXN4dUdorZ5PKH96vInTS92DMPaJe7I2r7Q5biNmeTaj7m/3q2fBlrpmlpBbzOFlmO3pya4S81rVbOHyHlKqo49hWM/izUZo4EcBnt34n/i/3a3o0/ZrU3jKB3XxSW38N2tx8gZZPmTn7teCnUtru+C24/drT8Z+LNQ8QXKR3lyZUX7q/wB0VGNPt5LdHQ7uP4q2q0lSab6mFWCTujZ8NwloluXO3+6392usu/HF5dQJbyTu6xfKOelea3OrPp9o0EZ+X7v3qdoE1zfXKgtlq4p4Z1ffkc6VnY7W/wDEUtwqRvH8w/5aZ61PbXgkvLc42qrqx3VFBbwWt6n2j5Ys87vu7qzvE+pRrMsdk6sw/ij+aplS5FYrlduZn0prFrpl14PiuIJEVCFb5nXc1eL6qw+bZ935vmrndK8TaxHpv2MyBoj1ZhuYVfvLjy7RXBDcc1586bbuOTU9h9lq1xpd5BPFKdyHcFz8tfRPgn4jXi6Kt7cXscEqHdt4XA/ur618rvdPI+4Aqq1tJrVzeRxRxl22HcFX19abhKfxHTSrezR774/1CT4jIsrp86fwMa8+1L4reKPBelPp2n3skESfL+7AXb/wKt74RatPrVzcWWo732R7kk9Ks+OPCcd0l4Z/uxKMN7VnONONJdkT7VyfPc8CvdS1Hx5rf2vVb2W9uH+XfOd22vQrDQ7PR9PSQqWbG0LXnEVnLDrzW1uDs8zaGr1nQdLkvJreC5fd6LJ/dr0lG6iuhCjKWpyL6tcR6gqIpW3Py7W/ir0vQtPtl0J7mWSNXHzPuPSsTx1Y6XpcXmmWOKKI73b0/wBmvmD4u/tCT3yvpelyGCyT5SyNy9fQYDh+piqqrSlaHXz9CeZqThHVnqHxg/aMTS4X0uwu2vGT+Jj8q18oeIvGGp+MtSbfI0rOa5y+1S41q73n5txr2T4W/D+C3tF1G9T5v4Fav1TCYSEF7KirIqVqEeee4eAfhuNiXd6n3Ru+YV6TZ2+4eVbJsgXq9NSb7ZuiiGyBf7tRar4gg0W28iIjd3avqKdOFJaHiTqTrPUv6lqltoNngOvn45avNNY8ST61dtHGTu7NWX4g8QSatO6F/pWp4U0l5nXKfL94tWTm5ux0KKgrm74V8Oln+0XONo+Ys1WvEPigqWt7YBYF/hqLxTr0el2n2S3fty1cRHeG4lYk/NVymkuVERg5as0PO86Rn53Vu2EJZN5rM0y13FCU3f7NdZaaWZEzkJFVRTZMn/Ka/wAPfMm8Y6WI03YkXP0rvfGmhy299cXdodqD5nirivAmrWcPjnS7C3IaV5OWX6NXsWowma+cEblI218Rnr/fpQ7H2WSNwptni/8AwlCWqYlyrCq158QEjhl5DKflqz458Opa3cpCfKW5ryPXNPlt5fLDnbn71eFSnJaH1qxat76OyuvF0t1E3luyqw9axra+e4kYyOHI+auV+3SW+1HLt/s1ftbob98aFd1bO7JnjFayOoS8dW/2akSR5JlcJWZbN5ysB8zfSr+msbf7/wA3PFZM4ueUy5Oo8tg4/wCA1huq2tyrgfLn7q1uXMxbdkis+Xy/NzgURZlNHRWOoLJb5A+Yj7tSBpJPm4VazNPmC8Z/3avJcbUxWDLTL9nIfmQkVMlx5aZJGaoQsGXAP1aoLy4ONuTuBpWuaXLU1wrFSoq5FIVdcv8AN/tVjR3Hy81oxzedHvwdy9KlhB6m9Gx2dm43bc1Y8wSIoPyt/dqlBnydv8VXVZI4lfHzfdo5Te5aEx+ZD8vG2ozcFfk2bmP96o0kCwZB+bO75qimmEkqx5+agnmv8I+HzZJm83G3tV9mMa78Bnboq1XikO3BP+zToWKthz8ymqSAvpIrZxxUiSGTcAehqpHsV853K1WIpk+bHy+tXYpGjbMY+E9a2rRi0i5yzL/3zWNDsZVwfmatiGQKMBvlq0h7mhNMMY4pLZi0vzndVEsZHUYq9Cvy8/K1U30NUjRaT5VQD/gVXrNdxrKgkO3HvW1Yfd/2qEymrI04bcKmR95qswxx2+193y96WP7mTVCS8C7wDlq6LnF8R1On3ySFYpcNE42muUu/CKWeoXGXP2PO4c/K1PsLz51/hroLm1/ti1UxvteMhv8AeFdGJpvEYZwhuj53McNf3+qOS1mS2tdJS2BCSt02/erjrXTbizvUuFj89WO7a3pXZ+J7EyToIyZWT+LHT2rS8N2salBefKzJ91RXwEI1FHkmtT51x9443VYZdamQywCBV+XbWPJo8UMrjI2g/errNUjuNW1t3RDBbh9qLj/x6mW+gyao04gjL7Pl6feaul06lNqCic26uc1Z3Tw7xElcvreoXN5qCiQbUjNd1aaPcR3DGWAogPNGqaDBI7ERj5vm+X73+7XRSoWq2ktwTvE9B+DXh+TWtOWQw7lI3BqyPiRp8S+M1jtxt8kLnb/C1e7fAS1trfwmkckYWTG1f7wFee/FrR7b/hJLj7OF3fe2r96vuqGEpwwjh1JrJ+5OJR0H4jSab9nsp3MsCHdtUfMWrr9btYPED28iRSM8g+795q43RPhXe6kYnfCMRu3ele4fDHwzaafA9vLtadPlO771cssPiqahCprBmlJe29w4HwjoP/CF6vFJcR7YJH43D5c1289nBfeMlnGGUgfKtdH478FrrVggtxsaPn5a838J2us2OvL5tuXgU7d30/ir2aVJ00vZ7DqJ05+zkj2G3uJLLV/JYnyHVQu7+9W9jGaxdVs5LqC3mjGJEw1bEJPlJkfNilK3Q96jdXR+RV/IGdwh+Y/3a3vhz4XuPEmoLF57RIH2nae1UPDekpqGqxxTvtVv71d//YcmglLiwlNu4O0Mh+9X5DSgoR03PNhHmfM1oL8SPhmnhfZLEh2x7W3N3WsLwrr1tIj2UsUiOTtG6rmreMtU1aNYr9JL3YceZIemK4XVNQlsb9ZYAG2n72NtO7i1fc0lJQemxu6t4dmhuXuI8pEh2hf71Z+g6pF/aH2dwNxNa9n4mk1TQW814klR9p3HoK4zSLOWTUpZEfcxfhlNdfIpLmLS6xO41WO4huUCl4G3L937y16bpeufZ/Db291Ju/hSRvm/hrH8MeFbjxFZ+ZcALcJhS3rW7ceCdRVJ7YwDytm4MwrWnTa1ijrhzRu0ckmtR3xaIuWiXcoZRWFaeKBb6rBZu7Khfb831r0iTwraWOj2bq6rL9148fMxNc1qPw1e1jgv3G52fdtrflT94nln8R3yfYPuSRld0a4ZasJHZLps4HlurZyrferjH1RLO2WUbun3W9a5LVtWvLiXfGJFVv7tePUxDhV5IkVa0IdDUufCL6lqsgQ7FB3banl0lNFuIxGNrgctWLa+KLtZVEjnzQNpZfvVOLy5a5S4+/nqrUSgpq6Wpzfu5LQ7q58Ixaxp7XhQo7x7tzD5eK8u17S4LOGXyyEburV67rHjK303wv5ccpZXT7i/LsNeB+ItclvGYRudua1leKR1VkofCcdd6S7XbORu5q59oS3t9hwrL0qZptzKcfN3rnvEN4Y367W60vZzrzszkpxnUlaRLNCbht5I21paPcSWNzE6Lux1Vas/DLw7e+Nrz91E32WI7Xf+HNerP8PY7F94C7o/mNa1KE4+6xujPnujktY1A6kqbE3f7Kj7tM0zSUk++g3/AO1XZeHrHT5L2cTgJg+m7NehJ8Lzfc26Db8rBsdVrxqlOpOfITKE2zxeSz8leB8w/WqN1M+3y+dteu6/8M7jTX34f5OvHy1x954X3SRZzydp3D7tbvL6luaQ/Yztc4yGaNeHQs396uz8LyaX5IM+V5+/XM+I9PXS3VMHdmtLTdNi/sdnEm3PTbXHWwztZMiF0z0bw74og8G+JPNjjinSVNkiqfvIf4q9Lu9HPiiCW7jIiSUfIq/N8tfIP/CQXek6rKhxcRL8pVu9ew/DTx1eR6VLPJcyNB8yvEh+WKslhXCFnqbxtIrazotn4fvnjdwk/mM4Zh1qpBr0Gmwz3964t4oPnEjd6sanqEXiSZ9QlXaibt0mfugd6+XPjp8Wvt0x0vTn8qyjO07T9819hlOVvGS9rW0gjNzd+SBF8cfjpceKL17e2cwWYO0LH/F9a8EuLh764z97NRX14byY87q1fD+lvdTIkabmJ2iv0mEI6QhojeMFRV+p1Hw28HtrWrReYm2BDuZsV7vM0XyW0B2RINu2ua0HTx4T0NIx8t5MPn9qr3uuC1jdy+H7V9BRpqjA8OvUlWmbWq68mm27W8GN/dq8+1nXHkmY5+Y1Vu9Ykm3yly2ay42N5cqcbqzqVXL3Ym1Oly+8zZ0DTTqE6u4Lbjur0G6uo/DenqP+Wrj8qoeGdPTTdNa8nH3BuRa5HxLrj310z7+p+7/drRe5Ays6kyK+1Z76+eQ5Zc1a023Mmw87mPFZNhbmQ5r0Hw9o8UcP2y6wqL0Vu9ZwXMzWo+RcpqaTYpYwLcXB2rXP+KvHBVWgt32p/smqnirxYZmaKBwqL/drhv3lwzOa2qVfsQIp0r+9M9G+B99LdfFTQy+WYTMS3/ATX146o1zkn5VNfJvwGtRa/ETTbhv4N/zf8Ar6rtpNsOZPvNli1fEZnf6wlLsfXZdb2b5TmfF+kwagj4jDNmvIvEfgsySM6DCj2r2XUZPMXA+8TxWHqFikjYk+92rCPI9D2+W58/6j4Tkt929NrHo2Ky49P8tupX/Zr3PVNJjm3AgdK5m/8OxSKpjA2/7tYSjYjkvucRYL9nXkn/gVXRM/THy1qT6OGdQIjuU0yfTxDDlOxrjLfulVJnXdnDL/AHqo+c7SO5Qbe22tgWr7MDDZqIwhU2HK5/hqjJkVrJ5yhx8vNakOGRs/L/s1jx2Zjbgn5mrbhhKw7ylZyBPQgeYwq+07fSqBvDJu5+YdWrR1JU+VAKxEYrI23O2mkS27ly3uC2wVtw3Xk7EPzZ6Vl2UKMiu/y46Vq28e51IAo0NjYsrwSbuPlq75ybl/u1lwZU/Ig96uCZNqqn3u9Fh3LZZFiyg+dqhiYtLmQbcU1bpI1+4d3enbvOXcflqbXLWha87a6oB82PvVGkksn4H71MeTj7/+zupyXQj24G5q2SsF7lq2kdZG3mrUai4KgE1Vhbdtb+9WhDiMrxVDb1saVlCI+p3KvyitNLgbdgG1VrHS6RXXNXoZFZs1DZ0U6ci/DNzx96rULSdz1qjHJzsq9Er7cmo2OtKxoWynufvVu6bhm4zXPwZVuTW3pTeXJwetXuTP4TckbybZ65+a4SN2x6VrahceXbYH+8a5eWbc+0ferVs5orU1LaYK3Wur0DUjDL161xEch39q29Om27Tn7td1Go0YYimpR1Ny/wBc0fTdeSDWAYI7khll/hauqsNDttW8QodPcNaum4NH83y1wPjLw6njjwzLZhxFexhmglbsf7teQfD34gfED4U+I2thbPeRRvteJ/mV1r6SGBpVqftacF6H5/iaPs6nIz6b+IOknRbZDBGJT3ZU213nwg8K6evho3EsUbSuGPzdcmvMW+NmmfEKwi0/ULI6TqI/5Zv/ABn/AGau2Pjr/hG9NeNMs0p2iPPUV8zm9R4SSqU4anNQioTfNsX/ABj4bibVJ7awiO4fM7/w7a4jVfCYt9SgknDJhPNPG7aoru/CvxEs9Y1l4rsCBWCrt/8AsqzvipqEWtarFbaXc7lYbH8jvXydDFVa2MUpxKlSiqblEydb8bfZfDSwaPJJBeM+95F+XbXD+HvE2oR6/F/akjXHnP8Aff5m/wC+q9L8BfChtTvXN1I86Kd23Pyiuhm+F9vHqUAitERk+cs3YV+gunVqTg3ojgtN69DufBOoRXlzbxW8Y+zooUyN94tXf2Ph62sruS5QfO5zXlnhO11H+0UjEcdvbwvuCqu1nr2WAlokLDkjmu+veDse5g0qi5mh7DctQLYwxnKxqv4VZBzRiuK7Wx6rinuNA/Kn0g6UtBR+Yo+HGofaGnRCir827FbkPhvU47VrfO/kNufqK9Ff4gaRfW2yAFp0+XdxtxRprSaxMxtkDupr8c5/fPNVOysmcnZ6DZW9sv2sbs/xKOh/2qi1L4Vwakj7BuTG6OTH3q9D1DwPczW73gBRSnzxfw5p0ek3+k6VAAN24fxfdr0OSpZMp009Gjwi5+Csk1y8e7avfbXN6l4Vn8Ezfu3zsPO5a+h4dP1ia3e4IjWWMt8qjqteGfE7UNQadxO+7b1XG2tFUcNGTyRpHonw3+JUEKpHPBErttUrnrXqHifxxZR2MEsAjTem3b96vl74aaONYvUkkP3SrHn5a+qNL+GthqFlkHeyjdtzW1HnkrJnbSlUnDQ88vb6KSLzxgspDhWP3hTJfFxvoZbPy9kCHejMPmWu3l8BwaTNKkkfmpXOal4JOWkt0b5QcVXs5tcrYe/ucTNINQdfKBeJTzurtPCHhO01zzY/K27Y93zeteY3mrXHh27lhKefvO7cvGDXt3wq1KKPQ/7QLok7jdIsn8q4oYSMJ80jGNFVJmTa/A2Nbx7mc/uuzVzXjHT7LQbPyAgV0O0Nj5jXpfi/4hSR2GbMbGPy7VNeO+Krj7dbSzvOX3jO5j0qcRW5HaKJqqnS9yC1PPtc8TJcQtAJfnU7fLauUlUx/OfmU/NWTr10LfUnkQ7tpqv/AMJAZE7rVqhUlaa2MnTnub0NxbLA8khG7+7Xn2t3X2y5bYCyseKv6neNN9w7VavR/gb8I5/G1213cRH7Kn3Nw+9XrYShyP2kjpp07ep7h8BtP07w/wDDO1kSAPcFGZ/dz/erqpdL+2WUrSWy7nT5tv3Vra0DwPZeGbNLbYXUfLt/hrsbfR4lssS2wXcf++q1kuZ3Z3uGh4ppXhOzt7+C6f5WU7XWvbPCs2nR2bGCcSxIOVb7wrivEPw5vZvPltJzBv8A7v3Vrhm8H+JdN80W2qyJw3+8xrhs3O5yLR7HqHi/xRYb3jJDr90L61434i0F5g8sTnYx3bVrzvWLrWfDesv5t48rOeVkNdLaeOLuaySOcq0XQtmvPxlZx9xs5K1ZT93Y4/xL567jsLydq5y31C5VMiQxL911/hruNZ1SzurRwjosq9F9a4htPv8AVJ/s1nbvLL1+WvLck9FI41ZdTI1K6TzsD73+yateCdW1BdXW0tndopjtkj/hIrRg+HOoQkJeQOs7n/vkVb1iay+FPh6d/MEupTDcZP7lfXZZk8sXZ9CK1T2Zzfx5+IkHhfTJdG06fbPIP3zJ8tfIWp6pJeTMS5ZjXQfEHxZLrmpzyyOWYmuPhXzJOfmr9A5IUYKjT2O2hTsuZ7l2wtTNIvy7q9k8AaDHpNm2qXaBcD92rdz61xXgPw6dW1BMjECfM7V3HiDXkVVtIPlijG1Fr0sNTUVzyOTE1OZ8kSXVPET3Fwz5/Wuevb576fk7VX+GqT3RZsD73em8Rqxf71b1KlzGFPkC5kPyAfd/2a6jwZ4fN9dpI/3F61zmn2sl9dqgG7ca9NKp4X0Rc/LK45p0YX94VapZcsSh4y1oQwraQHbEny/LXnnmG4uWWpdY1Q3l05z3q/4Y0WTVLpQi/I3VqJN1J2HTj7OHMzpfB+i+Y3nycRD5ju71Y8UeJlw1vBhVTjatWNb1KPR7BbO3+8vVlrg5GeaZs/MzVu/cVkYwTqPnkRNvmm6Fuea2NK00zN9ypdI0l5nUfdX+9XV2Gmhdsap93q2KunTfxBVq/ZiangCEaXrdlcD5VR+a+iE1INpssn3dp2jdXz/bW5UrHGNrCvT9H1Y3miJFOdso+Ur9O9fOZ3hXJKtHoe1k+JUZumzTTUB9oXPzVV1TUBuwB0rKtdSjjeVOXb+9WXe615kj5O1q+Spydz7NuJcvboyIyAhWrLt43k+VnDYqt/aUbNwdrinQ3yRhifvfersUjCT/AJS0kO1snG4naP8AZqrf2YUMExz/ABVXOoBZuCWY/NUY1Aq7I578VhN66E6sr7RGjIn3fu1XlteF5Hyn/vqrrybew560x4Rsb5/m7Vi2O2hnQ/NIwx8w/hrctbctC2Mf7q1jXDfZzv8Af+Gr1ncHbvD7c/8Aj1ZNPcSK10p+0qdh/utzSQ28ecgH5varEmWnYk/L2pomTeo5qwS1JbaOPfgpxn71XCqLtKfLj+Gmbk8rtuqWGMeTy1SjoaQ+Obb0/iqWO4+bhA1VyqMihX2+m2lj8iMtz81aoysTuybMoKgS4kV8v8q/3ahnug3eoPtXLc/LVIu5f+8yHedtWFuPLG/ZurPhzMeBVuHT3uEYSuVT/ZqrXFr9k1bC4S6VSPvd61UmEJ67mrGhWLT0WONdtXLO1uJuWO1c/pUtnXTpmvB++deK17aPt/FVW1teVxxxV2FfLH95qyOxIuRQhRnPzVcjjfbk1FbKNvz/ADfxVMzDsetDJJU+XrWpaTCNcj5qxvurUyagirjPy1aEzT1DUNwfmsVbhfvk1R1PVo1Vjn9awJvEUcZ5k+WqtzGDaR2dtdD77kDmr8OtQW8eXcL+NeTan4+hs0VBIOfeuG1v4jXF0/lwOdpO0/nXr4XDTqM8fF4unSR9C3vxStdPLJHKjv8A3VPzVzyfEhL7VGvAifaH++1fPp1adpmd3+Yn1q/Y68YXwDur6/DUvZLQ+OxWIdZn0emuaZ4mdftCCKdfuSr8rCur0HVBNd/2ZfPulwPJl+9uWvnLQfEW6ZIw/wA2ea9OS4kumsL2B/nhblq6a2FhjKcqczynOzPV7nwnf30rS2UBVV+V2b5ax4LHUbHxdFbTz+Vu+Vdvavd/hF4gsvFGiIjxRm6TCyJ/ePrXP/Ezw7Zw+N9LWMr9oaTfIqfwrX5/hcrlRxD51sbVNIppno3w2hj0/wAqL51ik/il+87V6P8A2fb9fKTJ9q5GKxk0/TLKdEMtx8v3ugFdnBJ50KP6jtX0Nbo0exhEuXkZxaXDWfi0+ZCEhPyRtXdDkCqV3pkF5Ikjrlk+6fSriKFVQOlY1J81jooU3TumPooorM6wooooA/LnUpLSaaCOAhWfp5b1778G9BFr5DyyB8+9fPOv6X/YfiWARpt2SDd/dr3vwZ4ugXZHkIQPuIK/HZ0WrWOClqz3i+htvsbxZG4p/DXA699st/Ktkj82BTkM1NTxFBfIwEjJx/y0erN/ff8AEuV1Bnx8u5e1ezTsoWkd7RYe6sLPSU80hWcc8fxV87eNvCP/AAk2pSvaHcm772K9mCvqwxO4VMNjb/A1YNrNDo9xLESGweJMfxVDpr4jGpD2lkeH+D/Cs/h/xC1vODsfd8vvX0D4a8SHQ7JIb+4ZlT+NRu49K4bx3pput17ZxheQz812/hDw6mueHbeW55WPq1a2WnL1Ippwbgjo/EOpR3mlrcQSFmUbtv8AEapeDLoao8tleg7ZY3b5awdRa50e/ijgGbcH52buKjs9aj+3bLOQ7+zONpBov9nqjpUvePOfidoYh1hHgjKpu5WmXupSeH9Jge3fbE49e9dlf6fJqGvb7mMy7zz/AHa1Nb+FtnNpHnp+93RlxztUe1YVW1a/UwqKab5Dzzw7qkuraRcmUfcPDNXkXj3xtKrvZ27hWHyvt/vV1+seNovBun3WnIoabJwvrXjE2++uHnlfc7nd0r0aOHUlzSGleK5tyqY5LjmQ7mNH2XaOKeimPjNOnk+RsD5q67a8pqynplqL7WLe2f8A1TyKr/8AfVfcPhPWNE+HvhSCIGKKVEGK8H+D/wAMUuoLfVLtOr79rDtXuc3gGy1LdBISvG5GqKl2+VMFeLdjQl+KWntdQXD3EUqqFYxxn7zV1V98VLCYxeWhltyA3mqO9fPfjTwnH4bvYHim/dZ+Rc/Ktc3N4su9NZBHclv4f96vNrVXTnYzddp8rR9EeK/jBFax+VAQzdlrx3xF8btX0+4cvFGyNuwrfw1xv9pXmpTK7yeUmdu5u9ZWseD9c1yZjEm5E+/IxrKzrfCZVKs5fAZPiTxhe+Krx5JEC5P8Ip1lql3a2qh8/wC61bnh3w6ljZS292gW6Trx1rJ1m1kuJ1iiwuTXBVpLX2x5vLZ3my5pN4ZnWS4w27+FRXonwi8QadpfjFRe2rtazR7DJ/crh9E8LyTbDISyOdo21seIdUttLSDTLTC3WP30i9hVZbk/9pYnkh8HfsZ1Ksaep1nxT8aadcazcS6YNllB8vmN/Ga+MPjH48l1K/nQS7lYt8ua9P8Aid4uS10z7NEdqpXyt4q1Y3k7nf8AMSa/aadGngMPGhR6GOHpyrVPaSMO6uDcTuf9qtPRtPkup0jjBZ3O0LWVaRtJIteqeB9Hj0mxfVbkfMvywr71z0o88z160/ZwNzbF4R0RbOMj7RKN0zL/AOg1yVxeGZ2PNO1XVHvrhnLnbmqcDGZ8Y+Wu+ck3yx2OCNKy5pGlZr5nOO33qikZ7qbYAatHFrDsH8VXvDOkyaheqm3g/wAVaRXM+UTmlqdX4G0cQp9ruB8qfN81Y3j3xJ50rxxncq/3a6PxTqieH9LW2jI3Y215LK0uoXTAZbca2qS9muSJhShzy9oy7pdvJqlygA3Z616rp1nH4d0jp+9Yc+1ZHgjw+YY/NeMcVZ8T6huPlplq1ox5F7xlVq+0nyrY5rVNSN1cd/vc1c0TRXum3v8AcpNK0s3kmT9371dtp9mIYMBNvFaqnd3IqVLaRG2unpHsRBWva6eV/rU+naX5iK5+7WlJ5dnHvfG6ulHG2MjjjtU3viqWoeKPsqbo3C87etY+ueIBnCPubHC1zLNLdOufmVjWdSCqx5JGtOThJTOvh8VGQymNiy7f++qrP4mikdxjayjcdxqHw/pIYvJKdsSDca5jxjrSNeYgQJj+JR/DXzOIyeGs6bPpsNmrb5JI6WPWoGXeD8392mvrX2hN+Plb+Fa80XXJI+d/zDpV5tQu44snOxvmDL92vAqYSpTeqPXWKU9jvYNUO5i+d1WTqQ8xHJ+UdOfmrzWDxQVlUPJhm+Xb6U7/AITAKigv/wB81g6LN3WPRrnWhvYoR0plnqm6Xkn2bNecr4qjk3EZZmqxZ68+3HPzVDosPbHol5qkao5wG/GooNQMm1MbeK5ewvkmOJc7f/Zq0ftQxkOFasnTZaqHS28nnbiT92rUXlscg/NWDZ3xZF4rQ+1J8wJ/2vlqXTZqqiNMzBn2D5mWrUUm2PD4VTWJFdJv4f60TatDbp80g/4FVKmLnNl5kXoPu/xVQmvk+Y1g3XiSNl4csv8As1Si1ZJkxk7s/d/vVfs2i1LmOh+0bl4P3qtQqZGX+792sOC6PynG3/eq/HqCQp8n7xm/hWpn7p0wjdnSWaiPcQfu1ZS+MnyRj/gdYNhHPdPmVykf91a6aysdqLtHyg1i2dsIF+wsxuzJ87H+Jq2o49vCVWtrfcq4Fa8FqFTk/NWdzX7RNbRlRya0bW3G/j7tV4/LjjXNLLqUduOoWqtdA5luVdtyp39Bt202S8j3YzXNah4qihLjIX0rldV8dCPgH5vu9a1hBmbnynfXmvRW6qhI9mrnNS8ZQwsQhDeleY6x405YvJt5rlNS8aH5niztzt3NXfTwlSfQ8+rjqdPc9Q1XxduRj5m1fvGuG1v4gBVZLf8Aet9a87v/ABNPcbhJIzbutUU1AzRMQdte5RwEYe9I+er5jUmuWB0tz4glurlZXkLMp4WmfbCw3g8sea52Kbcev/AqspcFeletDlirRPEnzS1kbyag+/JfatalndP8gjPzH9a5OFjJx6GtjTrgrOvXbiu2DOOSPQfD159nfJIV++2vQtB8VPGqxg8fzrx21uJFCuPl/wB7vXV6Qt1cBCp2r2rtTscU4n0f8OPH134d1hJYpCqsdu5a9e0K6vNU8f2ckuxrWV93mY3Mf+BV8p6JrI0+PYZC+3+HPSvpX9nfxNbeKtQt7KU7LqF9yK7fNXBi6aa5zSmrtRPrDVLWSXQ5Irf5X8vatVvCE4fSkiLFnhJU5raC/uwvtiqWl6OmmNL5Z+WT5j9a+e5lytH0qptVFNdjUooorI7AooooAKQsFpajeJWZSeo6UCZ8G+LPCtvY37SzpGyE5O4/NXFXU13Z3yfYHLbzw2O1eufEiGPWLxreCI7weGU9quy+D7O10CJ8RrOsS/M1fksK6suY5qdJyTkebWOrXa3MDmUq2fnVq+lPD2i2194NiuJv9aybjXyxfzSx+KEeSMGIPz/tV9RaZq2map4Zgjtrn5mQZVT8u6oxda1rOxXO/hZz0enwLBKI/l3E965zTPDf9palL5pL7Qf3TGt68t5YUdEB+Rtq1ztnHf6fdTy87M8M1d1GrDkvc3TWgzxZHaWemy2jxRy7vlTyux/2q57wt46Og6e1mTJvbcnkN3/3aXWdaKyziUwxK/zbv7tc3ojRalebyN7I/ErV0aXUmSvjujuE1CXVNLaSW3dpVO4Nn5Wrlry4l/tVXiJ+Y7dy9q9BvryDRdFYYRuOGWszwfoNn4gV53J+ct8v3a1UEvf7mriVby+uY9NiucHz4+j4+Wr+kalc6pok9xeSFEG75F+7Sarpv2FJ7J5D5TfMOa8s+KXj5dD0f7FaSvFcEbCqd1/2qhUnUnZis73Z5B8SdSjuvEtx5A+QHbXLrlVz96plzdOxOW3HlmqUKihlPzV7Hwk20Mqa42lc1oeGrUa1r9rbkfIrbnX/AGayr6EeYxz935q9i+AHw7k8QTPfyIyKD+7bH3mqJaRuQz13w9qFno+jfZ0HmxKiuWXtV3VfF0duLO/tfMVCPn/u1y+p+D7zSdYuMk8jaVb7tdDpumxN4PY3I2uOnH8NcK1dhxnKWljgPFUd74u1B9nmIifMPeuK8TaPLo91Esifvdyru/vV67pmpWTb5IJInlQcRSVwnjnUE8QavF5AGxCvyr83zVySUJXMJx0v1Nm28I3DeFVvHiWJmHEf9ab4V8df2Wn2a5shcb/kLOdoz6+9e0+G9Pj8TeA4jboF3x7JuNzBq8t8Y+A/7J0+VNg2r0asqtKcEp0gmnSacDl/EWrW0NzKcRrO/wA3y/d2+lcEjXLX/nmM7GPHvU0Wk3H9oMD5jr90e1dL4iuIfC/h9LkwBpfupu/vUqFGeY144aW7PKq1+fUL3xBF4V0pzHJuvXTiL0rzufUnjVpJZN0853uzGstNSl1Cd7i5kLM3zVg67rSRx3E+fuhsV+yYDAUcso+zor1PLbdSRwfxP8ULcXUqIdyjp714zczG4nK+9dB4u1g3Vy6A96x9I0976dRs3ZPzVyVpOpM+ioRVOGpveCvD8mrX8UePkX5nbHy7a7LxNqyKEtrc7YIRtFT28MfhHRvIGPtkw3O390VxeoXjzOx/vH1rot7JW6mCbrz5uiCWYzSYFbOmwhRk1kabbmSRc11EVv5dvxTpxv7w6s4rQg2vcOiD5ueK9K8MaeND0t7iX77iud8I+H/tl2ssn3UO41e8c+IBCn2W3fbt+SvQprkXOzy6j9o+RHIeLNUfUr+TBztO2rvhbRfMkQkbqxbG3N1cZ+8xNep+EtHTTbH7TONvHG6opR9pPmZvVkoQ5EX724TRdNVP48c1wzyS6hdEg961vEOqHUpWRK0fDei7YvtEg2r23V2v32cKfIi/o+nixtvMk+8w4Wt7TdPlujn+GoLTT21KReDsHtXQz3EGj2YxjcK3+ExbuJPNHY2zcD5K4nWNaMjvg/L2Wma3r0l47BDtWsa3s5Lh/MfO2peuwoQ6sZEsl1Oxx97+Kt/StLMjqB826oLWxRdrgfLXT6dD9htHu5Pl3fcWqSE5GX4o1SPRdN+xxENK3zPtryXUrgyOxc/M3zGuq8T6kJJ3P3mriLxpJnx91fvVzVWd+Gj9plOLLTKB36LXqvhjS4pNK8uePfkbq820q3865SNAd+ea9a0SYQosX3W2bayjTjL4ka16rj8DOc1vwjF9naSDY3+z/FXKz6Wlqzb0Ct9K7+8uBbo8cny7T+dctqs3mOzbO9efWy+nPWGhth8bU2nqc+PIXog3L/eq5bX0WxRis6+Y4bHrWNdXUkYVw5Va8arg5092exTxKmduNQWP7uFWp01qBlUSSCPb715RdaxcSPxKyJ25qk91LIuwyFse9YewOr2h7A/xAsLOJt9wrc/dqkfihbKzeWN7f9815BI27qKaG5/u0ewQe0Z6yfH1zdNlSE/3TUaa9PM37x3Zq8xjmeM5RzVqHWLiPbiQ/nUui+hqqq+0emx6hIxXgtWpZtPJtIG3n+KvMofFFzCuCRxWvY+PJIWXKbvWsZUqnQ6Kdamup6nYwyTH945bH8NdFpscccq7O1eVW3xEijClwfmrcsPiRZwjOGZq5JUaj6HfTxNKPU9fs1+7/CtdHYMI4sGvED8YraE4jiZsfw1G/wAdDGMRwP8A72an6rVfQ0eMpR6n0PDdJGM7wtE3iCK3Vd8g/wCBGvmS4+NWpzbvLVEX/vqsO8+JWr3jsJLg/wCztraGBqPcylmNJbH1BqfxAtLfjzRx71w2vfFqGNcJOGb/AGa+fbjXr6+3PLPI6t/eNQm4fdkn3rvp4BL4jgqZlOXwI9W1L4mCRcjL8H73auWuvGl2zt+825P8Ncqlx524v8v9ab97b9a9GGHpw2PLq4qrU3Zs3OrSzN/rdxb+LNV/thYeW5PFUtxXg/LSiTajH73G35q617pxv3viJU/izUqMVXINV1mPcU5fvfN92tOYlstRNucn7v8As1aiXuM7aorJt6n6VatWeb7mWb7tXEykX0wrcZ3Vp6UxmcAfw1WsLFN37+T5v7takEf2e4UR42n+KuxM5JNHRaasezL53/3c1tWV9IvyE7Y+zVykV15bsCfmb+Kr9vfbkYOT8vSuhM5WjvoNS8tMj5mYba7LwF48udB1e3u7eUwXEJBDL/FXlGn3HnBiD/wGtzT7jy+V+9XRyKceWRlzOL5j9VfhF8TrL4m+GYryFgt7EAlzCDyrev0rvFIIr8yPg18XdU+HXiW11C3Jkgztngz8sqdxX6LeCPG+m+O9Cg1TTpQ8cg+ZP4oz6Gvl8VhpUJ36H0mFxCrw13OkopN1LXEd4UUUUAFFFFAHxZBrkcl+xcfMP/Hai1rxdHdXcVoH3fJ6Vo6l4NkbWJ4o0+lchrPhu50u/wDNcDjpX466KT9054VXBcpcvvCJvHiuVG6XG88V6H4X8OmOwh8uMyysm7Z91d1cR4V8QXcmpRW8+PIQben3q9l0KzmWBbvG6JBu+WuKtUkqipzRcop++cfNrEuj6lb/AGgDY52On92rut30C205iiVkYbgrfex/erzH4weILuaWX+z4imw/xCuN8KeKr3XNlteSvBexps3M+1XWt40anMqnQVOaWh2Wq6Lb+JoHNs4bafnVf4a43UGuPCqfZo4t6t0k/ixXTRaXL4Z1X7bZS70b76x/MprYhhs9cdnkQeaPvq38VfVU7SSU1dHQkn6nO2msXviywii8v50dUfj7y17N4Q0Oy0nRY1dwsud3WuZ0TQ7axgz5A68bayfFd9qkdm01tIYIIjuEa98etbfD7qNrNayIvidq39j2ctyj7lGa+Tdd1S417Upbic7ueK6/4kfEjUdenaykl/cIedo2qxriIFLckV1x8zGTT2CJQqtj8aLqPy7beaJf3LY+9VW5aW8220AMrudqqtCu2Rc3vhp4Hk8ca6qSfLax/f8Af/Zr7p+GvgO08O6MlpEERlG4ba8l+Cvwtn0nw2lwlv5sso3Pu+8Gr1G2vtU0GwxPEWZD972rirym3psNK25n+PFisbhohAGlc8tXB+PdSl03QWgtIwzSptG2uuvNWe+uftFzGHdSuUb+7VdY7PXNSe3uIhFsPG77tea6rgm7Cb090+V7/VLyOby9pifPLZ210OlW/wBjRJ5ELrIN3y1658S/hHAsKyWsA+dfkkSvBdetdT0eVYRdsqxn7ufu1lFKcVUR50nOD1R9QfC66Gg2KzxXO23k+YxSH/0KmfE7XLCazl2BFVxuDKdy7q8Dl+KE8mifY/LCSlNruh27qj8PapLqlnLDJcMyodwVju4op15Sk4lyxScbWLUOrRKzyOmxQfv/AMNec/GnxZ9sns7OJ/lA3Fc03xp4kebUItMtjtgidfNk/vGuA8Z3Rutfck/Knyiv0zJsphhFGtP43+B4M5841tSMMDkfexXIeLdUez0T5z80vzVqXkw8ny8lWY1578QtY3MsIO5UG0V9DWlyJmtClzzOJnY6hetjLLmvS/A2gwabaf2jdj5E+YK38RrkfBuhvqF4iBC2TuP+yK7nxLqSW8a2VvhYIhtG3+Jq4qKt77PSryb/AHaMXXtUN5cSu53FjWAmZplFPvJPMO0fdq7o9iZnUgUO85miShE29C00s6j/ANCroEtzdXKQRD/vmmwxjT7VRj969df4Y0kafZS39x97tu7V6lOmkjyKlXmY3UrqPwvpPkJhblxy1ebXM0l9KxPzZOa1fEurPq14yg7vnqXw/oMt5OkUY3Mx5/2al3qOyLivZrmZseCfDYvHWST5UT5q6bXtQDL5ER+UDbV2ZU8P6Utug2y1i2Gnm+ufNlfav3q6oR5VZHFKTm7si0PRTeT+bMNqLXYWljJdTJbx/dXr7U3T7PzGW3jT5R/FW7c3EGg2eAd0uPnrfRGV7kV1eQaHa7I8b8Vwmq65JqD9aTWdYN5McE/NVWxsRIvTd/tVLdxpW1YRW/2irsUJjby0+dm/hp7xpCmxBt3fxVp6bb7dhA3yvwKuHwibZb0zT/MdQ4KqOtVfFWqeXD5SfKi1sX8g0228pG+dhudq8+17UDMzR52rnmqM4JtnJ6hJ5kjk1h3TSdOq1r3nltuAP/Aqz1jeSbA+Za4qh7NN8sTZ8N2vl/vSPun+KuugZ1bJO3dWBp0ZVUB/75rfhj3I3zbeK2gtLHn1JXdytrUj3ESEf61f1rmLy6k+ZMbvWtnUJpPMXj7rVkX2y4fj5H7r/eriqNpnRSRjzR7txPyhutZV9DHIVQfw1r30ZjTB+XmsmduWKVyzal8R6NNGLdaaW3EfdFZc1nIr8ArXSbvMLp/wKq7sJl5/hrgqRX2TtUmc59m9qi8k7+R0rc2orNgVVkURnH96sLGqkZ7Q7enel8urT4/9lqH7x4pF3I+WFSJR91sUv8dOwEqyHb1+WrMdwf4yapr1wPu09ZN3BHSqsQ3cvLIVbINP87a9UDNzjNPeTdWnwkF5ZNwyD/wGjzN27PpVNJPLOD8tTpjY2fm3fxUwLCzfIo/u/NUvmGbcSPlaq4UdKmSQrCqZ77ttWSyyvyqx/u1Lu9PlqqretDSbu9UmTa5N5hZ/9mpG+Xj+9VaFuOKtW9u8yqQN3+1WiExyRlupqU5ZsDNSw2qKuH+9mr6eQq/uwN1aGDmVYbd1278r/vVrWmyFv3fy1FzJ1x7VbhhRU6bq0iZNlmP7v96rCXHyrzVAzGNMfw1E90Fb+61b3sYNG4kwkCkNuq1BIcrH97+KueguHb7lalpqBhdVZN2eu6uiMjJxOt09vs+0j0+7W3a3QZdowr1y8N4rbdj7v9mtSzuArrk/8Brsgziludhp+pSRyIcbWr1r4T/GnVvhlrkVzbTtLZsR59sx+WUV4Vb3knzddrdK07S8OSjv16U5041Y8sx06jpPmifrT4E8daX8QPD9vqulzCSKRRvTPzRt/dNdKPu1+Z3wR+N+pfC7xBEyytJYvxNAx+RxX6IeCvHGl+PNDh1LTJ0licfMmfmRvQ18ticNLDysz6fDYlV15nR0UgOaWuM7RvakZqVutc3qDXcNzgOfmPHNVGPMZVJ8qOOTRY5LxpcfdrB8R+EYdUn5jC7h/CK9ChtfLjz/ABVlXLHzHOzcua/JXFt3IVup87a74d/sm/c7BuQ8fw10Hh34pf2PoktnKCyj5UZRurtfGHg8aorybdu7+7XCp4Hit4ZYpPmV/wDZ/iqZUI1n+8Li7e6U/tln4mmn80DdIPSucn+FqNfK8B2q38UfpXXx6Onh1lnjA5G08UJrhYPj5ZU+bb6104ah9Wbs7l2gX9E0O2sdM8u4cM4Tjd/FXOw6bbyXrmOVYkx/31VnVobi+hWeGeTa45X7u2suH7RaxMHfa3Zq9RVexunFm+NQt7eL7HgtL/s1xXxd8ZQaD4baBNn2iQbUWqWp+MoNBkeeR3ecJtMa/eP/AAKvCvGvia88WatLcTk7N3yL6CtaMfaPnYSqKxyVy32q7Z3J3E7j9avxx7Y/7zYqo0e181N9o8uFiTXoW1Muhm38wXjO1q7j4D6HHqXjG3nu498CbvlrzWa4+2XWPvV6x4BvotL0pJY8rcRHhk/9mrlrScFoC7n2DaahZ2awJZmWJo9qvs+7XUareR/2dtnRWQjhq8W+H/igXGjteEjz++6u3OtS65pSkRDan3m/hNfPwrzdS0ilK7NbSNN0vVI5fP2bSf4TXK/EWSw8Ouk8Xl7vr96mS6feXStBbnY2Nw2/exXG+O/BuqLYeZPJJOv3gsh7eldV+a+plJ6aFrTfiJZX1tdWdxOIEA3I2/dh/wDarwf4i+IJNU1l3gEMsCDbuQffrpbnw/JpdlK+Njkcqw3ZriP7Pl+YzwSLzwzD5a5V7t9TgqVrqxjuqMizEbuOVzyK0Uujoeiz3sZ2s48pPeoJbM3VykSZ2n+KuU+J/jC00+3g0yJx+5H3VPevpcjwKr1vbT2R51Wf2YnIa/rBjlijSQtK8wy3/AqyvEt5u1GX5/mB5rCfVPtWuWZLbl8wZp2t3Aa9lPPWv0yU7/CYxpWsmI94cNI53KBXmWr3D6lqrEDvXW63qBtbCQD5WaqPw/0FNQvZb+5X/R4vmP8Ate1cVX32kehS/dwc2dVo1qnhfw/9okG26uRx/siuUvbp7qVie1aXiHVpNSu22HbEnyotYe07OT81RJ/YiVSj9qRGsfnS7B6133hnSxbw+bInyoN3TvXL+HdLe+u12IW5rvrmEs8GnwAs/fbXTQh1McRPTkRa8PafJrGptI42wJ8xarvjLXI44WtYD8v9K23t4/DujJEP9ay/Oy+tcDe4uLrL5Zq9DoeZBXfkUrOze4mXYK9a8L6Omj6d9olA81hxWJ4M8OiRxK4+RPm6V1epXAbbgbYkHG2qpx5UFWfPsYd/m+uV8xDVyzt/m8uOP73yrUcMcl1Ns9eldZDDBoNp58u0y44Vq2Oew0SW/h3TWeQjz26V59retS6hKwztVjU/iDXJNSuXIIb/AIFWZYWMk3J+9/tUFpJCWln9onyMt610nkwWdpn+KnWdnFZw5JG6qd5cC8n2cNtqkiL3YW8fmTbz93PFdLptqlrC93L8rY/drVLQtPE0yuQViT71TapqRupcJ8kSfLtqzNmRr18GO/f8392uNv8A5k+c7mrb1CRrq5xjaq1k6jH5cTHP7upNY6HOXEYZmAG3ii2tz98YX8adL+8mb+7TxnYoA2rWNru52X0LtnJ+9VxllrZimfbvFYcK+Xsx92tSGT5c52t2qmc9rsLpX8rJG1jWJeWfncplWWt3zvMCh/mqrdYUMOi1yySe5rBuBzFzfGNmjuE3L90VkTKm7MJDr94q1ampSCYkEBlFYbQ+WxMZKt/dry6sbHq0/wCYoyySL1T5iaqyXBjXoPer0l4Y1bzU3VQuY4pOh2sfmrmZ1Igab5FJ/iqq0w8z+9mrE1i+z5DuqqbV42yQaho2QPMN7Y/nTPM3UGF1bOD/ALtHkleaLDHN/wB80fiKaIznpTxH3FWQJu+VcUu2pdvA+WpFh74pWAjEf3TUiRnOalRfcU9F5phcYse773NSqu3gfdpdu4YxtqRYzIvTtVWJuNDbWp5bbQtu8jZHyrUsVuOrnJpkEXmGR6ljhdjkgqrVI3lru2Cn7nbb81AFqOGJUyDu4qWOaSNFCDapqCPa1WYc7uapGbJVY5yR/wACq7CwbsKiRRs5Bp64ZeM8VujFstcL0/h/hqdZtqcja9Z0TFXGTVxpkYN/DV3MmNnuBjNVS3mNyDTOWduKPM2nkbarmLRdT5dpB/4DV6zuh0I3VkrI8h6itK2ZF4IraG5lLzOgsIdzKcj+9XQW15Gu3jdXL22ZHXHy5962bNtq4IHFehFnBUOkt77cFAA+X5qvQ3W52OBWFE3pV6HG9eT710JnObUd4ZEYd/4a9r/Z5+NVz8OvEkIkmc2UpCTQMeCK8PSMSKhzVlFdX3j5mH8X96s6lNVlySNaVR053ifrt4Y8Saf4s0mHUdOmEtvIPxHsa2Otfn/+zh+0E3g7U4rC8kLWsvyPGx+97j3r7z0jV7bW9PhvLSQSwTDcrLXytai6MrM+ooV1WXmX6rzWsc331DVNuqvfSsls5T71cy3OiVramOq+ZCo9arXVmkMDE4/vVoWeGtkcfMuKrXEP2wMBhlr84cbI2cDlpphcPsRNy1yviCzeMKQnzZ/hr0T+zY7dWH3Wqje6OLiNiB93+GuHVPU5HFx9486urVLq1UOnzY/irEm8Ii+VJI/3TL8pZa9Nj0FJi2Uqnf6a+nwsgTdk8VqptIlTb3PLrzOh7reWTdFWJ4hug1qpiePdjdXear4Zl1JJXcdq8i+Ivl+G9NY7wsq/3q7qfv2SOmNRWPHfiBrUl1dmJCFAPP8AeriDu7fdq/qmoHUJ3lkPzMaoJJwxP3a9ynSUIGZWuJOxG2qF6xaJgDU9xMZpWAqK3s7jULvyIkLt3qKj5UUd/wDDT4WweIrBpzh5W+Z9x6V2Nh8N47NGg37VY/JuNcbZaprHw/gguIhuVBuK46il0n49JqWtPFdkwbhwzDcoYfwrXMqjlFtK5acNup1epLL4PgeJ5CqP8w5+U16B8KfiFLqln5ccS/Im1/8AGuc1Lwe/j7Qo7yDLRTR70b7yil+DOmv4V1W8srsZaUfI3uK86rCnUjfqTtKx9BaA0d5C0qlIJx0Z6PEbI1gplVJ07/3a5mz8WW+i6g8N4gSB+jN/DXI/E/4hWFvaz20VxuZxuHlPu218/UpS9paJzuXK2VvENxpzalFFLiCIHf5chHSsPxt/Y9xbxx6e6Ttjduj+7j0rxi5+IFxcXP2S5lLW5P8ArGHzV1k2tWlvBAbECdpAqhVrsWGnNx7mDqU2cx8RdetfBvhue8jISdx5Uf8A8VXxvrfiCfUtTlkklLsT617H+0V4sOoaulknyxWybSuf4q+f45PMu1Oe9fqGCw/1XDql1MaME7zOy8Osf7StXY/Ln+Kr2sXRkvpc/czxWTpMgXUrWPP3jUutzbZXP92vZT9whq9Qw9WZ9UvEtoMs7naNtdbcsmj6MmnxfLj7/u1UfC2ni1tZdVl+8flh3fzqpqlwZDnOd1CXIrsp+87LYoM25uaVo/OuEiSmRdM/erpvB+i+dM15cf6hPm+aohFzZUpciub2k2Meg6Us7/61xxXW+DtBMKPql6PmIPlq1Yej2L+LtaUY2WcPWuv8R3X2eNba3G1IxtFetThyI8eo29O5zviTVjcS7B8247apaHo8uoXqpsLUyOGSSbZ952P/AHzXoPhXTRpNl58nyuelXa7BvkXKaSQppdlHBGNrEc1QkU3CbAA2f4anlme8myo+WtnStLjs4ftEoC8bvmrf4TluGnafFpdp9ruMblG4K1cd4n1yTUJmP3V+6KueIdaN5MyZ+RflG2sS3tTeTb8bVpjWhVs7F7qbBA6810sNqtvGowVxTYbeO3HA5pl5ceTFwP8Aa61S0FMh1O+2u0cVQaZZmaRfk/etUVlCZpt7/NurrtMt47W3e4IHyjiquQF1cR6TZLbp/rX61y+oXTxxMM/Mf++qtX919onMjuNq1g3lwGuV3vuXNDY0mEkYj3Ox+Y9azb/Mif7LdFrSbEnz5LLn0qlcQq24b/r/ALNSmWmYf2UxtkD5qWTZhR/F32irxX5Pk+7/ALVVTHt3Z+bJqbI6b3REJOVAFXzJuROKo+Xtl4xtqzHJxiixLLD3G0YI+Wqt1NtTkD2209pBtdKz5mkjbI/h/vVxVPdNErmJf53Ngbd1Yck3LAj73FdNOqTP+8HzH+7VC50tG+7hVrikuY9CnO2jOZnbbu5/76rOl+b/AGa6OfS025/hqrLp4X/lnXM6bOxTRi+ZIu356R7p/TdWm+mhv4ajex8sf3qysXzxKq3AZcFOacPKkWrH2Ubc420n2PczYFKwXGrbxsm4Ebt1OW1TcvNN+xndwDUosX9TTBsb9nTLfP0pyW6bSN9Sppu1fnenpaxxnPWixNyGOGJuADtqxHGilf3f3aGuBH8oApjTPhferES7vvcbaa0x29BuqJ8seM05I3bdQALIVGM09Iyzc09LX5uRU+3a2M0AReXtHNPSPd0NTDDLxU3lhfSgm4kcI3rzVlFCrUSKGPFShvL/ANqtEiG7kom4GD8tORj9/dVOVip4P3qPtG1ck1oZ2LPnDzWz96o/MeZt9QrJ5j5NShvLXP8A47VBYm8zbyfu0PiQ4/vdKY8wkXoKP4ciqRJcixHtwO1WrT5nYk9qoLINtWIpApXH41pciSNuG68tNiZ/4FWrYSPtXJ3LWBbzIu0IRu/2q1LSQxtnd/31XbBnI0dXbsPJ+T71XIZvkw4+asG1vgrff281t295Gx2HC/7VdkGrHG0y7b3T/KQflXqtakN0GC/w+tZcWxecVbReMr/3zWhnqXyzxzpcQOVcHcNtfW/7MX7Qa2ATS9RkLW7kLIrHmNvUV8jwt8u//wAdq3pt9c6LdJeWx2sOvNcteiq0NToo1XSnc/X2C4juYVkjZZInGVZTkMKeUEgINfLf7M/7QEN9p8Gl6pcBYT8sbuf9Wf7v0r6Zn1WGO3MsZ83jI2c18tOk4SsfUU60KkLmH4WuPtnh2CUkMrpmuZu/G0Gk6r9nd/vHjbWPqvxAg8B+HLOzkAZ9mzdnvXjr+Plutb3yPuiO7HIr8tqVLwSR2VJ8j5T6UGuJeW4nBG09P9qrNmz3EbHlVrxTQvFXmCAR5WBuqs/zV7JoWoQSWCGNw3FcKq3fvGXxk8dv5cxwKW508XHJHy0faAtyr5+VhWhHjbk9K2TTdgUdDk9fhi0WwluHwqKGb9K+EvjN4wOva9PBFKZIo3bvX1B+038T4fDvh97GBo2uJhtHzdK+GLm6e6med33M53H3avocDR+2Yvf3SvcKd9Vribaqj73+zUksxY4qrNIN3+1XrSGh+nRpNNsOWYnjbXpfw60e30vWYrm9j3RONp3Vx/gjRZdQ1iKTy28ju2K9J8TW/wDZ9oqD5cdK8XFe+3TiwdTQv+NrrStSR7SCSNfvKn+zXlmjfDaK+1mV5B8inIbHWllupFdv4m7/AO0tejeBbqOMQJJINpFcMJzw8OUhTUzt/CviZ/hno7afcgXWlyDiPHzL/utXM3mqS3GtJqdhFIlvncN4+bbW94muLa6+xWnmqyu67f71d/YeDxa6PbxukTq/90fMFrkVovnluwcnsjmn0n/hKtHW8PEijnb96vBvHum3Gl3s5fzHRvmLNX1l4F8MpHcTxSkrHll2t91q85+PnhW3ZnS3TdOiHO0fK1EP4nI/kc9S7Vz5KWx+0X3mg7kHVa7PRbc6LYXGoXBPkQxlo93rVCw8M39nqjSuNtqPmfcPlZf7tUvi34m+w+G/s6HZvHCrX2eUYF1J+1nsjzqs9oHzT8R9YfVNXupyfmeQtXF6a265XPzVreIrjzHc/wB47qyNIw1wx9B96vppO8z1KatTNzTro/29Z8962Z7WTVNVS3QffP8A47XOaPJu16D+6p+9XdWeLFZ7zG6V/lRq3p63OerpaxU1yYQlLOI/uIxtFc5PI8j7Aat3lwWLkncxqGztTcS52febaKp6scVyK7JtJ0mTUrtIIx948tXeTRjbBpdkCyqdpZe7VXs7FPDem4cf6ZN8x9lrtfAHh828D6pcR/MT8isK7aVOx59erfc1tO0+Hwronlj5bhxudq5LUtSLM38O/wDhrb8Tap5juN/zVjaJob6teLkMy55b0rqONXerNDwxorXTrcNlYl/irrbqQzMsUfyoo4WkeOOxtlt4MKq9au6LpZm/eSfc+8WarSsZN8xLo2m7V8+X5bdB/FWdr+ufaAUR9qL021Z13Wkb/R7f5Ik6/wC1XMeX9ok+c/LWqIRCsL3T7zitW3hWzi3Y+Zv4aIrcb/wokuBG78/7PzVYMR5j99ztrJuZvtDqgO7HWmaheGTjPfb8tS6Vp73D5wdzUnqUka/h7S5Lh1LDai9f92tfW7iNY/Kj+RANtWlYaXYIgwsrCub1e6eTkkLUsncxNSuByAfmrJXMkqmSpr+QyS7QQzf3lqSwhLbmcUmXaxakwsTH+BRxVKSTcrfJ97pV+aMbOv8AwGs24xJu3/Lx92mCMy6bzHxn7v8ACtTRwnaqfxVNbWYkk4q08KR7sY3VSsU2ZMtn8+c/SjyfL27jtq4IRv8AmO7b/DTJ4/MXhS+3pTDmKbYbcRVO4kO7Zt+b71aawvIufT+Gq00LLJ/e4+9XPKPMbwlqZc0fmHOKqeW7MT/drUeP5+vy1TuG8s8VxSp8p0KRkTR/3+OarTYY9T/wGp7r5pWApsdq83yjpXO05HWmQxQiZ+BU0tjHD2rWhsxapyPnprwiTqPmWjkF7W7MP7L5kvSnDT9rc1pOot2UY+ZvmqlcXAZ2x81ZNI1u2R+SkYwBULt/dpXk28Coi25ehWsrGtiF8s+cnbUZXvn5asrCWXAqwliWj570WKbM4W/mcipFtTtq+lui9KVl2lePlosTcqJb7T0qby/JfOKk5ximldrqc9aLBcYzHdnP/AaFUs+TSrH97J+YU5VO7j5eKYXHbf8AZFKjfLQrcc0jZXdiqsIl8zy0/wBujzNwz91qjXDbs/eqJmfdgfjVN6E2JfO55ob5uf4RTCpbk96cn3cGkDDaV2mplk+XrUQ+9/u1Kq7elBBIJCvyH7rU9WHchfWmNlj06U9IyvJrUCWOPzCpGNtSrC6jOPlpqfKKd5j9M1VzO5Osnp96rtvdFWXNZ3Dbf4TVm368n7tbxZEjchuB8ufWtmzkPUHdtrl4ZApY5rUsphu38+1dUWcc4HX2N5xiT5a2bVty53VydjdeYWBTa2P4q2baZ1X7/wAprpTRytHRCPdGQD81Rssiw43/ACnrVe2vHUqH+61WJI3Y59PetEyC/wCDvFE/hfW1DylYHfa6/wDs1foH8APixZ61YR6NqcwF0o/0eVjw6+n1r83ry385M4+YfxfxV6b8MPGksPlW/wBoKXUPzI275mx/drgr0FUR10azpu5678bLi/bV4i7uqRn7rH+KvENU8UXMd18k54PrXvfxx1KPUnguI8N5iK3y/wB6vlfW7gx3bk+tfjFC1VJ26HrYtOFR6nq3hX4nXkepWonl+RCPmr6Z8MfE5F8qIyrsYbgymvz/AIdaljmBR9rV3nhjxtcRyr5s77FG3rUVsImrkUMQ46SPv3SvH0GoT43hv4TzV3x38Qo/CukyzvIBhN3Wvi/S/ihPpbqbeTcv+1VT4n/Gq88ZWaWEYMSLjzGY9a5cPgqk6qXQ9KNeE0YHxL8eXfjrXp7yV/3Ac+WtccjHp96oLiYqnB+aq8UjLyM19vGnGlT5ESmWnbaePmar+g+HZvEWq29nEhd5Dzt7VkRyFpOc/NX1t+zF8H5P3Wt38Q3uNyLjtXnYqr7GFzTpY7TwX8DbTQfCKSvAFnaPlpK8i8Z+HX+2S78+WDtFfbWoWKTaUsSD5cba8e8W/C17hHKAtn5q+ec5y97qcteDXwHyRJ4XebdJAhLx9eKZPb3Om2qum9GUZ3L/AA17Xe+D5dHdgYCu7261zXirQfM0p3CFHUfdx1qlLmajIwX948lfxtIoi+0mSW4t33xt7V7fZ/Gy31TwdapHL9lvIQuVYfer5r1thZySxudvrTtL1Q/YNhkC7RuDVdbDqa9C1UPpSH40XG5f3oldxxtRV21BqHiD+3pGkuHO6UfeXtXzv4V1j7R4kRCSyY5rs/GHij/hH9PbkLcOMJ/eAqsDl054jlWop1koXKnjbxBG18ulWh3/AD7pJP4sV89/FTXhqF5Km/cifKn0rr7nWvsem3upyy/PJ8kbMe9eM+JdQN5Kzkjcxr9VhShhqfsYHl07znzM4PW5PnaqOkffcA9qsa18rtmqGmt++61wvc9+PwG5oi7tbgRBubdXW63eC3Xyo/uj5ayfCen/AL6e9PypGNqs3rUWoXBvLzYD8uf4a6FornJJc8vQZBH53Wu18LaOLW2bUbhP3Sf6tW/iaqHhjw6+qXkUeNqL8zt/dFdbqKnVr+DS7IfuIzt+WuylT5tWcdap0QnhvSZfFGrefLlogdxau/8AEV9FpenLAmFUDhasaVpsHhvTQnG4DcWrgtevrjWr/wAuI7kLfw13WsjzedzZTiWXXL9AiHk16Jp2mjSbNYo/vkfvGqp4Z0OPSbPzHH+kHp7VrpbyXTpHFllb5naqRM3fRBp1mbyZv7inmrGs61Faw/ZLb733flqS/mj0e0aNPvd65Lc9w/mn7zGtzPoCRvcSZztXvuq1b2+6bIACio1bauM1aSSOGDl/nqyRLmRLfv8AMtYWo3m52x95qdeXBkLYO7n72azmXzDnPzZpbj2J7azNw6tj5zXdeGtJFqjXEgPy9KxfDuj/AGi4XOdv3mrqdTuha23kRvsUf3ape6Ddyhqt4Gdt5C+lcZqd0JJmBetTUrzzOOdq9WrmruaPc2FLN/FWb3BalV9ilSD83etGxUMvUc/w1llTJL0+U/NWhZyLCcpn5RtoNWWX3q/+yKoyt5k3KFVqe5kLO38Py1A0hUYBLN/dqGCJEb7ycMtR/u92V+Vt38VMOGZiPlb60bfL25Xr826quQNaTc7cFlqRo9u4/dWm+ZtdQen+zTnkaTcR83pTLIlXcPnTdn+7Wdc/KWAPy1aa6MbdD8vX3quLWW6OeFVhuoKRQ8vczE52rVWW1MnQHmt9LWONsH5l+8WoRYIzlz8vZayaT+ItVGn7py6aS+/Ow/LVz7KLNVyQu6tG6vAq4jH3qzDG7PmU7lWsZJL4TpU3P4h3mGTcQap3M3ln5PlzVmb5kyo2qaqmF2VV+9msJGiKEyu3OaiMLbf9qtH7CctvyrU82vC5+audo35jJFruT/aqxDYiROf4auLDHG/z/LTXmSNfkFS1qHtG9CH7PHGP9qonYKehwKV5PM5+9SHpn+KkWkRd2NAYSLgijb6mmpH5mf4VFZ7lXB87lwPlpo+VeKkOI1xjtUXDdqqxQJlmYH5aGypoaT2pvmcf3f8AaosFxxYYprMVRaYe9N+90+7SKHPIcgDvSxrtGeKQLufH3flpdoWgCRfvLUv3jj71RIpkZTjbVhVHc00ZsEx6U5V3dDR97d/DTdxZulUInVgq4X71CyOzZNRpnfw1CZXr81NMlllWOKGZvlApoX5cb/vU8Ki9T81UiBysfWpU3quATzUAkTd021LFI7LgH5au4mWYmdXx95a0FuBHNgfKrD1rL4k6ZVqlhj7mt0zFnVWdw7OrvhttbltfIw2YxzXH6fdGH5CQ1a9tcbtvHy11Qkcs0djBNHIFwPmXpWlbSHawd/mrlbW47jPy1v6bdIy4I+c/xZrdO5hYmffGeKi8yfTbuK6tyVZDuq4+FVTn738LUvlrcWzIR93pVtJog+gNd03UJrZUuyXVOjLXmF14DN5DcXhQqFfalfVesaDFeW11JD91vlKt/DXlnjSxOj6OtvEnzN7V+CUaqU7QPcq3lrI+dZfDPDyIQ2wmqqyfZTsJrrtXjFjF5R+8f4a5fULUyTKcFcmvXj7+5yPU+jvgl8E4/GHw9n8QT/PL5zKFb+FBXkvj3SYtD8Q3lmg+WI7a+yf2aY7dvg26W0i+Ud2/2OK+QPjxD9j8Z3nlncCc7qypzclL1PWxFKNOhCUThrlht4qr5hj4qGG43LgmntMNrY+9Xqwqq1mZ0ay6nUfDrQ01zxPZxyjdbpIGk+lfpN4AaztdJt7e327kQL8o6LX55fDS6/sef7QU64r6c+GnxOWPc4n2sn30buK+YzKpUdS/RHTSrLn5T6kEYmTAztqtfQxxouU3Cub8P+OoNaC+U4ZsfdrVv7h5Ifu7siuNV4NabnY9ro4XxNDYTTuSAu08s1eJ/ELUre3ie0AO/O0Mte7XHhl76WcOdyv0X+7Xh/j/AOHt6t9KMuqqch2q6er3OSrT0ueA+KvhfP8AZnvJCfn+dP8AaryyZZrUvGD8or6S8T6b4kk0T7EE+Rdy7lH3hXAWXguLTYHuL9AixHcd1e3hlUrWgcdRKOxyng/SV0m0fXNQzFt/1aetcb4s8ST6xfvJJJu3HhW7Vv8AjnxIb6TyIvlt4/lCf7Nee3kyeYpPzMT92v0PB4aGHhpueXJ8xifELxAbWKzsuihN5X61xeot50CyA/erR+KcgbVuOyLXP6VcG6sJYj99Dx/u0qjfOelSppQTOe1bLK1ZdgxadR/eO2tTWPl3c/LR4P0satrEUePlU7zXO/jO1O0DtbvOl6JBbJ95/meqGjaeby8SNAWdjtFT63N9ov2RPu/d216N8PfDqaXZ/wBqXifKBuTdXdCPM7Hn1Kns4+Zclsx4R0Hyhj7XcDaa6HwN4dGn2/2yQBp5fmO4fdrn9Ihl8Ya813Ln7PEeFrtNe1A6PYeREf37jaFr07cp5DMbxhrD3D/ZLc/NnmpfC2hrbwtczjc56UzRNJN1L9ouM7c7vmrfKuxWKP5VJrRIzbtpELdXuJtked1ajsmh2eT99qLaOLT4Wc/frnNX1B766yz7kHyhat6iK97qEmoXTKBuqSFSsagD5sVDbRyRvlFG5v71aMUaRp8/3h/dqkwfYqmEQjLjdmsu9ugrNs+b+Gr+pXC/KMbq5+5Y79/3Vpkoke+RrbyhENzPktVjSrHzJlfZuYtxVCHNxKoT5tx9K7rw3paQjzXH3f71CKZrWFqmm2W4/fP96sHV7wSSsB+NWNb1QsXQH5fuiubvZised9aMgrahcBlVN/8A3yKw7nblsfNVy6mGzjFY8zbdxOd3as2aRJEmMbdK0LXLbX+6q9aw0uCz4NaKMWTAO6obNWi/JIjbifX71UftQY5T5tv96nFjswR9KbDCY9w4qdRL3SRsydAOn3ab5hY85/u0TSBeo3Y61S+1FTvHf+9U3GkWl+V87t1RNIWLMh27f4apvN2B21E0gVOu52NNzKSLT3G2bkfd60SXkrLnG1e3+1VJpmkDAEbajubg/KM/LjbRzFKFy0986hs+n8NQ/aHkTIzVNJD/ABZ2inLcFlwPWsnI15LEyYVeT81D3CsF/uiqsuVRyTubNMZnYKifKorPmL5e5YMkahUJ27utI8gj5Q/pVb5VbkbqYZtox/DUNl2LSt5iLIRVee88tsYqs90egJ25qvLMfmrBs0SHy3Rbd+lQmQyChFMi5P3alf5fT/gNSURJ8palVdx60JGWfk1Z8sRxK5FBdyAQ7d2TuWnLsVcChmZeB92onzupWK3Gu3cjbTOc+lIen/AqRcrSHcHbdx/49TeNuPvUFW60zdu6ZqNi0G7sBT/l7HFJw26pQu4LxQFyNev95qkSHd1+7T44wrNRLII+KCGx33eKTimK3Gf4qRFLNQFh4y3epEU7VzlqVYRmnBtrY+81BNxUXljU6yD221Ay7jnPWpfL9K0RmO+eQrwOOlAjO7P3qdyoxgs1Wkj2rx3qkTcieMtt4+apbaPaGz8rGnuyR/7TLUQmaTpWtgvcsFkVOn3f7tO3GTaEPyk1Fxt+d/otTplk5xTTMmTQxvnINX4bgs68n/gNUIsKi4PzVOs3zqCK3TMmrnQabdeXuGd2a17OYb1Ifv8AdrkrdirKQ3zVpWl1u7FWzWsWZSgdyjCRGOQ1WoZDsrmbG+Zkz/F/FWzb3Q2LW6fMYNWP0j1LQ/sbuAm5XNeeeM/A8+qO8iIWWNPu17vLZxzXjB/u96vpodtNDKDGNr/LX860Kkb8x9U6HPofButfDuRtSYyofZaxtW8FiHnG5UH8NfVvjz4ex/2k2xNqZ3D3rjNb8Az3UHlQW+58cbRXtRrtNI4JYexa+BmoHwv4JvRb7Ht503BW+6HH3q+Xfi9Hf6t4nv7uSPb8+35V7V9kfDLwmdJ8E3lpexfMkhbbXjvxV0vT7hJfs2GuOVMeKrDtKU79zrrXrU1Dax8iNdP9o2Eba9j+H/wtfxIkUxBaDyPNO3+KvN9c8Ny292xSN9ufSvqX4K30Fj4FgMg23kMLL/suprTF1HQipROXDUuaVpnm9x4VudPvGtYE6D+GjwrqU+j6rKhDMzbsrXuvgPQYtc0q/vZYwzB3cNivLbi1i0/xbeylPljBAX3ridX2yaka1aPJacep02g/F6fQZAQu3/Zr0jR/j0mrTwRl1VsfOtfLnii8dbx3jBWBem2ufi8RXFrMskUhR0bduU0vqcX70DOninB2P0a8N+KLTVETy5Bz71X8azW0MPmhI5WHVW+bdXxt4S+Ml60XkIZEugOGz8rVcg+MniPWNWa2ll3/AMLr/s1yU8LXlPkiem68HDmPoDxHrGl2+j+beW21gn8I+XFfHvxY+ICahfT21kAluHb5V7103xL+KU8mmpYpJ8qjnaetfPeo3z3lyzk96/Ssoyx4Wnz1Nzw8VX9pO0SreTO3mu7lmNZDq8knT5c1pTL82w87qSeMQpjG5Vr6iMNDgv8AZPN/iUwXWJBjsP8A0GuU0G4C3rD7uQVC11HxIYSas59lrhLOby7+Ij1215lX4z3KSvSJNf8AvHP3q6TwBZmz0q6vcDc/yI1YevR7rlU/iJ4Wu3NqNJ0S1tI/lcjmlCPNK4VZWgkO8JeH5PEmtqOdinc7e1ek6/cG+uItGsvuL8rsv8K1T8MaafCfhfz9m6/vBtRfSui8NaL9lRp5junf55H/APZa9ajCyueRWl75qaZZ2/h/T1cIFUfKPdqx4bWXWNS+0yybkWp73Updcv1ggG23j+Wtm2tY7eLy0HTq1dCOV6DkX7sUaf8A1qu2sKRpkY2929agtoTNKyICqd2o1i+FjC0cYHTmrIsZ+t6tuRo4ztVKybdSz5eqqKb6ZpCNwFXUUs64G1aoGXra3aQ5H3aj1Kb7OmMfL/s1PLcC1t1OdrVz81w95cbAfu9d1CJerIZZnuC2M7KozfvOB92r16wjRUjPyr1aotLhNxMp/hbpx96qZdjZ8Nab5jb3SupvriOzhWJCP71V7Hy9PtcudrYrn9a1bc+UO6mRuRajeBXbJrGe48xfn+Wq8lxJNLkDcuaneMqmT81BVrGZeSFTvONvbdWPNM8h5+XbWhqkn3t5+70XFZEn7zn+FqTZtTQ+Dqz/AMVadvN93qG/vVlW0gU4/Or0Mg3cfeqVbqVPc1FYRlcDc396msy7f3hCt2qLc8zYRsNiojJzzn2qGyLXFum2hgMc+9V38tU4qWWPcjE1SdTJwPWsjYiDCRmNMiYb9nG3vSySfM0YqEL83FDZSRKrBV5I61WdtvIqRo/TLc80phCxsSfmz92pLIjn5TnrSNGf92pEx8xc7qRo/nzxtWpsUhix7uppWYKWP8NROxZv51DczHZj7tQ2Xa4+abamON1UjIJGyW20LJufn5vWonXcuAO9YNmqVgDfMw/hoEfbO6lWMtt4/WpWULt4P/AaEVcZH825SflFSpHt6DpT0j3DONq1I6+WqjjdQkS2QIoXcT8tNlbcOvy9qGb5eah3bhn7q0rjGzSHGKiK7u/zGnsvfO6kKlc5qWaIj3dhQfXNOCqy0Bam1hjJZN3A+WljjO3pU8Nuq9al2hePzosHPrYiWPbzin7Rsp23aAf4qguJioqmhLUHkHY0zaWbkjmiKPzG5qx5IVf9qsxieSe9P3IowPmanbjI3+ytPSHaMkjdTaExojPU/LThjsPmp0jbkyTUaseifxUIzHJHtbruzViGMs2P4VotbcKGL0lxqEcfyR/eq0NtvYts0dqmWP8AwGqU2obn+Q/LVB5jJuJO6p4YxjJpgolpF8wby1SxMF3AGqok2nj7tPEny8fLuqriLSKDuIp/nf8AfX92qke9fRlp6s6sTVJktGkk3mRL/eWnJcbixJ21Shm+bAFWIJkkLD86tMzcbF+BiwyD92rVvMV27/vN/FWbHIFcjnafmq1DiROp21rcyaN60uhGGP8AF/drSttS2rsz8p/i9K5y3b7pzV1JAvzZ+7WikZNH7P2GnvNMruPl71o3qpbwgCtFFRTtAxVbUrUNCxzX4P8AVVTpvkPrUnFHOTaTHqE6mT5lx+VRXGl2uju8kkYZQPvU63aW1u5cEshq1dZvolD/ADKflrgVacNyNOm5y5mF5a3EdvF5STdK8S8Z+Dfst428fNKfvV9Ex2MdqijYNtcz4w8KjVkacD5lG6uijWbepzum5u580/Ebwfp2l6bFJH5fmSAIkaj5mPrWz4e8Ivpvh2z80+Usg5ra1TwTPdasksuZUQ8bu1dZrNidY0y3sYINrxIqmvSq1faqCb2HTs3Kdi38PfDM+m+GbyLeFRxuRlrxr4h6alvfziJA7u+19v8ADX0fpmnz6T4SkiwVYJtFfPuqRzw+Ip53/exF9kit91q46TtdsK8k4JWPJfG9uLWwQAfMwrzQKd7A/wDjteyeP7MXDuFTcg/SvLJbF/tPlIp83O3bivZw8uePunhz3NLwWo/tJhjexHFbfijWrTwzbuIMNeSDaXqCGG38J6U1y7f6a4/i/hryrxLrkmoXLl33f7Wa+zwGXqk/bVNw55W5SrrHiKS+ny7luaZY7Jg8o+7XOSyGQ4T5uanSSSG2YJnrXvJuDIaTRvLb7t0hqjesVwmdzMaS2vJJAoI+9Ueot+/Qjsa76cuc5XeDPM/iMx/tmUHtXAvIVmz/AHTXofxI/wCQtOfUbq83n+81eJW0mz6Ogr00dppunjUtXtT95Rtfc1dvpem/294lijKfuozuO70Fc78PV8zTZZym50+QNXr3gnRU0/S3vZfleb+92FdFGNzgxErM0HsTNcrIU9EgT+6PWjV7rydunQfff/XOtXJrgWNs05J+0SjbDH6VFo2jmH/SZ/nlf5jur0kuh5N7ljTNL+yxKBjn5izVeRfMfyoz/Fy1RSTH7iZVT/FV9MWMKu+Fdh8taXsQLczJpsDBMb+9cbfXUl9N5Wf4txqfVb6S+uWRMt6fWokt/scLD+NurVYEsK+X8iDdtqwkZbceFUVDZ787Mfe/ipdU1BbO32IN0tGwWuUNV1Lc2xDuZflFVY18mHzD/rD/AA1Vtme6m8wDrU+oTCNMAjdmhfEN7WKZkMz7OeTtrqNCtTGPMkA3KOKw9LtzIyvj5q6hP3NtwfmrRCdhmr3R2bB2rjdQvNz4GK1dV1B1TGRz/DXOIvmTMPSpbHBWL9jD5nU96nv7gQxsEyzf3qfbxpbw7xWDrGpH5sf980Ald2M2+uPOmYsfmqkjbmamlvMb/Zq0lvxkVlds7Ph0Gxfu9u7+KrkEZ3M6nGKpt80ioP4f4qvIoj4B+tWQ2WIrj93jB3UbeF42t/dpIZNu4uPu9KjeYdB95v71T7pO7GSb5Csfv/31S3CiFfKJ2N1+WjaYWyD8y9Fpj75EeQ4Zn/ipW1uWVRH958haB1psnylUx/s1IF8uJXHytUt2AAu7gD5qbN8u7+H/AGab5hZ2Lnb/ALtQyyeYzYO7mk2UkNlb1+Zm6UxvlXkmmmTy06VVLNIVOcZ/hrJs3SCaYNwDVV2dixP4VO8e75tnzUeWVXkCsrG0dCIQnNP8ksF421OsYzuyWapkUtxj/ap8omyqkYVOPvZqRI9z5OKtCPzFzioy3l/doaM7jJdnc7dtVZGHXPzU65kMicmoGbc2QBUNmiQ3/WMxNMfouKe8ntSbd0XFQzQjMffIWpPJ+TPelVdqrxlv9qnBThskHdRYkYqhW4+XNLHblipOFqRY9201K7CPgUWLbDaM4421A8gjVhj/AL5pJZDuzmo+ZDSJSGvJ8tMEJkbJxU6R92G6pQpk6DatBd+UbCo+YDFSxx7utOSEKW/ip7yItKxFxyRp/AKrTyDd1pJrrjCH5qjt7d7hs/wtQtBEiKZm4ztq7FbpCuXxTkVLNPSsu+1Yt8iUxpOWxNfal/BH92qUcm5uRuzVNJGyz/eq9BH8qkg7qzbNUuREqR+WuWxuqZcyeqrUkMPnNkgrUzMi/u0G7bVozuhPsu055pVh28nDVIsjrtx96mtj5etUiRd/sKVW3bv4WprRnGaBiTnimwGxSeXnndUok/jGKhVRv6/LS+YF7fLTEy9FJ8m/jircMw25zWWjeX/umpYZBH3q+Yixt29wF4c7m/vVajmLdB8q1kJIsfQVNDcFWxn5TTT+yjBo/dRJD8zn+GmPcGccVVnmO3CfxGnafD5e/d67q/Em5zWh9K2Ne1Ee4kbqpxt+/Yfw1qGTccD7tZrx/vG+tcE4ag9CV7fzplxTryz8xPLwdv3altY3359K0i4WPnFNU+da6FqxxE/hm2VGfyh977zVTi0OCO8SXGzHSulvJNztsFUJoTtVyKw55Q2M37uwa9DHJo7on3mFeJ6x4JnaWfZEW3vvHHWvZ7mOTUIfIGV/2qs6doscKeXL8+4cbq6qdfSzE4e0Pla+8H/YYLuS7Tdn+8OleT6np9roLz3cmPPfPlq3YetfSnxv1C38Op0Cs4bEdfG3j/xM95c75H2/wmvu8nwnuqpI8rEWh7iOW8TeIpL6FoxIW5rz/UL4b2Gfmq7f3nk3M5BOwr8lc1LvuJc43NX2UpHLFI1rNu/rWsFj28/gtYNr5kO0H5av210ZJGz2q4yX2jNo1RblRvHy1QeM3EjEH7pqy+pDpmorOQzSMoFdlNrc53seffFKNVv43+7uRa8xdi0q91zXpnxauE+3RRfeZE2n/ZrgNIs31DVLeCMbmdwtebX1noe5h3y0k2e6fC3wuf7CtUYfNJ878dq9LmaLpjbb2427f7x9KqaPp72OnW9pEP3rooPstTXuMpaQfOo++3vXdShaNzxas3KbK1pZyX161zKNzHovpW+dkcbE/KuOaZZ26Qjj5QP4mqBmfULjy0+VAeWrpOUsWUfnO0snyxL0rF8QasbiX7PAfm7/AEq1r2rC3tFgg+Xb0X1rBtlMbeZIdztWwE1tGbeNZCP+BURYmbe/zNRc3TyIiEfInTb/ABUkWIR5hPT5jUoGWLi6FrHv+7XL3t095cr/AHT8vSnarqwaXknZ2Wm6ZC8zrK/3VPC/3aGWkX4VFvbs+NrYrLaSW4uN5xuq7fTFX+Qbs9aitI/MmUY69WrQg1tKhfdvciruqXX2dGCHdxxSQwiGLL44rC1e+LM5J+lWFzPvLppJPnNGnxoxaQjdWXcTfaGwh6NWlZRmG23uQq4+7WRrbQtX1x+6wj7dtcvdsZn5Hvuq/eXXmBeq7qzZZDv9ahtFxRGsaKOvzN0pBIVbH5Usi/LlfvdttSWkO5lc/wANC1LuPgjH+9ViD+IEH/eqJWHmsQdq4p0t0F24G1VFWRuTyyHZgY9qq/NvY/eprzeZtcGp3baFBx/wGsrXLtYjlYqmOufmamPIFTHT0WnNMNu5BVd1LH6UXsCQg/vk/wC1SOztEuWoXK/Oc7VpUkXGSKRRUOV71GWKspz97+GrUsg3YOKqydc1lM3SELeZ0poj+XimrHuZhnatOVSvSiw9gCnv8vrT4rcSdttTwwluB3qX+Fv9mnykNkAhRdwpyqFX79O3FutRPInZv/sqWiDVkUsx2cjdVN5HY8CnyZZqhMhXjjbWcmbpCZPtSFhHuP5UwsduMZp4hMi5+7g1kyhrLuVcCnFd3+ytSn5WxQMdqLCuNC7tuPu96ljjFIq7Y2/2qY8npVKyGPeQq2Aflqs+Wfg8U5m+b/Zpw9SKW4Ee3b2qTb3A+9Uu31oRdw6mpsO5GkZbt8tWvLSNP9qkXEYqB5ttGxG8h7yfe31SkuNz4B3VE9w9w7AKfar+naSZPncbaNzR+5qyKxsTM7EitfdBZxqgxuFJNdQ2KbEwzYrnb7Uv3rHNS2kRrUZJqF8WfiszcZHx97NMXMkvNaVnajZuqNzp+CI60te5FX0jLfhTraEsq8fLWgI44R2z3q0jBsrursmE+VaamF3DPWpLiYsMJUQbc/PpVWEP+70oRhsxg7qiZfm5pyfKPmqgHqwZmA+7TE+XIpu75WIppkFTcB24MWBpsmF2j7tQvNtZSP71K9x5x/u7f4qm5di0mdy8jbUu4SMuPlqokwVsO30p4znKmpuS4lxZj3+Y1aSTiqMSuzYFWrbbvwR2rRMho/dZFMaLn5qJbwRxM/3eKY7PGm4elVrlfLtt7jO6vxWUnCB67Zf0OYXkLswokhXzmB7GodNk+y2eR8uRUf2zdOjyfcY7amNRSjys0v7qNOGQbsYpZ23cD8aY8IVN4pdObztxPPNEouT5C4lf7Ht3OazrmPccc10t3GFiYD0rKmt/3P8AtUqmH9mrBLczrZdr9PlrRitzI6O38LbqLS38tMsN26rYxGGP8Nc0KXUR8eftivLpevwYP7pod1fGPiK8N1u/2q/QD9rvwW/iLw0mp24Lvb/K+3+7X5663/o80sf8W7/vmv1HKq0KmGXL00PHrK1R3Oe1CZbqHZgb1qjp0YZ+flqyuIbtZD61Wvl+y3SS/wAL/Ma96DuczRrSWqYUj71UvLMMrY7mrUV4GVX/AIajmkDFnrVWZjqiqq7Xyx25NEmsJYic5+btUWrSCOJTn5m6Vy2vXgaBsH5qlvkNacOc5LxNfSaheSyPn5q6P4NeHZNW8VRTlC0Nv85b+HP8Ncdc75p9nqdtfTfwt8LxeFfDUFw6f6RcAMf9r+7WNOLnM7a0lTp8qOnmkOm2uCA15KP++RUWn2u1t5G7NK+WuXL/ADyvy7N29qlubhIYdifMx+X5a9dLlifPti3lx5xaCIf7NLLImi2DZx5mNxam2qizTzCfnP8ADXL65qUmpX7W0X3B1q0gsQwzPqF29xOflHRadJIO5olxGixDO37zU3dHtwRuaqEPhbzH5+7VXVbgQx7Afu9anmmS1t8j5Xb5vpXMXl1LcS7P4P71BaRXSOS8ulAJ+Y11UOLO06VQ0ez8kb8bm7NVi8mLHAwq0IcnqVZG8wqedp6Vf0yE+YuB93+KsvzBvwfm2dFrcs5EjtN4Tax/vVrcTHareGOLZ92uSvLwNu4y2eK0tVuPO+QP9dtY3k7pfv5xUtglYlsoRvwV6tUupXnDJj5R8tSIpjhYn7392ufmm8x8u/zZqGzWK5iWeQzKoHy+tQc4/wBlWpEbcWH/AI9UrK6oPRT/AA/xVKaNYht2/wAY5p80g8lUT8WqCb92inj86iEiRhSX3f7tILXLZkEabiQzYqCeRpioANQbtzKQ1WNwVMDG5qLhaw6JvmAPyoKlmkSToD/vUyPPp8tSlQu3NWTcjKjoo+VRupHhLfP/AHqsbT8x4qvLNzz/AA0aAiB18t1AzUS5Y7D8tTzL+9y43N/6DUAyrMchahmkQ8naOOaZ5e7ccbVp4bb8u7/gVOLeY64+ZazsO9iOKHuRtqRLdO+d1TJ83L4+Y0NhTkH5hWiVgbuI6+WGPO+oCxbr83H3aJroLwx3NVfzi3IrNsEgeY9h/wB9VA8g24ps024cHFMEZbkEbaxb1N7aDiPumomxmlfDdTTEjO/J7dKOpoSpblmyzU9mC7sD7vzUGT5uahLHLYoehn7wpY7aPu0PllpjZU8H5alF2DzvM4ApoYsdlS20IYt/s1OkYXn+6aLcwrjUt9o6/NTmjG5f4qe8gYY4WolmCtg0idZEj5+XkVHu27s1E1xtds/d7VUnvN3+9SbKsya4vBhlFUxI9w7ADdxTIrd5jXQabo4jCyS/KtKzmW2oEWk6Pt/eOdyrVy/1BLdPLi9Kg1LVI4UaOMjaK5e81As2QdzUOSgiVF1HeRLe3xZ25+aqQVpj0+ao0V5nrWtLMKVJHzNWVnI6vgQQWYVcn71bNpY/KCflWmWFiflLn6VpGF8L/craKOScxrMkPEY3N/eqIq8gbj5qnLJGnFVXkLd6q1jNMGwu0Nw1V/mzwTRuC/OTu9aFk3NUtmliUNzh6UqM44pFXcM/eqB2+f8A2aybLSB22hsVWebn+61Mmk+fg1CzFTmouapEpY71NPRhs5+8tM3D5acMZ4pgyb7xUH+GrkXzIqnvVNGKrlhT1kOelAi95m08VMjcqcnb91qoK3ofmqWGbhgT8tBLR+87Rn7OpPy7awdX1BZJ4rcSD3rdv3Mdj8vHFeY3Ez/25949a/FsU/ZwSR6MnZ2PQ/tSeT5bjayisnUbzzGWOM91+apY5CYFzz8tZlud90VPTzK40+oTfQ7q1O6zTf1xzUlsBEoONtZgmdHjQH5SK1HGYK9SlLnOiOhUutTBuViTn1qOZirqKhsoVe9kYjmtKCJXkbI6U7e03JWpUhmO9UK/LmrV6v7pgv3jS3ESB8gU+T5k59KIQ5dCmtDC1Xw/b+INHutPu13JMhQ+1fmh+0j8KLn4e+KrxfKPkOdyMtfqFF96vCf2rfDGna14IN3dW4edBgMOK9nJ8RKlW9ktmefXjeNz8triQKzB/Sqq3AkjaKT7rdGrU1y2jhvpkUYUGsC45NffRlqcbQ+O++yr5BYse1OuNY2hR95u9Zt67SPye1Z8jk1Tk1qXGmprUl1XWvMOCfu1z2o3nmBuflqS/PAPrWZJ8+3NQ5XOinTUTrPhZ4TfxN4iid0H2WA75GYfLX0XcTJDGoCbdo2wxqPu/wC1XE/BLTbeDwqsqJiS4lxIfWu2u2xPLwPlGBXo4aOlzycVUbZXe4+zpz8zt1qKFRG/ny/e7LSRHzLgFuaFcvvz2ruueeU9Yvvstu2H3SyfKFrJsofssXmuNzv81MvT5upDdzt6UtzI2zrVrYaE8ySRmc/dz92pY/uM8n4VCHKdKr6hM6LgHtUF2uVtRvFmkaqNvH9olUZ+XNRP8ztmrthGqycCrHaxrJ+5hbHy+lULiQKrYI92qZ5WZVQn5ay5vuuferJJ7aRftK5xt+6av3twNrAfdrKs0Aib/fqa5Y7am4bsoTybUfGPmPFRQMVjZyflzzTLro1MDnyUXtRc1toF9dPsb+61ZxUdcbcileVnuGUnimwjcOaybuaJWJIFRVUH71DzO27ZhVFNPytx60szFY+KzuMgGGlyxO2muqbmCA7F/ipoc5qRPuNVlvQb83y8dqs20Jbdn0qIKA7fStGH5AuPSqREnYbtO3rtWjbudT/dpkn3PruqOLqjd91WnczsPlkDbsn5mqqjevzLirUnzwvmq/lqqtgVLZSIvnZcinpGWVge1IGLjaematlBs6UJGiZD5cahgw2+lKFjjOEGfSoo/mbn1psh2PxxSvYncSSQK7DJ+X+GoJboqjAfNupqD94W71Gihg7HrWM6jZuooa0j96iaQ44qKRzvWj/lmv0rM2sG0s392hlMKYzuqZ/urUUXzS4NTuDHRRnr/DUr9MEdKc3FDf6xavYi5BNJtG0Y3UyP1/vU7/lo3+9TPWkWiTcZGwB/wGpIo9vBw1Ntvu7u5qyPvNTS0ExNwjHyVC8w+ZP4qidzl6hX+Kk5AkTD73NRPJtdiTULOwOc1XeRn6msrmiQ6a6ZmYCmW0Jmmzio1G6bmuk8P2cTLuK80krscnyomsLNLeHzZcBap6prW4MkZCqKf4huZFfaGwF6Vx97M5duauUraGVOPtXzMkur4yPwd1QQxtM/JqKJQ5yfWtyygQIrY5rnSuztb5dCSxs/LTJ+9WvaWZk5/hqov8NXL2Z7WzPlnbxXTaxyTd9Cea8itV+/u21n3mvNI2AawLq7lfdlqqmd3bBNYSqM2hRT3OiTUCyYJ3U7ztw/u1j2NacfWhO5nJWJ1UqPmqxb7WqAdG/3qfbsSBSYvsks0whixmsuWZ5Gq1d/ezVB/utWZskOfcq0zduODTUYt5maP42qkWWkbdwRuphzvzUe80iMd1SKxbWb72KPMKjOaqr1apByq1ZLRaSZcdfmarCyblqgnFW4zw31oFY//9k="/>
  <p:tag name="MMPROD_14434LOGO" val=""/>
  <p:tag name="MMPROD_UIPERSISTENCEDATA" val="MMPROD_UIPERSISTENCEDATA"/>
  <p:tag name="MMPROD_THEME_BG_IMAGE" val=""/>
  <p:tag name="MMPROD_TAG_VCONFIG" val="PD94bWwgdmVyc2lvbj0iMS4wIj8+DQo8Y29uZmlndXJhdGlvbj4NCgk8YnJhbmRpbmc+DQoJCTx1aWZvbnQgbmFtZT0iRk9OVF9OT1RFU19URVhUIiB2YWx1ZT0iVmVyZGFuYSw5LGZhbHNlLGZhbHNlLGZhbHNlIi8+DQoJPC9icmFuZGluZz4NCgk8Y29sb3JzPg0KCQk8dWljb2xvciBuYW1lPSJwcmltYXJ5IiB2YWx1ZT0iMHg2Rjg0ODgiLz4NCgkJPHVpY29sb3IgbmFtZT0iZ2xvdyIgdmFsdWU9IjB4NjA5NzczIi8+DQoJCTx1aWNvbG9yIG5hbWU9InRleHQiIHZhbHVlPSIweEZGRkZGRiIvPg0KCQk8dWljb2xvciBuYW1lPSJsaWdodCIgdmFsdWU9IjB4NEU1RDYwIi8+DQoJCTx1aWNvbG9yIG5hbWU9InNoYWRvdyIgdmFsdWU9IjB4MDAwMDAwIi8+DQoJCTx1aWNvbG9yIG5hbWU9ImJhY2tncm91bmQiIHZhbHVlPSIweDcyNzk3MSIvPg0KCTwvY29sb3JzPg0KCTxsYXlvdXQ+DQoJCTx1aXNob3cgbmFtZT0icHJlc2VudGF0aW9udGl0bGUiIHZhbHVlPSJ0cnVlIi8+PHVpc2hvdyBuYW1lPSJwcmVzZW50ZXJwaG90byIgdmFsdWU9InRydWUiLz48dWlzaG93IG5hbWU9InByZXNlbnRlcm5hbWUiIHZhbHVlPSJ0cnVlIi8+PHVpc2hvdyBuYW1lPSJwcmVzZW50ZXJ0aXRsZSIgdmFsdWU9InRydWUiLz48dWlzaG93IG5hbWU9InByZXNlbnRlcmVtYWlsIiB2YWx1ZT0idHJ1ZSIvPjx1aXNob3cgbmFtZT0icHJlc2VudGVyYmlvIiB2YWx1ZT0idHJ1ZSIvPjx1aXNob3cgbmFtZT0iY29tcGFueWxvZ28iIHZhbHVlPSJ0cnVlIi8+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+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+PHVpc2hvdyBuYW1lPSJ2aWV3Y2hhbmdlIiB2YWx1ZT0idHJ1ZSIvPjx1aXNob3cgbmFtZT0iYWx3YXlzU2NydW5jaCIgdmFsdWU9ImZhbHNlIi8+PHVpc2hvdyBuYW1lPSJpbml0aWFsZGlzcGxheW1vZGVpc25vcm1hbCIgdmFsdWU9InRydWUiLz48dWlyZXBsYWNlIG5hbWU9ImxvZ28iIHZhbHVlPSIiLz48dWlyZXBsYWNlIG5hbWU9ImJnaW1hZ2UiIHZhbHVlPSIiLz48dWlyZXBsYWNlIG5hbWU9ImluaXRpYWx0YWIiIHZhbHVlPSJvdXRsaW5lIi8+PHVpc2hvdyBuYW1lPSJjY3RleHRoaWdobGlnaHRpbmciIHZhbHVlPSJ0cnVlIi8+DQoJPC9sYXlvdXQ+DQoJPHByZWxvYWRlcj48c2V0Qm9vbCBuYW1lPSJkaXNhYmxlQXNzZXRQcmVsb2FkZXIiIHZhbHVlPSJ0cnVlIi8+PC9wcmVsb2FkZXI+PGxhbmd1YWdlIGlkPSJlb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TbGlkZSAlbiIv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+DQoJCTx1aXRleHQgbmFtZT0iU0NSVUJCQVJTVEFUVVNfTk9BVURJTyIgdmFsdWU9Ik5vIEF1ZGlvIi8+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+DQoJCTx1aXRleHQgbmFtZT0iU0NSVUJCQVJTVEFUVVNfUkVWSUVXUVVJWiIgdmFsdWU9IlJldmlld2luZyBRdWl6Ii8+DQoJCTwhLS0gc3Vic3RpdHV0aW9uOiAlbSA9PSBtaW51dGVzIHJlbWFpbmluZyAtLT4NCgkJPCEtLSBzdWJzdGl0dXRpb246ICVzID09IHNlY29uZHMgcmVtYWluaW5nIC0tPg0KCQk8dWl0ZXh0IG5hbWU9IkVMQVBTRUQiIHZhbHVlPSIlbSBNaW51dGVzICVzIFNlY29uZHMgUmVtYWluaW5nIi8+DQoJCTx1aXRleHQgbmFtZT0iTk9URk9VTkQiIHZhbHVlPSJOb3RoaW5nIEZvdW5kIi8+DQoJCTx1aXRleHQgbmFtZT0iQVRUQUNITUVOVFMiIHZhbHVlPSJBdHRhY2htZW50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+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+DQoJCTx1aXRleHQgbmFtZT0iQ09VUlNFX1NUQVRVUyIgdmFsdWU9Ik1vZHVsZSBTdGF0dXMiLz4NCgkJPHVpdGV4dCBuYW1lPSJQQVNTRURfU1RSSU5HIiB2YWx1ZT0iUGFzc2VkIi8+DQoJCTx1aXRleHQgbmFtZT0iRkFJTEVEX1NUUklORyIgdmFsdWU9IkZhaWxlZCIvPg0KCQk8IS0tcXVpeiBwb2QgYW5kIG1lc3NhZ2UgYm94IHRleHRz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+DQoJCTx1aXRleHQgbmFtZT0iUVVJWlBPRF9RVUlaX1BBU1NTQ09SRSIgdmFsdWU9IlBhc3NpbmcgU2NvcmU6Ii8+DQoJCTx1aXRleHQgbmFtZT0iUVVJWlBPRF9RVUlaX01BWFNDT1JFIiB2YWx1ZT0iTWF4IFNjb3JlOiIvPg0KCQk8dWl0ZXh0IG5hbWU9IlFVSVpQT0RfUVVFU0FUTVBUX1NUUiIgdmFsdWU9IkF0dGVtcHQ6ICVuIG9mICV0Ii8+DQoJCTx1aXRleHQgbmFtZT0iUVVJWlBPRF9RVUVTVFlQRV9TVFIiIHZhbHVlPSJUeXBlOiAlcyIvPg0KCQk8dWl0ZXh0IG5hbWU9IlFVSVpQT0RfUVVFU1RZUEVfR1JEIiB2YWx1ZT0iR3JhZGVkIi8+DQoJCTx1aXRleHQgbmFtZT0iUVVJWlBPRF9RVUVTVFlQRV9TVlkiIHZhbHVlPSJTdXJ2ZXkiLz4NCgkJPHVpdGV4dCBuYW1lPSJRVUlaUE9EX1FVSVpBVE1QVF9JTkYiIHZhbHVlPSJJbmZpbml0ZSIvPg0KCQk8dWl0ZXh0IG5hbWU9IlFVSVpQT0RfUVVFU0FUTVBUX0lORiIgdmFsdWU9IkluZmluaXRlIi8+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TaG93IHNpZGViYXIgdG8gcGFydGljaXBhbnRzIi8+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/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+DQoJCTx1aXRleHQgbmFtZT0iQ09MTEFCX0xPQ0FMX1BMQVlCQUNLQlROIiB2YWx1ZT0i2YXZiNin2YHZgiIvPg0KCQk8IS0tIHN1YnN0aXR1dGlvbjogJW4gPT0gc2xpZGUgbnVtYmVyIC0tPg0KCQk8IS0tIHN1YnN0aXR1dGlvbjogJXQgPT0gdG90YWwgc2xpZGUgY291bnQgLS0+DQoJCTx1aXRleHQgbmFtZT0iU0NSVUJCQVJTVEFUVVNfU0xJREVJTkZPIiB2YWx1ZT0i2LTYsdmK2K3YqSAlbiAvICV0IHwgIi8+DQoJCTx1aXRleHQgbmFtZT0iU0NSVUJCQVJTVEFUVVNfU1RPUFBFRCIgdmFsdWU9ItmF2KrZiNmC2YEiLz4NCgkJPHVpdGV4dCBuYW1lPSJTQ1JVQkJBUlNUQVRVU19QTEFZSU5HIiB2YWx1ZT0i2YLZitivINin2YTYqti02LrZitmEIi8+DQoJCTx1aXRleHQgbmFtZT0iU0NSVUJCQVJTVEFUVVNfTk9BVURJTyIgdmFsdWU9ItmE2Kcg2YrZiNis2K8g2LXZiNiqIi8+DQoJCTx1aXRleHQgbmFtZT0iU0NSVUJCQVJTVEFUVVNfVklEUExBWUlORyIgdmFsdWU9Itin2YTZgdmK2K/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+DQoJCTwhLS0gc3Vic3RpdHV0aW9uOiAlcyA9PSBzZWNvbmRzIHJlbWFpbmluZyAtLT4NCgkJPHVpdGV4dCBuYW1lPSJFTEFQU0VEIiB2YWx1ZT0iJW0g2K/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+DQoJCTx1aXRleHQgbmFtZT0iVEFCX1FVSVoiIHZhbHVlPSLZhdiz2KfYqNmC2KkiLz4NCgkJPHVpdGV4dCBuYW1lPSJUQUJfT1VUTElORSIgdmFsdWU9ItmF2K7Yt9i3Ii8+DQoJCTx1aXRleHQgbmFtZT0iVEFCX1RIVU1CIiB2YWx1ZT0i2YXYtdi62ZHYsdipIi8+DQoJCTx1aXRleHQgbmFtZT0iVEFCX05PVEVTIiB2YWx1ZT0i2YXZhNin2K3YuNin2KoiLz4NCgkJPHVpdGV4dCBuYW1lPSJUQUJfU0VBUkNIIiB2YWx1ZT0i2KjYrdirIi8+DQoJCTx1aXRleHQgbmFtZT0iU0xJREVfSEVBRElORyIgdmFsdWU9Iti52YbZiNin2YYg2KfZhNi02LHZitit2KkgIi8+DQoJCTx1aXRleHQgbmFtZT0iRFVSQVRJT05fSEVBRElORyIgdmFsdWU9ItmF2K/YqSIvPg0KCQk8dWl0ZXh0IG5hbWU9IlNFQVJDSF9IRUFESU5HIiB2YWx1ZT0iOtin2YTYqNit2Ksg2LnZhiDZhti1Ii8+DQoJCTx1aXRleHQgbmFtZT0iVEhVTUJfSEVBRElORyIgdmFsdWU9Iti02LHZitit2KkiLz4NCgkJPHVpdGV4dCBuYW1lPSJUSFVNQl9JTkZPIiB2YWx1ZT0i2LnZhtmI2KfZhi/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+DQoJCTx1aXRleHQgbmFtZT0iQ09VUlNFX1NUQVRVUyIgdmFsdWU9Itit2KfZhNipINin2YTZiNit2K/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/Ysdis2Kkg2KfZhNmF2LPYrNmE2KkiLz4NCgkJPHVpdGV4dCBuYW1lPSJRVUlaUE9EX1FVSVpfUEFTU1NDT1JFIiB2YWx1ZT0iOtiv2LHYrNipINin2YTZhtis2KfYrSIvPg0KCQk8dWl0ZXh0IG5hbWU9IlFVSVpQT0RfUVVJWl9NQVhTQ09SRSIgdmFsdWU9IjrYp9mE2K/Ysdis2Kkg2KfZhNmC2LXZiNmJIi8+DQoJCTx1aXRleHQgbmFtZT0iUVVJWlBPRF9RVUVTQVRNUFRfU1RSIiB2YWx1ZT0i2KfZhNmF2K3Yp9mI2YTYqSAlbiDZhdmGICV0Ii8+DQoJCTx1aXRleHQgbmFtZT0iUVVJWlBPRF9RVUVTVFlQRV9TVFIiIHZhbHVlPSLYp9mE2YbZiNi5OiAlcyIvPg0KCQk8dWl0ZXh0IG5hbWU9IlFVSVpQT0RfUVVFU1RZUEVfR1JEIiB2YWx1ZT0i2KrZhSDYqti12K3Zitit2YciLz4NCgkJPHVpdGV4dCBuYW1lPSJRVUlaUE9EX1FVRVNUWVBFX1NWWSIgdmFsdWU9Itin2LPYqti32YTYp9i5Ii8+DQoJCTx1aXRleHQgbmFtZT0iUVVJWlBPRF9RVUlaQVRNUFRfSU5GIiB2YWx1ZT0i2YTYpyDZhtmH2KfYptmKIi8+DQoJCTx1aXRleHQgbmFtZT0iUVVJWlBPRF9RVUVTQVRNUFRfSU5GIiB2YWx1ZT0i2YTYpyDZhtmH2KfYptmKIi8+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/ZitmIINmE2KrZhtiy2YrZhCDYo9it2K/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+DQoJCTx1aXRleHQgbmFtZT0iTVVURSIgdmFsdWU9Iti12KfZhdiqIi8+DQoJCTx1aXRleHQgbmFtZT0iRE9DV1JBUF9USVRMRSIgdmFsdWU9Itin2YTZhdmE2YHYp9iqINin2YTZhdix2YHZgtipINmB2YogUHJlc2VudGVyIi8+DQoJCTx1aXRleHQgbmFtZT0iRE9DV1JBUF9NU0ciIHZhbHVlPSLYp9mE2K3Zgdi4INmB2Yog2KzZh9in2LIg2KfZhNmD2YXYqNmK2YjYqtixIi8+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+DQoJCTx1aXRleHQgbmFtZT0iVU5OQU1FRFNMSURFVElUTEUiIHZhbHVlPSJGb2xpZSAlbiIvPg0KCQk8IS0tIHN1YnN0aXR1dGlvbjogJW4gPT0gc2xpZGUgbnVtYmVyIC0tPg0KCQk8IS0tIHN1YnN0aXR1dGlvbjogJXQgPT0gdG90YWwgc2xpZGUgY291bnQgLS0+DQoJCTx1aXRleHQgbmFtZT0iU0NSVUJCQVJTVEFUVVNfU0xJREVJTkZPIiB2YWx1ZT0iRm9saWUgJW4gLyAldCB8ICIvPg0KCQk8dWl0ZXh0IG5hbWU9IlNDUlVCQkFSU1RBVFVTX1NUT1BQRUQiIHZhbHVlPSJCZWVuZGV0Ii8+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+DQoJCTx1aXRleHQgbmFtZT0iU0NSVUJCQVJTVEFUVVNfUVVFU1RJT04iIHZhbHVlPSJGcmFnZSBiZWFudHdvcnRlbiIvPg0KCQk8dWl0ZXh0IG5hbWU9IlNDUlVCQkFSU1RBVFVTX1JFVklFV1FVSVoiIHZhbHVlPSJOb2NobWFscyBkdXJjaHNlaGVuIi8+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+DQoJCTx1aXRleHQgbmFtZT0iQklPV0lOX1RJVExFIiB2YWx1ZT0iU3ByZWNoZXI6ICVwIi8+DQoJCTx1aXRleHQgbmFtZT0iQklPQlROX1RJVExFIiB2YWx1ZT0iU3ByZWNoZXIiLz4NCgkJPHVpdGV4dCBuYW1lPSJESVZJREVSQlROX1RJVExFIiB2YWx1ZT0ifCIvPg0KCQk8dWl0ZXh0IG5hbWU9IkNPTlRBQ1RCVE5fVElUTEUiIHZhbHVlPSJLb250YWt0Ii8+DQoJCTx1aXRleHQgbmFtZT0iVEFCX1FVSVoiIHZhbHVlPSJRdWl6Ii8+DQoJCTx1aXRleHQgbmFtZT0iVEFCX09VVExJTkUiIHZhbHVlPSJTdHJ1a3R1ciIvPg0KCQk8dWl0ZXh0IG5hbWU9IlRBQl9USFVNQiIgdmFsdWU9Ik1pbmlhdHVyIi8+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+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+DQoJCTx1aXRleHQgbmFtZT0iUVVJWlBPRF9RVUVTQVRNUFRfU1RSIiB2YWx1ZT0iVmVyc3VjaDogJW4gdm9uICV0Ii8+DQoJCTx1aXRleHQgbmFtZT0iUVVJWlBPRF9RVUVTVFlQRV9TVFIiIHZhbHVlPSJUeXA6ICVzIi8+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+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+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+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+DQoJPGxhbmd1YWdlIGlkPSJm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+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+DQoJCTx1aXRleHQgbmFtZT0iVU5OQU1FRFNMSURFVElUTEUiIHZhbHVlPSJEaWFwb3NpdGl2ZSAlbiIvPg0KCQk8IS0tIHN1YnN0aXR1dGlvbjogJW4gPT0gc2xpZGUgbnVtYmVyIC0tPg0KCQk8IS0tIHN1YnN0aXR1dGlvbjogJXQgPT0gdG90YWwgc2xpZGUgY291bnQgLS0+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+DQoJCTx1aXRleHQgbmFtZT0iU0NSVUJCQVJTVEFUVVNfVklEUExBWUlORyIgdmFsdWU9IkxlY3R1cmUgdmlkw6lvIGVuIGNvdXJzIi8+DQoJCTx1aXRleHQgbmFtZT0iU0NSVUJCQVJTVEFUVVNfTE9BRElORyIgdmFsdWU9IkNoYXJnZW1lbnQgZW4gY291cnMiLz4NCgkJPHVpdGV4dCBuYW1lPSJTQ1JVQkJBUlNUQVRVU19CVUZGRVJJTkciIHZhbHVlPSJNaXNlIGVuIG3DqW1vaXJlIi8+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+DQoJCTx1aXRleHQgbmFtZT0iRUxBUFNFRCIgdmFsdWU9IiVtIG1pbnV0ZXMgJXMgc2Vjb25kZXMgcmVzdGFudGVzIi8+DQoJCTx1aXRleHQgbmFtZT0iTk9URk9VTkQiIHZhbHVlPSJSaWVuIHRyb3V2w6kiLz4NCgkJPHVpdGV4dCBuYW1lPSJBVFRBQ0hNRU5UUyIgdmFsdWU9IlBpw6hjZXMgam9pbnRlcyIvPg0KCQk8IS0tIHN1YnN0aXR1dGlvbjogJXAgPT0gY3VycmVudCBzcGVha2VyJ3MgdGl0bGUgLS0+DQoJCTx1aXRleHQgbmFtZT0iQklPV0lOX1RJVExFIiB2YWx1ZT0iQmlvIDogJXAiLz4NCgkJPHVpdGV4dCBuYW1lPSJCSU9CVE5fVElUTEUiIHZhbHVlPSJCaW8gOiIvPg0KCQk8dWl0ZXh0IG5hbWU9IkRJVklERVJCVE5fVElUTEUiIHZhbHVlPSJ8Ii8+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+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+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+DQoJCTx1aXRleHQgbmFtZT0iUVVJWlBPRF9RVUlaX1NDT1JFIiB2YWx1ZT0iTm90ZSBvYnRlbnVlIDoiLz4NCgkJPHVpdGV4dCBuYW1lPSJRVUlaUE9EX1FVSVpfUEFTU1NDT1JFIiB2YWx1ZT0iTm90ZSBkJ2FkbWlzc2liaWxpdMOpwqA6Ii8+DQoJCTx1aXRleHQgbmFtZT0iUVVJWlBPRF9RVUlaX01BWFNDT1JFIiB2YWx1ZT0iTm90ZSBtYXhpbWFsZSA6Ii8+DQoJCTx1aXRleHQgbmFtZT0iUVVJWlBPRF9RVUVTQVRNUFRfU1RSIiB2YWx1ZT0iVGVudGF0aXZlIDogJW4gc3VyICV0Ii8+DQoJCTx1aXRleHQgbmFtZT0iUVVJWlBPRF9RVUVTVFlQRV9TVFIiIHZhbHVlPSJUeXBlOiAlcyIvPg0KCQk8dWl0ZXh0IG5hbWU9IlFVSVpQT0RfUVVFU1RZUEVfR1JEIiB2YWx1ZT0iTm90w6kiLz4NCgkJPHVpdGV4dCBuYW1lPSJRVUlaUE9EX1FVRVNUWVBFX1NWWSIgdmFsdWU9IkVucXXDqnRlIi8+DQoJCTx1aXRleHQgbmFtZT0iUVVJWlBPRF9RVUlaQVRNUFRfSU5GIiB2YWx1ZT0iSWxsaW1pdMOpIi8+DQoJCTx1aXRleHQgbmFtZT0iUVVJWlBPRF9RVUVTQVRNUFRfSU5GIiB2YWx1ZT0iSWxsaW1pdMOpIi8+DQoJCTx1aXRleHQgbmFtZT0iV0FSTklOR01TR19ZRVNTVFJJTkciIHZhbHVlPSJPdWkiLz4NCgkJPHVpdGV4dCBuYW1lPSJXQVJOSU5HTVNHX05PU1RSSU5HIiB2YWx1ZT0iTm9uIi8+DQoJCTx1aXRleHQgbmFtZT0iV0FSTklOR01TR19USVRMRVNUUklORyIgdmFsdWU9IkF2ZXJ0aXNzZW1lbnQgZGUgbmF2aWdhdGlvbiBkdSBxdWVzdGlvbm5haXJlIi8+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+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+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+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+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+DQoJCTx1aWZvbnQgbmFtZT0iRk9OVF9QUkVTRU5URVJUSVRMRSIgdmFsdWU9IlZlcmRhbmEsMTE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+S7mOODleOCoeOCpOODq+itpuWRiiIvPg0KCQk8dWl0ZXh0IG5hbWU9IkFUVEFDSE1FTlRfUFJFVklFV19XQVJOSU5HTVNHIiB2YWx1ZT0i5re75LuY44OV44Kh44Kk44Or44Gv44OX44Os44OT44Ol44O844Oi44O844OJ44Gn44Gv6ZaL44GN44G+44Gb44KT44CC44OR44OW44Oq44OD44K344Ol44KS5L2/55So44GX44Gm57WQ5p6c44KS6KGo56S644GX44Gm44GP44Gg44GV44GE44CCIi8+DQoJCTx1aXRleHQgbmFtZT0iQ09MTEFCX0xPQ0FMX1BMQVlCQUNLX01TRyIgdmFsdWU9IuOCs+ODs+ODhuODs+ODhOOBr+ODreODvOOCq+ODq+OBp+WGjeeUn+OBleOCjOOBpuOBhOOBvuOBmeOAguOBk+OBruODouODvOODieOBp+OBr+WFseWQjOS9nOalreOBp+OBjeOBvuOBm+OCk+OAgiIvPg0KCQk8dWl0ZXh0IG5hbWU9IkNPTExBQl9MT0NBTF9QTEFZQkFDS19USVRMRSIgdmFsdWU9IuODreODvOOCq+ODq+WGjeeUnyIvPg0KCQk8dWl0ZXh0IG5hbWU9IkNPTExBQl9MT0NBTF9QTEFZQkFDS0JUTiIgdmFsdWU9Ik9LIi8+DQoJCTx1aXRleHQgbmFtZT0iVU5OQU1FRFNMSURFVElUTEUiIHZhbHVlPSLjgrnjg6njgqTjg4kgOiAlbiIvPg0KCQk8IS0tIHN1YnN0aXR1dGlvbjogJW4gPT0gc2xpZGUgbnVtYmVyIC0tPg0KCQk8IS0tIHN1YnN0aXR1dGlvbjogJXQgPT0gdG90YWwgc2xpZGUgY291bnQgLS0+DQoJCTx1aXRleHQgbmFtZT0iU0NSVUJCQVJTVEFUVVNfU0xJREVJTkZPIiB2YWx1ZT0i44K544Op44Kk44OJIDogJW4gLyAldCB8ICIvPg0KCQk8dWl0ZXh0IG5hbWU9IlNDUlVCQkFSU1RBVFVTX1NUT1BQRUQiIHZhbHVlPSLlgZzmraIiLz4NCgkJPHVpdGV4dCBuYW1lPSJTQ1JVQkJBUlNUQVRVU19QTEFZSU5HIiB2YWx1ZT0i5YaN55Sf5LitIi8+DQoJCTx1aXRleHQgbmFtZT0iU0NSVUJCQVJTVEFUVVNfTk9BVURJTyIgdmFsdWU9Iumfs+WjsOOBquOBlyIvPg0KCQk8dWl0ZXh0IG5hbWU9IlNDUlVCQkFSU1RBVFVTX1ZJRFBMQVlJTkciIHZhbHVlPSLjg5Pjg4fjgqrlho3nlJ/kuK0iLz4NCgkJPHVpdGV4dCBuYW1lPSJTQ1JVQkJBUlNUQVRVU19MT0FESU5HIiB2YWx1ZT0i44Ot44O844OJ5LitIi8+DQoJCTx1aXRleHQgbmFtZT0iU0NSVUJCQVJTVEFUVVNfQlVGRkVSSU5HIiB2YWx1ZT0i44OQ44OD44OV44Kh5LitIi8+DQoJCTx1aXRleHQgbmFtZT0iU0NSVUJCQVJTVEFUVVNfUVVFU1RJT04iIHZhbHVlPSLos6rllY/jgavnrZTjgYjjgabkuIvjgZXjgYQiLz4NCgkJPHVpdGV4dCBuYW1lPSJTQ1JVQkJBUlNUQVRVU19SRVZJRVdRVUlaIiB2YWx1ZT0i44Kv44Kk44K644KS44Os44OT44Ol44O844GX44Gm44GE44G+44GZIi8+DQoJCTwhLS0gc3Vic3RpdHV0aW9uOiAlbSA9PSBtaW51dGVzIHJlbWFpbmluZyAtLT4NCgkJPCEtLSBzdWJzdGl0dXRpb246ICVzID09IHNlY29uZHMgcmVtYWluaW5nIC0tPg0KCQk8dWl0ZXh0IG5hbWU9IkVMQVBTRUQiIHZhbHVlPSLmrovjgoogOiAlbSDliIYgJXMg56eSIi8+DQoJCTx1aXRleHQgbmFtZT0iTk9URk9VTkQiIHZhbHVlPSLkvZXjgoLopovjgaTjgYvjgorjgb7jgZvjgpMiLz4NCgkJPHVpdGV4dCBuYW1lPSJBVFRBQ0hNRU5UUyIgdmFsdWU9Iua3u+S7mCIvPg0KCQk8IS0tIHN1YnN0aXR1dGlvbjogJXAgPT0gY3VycmVudCBzcGVha2VyJ3MgdGl0bGUgLS0+DQoJCTx1aXRleHQgbmFtZT0iQklPV0lOX1RJVExFIiB2YWx1ZT0i57WM5q20IDogJXAiLz4NCgkJPHVpdGV4dCBuYW1lPSJCSU9CVE5fVElUTEUiIHZhbHVlPSLntYzmrbQiLz4NCgkJPHVpdGV4dCBuYW1lPSJESVZJREVSQlROX1RJVExFIiB2YWx1ZT0ifCIvPg0KCQk8dWl0ZXh0IG5hbWU9IkNPTlRBQ1RCVE5fVElUTEUiIHZhbHVlPSLjgYrllY/jgYTlkIjjgo/jgZsiLz4NCgkJPHVpdGV4dCBuYW1lPSJUQUJfUVVJWiIgdmFsdWU9IuOCr+OCpOOCuiIvPg0KCQk8dWl0ZXh0IG5hbWU9IlRBQl9PVVRMSU5FIiB2YWx1ZT0i44Ki44Km44OI44Op44Kk44OzIi8+DQoJCTx1aXRleHQgbmFtZT0iVEFCX1RIVU1CIiB2YWx1ZT0i44K144Og44ON44O844OrIi8+DQoJCTx1aXRleHQgbmFtZT0iVEFCX05PVEVTIiB2YWx1ZT0i44OO44O844OIIi8+DQoJCTx1aXRleHQgbmFtZT0iVEFCX1NFQVJDSCIgdmFsdWU9IuaknOe0oiIvPg0KCQk8dWl0ZXh0IG5hbWU9IlNMSURFX0hFQURJTkciIHZhbHVlPSLjgrnjg6njgqTjg4njgr/jgqTjg4jjg6siLz4NCgkJPHVpdGV4dCBuYW1lPSJEVVJBVElPTl9IRUFESU5HIiB2YWx1ZT0i6ZW344GVIi8+DQoJCTx1aXRleHQgbmFtZT0iU0VBUkNIX0hFQURJTkciIHZhbHVlPSLmpJzntKLjgZnjgovjg4bjgq3jgrnjg4ggOiAiLz4NCgkJPHVpdGV4dCBuYW1lPSJUSFVNQl9IRUFESU5HIiB2YWx1ZT0i44K544Op44Kk44OJIi8+DQoJCTx1aXRleHQgbmFtZT0iVEhVTUJfSU5GTyIgdmFsdWU9IuOCueODqeOCpOODieOCv+OCpOODiOODqyAvIOmVt+OBlSIvPg0KCQk8dWl0ZXh0IG5hbWU9IkFUVEFDSE5BTUVfSEVBRElORyIgdmFsdWU9IuODleOCoeOCpOODq+WQjSIvPg0KCQk8dWl0ZXh0IG5hbWU9IkFUVEFDSFNJWkVfSEVBRElORyIgdmFsdWU9IuOCteOCpOOCuiIvPg0KCQk8dWl0ZXh0IG5hbWU9IlNMSURFX05PVEVTIiB2YWx1ZT0i44K544Op44Kk44OJ44OO44O844OIIi8+DQoJCTx1aXRleHQgbmFtZT0iQ09VUlNFX1NUQVRVUyIgdmFsdWU9IuODouOCuOODpeODvOODq+OCueODhuODvOOCv+OCuSIvPg0KCQk8dWl0ZXh0IG5hbWU9IlBBU1NFRF9TVFJJTkciIHZhbHVlPSLlkIjmoLwiLz4NCgkJPHVpdGV4dCBuYW1lPSJGQUlMRURfU1RSSU5HIiB2YWx1ZT0i5LiN5ZCI5qC8Ii8+DQoJCTwhLS1xdWl6IHBvZCBhbmQgbWVzc2FnZSBib3ggdGV4dHMtLT4NCgkJPHVpdGV4dCBuYW1lPSJRVUlaUE9EX1FVSVpfQVRURU1QVCIgdmFsdWU9IuOCr+OCpOOCuuippuihjOWbnuaVsCA6ICIvPg0KCQk8dWl0ZXh0IG5hbWU9IlFVSVpQT0RfUVVJWl9BVFRFTVBUX1ZBTFVFIiB2YWx1ZT0iJW4gLyAldCIvPg0KCQk8dWl0ZXh0IG5hbWU9IlFVSVpQT0RfUVVJWl9TQ09SRSIgdmFsdWU9IuOCueOCs+OCoiA6ICIvPg0KCQk8dWl0ZXh0IG5hbWU9IlFVSVpQT0RfUVVJWl9QQVNTU0NPUkUiIHZhbHVlPSLlkIjmoLzngrkgOiIvPg0KCQk8dWl0ZXh0IG5hbWU9IlFVSVpQT0RfUVVJWl9NQVhTQ09SRSIgdmFsdWU9IuacgOmrmOW+l+eCuSA6ICIvPg0KCQk8dWl0ZXh0IG5hbWU9IlFVSVpQT0RfUVVFU0FUTVBUX1NUUiIgdmFsdWU9IuippuihjOWbnuaVsCA6ICVuIC8gJXQiLz4NCgkJPHVpdGV4dCBuYW1lPSJRVUlaUE9EX1FVRVNUWVBFX1NUUiIgdmFsdWU9IuOCv+OCpOODlyA6ICVzIi8+DQoJCTx1aXRleHQgbmFtZT0iUVVJWlBPRF9RVUVTVFlQRV9HUkQiIHZhbHVlPSLoqZXkvqEiLz4NCgkJPHVpdGV4dCBuYW1lPSJRVUlaUE9EX1FVRVNUWVBFX1NWWSIgdmFsdWU9IuOCouODs+OCseODvOODiCIvPg0KCQk8dWl0ZXh0IG5hbWU9IlFVSVpQT0RfUVVJWkFUTVBUX0lORiIgdmFsdWU9IueEoeWItumZkCIvPg0KCQk8dWl0ZXh0IG5hbWU9IlFVSVpQT0RfUVVFU0FUTVBUX0lORiIgdmFsdWU9IueEoeWItumZkCIvPg0KCQk8dWl0ZXh0IG5hbWU9IldBUk5JTkdNU0dfWUVTU1RSSU5HIiB2YWx1ZT0i44Gv44GEIi8+DQoJCTx1aXRleHQgbmFtZT0iV0FSTklOR01TR19OT1NUUklORyIgdmFsdWU9IuOBhOOBhOOBiCIvPg0KCQk8dWl0ZXh0IG5hbWU9IldBUk5JTkdNU0dfVElUTEVTVFJJTkciIHZhbHVlPSLjgq/jgqTjgrrjga7jg4rjg5PjgrLjg7zjgrfjg6fjg7PjgavplqLjgZnjgovorablkYoiLz4NCgkJPHVpdGV4dCBuYW1lPSJXQVJOSU5HTVNHX01TR1NUUklORyIgdmFsdWU9IuOBk+OBruOCr+OCpOOCuuOBq+OBr+OAgeOBvuOBoOino+etlOOBl+OBpuOBhOOBquOBhOizquWVj+OBjOOBguOCiuOBvuOBmeOAgiYjeEE7JiN4QTsg44Kv44Kk44K644KS57WC5LqG44GZ44KL44Gr44Gv44CB44CM44Gv44GE44CN44KS44Kv44Oq44OD44Kv44GX44G+44GZ44CC44Kv44Kk44K644KS57aa6KGM44GZ44KL44Gr44Gv44CB44CM44GE44GE44GI44CN44KS44Kv44Oq44OD44Kv44GX44G+44GZ44CCIi8+DQoJCTx1aXRleHQgbmFtZT0iSU5GT1JNQVRJT05fSDI2NF9GTEFTSFBMQVlFUiIgdmFsdWU9IuOBiuS9v+OBhOOBruOCs+ODs+ODlOODpeODvOOCv+OBq+ePvuWcqOOCpOODs+OCueODiOODvOODq+OBleOCjOOBpuOBhOOCiyBGbGFzaCBQbGF5ZXIg44Gu44OQ44O844K444On44Oz44Gv44CB44GT44Gu44OT44OH44Kq44KS44K144Od44O844OI44GX44Gm44GE44G+44Gb44KT44CC5pyA5paw44GuIEZsYXNoIFBsYXllciDjgpLjg4Djgqbjg7Pjg63jg7zjg4njgZnjgovjgavjga/jgIHjg5Pjg4fjgqrpoJjln5/jgpLjgq/jg6rjg4Pjgq/jgZfjgabjgY/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+C5Yqg6ICF44Gr6KaL44Gb44KLIi8+DQoJCTx1aXRleHQgbmFtZT0iTVVURSIgdmFsdWU9IuODn+ODpeODvOODiCIvPg0KCQk8dWl0ZXh0IG5hbWU9IkRPQ1dSQVBfVElUTEUiIHZhbHVlPSJQcmVzZW50ZXIg5re75LuY44OV44Kh44Kk44OrIi8+DQoJCTx1aXRleHQgbmFtZT0iRE9DV1JBUF9NU0ciIHZhbHVlPSLjg57jgqTjgrPjg7Pjg5Tjg6Xjg7zjgr/jgavkv53lrZgiLz4NCgkJPHVpdGV4dCBuYW1lPSJET0NXUkFQX1BST01QVCIgdmFsdWU9IuOCr+ODquODg+OCr+OBl+OBpuODgOOCpuODs+ODreODvOODiSIvPg0KCTwvbGFuZ3VhZ2U+DQoJPGxhbmd1YWdlIGlkPSJrbyI+DQoJCTwhLS0gZm9ybWF0IGZvciB1aWZvbnQgdmFsdWUgaXMgImZvbnQsc2l6ZSxpc2JvbGQsaXNpdGFsaWMsaXNzaGFkb3dlZCIgLS0+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+DQoJCTx1aWZvbnQgbmFtZT0iRk9OVF9FTEFQU0VEVElNRSIgdmFsdWU9IlZlcmRhbmEsMTEsdHJ1ZSxmYWxzZSxmYWxzZSIvPg0KCQk8dWlmb250IG5hbWU9IkZPTlRfVVRJTFNNRU5VIiB2YWx1ZT0iVmVyZGFuYSw5LHRydWUsZmFsc2UsZmFsc2UiLz4NCgkJPHVpZm9udCBuYW1lPSJGT05UX1RBQlMiIHZhbHVlPSJWZXJkYW5hLDExLGZhbHNlLGZhbHNlLGZhbHNlIi8+DQoJCTx1aWZvbnQgbmFtZT0iRk9OVF9QUkVTRU5UQVRJT05OQU1FIiB2YWx1ZT0iVmVyZGFuYSwxNSxmYWxzZSxmYWxzZSx0cnVlIi8+DQoJCTx1aWZvbnQgbmFtZT0iRk9OVF9QUkVTRU5URVJOQU1FIiB2YWx1ZT0iVmVyZGFuYSwxNSx0cnVlLGZhbHNlLHRydWUiLz4NCgkJPHVpZm9udCBuYW1lPSJGT05UX1BSRVNFTlRFUlRJVExFIiB2YWx1ZT0iVmVyZGFuYSwxMSxmYWxzZSxmYWxzZSx0cnVlIi8+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MTEsZmFsc2UsZmFsc2UsdHJ1ZSIvPg0KCQk8dWlmb250IG5hbWU9IkZPTlRfQklPV0lOIiB2YWx1ZT0iVmVyZGFuYSwxMSxmYWxzZSxmYWxzZSxmYWxzZSIvPg0KCQk8dWlmb250IG5hbWU9IkZPTlRfTElTVEhFQURJTkciIHZhbHVlPSJWZXJkYW5hLDExLGZhbHNlLGZhbHNlLGZhbHNlIi8+DQoJCTx1aWZvbnQgbmFtZT0iRk9OVF9XSU5USVRMRSIgdmFsdWU9IlZlcmRhbmEsMTE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+ZIOyekeyXheydhCDsiJjtlontlaAg7IiYIOyXhuyKteuLiOuLpC4iLz4NCgkJPHVpdGV4dCBuYW1lPSJDT0xMQUJfTE9DQUxfUExBWUJBQ0tfVElUTEUiIHZhbHVlPSLroZzsu6wg7J6s7IOdIi8+DQoJCTx1aXRleHQgbmFtZT0iQ09MTEFCX0xPQ0FMX1BMQVlCQUNLQlROIiB2YWx1ZT0i7ZmV7J24Ii8+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+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+DQoJCTwhLS0gc3Vic3RpdHV0aW9uOiAlcyA9PSBzZWNvbmRzIHJlbWFpbmluZyAtLT4NCgkJPHVpdGV4dCBuYW1lPSJFTEFQU0VEIiB2YWx1ZT0iJW3rtoQgJXPstIgg64Ko7J2MIi8+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+DQoJCTx1aXRleHQgbmFtZT0iQklPQlROX1RJVExFIiB2YWx1ZT0i6rK966ClIOyGjOqwnCIvPg0KCQk8dWl0ZXh0IG5hbWU9IkRJVklERVJCVE5fVElUTEUiIHZhbHVlPSJ8Ii8+DQoJCTx1aXRleHQgbmFtZT0iQ09OVEFDVEJUTl9USVRMRSIgdmFsdWU9IuyXsOudveyymCIvPg0KCQk8dWl0ZXh0IG5hbWU9IlRBQl9RVUlaIiB2YWx1ZT0i7YC07KaIIi8+DQoJCTx1aXRleHQgbmFtZT0iVEFCX09VVExJTkUiIHZhbHVlPSLqsJzsmpQiLz4NCgkJPHVpdGV4dCBuYW1lPSJUQUJfVEhVTUIiIHZhbHVlPSLstpXshoztjJAiLz4NCgkJPHVpdGV4dCBuYW1lPSJUQUJfTk9URVMiIHZhbHVlPSLrhbjtirgiLz4NCgkJPHVpdGV4dCBuYW1lPSJUQUJfU0VBUkNIIiB2YWx1ZT0i6rKA7IOJIi8+DQoJCTx1aXRleHQgbmFtZT0iU0xJREVfSEVBRElORyIgdmFsdWU9IuyKrOudvOydtOuTnCDsoJzrqqkiLz4NCgkJPHVpdGV4dCBuYW1lPSJEVVJBVElPTl9IRUFESU5HIiB2YWx1ZT0i7J6s7IOd7Iuc6rCEIi8+DQoJCTx1aXRleHQgbmFtZT0iU0VBUkNIX0hFQURJTkciIHZhbHVlPSLthY3siqTtirgg6rKA7IOJOiIvPg0KCQk8dWl0ZXh0IG5hbWU9IlRIVU1CX0hFQURJTkciIHZhbHVlPSLsiqzrnbzsnbTrk5wiLz4NCgkJPHVpdGV4dCBuYW1lPSJUSFVNQl9JTkZPIiB2YWx1ZT0i7KCc66qpL+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+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+DQoJCTx1aXRleHQgbmFtZT0iUVVJWlBPRF9RVUlaX1BBU1NTQ09SRSIgdmFsdWU9Iu2GteqzvCDsoJDsiJg6Ii8+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+E7ZWY7KeAIOyViuydgCDsp4jrrLjsnbQg7J6I7Iq164uI64ukLiYjeEE7JiN4QTvtgLTspojrpbwg7KKF66OM7ZWY66Ck66m0IFvsmIhd66W8IO2BtOumre2VmOqzoCwg7YC07KaI66W8IOqzhOyGje2VmOugpOuptCBb7JWE64uI7JikXeulvCDtgbTrpq3tlZjsi63si5zsmKQuIi8+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+DQoJCTx1aXRleHQgbmFtZT0iRE9DV1JBUF9QUk9NUFQiIHZhbHVlPSLtgbTrpq3tlZjsl6wg64uk7Jq066Gc65OcIi8+DQoJPC9sYW5ndWFnZT4NCgk8bGFuZ3VhZ2UgaWQ9ImVz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+DQoJCTx1aXRleHQgbmFtZT0iQ09MTEFCX0xPQ0FMX1BMQVlCQUNLQlROIiB2YWx1ZT0iT2siLz4NCgkJPHVpdGV4dCBuYW1lPSJVTk5BTUVEU0xJREVUSVRMRSIgdmFsdWU9IkRpYXBvc2l0aXZhICVu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RldGVuaWRhIi8+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+DQoJCTx1aXRleHQgbmFtZT0iU0NSVUJCQVJTVEFUVVNfUkVWSUVXUVVJWiIgdmFsdWU9IlJldmlzYW5kbyBwcnVlYmEiLz4NCgkJPCEtLSBzdWJzdGl0dXRpb246ICVtID09IG1pbnV0ZXMgcmVtYWluaW5nIC0tPg0KCQk8IS0tIHN1YnN0aXR1dGlvbjogJXMgPT0gc2Vjb25kcyByZW1haW5pbmcgLS0+DQoJCTx1aXRleHQgbmFtZT0iRUxBUFNFRCIgdmFsdWU9IiVtIG1pbnV0b3MgJXMgc2VndW5kb3MgcmVzdGFudGVzIi8+DQoJCTx1aXRleHQgbmFtZT0iTk9URk9VTkQiIHZhbHVlPSJObyBzZSBoYSBlbmNvbnRyYWRvIG5hZGEiLz4NCgkJPHVpdGV4dCBuYW1lPSJBVFRBQ0hNRU5UUyIgdmFsdWU9IkFyY2hpdm9zIGFkanVudG9zIi8+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+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+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+DQoJCTx1aXRleHQgbmFtZT0iUVVJWlBPRF9RVUlaX0FUVEVNUFQiIHZhbHVlPSJJbnRlbnRvIGRlIHBydWViYToiLz4NCgkJPHVpdGV4dCBuYW1lPSJRVUlaUE9EX1FVSVpfQVRURU1QVF9WQUxVRSIgdmFsdWU9IiVuIGRlICV0Ii8+DQoJCTx1aXRleHQgbmFtZT0iUVVJWlBPRF9RVUlaX1NDT1JFIiB2YWx1ZT0iUHVudHVhY2nDs246Ii8+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+DQoJCTx1aXRleHQgbmFtZT0iV0FSTklOR01TR19ZRVNTVFJJTkciIHZhbHVlPSJTw60iLz4NCgkJPHVpdGV4dCBuYW1lPSJXQVJOSU5HTVNHX05PU1RSSU5HIiB2YWx1ZT0iTm8iLz4NCgkJPHVpdGV4dCBuYW1lPSJXQVJOSU5HTVNHX1RJVExFU1RSSU5HIiB2YWx1ZT0iQXZpc28gZGUgbmF2ZWdhY2nDs24gZGUgcHJ1ZWJhIi8+DQoJCTx1aXRleHQgbmFtZT0iV0FSTklOR01TR19NU0dTVFJJTkciIHZhbHVlPSJIYXkgcHJlZ3VudGFzIHNpbiBpbnRlbnRvcyBlbiBlc3RhIHBydWViYS4mI3hBOyYjeEE7UGFyYSBzYWxpciBkZSBsYSBwcnVlYmEsIGhhZ2EgY2xpYyBlbiBTw60uIFBhcmEgY29udGludWFyLCBoYWdhIGNsaWMgZW4gTm8uIi8+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+DQoJCTwhLS0gc3Vic3RpdHV0aW9uOiAlbiA9PSBzbGlkZSBudW1iZXIgLS0+DQoJCTx1aXRleHQgbmFtZT0iQk9PS01BUktTTElERSIgdmFsdWU9IkFkb2JlIFByZXNlbnRlcjogJXAgJXMiLz4NCgkJPHVpdGV4dCBuYW1lPSJTSE9XU0lERUJBUiIgdmFsdWU9Ik1vc3RyYXIgYmFycmEgbGF0ZXJhbCBhIGxvcyBwYXJ0aWNpcGFudGVzIi8+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+DQoJPGxhbmd1YWdlIGlkPSJwd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+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+DQoJCTx1aXRleHQgbmFtZT0iU0NSVUJCQVJTVEFUVVNfUExBWUlORyIgdmFsdWU9IlJlcHJvZHV6aW5kbyIvPg0KCQk8dWl0ZXh0IG5hbWU9IlNDUlVCQkFSU1RBVFVTX05PQVVESU8iIHZhbHVlPSJTZW0gw6F1ZGlvIi8+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+DQoJCTx1aXRleHQgbmFtZT0iU0NSVUJCQVJTVEFUVVNfUkVWSUVXUVVJWiIgdmFsdWU9IlJldmlzYW5kbyBxdWVzdGlvbsOhcmlvIi8+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+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+DQoJCTx1aXRleHQgbmFtZT0iVEFCX1FVSVoiIHZhbHVlPSJRdWVzdC4iLz4NCgkJPHVpdGV4dCBuYW1lPSJUQUJfT1VUTElORSIgdmFsdWU9IkVzcXVlbWEiLz4NCgkJPHVpdGV4dCBuYW1lPSJUQUJfVEhVTUIiIHZhbHVlPSJNaW5pIi8+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+DQoJCTx1aXRleHQgbmFtZT0iQ09VUlNFX1NUQVRVUyIgdmFsdWU9IlN0YXR1cyBkbyBtw7NkdWxvIi8+DQoJCTx1aXRleHQgbmFtZT0iUEFTU0VEX1NUUklORyIgdmFsdWU9IkFwcm92YWRvIi8+DQoJCTx1aXRleHQgbmFtZT0iRkFJTEVEX1NUUklORyIgdmFsdWU9IlJlcHJvdmFkbyIvPg0KCQk8IS0tcXVpeiBwb2QgYW5kIG1lc3NhZ2UgYm94IHRleHRzLS0+DQoJCTx1aXRleHQgbmFtZT0iUVVJWlBPRF9RVUlaX0FUVEVNUFQiIHZhbHVlPSJUZW50YXRpdmEgbm8gcXVlc3Rpb27DoXJpbzoiLz4NCgkJPHVpdGV4dCBuYW1lPSJRVUlaUE9EX1FVSVpfQVRURU1QVF9WQUxVRSIgdmFsdWU9IiVuIGRlICV0Ii8+DQoJCTx1aXRleHQgbmFtZT0iUVVJWlBPRF9RVUlaX1NDT1JFIiB2YWx1ZT0iUG9udHVhw6fDo286Ii8+DQoJCTx1aXRleHQgbmFtZT0iUVVJWlBPRF9RVUlaX1BBU1NTQ09SRSIgdmFsdWU9IlBvbnR1YcOnw6NvIGRlIGFwcm92YcOnw6NvOiIvPg0KCQk8dWl0ZXh0IG5hbWU9IlFVSVpQT0RfUVVJWl9NQVhTQ09SRSIgdmFsdWU9IlBvbnR1YcOnw6NvIG3DoXhpbWE6Ii8+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+DQoJCTx1aXRleHQgbmFtZT0iUVVJWlBPRF9RVUlaQVRNUFRfSU5GIiB2YWx1ZT0iSW5maW5pdG8iLz4NCgkJPHVpdGV4dCBuYW1lPSJRVUlaUE9EX1FVRVNBVE1QVF9JTkYiIHZhbHVlPSJJbmZpbml0byIvPg0KCQk8dWl0ZXh0IG5hbWU9IldBUk5JTkdNU0dfWUVTU1RSSU5HIiB2YWx1ZT0iU2ltIi8+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+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+DQoJPC9sYW5ndWFnZT4NCgk8bGFuZ3VhZ2UgaWQ9Iml0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+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ludGVycm90dG8iLz4NCgkJPHVpdGV4dCBuYW1lPSJTQ1JVQkJBUlNUQVRVU19QTEFZSU5HIiB2YWx1ZT0iUmlwcm9kdXppb25lIi8+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+DQoJCTx1aXRleHQgbmFtZT0iRUxBUFNFRCIgdmFsdWU9IiVtIE1pbnV0aSAlcyBTZWNvbmRpIHJpbWFuZW50aSIvPg0KCQk8dWl0ZXh0IG5hbWU9Ik5PVEZPVU5EIiB2YWx1ZT0iTmVzc3VuIGVsZW1lbnRvIHRyb3ZhdG8iLz4NCgkJPHVpdGV4dCBuYW1lPSJBVFRBQ0hNRU5UUyIgdmFsdWU9IkFsbGVnYXRp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+DQoJCTx1aXRleHQgbmFtZT0iRFVSQVRJT05fSEVBRElORyIgdmFsdWU9IkR1cmF0YSIvPg0KCQk8dWl0ZXh0IG5hbWU9IlNFQVJDSF9IRUFESU5HIiB2YWx1ZT0iQ2VyY2EgdGVzdG86Ii8+DQoJCTx1aXRleHQgbmFtZT0iVEhVTUJfSEVBRElORyIgdmFsdWU9IkRpYXBvc2l0aXZhIi8+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+DQoJCTx1aXRleHQgbmFtZT0iUVVJWlBPRF9RVUlaX1BBU1NTQ09SRSIgdmFsdWU9IlB1bnRlZ2dpbyBtaW5pbW86Ii8+DQoJCTx1aXRleHQgbmFtZT0iUVVJWlBPRF9RVUlaX01BWFNDT1JFIiB2YWx1ZT0iUHVudGVnZ2lvIG1hc3NpbW86Ii8+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+DQoJCTx1aXRleHQgbmFtZT0iV0FSTklOR01TR19ZRVNTVFJJTkciIHZhbHVlPSJTw6wiLz4NCgkJPHVpdGV4dCBuYW1lPSJXQVJOSU5HTVNHX05PU1RSSU5HIiB2YWx1ZT0iTm8iLz4NCgkJPHVpdGV4dCBuYW1lPSJXQVJOSU5HTVNHX1RJVExFU1RSSU5HIiB2YWx1ZT0iQXZ2ZXJ0ZW56YSBuYXZpZ2F6aW9uZSBxdWl6Ii8+DQoJCTx1aXRleHQgbmFtZT0iV0FSTklOR01TR19NU0dTVFJJTkciIHZhbHVlPSJPY2NvcnJlIGFuY29yYSByaXNwb25kZXJlIGFkIGFsY3VuZSBkb21hbmRlIGRlbCBxdWl6LiYjeEE7JiN4QTtTZSBmYXRlIGNsaWMgc3UgU8OsLCB1c2NpcmV0ZSBkYWwgcXVpei4gRmF0ZSBjbGljIHN1IE5vIHBlciBjb250aW51YXJlIGlsIHF1aXouIi8+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3N0cmEgYmFycmEgbGF0ZXJhbGUgYWkgcGFydGVjaXBhbnRpIi8+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+DQoJPGxhbmd1YWdlIGlkPSJub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+DQoJCTx1aXRleHQgbmFtZT0iQ09MTEFCX0xPQ0FMX1BMQVlCQUNLX01TRyIgdmFsdWU9IkNvbnRlbnQgaXMgYmVpbmcgcGxheWVkIGxvY2FsbHkuXG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+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+DQoJCTx1aXRleHQgbmFtZT0iU0NSVUJCQVJTVEFUVVNfUVVFU1RJT04iIHZhbHVlPSJWcmFhZyBtZXQgYW50d29vcmQiLz4NCgkJPHVpdGV4dCBuYW1lPSJTQ1JVQkJBUlNUQVRVU19SRVZJRVdRVUlaIiB2YWx1ZT0iUXVpeiBjb250cm9sZXJlbiIvPg0KCQk8IS0tIHN1YnN0aXR1dGlvbjogJW0gPT0gbWludXRlcyByZW1haW5pbmcgLS0+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+DQoJCTwhLS0gc3Vic3RpdHV0aW9uOiAlcCA9PSBjdXJyZW50IHNwZWFrZXIncyB0aXRsZSAtLT4NCgkJPHVpdGV4dCBuYW1lPSJCSU9XSU5fVElUTEUiIHZhbHVlPSJCaW9ncmFmaWU6ICVwIi8+DQoJCTx1aXRleHQgbmFtZT0iQklPQlROX1RJVExFIiB2YWx1ZT0iQmlvZ3JhZmllIi8+DQoJCTx1aXRleHQgbmFtZT0iRElWSURFUkJUTl9USVRMRSIgdmFsdWU9InwiLz4NCgkJPHVpdGV4dCBuYW1lPSJDT05UQUNUQlROX1RJVExFIiB2YWx1ZT0iQ29udGFjdCIvPg0KCQk8dWl0ZXh0IG5hbWU9IlRBQl9RVUlaIiB2YWx1ZT0iUXVpeiIvPg0KCQk8dWl0ZXh0IG5hbWU9IlRBQl9PVVRMSU5FIiB2YWx1ZT0iT3ZlcnppY2h0Ii8+DQoJCTx1aXRleHQgbmFtZT0iVEFCX1RIVU1CIiB2YWx1ZT0iTWluaWF0dXVyIi8+DQoJCTx1aXRleHQgbmFtZT0iVEFCX05PVEVTIiB2YWx1ZT0iTm90aXRpZXMiLz4NCgkJPHVpdGV4dCBuYW1lPSJUQUJfU0VBUkNIIiB2YWx1ZT0iWm9la2VuIi8+DQoJCTx1aXRleHQgbmFtZT0iU0xJREVfSEVBRElORyIgdmFsdWU9IlRpdGVsIHZhbiBkaWEiLz4NCgkJPHVpdGV4dCBuYW1lPSJEVVJBVElPTl9IRUFESU5HIiB2YWx1ZT0iRHV1ciIvPg0KCQk8dWl0ZXh0IG5hbWU9IlNFQVJDSF9IRUFESU5HIiB2YWx1ZT0iWm9la2VuIG5hYXIgdGVrc3Q6Ii8+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+DQoJCTx1aXRleHQgbmFtZT0iU0xJREVfTk9URVMiIHZhbHVlPSJEaWFub3RpdGllc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+DQoJCTx1aXRleHQgbmFtZT0iUVVJWlBPRF9RVUlaX01BWFNDT1JFIiB2YWx1ZT0iTWF4aW1hYWwgaGFhbGJhcmUgc2NvcmU6Ii8+DQoJCTx1aXRleHQgbmFtZT0iUVVJWlBPRF9RVUVTQVRNUFRfU1RSIiB2YWx1ZT0iUG9naW5nOiAlbiB2YW4gJXQiLz4NCgkJPHVpdGV4dCBuYW1lPSJRVUlaUE9EX1FVRVNUWVBFX1NUUiIgdmFsdWU9IlR5cGU6ICVzIi8+DQoJCTx1aXRleHQgbmFtZT0iUVVJWlBPRF9RVUVTVFlQRV9HUkQiIHZhbHVlPSJUZWx0IHZvb3Igc2NvcmUiLz4NCgkJPHVpdGV4dCBuYW1lPSJRVUlaUE9EX1FVRVNUWVBFX1NWWSIgdmFsdWU9IkVucXXDqnRlIi8+DQoJCTx1aXRleHQgbmFtZT0iUVVJWlBPRF9RVUlaQVRNUFRfSU5GIiB2YWx1ZT0iT25iZXBlcmt0Ii8+DQoJCTx1aXRleHQgbmFtZT0iUVVJWlBPRF9RVUVTQVRNUFRfSU5GIiB2YWx1ZT0iT25iZXBlcmt0Ii8+DQoJCTx1aXRleHQgbmFtZT0iV0FSTklOR01TR19ZRVNTVFJJTkciIHZhbHVlPSJKYSIvPg0KCQk8dWl0ZXh0IG5hbWU9IldBUk5JTkdNU0dfTk9TVFJJTkciIHZhbHVlPSJOZWUiLz4NCgkJPHVpdGV4dCBuYW1lPSJXQVJOSU5HTVNHX1RJVExFU1RSSU5HIiB2YWx1ZT0iV2FhcnNjaHV3aW5nIG1ldCBiZXRyZWtraW5nIHRvdCBxdWl6bmF2aWdhdGllIi8+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aaWpwYW5lZWwgYWFuIGRlZWxuZW1lcnMgd2VlcmdldmVuIi8+DQoJCTx1aXRleHQgbmFtZT0iTVVURSIgdmFsdWU9IkRlbXBlbiIvPg0KCQk8dWl0ZXh0IG5hbWU9IkRPQ1dSQVBfVElUTEUiIHZhbHVlPSJQcmVzZW50ZXItYmVzdGFuZHNiaWpsYWdlIi8+DQoJCTx1aXRleHQgbmFtZT0iRE9DV1JBUF9NU0ciIHZhbHVlPSJPcHNsYWFuIGluIERlemUgY29tcHV0ZXIiLz4NCgkJPHVpdGV4dCBuYW1lPSJET0NXUkFQX1BST01QVCIgdmFsdWU9IktsaWsgb20gdGUgZG93bmxvYWRlbiIvPg0KCTwvbGFuZ3VhZ2U+DQoJPGxhbmd1YWdlIGlkPSJjbiI+DQoJCTwhLS0gZm9ybWF0IGZvciB1aWZvbnQgdmFsdWUgaXMgImZvbnQsc2l6ZSxpc2JvbGQsaXNpdGFsaWMsaXNzaGFkb3dlZCIgLS0+DQoJCTx1aWZvbnQgbmFtZT0iRk9OVF9RVUlaWklORyIgdmFsdWU9IuWui+S9ky0xODAzMCwxMCxmYWxzZSxmYWxzZSxmYWxzZSIvPg0KCQk8dWlmb250IG5hbWU9IkZPTlRfU0NSVUJTVEFUVVMiIHZhbHVlPSLlrovkvZMtMTgwMzAsMTAsdHJ1ZSxmYWxzZSx0cnVlIi8+DQoJCTx1aWZvbnQgbmFtZT0iRk9OVF9TQ1JVQlRJTUUiIHZhbHVlPSLlrovkvZMtMTgwMzAsMTAsZmFsc2UsZmFsc2UsdHJ1ZSIvPg0KCQk8dWlmb250IG5hbWU9IkZPTlRfRUxBUFNFRFRJTUUiIHZhbHVlPSLlrovkvZMtMTgwMzAsMTAsdHJ1ZSxmYWxzZSx0cnVlIi8+DQoJCTx1aWZvbnQgbmFtZT0iRk9OVF9VVElMU01FTlUiIHZhbHVlPSLlrovkvZMtMTgwMzAsMTAsdHJ1ZSxmYWxzZSxmYWxzZSIvPg0KCQk8dWlmb250IG5hbWU9IkZPTlRfVEFCUyIgdmFsdWU9IuWui+S9ky0xODAzMCwxNCx0cnVlLGZhbHNlLHRydWUiLz4NCgkJPHVpZm9udCBuYW1lPSJGT05UX1BSRVNFTlRBVElPTk5BTUUiIHZhbHVlPSLlrovkvZMtMTgwMzAsMTQsZmFsc2UsZmFsc2UsdHJ1ZSIvPg0KCQk8dWlmb250IG5hbWU9IkZPTlRfUFJFU0VOVEVSTkFNRSIgdmFsdWU9IuWui+S9ky0xODAzMCwxNCx0cnVlLGZhbHNlLHRydWUiLz4NCgkJPHVpZm9udCBuYW1lPSJGT05UX1BSRVNFTlRFUlRJVExFIiB2YWx1ZT0i5a6L5L2TLTE4MDMwLDEzLGZhbHNlLGZhbHNlLHRydWUiLz4NCgkJPHVpZm9udCBuYW1lPSJGT05UX0JJT0JUTiIgdmFsdWU9IuWui+S9ky0xODAzMCwxMCxmYWxzZSxmYWxzZSx0cnVlIi8+DQoJCTx1aWZvbnQgbmFtZT0iRk9OVF9OT1RFUyIgdmFsdWU9IuWui+S9ky0xODAzMCwxMixmYWxzZSxmYWxzZSxmYWxzZSIvPg0KCQk8dWlmb250IG5hbWU9IkZPTlRfT1VUTElORSIgdmFsdWU9IuWui+S9ky0xODAzMCwxMixmYWxzZSxmYWxzZSx0cnVlIi8+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+DQoJCTx1aWZvbnQgbmFtZT0iRk9OVF9MSVNUSEVBRElORyIgdmFsdWU9IuWui+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+S9ky0xODAzMCwxMix0cnVlLGZhbHNlLHRydWUiLz4NCgkJPHVpZm9udCBuYW1lPSJGT05UX01TR0JPWF9NU0ciIHZhbHVlPSLlrovkvZMtMTgwMzAsMTIsZmFsc2UsZmFsc2UsdHJ1ZSIvPg0KCQk8dWlmb250IG5hbWU9IkZPTlRfTVNHQk9YX09QVElPTlMiIHZhbHVlPSLlrovkvZMtMTgwMzAsMTAsdHJ1ZSxmYWxzZSx0cnVlIi8+DQoJCTx1aWZvbnQgbmFtZT0iRk9OVF9RVUlaUE9EX1FVSVpfVElUTEUiIHZhbHVlPSLlrovkvZMtMTgwMzAsMTIsdHJ1ZSxmYWxzZSx0cnVlIi8+DQoJCTx1aWZvbnQgbmFtZT0iRk9OVF9RVUlaUE9EX1FVSVpfQVRURU1QVCIgdmFsdWU9IuWui+S9ky0xODAzMCwxMCxmYWxzZSxmYWxzZSx0cnVlIi8+DQoJCTx1aWZvbnQgbmFtZT0iRk9OVF9RVUlaUE9EX1FVSVpfQVRURU1QVF9WQUxVRSIgdmFsdWU9IuWui+S9ky0xODAzMCwxMCx0cnVlLGZhbHNlLHRydWUiLz4NCgkJPHVpZm9udCBuYW1lPSJGT05UX1FVSVpQT0RfUVVFU1RJT05fU0NPUkUiIHZhbHVlPSLlrovkvZMtMTgwMzAsMTAsZmFsc2UsZmFsc2UsdHJ1ZSIvPg0KCQk8dWlmb250IG5hbWU9IkZPTlRfUVVJWlBPRF9RVUVTVElPTl9TQ09SRV9WQUxVRSIgdmFsdWU9IuWui+S9ky0xODAzMCwxMCx0cnVlLGZhbHNlLHRydWUiLz4NCgkJPHVpZm9udCBuYW1lPSJGT05UX1FVSVpQT0RfUVVFU1RJT05fQVRURU1QVCIgdmFsdWU9IuWui+S9ky0xODAzMCwxMCxmYWxzZSxmYWxzZSx0cnVlIi8+DQoJCTx1aWZvbnQgbmFtZT0iRk9OVF9RVUlaUE9EX1FVRVNUSU9OX0FUVEVNUFRfVkFMVUUiIHZhbHVlPSLlrovkvZMtMTgwMzAsMTAsdHJ1ZSxmYWxzZSx0cnVlIi8+DQoJCTx1aWZvbnQgbmFtZT0iRk9OVF9RVUlaUE9EX1FVRVNUSU9OX1RBRyIgdmFsdWU9IuWui+S9ky0xODAzMCwxMix0cnVlLGZhbHNlLHRydWUiLz4NCgkJPHVpZm9udCBuYW1lPSJGT05UX1FVSVpQT0RfUVVJWl9RVUVTVElPTl9DT1VOVCIgdmFsdWU9IuWui+S9ky0xODAzMCwxMCxmYWxzZSxmYWxzZSx0cnVlIi8+DQoJCTx1aWZvbnQgbmFtZT0iRk9OVF9RVUlaUE9EX1FVSVpfUVVFU1RJT05fQ09VTlRfVkFMVUUiIHZhbHVlPSLlrovkvZMtMTgwMzAsMTAsdHJ1ZSxmYWxzZSx0cnVlIi8+DQoJCTx1aWZvbnQgbmFtZT0iRk9OVF9RVUlaUE9EX1FVSVpfUVVFU1RJT05fQVRURU1QVEVEIiB2YWx1ZT0i5a6L5L2TLTE4MDMwLDEwLGZhbHNlLGZhbHNlLHRydWUiLz4NCgkJPHVpZm9udCBuYW1lPSJGT05UX1FVSVpQT0RfUVVJWl9RVUVTVElPTl9BVFRFTVBURURfVkFMVUUiIHZhbHVlPSLlrovkvZMtMTgwMzAsMTAsdHJ1ZSxmYWxzZSx0cnVlIi8+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+S9ky0xODAzMCwxMCx0cnVlLGZhbHNlLHRydWUiLz4NCgkJPHVpZm9udCBuYW1lPSJGT05UX1FVSVpQT0RfUVVJWl9NQVhTQ09SRSIgdmFsdWU9IuWui+S9ky0xODAzMCwxMCxmYWxzZSxmYWxzZSx0cnVlIi8+DQoJCTx1aWZvbnQgbmFtZT0iRk9OVF9RVUlaUE9EX1FVSVpfTUFYU0NPUkVfVkFMVUUiIHZhbHVlPSLlrovkvZMtMTgwMzAsMTAsdHJ1ZSxmYWxzZSx0cnVlIi8+DQoJCTx1aWZvbnQgbmFtZT0iRk9OVF9RVUlaUE9EX1FVSVpfUEFTU1NDT1JFIiB2YWx1ZT0i5a6L5L2TLTE4MDMwLDEwLGZhbHNlLGZhbHNlLHRydWUiLz4NCgkJPHVpZm9udCBuYW1lPSJGT05UX1FVSVpQT0RfUVVJWl9QQVNTU0NPUkVfVkFMVUUiIHZhbHVlPSLlrovkvZMtMTgwMzAsMTAsdHJ1ZSxmYWxzZSx0cnVlIi8+DQoJCTwhLS0gdWl0ZXh0IC0tPg0KCQk8IS0tIHN1YnN0aXR1dGlvbjogJW4gPT0gc2xpZGUgbnVtYmVyIC0t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+DQoJCTx1aXRleHQgbmFtZT0iQ09MTEFCX0xPQ0FMX1BMQVlCQUNLX1RJVExFIiB2YWx1ZT0iTG9jYWwgUGxheWJhY2siLz4NCgkJPHVpdGV4dCBuYW1lPSJDT0xMQUJfTE9DQUxfUExBWUJBQ0tCVE4iIHZhbHVlPSJPayIvPg0KCQk8dWl0ZXh0IG5hbWU9IlVOTkFNRURTTElERVRJVExFIiB2YWx1ZT0i5bm754Gv54mHICVuIi8+DQoJCTwhLS0gc3Vic3RpdHV0aW9uOiAlbiA9PSBzbGlkZSBudW1iZXIgLS0+DQoJCTwhLS0gc3Vic3RpdHV0aW9uOiAldCA9PSB0b3RhbCBzbGlkZSBjb3VudCAtLT4NCgkJPHVpdGV4dCBuYW1lPSJTQ1JVQkJBUlNUQVRVU19TTElERUlORk8iIHZhbHVlPSLlubvnga/niYcgJW4gLyAldCB8ICIvPg0KCQk8dWl0ZXh0IG5hbWU9IlNDUlVCQkFSU1RBVFVTX1NUT1BQRUQiIHZhbHVlPSLlt7LlgZzmraIiLz4NCgkJPHVpdGV4dCBuYW1lPSJTQ1JVQkJBUlNUQVRVU19QTEFZSU5HIiB2YWx1ZT0i5q2j5Zyo5pKt5pS+Ii8+DQoJCTx1aXRleHQgbmFtZT0iU0NSVUJCQVJTVEFUVVNfTk9BVURJTyIgdmFsdWU9IuaXoOmfs+mikSIvPg0KCQk8dWl0ZXh0IG5hbWU9IlNDUlVCQkFSU1RBVFVTX1ZJRFBMQVlJTkciIHZhbHVlPSLop4bpopHmkq3mlL4iLz4NCgkJPHVpdGV4dCBuYW1lPSJTQ1JVQkJBUlNUQVRVU19MT0FESU5HIiB2YWx1ZT0i5q2j5Zyo6L295YWlIi8+DQoJCTx1aXRleHQgbmFtZT0iU0NSVUJCQVJTVEFUVVNfQlVGRkVSSU5HIiB2YWx1ZT0i5q2j5Zyo6L+b6KGM57yT5Yay5aSE55CGIi8+DQoJCTx1aXRleHQgbmFtZT0iU0NSVUJCQVJTVEFUVVNfUVVFU1RJT04iIHZhbHVlPSLlm57nrZTpl67popgiLz4NCgkJPHVpdGV4dCBuYW1lPSJTQ1JVQkJBUlNUQVRVU19SRVZJRVdRVUlaIiB2YWx1ZT0i5q2j5Zyo5a6h6ZiF5rWL6aqMIi8+DQoJCTwhLS0gc3Vic3RpdHV0aW9uOiAlbSA9PSBtaW51dGVzIHJlbWFpbmluZyAtLT4NCgkJPCEtLSBzdWJzdGl0dXRpb246ICVzID09IHNlY29uZHMgcmVtYWluaW5nIC0tPg0KCQk8dWl0ZXh0IG5hbWU9IkVMQVBTRUQiIHZhbHVlPSLliankvZkgJW0g5YiG6ZKfICVzIOenkiIvPg0KCQk8dWl0ZXh0IG5hbWU9Ik5PVEZPVU5EIiB2YWx1ZT0i5pyq5om+5Yiw5Lu75L2V5YaF5a65Ii8+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+mqjCIvPg0KCQk8dWl0ZXh0IG5hbWU9IlRBQl9PVVRMSU5FIiB2YWx1ZT0i5aSn57qyIi8+DQoJCTx1aXRleHQgbmFtZT0iVEFCX1RIVU1CIiB2YWx1ZT0i57yp55Wl5Zu+Ii8+DQoJCTx1aXRleHQgbmFtZT0iVEFCX05PVEVTIiB2YWx1ZT0i5aSH5rOoIi8+DQoJCTx1aXRleHQgbmFtZT0iVEFCX1NFQVJDSCIgdmFsdWU9IuaQnOe0oiIvPg0KCQk8dWl0ZXh0IG5hbWU9IlNMSURFX0hFQURJTkciIHZhbHVlPSLlubvnga/niYfmoIfpopgiLz4NCgkJPHVpdGV4dCBuYW1lPSJEVVJBVElPTl9IRUFESU5HIiB2YWx1ZT0i5oyB57ut5pe26Ze0Ii8+DQoJCTx1aXRleHQgbmFtZT0iU0VBUkNIX0hFQURJTkciIHZhbHVlPSLmkJzntKLmlofmnKw6Ii8+DQoJCTx1aXRleHQgbmFtZT0iVEhVTUJfSEVBRElORyIgdmFsdWU9IuW5u+eBr+eJhyIvPg0KCQk8dWl0ZXh0IG5hbWU9IlRIVU1CX0lORk8iIHZhbHVlPSLlubvnga/niYfmoIfpopgv5oyB57ut5pe26Ze0Ii8+DQoJCTx1aXRleHQgbmFtZT0iQVRUQUNITkFNRV9IRUFESU5HIiB2YWx1ZT0i5paH5Lu25ZCNIi8+DQoJCTx1aXRleHQgbmFtZT0iQVRUQUNIU0laRV9IRUFESU5HIiB2YWx1ZT0i5aSn5bCPIi8+DQoJCTx1aXRleHQgbmFtZT0iU0xJREVfTk9URVMiIHZhbHVlPSLlubvnga/niYflpIfms6g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ua1i+mqjOWwneivleasoeaVsDoiLz4NCgkJPHVpdGV4dCBuYW1lPSJRVUlaUE9EX1FVSVpfQVRURU1QVF9WQUxVRSIgdmFsdWU9IuesrCAlbiDmrKHvvIzlhbEgJXQg5qyhIi8+DQoJCTx1aXRleHQgbmFtZT0iUVVJWlBPRF9RVUlaX1NDT1JFIiB2YWx1ZT0i5b6X5YiGOiIvPg0KCQk8dWl0ZXh0IG5hbWU9IlFVSVpQT0RfUVVJWl9QQVNTU0NPUkUiIHZhbHVlPSLlj4rmoLzliIbmlbA6Ii8+DQoJCTx1aXRleHQgbmFtZT0iUVVJWlBPRF9RVUlaX01BWFNDT1JFIiB2YWx1ZT0i5pyA6auY5YiG5pWwOiIvPg0KCQk8dWl0ZXh0IG5hbWU9IlFVSVpQT0RfUVVFU0FUTVBUX1NUUiIgdmFsdWU9IuWwneivleasoeaVsDog56ysICVuIOasoe+8jOWFsSAldCDmrKEiLz4NCgkJPHVpdGV4dCBuYW1lPSJRVUlaUE9EX1FVRVNUWVBFX1NUUiIgdmFsdWU9Iuexu+WeizogJXMiLz4NCgkJPHVpdGV4dCBuYW1lPSJRVUlaUE9EX1FVRVNUWVBFX0dSRCIgdmFsdWU9IuivhOe6pyIvPg0KCQk8dWl0ZXh0IG5hbWU9IlFVSVpQT0RfUVVFU1RZUEVfU1ZZIiB2YWx1ZT0i6LCD5p+lIi8+DQoJCTx1aXRleHQgbmFtZT0iUVVJWlBPRF9RVUlaQVRNUFRfSU5GIiB2YWx1ZT0i5peg6ZmQIi8+DQoJCTx1aXRleHQgbmFtZT0iUVVJWlBPRF9RVUVTQVRNUFRfSU5GIiB2YWx1ZT0i5peg6ZmQIi8+DQoJCTx1aXRleHQgbmFtZT0iV0FSTklOR01TR19ZRVNTVFJJTkciIHZhbHVlPSLmmK8iLz4NCgkJPHVpdGV4dCBuYW1lPSJXQVJOSU5HTVNHX05PU1RSSU5HIiB2YWx1ZT0i5ZCmIi8+DQoJCTx1aXRleHQgbmFtZT0iV0FSTklOR01TR19USVRMRVNUUklORyIgdmFsdWU9Iua1i+mqjOWvvOiIquitpuWRiiIvPg0KCQk8dWl0ZXh0IG5hbWU9IldBUk5JTkdNU0dfTVNHU1RSSU5HIiB2YWx1ZT0i5q2k5rWL6aqM5Lit5pyJ5pyq5bCd6K+V5L2c562U55qE6Zeu6aKY44CCJiN4QTsmI3hBO+WNleWHu+KAnOaYr+KAnemAgOWHuuatpOa1i+mqjOOAguWNleWHu+KAnOWQpuKAnee7p+e7rea1i+mqjOOAgiIvPg0KCQk8dWl0ZXh0IG5hbWU9IklORk9STUFUSU9OX0gyNjRfRkxBU0hQTEFZRVIiIHZhbHVlPSLlvZPliY3lronoo4XlnKjmgqjnmoTorqHnrpfmnLrkuIrnmoQgRmxhc2ggUGxheWVyIOeJiOacrOS4jeaUr+aMgeivpeinhumikeOAguWNleWHu+inhumikeWMuuWfn+S4i+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+C5Yqg6ICF5pi+56S65o+Q6KaB5qCPIi8+DQoJCTx1aXRleHQgbmFtZT0iTVVURSIgdmFsdWU9IumdmemfsyIvPg0KCQk8dWl0ZXh0IG5hbWU9IkRPQ1dSQVBfVElUTEUiIHZhbHVlPSJQcmVzZW50ZXIg5paH5Lu26ZmE5Lu2Ii8+DQoJCTx1aXRleHQgbmFtZT0iRE9DV1JBUF9NU0ciIHZhbHVlPSLkv53lrZjliLDmiJHnmoTorqHnrpfmnLoiLz4NCgkJPHVpdGV4dCBuYW1lPSJET0NXUkFQX1BST01QVCIgdmFsdWU9IuWNleWHu+S7peS4i+i9vSIvPg0KCTwvbGFuZ3VhZ2U+DQoJPGxhbmd1YWdlIGlkPSJ0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x1aXRleHQgbmFtZT0iVU5OQU1FRFNMSURFVElUTEUiIHZhbHVlPSJTbGF5dCAlbiIvPg0KCQk8IS0tIHN1YnN0aXR1dGlvbjogJW4gPT0gc2xpZGUgbnVtYmVyIC0tPg0KCQk8IS0tIHN1YnN0aXR1dGlvbjogJXQgPT0gdG90YWwgc2xpZGUgY291bnQgLS0+DQoJCTx1aXRleHQgbmFtZT0iU0NSVUJCQVJTVEFUVVNfU0xJREVJTkZPIiB2YWx1ZT0iU2xheXQgJW4gLyAldCB8ICIvPg0KCQk8dWl0ZXh0IG5hbWU9IlNDUlVCQkFSU1RBVFVTX1NUT1BQRUQiIHZhbHVlPSJEdXJkdXJ1bGR1Ii8+DQoJCTx1aXRleHQgbmFtZT0iU0NSVUJCQVJTVEFUVVNfUExBWUlORyIgdmFsdWU9Ik95bmF0xLFsxLF5b3IiLz4NCgkJPHVpdGV4dCBuYW1lPSJTQ1JVQkJBUlNUQVRVU19OT0FVRElPIiB2YWx1ZT0iU2VzIFlvayIvPg0KCQk8dWl0ZXh0IG5hbWU9IlNDUlVCQkFSU1RBVFVTX1ZJRFBMQVlJTkciIHZhbHVlPSJWaWRlbyBPeW5hdMSxbMSxeW9yIi8+DQoJCTx1aXRleHQgbmFtZT0iU0NSVUJCQVJTVEFUVVNfTE9BRElORyIgdmFsdWU9IlnDvGtsZW5peW9yIi8+DQoJCTx1aXRleHQgbmFtZT0iU0NSVUJCQVJTVEFUVVNfQlVGRkVSSU5HIiB2YWx1ZT0iQXJhYmVsbGXEn2UgQWzEsW7EsXlvciIvPg0KCQk8dWl0ZXh0IG5hbWU9IlNDUlVCQkFSU1RBVFVTX1FVRVNUSU9OIiB2YWx1ZT0iU29ydXl1IFlhbsSxdGxhIi8+DQoJCTx1aXRleHQgbmFtZT0iU0NSVUJCQVJTVEFUVVNfUkVWSUVXUVVJWiIgdmFsdWU9IlPEsW5hdiDEsG5jZWxlbml5b3IiLz4NCgkJPCEtLSBzdWJzdGl0dXRpb246ICVtID09IG1pbnV0ZXMgcmVtYWluaW5nIC0tPg0KCQk8IS0tIHN1YnN0aXR1dGlvbjogJXMgPT0gc2Vjb25kcyByZW1haW5pbmcgLS0+DQoJCTx1aXRleHQgbmFtZT0iRUxBUFNFRCIgdmFsdWU9IiVtIERha2lrYSAlcyBTYW5peWUgS2FsZMSxIi8+DQoJCTx1aXRleHQgbmFtZT0iTk9URk9VTkQiIHZhbHVlPSJIZXJoYW5naSBCaXIgxZ5leSBCdWx1bm1hZMSxIi8+DQoJCTx1aXRleHQgbmFtZT0iQVRUQUNITUVOVFMiIHZhbHVlPSJFa2xlci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sSwcnRpYmF0Ii8+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PEsW5hdiBEZW5lbWVzaToiLz4NCgkJPHVpdGV4dCBuYW1lPSJRVUlaUE9EX1FVSVpfQVRURU1QVF9WQUxVRSIgdmFsdWU9IiVuLyV0Ii8+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+DQoJCTx1aXRleHQgbmFtZT0iUVVJWlBPRF9RVUVTVFlQRV9HUkQiIHZhbHVlPSJCYXNhbWFrbMSxIi8+DQoJCTx1aXRleHQgbmFtZT0iUVVJWlBPRF9RVUVTVFlQRV9TVlkiIHZhbHVlPSJBbmtldCIvPg0KCQk8dWl0ZXh0IG5hbWU9IlFVSVpQT0RfUVVJWkFUTVBUX0lORiIgdmFsdWU9IlPEsW7EsXJzxLF6Ii8+DQoJCTx1aXRleHQgbmFtZT0iUVVJWlBPRF9RVUVTQVRNUFRfSU5GIiB2YWx1ZT0iU8SxbsSxcnPEsXoiLz4NCgkJPHVpdGV4dCBuYW1lPSJXQVJOSU5HTVNHX1lFU1NUUklORyIgdmFsdWU9IkV2ZXQiLz4NCgkJPHVpdGV4dCBuYW1lPSJXQVJOSU5HTVNHX05PU1RSSU5HIiB2YWx1ZT0iSGF5xLFyIi8+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+DQoJCTx1aXRleHQgbmFtZT0iRE9DV1JBUF9QUk9NUFQiIHZhbHVlPSLEsG5kaXJtZWsgacOnaW4gVMSxa2xhdMSxbiIvPg0KCTwvbGFuZ3VhZ2U+DQoJPGxhbmd1YWdlIGlkPSJydS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LQodC70LDQudC0ICVuIC8gJXQgfCAiLz4NCgkJPHVpdGV4dCBuYW1lPSJTQ1JVQkJBUlNUQVRVU19TVE9QUEVEIiB2YWx1ZT0i0J7RgdGC0LDQvdC+0LLQu9C10L3QviIvPg0KCQk8dWl0ZXh0IG5hbWU9IlNDUlVCQkFSU1RBVFVTX1BMQVlJTkciIHZhbHVlPSLQktC+0YHQv9GA0L7QuNC30LLQtdC00LXQvdC40LUiLz4NCgkJPHVpdGV4dCBuYW1lPSJTQ1JVQkJBUlNUQVRVU19OT0FVRElPIiB2YWx1ZT0i0J3QtdGCINCw0YPQtNC40L4iLz4NCgkJPHVpdGV4dCBuYW1lPSJTQ1JVQkJBUlNUQVRVU19WSURQTEFZSU5HIiB2YWx1ZT0i0JLQvtGB0L/RgNC+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+0L/RgNC+0YEiLz4NCgkJPHVpdGV4dCBuYW1lPSJTQ1JVQkJBUlNUQVRVU19SRVZJRVdRVUlaIiB2YWx1ZT0i0J7QsdC30L7RgCDQvtC/0YDQvtGB0LAiLz4NCgkJPCEtLSBzdWJzdGl0dXRpb246ICVtID09IG1pbnV0ZXMgcmVtYWluaW5nIC0tPg0KCQk8IS0tIHN1YnN0aXR1dGlvbjogJXMgPT0gc2Vjb25kcyByZW1haW5pbmcgLS0+DQoJCTx1aXRleHQgbmFtZT0iRUxBUFNFRCIgdmFsdWU9ItCe0YHRgtCw0LvQvtGB0YwgJW0g0LzQuNC9LiAlcyDRgSIvPg0KCQk8dWl0ZXh0IG5hbWU9Ik5PVEZPVU5EIiB2YWx1ZT0i0J3QuNGH0LXQs9C+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+0L3RgtCw0LrRgiIvPg0KCQk8dWl0ZXh0IG5hbWU9IlRBQl9RVUlaIiB2YWx1ZT0i0J7Qv9GA0L7RgSIvPg0KCQk8dWl0ZXh0IG5hbWU9IlRBQl9PVVRMSU5FIiB2YWx1ZT0i0KHRhdC10LzQsCIvPg0KCQk8dWl0ZXh0IG5hbWU9IlRBQl9USFVNQiIgdmFsdWU9ItCR0LXQs9GD0L3QvtC6Ii8+DQoJCTx1aXRleHQgbmFtZT0iVEFCX05PVEVTIiB2YWx1ZT0i0JfQsNC80LXRgtC60LgiLz4NCgkJPHVpdGV4dCBuYW1lPSJUQUJfU0VBUkNIIiB2YWx1ZT0i0J/QvtC40YHQuiIvPg0KCQk8dWl0ZXh0IG5hbWU9IlNMSURFX0hFQURJTkciIHZhbHVlPSLQl9Cw0LPQvtC70L7QstC+0Log0YHQu9Cw0LnQtNCwIi8+DQoJCTx1aXRleHQgbmFtZT0iRFVSQVRJT05fSEVBRElORyIgdmFsdWU9ItCU0LvQuNGCLdGB0YLRjCIvPg0KCQk8dWl0ZXh0IG5hbWU9IlNFQVJDSF9IRUFESU5HIiB2YWx1ZT0i0J/QvtC40YHQuiDRgtC10LrRgdGC0LA6Ii8+DQoJCTx1aXRleHQgbmFtZT0iVEhVTUJfSEVBRElORyIgdmFsdWU9ItCh0LvQsNC50LQiLz4NCgkJPHVpdGV4dCBuYW1lPSJUSFVNQl9JTkZPIiB2YWx1ZT0i0J3QsNC30LLQsNC90LjQtS/QtNC70LjRgi3QvdC+0YHRgtGMIi8+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0J/QvtC/0YvRgtC60LAg0L/RgNC+0LnRgtC4INC+0L/RgNC+0YE6Ii8+DQoJCTx1aXRleHQgbmFtZT0iUVVJWlBPRF9RVUlaX0FUVEVNUFRfVkFMVUUiIHZhbHVlPSIlbiDQuNC3ICV0Ii8+DQoJCTx1aXRleHQgbmFtZT0iUVVJWlBPRF9RVUlaX1NDT1JFIiB2YWx1ZT0i0J3QsNCx0YDQsNC90L4g0LHQsNC70LvQvtCyOiIvPg0KCQk8dWl0ZXh0IG5hbWU9IlFVSVpQT0RfUVVJWl9QQVNTU0NPUkUiIHZhbHVlPSLQn9GA0L7RhdC+0LTQvdC+0Lkg0YDQtdC30YPQu9GM0YLQsNGCOiIvPg0KCQk8dWl0ZXh0IG5hbWU9IlFVSVpQT0RfUVVJWl9NQVhTQ09SRSIgdmFsdWU9ItCc0LDQutGB0LjQvNCw0LvRjNC90YvQuSDRgNC10LfRg9C70YzRgtCw0YI6Ii8+DQoJCTx1aXRleHQgbmFtZT0iUVVJWlBPRF9RVUVTQVRNUFRfU1RSIiB2YWx1ZT0i0J/QvtC/0YvRgtC60LA6ICVuINC40LcgJXQiLz4NCgkJPHVpdGV4dCBuYW1lPSJRVUlaUE9EX1FVRVNUWVBFX1NUUiIgdmFsdWU9ItCi0LjQvzogJXMiLz4NCgkJPHVpdGV4dCBuYW1lPSJRVUlaUE9EX1FVRVNUWVBFX0dSRCIgdmFsdWU9ItChINC+0YbQtdC90LrQvtC5Ii8+DQoJCTx1aXRleHQgbmFtZT0iUVVJWlBPRF9RVUVTVFlQRV9TVlkiIHZhbHVlPSLQntCx0LfQvtGAIi8+DQoJCTx1aXRleHQgbmFtZT0iUVVJWlBPRF9RVUlaQVRNUFRfSU5GIiB2YWx1ZT0i0JHQvtC70YzRiNC+0LUg0YfQuNGB0LvQviIvPg0KCQk8dWl0ZXh0IG5hbWU9IlFVSVpQT0RfUVVFU0FUTVBUX0lORiIgdmFsdWU9ItCR0L7Qu9GM0YjQvtC1INGH0LjRgdC70L4iLz4NCgkJPHVpdGV4dCBuYW1lPSJXQVJOSU5HTVNHX1lFU1NUUklORyIgdmFsdWU9ItCU0LAiLz4NCgkJPHVpdGV4dCBuYW1lPSJXQVJOSU5HTVNHX05PU1RSSU5HIiB2YWx1ZT0i0J3QtdGCIi8+DQoJCTx1aXRleHQgbmFtZT0iV0FSTklOR01TR19USVRMRVNUUklORyIgdmFsdWU9ItCf0YDQtdC00YPQv9GA0LXQttC00LXQvdC40LUg0L4g0L3QsNCy0LjQs9Cw0YbQuNC4INCyINC+0L/RgNC+0YHQtSIvPg0KCQk8dWl0ZXh0IG5hbWU9IldBUk5JTkdNU0dfTVNHU1RSSU5HIiB2YWx1ZT0i0JIg0L7Qv9GA0L7RgdC1INC+0YHRgtCw0LvQuNGB0Ywg0L3QtdC+0YLQstC10YfQtdC90L3Ri9C1INCy0L7Qv9GA0L7RgdGLLtCd0LDQttCw0YLQuNC1INC60L3QvtC/0LrQuCAmcXVvdDvQlNCwJnF1b3Q7INC/0YDQuNCy0LXQtNC10YIg0Log0LfQsNC60YDRi9GC0LjRjiDQvtC/0YDQvtGB0LAuINCd0LDQttCw0YLQuNC1INC60L3QvtC/0LrQuCAmcXVvdDvQndC10YImcXVvdDsg0L/RgNC+0LTQvtC70LbQuNGCINC+0L/RgNC+0YEuIi8+DQoJCTx1aXRleHQgbmFtZT0iSU5GT1JNQVRJT05fSDI2NF9GTEFTSFBMQVlFUiIgdmFsdWU9ItCi0LXQutGD0YnQsNGPINCy0LXRgNGB0LjRjyDQv9GA0L7QuNCz0YDRi9Cy0LDRgtC10LvRjyBGbGFzaCBQbGF5ZXIsINGD0YHRgtCw0L3QvtCy0LvQtdC90L3QsNGPINC90LAg0Y3RgtC+0Lwg0LrQvtC80L/RjNGO0YLQtdGA0LUsINC90LUg0L/QvtC00LTQtdGA0LbQuNCy0LDQtdGCINGN0YLQviDQstC40LTQtdC+LiDQqdC10LvQutC90LjRgtC1INCyINC+0LHQu9Cw0YHRgtC4INCy0LjQtNC10L4sINGH0YLQvtCx0Ysg0LfQsNCz0YDRg9C30LjRgtGMINC/0L7RgdC70LXQtNC90Y7RjiDQstC10YDRgdC40Y4g0L/RgNC+0LjQs9GA0YvQstCw0YLQtdC70Y8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Qn9C+0LrQsNC30YvQstCw0YLRjCDQstGA0LXQt9C60YMg0YPRh9Cw0YHRgtC90LjQutCw0LwiLz4NCgkJPHVpdGV4dCBuYW1lPSJNVVRFIiB2YWx1ZT0i0J7RgtC60LvRjtGH0LjRgtGMINC30LLRg9C6Ii8+DQoJCTx1aXRleHQgbmFtZT0iRE9DV1JBUF9USVRMRSIgdmFsdWU9ItCS0LvQvtC20LXQvdC40LUg0LIg0YTQsNC50LsgQWRvYmUgUHJlc2VudGVyIi8+DQoJCTx1aXRleHQgbmFtZT0iRE9DV1JBUF9NU0ciIHZhbHVlPSLQodC+0YXRgNCw0L3QuNGC0Ywg0LIg0L/QsNC/0LrRgyAmcXVvdDvQnNC+0Lkg0LrQvtC80L/RjNGO0YLQtdGAJnF1b3Q7Ii8+DQoJCTx1aXRleHQgbmFtZT0iRE9DV1JBUF9QUk9NUFQiIHZhbHVlPSLQqdC10LvQutC90YPRgtGMINC00LvRjyDQt9Cw0LPRgNGD0LfQutC4Ii8+DQoJPC9sYW5ndWFnZT4NCjwvY29uZmlndXJhdGlvbj4NCg=="/>
  <p:tag name="MMPROD_UIDATA" val="&lt;database version=&quot;11.0&quot;&gt;&lt;object type=&quot;1&quot; unique_id=&quot;10001&quot;&gt;&lt;property id=&quot;20141&quot; value=&quot;ECE/CS 552 - Introduction&quot;/&gt;&lt;property id=&quot;20144&quot; value=&quot;0&quot;/&gt;&lt;property id=&quot;20146&quot; value=&quot;0&quot;/&gt;&lt;property id=&quot;20147&quot; value=&quot;0&quot;/&gt;&lt;property id=&quot;20148&quot; value=&quot;5&quot;/&gt;&lt;property id=&quot;20180&quot; value=&quot;0&quot;/&gt;&lt;property id=&quot;20181&quot; value=&quot;1&quot;/&gt;&lt;property id=&quot;20183&quot; value=&quot;1&quot;/&gt;&lt;property id=&quot;20184&quot; value=&quot;7&quot;/&gt;&lt;property id=&quot;20193&quot; value=&quot;-1&quot;/&gt;&lt;property id=&quot;20221&quot; value=&quot;C:\Users\Mikko\Desktop\&quot;/&gt;&lt;property id=&quot;20224&quot; value=&quot;C:\Users\sanmi\Documents\My Adobe Presentations\ece552f2019-Introduction&quot;/&gt;&lt;property id=&quot;20250&quot; value=&quot;0&quot;/&gt;&lt;property id=&quot;20251&quot; value=&quot;0&quot;/&gt;&lt;property id=&quot;20259&quot; value=&quot;0&quot;/&gt;&lt;property id=&quot;20263&quot; value=&quot;2&quot;/&gt;&lt;property id=&quot;20264&quot; value=&quot;1&quot;/&gt;&lt;property id=&quot;20519&quot; value=&quot;0&quot;/&gt;&lt;property id=&quot;20700&quot; value=&quot;0&quot;/&gt;&lt;object type=&quot;8&quot; unique_id=&quot;10002&quot;&gt;&lt;/object&gt;&lt;object type=&quot;2&quot; unique_id=&quot;10003&quot;&gt;&lt;object type=&quot;3&quot; unique_id=&quot;10006&quot;&gt;&lt;property id=&quot;20148&quot; value=&quot;5&quot;/&gt;&lt;property id=&quot;20300&quot; value=&quot;Slide 3 - &amp;quot;552 In Context&amp;quot;&quot;/&gt;&lt;property id=&quot;20307&quot; value=&quot;258&quot;/&gt;&lt;property id=&quot;20309&quot; value=&quot;-1&quot;/&gt;&lt;/object&gt;&lt;object type=&quot;3&quot; unique_id=&quot;10017&quot;&gt;&lt;property id=&quot;20148&quot; value=&quot;5&quot;/&gt;&lt;property id=&quot;20300&quot; value=&quot;Slide 12 - &amp;quot;Abstraction, E.g.&amp;quot;&quot;/&gt;&lt;property id=&quot;20307&quot; value=&quot;269&quot;/&gt;&lt;property id=&quot;20309&quot; value=&quot;-1&quot;/&gt;&lt;/object&gt;&lt;object type=&quot;3&quot; unique_id=&quot;14351&quot;&gt;&lt;property id=&quot;20148&quot; value=&quot;5&quot;/&gt;&lt;property id=&quot;20300&quot; value=&quot;Slide 1 - &amp;quot;ECE/CS 552: Introduction&amp;quot;&quot;/&gt;&lt;property id=&quot;20307&quot; value=&quot;283&quot;/&gt;&lt;property id=&quot;20309&quot; value=&quot;-1&quot;/&gt;&lt;/object&gt;&lt;object type=&quot;3&quot; unique_id=&quot;134262&quot;&gt;&lt;property id=&quot;20148&quot; value=&quot;5&quot;/&gt;&lt;property id=&quot;20300&quot; value=&quot;Slide 11 - &amp;quot;Abstraction&amp;quot;&quot;/&gt;&lt;property id=&quot;20307&quot; value=&quot;312&quot;/&gt;&lt;property id=&quot;20309&quot; value=&quot;-1&quot;/&gt;&lt;/object&gt;&lt;object type=&quot;3&quot; unique_id=&quot;155894&quot;&gt;&lt;property id=&quot;20148&quot; value=&quot;5&quot;/&gt;&lt;property id=&quot;20300&quot; value=&quot;Slide 13 - &amp;quot;Exercise&amp;quot;&quot;/&gt;&lt;property id=&quot;20307&quot; value=&quot;736&quot;/&gt;&lt;property id=&quot;20309&quot; value=&quot;-1&quot;/&gt;&lt;/object&gt;&lt;object type=&quot;3&quot; unique_id=&quot;156807&quot;&gt;&lt;property id=&quot;20148&quot; value=&quot;5&quot;/&gt;&lt;property id=&quot;20300&quot; value=&quot;Slide 14 - &amp;quot;Exercise&amp;quot;&quot;/&gt;&lt;property id=&quot;20307&quot; value=&quot;737&quot;/&gt;&lt;property id=&quot;20309&quot; value=&quot;-1&quot;/&gt;&lt;/object&gt;&lt;object type=&quot;3&quot; unique_id=&quot;161081&quot;&gt;&lt;property id=&quot;20148&quot; value=&quot;5&quot;/&gt;&lt;property id=&quot;20300&quot; value=&quot;Slide 15 - &amp;quot;Exercise&amp;quot;&quot;/&gt;&lt;property id=&quot;20307&quot; value=&quot;745&quot;/&gt;&lt;property id=&quot;20309&quot; value=&quot;-1&quot;/&gt;&lt;/object&gt;&lt;object type=&quot;3&quot; unique_id=&quot;163480&quot;&gt;&lt;property id=&quot;20148&quot; value=&quot;5&quot;/&gt;&lt;property id=&quot;20300&quot; value=&quot;Slide 2 - &amp;quot;Who am I?&amp;quot;&quot;/&gt;&lt;property id=&quot;20307&quot; value=&quot;748&quot;/&gt;&lt;/object&gt;&lt;object type=&quot;3&quot; unique_id=&quot;163481&quot;&gt;&lt;property id=&quot;20148&quot; value=&quot;5&quot;/&gt;&lt;property id=&quot;20300&quot; value=&quot;Slide 4 - &amp;quot;Lecture Format&amp;quot;&quot;/&gt;&lt;property id=&quot;20307&quot; value=&quot;749&quot;/&gt;&lt;/object&gt;&lt;object type=&quot;3&quot; unique_id=&quot;163484&quot;&gt;&lt;property id=&quot;20148&quot; value=&quot;5&quot;/&gt;&lt;property id=&quot;20300&quot; value=&quot;Slide 6 - &amp;quot;Course Grading&amp;quot;&quot;/&gt;&lt;property id=&quot;20307&quot; value=&quot;756&quot;/&gt;&lt;/object&gt;&lt;object type=&quot;3&quot; unique_id=&quot;163495&quot;&gt;&lt;property id=&quot;20148&quot; value=&quot;5&quot;/&gt;&lt;property id=&quot;20300&quot; value=&quot;Slide 7 - &amp;quot;Quizzes and Exercises&amp;quot;&quot;/&gt;&lt;property id=&quot;20307&quot; value=&quot;759&quot;/&gt;&lt;/object&gt;&lt;object type=&quot;3&quot; unique_id=&quot;163496&quot;&gt;&lt;property id=&quot;20148&quot; value=&quot;5&quot;/&gt;&lt;property id=&quot;20300&quot; value=&quot;Slide 8 - &amp;quot;Homework and Late Policy&amp;quot;&quot;/&gt;&lt;property id=&quot;20307&quot; value=&quot;760&quot;/&gt;&lt;/object&gt;&lt;object type=&quot;3&quot; unique_id=&quot;163497&quot;&gt;&lt;property id=&quot;20148&quot; value=&quot;5&quot;/&gt;&lt;property id=&quot;20300&quot; value=&quot;Slide 5 - &amp;quot;Discussion&amp;quot;&quot;/&gt;&lt;property id=&quot;20307&quot; value=&quot;761&quot;/&gt;&lt;/object&gt;&lt;object type=&quot;3&quot; unique_id=&quot;163498&quot;&gt;&lt;property id=&quot;20148&quot; value=&quot;5&quot;/&gt;&lt;property id=&quot;20300&quot; value=&quot;Slide 9 - &amp;quot;Course Project&amp;quot;&quot;/&gt;&lt;property id=&quot;20307&quot; value=&quot;267&quot;/&gt;&lt;/object&gt;&lt;object type=&quot;3&quot; unique_id=&quot;163499&quot;&gt;&lt;property id=&quot;20148&quot; value=&quot;5&quot;/&gt;&lt;property id=&quot;20300&quot; value=&quot;Slide 10 - &amp;quot;Midterm and Final Exams&amp;quot;&quot;/&gt;&lt;property id=&quot;20307&quot; value=&quot;762&quot;/&gt;&lt;/object&gt;&lt;/object&gt;&lt;object type=&quot;4&quot; unique_id=&quot;14431&quot;&gt;&lt;/object&gt;&lt;object type=&quot;10&quot; unique_id=&quot;14432&quot;&gt;&lt;object type=&quot;11&quot; unique_id=&quot;14433&quot;&gt;&lt;property id=&quot;20180&quot; value=&quot;0&quot;/&gt;&lt;property id=&quot;20181&quot; value=&quot;1&quot;/&gt;&lt;property id=&quot;20183&quot; value=&quot;1&quot;/&gt;&lt;/object&gt;&lt;object type=&quot;12&quot; unique_id=&quot;14435&quot;&gt;&lt;/object&gt;&lt;/object&gt;&lt;/object&gt;&lt;/database&gt;"/>
  <p:tag name="SECTOMILLISECCONVERT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5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.PNG&quot;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4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f2019-Introduction\data\asimages\{C1DF7D09-B965-4203-82A4-45B4FACA5D59}_1.png&quot;/&gt;&lt;left val=&quot;35&quot;/&gt;&lt;top val=&quot;185&quot;/&gt;&lt;width val=&quot;648&quot;/&gt;&lt;height val=&quot;102&quot;/&gt;&lt;hasText val=&quot;1&quot;/&gt;&lt;/Image&gt;&lt;/ThreeDShapeInfo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6&quot;/&gt;&lt;lineCharCount val=&quot;24&quot;/&gt;&lt;lineCharCount val=&quot;1&quot;/&gt;&lt;lineCharCount val=&quot;55&quot;/&gt;&lt;lineCharCount val=&quot;53&quot;/&gt;&lt;lineCharCount val=&quot;14&quot;/&gt;&lt;lineCharCount val=&quot;3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f2019-Introduction\data\asimages\{652C6333-4EE1-4AD5-A391-8AE9546AC0BC}_1.png&quot;/&gt;&lt;left val=&quot;103&quot;/&gt;&lt;top val=&quot;302&quot;/&gt;&lt;width val=&quot;512&quot;/&gt;&lt;height val=&quot;163&quot;/&gt;&lt;hasText val=&quot;1&quot;/&gt;&lt;/Image&gt;&lt;/ThreeDShapeInfo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6.PNG&quot;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4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f2019-Introduction\data\asimages\{C8E4DEE1-AF34-4ED3-926B-EBA4F8714BE2}_6.png&quot;/&gt;&lt;left val=&quot;35&quot;/&gt;&lt;top val=&quot;21&quot;/&gt;&lt;width val=&quot;588&quot;/&gt;&lt;height val=&quot;98&quot;/&gt;&lt;hasText val=&quot;1&quot;/&gt;&lt;/Image&gt;&lt;/ThreeDShapeInfo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0&quot;/&gt;&lt;lineCharCount val=&quot;14&quot;/&gt;&lt;lineCharCount val=&quot;45&quot;/&gt;&lt;lineCharCount val=&quot;46&quot;/&gt;&lt;lineCharCount val=&quot;57&quot;/&gt;&lt;lineCharCount val=&quot;41&quot;/&gt;&lt;lineCharCount val=&quot;48&quot;/&gt;&lt;lineCharCount val=&quot;43&quot;/&gt;&lt;lineCharCount val=&quot;46&quot;/&gt;&lt;lineCharCount val=&quot;37&quot;/&gt;&lt;lineCharCount val=&quot;16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f2019-Introduction\data\asimages\{1F742230-C6E3-42B1-9430-B22DED0917CC}_6.png&quot;/&gt;&lt;left val=&quot;45&quot;/&gt;&lt;top val=&quot;132&quot;/&gt;&lt;width val=&quot;621&quot;/&gt;&lt;height val=&quot;340&quot;/&gt;&lt;hasText val=&quot;1&quot;/&gt;&lt;/Image&gt;&lt;/ThreeDShapeInfo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f2019-Introduction\data\asimages\{564D5467-C558-4A6F-BF08-78ECB70CB757}_6.png&quot;/&gt;&lt;left val=&quot;599&quot;/&gt;&lt;top val=&quot;492&quot;/&gt;&lt;width val=&quot;92&quot;/&gt;&lt;height val=&quot;51&quot;/&gt;&lt;hasText val=&quot;1&quot;/&gt;&lt;/Image&gt;&lt;/ThreeDShapeInfo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9.PNG&quot;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1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f2019-Introduction\data\asimages\{9FF22DB4-2F0C-4B0B-90F5-C5EA67EE128B}_29.png&quot;/&gt;&lt;left val=&quot;35&quot;/&gt;&lt;top val=&quot;21&quot;/&gt;&lt;width val=&quot;588&quot;/&gt;&lt;height val=&quot;98&quot;/&gt;&lt;hasText val=&quot;1&quot;/&gt;&lt;/Image&gt;&lt;/ThreeDShapeInfo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4&quot;/&gt;&lt;lineCharCount val=&quot;33&quot;/&gt;&lt;lineCharCount val=&quot;15&quot;/&gt;&lt;lineCharCount val=&quot;31&quot;/&gt;&lt;lineCharCount val=&quot;30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f2019-Introduction\data\asimages\{5CAC4EA4-8EA2-4641-8946-4546D7F9E985}_29.png&quot;/&gt;&lt;left val=&quot;42&quot;/&gt;&lt;top val=&quot;149&quot;/&gt;&lt;width val=&quot;600&quot;/&gt;&lt;height val=&quot;330&quot;/&gt;&lt;hasText val=&quot;1&quot;/&gt;&lt;/Image&gt;&lt;/ThreeDShapeInfo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f2019-Introduction\data\asimages\{5AD75B78-A0BE-422A-A8DF-91495E4774F0}_29.png&quot;/&gt;&lt;left val=&quot;599&quot;/&gt;&lt;top val=&quot;492&quot;/&gt;&lt;width val=&quot;92&quot;/&gt;&lt;height val=&quot;51&quot;/&gt;&lt;hasText val=&quot;1&quot;/&gt;&lt;/Image&gt;&lt;/ThreeDShapeInfo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0.PNG&quot;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f2019-Introduction\data\asimages\{40244F54-3B18-4F88-AB90-CB356362C905}_30.png&quot;/&gt;&lt;left val=&quot;35&quot;/&gt;&lt;top val=&quot;21&quot;/&gt;&lt;width val=&quot;588&quot;/&gt;&lt;height val=&quot;98&quot;/&gt;&lt;hasText val=&quot;1&quot;/&gt;&lt;/Image&gt;&lt;/ThreeDShapeInfo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7&quot;/&gt;&lt;lineCharCount val=&quot;9&quot;/&gt;&lt;lineCharCount val=&quot;10&quot;/&gt;&lt;lineCharCount val=&quot;1&quot;/&gt;&lt;lineCharCount val=&quot;1&quot;/&gt;&lt;lineCharCount val=&quot;1&quot;/&gt;&lt;lineCharCount val=&quot;16&quot;/&gt;&lt;lineCharCount val=&quot;38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f2019-Introduction\data\asimages\{613389D5-5B4C-4CF6-9648-2A15716B5701}_30.png&quot;/&gt;&lt;left val=&quot;42&quot;/&gt;&lt;top val=&quot;149&quot;/&gt;&lt;width val=&quot;623&quot;/&gt;&lt;height val=&quot;336&quot;/&gt;&lt;hasText val=&quot;1&quot;/&gt;&lt;/Image&gt;&lt;/ThreeDShapeInfo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f2019-Introduction\data\asimages\{9F09E1E4-6604-42E5-A254-7FCE86F46945}_30.png&quot;/&gt;&lt;left val=&quot;599&quot;/&gt;&lt;top val=&quot;492&quot;/&gt;&lt;width val=&quot;92&quot;/&gt;&lt;height val=&quot;51&quot;/&gt;&lt;hasText val=&quot;1&quot;/&gt;&lt;/Image&gt;&lt;/ThreeDShapeInfo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1&quot; col=&quot;1&quot;&gt;&lt;linesCount val=&quot;1&quot;/&gt;&lt;lineCharCount val=&quot;1&quot;/&gt;&lt;/TableIndex&gt;&lt;TableIndex row=&quot;1&quot; col=&quot;2&quot;&gt;&lt;linesCount val=&quot;1&quot;/&gt;&lt;lineCharCount val=&quot;1&quot;/&gt;&lt;/TableIndex&gt;&lt;TableIndex row=&quot;2&quot; col=&quot;1&quot;&gt;&lt;linesCount val=&quot;1&quot;/&gt;&lt;lineCharCount val=&quot;1&quot;/&gt;&lt;/TableIndex&gt;&lt;TableIndex row=&quot;2&quot; col=&quot;2&quot;&gt;&lt;linesCount val=&quot;1&quot;/&gt;&lt;lineCharCount val=&quot;1&quot;/&gt;&lt;/TableIndex&gt;&lt;TableIndex row=&quot;3&quot; col=&quot;1&quot;&gt;&lt;linesCount val=&quot;1&quot;/&gt;&lt;lineCharCount val=&quot;1&quot;/&gt;&lt;/TableIndex&gt;&lt;TableIndex row=&quot;3&quot; col=&quot;2&quot;&gt;&lt;linesCount val=&quot;1&quot;/&gt;&lt;lineCharCount val=&quot;1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f2019-Introduction\data\asimages\{B7A83144-E5F4-4F4D-9E70-7A2A3D11A680}_30.png&quot;/&gt;&lt;left val=&quot;493&quot;/&gt;&lt;top val=&quot;213&quot;/&gt;&lt;width val=&quot;150&quot;/&gt;&lt;height val=&quot;142&quot;/&gt;&lt;hasText val=&quot;1&quot;/&gt;&lt;/Image&gt;&lt;/ThreeDShapeInfo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4.PNG&quot;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8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f2019-Introduction\data\asimages\{28BE985C-EFEC-4BF1-9BED-7E33168D917D}_34.png&quot;/&gt;&lt;left val=&quot;35&quot;/&gt;&lt;top val=&quot;21&quot;/&gt;&lt;width val=&quot;588&quot;/&gt;&lt;height val=&quot;98&quot;/&gt;&lt;hasText val=&quot;1&quot;/&gt;&lt;/Image&gt;&lt;/ThreeDShapeInfo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f2019-Introduction\data\asimages\{A5A83982-C0BD-416D-8DEA-C0C2FB7BF2D1}_34.png&quot;/&gt;&lt;left val=&quot;599&quot;/&gt;&lt;top val=&quot;492&quot;/&gt;&lt;width val=&quot;92&quot;/&gt;&lt;height val=&quot;51&quot;/&gt;&lt;hasText val=&quot;1&quot;/&gt;&lt;/Image&gt;&lt;/ThreeDShapeInfo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4&quot;/&gt;&lt;lineCharCount val=&quot;63&quot;/&gt;&lt;lineCharCount val=&quot;67&quot;/&gt;&lt;lineCharCount val=&quot;62&quot;/&gt;&lt;lineCharCount val=&quot;25&quot;/&gt;&lt;lineCharCount val=&quot;1&quot;/&gt;&lt;lineCharCount val=&quot;64&quot;/&gt;&lt;lineCharCount val=&quot;66&quot;/&gt;&lt;lineCharCount val=&quot;1&quot;/&gt;&lt;lineCharCount val=&quot;62&quot;/&gt;&lt;lineCharCount val=&quot;42&quot;/&gt;&lt;lineCharCount val=&quot;1&quot;/&gt;&lt;lineCharCount val=&quot;63&quot;/&gt;&lt;lineCharCount val=&quot;62&quot;/&gt;&lt;lineCharCount val=&quot;1&quot;/&gt;&lt;/TableIndex&gt;&lt;/ShapeTextInfo&gt;"/>
  <p:tag name="HTML_SHAPEINFO" val="&lt;TextEffect&gt;&lt;Image&gt;&lt;filename val=&quot;C:\Users\sanmi\Documents\My Adobe Presentations\ece552f2019-Introduction\data\asimages\{697BCC4C-F101-4184-8304-F0E3089566BA}_1.png_crop.png&quot;/&gt;&lt;left val=&quot;54&quot;/&gt;&lt;top val=&quot;120&quot;/&gt;&lt;width val=&quot;611&quot;/&gt;&lt;height val=&quot;102&quot;/&gt;&lt;hasText val=&quot;1&quot;/&gt;&lt;paraId val=&quot;1&quot;/&gt;&lt;/Image&gt;&lt;Image&gt;&lt;filename val=&quot;C:\Users\sanmi\Documents\My Adobe Presentations\ece552f2019-Introduction\data\asimages\{E20AA971-F4E2-4407-9CB3-F16AE09E2FAA}_1.png_crop.png&quot;/&gt;&lt;left val=&quot;683&quot;/&gt;&lt;top val=&quot;509&quot;/&gt;&lt;width val=&quot;0&quot;/&gt;&lt;height val=&quot;0&quot;/&gt;&lt;hasText val=&quot;1&quot;/&gt;&lt;paraId val=&quot;2&quot;/&gt;&lt;/Image&gt;&lt;Image&gt;&lt;filename val=&quot;C:\Users\sanmi\Documents\My Adobe Presentations\ece552f2019-Introduction\data\asimages\{AC6FFFF0-801C-4199-84CC-4CB7E7189D3C}_1.png_crop.png&quot;/&gt;&lt;left val=&quot;55&quot;/&gt;&lt;top val=&quot;258&quot;/&gt;&lt;width val=&quot;595&quot;/&gt;&lt;height val=&quot;47&quot;/&gt;&lt;hasText val=&quot;1&quot;/&gt;&lt;paraId val=&quot;3&quot;/&gt;&lt;/Image&gt;&lt;Image&gt;&lt;filename val=&quot;C:\Users\sanmi\Documents\My Adobe Presentations\ece552f2019-Introduction\data\asimages\{BADF8BB7-E817-465B-B528-9BA91D1B1F99}_1.png_crop.png&quot;/&gt;&lt;left val=&quot;683&quot;/&gt;&lt;top val=&quot;509&quot;/&gt;&lt;width val=&quot;0&quot;/&gt;&lt;height val=&quot;0&quot;/&gt;&lt;hasText val=&quot;1&quot;/&gt;&lt;paraId val=&quot;4&quot;/&gt;&lt;/Image&gt;&lt;Image&gt;&lt;filename val=&quot;C:\Users\sanmi\Documents\My Adobe Presentations\ece552f2019-Introduction\data\asimages\{B907A3C6-611C-444C-82CA-2E1362400D48}_1.png_crop.png&quot;/&gt;&lt;left val=&quot;54&quot;/&gt;&lt;top val=&quot;340&quot;/&gt;&lt;width val=&quot;572&quot;/&gt;&lt;height val=&quot;47&quot;/&gt;&lt;hasText val=&quot;1&quot;/&gt;&lt;paraId val=&quot;5&quot;/&gt;&lt;/Image&gt;&lt;Image&gt;&lt;filename val=&quot;C:\Users\sanmi\Documents\My Adobe Presentations\ece552f2019-Introduction\data\asimages\{677567B0-AE0B-4AE0-9262-2117E983D54B}_1.png_crop.png&quot;/&gt;&lt;left val=&quot;683&quot;/&gt;&lt;top val=&quot;509&quot;/&gt;&lt;width val=&quot;0&quot;/&gt;&lt;height val=&quot;0&quot;/&gt;&lt;hasText val=&quot;1&quot;/&gt;&lt;paraId val=&quot;6&quot;/&gt;&lt;/Image&gt;&lt;Image&gt;&lt;filename val=&quot;C:\Users\sanmi\Documents\My Adobe Presentations\ece552f2019-Introduction\data\asimages\{DE6A2114-B52C-4546-9FF7-849FA0E011DC}_1.png_crop.png&quot;/&gt;&lt;left val=&quot;55&quot;/&gt;&lt;top val=&quot;423&quot;/&gt;&lt;width val=&quot;565&quot;/&gt;&lt;height val=&quot;20&quot;/&gt;&lt;hasText val=&quot;1&quot;/&gt;&lt;paraId val=&quot;7&quot;/&gt;&lt;/Image&gt;&lt;Image&gt;&lt;filename val=&quot;C:\Users\sanmi\Documents\My Adobe Presentations\ece552f2019-Introduction\data\asimages\{60AF4250-7D84-47BB-8664-FD77737C1A38}_1.png_crop.png&quot;/&gt;&lt;left val=&quot;54&quot;/&gt;&lt;top val=&quot;451&quot;/&gt;&lt;width val=&quot;584&quot;/&gt;&lt;height val=&quot;20&quot;/&gt;&lt;hasText val=&quot;1&quot;/&gt;&lt;paraId val=&quot;8&quot;/&gt;&lt;/Image&gt;&lt;Image&gt;&lt;filename val=&quot;C:\Users\sanmi\Documents\My Adobe Presentations\ece552f2019-Introduction\data\asimages\{5EBD0C0D-A627-44FB-A621-5901F247D809}_1.png_crop.png&quot;/&gt;&lt;left val=&quot;683&quot;/&gt;&lt;top val=&quot;509&quot;/&gt;&lt;width val=&quot;0&quot;/&gt;&lt;height val=&quot;0&quot;/&gt;&lt;hasText val=&quot;1&quot;/&gt;&lt;paraId val=&quot;9&quot;/&gt;&lt;/Image&gt;&lt;/TextEffect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5.PNG&quot;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8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f2019-Introduction\data\asimages\{4A5BAF1C-E9A4-4D7B-A82F-60D6108E99EA}_35.png&quot;/&gt;&lt;left val=&quot;35&quot;/&gt;&lt;top val=&quot;21&quot;/&gt;&lt;width val=&quot;588&quot;/&gt;&lt;height val=&quot;98&quot;/&gt;&lt;hasText val=&quot;1&quot;/&gt;&lt;/Image&gt;&lt;/ThreeDShapeInfo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f2019-Introduction\data\asimages\{712C6A3B-793A-4B37-BA15-365845F52A8D}_35.png&quot;/&gt;&lt;left val=&quot;599&quot;/&gt;&lt;top val=&quot;492&quot;/&gt;&lt;width val=&quot;92&quot;/&gt;&lt;height val=&quot;51&quot;/&gt;&lt;hasText val=&quot;1&quot;/&gt;&lt;/Image&gt;&lt;/ThreeDShapeInfo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6&quot;/&gt;&lt;lineCharCount val=&quot;68&quot;/&gt;&lt;lineCharCount val=&quot;1&quot;/&gt;&lt;lineCharCount val=&quot;64&quot;/&gt;&lt;lineCharCount val=&quot;66&quot;/&gt;&lt;lineCharCount val=&quot;47&quot;/&gt;&lt;lineCharCount val=&quot;26&quot;/&gt;&lt;/TableIndex&gt;&lt;/ShapeTextInfo&gt;"/>
  <p:tag name="HTML_SHAPEINFO" val="&lt;TextEffect&gt;&lt;Image&gt;&lt;filename val=&quot;C:\Users\sanmi\Documents\My Adobe Presentations\ece552f2019-Introduction\data\asimages\{E1DE57FF-F801-4F9D-B5FF-216E4B1AA876}_1.png_crop.png&quot;/&gt;&lt;left val=&quot;55&quot;/&gt;&lt;top val=&quot;120&quot;/&gt;&lt;width val=&quot;615&quot;/&gt;&lt;height val=&quot;20&quot;/&gt;&lt;hasText val=&quot;1&quot;/&gt;&lt;paraId val=&quot;1&quot;/&gt;&lt;/Image&gt;&lt;Image&gt;&lt;filename val=&quot;C:\Users\sanmi\Documents\My Adobe Presentations\ece552f2019-Introduction\data\asimages\{3A060377-AB04-4275-B8D2-491659926F55}_1.png_crop.png&quot;/&gt;&lt;left val=&quot;689&quot;/&gt;&lt;top val=&quot;509&quot;/&gt;&lt;width val=&quot;0&quot;/&gt;&lt;height val=&quot;0&quot;/&gt;&lt;hasText val=&quot;1&quot;/&gt;&lt;paraId val=&quot;2&quot;/&gt;&lt;/Image&gt;&lt;Image&gt;&lt;filename val=&quot;C:\Users\sanmi\Documents\My Adobe Presentations\ece552f2019-Introduction\data\asimages\{3BD907B7-0448-4C8B-B875-EE5A1EE8DCF7}_1.png_crop.png&quot;/&gt;&lt;left val=&quot;55&quot;/&gt;&lt;top val=&quot;175&quot;/&gt;&lt;width val=&quot;595&quot;/&gt;&lt;height val=&quot;47&quot;/&gt;&lt;hasText val=&quot;1&quot;/&gt;&lt;paraId val=&quot;3&quot;/&gt;&lt;/Image&gt;&lt;Image&gt;&lt;filename val=&quot;C:\Users\sanmi\Documents\My Adobe Presentations\ece552f2019-Introduction\data\asimages\{78CAAC6F-5C62-45FD-9B49-2DAA35257911}_1.png_crop.png&quot;/&gt;&lt;left val=&quot;56&quot;/&gt;&lt;top val=&quot;229&quot;/&gt;&lt;width val=&quot;397&quot;/&gt;&lt;height val=&quot;20&quot;/&gt;&lt;hasText val=&quot;1&quot;/&gt;&lt;paraId val=&quot;4&quot;/&gt;&lt;/Image&gt;&lt;Image&gt;&lt;filename val=&quot;C:\Users\sanmi\Documents\My Adobe Presentations\ece552f2019-Introduction\data\asimages\{3D51DDAC-351E-489D-BBA9-EED4A9947D0B}_1.png_crop.png&quot;/&gt;&lt;left val=&quot;56&quot;/&gt;&lt;top val=&quot;257&quot;/&gt;&lt;width val=&quot;294&quot;/&gt;&lt;height val=&quot;20&quot;/&gt;&lt;hasText val=&quot;1&quot;/&gt;&lt;paraId val=&quot;5&quot;/&gt;&lt;/Image&gt;&lt;/TextEffect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6.PNG&quot;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8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f2019-Introduction\data\asimages\{36929C53-5C53-45EB-A57D-676C07D6D516}_36.png&quot;/&gt;&lt;left val=&quot;35&quot;/&gt;&lt;top val=&quot;21&quot;/&gt;&lt;width val=&quot;588&quot;/&gt;&lt;height val=&quot;98&quot;/&gt;&lt;hasText val=&quot;1&quot;/&gt;&lt;/Image&gt;&lt;/ThreeDShapeInfo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  <p:tag name="HTML_SHAPEINFO" val="&lt;ThreeDShapeInfo&gt;&lt;uuid val=&quot;&quot;/&gt;&lt;isInvalidForFieldText val=&quot;0&quot;/&gt;&lt;Image&gt;&lt;filename val=&quot;C:\Users\sanmi\Documents\My Adobe Presentations\ece552f2019-Introduction\data\asimages\{3F5F14B1-C1BA-44BE-9713-7E75AFCCF4E6}_36.png&quot;/&gt;&lt;left val=&quot;599&quot;/&gt;&lt;top val=&quot;492&quot;/&gt;&lt;width val=&quot;92&quot;/&gt;&lt;height val=&quot;51&quot;/&gt;&lt;hasText val=&quot;1&quot;/&gt;&lt;/Image&gt;&lt;/ThreeDShapeInfo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2&quot;/&gt;&lt;lineCharCount val=&quot;68&quot;/&gt;&lt;lineCharCount val=&quot;1&quot;/&gt;&lt;lineCharCount val=&quot;64&quot;/&gt;&lt;lineCharCount val=&quot;66&quot;/&gt;&lt;lineCharCount val=&quot;47&quot;/&gt;&lt;lineCharCount val=&quot;26&quot;/&gt;&lt;lineCharCount val=&quot;1&quot;/&gt;&lt;lineCharCount val=&quot;10&quot;/&gt;&lt;lineCharCount val=&quot;20&quot;/&gt;&lt;lineCharCount val=&quot;20&quot;/&gt;&lt;lineCharCount val=&quot;19&quot;/&gt;&lt;lineCharCount val=&quot;20&quot;/&gt;&lt;/TableIndex&gt;&lt;/ShapeTextInfo&gt;"/>
  <p:tag name="HTML_SHAPEINFO" val="&lt;TextEffect&gt;&lt;Image&gt;&lt;filename val=&quot;C:\Users\sanmi\Documents\My Adobe Presentations\ece552f2019-Introduction\data\asimages\{90E4A5D9-82B0-4992-A1AA-73EA21C21DF4}_1.png_crop.png&quot;/&gt;&lt;left val=&quot;55&quot;/&gt;&lt;top val=&quot;120&quot;/&gt;&lt;width val=&quot;615&quot;/&gt;&lt;height val=&quot;20&quot;/&gt;&lt;hasText val=&quot;1&quot;/&gt;&lt;paraId val=&quot;1&quot;/&gt;&lt;/Image&gt;&lt;Image&gt;&lt;filename val=&quot;C:\Users\sanmi\Documents\My Adobe Presentations\ece552f2019-Introduction\data\asimages\{FB368BF9-1165-4977-ABD4-B1FEAB461FF4}_1.png_crop.png&quot;/&gt;&lt;left val=&quot;689&quot;/&gt;&lt;top val=&quot;509&quot;/&gt;&lt;width val=&quot;0&quot;/&gt;&lt;height val=&quot;0&quot;/&gt;&lt;hasText val=&quot;1&quot;/&gt;&lt;paraId val=&quot;2&quot;/&gt;&lt;/Image&gt;&lt;Image&gt;&lt;filename val=&quot;C:\Users\sanmi\Documents\My Adobe Presentations\ece552f2019-Introduction\data\asimages\{41B0B234-9E12-4C7B-89C9-382A98F76FB4}_1.png_crop.png&quot;/&gt;&lt;left val=&quot;55&quot;/&gt;&lt;top val=&quot;175&quot;/&gt;&lt;width val=&quot;595&quot;/&gt;&lt;height val=&quot;47&quot;/&gt;&lt;hasText val=&quot;1&quot;/&gt;&lt;paraId val=&quot;3&quot;/&gt;&lt;/Image&gt;&lt;Image&gt;&lt;filename val=&quot;C:\Users\sanmi\Documents\My Adobe Presentations\ece552f2019-Introduction\data\asimages\{EF2CE1DC-D0D5-4378-AE6D-EEC25E4359C0}_1.png_crop.png&quot;/&gt;&lt;left val=&quot;56&quot;/&gt;&lt;top val=&quot;229&quot;/&gt;&lt;width val=&quot;397&quot;/&gt;&lt;height val=&quot;20&quot;/&gt;&lt;hasText val=&quot;1&quot;/&gt;&lt;paraId val=&quot;4&quot;/&gt;&lt;/Image&gt;&lt;Image&gt;&lt;filename val=&quot;C:\Users\sanmi\Documents\My Adobe Presentations\ece552f2019-Introduction\data\asimages\{7FAB1ED0-3B02-46CA-AD8D-6B7E313E3B94}_1.png_crop.png&quot;/&gt;&lt;left val=&quot;56&quot;/&gt;&lt;top val=&quot;257&quot;/&gt;&lt;width val=&quot;294&quot;/&gt;&lt;height val=&quot;20&quot;/&gt;&lt;hasText val=&quot;1&quot;/&gt;&lt;paraId val=&quot;5&quot;/&gt;&lt;/Image&gt;&lt;Image&gt;&lt;filename val=&quot;C:\Users\sanmi\Documents\My Adobe Presentations\ece552f2019-Introduction\data\asimages\{E695B32F-F10E-49E2-A399-02F9CB0EB4E0}_1.png_crop.png&quot;/&gt;&lt;left val=&quot;689&quot;/&gt;&lt;top val=&quot;509&quot;/&gt;&lt;width val=&quot;0&quot;/&gt;&lt;height val=&quot;0&quot;/&gt;&lt;hasText val=&quot;1&quot;/&gt;&lt;paraId val=&quot;6&quot;/&gt;&lt;/Image&gt;&lt;Image&gt;&lt;filename val=&quot;C:\Users\sanmi\Documents\My Adobe Presentations\ece552f2019-Introduction\data\asimages\{4DFF9A48-E1CD-4C79-A66E-90A7964B35E3}_1.png_crop.png&quot;/&gt;&lt;left val=&quot;54&quot;/&gt;&lt;top val=&quot;313&quot;/&gt;&lt;width val=&quot;84&quot;/&gt;&lt;height val=&quot;16&quot;/&gt;&lt;hasText val=&quot;1&quot;/&gt;&lt;paraId val=&quot;7&quot;/&gt;&lt;/Image&gt;&lt;Image&gt;&lt;filename val=&quot;C:\Users\sanmi\Documents\My Adobe Presentations\ece552f2019-Introduction\data\asimages\{4E521639-2A56-4470-A654-880F7ECEB386}_1.png_crop.png&quot;/&gt;&lt;left val=&quot;55&quot;/&gt;&lt;top val=&quot;342&quot;/&gt;&lt;width val=&quot;216&quot;/&gt;&lt;height val=&quot;19&quot;/&gt;&lt;hasText val=&quot;1&quot;/&gt;&lt;paraId val=&quot;8&quot;/&gt;&lt;/Image&gt;&lt;Image&gt;&lt;filename val=&quot;C:\Users\sanmi\Documents\My Adobe Presentations\ece552f2019-Introduction\data\asimages\{BDA4B10F-0762-402D-B9ED-E1801315B44F}_1.png_crop.png&quot;/&gt;&lt;left val=&quot;55&quot;/&gt;&lt;top val=&quot;370&quot;/&gt;&lt;width val=&quot;216&quot;/&gt;&lt;height val=&quot;19&quot;/&gt;&lt;hasText val=&quot;1&quot;/&gt;&lt;paraId val=&quot;9&quot;/&gt;&lt;/Image&gt;&lt;Image&gt;&lt;filename val=&quot;C:\Users\sanmi\Documents\My Adobe Presentations\ece552f2019-Introduction\data\asimages\{279B34C3-7D6F-4ECF-8EC0-14FE0DDE8BBB}_1.png_crop.png&quot;/&gt;&lt;left val=&quot;55&quot;/&gt;&lt;top val=&quot;397&quot;/&gt;&lt;width val=&quot;204&quot;/&gt;&lt;height val=&quot;19&quot;/&gt;&lt;hasText val=&quot;1&quot;/&gt;&lt;paraId val=&quot;10&quot;/&gt;&lt;/Image&gt;&lt;Image&gt;&lt;filename val=&quot;C:\Users\sanmi\Documents\My Adobe Presentations\ece552f2019-Introduction\data\asimages\{83B95AA5-625B-4135-A9B3-00C40B7E1BA2}_1.png_crop.png&quot;/&gt;&lt;left val=&quot;55&quot;/&gt;&lt;top val=&quot;425&quot;/&gt;&lt;width val=&quot;227&quot;/&gt;&lt;height val=&quot;19&quot;/&gt;&lt;hasText val=&quot;1&quot;/&gt;&lt;paraId val=&quot;11&quot;/&gt;&lt;/Image&gt;&lt;/TextEffect&gt;"/>
</p:tagLst>
</file>

<file path=ppt/theme/theme1.xml><?xml version="1.0" encoding="utf-8"?>
<a:theme xmlns:a="http://schemas.openxmlformats.org/drawingml/2006/main" name="Lecture Notes 55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Notes 552</Template>
  <TotalTime>1437</TotalTime>
  <Words>894</Words>
  <Application>Microsoft Macintosh PowerPoint</Application>
  <PresentationFormat>On-screen Show (4:3)</PresentationFormat>
  <Paragraphs>160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Inconsolata</vt:lpstr>
      <vt:lpstr>Times New Roman</vt:lpstr>
      <vt:lpstr>Wingdings</vt:lpstr>
      <vt:lpstr>Lecture Notes 552</vt:lpstr>
      <vt:lpstr>ECE/CS 552: Introduction</vt:lpstr>
      <vt:lpstr>Who am I?</vt:lpstr>
      <vt:lpstr>552 In Context</vt:lpstr>
      <vt:lpstr>Lecture Format</vt:lpstr>
      <vt:lpstr>Discussion</vt:lpstr>
      <vt:lpstr>Course Grading</vt:lpstr>
      <vt:lpstr>Quizzes and Exercises</vt:lpstr>
      <vt:lpstr>Homework and Late Policy</vt:lpstr>
      <vt:lpstr>Course Project</vt:lpstr>
      <vt:lpstr>Midterm and Final Exams</vt:lpstr>
      <vt:lpstr>Abstraction</vt:lpstr>
      <vt:lpstr>Abstraction, E.g.</vt:lpstr>
      <vt:lpstr>Exercise</vt:lpstr>
      <vt:lpstr>Exercise</vt:lpstr>
      <vt:lpstr>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ECE/CS 552: Course Introduction</dc:title>
  <dc:creator>Joshua, San Miguel</dc:creator>
  <cp:lastModifiedBy>Boone Severson</cp:lastModifiedBy>
  <cp:revision>380</cp:revision>
  <cp:lastPrinted>1601-01-01T00:00:00Z</cp:lastPrinted>
  <dcterms:created xsi:type="dcterms:W3CDTF">1601-01-01T00:00:00Z</dcterms:created>
  <dcterms:modified xsi:type="dcterms:W3CDTF">2024-09-04T23:49:22Z</dcterms:modified>
</cp:coreProperties>
</file>